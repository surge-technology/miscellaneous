
<file path=[Content_Types].xml><?xml version="1.0" encoding="utf-8"?>
<Types xmlns="http://schemas.openxmlformats.org/package/2006/content-types">
  <Default Extension="png" ContentType="image/png"/>
  <Default Extension="emf" ContentType="image/x-emf"/>
  <Default Extension="rels" ContentType="application/vnd.openxmlformats-package.relationships+xml"/>
  <Default Extension="xml" ContentType="application/xml"/>
  <Default Extension="fntdata" ContentType="application/x-fontdata"/>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745" r:id="rId1"/>
    <p:sldMasterId id="2147483746" r:id="rId2"/>
  </p:sldMasterIdLst>
  <p:notesMasterIdLst>
    <p:notesMasterId r:id="rId57"/>
  </p:notesMasterIdLst>
  <p:sldIdLst>
    <p:sldId id="256" r:id="rId3"/>
    <p:sldId id="257" r:id="rId4"/>
    <p:sldId id="258" r:id="rId5"/>
    <p:sldId id="259" r:id="rId6"/>
    <p:sldId id="260" r:id="rId7"/>
    <p:sldId id="261" r:id="rId8"/>
    <p:sldId id="262" r:id="rId9"/>
    <p:sldId id="263" r:id="rId10"/>
    <p:sldId id="264" r:id="rId11"/>
    <p:sldId id="267" r:id="rId12"/>
    <p:sldId id="265" r:id="rId13"/>
    <p:sldId id="266" r:id="rId14"/>
    <p:sldId id="268" r:id="rId15"/>
    <p:sldId id="280" r:id="rId16"/>
    <p:sldId id="269" r:id="rId17"/>
    <p:sldId id="270" r:id="rId18"/>
    <p:sldId id="271" r:id="rId19"/>
    <p:sldId id="272" r:id="rId20"/>
    <p:sldId id="273" r:id="rId21"/>
    <p:sldId id="283" r:id="rId22"/>
    <p:sldId id="284" r:id="rId23"/>
    <p:sldId id="285" r:id="rId24"/>
    <p:sldId id="286" r:id="rId25"/>
    <p:sldId id="300" r:id="rId26"/>
    <p:sldId id="331" r:id="rId27"/>
    <p:sldId id="332" r:id="rId28"/>
    <p:sldId id="333" r:id="rId29"/>
    <p:sldId id="334" r:id="rId30"/>
    <p:sldId id="362" r:id="rId31"/>
    <p:sldId id="335" r:id="rId32"/>
    <p:sldId id="336" r:id="rId33"/>
    <p:sldId id="337" r:id="rId34"/>
    <p:sldId id="338" r:id="rId35"/>
    <p:sldId id="339" r:id="rId36"/>
    <p:sldId id="340" r:id="rId37"/>
    <p:sldId id="341" r:id="rId38"/>
    <p:sldId id="342" r:id="rId39"/>
    <p:sldId id="343" r:id="rId40"/>
    <p:sldId id="344" r:id="rId41"/>
    <p:sldId id="345" r:id="rId42"/>
    <p:sldId id="346" r:id="rId43"/>
    <p:sldId id="347" r:id="rId44"/>
    <p:sldId id="348" r:id="rId45"/>
    <p:sldId id="349" r:id="rId46"/>
    <p:sldId id="350" r:id="rId47"/>
    <p:sldId id="351" r:id="rId48"/>
    <p:sldId id="352" r:id="rId49"/>
    <p:sldId id="353" r:id="rId50"/>
    <p:sldId id="354" r:id="rId51"/>
    <p:sldId id="355" r:id="rId52"/>
    <p:sldId id="356" r:id="rId53"/>
    <p:sldId id="357" r:id="rId54"/>
    <p:sldId id="360" r:id="rId55"/>
    <p:sldId id="361" r:id="rId56"/>
  </p:sldIdLst>
  <p:sldSz cx="9144000" cy="5143500" type="screen16x9"/>
  <p:notesSz cx="6858000" cy="9144000"/>
  <p:embeddedFontLst>
    <p:embeddedFont>
      <p:font typeface="IBM Plex Mono Light" panose="020B0604020202020204" charset="0"/>
      <p:regular r:id="rId58"/>
      <p:bold r:id="rId59"/>
      <p:italic r:id="rId60"/>
      <p:boldItalic r:id="rId61"/>
    </p:embeddedFont>
    <p:embeddedFont>
      <p:font typeface="IBM Plex Sans" panose="020B0604020202020204" charset="0"/>
      <p:regular r:id="rId62"/>
      <p:bold r:id="rId63"/>
      <p:italic r:id="rId64"/>
      <p:boldItalic r:id="rId65"/>
    </p:embeddedFont>
    <p:embeddedFont>
      <p:font typeface="IBM Plex Sans SemiBold" panose="020B0604020202020204" charset="0"/>
      <p:regular r:id="rId66"/>
      <p:bold r:id="rId67"/>
      <p:italic r:id="rId68"/>
      <p:boldItalic r:id="rId69"/>
    </p:embeddedFont>
    <p:embeddedFont>
      <p:font typeface="IBM Plex Sans Medium" panose="020B0604020202020204" charset="0"/>
      <p:regular r:id="rId70"/>
      <p:bold r:id="rId71"/>
      <p:italic r:id="rId72"/>
      <p:boldItalic r:id="rId73"/>
    </p:embeddedFont>
    <p:embeddedFont>
      <p:font typeface="IBM Plex Mono SemiBold" panose="020B0604020202020204" charset="0"/>
      <p:regular r:id="rId74"/>
      <p:bold r:id="rId75"/>
      <p:italic r:id="rId76"/>
      <p:boldItalic r:id="rId77"/>
    </p:embeddedFont>
    <p:embeddedFont>
      <p:font typeface="IBM Plex Mono Medium" panose="020B0604020202020204" charset="0"/>
      <p:regular r:id="rId78"/>
      <p:bold r:id="rId79"/>
      <p:italic r:id="rId80"/>
      <p:boldItalic r:id="rId81"/>
    </p:embeddedFont>
    <p:embeddedFont>
      <p:font typeface="IBM Plex Sans Light" panose="020B0604020202020204" charset="0"/>
      <p:regular r:id="rId82"/>
      <p:bold r:id="rId83"/>
      <p:italic r:id="rId84"/>
      <p:boldItalic r:id="rId85"/>
    </p:embeddedFont>
    <p:embeddedFont>
      <p:font typeface="Open Sans" panose="020B0604020202020204" charset="0"/>
      <p:regular r:id="rId86"/>
      <p:bold r:id="rId87"/>
      <p:italic r:id="rId88"/>
      <p:boldItalic r:id="rId8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4110BCFB-72FB-4699-8420-4C35CFDD8A85}">
  <a:tblStyle styleId="{4110BCFB-72FB-4699-8420-4C35CFDD8A85}"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81070F2F-8489-4B5F-A378-67F00840D5F9}" styleName="Table_1">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72178" autoAdjust="0"/>
  </p:normalViewPr>
  <p:slideViewPr>
    <p:cSldViewPr snapToGrid="0">
      <p:cViewPr varScale="1">
        <p:scale>
          <a:sx n="75" d="100"/>
          <a:sy n="75" d="100"/>
        </p:scale>
        <p:origin x="1020" y="52"/>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font" Target="fonts/font6.fntdata"/><Relationship Id="rId68" Type="http://schemas.openxmlformats.org/officeDocument/2006/relationships/font" Target="fonts/font11.fntdata"/><Relationship Id="rId84" Type="http://schemas.openxmlformats.org/officeDocument/2006/relationships/font" Target="fonts/font27.fntdata"/><Relationship Id="rId89" Type="http://schemas.openxmlformats.org/officeDocument/2006/relationships/font" Target="fonts/font32.fntdata"/><Relationship Id="rId16" Type="http://schemas.openxmlformats.org/officeDocument/2006/relationships/slide" Target="slides/slide14.xml"/><Relationship Id="rId11" Type="http://schemas.openxmlformats.org/officeDocument/2006/relationships/slide" Target="slides/slide9.xml"/><Relationship Id="rId32" Type="http://schemas.openxmlformats.org/officeDocument/2006/relationships/slide" Target="slides/slide30.xml"/><Relationship Id="rId37" Type="http://schemas.openxmlformats.org/officeDocument/2006/relationships/slide" Target="slides/slide35.xml"/><Relationship Id="rId53" Type="http://schemas.openxmlformats.org/officeDocument/2006/relationships/slide" Target="slides/slide51.xml"/><Relationship Id="rId58" Type="http://schemas.openxmlformats.org/officeDocument/2006/relationships/font" Target="fonts/font1.fntdata"/><Relationship Id="rId74" Type="http://schemas.openxmlformats.org/officeDocument/2006/relationships/font" Target="fonts/font17.fntdata"/><Relationship Id="rId79" Type="http://schemas.openxmlformats.org/officeDocument/2006/relationships/font" Target="fonts/font22.fntdata"/><Relationship Id="rId5" Type="http://schemas.openxmlformats.org/officeDocument/2006/relationships/slide" Target="slides/slide3.xml"/><Relationship Id="rId90" Type="http://schemas.openxmlformats.org/officeDocument/2006/relationships/presProps" Target="presProps.xml"/><Relationship Id="rId22" Type="http://schemas.openxmlformats.org/officeDocument/2006/relationships/slide" Target="slides/slide20.xml"/><Relationship Id="rId27" Type="http://schemas.openxmlformats.org/officeDocument/2006/relationships/slide" Target="slides/slide25.xml"/><Relationship Id="rId43" Type="http://schemas.openxmlformats.org/officeDocument/2006/relationships/slide" Target="slides/slide41.xml"/><Relationship Id="rId48" Type="http://schemas.openxmlformats.org/officeDocument/2006/relationships/slide" Target="slides/slide46.xml"/><Relationship Id="rId64" Type="http://schemas.openxmlformats.org/officeDocument/2006/relationships/font" Target="fonts/font7.fntdata"/><Relationship Id="rId69" Type="http://schemas.openxmlformats.org/officeDocument/2006/relationships/font" Target="fonts/font12.fntdata"/><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font" Target="fonts/font15.fntdata"/><Relationship Id="rId80" Type="http://schemas.openxmlformats.org/officeDocument/2006/relationships/font" Target="fonts/font23.fntdata"/><Relationship Id="rId85" Type="http://schemas.openxmlformats.org/officeDocument/2006/relationships/font" Target="fonts/font28.fntdata"/><Relationship Id="rId93" Type="http://schemas.openxmlformats.org/officeDocument/2006/relationships/tableStyles" Target="tableStyles.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font" Target="fonts/font2.fntdata"/><Relationship Id="rId67" Type="http://schemas.openxmlformats.org/officeDocument/2006/relationships/font" Target="fonts/font10.fntdata"/><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font" Target="fonts/font5.fntdata"/><Relationship Id="rId70" Type="http://schemas.openxmlformats.org/officeDocument/2006/relationships/font" Target="fonts/font13.fntdata"/><Relationship Id="rId75" Type="http://schemas.openxmlformats.org/officeDocument/2006/relationships/font" Target="fonts/font18.fntdata"/><Relationship Id="rId83" Type="http://schemas.openxmlformats.org/officeDocument/2006/relationships/font" Target="fonts/font26.fntdata"/><Relationship Id="rId88" Type="http://schemas.openxmlformats.org/officeDocument/2006/relationships/font" Target="fonts/font31.fntdata"/><Relationship Id="rId9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notesMaster" Target="notesMasters/notesMaster1.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font" Target="fonts/font3.fntdata"/><Relationship Id="rId65" Type="http://schemas.openxmlformats.org/officeDocument/2006/relationships/font" Target="fonts/font8.fntdata"/><Relationship Id="rId73" Type="http://schemas.openxmlformats.org/officeDocument/2006/relationships/font" Target="fonts/font16.fntdata"/><Relationship Id="rId78" Type="http://schemas.openxmlformats.org/officeDocument/2006/relationships/font" Target="fonts/font21.fntdata"/><Relationship Id="rId81" Type="http://schemas.openxmlformats.org/officeDocument/2006/relationships/font" Target="fonts/font24.fntdata"/><Relationship Id="rId86" Type="http://schemas.openxmlformats.org/officeDocument/2006/relationships/font" Target="fonts/font29.fntdata"/><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font" Target="fonts/font19.fntdata"/><Relationship Id="rId7" Type="http://schemas.openxmlformats.org/officeDocument/2006/relationships/slide" Target="slides/slide5.xml"/><Relationship Id="rId71" Type="http://schemas.openxmlformats.org/officeDocument/2006/relationships/font" Target="fonts/font14.fntdata"/><Relationship Id="rId92" Type="http://schemas.openxmlformats.org/officeDocument/2006/relationships/theme" Target="theme/theme1.xml"/><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font" Target="fonts/font9.fntdata"/><Relationship Id="rId87" Type="http://schemas.openxmlformats.org/officeDocument/2006/relationships/font" Target="fonts/font30.fntdata"/><Relationship Id="rId61" Type="http://schemas.openxmlformats.org/officeDocument/2006/relationships/font" Target="fonts/font4.fntdata"/><Relationship Id="rId82" Type="http://schemas.openxmlformats.org/officeDocument/2006/relationships/font" Target="fonts/font25.fntdata"/><Relationship Id="rId19" Type="http://schemas.openxmlformats.org/officeDocument/2006/relationships/slide" Target="slides/slide17.xml"/><Relationship Id="rId14" Type="http://schemas.openxmlformats.org/officeDocument/2006/relationships/slide" Target="slides/slide12.xml"/><Relationship Id="rId30" Type="http://schemas.openxmlformats.org/officeDocument/2006/relationships/slide" Target="slides/slide28.xml"/><Relationship Id="rId35" Type="http://schemas.openxmlformats.org/officeDocument/2006/relationships/slide" Target="slides/slide33.xml"/><Relationship Id="rId56" Type="http://schemas.openxmlformats.org/officeDocument/2006/relationships/slide" Target="slides/slide54.xml"/><Relationship Id="rId77" Type="http://schemas.openxmlformats.org/officeDocument/2006/relationships/font" Target="fonts/font20.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3" Type="http://schemas.openxmlformats.org/officeDocument/2006/relationships/hyperlink" Target="https://en.wikipedia.org/wiki/Gossip_protocol" TargetMode="External"/><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3" Type="http://schemas.openxmlformats.org/officeDocument/2006/relationships/hyperlink" Target="https://docs.camunda.io/docs/components/zeebe/technical-concepts/exporters/" TargetMode="External"/><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87"/>
        <p:cNvGrpSpPr/>
        <p:nvPr/>
      </p:nvGrpSpPr>
      <p:grpSpPr>
        <a:xfrm>
          <a:off x="0" y="0"/>
          <a:ext cx="0" cy="0"/>
          <a:chOff x="0" y="0"/>
          <a:chExt cx="0" cy="0"/>
        </a:xfrm>
      </p:grpSpPr>
      <p:sp>
        <p:nvSpPr>
          <p:cNvPr id="1388" name="Google Shape;1388;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89" name="Google Shape;1389;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4"/>
        <p:cNvGrpSpPr/>
        <p:nvPr/>
      </p:nvGrpSpPr>
      <p:grpSpPr>
        <a:xfrm>
          <a:off x="0" y="0"/>
          <a:ext cx="0" cy="0"/>
          <a:chOff x="0" y="0"/>
          <a:chExt cx="0" cy="0"/>
        </a:xfrm>
      </p:grpSpPr>
      <p:sp>
        <p:nvSpPr>
          <p:cNvPr id="1395" name="Google Shape;1395;g135f8e55411_0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396" name="Google Shape;1396;g135f8e55411_0_0:notes"/>
          <p:cNvSpPr txBox="1">
            <a:spLocks noGrp="1"/>
          </p:cNvSpPr>
          <p:nvPr>
            <p:ph type="body" idx="1"/>
          </p:nvPr>
        </p:nvSpPr>
        <p:spPr>
          <a:xfrm>
            <a:off x="685800" y="4400640"/>
            <a:ext cx="5486100" cy="36000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1397" name="Google Shape;1397;g135f8e55411_0_0:notes"/>
          <p:cNvSpPr txBox="1"/>
          <p:nvPr/>
        </p:nvSpPr>
        <p:spPr>
          <a:xfrm>
            <a:off x="3884760" y="8685360"/>
            <a:ext cx="2971500" cy="4584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dk1"/>
              </a:buClr>
              <a:buSzPts val="1400"/>
              <a:buFont typeface="Arial"/>
              <a:buNone/>
            </a:pPr>
            <a:fld id="{00000000-1234-1234-1234-123412341234}" type="slidenum">
              <a:rPr lang="en" sz="1400" b="0" i="0" u="none" strike="noStrike" cap="none">
                <a:solidFill>
                  <a:schemeClr val="dk1"/>
                </a:solidFill>
                <a:latin typeface="Arial"/>
                <a:ea typeface="Arial"/>
                <a:cs typeface="Arial"/>
                <a:sym typeface="Arial"/>
              </a:rPr>
              <a:t>2</a:t>
            </a:fld>
            <a:endParaRPr sz="1400" b="0" i="0" u="none" strike="noStrike" cap="none">
              <a:solidFill>
                <a:schemeClr val="dk1"/>
              </a:solidFill>
              <a:latin typeface="Arial"/>
              <a:ea typeface="Arial"/>
              <a:cs typeface="Arial"/>
              <a:sym typeface="Aria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6"/>
        <p:cNvGrpSpPr/>
        <p:nvPr/>
      </p:nvGrpSpPr>
      <p:grpSpPr>
        <a:xfrm>
          <a:off x="0" y="0"/>
          <a:ext cx="0" cy="0"/>
          <a:chOff x="0" y="0"/>
          <a:chExt cx="0" cy="0"/>
        </a:xfrm>
      </p:grpSpPr>
      <p:sp>
        <p:nvSpPr>
          <p:cNvPr id="1427" name="Google Shape;1427;g20595c043e6_0_588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28" name="Google Shape;1428;g20595c043e6_0_588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4"/>
        <p:cNvGrpSpPr/>
        <p:nvPr/>
      </p:nvGrpSpPr>
      <p:grpSpPr>
        <a:xfrm>
          <a:off x="0" y="0"/>
          <a:ext cx="0" cy="0"/>
          <a:chOff x="0" y="0"/>
          <a:chExt cx="0" cy="0"/>
        </a:xfrm>
      </p:grpSpPr>
      <p:sp>
        <p:nvSpPr>
          <p:cNvPr id="1475" name="Google Shape;1475;g20595c043e6_0_617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76" name="Google Shape;1476;g20595c043e6_0_617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solidFill>
                  <a:schemeClr val="dk1"/>
                </a:solidFill>
              </a:rPr>
              <a:t>[Jakob’s notes - please don’t change]</a:t>
            </a:r>
            <a:endParaRPr>
              <a:solidFill>
                <a:schemeClr val="dk1"/>
              </a:solidFill>
            </a:endParaRPr>
          </a:p>
          <a:p>
            <a:pPr marL="0" lvl="0" indent="0" algn="l" rtl="0">
              <a:spcBef>
                <a:spcPts val="0"/>
              </a:spcBef>
              <a:spcAft>
                <a:spcPts val="0"/>
              </a:spcAft>
              <a:buNone/>
            </a:pPr>
            <a:endParaRPr/>
          </a:p>
          <a:p>
            <a:pPr marL="457200" lvl="0" indent="-298450" algn="l" rtl="0">
              <a:spcBef>
                <a:spcPts val="0"/>
              </a:spcBef>
              <a:spcAft>
                <a:spcPts val="0"/>
              </a:spcAft>
              <a:buSzPts val="1100"/>
              <a:buChar char="●"/>
            </a:pPr>
            <a:r>
              <a:rPr lang="en"/>
              <a:t>If process consists of REST API endpoints only, we might be able to run it via an API integration tool, like an iPaaS (typically used to move data from a to b, often low-code)</a:t>
            </a:r>
            <a:endParaRPr/>
          </a:p>
          <a:p>
            <a:pPr marL="457200" lvl="0" indent="-298450" algn="l" rtl="0">
              <a:spcBef>
                <a:spcPts val="0"/>
              </a:spcBef>
              <a:spcAft>
                <a:spcPts val="0"/>
              </a:spcAft>
              <a:buSzPts val="1100"/>
              <a:buChar char="●"/>
            </a:pPr>
            <a:r>
              <a:rPr lang="en"/>
              <a:t>But end-to-end-processes are rarely limited to REST API endpoints only</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68"/>
        <p:cNvGrpSpPr/>
        <p:nvPr/>
      </p:nvGrpSpPr>
      <p:grpSpPr>
        <a:xfrm>
          <a:off x="0" y="0"/>
          <a:ext cx="0" cy="0"/>
          <a:chOff x="0" y="0"/>
          <a:chExt cx="0" cy="0"/>
        </a:xfrm>
      </p:grpSpPr>
      <p:sp>
        <p:nvSpPr>
          <p:cNvPr id="1569" name="Google Shape;1569;g20595c043e6_0_626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70" name="Google Shape;1570;g20595c043e6_0_626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solidFill>
                  <a:schemeClr val="dk1"/>
                </a:solidFill>
              </a:rPr>
              <a:t>[Jakob’s notes - please don’t change]</a:t>
            </a:r>
            <a:endParaRPr>
              <a:solidFill>
                <a:schemeClr val="dk1"/>
              </a:solidFill>
            </a:endParaRPr>
          </a:p>
          <a:p>
            <a:pPr marL="0" lvl="0" indent="0" algn="l" rtl="0">
              <a:spcBef>
                <a:spcPts val="0"/>
              </a:spcBef>
              <a:spcAft>
                <a:spcPts val="0"/>
              </a:spcAft>
              <a:buNone/>
            </a:pPr>
            <a:endParaRPr/>
          </a:p>
          <a:p>
            <a:pPr marL="457200" lvl="0" indent="-298450" algn="l" rtl="0">
              <a:spcBef>
                <a:spcPts val="0"/>
              </a:spcBef>
              <a:spcAft>
                <a:spcPts val="0"/>
              </a:spcAft>
              <a:buSzPts val="1100"/>
              <a:buChar char="●"/>
            </a:pPr>
            <a:r>
              <a:rPr lang="en"/>
              <a:t>True end-to-end-processes span horizontally</a:t>
            </a:r>
            <a:endParaRPr/>
          </a:p>
          <a:p>
            <a:pPr marL="457200" lvl="0" indent="-298450" algn="l" rtl="0">
              <a:spcBef>
                <a:spcPts val="0"/>
              </a:spcBef>
              <a:spcAft>
                <a:spcPts val="0"/>
              </a:spcAft>
              <a:buSzPts val="1100"/>
              <a:buChar char="●"/>
            </a:pPr>
            <a:r>
              <a:rPr lang="en"/>
              <a:t>Might include some API endpoints, maybe also people, or RPA bots when our legacy system doesn’t offer an API</a:t>
            </a:r>
            <a:endParaRPr/>
          </a:p>
          <a:p>
            <a:pPr marL="457200" lvl="0" indent="-298450" algn="l" rtl="0">
              <a:spcBef>
                <a:spcPts val="0"/>
              </a:spcBef>
              <a:spcAft>
                <a:spcPts val="0"/>
              </a:spcAft>
              <a:buSzPts val="1100"/>
              <a:buChar char="●"/>
            </a:pPr>
            <a:r>
              <a:rPr lang="en"/>
              <a:t>Process orchestration focuses on the challenge of dealing with high endpoint diversity</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7"/>
        <p:cNvGrpSpPr/>
        <p:nvPr/>
      </p:nvGrpSpPr>
      <p:grpSpPr>
        <a:xfrm>
          <a:off x="0" y="0"/>
          <a:ext cx="0" cy="0"/>
          <a:chOff x="0" y="0"/>
          <a:chExt cx="0" cy="0"/>
        </a:xfrm>
      </p:grpSpPr>
      <p:sp>
        <p:nvSpPr>
          <p:cNvPr id="1668" name="Google Shape;1668;g205a291b035_1_16:notes"/>
          <p:cNvSpPr>
            <a:spLocks noGrp="1" noRot="1" noChangeAspect="1"/>
          </p:cNvSpPr>
          <p:nvPr>
            <p:ph type="sldImg" idx="2"/>
          </p:nvPr>
        </p:nvSpPr>
        <p:spPr>
          <a:xfrm>
            <a:off x="217488" y="812800"/>
            <a:ext cx="7124700" cy="4008438"/>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69" name="Google Shape;1669;g205a291b035_1_16:notes"/>
          <p:cNvSpPr txBox="1">
            <a:spLocks noGrp="1"/>
          </p:cNvSpPr>
          <p:nvPr>
            <p:ph type="body" idx="1"/>
          </p:nvPr>
        </p:nvSpPr>
        <p:spPr>
          <a:xfrm>
            <a:off x="756000" y="5078520"/>
            <a:ext cx="6047700" cy="4811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70" name="Google Shape;1670;g205a291b035_1_16:notes"/>
          <p:cNvSpPr txBox="1">
            <a:spLocks noGrp="1"/>
          </p:cNvSpPr>
          <p:nvPr>
            <p:ph type="sldNum" idx="12"/>
          </p:nvPr>
        </p:nvSpPr>
        <p:spPr>
          <a:xfrm>
            <a:off x="4278960" y="10157400"/>
            <a:ext cx="3280800" cy="5343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fld id="{00000000-1234-1234-1234-123412341234}" type="slidenum">
              <a:rPr lang="en"/>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77"/>
        <p:cNvGrpSpPr/>
        <p:nvPr/>
      </p:nvGrpSpPr>
      <p:grpSpPr>
        <a:xfrm>
          <a:off x="0" y="0"/>
          <a:ext cx="0" cy="0"/>
          <a:chOff x="0" y="0"/>
          <a:chExt cx="0" cy="0"/>
        </a:xfrm>
      </p:grpSpPr>
      <p:sp>
        <p:nvSpPr>
          <p:cNvPr id="1678" name="Google Shape;1678;g205a291b035_1_25:notes"/>
          <p:cNvSpPr>
            <a:spLocks noGrp="1" noRot="1" noChangeAspect="1"/>
          </p:cNvSpPr>
          <p:nvPr>
            <p:ph type="sldImg" idx="2"/>
          </p:nvPr>
        </p:nvSpPr>
        <p:spPr>
          <a:xfrm>
            <a:off x="217488" y="812800"/>
            <a:ext cx="7124700" cy="4008438"/>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79" name="Google Shape;1679;g205a291b035_1_25:notes"/>
          <p:cNvSpPr txBox="1">
            <a:spLocks noGrp="1"/>
          </p:cNvSpPr>
          <p:nvPr>
            <p:ph type="body" idx="1"/>
          </p:nvPr>
        </p:nvSpPr>
        <p:spPr>
          <a:xfrm>
            <a:off x="756000" y="5078520"/>
            <a:ext cx="6047700" cy="4811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80" name="Google Shape;1680;g205a291b035_1_25:notes"/>
          <p:cNvSpPr txBox="1">
            <a:spLocks noGrp="1"/>
          </p:cNvSpPr>
          <p:nvPr>
            <p:ph type="sldNum" idx="12"/>
          </p:nvPr>
        </p:nvSpPr>
        <p:spPr>
          <a:xfrm>
            <a:off x="4278960" y="10157400"/>
            <a:ext cx="3280800" cy="5343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fld id="{00000000-1234-1234-1234-123412341234}" type="slidenum">
              <a:rPr lang="en"/>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85"/>
        <p:cNvGrpSpPr/>
        <p:nvPr/>
      </p:nvGrpSpPr>
      <p:grpSpPr>
        <a:xfrm>
          <a:off x="0" y="0"/>
          <a:ext cx="0" cy="0"/>
          <a:chOff x="0" y="0"/>
          <a:chExt cx="0" cy="0"/>
        </a:xfrm>
      </p:grpSpPr>
      <p:sp>
        <p:nvSpPr>
          <p:cNvPr id="1686" name="Google Shape;1686;g205a291b035_1_32:notes"/>
          <p:cNvSpPr>
            <a:spLocks noGrp="1" noRot="1" noChangeAspect="1"/>
          </p:cNvSpPr>
          <p:nvPr>
            <p:ph type="sldImg" idx="2"/>
          </p:nvPr>
        </p:nvSpPr>
        <p:spPr>
          <a:xfrm>
            <a:off x="217488" y="812800"/>
            <a:ext cx="7124700" cy="4008438"/>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87" name="Google Shape;1687;g205a291b035_1_32:notes"/>
          <p:cNvSpPr txBox="1">
            <a:spLocks noGrp="1"/>
          </p:cNvSpPr>
          <p:nvPr>
            <p:ph type="body" idx="1"/>
          </p:nvPr>
        </p:nvSpPr>
        <p:spPr>
          <a:xfrm>
            <a:off x="756000" y="5078520"/>
            <a:ext cx="6047700" cy="4811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88" name="Google Shape;1688;g205a291b035_1_32:notes"/>
          <p:cNvSpPr txBox="1">
            <a:spLocks noGrp="1"/>
          </p:cNvSpPr>
          <p:nvPr>
            <p:ph type="sldNum" idx="12"/>
          </p:nvPr>
        </p:nvSpPr>
        <p:spPr>
          <a:xfrm>
            <a:off x="4278960" y="10157400"/>
            <a:ext cx="3280800" cy="5343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fld id="{00000000-1234-1234-1234-123412341234}" type="slidenum">
              <a:rPr lang="en"/>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93"/>
        <p:cNvGrpSpPr/>
        <p:nvPr/>
      </p:nvGrpSpPr>
      <p:grpSpPr>
        <a:xfrm>
          <a:off x="0" y="0"/>
          <a:ext cx="0" cy="0"/>
          <a:chOff x="0" y="0"/>
          <a:chExt cx="0" cy="0"/>
        </a:xfrm>
      </p:grpSpPr>
      <p:sp>
        <p:nvSpPr>
          <p:cNvPr id="1694" name="Google Shape;1694;g205a291b035_1_39:notes"/>
          <p:cNvSpPr>
            <a:spLocks noGrp="1" noRot="1" noChangeAspect="1"/>
          </p:cNvSpPr>
          <p:nvPr>
            <p:ph type="sldImg" idx="2"/>
          </p:nvPr>
        </p:nvSpPr>
        <p:spPr>
          <a:xfrm>
            <a:off x="217488" y="812800"/>
            <a:ext cx="7124700" cy="4008438"/>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95" name="Google Shape;1695;g205a291b035_1_39:notes"/>
          <p:cNvSpPr txBox="1">
            <a:spLocks noGrp="1"/>
          </p:cNvSpPr>
          <p:nvPr>
            <p:ph type="body" idx="1"/>
          </p:nvPr>
        </p:nvSpPr>
        <p:spPr>
          <a:xfrm>
            <a:off x="756000" y="5078520"/>
            <a:ext cx="6047700" cy="4811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96" name="Google Shape;1696;g205a291b035_1_39:notes"/>
          <p:cNvSpPr txBox="1">
            <a:spLocks noGrp="1"/>
          </p:cNvSpPr>
          <p:nvPr>
            <p:ph type="sldNum" idx="12"/>
          </p:nvPr>
        </p:nvSpPr>
        <p:spPr>
          <a:xfrm>
            <a:off x="4278960" y="10157400"/>
            <a:ext cx="3280800" cy="5343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fld id="{00000000-1234-1234-1234-123412341234}" type="slidenum">
              <a:rPr lang="en"/>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5"/>
        <p:cNvGrpSpPr/>
        <p:nvPr/>
      </p:nvGrpSpPr>
      <p:grpSpPr>
        <a:xfrm>
          <a:off x="0" y="0"/>
          <a:ext cx="0" cy="0"/>
          <a:chOff x="0" y="0"/>
          <a:chExt cx="0" cy="0"/>
        </a:xfrm>
      </p:grpSpPr>
      <p:sp>
        <p:nvSpPr>
          <p:cNvPr id="1726" name="Google Shape;1726;g209053b34a0_0_266:notes"/>
          <p:cNvSpPr>
            <a:spLocks noGrp="1" noRot="1" noChangeAspect="1"/>
          </p:cNvSpPr>
          <p:nvPr>
            <p:ph type="sldImg" idx="2"/>
          </p:nvPr>
        </p:nvSpPr>
        <p:spPr>
          <a:xfrm>
            <a:off x="217488" y="812800"/>
            <a:ext cx="7124700" cy="4008438"/>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27" name="Google Shape;1727;g209053b34a0_0_266:notes"/>
          <p:cNvSpPr txBox="1">
            <a:spLocks noGrp="1"/>
          </p:cNvSpPr>
          <p:nvPr>
            <p:ph type="body" idx="1"/>
          </p:nvPr>
        </p:nvSpPr>
        <p:spPr>
          <a:xfrm>
            <a:off x="756000" y="5078520"/>
            <a:ext cx="6047700" cy="4811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8" name="Google Shape;1728;g209053b34a0_0_266:notes"/>
          <p:cNvSpPr txBox="1">
            <a:spLocks noGrp="1"/>
          </p:cNvSpPr>
          <p:nvPr>
            <p:ph type="sldNum" idx="12"/>
          </p:nvPr>
        </p:nvSpPr>
        <p:spPr>
          <a:xfrm>
            <a:off x="4278960" y="10157400"/>
            <a:ext cx="3280800" cy="5343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fld id="{00000000-1234-1234-1234-123412341234}" type="slidenum">
              <a:rPr lang="en"/>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2"/>
        <p:cNvGrpSpPr/>
        <p:nvPr/>
      </p:nvGrpSpPr>
      <p:grpSpPr>
        <a:xfrm>
          <a:off x="0" y="0"/>
          <a:ext cx="0" cy="0"/>
          <a:chOff x="0" y="0"/>
          <a:chExt cx="0" cy="0"/>
        </a:xfrm>
      </p:grpSpPr>
      <p:sp>
        <p:nvSpPr>
          <p:cNvPr id="1703" name="Google Shape;1703;g209053b34a0_0_195:notes"/>
          <p:cNvSpPr>
            <a:spLocks noGrp="1" noRot="1" noChangeAspect="1"/>
          </p:cNvSpPr>
          <p:nvPr>
            <p:ph type="sldImg" idx="2"/>
          </p:nvPr>
        </p:nvSpPr>
        <p:spPr>
          <a:xfrm>
            <a:off x="217488" y="812800"/>
            <a:ext cx="7124700" cy="4008438"/>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04" name="Google Shape;1704;g209053b34a0_0_195:notes"/>
          <p:cNvSpPr txBox="1">
            <a:spLocks noGrp="1"/>
          </p:cNvSpPr>
          <p:nvPr>
            <p:ph type="body" idx="1"/>
          </p:nvPr>
        </p:nvSpPr>
        <p:spPr>
          <a:xfrm>
            <a:off x="756000" y="5078520"/>
            <a:ext cx="6047700" cy="4811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i="1"/>
          </a:p>
          <a:p>
            <a:pPr marL="0" lvl="0" indent="0" algn="l" rtl="0">
              <a:spcBef>
                <a:spcPts val="0"/>
              </a:spcBef>
              <a:spcAft>
                <a:spcPts val="0"/>
              </a:spcAft>
              <a:buNone/>
            </a:pPr>
            <a:r>
              <a:rPr lang="en"/>
              <a:t>Though there isn’t much direct competition for Camunda, we often do replace more heavy-weight BPM Systems. </a:t>
            </a:r>
            <a:endParaRPr/>
          </a:p>
          <a:p>
            <a:pPr marL="0" lvl="0" indent="0" algn="l" rtl="0">
              <a:spcBef>
                <a:spcPts val="0"/>
              </a:spcBef>
              <a:spcAft>
                <a:spcPts val="0"/>
              </a:spcAft>
              <a:buNone/>
            </a:pPr>
            <a:endParaRPr/>
          </a:p>
          <a:p>
            <a:pPr marL="0" lvl="0" indent="0" algn="l" rtl="0">
              <a:spcBef>
                <a:spcPts val="0"/>
              </a:spcBef>
              <a:spcAft>
                <a:spcPts val="0"/>
              </a:spcAft>
              <a:buNone/>
            </a:pPr>
            <a:r>
              <a:rPr lang="en"/>
              <a:t>RPA, Process Mining and Enterprise Integration products are actually not competitive, but complementary. That means you can combine them with Camunda to complete your automation technology stack. </a:t>
            </a:r>
            <a:endParaRPr i="1"/>
          </a:p>
        </p:txBody>
      </p:sp>
      <p:sp>
        <p:nvSpPr>
          <p:cNvPr id="1705" name="Google Shape;1705;g209053b34a0_0_195:notes"/>
          <p:cNvSpPr txBox="1">
            <a:spLocks noGrp="1"/>
          </p:cNvSpPr>
          <p:nvPr>
            <p:ph type="sldNum" idx="12"/>
          </p:nvPr>
        </p:nvSpPr>
        <p:spPr>
          <a:xfrm>
            <a:off x="4278960" y="10157400"/>
            <a:ext cx="3280800" cy="5343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Clr>
                <a:srgbClr val="000000"/>
              </a:buClr>
              <a:buFont typeface="Arial"/>
              <a:buNone/>
            </a:pPr>
            <a:fld id="{00000000-1234-1234-1234-123412341234}" type="slidenum">
              <a:rPr lang="en"/>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8"/>
        <p:cNvGrpSpPr/>
        <p:nvPr/>
      </p:nvGrpSpPr>
      <p:grpSpPr>
        <a:xfrm>
          <a:off x="0" y="0"/>
          <a:ext cx="0" cy="0"/>
          <a:chOff x="0" y="0"/>
          <a:chExt cx="0" cy="0"/>
        </a:xfrm>
      </p:grpSpPr>
      <p:sp>
        <p:nvSpPr>
          <p:cNvPr id="1719" name="Google Shape;1719;g209053b34a0_0_260:notes"/>
          <p:cNvSpPr>
            <a:spLocks noGrp="1" noRot="1" noChangeAspect="1"/>
          </p:cNvSpPr>
          <p:nvPr>
            <p:ph type="sldImg" idx="2"/>
          </p:nvPr>
        </p:nvSpPr>
        <p:spPr>
          <a:xfrm>
            <a:off x="217488" y="812800"/>
            <a:ext cx="7124700" cy="4008438"/>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20" name="Google Shape;1720;g209053b34a0_0_260:notes"/>
          <p:cNvSpPr txBox="1">
            <a:spLocks noGrp="1"/>
          </p:cNvSpPr>
          <p:nvPr>
            <p:ph type="body" idx="1"/>
          </p:nvPr>
        </p:nvSpPr>
        <p:spPr>
          <a:xfrm>
            <a:off x="756000" y="5078520"/>
            <a:ext cx="6047700" cy="4811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1" name="Google Shape;1721;g209053b34a0_0_260:notes"/>
          <p:cNvSpPr txBox="1">
            <a:spLocks noGrp="1"/>
          </p:cNvSpPr>
          <p:nvPr>
            <p:ph type="sldNum" idx="12"/>
          </p:nvPr>
        </p:nvSpPr>
        <p:spPr>
          <a:xfrm>
            <a:off x="4278960" y="10157400"/>
            <a:ext cx="3280800" cy="5343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fld id="{00000000-1234-1234-1234-123412341234}" type="slidenum">
              <a:rPr lang="en"/>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32"/>
        <p:cNvGrpSpPr/>
        <p:nvPr/>
      </p:nvGrpSpPr>
      <p:grpSpPr>
        <a:xfrm>
          <a:off x="0" y="0"/>
          <a:ext cx="0" cy="0"/>
          <a:chOff x="0" y="0"/>
          <a:chExt cx="0" cy="0"/>
        </a:xfrm>
      </p:grpSpPr>
      <p:sp>
        <p:nvSpPr>
          <p:cNvPr id="1733" name="Google Shape;1733;g209053b34a0_0_2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34" name="Google Shape;1734;g209053b34a0_0_2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44"/>
        <p:cNvGrpSpPr/>
        <p:nvPr/>
      </p:nvGrpSpPr>
      <p:grpSpPr>
        <a:xfrm>
          <a:off x="0" y="0"/>
          <a:ext cx="0" cy="0"/>
          <a:chOff x="0" y="0"/>
          <a:chExt cx="0" cy="0"/>
        </a:xfrm>
      </p:grpSpPr>
      <p:sp>
        <p:nvSpPr>
          <p:cNvPr id="2145" name="Google Shape;2145;g20595c043e6_0_657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46" name="Google Shape;2146;g20595c043e6_0_657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298450" algn="l" rtl="0">
              <a:spcBef>
                <a:spcPts val="0"/>
              </a:spcBef>
              <a:spcAft>
                <a:spcPts val="0"/>
              </a:spcAft>
              <a:buClr>
                <a:schemeClr val="dk1"/>
              </a:buClr>
              <a:buSzPts val="1100"/>
              <a:buChar char="●"/>
            </a:pPr>
            <a:r>
              <a:rPr lang="en">
                <a:solidFill>
                  <a:schemeClr val="dk1"/>
                </a:solidFill>
              </a:rPr>
              <a:t>An end-to-end, automated business process typically stretches across multiple individual microservices that must communicate and collaborate to achieve a business outcome, which is where a workflow engine like Zeebe comes in</a:t>
            </a:r>
            <a:endParaRPr>
              <a:solidFill>
                <a:schemeClr val="dk1"/>
              </a:solidFill>
            </a:endParaRPr>
          </a:p>
          <a:p>
            <a:pPr marL="457200" lvl="0" indent="-298450" algn="l" rtl="0">
              <a:spcBef>
                <a:spcPts val="0"/>
              </a:spcBef>
              <a:spcAft>
                <a:spcPts val="0"/>
              </a:spcAft>
              <a:buClr>
                <a:schemeClr val="dk1"/>
              </a:buClr>
              <a:buSzPts val="1100"/>
              <a:buChar char="●"/>
            </a:pPr>
            <a:r>
              <a:rPr lang="en">
                <a:solidFill>
                  <a:schemeClr val="dk1"/>
                </a:solidFill>
              </a:rPr>
              <a:t>A workflow engine manages the flow of a business process across microservices by visualizing, operating, and reporting on the process</a:t>
            </a:r>
            <a:endParaRPr>
              <a:solidFill>
                <a:schemeClr val="dk1"/>
              </a:solidFill>
            </a:endParaRPr>
          </a:p>
          <a:p>
            <a:pPr marL="457200" lvl="0" indent="-298450" algn="l" rtl="0">
              <a:spcBef>
                <a:spcPts val="0"/>
              </a:spcBef>
              <a:spcAft>
                <a:spcPts val="0"/>
              </a:spcAft>
              <a:buClr>
                <a:schemeClr val="dk1"/>
              </a:buClr>
              <a:buSzPts val="1100"/>
              <a:buChar char="●"/>
            </a:pPr>
            <a:r>
              <a:rPr lang="en">
                <a:solidFill>
                  <a:schemeClr val="dk1"/>
                </a:solidFill>
              </a:rPr>
              <a:t>These are some specific advantages of using a workflow engine to orchestrate microservices</a:t>
            </a:r>
            <a:endParaRPr/>
          </a:p>
          <a:p>
            <a:pPr marL="914400" lvl="0" indent="-298450" algn="l" rtl="0">
              <a:spcBef>
                <a:spcPts val="0"/>
              </a:spcBef>
              <a:spcAft>
                <a:spcPts val="0"/>
              </a:spcAft>
              <a:buSzPts val="1100"/>
              <a:buChar char="●"/>
            </a:pPr>
            <a:r>
              <a:rPr lang="en"/>
              <a:t>State handling: A workflow engine can persist the state of each instance of a business process; for example, each order placed on an ecommerce website</a:t>
            </a:r>
            <a:endParaRPr/>
          </a:p>
          <a:p>
            <a:pPr marL="914400" lvl="0" indent="-298450" algn="l" rtl="0">
              <a:spcBef>
                <a:spcPts val="0"/>
              </a:spcBef>
              <a:spcAft>
                <a:spcPts val="0"/>
              </a:spcAft>
              <a:buSzPts val="1100"/>
              <a:buChar char="●"/>
            </a:pPr>
            <a:r>
              <a:rPr lang="en"/>
              <a:t>Explicit processes: A workflow engine makes business processes explicit instead of burying them in code, which means processes are easier for teams to understand and modify</a:t>
            </a:r>
            <a:endParaRPr/>
          </a:p>
          <a:p>
            <a:pPr marL="914400" lvl="0" indent="-298450" algn="l" rtl="0">
              <a:spcBef>
                <a:spcPts val="0"/>
              </a:spcBef>
              <a:spcAft>
                <a:spcPts val="0"/>
              </a:spcAft>
              <a:buSzPts val="1100"/>
              <a:buChar char="●"/>
            </a:pPr>
            <a:r>
              <a:rPr lang="en"/>
              <a:t>Message correlation and coordination: A workflow engine can merge messages that belong to a single process instance and decide on next steps</a:t>
            </a:r>
            <a:endParaRPr/>
          </a:p>
          <a:p>
            <a:pPr marL="914400" lvl="0" indent="-298450" algn="l" rtl="0">
              <a:spcBef>
                <a:spcPts val="0"/>
              </a:spcBef>
              <a:spcAft>
                <a:spcPts val="0"/>
              </a:spcAft>
              <a:buSzPts val="1100"/>
              <a:buChar char="●"/>
            </a:pPr>
            <a:r>
              <a:rPr lang="en"/>
              <a:t>Compensation for problems: A workflow engine compensates if a business process encounters a problem that requires previously completed steps in the process to be undone</a:t>
            </a:r>
            <a:endParaRPr/>
          </a:p>
          <a:p>
            <a:pPr marL="914400" lvl="0" indent="-298450" algn="l" rtl="0">
              <a:spcBef>
                <a:spcPts val="0"/>
              </a:spcBef>
              <a:spcAft>
                <a:spcPts val="0"/>
              </a:spcAft>
              <a:buSzPts val="1100"/>
              <a:buChar char="●"/>
            </a:pPr>
            <a:r>
              <a:rPr lang="en"/>
              <a:t>Timeout handling: A workflow engine tracks the passage of time and, if a message does not arrive on time, automatically takes action or switches to another path in the process flow</a:t>
            </a:r>
            <a:endParaRPr/>
          </a:p>
          <a:p>
            <a:pPr marL="914400" lvl="0" indent="-298450" algn="l" rtl="0">
              <a:spcBef>
                <a:spcPts val="0"/>
              </a:spcBef>
              <a:spcAft>
                <a:spcPts val="0"/>
              </a:spcAft>
              <a:buSzPts val="1100"/>
              <a:buChar char="●"/>
            </a:pPr>
            <a:r>
              <a:rPr lang="en"/>
              <a:t>Error handling: A workflow engine allows you to specify the behavior that should happen when an error occurs; for example, retrying an action or taking another path in the process flow</a:t>
            </a:r>
            <a:endParaRPr/>
          </a:p>
          <a:p>
            <a:pPr marL="914400" lvl="0" indent="-298450" algn="l" rtl="0">
              <a:spcBef>
                <a:spcPts val="0"/>
              </a:spcBef>
              <a:spcAft>
                <a:spcPts val="0"/>
              </a:spcAft>
              <a:buSzPts val="1100"/>
              <a:buChar char="●"/>
            </a:pPr>
            <a:r>
              <a:rPr lang="en"/>
              <a:t>Transparency of status: A workflow engine enables operations teams to monitor the status of process instances in real time</a:t>
            </a:r>
            <a:endParaRPr/>
          </a:p>
          <a:p>
            <a:pPr marL="914400" lvl="0" indent="-298450" algn="l" rtl="0">
              <a:spcBef>
                <a:spcPts val="0"/>
              </a:spcBef>
              <a:spcAft>
                <a:spcPts val="0"/>
              </a:spcAft>
              <a:buSzPts val="1100"/>
              <a:buChar char="●"/>
            </a:pPr>
            <a:r>
              <a:rPr lang="en"/>
              <a:t>Team collaboration: A workflow engine that supports BPMN can provide graphical models of business processes that facilitate discussion between business stakeholders, developers, and operations teams</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37"/>
        <p:cNvGrpSpPr/>
        <p:nvPr/>
      </p:nvGrpSpPr>
      <p:grpSpPr>
        <a:xfrm>
          <a:off x="0" y="0"/>
          <a:ext cx="0" cy="0"/>
          <a:chOff x="0" y="0"/>
          <a:chExt cx="0" cy="0"/>
        </a:xfrm>
      </p:grpSpPr>
      <p:sp>
        <p:nvSpPr>
          <p:cNvPr id="1738" name="Google Shape;1738;g135f8e55411_0_15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39" name="Google Shape;1739;g135f8e55411_0_15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298450" algn="l" rtl="0">
              <a:spcBef>
                <a:spcPts val="0"/>
              </a:spcBef>
              <a:spcAft>
                <a:spcPts val="0"/>
              </a:spcAft>
              <a:buClr>
                <a:schemeClr val="dk1"/>
              </a:buClr>
              <a:buSzPts val="1100"/>
              <a:buChar char="●"/>
            </a:pPr>
            <a:r>
              <a:rPr lang="en">
                <a:solidFill>
                  <a:schemeClr val="dk1"/>
                </a:solidFill>
              </a:rPr>
              <a:t>We call our approach to process orchestration “universal” because we can orchestrate business processes, from start to finish, across a wide variety of endpoints</a:t>
            </a:r>
            <a:endParaRPr>
              <a:solidFill>
                <a:schemeClr val="dk1"/>
              </a:solidFill>
            </a:endParaRPr>
          </a:p>
          <a:p>
            <a:pPr marL="457200" lvl="0" indent="-298450" algn="l" rtl="0">
              <a:spcBef>
                <a:spcPts val="0"/>
              </a:spcBef>
              <a:spcAft>
                <a:spcPts val="0"/>
              </a:spcAft>
              <a:buClr>
                <a:schemeClr val="dk1"/>
              </a:buClr>
              <a:buSzPts val="1100"/>
              <a:buChar char="●"/>
            </a:pPr>
            <a:r>
              <a:rPr lang="en">
                <a:solidFill>
                  <a:schemeClr val="dk1"/>
                </a:solidFill>
              </a:rPr>
              <a:t>That includes everything from your legacy systems, to your next-generation microservices, plus your RPA bots, Internet of Things devices, and manual tasks</a:t>
            </a:r>
            <a:endParaRPr>
              <a:solidFill>
                <a:schemeClr val="dk1"/>
              </a:solidFill>
            </a:endParaRPr>
          </a:p>
          <a:p>
            <a:pPr marL="457200" lvl="0" indent="-298450" algn="l" rtl="0">
              <a:spcBef>
                <a:spcPts val="0"/>
              </a:spcBef>
              <a:spcAft>
                <a:spcPts val="0"/>
              </a:spcAft>
              <a:buClr>
                <a:schemeClr val="dk1"/>
              </a:buClr>
              <a:buSzPts val="1100"/>
              <a:buChar char="●"/>
            </a:pPr>
            <a:r>
              <a:rPr lang="en">
                <a:solidFill>
                  <a:schemeClr val="dk1"/>
                </a:solidFill>
              </a:rPr>
              <a:t>Because business processes are complex, we believe it’s critical to enable software developers and other IT users to deliver process automation projects by writing code in any programming language, working in their preferred IDE, using their existing CI/CD pipelines, and deploying to a variety of platforms – whether on premises or in the public, private, or hybrid cloud</a:t>
            </a:r>
            <a:endParaRPr>
              <a:solidFill>
                <a:schemeClr val="dk1"/>
              </a:solidFill>
            </a:endParaRPr>
          </a:p>
          <a:p>
            <a:pPr marL="0" lvl="0" indent="0" algn="l" rtl="0">
              <a:spcBef>
                <a:spcPts val="0"/>
              </a:spcBef>
              <a:spcAft>
                <a:spcPts val="0"/>
              </a:spcAft>
              <a:buClr>
                <a:schemeClr val="dk1"/>
              </a:buClr>
              <a:buSzPts val="1100"/>
              <a:buFont typeface="Arial"/>
              <a:buNone/>
            </a:pPr>
            <a:endParaRPr>
              <a:solidFill>
                <a:schemeClr val="dk1"/>
              </a:solidFill>
            </a:endParaRPr>
          </a:p>
          <a:p>
            <a:pPr marL="0" lvl="0" indent="0" algn="l" rtl="0">
              <a:spcBef>
                <a:spcPts val="0"/>
              </a:spcBef>
              <a:spcAft>
                <a:spcPts val="0"/>
              </a:spcAft>
              <a:buClr>
                <a:schemeClr val="dk1"/>
              </a:buClr>
              <a:buSzPts val="1100"/>
              <a:buFont typeface="Arial"/>
              <a:buNone/>
            </a:pPr>
            <a:endParaRPr>
              <a:solidFill>
                <a:schemeClr val="dk1"/>
              </a:solidFill>
            </a:endParaRPr>
          </a:p>
          <a:p>
            <a:pPr marL="0" lvl="0" indent="0" algn="l" rtl="0">
              <a:spcBef>
                <a:spcPts val="0"/>
              </a:spcBef>
              <a:spcAft>
                <a:spcPts val="0"/>
              </a:spcAft>
              <a:buClr>
                <a:schemeClr val="dk1"/>
              </a:buClr>
              <a:buSzPts val="1100"/>
              <a:buFont typeface="Arial"/>
              <a:buNone/>
            </a:pPr>
            <a:endParaRPr>
              <a:solidFill>
                <a:schemeClr val="dk1"/>
              </a:solidFill>
            </a:endParaRPr>
          </a:p>
          <a:p>
            <a:pPr marL="0" lvl="0" indent="0" algn="l" rtl="0">
              <a:spcBef>
                <a:spcPts val="0"/>
              </a:spcBef>
              <a:spcAft>
                <a:spcPts val="0"/>
              </a:spcAft>
              <a:buClr>
                <a:schemeClr val="dk1"/>
              </a:buClr>
              <a:buSzPts val="1100"/>
              <a:buFont typeface="Arial"/>
              <a:buNone/>
            </a:pPr>
            <a:r>
              <a:rPr lang="en" i="1">
                <a:solidFill>
                  <a:schemeClr val="dk1"/>
                </a:solidFill>
              </a:rPr>
              <a:t>Note: The icons on this slide represent the following technologies:</a:t>
            </a:r>
            <a:endParaRPr i="1">
              <a:solidFill>
                <a:schemeClr val="dk1"/>
              </a:solidFill>
            </a:endParaRPr>
          </a:p>
          <a:p>
            <a:pPr marL="0" lvl="0" indent="0" algn="l" rtl="0">
              <a:spcBef>
                <a:spcPts val="0"/>
              </a:spcBef>
              <a:spcAft>
                <a:spcPts val="0"/>
              </a:spcAft>
              <a:buClr>
                <a:schemeClr val="dk1"/>
              </a:buClr>
              <a:buSzPts val="1100"/>
              <a:buFont typeface="Arial"/>
              <a:buNone/>
            </a:pPr>
            <a:r>
              <a:rPr lang="en" i="1">
                <a:solidFill>
                  <a:schemeClr val="dk1"/>
                </a:solidFill>
              </a:rPr>
              <a:t>Java, Ruby, VSCode, IntelliJ, Azure DevOps, C#, Python, Eclipse, JUnit, Jenkins</a:t>
            </a:r>
            <a:endParaRPr i="1">
              <a:solidFill>
                <a:schemeClr val="dk1"/>
              </a:solidFill>
            </a:endParaRPr>
          </a:p>
          <a:p>
            <a:pPr marL="0" lvl="0" indent="0" algn="l" rtl="0">
              <a:spcBef>
                <a:spcPts val="0"/>
              </a:spcBef>
              <a:spcAft>
                <a:spcPts val="0"/>
              </a:spcAft>
              <a:buClr>
                <a:schemeClr val="dk1"/>
              </a:buClr>
              <a:buSzPts val="1100"/>
              <a:buFont typeface="Arial"/>
              <a:buNone/>
            </a:pPr>
            <a:r>
              <a:rPr lang="en" i="1">
                <a:solidFill>
                  <a:schemeClr val="dk1"/>
                </a:solidFill>
              </a:rPr>
              <a:t>Kubernetes, On Prem / Self-Managed, Cloud, Docker </a:t>
            </a:r>
            <a:endParaRPr i="1">
              <a:solidFill>
                <a:schemeClr val="dk1"/>
              </a:solidFill>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18"/>
        <p:cNvGrpSpPr/>
        <p:nvPr/>
      </p:nvGrpSpPr>
      <p:grpSpPr>
        <a:xfrm>
          <a:off x="0" y="0"/>
          <a:ext cx="0" cy="0"/>
          <a:chOff x="0" y="0"/>
          <a:chExt cx="0" cy="0"/>
        </a:xfrm>
      </p:grpSpPr>
      <p:sp>
        <p:nvSpPr>
          <p:cNvPr id="1819" name="Google Shape;1819;g208d680a0a3_0_8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820" name="Google Shape;1820;g208d680a0a3_0_8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158750" lvl="0" indent="0" algn="l" rtl="0">
              <a:lnSpc>
                <a:spcPct val="100000"/>
              </a:lnSpc>
              <a:spcBef>
                <a:spcPts val="0"/>
              </a:spcBef>
              <a:spcAft>
                <a:spcPts val="0"/>
              </a:spcAft>
              <a:buSzPts val="1100"/>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08"/>
        <p:cNvGrpSpPr/>
        <p:nvPr/>
      </p:nvGrpSpPr>
      <p:grpSpPr>
        <a:xfrm>
          <a:off x="0" y="0"/>
          <a:ext cx="0" cy="0"/>
          <a:chOff x="0" y="0"/>
          <a:chExt cx="0" cy="0"/>
        </a:xfrm>
      </p:grpSpPr>
      <p:sp>
        <p:nvSpPr>
          <p:cNvPr id="1909" name="Google Shape;1909;g208d680a0a3_0_24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10" name="Google Shape;1910;g208d680a0a3_0_2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solidFill>
                  <a:schemeClr val="dk1"/>
                </a:solidFill>
              </a:rPr>
              <a:t>[Jakob’s notes - please don’t change]</a:t>
            </a:r>
            <a:endParaRPr>
              <a:solidFill>
                <a:schemeClr val="dk1"/>
              </a:solidFill>
            </a:endParaRPr>
          </a:p>
          <a:p>
            <a:pPr marL="0" lvl="0" indent="0" algn="l" rtl="0">
              <a:spcBef>
                <a:spcPts val="0"/>
              </a:spcBef>
              <a:spcAft>
                <a:spcPts val="0"/>
              </a:spcAft>
              <a:buNone/>
            </a:pPr>
            <a:endParaRPr/>
          </a:p>
          <a:p>
            <a:pPr marL="457200" lvl="0" indent="-298450" algn="l" rtl="0">
              <a:spcBef>
                <a:spcPts val="0"/>
              </a:spcBef>
              <a:spcAft>
                <a:spcPts val="0"/>
              </a:spcAft>
              <a:buSzPts val="1100"/>
              <a:buChar char="●"/>
            </a:pPr>
            <a:r>
              <a:rPr lang="en"/>
              <a:t>Different ways to look at this.</a:t>
            </a:r>
            <a:endParaRPr/>
          </a:p>
          <a:p>
            <a:pPr marL="457200" lvl="0" indent="-298450" algn="l" rtl="0">
              <a:spcBef>
                <a:spcPts val="0"/>
              </a:spcBef>
              <a:spcAft>
                <a:spcPts val="0"/>
              </a:spcAft>
              <a:buSzPts val="1100"/>
              <a:buChar char="●"/>
            </a:pPr>
            <a:r>
              <a:rPr lang="en"/>
              <a:t>One way: hyperautomation tech stack we just discussed. </a:t>
            </a:r>
            <a:endParaRPr/>
          </a:p>
          <a:p>
            <a:pPr marL="457200" lvl="0" indent="-298450" algn="l" rtl="0">
              <a:spcBef>
                <a:spcPts val="0"/>
              </a:spcBef>
              <a:spcAft>
                <a:spcPts val="0"/>
              </a:spcAft>
              <a:buSzPts val="1100"/>
              <a:buChar char="●"/>
            </a:pPr>
            <a:r>
              <a:rPr lang="en"/>
              <a:t>Focus our invest: Collaborative modeling (incl. Design for execution), Frontend tech to better support human task orchestration, and integration of different process endpoints in a low-code fashion. Will share more in a couple of minutes. </a:t>
            </a:r>
            <a:endParaRPr/>
          </a:p>
          <a:p>
            <a:pPr marL="457200" lvl="0" indent="-298450" algn="l" rtl="0">
              <a:spcBef>
                <a:spcPts val="0"/>
              </a:spcBef>
              <a:spcAft>
                <a:spcPts val="0"/>
              </a:spcAft>
              <a:buSzPts val="1100"/>
              <a:buChar char="●"/>
            </a:pPr>
            <a:r>
              <a:rPr lang="en"/>
              <a:t>Continue to invest: Zeebe as orchestration engine and the operate toolset, DMN based decision automation, Optimize for real-time insights into process data</a:t>
            </a:r>
            <a:endParaRPr/>
          </a:p>
          <a:p>
            <a:pPr marL="457200" lvl="0" indent="-298450" algn="l" rtl="0">
              <a:spcBef>
                <a:spcPts val="0"/>
              </a:spcBef>
              <a:spcAft>
                <a:spcPts val="0"/>
              </a:spcAft>
              <a:buSzPts val="1100"/>
              <a:buChar char="●"/>
            </a:pPr>
            <a:r>
              <a:rPr lang="en"/>
              <a:t>Will invest in technology partnerships for process discovery, microservices orchestration via event bus systems, combining process orchestration with RPA, and making orchestration smarter with AI technology.</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96"/>
        <p:cNvGrpSpPr/>
        <p:nvPr/>
      </p:nvGrpSpPr>
      <p:grpSpPr>
        <a:xfrm>
          <a:off x="0" y="0"/>
          <a:ext cx="0" cy="0"/>
          <a:chOff x="0" y="0"/>
          <a:chExt cx="0" cy="0"/>
        </a:xfrm>
      </p:grpSpPr>
      <p:sp>
        <p:nvSpPr>
          <p:cNvPr id="1997" name="Google Shape;1997;g208d680a0a3_0_36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98" name="Google Shape;1998;g208d680a0a3_0_367: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9" name="Google Shape;1999;g208d680a0a3_0_367:notes"/>
          <p:cNvSpPr txBox="1">
            <a:spLocks noGrp="1"/>
          </p:cNvSpPr>
          <p:nvPr>
            <p:ph type="sldNum" idx="12"/>
          </p:nvPr>
        </p:nvSpPr>
        <p:spPr>
          <a:xfrm>
            <a:off x="3884613" y="8685213"/>
            <a:ext cx="2971800" cy="4587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Clr>
                <a:srgbClr val="000000"/>
              </a:buClr>
              <a:buFont typeface="Arial"/>
              <a:buNone/>
            </a:pPr>
            <a:fld id="{00000000-1234-1234-1234-123412341234}" type="slidenum">
              <a:rPr lang="en"/>
              <a:t>18</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04"/>
        <p:cNvGrpSpPr/>
        <p:nvPr/>
      </p:nvGrpSpPr>
      <p:grpSpPr>
        <a:xfrm>
          <a:off x="0" y="0"/>
          <a:ext cx="0" cy="0"/>
          <a:chOff x="0" y="0"/>
          <a:chExt cx="0" cy="0"/>
        </a:xfrm>
      </p:grpSpPr>
      <p:sp>
        <p:nvSpPr>
          <p:cNvPr id="2005" name="Google Shape;2005;g208d680a0a3_0_37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06" name="Google Shape;2006;g208d680a0a3_0_374: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007" name="Google Shape;2007;g208d680a0a3_0_374:notes"/>
          <p:cNvSpPr txBox="1">
            <a:spLocks noGrp="1"/>
          </p:cNvSpPr>
          <p:nvPr>
            <p:ph type="sldNum" idx="12"/>
          </p:nvPr>
        </p:nvSpPr>
        <p:spPr>
          <a:xfrm>
            <a:off x="3884613" y="8685213"/>
            <a:ext cx="2971800" cy="4587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Clr>
                <a:srgbClr val="000000"/>
              </a:buClr>
              <a:buFont typeface="Arial"/>
              <a:buNone/>
            </a:pPr>
            <a:fld id="{00000000-1234-1234-1234-123412341234}" type="slidenum">
              <a:rPr lang="en"/>
              <a:t>19</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99"/>
        <p:cNvGrpSpPr/>
        <p:nvPr/>
      </p:nvGrpSpPr>
      <p:grpSpPr>
        <a:xfrm>
          <a:off x="0" y="0"/>
          <a:ext cx="0" cy="0"/>
          <a:chOff x="0" y="0"/>
          <a:chExt cx="0" cy="0"/>
        </a:xfrm>
      </p:grpSpPr>
      <p:sp>
        <p:nvSpPr>
          <p:cNvPr id="2300" name="Google Shape;2300;g1f24847ebea_0_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01" name="Google Shape;2301;g1f24847ebea_0_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298450" algn="l" rtl="0">
              <a:spcBef>
                <a:spcPts val="0"/>
              </a:spcBef>
              <a:spcAft>
                <a:spcPts val="0"/>
              </a:spcAft>
              <a:buClr>
                <a:schemeClr val="dk1"/>
              </a:buClr>
              <a:buSzPts val="1100"/>
              <a:buChar char="●"/>
            </a:pPr>
            <a:r>
              <a:rPr lang="en">
                <a:solidFill>
                  <a:schemeClr val="dk1"/>
                </a:solidFill>
              </a:rPr>
              <a:t>We like to look at the usage of our software in three dimensions: </a:t>
            </a:r>
            <a:endParaRPr>
              <a:solidFill>
                <a:schemeClr val="dk1"/>
              </a:solidFill>
            </a:endParaRPr>
          </a:p>
          <a:p>
            <a:pPr marL="914400" lvl="1" indent="-298450" algn="l" rtl="0">
              <a:spcBef>
                <a:spcPts val="0"/>
              </a:spcBef>
              <a:spcAft>
                <a:spcPts val="0"/>
              </a:spcAft>
              <a:buClr>
                <a:schemeClr val="dk1"/>
              </a:buClr>
              <a:buSzPts val="1100"/>
              <a:buChar char="○"/>
            </a:pPr>
            <a:r>
              <a:rPr lang="en">
                <a:solidFill>
                  <a:schemeClr val="dk1"/>
                </a:solidFill>
              </a:rPr>
              <a:t>Cross-department IT initiatives like replacing legacy software or moving applications to the cloud</a:t>
            </a:r>
            <a:endParaRPr>
              <a:solidFill>
                <a:schemeClr val="dk1"/>
              </a:solidFill>
            </a:endParaRPr>
          </a:p>
          <a:p>
            <a:pPr marL="914400" lvl="1" indent="-298450" algn="l" rtl="0">
              <a:spcBef>
                <a:spcPts val="0"/>
              </a:spcBef>
              <a:spcAft>
                <a:spcPts val="0"/>
              </a:spcAft>
              <a:buClr>
                <a:schemeClr val="dk1"/>
              </a:buClr>
              <a:buSzPts val="1100"/>
              <a:buChar char="○"/>
            </a:pPr>
            <a:r>
              <a:rPr lang="en">
                <a:solidFill>
                  <a:schemeClr val="dk1"/>
                </a:solidFill>
              </a:rPr>
              <a:t>Technical problems that need to be solved, like how to orchestrate microservices or how to automate decisions</a:t>
            </a:r>
            <a:endParaRPr>
              <a:solidFill>
                <a:schemeClr val="dk1"/>
              </a:solidFill>
            </a:endParaRPr>
          </a:p>
          <a:p>
            <a:pPr marL="914400" lvl="1" indent="-298450" algn="l" rtl="0">
              <a:spcBef>
                <a:spcPts val="0"/>
              </a:spcBef>
              <a:spcAft>
                <a:spcPts val="0"/>
              </a:spcAft>
              <a:buClr>
                <a:schemeClr val="dk1"/>
              </a:buClr>
              <a:buSzPts val="1100"/>
              <a:buChar char="○"/>
            </a:pPr>
            <a:r>
              <a:rPr lang="en">
                <a:solidFill>
                  <a:schemeClr val="dk1"/>
                </a:solidFill>
              </a:rPr>
              <a:t>And core business processes that are often undergoing digital transformation, like customer on-boarding, insurance claim management, loan origination, etc.</a:t>
            </a:r>
            <a:endParaRPr>
              <a:solidFill>
                <a:schemeClr val="dk1"/>
              </a:solidFill>
            </a:endParaRPr>
          </a:p>
          <a:p>
            <a:pPr marL="457200" lvl="0" indent="-298450" algn="l" rtl="0">
              <a:spcBef>
                <a:spcPts val="0"/>
              </a:spcBef>
              <a:spcAft>
                <a:spcPts val="0"/>
              </a:spcAft>
              <a:buClr>
                <a:schemeClr val="dk1"/>
              </a:buClr>
              <a:buSzPts val="1100"/>
              <a:buChar char="●"/>
            </a:pPr>
            <a:r>
              <a:rPr lang="en">
                <a:solidFill>
                  <a:schemeClr val="dk1"/>
                </a:solidFill>
              </a:rPr>
              <a:t>Here you can see some examples, but we have customers that use Camunda software for many different types of initiatives and use cases</a:t>
            </a:r>
            <a:endParaRPr>
              <a:solidFill>
                <a:schemeClr val="dk1"/>
              </a:solidFill>
            </a:endParaRPr>
          </a:p>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19"/>
        <p:cNvGrpSpPr/>
        <p:nvPr/>
      </p:nvGrpSpPr>
      <p:grpSpPr>
        <a:xfrm>
          <a:off x="0" y="0"/>
          <a:ext cx="0" cy="0"/>
          <a:chOff x="0" y="0"/>
          <a:chExt cx="0" cy="0"/>
        </a:xfrm>
      </p:grpSpPr>
      <p:sp>
        <p:nvSpPr>
          <p:cNvPr id="2320" name="Google Shape;2320;g1f24847ebea_0_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21" name="Google Shape;2321;g1f24847ebea_0_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298450" algn="l" rtl="0">
              <a:spcBef>
                <a:spcPts val="0"/>
              </a:spcBef>
              <a:spcAft>
                <a:spcPts val="0"/>
              </a:spcAft>
              <a:buSzPts val="1100"/>
              <a:buChar char="●"/>
            </a:pPr>
            <a:r>
              <a:rPr lang="en"/>
              <a:t>We have many customers that have used Camunda as the foundation for a centralized process automation platform that different teams throughout the organization can use in their projects</a:t>
            </a:r>
            <a:endParaRPr/>
          </a:p>
          <a:p>
            <a:pPr marL="457200" lvl="0" indent="-298450" algn="l" rtl="0">
              <a:spcBef>
                <a:spcPts val="0"/>
              </a:spcBef>
              <a:spcAft>
                <a:spcPts val="0"/>
              </a:spcAft>
              <a:buSzPts val="1100"/>
              <a:buChar char="●"/>
            </a:pPr>
            <a:r>
              <a:rPr lang="en"/>
              <a:t>We also see that many organizations are focusing on modernizing their applications and moving workloads to the public, private, or hybrid cloud</a:t>
            </a:r>
            <a:endParaRPr/>
          </a:p>
          <a:p>
            <a:pPr marL="457200" lvl="0" indent="-298450" algn="l" rtl="0">
              <a:spcBef>
                <a:spcPts val="0"/>
              </a:spcBef>
              <a:spcAft>
                <a:spcPts val="0"/>
              </a:spcAft>
              <a:buSzPts val="1100"/>
              <a:buChar char="●"/>
            </a:pPr>
            <a:r>
              <a:rPr lang="en"/>
              <a:t>We also have customers that are focused on modernizing their business processes by replacing BPM products or homegrown technology that no longer meets their business needs</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44"/>
        <p:cNvGrpSpPr/>
        <p:nvPr/>
      </p:nvGrpSpPr>
      <p:grpSpPr>
        <a:xfrm>
          <a:off x="0" y="0"/>
          <a:ext cx="0" cy="0"/>
          <a:chOff x="0" y="0"/>
          <a:chExt cx="0" cy="0"/>
        </a:xfrm>
      </p:grpSpPr>
      <p:sp>
        <p:nvSpPr>
          <p:cNvPr id="2345" name="Google Shape;2345;g1f24847ebea_0_5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46" name="Google Shape;2346;g1f24847ebea_0_5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298450" algn="l" rtl="0">
              <a:spcBef>
                <a:spcPts val="0"/>
              </a:spcBef>
              <a:spcAft>
                <a:spcPts val="0"/>
              </a:spcAft>
              <a:buSzPts val="1100"/>
              <a:buChar char="●"/>
            </a:pPr>
            <a:r>
              <a:rPr lang="en"/>
              <a:t>Many of our customers have specific technical use cases that they’re working to achieve</a:t>
            </a:r>
            <a:endParaRPr/>
          </a:p>
          <a:p>
            <a:pPr marL="457200" lvl="0" indent="-298450" algn="l" rtl="0">
              <a:spcBef>
                <a:spcPts val="0"/>
              </a:spcBef>
              <a:spcAft>
                <a:spcPts val="0"/>
              </a:spcAft>
              <a:buSzPts val="1100"/>
              <a:buChar char="●"/>
            </a:pPr>
            <a:r>
              <a:rPr lang="en"/>
              <a:t>Orchestrating human work is very common, and an area where we have a lot of experience helping companies get away from paper-based processes and leveraging automation where it makes sense</a:t>
            </a:r>
            <a:endParaRPr/>
          </a:p>
          <a:p>
            <a:pPr marL="457200" lvl="0" indent="-298450" algn="l" rtl="0">
              <a:spcBef>
                <a:spcPts val="0"/>
              </a:spcBef>
              <a:spcAft>
                <a:spcPts val="0"/>
              </a:spcAft>
              <a:buSzPts val="1100"/>
              <a:buChar char="●"/>
            </a:pPr>
            <a:r>
              <a:rPr lang="en"/>
              <a:t>We also have many customers that are working to orchestrate microservices, RPA bots, and other technical parts of their processes</a:t>
            </a:r>
            <a:endParaRPr/>
          </a:p>
          <a:p>
            <a:pPr marL="457200" lvl="0" indent="-298450" algn="l" rtl="0">
              <a:spcBef>
                <a:spcPts val="0"/>
              </a:spcBef>
              <a:spcAft>
                <a:spcPts val="0"/>
              </a:spcAft>
              <a:buSzPts val="1100"/>
              <a:buChar char="●"/>
            </a:pPr>
            <a:r>
              <a:rPr lang="en"/>
              <a:t>And there are plenty of companies that have projects focused on decision automation and other technical use cases that are specific to their business and their industry</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2"/>
        <p:cNvGrpSpPr/>
        <p:nvPr/>
      </p:nvGrpSpPr>
      <p:grpSpPr>
        <a:xfrm>
          <a:off x="0" y="0"/>
          <a:ext cx="0" cy="0"/>
          <a:chOff x="0" y="0"/>
          <a:chExt cx="0" cy="0"/>
        </a:xfrm>
      </p:grpSpPr>
      <p:sp>
        <p:nvSpPr>
          <p:cNvPr id="2373" name="Google Shape;2373;g1f24847ebea_0_7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74" name="Google Shape;2374;g1f24847ebea_0_7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298450" algn="l" rtl="0">
              <a:spcBef>
                <a:spcPts val="0"/>
              </a:spcBef>
              <a:spcAft>
                <a:spcPts val="0"/>
              </a:spcAft>
              <a:buSzPts val="1100"/>
              <a:buChar char="●"/>
            </a:pPr>
            <a:r>
              <a:rPr lang="en"/>
              <a:t>Looking at our customers’ specific business processes, we see a few common trends around customer onboarding, management of customer data, order management, loan origination, and insurance processes such as claims management</a:t>
            </a:r>
            <a:endParaRPr/>
          </a:p>
          <a:p>
            <a:pPr marL="457200" lvl="0" indent="-298450" algn="l" rtl="0">
              <a:spcBef>
                <a:spcPts val="0"/>
              </a:spcBef>
              <a:spcAft>
                <a:spcPts val="0"/>
              </a:spcAft>
              <a:buSzPts val="1100"/>
              <a:buChar char="●"/>
            </a:pPr>
            <a:r>
              <a:rPr lang="en"/>
              <a:t>We also have many customers that are using Camunda products to collect compliance data, safely handle sensitive data such as medical records, and many other processes, both back-office processes and customer-facing processes</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15"/>
        <p:cNvGrpSpPr/>
        <p:nvPr/>
      </p:nvGrpSpPr>
      <p:grpSpPr>
        <a:xfrm>
          <a:off x="0" y="0"/>
          <a:ext cx="0" cy="0"/>
          <a:chOff x="0" y="0"/>
          <a:chExt cx="0" cy="0"/>
        </a:xfrm>
      </p:grpSpPr>
      <p:sp>
        <p:nvSpPr>
          <p:cNvPr id="2516" name="Google Shape;2516;g1955710684f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17" name="Google Shape;2517;g1955710684f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298450" algn="l" rtl="0">
              <a:spcBef>
                <a:spcPts val="0"/>
              </a:spcBef>
              <a:spcAft>
                <a:spcPts val="0"/>
              </a:spcAft>
              <a:buSzPts val="1100"/>
              <a:buChar char="●"/>
            </a:pPr>
            <a:r>
              <a:rPr lang="en"/>
              <a:t>Our vision is to be a universal process orchestrator for complex business processes that span people, systems, and devices</a:t>
            </a:r>
            <a:endParaRPr/>
          </a:p>
          <a:p>
            <a:pPr marL="457200" lvl="0" indent="-298450" algn="l" rtl="0">
              <a:spcBef>
                <a:spcPts val="0"/>
              </a:spcBef>
              <a:spcAft>
                <a:spcPts val="0"/>
              </a:spcAft>
              <a:buSzPts val="1100"/>
              <a:buChar char="●"/>
            </a:pPr>
            <a:r>
              <a:rPr lang="en"/>
              <a:t>We give you the power to automate any process, anywhere, so you can transform your organization toward a digital future: where you’re delivering better customer experiences, with short time-to-value, more business agility than ever, and increased operational efficiency</a:t>
            </a:r>
            <a:endParaRPr/>
          </a:p>
          <a:p>
            <a:pPr marL="457200" lvl="0" indent="-298450" algn="l" rtl="0">
              <a:spcBef>
                <a:spcPts val="0"/>
              </a:spcBef>
              <a:spcAft>
                <a:spcPts val="0"/>
              </a:spcAft>
              <a:buSzPts val="1100"/>
              <a:buChar char="●"/>
            </a:pPr>
            <a:r>
              <a:rPr lang="en"/>
              <a:t>We can help get you there by…</a:t>
            </a:r>
            <a:endParaRPr/>
          </a:p>
          <a:p>
            <a:pPr marL="914400" lvl="1" indent="-298450" algn="l" rtl="0">
              <a:spcBef>
                <a:spcPts val="0"/>
              </a:spcBef>
              <a:spcAft>
                <a:spcPts val="0"/>
              </a:spcAft>
              <a:buSzPts val="1100"/>
              <a:buChar char="○"/>
            </a:pPr>
            <a:r>
              <a:rPr lang="en" i="1"/>
              <a:t>[CLICK] </a:t>
            </a:r>
            <a:r>
              <a:rPr lang="en"/>
              <a:t>Using open standards to help IT teams and business stakeholders collaborate</a:t>
            </a:r>
            <a:endParaRPr/>
          </a:p>
          <a:p>
            <a:pPr marL="914400" lvl="1" indent="-298450" algn="l" rtl="0">
              <a:spcBef>
                <a:spcPts val="0"/>
              </a:spcBef>
              <a:spcAft>
                <a:spcPts val="0"/>
              </a:spcAft>
              <a:buSzPts val="1100"/>
              <a:buChar char="○"/>
            </a:pPr>
            <a:r>
              <a:rPr lang="en" i="1">
                <a:solidFill>
                  <a:schemeClr val="dk1"/>
                </a:solidFill>
              </a:rPr>
              <a:t>[CLICK] </a:t>
            </a:r>
            <a:r>
              <a:rPr lang="en"/>
              <a:t>Giving software developers the flexibility to use their preferred programming languages, tools, and practices</a:t>
            </a:r>
            <a:endParaRPr/>
          </a:p>
          <a:p>
            <a:pPr marL="914400" lvl="1" indent="-298450" algn="l" rtl="0">
              <a:spcBef>
                <a:spcPts val="0"/>
              </a:spcBef>
              <a:spcAft>
                <a:spcPts val="0"/>
              </a:spcAft>
              <a:buSzPts val="1100"/>
              <a:buChar char="○"/>
            </a:pPr>
            <a:r>
              <a:rPr lang="en" i="1">
                <a:solidFill>
                  <a:schemeClr val="dk1"/>
                </a:solidFill>
              </a:rPr>
              <a:t>[CLICK] </a:t>
            </a:r>
            <a:r>
              <a:rPr lang="en"/>
              <a:t>And providing connectors that orchestrate processes across endpoints</a:t>
            </a:r>
            <a:endParaRPr/>
          </a:p>
          <a:p>
            <a:pPr marL="457200" lvl="0" indent="-298450" algn="l" rtl="0">
              <a:spcBef>
                <a:spcPts val="0"/>
              </a:spcBef>
              <a:spcAft>
                <a:spcPts val="0"/>
              </a:spcAft>
              <a:buSzPts val="1100"/>
              <a:buChar char="●"/>
            </a:pPr>
            <a:r>
              <a:rPr lang="en"/>
              <a:t>… and doing it all at scale to support your growing business</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46"/>
        <p:cNvGrpSpPr/>
        <p:nvPr/>
      </p:nvGrpSpPr>
      <p:grpSpPr>
        <a:xfrm>
          <a:off x="0" y="0"/>
          <a:ext cx="0" cy="0"/>
          <a:chOff x="0" y="0"/>
          <a:chExt cx="0" cy="0"/>
        </a:xfrm>
      </p:grpSpPr>
      <p:sp>
        <p:nvSpPr>
          <p:cNvPr id="3747" name="Google Shape;3747;g13bfeaa7903_0_1049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48" name="Google Shape;3748;g13bfeaa7903_0_1049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298450" algn="l" rtl="0">
              <a:spcBef>
                <a:spcPts val="0"/>
              </a:spcBef>
              <a:spcAft>
                <a:spcPts val="0"/>
              </a:spcAft>
              <a:buSzPts val="1100"/>
              <a:buChar char="●"/>
            </a:pPr>
            <a:r>
              <a:rPr lang="en"/>
              <a:t>Zeebe, has the advantages we just ran through that unlock the vision of universal process orchestration</a:t>
            </a:r>
            <a:endParaRPr/>
          </a:p>
          <a:p>
            <a:pPr marL="457200" lvl="0" indent="-298450" algn="l" rtl="0">
              <a:spcBef>
                <a:spcPts val="0"/>
              </a:spcBef>
              <a:spcAft>
                <a:spcPts val="0"/>
              </a:spcAft>
              <a:buSzPts val="1100"/>
              <a:buChar char="●"/>
            </a:pPr>
            <a:r>
              <a:rPr lang="en"/>
              <a:t>New process experience components</a:t>
            </a:r>
            <a:endParaRPr/>
          </a:p>
          <a:p>
            <a:pPr marL="914400" lvl="1" indent="-298450" algn="l" rtl="0">
              <a:spcBef>
                <a:spcPts val="0"/>
              </a:spcBef>
              <a:spcAft>
                <a:spcPts val="0"/>
              </a:spcAft>
              <a:buSzPts val="1100"/>
              <a:buChar char="○"/>
            </a:pPr>
            <a:r>
              <a:rPr lang="en"/>
              <a:t>Out of the box connectors along with a new integration framework that allows you to build your own.</a:t>
            </a:r>
            <a:endParaRPr/>
          </a:p>
          <a:p>
            <a:pPr marL="914400" lvl="1" indent="-298450" algn="l" rtl="0">
              <a:spcBef>
                <a:spcPts val="0"/>
              </a:spcBef>
              <a:spcAft>
                <a:spcPts val="0"/>
              </a:spcAft>
              <a:buSzPts val="1100"/>
              <a:buChar char="○"/>
            </a:pPr>
            <a:r>
              <a:rPr lang="en"/>
              <a:t>A new, full featured web modeler experience complete with collaboration features</a:t>
            </a:r>
            <a:endParaRPr/>
          </a:p>
          <a:p>
            <a:pPr marL="914400" lvl="1" indent="-298450" algn="l" rtl="0">
              <a:spcBef>
                <a:spcPts val="0"/>
              </a:spcBef>
              <a:spcAft>
                <a:spcPts val="0"/>
              </a:spcAft>
              <a:buSzPts val="1100"/>
              <a:buChar char="○"/>
            </a:pPr>
            <a:r>
              <a:rPr lang="en"/>
              <a:t>Streamlined UI of Operate &amp; Console that focus on the task at hand, helping you find what you need quickly</a:t>
            </a:r>
            <a:endParaRPr/>
          </a:p>
          <a:p>
            <a:pPr marL="914400" lvl="1" indent="-298450" algn="l" rtl="0">
              <a:spcBef>
                <a:spcPts val="0"/>
              </a:spcBef>
              <a:spcAft>
                <a:spcPts val="0"/>
              </a:spcAft>
              <a:buSzPts val="1100"/>
              <a:buChar char="○"/>
            </a:pPr>
            <a:r>
              <a:rPr lang="en"/>
              <a:t>We’ll talk about these more in a moment</a:t>
            </a:r>
            <a:endParaRPr/>
          </a:p>
          <a:p>
            <a:pPr marL="457200" lvl="0" indent="-298450" algn="l" rtl="0">
              <a:spcBef>
                <a:spcPts val="0"/>
              </a:spcBef>
              <a:spcAft>
                <a:spcPts val="0"/>
              </a:spcAft>
              <a:buSzPts val="1100"/>
              <a:buChar char="●"/>
            </a:pPr>
            <a:r>
              <a:rPr lang="en"/>
              <a:t>Additionally, you can host in your own environment in a DevOps &amp; Kubernetes friendly way or be up and running in just minutes using our infrastructure and SaaS offering.</a:t>
            </a:r>
            <a:endParaRPr/>
          </a:p>
          <a:p>
            <a:pPr marL="457200" lvl="0" indent="-298450" algn="l" rtl="0">
              <a:spcBef>
                <a:spcPts val="0"/>
              </a:spcBef>
              <a:spcAft>
                <a:spcPts val="0"/>
              </a:spcAft>
              <a:buSzPts val="1100"/>
              <a:buChar char="●"/>
            </a:pPr>
            <a:r>
              <a:rPr lang="en"/>
              <a:t>Lastly, the virtues of open architecture and community you know and love, continue on with Camunda Platform 8.</a:t>
            </a:r>
            <a:endParaRPr/>
          </a:p>
          <a:p>
            <a:pPr marL="914400" lvl="1" indent="-298450" algn="l" rtl="0">
              <a:spcBef>
                <a:spcPts val="0"/>
              </a:spcBef>
              <a:spcAft>
                <a:spcPts val="0"/>
              </a:spcAft>
              <a:buSzPts val="1100"/>
              <a:buChar char="○"/>
            </a:pPr>
            <a:r>
              <a:rPr lang="en"/>
              <a:t>[refers to new integration frameworks, fostering community contributions  and continuing our source available approach]</a:t>
            </a:r>
            <a:endParaRPr/>
          </a:p>
          <a:p>
            <a:pPr marL="0" lvl="0" indent="0" algn="l" rtl="0">
              <a:lnSpc>
                <a:spcPct val="115000"/>
              </a:lnSpc>
              <a:spcBef>
                <a:spcPts val="20"/>
              </a:spcBef>
              <a:spcAft>
                <a:spcPts val="20"/>
              </a:spcAft>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52"/>
        <p:cNvGrpSpPr/>
        <p:nvPr/>
      </p:nvGrpSpPr>
      <p:grpSpPr>
        <a:xfrm>
          <a:off x="0" y="0"/>
          <a:ext cx="0" cy="0"/>
          <a:chOff x="0" y="0"/>
          <a:chExt cx="0" cy="0"/>
        </a:xfrm>
      </p:grpSpPr>
      <p:sp>
        <p:nvSpPr>
          <p:cNvPr id="3753" name="Google Shape;3753;g13bfeaa7903_0_1050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54" name="Google Shape;3754;g13bfeaa7903_0_1050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This slide shows what is new in Camunda 8 compared to Camunda 7.</a:t>
            </a:r>
            <a:endParaRPr/>
          </a:p>
          <a:p>
            <a:pPr marL="0" lvl="0" indent="0" algn="l" rtl="0">
              <a:spcBef>
                <a:spcPts val="0"/>
              </a:spcBef>
              <a:spcAft>
                <a:spcPts val="0"/>
              </a:spcAft>
              <a:buNone/>
            </a:pPr>
            <a:endParaRPr/>
          </a:p>
          <a:p>
            <a:pPr marL="0" lvl="0" indent="0" algn="l" rtl="0">
              <a:spcBef>
                <a:spcPts val="0"/>
              </a:spcBef>
              <a:spcAft>
                <a:spcPts val="0"/>
              </a:spcAft>
              <a:buNone/>
            </a:pPr>
            <a:r>
              <a:rPr lang="en"/>
              <a:t>Checkmark = We’ve talked through this</a:t>
            </a:r>
            <a:endParaRPr/>
          </a:p>
          <a:p>
            <a:pPr marL="0" lvl="0" indent="0" algn="l" rtl="0">
              <a:spcBef>
                <a:spcPts val="0"/>
              </a:spcBef>
              <a:spcAft>
                <a:spcPts val="0"/>
              </a:spcAft>
              <a:buNone/>
            </a:pPr>
            <a:r>
              <a:rPr lang="en"/>
              <a:t>Magnifying glass = We’re about to deep dive on these</a:t>
            </a:r>
            <a:endParaRPr/>
          </a:p>
          <a:p>
            <a:pPr marL="0" lvl="0" indent="0" algn="l" rtl="0">
              <a:spcBef>
                <a:spcPts val="0"/>
              </a:spcBef>
              <a:spcAft>
                <a:spcPts val="0"/>
              </a:spcAft>
              <a:buNone/>
            </a:pPr>
            <a:endParaRPr/>
          </a:p>
          <a:p>
            <a:pPr marL="0" lvl="0" indent="0" algn="l" rtl="0">
              <a:spcBef>
                <a:spcPts val="0"/>
              </a:spcBef>
              <a:spcAft>
                <a:spcPts val="0"/>
              </a:spcAft>
              <a:buNone/>
            </a:pPr>
            <a:r>
              <a:rPr lang="en"/>
              <a:t>WALK THROUGH THE SLIDE.</a:t>
            </a:r>
            <a:endParaRPr/>
          </a:p>
          <a:p>
            <a:pPr marL="0" lvl="0" indent="0" algn="l" rtl="0">
              <a:spcBef>
                <a:spcPts val="0"/>
              </a:spcBef>
              <a:spcAft>
                <a:spcPts val="0"/>
              </a:spcAft>
              <a:buNone/>
            </a:pPr>
            <a:endParaRPr/>
          </a:p>
          <a:p>
            <a:pPr marL="0" lvl="0" indent="0" algn="l" rtl="0">
              <a:spcBef>
                <a:spcPts val="0"/>
              </a:spcBef>
              <a:spcAft>
                <a:spcPts val="0"/>
              </a:spcAft>
              <a:buNone/>
            </a:pPr>
            <a:r>
              <a:rPr lang="en"/>
              <a:t>We’ve already talked about Zeebe, next we’ll show you what’s new with Web Modeler, Connectors &amp; our new integration framework, and lastly Operate (Camunda 8’s streamlined equivalent on C7’s Cockpit)</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65"/>
        <p:cNvGrpSpPr/>
        <p:nvPr/>
      </p:nvGrpSpPr>
      <p:grpSpPr>
        <a:xfrm>
          <a:off x="0" y="0"/>
          <a:ext cx="0" cy="0"/>
          <a:chOff x="0" y="0"/>
          <a:chExt cx="0" cy="0"/>
        </a:xfrm>
      </p:grpSpPr>
      <p:sp>
        <p:nvSpPr>
          <p:cNvPr id="3766" name="Google Shape;3766;g13bfeaa7903_0_106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67" name="Google Shape;3767;g13bfeaa7903_0_106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solidFill>
                  <a:schemeClr val="dk1"/>
                </a:solidFill>
              </a:rPr>
              <a:t>Camunda 8 will continue to offer a free version via our Self-Managed edition - this allows unlimited usage of all features for non-production usage. Free Edition production usage is allowed for Zeebe and Modeler.</a:t>
            </a:r>
            <a:endParaRPr dirty="0">
              <a:solidFill>
                <a:schemeClr val="dk1"/>
              </a:solidFill>
            </a:endParaRPr>
          </a:p>
          <a:p>
            <a:pPr marL="0" lvl="0" indent="0" algn="l" rtl="0">
              <a:spcBef>
                <a:spcPts val="0"/>
              </a:spcBef>
              <a:spcAft>
                <a:spcPts val="0"/>
              </a:spcAft>
              <a:buNone/>
            </a:pPr>
            <a:endParaRPr dirty="0">
              <a:solidFill>
                <a:schemeClr val="dk1"/>
              </a:solidFill>
            </a:endParaRPr>
          </a:p>
          <a:p>
            <a:pPr marL="0" lvl="0" indent="0" algn="l" rtl="0">
              <a:spcBef>
                <a:spcPts val="0"/>
              </a:spcBef>
              <a:spcAft>
                <a:spcPts val="0"/>
              </a:spcAft>
              <a:buNone/>
            </a:pPr>
            <a:r>
              <a:rPr lang="en" dirty="0">
                <a:solidFill>
                  <a:schemeClr val="dk1"/>
                </a:solidFill>
              </a:rPr>
              <a:t>The licensing for the workflow engine has changed to source available.</a:t>
            </a:r>
            <a:br>
              <a:rPr lang="en" dirty="0">
                <a:solidFill>
                  <a:schemeClr val="dk1"/>
                </a:solidFill>
              </a:rPr>
            </a:br>
            <a:r>
              <a:rPr lang="en" dirty="0">
                <a:solidFill>
                  <a:schemeClr val="dk1"/>
                </a:solidFill>
              </a:rPr>
              <a:t/>
            </a:r>
            <a:br>
              <a:rPr lang="en" dirty="0">
                <a:solidFill>
                  <a:schemeClr val="dk1"/>
                </a:solidFill>
              </a:rPr>
            </a:br>
            <a:r>
              <a:rPr lang="en" dirty="0">
                <a:solidFill>
                  <a:schemeClr val="dk1"/>
                </a:solidFill>
              </a:rPr>
              <a:t>Our commitment to open-source values remains unchanged. The exception that causes the shift to "source-available"  is explicitly designed to protect Camunda from the creation of a competitive managed service offering by cloud infrastructure providers using the Zeebe codebase. All other aspects of open-source licensing remain in place and ensure that our community continues to have access to use and modify the codebase via GitHub. Additionally, we encourage our community to continue building extensions and joining the active conversation on our community forums. Licensing for Camunda Platform 7.xx will remain unchanged - on the existing Apache 2.0 license. This is becoming increasingly common in the industry with the likes of Elastic and MongoDB</a:t>
            </a:r>
            <a:endParaRPr dirty="0">
              <a:solidFill>
                <a:schemeClr val="dk1"/>
              </a:solidFill>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72"/>
        <p:cNvGrpSpPr/>
        <p:nvPr/>
      </p:nvGrpSpPr>
      <p:grpSpPr>
        <a:xfrm>
          <a:off x="0" y="0"/>
          <a:ext cx="0" cy="0"/>
          <a:chOff x="0" y="0"/>
          <a:chExt cx="0" cy="0"/>
        </a:xfrm>
      </p:grpSpPr>
      <p:sp>
        <p:nvSpPr>
          <p:cNvPr id="3773" name="Google Shape;3773;g135f8e55411_0_3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74" name="Google Shape;3774;g135f8e55411_0_3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298450" algn="l" rtl="0">
              <a:spcBef>
                <a:spcPts val="0"/>
              </a:spcBef>
              <a:spcAft>
                <a:spcPts val="0"/>
              </a:spcAft>
              <a:buClr>
                <a:schemeClr val="dk1"/>
              </a:buClr>
              <a:buSzPts val="1100"/>
              <a:buChar char="●"/>
            </a:pPr>
            <a:r>
              <a:rPr lang="en">
                <a:solidFill>
                  <a:schemeClr val="dk1"/>
                </a:solidFill>
              </a:rPr>
              <a:t>We think about process orchestration in terms of a lifecycle that supports continuous improvement</a:t>
            </a:r>
            <a:endParaRPr>
              <a:solidFill>
                <a:schemeClr val="dk1"/>
              </a:solidFill>
            </a:endParaRPr>
          </a:p>
          <a:p>
            <a:pPr marL="457200" lvl="0" indent="-298450" algn="l" rtl="0">
              <a:spcBef>
                <a:spcPts val="0"/>
              </a:spcBef>
              <a:spcAft>
                <a:spcPts val="0"/>
              </a:spcAft>
              <a:buClr>
                <a:schemeClr val="dk1"/>
              </a:buClr>
              <a:buSzPts val="1100"/>
              <a:buChar char="●"/>
            </a:pPr>
            <a:r>
              <a:rPr lang="en" i="1">
                <a:solidFill>
                  <a:schemeClr val="dk1"/>
                </a:solidFill>
              </a:rPr>
              <a:t>[CLICK] </a:t>
            </a:r>
            <a:r>
              <a:rPr lang="en">
                <a:solidFill>
                  <a:schemeClr val="dk1"/>
                </a:solidFill>
              </a:rPr>
              <a:t>Starting with tools that help software developers and business users collaborate to design processes</a:t>
            </a:r>
            <a:endParaRPr>
              <a:solidFill>
                <a:schemeClr val="dk1"/>
              </a:solidFill>
            </a:endParaRPr>
          </a:p>
          <a:p>
            <a:pPr marL="914400" lvl="1" indent="-298450" algn="l" rtl="0">
              <a:spcBef>
                <a:spcPts val="0"/>
              </a:spcBef>
              <a:spcAft>
                <a:spcPts val="0"/>
              </a:spcAft>
              <a:buClr>
                <a:schemeClr val="dk1"/>
              </a:buClr>
              <a:buSzPts val="1100"/>
              <a:buChar char="○"/>
            </a:pPr>
            <a:r>
              <a:rPr lang="en">
                <a:solidFill>
                  <a:schemeClr val="dk1"/>
                </a:solidFill>
              </a:rPr>
              <a:t>Teams use our Modeler tool to build processes using the BPMN standard and implement decision automation using the DMN standard</a:t>
            </a:r>
            <a:endParaRPr>
              <a:solidFill>
                <a:schemeClr val="dk1"/>
              </a:solidFill>
            </a:endParaRPr>
          </a:p>
          <a:p>
            <a:pPr marL="914400" lvl="1" indent="-298450" algn="l" rtl="0">
              <a:spcBef>
                <a:spcPts val="0"/>
              </a:spcBef>
              <a:spcAft>
                <a:spcPts val="0"/>
              </a:spcAft>
              <a:buClr>
                <a:schemeClr val="dk1"/>
              </a:buClr>
              <a:buSzPts val="1100"/>
              <a:buChar char="○"/>
            </a:pPr>
            <a:r>
              <a:rPr lang="en">
                <a:solidFill>
                  <a:schemeClr val="dk1"/>
                </a:solidFill>
              </a:rPr>
              <a:t>Modeler is also where you’ll find out-of-the-box connectors, and where you can create your own reusable connectors</a:t>
            </a:r>
            <a:endParaRPr>
              <a:solidFill>
                <a:schemeClr val="dk1"/>
              </a:solidFill>
            </a:endParaRPr>
          </a:p>
          <a:p>
            <a:pPr marL="914400" lvl="1" indent="-298450" algn="l" rtl="0">
              <a:spcBef>
                <a:spcPts val="0"/>
              </a:spcBef>
              <a:spcAft>
                <a:spcPts val="0"/>
              </a:spcAft>
              <a:buClr>
                <a:schemeClr val="dk1"/>
              </a:buClr>
              <a:buSzPts val="1100"/>
              <a:buChar char="○"/>
            </a:pPr>
            <a:r>
              <a:rPr lang="en">
                <a:solidFill>
                  <a:schemeClr val="dk1"/>
                </a:solidFill>
              </a:rPr>
              <a:t>And you can use Modeler to quickly build user task forms for workflows that require human interaction</a:t>
            </a:r>
            <a:endParaRPr>
              <a:solidFill>
                <a:schemeClr val="dk1"/>
              </a:solidFill>
            </a:endParaRPr>
          </a:p>
          <a:p>
            <a:pPr marL="457200" lvl="0" indent="-298450" algn="l" rtl="0">
              <a:spcBef>
                <a:spcPts val="0"/>
              </a:spcBef>
              <a:spcAft>
                <a:spcPts val="0"/>
              </a:spcAft>
              <a:buClr>
                <a:schemeClr val="dk1"/>
              </a:buClr>
              <a:buSzPts val="1100"/>
              <a:buChar char="●"/>
            </a:pPr>
            <a:r>
              <a:rPr lang="en" i="1">
                <a:solidFill>
                  <a:schemeClr val="dk1"/>
                </a:solidFill>
              </a:rPr>
              <a:t>[CLICK]</a:t>
            </a:r>
            <a:r>
              <a:rPr lang="en">
                <a:solidFill>
                  <a:schemeClr val="dk1"/>
                </a:solidFill>
              </a:rPr>
              <a:t> Once teams have collaboratively designed processes, you can start automating them in a high-performance way</a:t>
            </a:r>
            <a:endParaRPr>
              <a:solidFill>
                <a:schemeClr val="dk1"/>
              </a:solidFill>
            </a:endParaRPr>
          </a:p>
          <a:p>
            <a:pPr marL="914400" lvl="1" indent="-298450" algn="l" rtl="0">
              <a:spcBef>
                <a:spcPts val="0"/>
              </a:spcBef>
              <a:spcAft>
                <a:spcPts val="0"/>
              </a:spcAft>
              <a:buClr>
                <a:schemeClr val="dk1"/>
              </a:buClr>
              <a:buSzPts val="1100"/>
              <a:buChar char="○"/>
            </a:pPr>
            <a:r>
              <a:rPr lang="en">
                <a:solidFill>
                  <a:schemeClr val="dk1"/>
                </a:solidFill>
              </a:rPr>
              <a:t>Our next-generation workflow engine, Zeebe, is designed for speed, scale, and resilience; which means your processes will be both fast and reliable</a:t>
            </a:r>
            <a:endParaRPr>
              <a:solidFill>
                <a:schemeClr val="dk1"/>
              </a:solidFill>
            </a:endParaRPr>
          </a:p>
          <a:p>
            <a:pPr marL="914400" lvl="1" indent="-298450" algn="l" rtl="0">
              <a:spcBef>
                <a:spcPts val="0"/>
              </a:spcBef>
              <a:spcAft>
                <a:spcPts val="0"/>
              </a:spcAft>
              <a:buClr>
                <a:schemeClr val="dk1"/>
              </a:buClr>
              <a:buSzPts val="1100"/>
              <a:buChar char="○"/>
            </a:pPr>
            <a:r>
              <a:rPr lang="en">
                <a:solidFill>
                  <a:schemeClr val="dk1"/>
                </a:solidFill>
              </a:rPr>
              <a:t>We also offer an application called Tasklist, for tasks that require human interaction, which is essential for business processes that can’t be or shouldn’t be fully automated</a:t>
            </a:r>
            <a:endParaRPr>
              <a:solidFill>
                <a:schemeClr val="dk1"/>
              </a:solidFill>
            </a:endParaRPr>
          </a:p>
          <a:p>
            <a:pPr marL="914400" lvl="1" indent="-298450" algn="l" rtl="0">
              <a:spcBef>
                <a:spcPts val="0"/>
              </a:spcBef>
              <a:spcAft>
                <a:spcPts val="0"/>
              </a:spcAft>
              <a:buClr>
                <a:schemeClr val="dk1"/>
              </a:buClr>
              <a:buSzPts val="1100"/>
              <a:buChar char="○"/>
            </a:pPr>
            <a:r>
              <a:rPr lang="en">
                <a:solidFill>
                  <a:schemeClr val="dk1"/>
                </a:solidFill>
              </a:rPr>
              <a:t>And we provide a powerful process manager called Operate, which provides real-time visibility into running processes and tools to troubleshoot incidents</a:t>
            </a:r>
            <a:endParaRPr>
              <a:solidFill>
                <a:schemeClr val="dk1"/>
              </a:solidFill>
            </a:endParaRPr>
          </a:p>
          <a:p>
            <a:pPr marL="457200" lvl="0" indent="-298450" algn="l" rtl="0">
              <a:spcBef>
                <a:spcPts val="0"/>
              </a:spcBef>
              <a:spcAft>
                <a:spcPts val="0"/>
              </a:spcAft>
              <a:buClr>
                <a:schemeClr val="dk1"/>
              </a:buClr>
              <a:buSzPts val="1100"/>
              <a:buChar char="●"/>
            </a:pPr>
            <a:r>
              <a:rPr lang="en" i="1">
                <a:solidFill>
                  <a:schemeClr val="dk1"/>
                </a:solidFill>
              </a:rPr>
              <a:t>[CLICK] </a:t>
            </a:r>
            <a:r>
              <a:rPr lang="en">
                <a:solidFill>
                  <a:schemeClr val="dk1"/>
                </a:solidFill>
              </a:rPr>
              <a:t>Finally, once you have processes running, Optimize uses your actual process data to provide comprehensive analytics…</a:t>
            </a:r>
            <a:endParaRPr>
              <a:solidFill>
                <a:schemeClr val="dk1"/>
              </a:solidFill>
            </a:endParaRPr>
          </a:p>
          <a:p>
            <a:pPr marL="914400" lvl="1" indent="-298450" algn="l" rtl="0">
              <a:spcBef>
                <a:spcPts val="0"/>
              </a:spcBef>
              <a:spcAft>
                <a:spcPts val="0"/>
              </a:spcAft>
              <a:buClr>
                <a:schemeClr val="dk1"/>
              </a:buClr>
              <a:buSzPts val="1100"/>
              <a:buChar char="○"/>
            </a:pPr>
            <a:r>
              <a:rPr lang="en" i="1">
                <a:solidFill>
                  <a:schemeClr val="dk1"/>
                </a:solidFill>
              </a:rPr>
              <a:t>[CLICK]</a:t>
            </a:r>
            <a:r>
              <a:rPr lang="en">
                <a:solidFill>
                  <a:schemeClr val="dk1"/>
                </a:solidFill>
              </a:rPr>
              <a:t> … that guide you toward continuous improvement of your process’ performance</a:t>
            </a:r>
            <a:endParaRPr>
              <a:solidFill>
                <a:schemeClr val="dk1"/>
              </a:solidFill>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72"/>
        <p:cNvGrpSpPr/>
        <p:nvPr/>
      </p:nvGrpSpPr>
      <p:grpSpPr>
        <a:xfrm>
          <a:off x="0" y="0"/>
          <a:ext cx="0" cy="0"/>
          <a:chOff x="0" y="0"/>
          <a:chExt cx="0" cy="0"/>
        </a:xfrm>
      </p:grpSpPr>
      <p:sp>
        <p:nvSpPr>
          <p:cNvPr id="3773" name="Google Shape;3773;g135f8e55411_0_3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74" name="Google Shape;3774;g135f8e55411_0_3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298450" algn="l" rtl="0">
              <a:spcBef>
                <a:spcPts val="0"/>
              </a:spcBef>
              <a:spcAft>
                <a:spcPts val="0"/>
              </a:spcAft>
              <a:buClr>
                <a:schemeClr val="dk1"/>
              </a:buClr>
              <a:buSzPts val="1100"/>
              <a:buChar char="●"/>
            </a:pPr>
            <a:r>
              <a:rPr lang="en">
                <a:solidFill>
                  <a:schemeClr val="dk1"/>
                </a:solidFill>
              </a:rPr>
              <a:t>We think about process orchestration in terms of a lifecycle that supports continuous improvement</a:t>
            </a:r>
            <a:endParaRPr>
              <a:solidFill>
                <a:schemeClr val="dk1"/>
              </a:solidFill>
            </a:endParaRPr>
          </a:p>
          <a:p>
            <a:pPr marL="457200" lvl="0" indent="-298450" algn="l" rtl="0">
              <a:spcBef>
                <a:spcPts val="0"/>
              </a:spcBef>
              <a:spcAft>
                <a:spcPts val="0"/>
              </a:spcAft>
              <a:buClr>
                <a:schemeClr val="dk1"/>
              </a:buClr>
              <a:buSzPts val="1100"/>
              <a:buChar char="●"/>
            </a:pPr>
            <a:r>
              <a:rPr lang="en" i="1">
                <a:solidFill>
                  <a:schemeClr val="dk1"/>
                </a:solidFill>
              </a:rPr>
              <a:t>[CLICK] </a:t>
            </a:r>
            <a:r>
              <a:rPr lang="en">
                <a:solidFill>
                  <a:schemeClr val="dk1"/>
                </a:solidFill>
              </a:rPr>
              <a:t>Starting with tools that help software developers and business users collaborate to design processes</a:t>
            </a:r>
            <a:endParaRPr>
              <a:solidFill>
                <a:schemeClr val="dk1"/>
              </a:solidFill>
            </a:endParaRPr>
          </a:p>
          <a:p>
            <a:pPr marL="914400" lvl="1" indent="-298450" algn="l" rtl="0">
              <a:spcBef>
                <a:spcPts val="0"/>
              </a:spcBef>
              <a:spcAft>
                <a:spcPts val="0"/>
              </a:spcAft>
              <a:buClr>
                <a:schemeClr val="dk1"/>
              </a:buClr>
              <a:buSzPts val="1100"/>
              <a:buChar char="○"/>
            </a:pPr>
            <a:r>
              <a:rPr lang="en">
                <a:solidFill>
                  <a:schemeClr val="dk1"/>
                </a:solidFill>
              </a:rPr>
              <a:t>Teams use our Modeler tool to build processes using the BPMN standard and implement decision automation using the DMN standard</a:t>
            </a:r>
            <a:endParaRPr>
              <a:solidFill>
                <a:schemeClr val="dk1"/>
              </a:solidFill>
            </a:endParaRPr>
          </a:p>
          <a:p>
            <a:pPr marL="914400" lvl="1" indent="-298450" algn="l" rtl="0">
              <a:spcBef>
                <a:spcPts val="0"/>
              </a:spcBef>
              <a:spcAft>
                <a:spcPts val="0"/>
              </a:spcAft>
              <a:buClr>
                <a:schemeClr val="dk1"/>
              </a:buClr>
              <a:buSzPts val="1100"/>
              <a:buChar char="○"/>
            </a:pPr>
            <a:r>
              <a:rPr lang="en">
                <a:solidFill>
                  <a:schemeClr val="dk1"/>
                </a:solidFill>
              </a:rPr>
              <a:t>Modeler is also where you’ll find out-of-the-box connectors, and where you can create your own reusable connectors</a:t>
            </a:r>
            <a:endParaRPr>
              <a:solidFill>
                <a:schemeClr val="dk1"/>
              </a:solidFill>
            </a:endParaRPr>
          </a:p>
          <a:p>
            <a:pPr marL="914400" lvl="1" indent="-298450" algn="l" rtl="0">
              <a:spcBef>
                <a:spcPts val="0"/>
              </a:spcBef>
              <a:spcAft>
                <a:spcPts val="0"/>
              </a:spcAft>
              <a:buClr>
                <a:schemeClr val="dk1"/>
              </a:buClr>
              <a:buSzPts val="1100"/>
              <a:buChar char="○"/>
            </a:pPr>
            <a:r>
              <a:rPr lang="en">
                <a:solidFill>
                  <a:schemeClr val="dk1"/>
                </a:solidFill>
              </a:rPr>
              <a:t>And you can use Modeler to quickly build user task forms for workflows that require human interaction</a:t>
            </a:r>
            <a:endParaRPr>
              <a:solidFill>
                <a:schemeClr val="dk1"/>
              </a:solidFill>
            </a:endParaRPr>
          </a:p>
          <a:p>
            <a:pPr marL="457200" lvl="0" indent="-298450" algn="l" rtl="0">
              <a:spcBef>
                <a:spcPts val="0"/>
              </a:spcBef>
              <a:spcAft>
                <a:spcPts val="0"/>
              </a:spcAft>
              <a:buClr>
                <a:schemeClr val="dk1"/>
              </a:buClr>
              <a:buSzPts val="1100"/>
              <a:buChar char="●"/>
            </a:pPr>
            <a:r>
              <a:rPr lang="en" i="1">
                <a:solidFill>
                  <a:schemeClr val="dk1"/>
                </a:solidFill>
              </a:rPr>
              <a:t>[CLICK]</a:t>
            </a:r>
            <a:r>
              <a:rPr lang="en">
                <a:solidFill>
                  <a:schemeClr val="dk1"/>
                </a:solidFill>
              </a:rPr>
              <a:t> Once teams have collaboratively designed processes, you can start automating them in a high-performance way</a:t>
            </a:r>
            <a:endParaRPr>
              <a:solidFill>
                <a:schemeClr val="dk1"/>
              </a:solidFill>
            </a:endParaRPr>
          </a:p>
          <a:p>
            <a:pPr marL="914400" lvl="1" indent="-298450" algn="l" rtl="0">
              <a:spcBef>
                <a:spcPts val="0"/>
              </a:spcBef>
              <a:spcAft>
                <a:spcPts val="0"/>
              </a:spcAft>
              <a:buClr>
                <a:schemeClr val="dk1"/>
              </a:buClr>
              <a:buSzPts val="1100"/>
              <a:buChar char="○"/>
            </a:pPr>
            <a:r>
              <a:rPr lang="en">
                <a:solidFill>
                  <a:schemeClr val="dk1"/>
                </a:solidFill>
              </a:rPr>
              <a:t>Our next-generation workflow engine, Zeebe, is designed for speed, scale, and resilience; which means your processes will be both fast and reliable</a:t>
            </a:r>
            <a:endParaRPr>
              <a:solidFill>
                <a:schemeClr val="dk1"/>
              </a:solidFill>
            </a:endParaRPr>
          </a:p>
          <a:p>
            <a:pPr marL="914400" lvl="1" indent="-298450" algn="l" rtl="0">
              <a:spcBef>
                <a:spcPts val="0"/>
              </a:spcBef>
              <a:spcAft>
                <a:spcPts val="0"/>
              </a:spcAft>
              <a:buClr>
                <a:schemeClr val="dk1"/>
              </a:buClr>
              <a:buSzPts val="1100"/>
              <a:buChar char="○"/>
            </a:pPr>
            <a:r>
              <a:rPr lang="en">
                <a:solidFill>
                  <a:schemeClr val="dk1"/>
                </a:solidFill>
              </a:rPr>
              <a:t>We also offer an application called Tasklist, for tasks that require human interaction, which is essential for business processes that can’t be or shouldn’t be fully automated</a:t>
            </a:r>
            <a:endParaRPr>
              <a:solidFill>
                <a:schemeClr val="dk1"/>
              </a:solidFill>
            </a:endParaRPr>
          </a:p>
          <a:p>
            <a:pPr marL="914400" lvl="1" indent="-298450" algn="l" rtl="0">
              <a:spcBef>
                <a:spcPts val="0"/>
              </a:spcBef>
              <a:spcAft>
                <a:spcPts val="0"/>
              </a:spcAft>
              <a:buClr>
                <a:schemeClr val="dk1"/>
              </a:buClr>
              <a:buSzPts val="1100"/>
              <a:buChar char="○"/>
            </a:pPr>
            <a:r>
              <a:rPr lang="en">
                <a:solidFill>
                  <a:schemeClr val="dk1"/>
                </a:solidFill>
              </a:rPr>
              <a:t>And we provide a powerful process manager called Operate, which provides real-time visibility into running processes and tools to troubleshoot incidents</a:t>
            </a:r>
            <a:endParaRPr>
              <a:solidFill>
                <a:schemeClr val="dk1"/>
              </a:solidFill>
            </a:endParaRPr>
          </a:p>
          <a:p>
            <a:pPr marL="457200" lvl="0" indent="-298450" algn="l" rtl="0">
              <a:spcBef>
                <a:spcPts val="0"/>
              </a:spcBef>
              <a:spcAft>
                <a:spcPts val="0"/>
              </a:spcAft>
              <a:buClr>
                <a:schemeClr val="dk1"/>
              </a:buClr>
              <a:buSzPts val="1100"/>
              <a:buChar char="●"/>
            </a:pPr>
            <a:r>
              <a:rPr lang="en" i="1">
                <a:solidFill>
                  <a:schemeClr val="dk1"/>
                </a:solidFill>
              </a:rPr>
              <a:t>[CLICK] </a:t>
            </a:r>
            <a:r>
              <a:rPr lang="en">
                <a:solidFill>
                  <a:schemeClr val="dk1"/>
                </a:solidFill>
              </a:rPr>
              <a:t>Finally, once you have processes running, Optimize uses your actual process data to provide comprehensive analytics…</a:t>
            </a:r>
            <a:endParaRPr>
              <a:solidFill>
                <a:schemeClr val="dk1"/>
              </a:solidFill>
            </a:endParaRPr>
          </a:p>
          <a:p>
            <a:pPr marL="914400" lvl="1" indent="-298450" algn="l" rtl="0">
              <a:spcBef>
                <a:spcPts val="0"/>
              </a:spcBef>
              <a:spcAft>
                <a:spcPts val="0"/>
              </a:spcAft>
              <a:buClr>
                <a:schemeClr val="dk1"/>
              </a:buClr>
              <a:buSzPts val="1100"/>
              <a:buChar char="○"/>
            </a:pPr>
            <a:r>
              <a:rPr lang="en" i="1">
                <a:solidFill>
                  <a:schemeClr val="dk1"/>
                </a:solidFill>
              </a:rPr>
              <a:t>[CLICK]</a:t>
            </a:r>
            <a:r>
              <a:rPr lang="en">
                <a:solidFill>
                  <a:schemeClr val="dk1"/>
                </a:solidFill>
              </a:rPr>
              <a:t> … that guide you toward continuous improvement of your process’ performance</a:t>
            </a:r>
            <a:endParaRPr>
              <a:solidFill>
                <a:schemeClr val="dk1"/>
              </a:solidFill>
            </a:endParaRPr>
          </a:p>
        </p:txBody>
      </p:sp>
    </p:spTree>
    <p:extLst>
      <p:ext uri="{BB962C8B-B14F-4D97-AF65-F5344CB8AC3E}">
        <p14:creationId xmlns:p14="http://schemas.microsoft.com/office/powerpoint/2010/main" val="101085144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58"/>
        <p:cNvGrpSpPr/>
        <p:nvPr/>
      </p:nvGrpSpPr>
      <p:grpSpPr>
        <a:xfrm>
          <a:off x="0" y="0"/>
          <a:ext cx="0" cy="0"/>
          <a:chOff x="0" y="0"/>
          <a:chExt cx="0" cy="0"/>
        </a:xfrm>
      </p:grpSpPr>
      <p:sp>
        <p:nvSpPr>
          <p:cNvPr id="3859" name="Google Shape;3859;g13bfeaa7903_0_890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60" name="Google Shape;3860;g13bfeaa7903_0_890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298450" algn="l" rtl="0">
              <a:spcBef>
                <a:spcPts val="0"/>
              </a:spcBef>
              <a:spcAft>
                <a:spcPts val="0"/>
              </a:spcAft>
              <a:buClr>
                <a:schemeClr val="dk1"/>
              </a:buClr>
              <a:buSzPts val="1100"/>
              <a:buChar char="●"/>
            </a:pPr>
            <a:r>
              <a:rPr lang="en">
                <a:solidFill>
                  <a:schemeClr val="dk1"/>
                </a:solidFill>
              </a:rPr>
              <a:t>At Camunda, we think about process orchestration in terms of a lifecycle, starting with tools that help software developers and business users collaborate to design processes</a:t>
            </a:r>
            <a:endParaRPr>
              <a:solidFill>
                <a:schemeClr val="dk1"/>
              </a:solidFill>
            </a:endParaRPr>
          </a:p>
          <a:p>
            <a:pPr marL="457200" lvl="0" indent="-298450" algn="l" rtl="0">
              <a:spcBef>
                <a:spcPts val="0"/>
              </a:spcBef>
              <a:spcAft>
                <a:spcPts val="0"/>
              </a:spcAft>
              <a:buClr>
                <a:schemeClr val="dk1"/>
              </a:buClr>
              <a:buSzPts val="1100"/>
              <a:buChar char="●"/>
            </a:pPr>
            <a:r>
              <a:rPr lang="en">
                <a:solidFill>
                  <a:schemeClr val="dk1"/>
                </a:solidFill>
              </a:rPr>
              <a:t>Teams use our Modeler tool to build processes and user task forms</a:t>
            </a:r>
            <a:endParaRPr>
              <a:solidFill>
                <a:schemeClr val="dk1"/>
              </a:solidFill>
            </a:endParaRPr>
          </a:p>
          <a:p>
            <a:pPr marL="457200" lvl="0" indent="-298450" algn="l" rtl="0">
              <a:spcBef>
                <a:spcPts val="0"/>
              </a:spcBef>
              <a:spcAft>
                <a:spcPts val="0"/>
              </a:spcAft>
              <a:buClr>
                <a:schemeClr val="dk1"/>
              </a:buClr>
              <a:buSzPts val="1100"/>
              <a:buChar char="●"/>
            </a:pPr>
            <a:r>
              <a:rPr lang="en" i="1">
                <a:solidFill>
                  <a:schemeClr val="dk1"/>
                </a:solidFill>
              </a:rPr>
              <a:t>[CLICK] </a:t>
            </a:r>
            <a:r>
              <a:rPr lang="en">
                <a:solidFill>
                  <a:schemeClr val="dk1"/>
                </a:solidFill>
              </a:rPr>
              <a:t>In Camunda Platform 8, you can use a web-based Modeler or the Desktop Modeler that you might know from Camunda 7</a:t>
            </a:r>
            <a:endParaRPr>
              <a:solidFill>
                <a:schemeClr val="dk1"/>
              </a:solidFill>
            </a:endParaRPr>
          </a:p>
          <a:p>
            <a:pPr marL="914400" lvl="1" indent="-298450" algn="l" rtl="0">
              <a:spcBef>
                <a:spcPts val="0"/>
              </a:spcBef>
              <a:spcAft>
                <a:spcPts val="0"/>
              </a:spcAft>
              <a:buClr>
                <a:schemeClr val="dk1"/>
              </a:buClr>
              <a:buSzPts val="1100"/>
              <a:buChar char="○"/>
            </a:pPr>
            <a:r>
              <a:rPr lang="en">
                <a:solidFill>
                  <a:schemeClr val="dk1"/>
                </a:solidFill>
              </a:rPr>
              <a:t>We’ve added many new features, including support for comments, versioning, and sharing</a:t>
            </a:r>
            <a:endParaRPr>
              <a:solidFill>
                <a:schemeClr val="dk1"/>
              </a:solidFill>
            </a:endParaRPr>
          </a:p>
          <a:p>
            <a:pPr marL="914400" lvl="1" indent="-298450" algn="l" rtl="0">
              <a:spcBef>
                <a:spcPts val="0"/>
              </a:spcBef>
              <a:spcAft>
                <a:spcPts val="0"/>
              </a:spcAft>
              <a:buClr>
                <a:schemeClr val="dk1"/>
              </a:buClr>
              <a:buSzPts val="1100"/>
              <a:buChar char="○"/>
            </a:pPr>
            <a:r>
              <a:rPr lang="en">
                <a:solidFill>
                  <a:schemeClr val="dk1"/>
                </a:solidFill>
              </a:rPr>
              <a:t>We also redesigned the properties panel and added support for deploying and running processes directly from the Modeler web interface</a:t>
            </a:r>
            <a:endParaRPr>
              <a:solidFill>
                <a:schemeClr val="dk1"/>
              </a:solidFill>
            </a:endParaRPr>
          </a:p>
          <a:p>
            <a:pPr marL="0" lvl="0" indent="0" algn="l" rtl="0">
              <a:spcBef>
                <a:spcPts val="0"/>
              </a:spcBef>
              <a:spcAft>
                <a:spcPts val="0"/>
              </a:spcAft>
              <a:buClr>
                <a:schemeClr val="dk1"/>
              </a:buClr>
              <a:buSzPts val="1100"/>
              <a:buFont typeface="Arial"/>
              <a:buNone/>
            </a:pPr>
            <a:endParaRPr>
              <a:solidFill>
                <a:schemeClr val="dk1"/>
              </a:solidFill>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16"/>
        <p:cNvGrpSpPr/>
        <p:nvPr/>
      </p:nvGrpSpPr>
      <p:grpSpPr>
        <a:xfrm>
          <a:off x="0" y="0"/>
          <a:ext cx="0" cy="0"/>
          <a:chOff x="0" y="0"/>
          <a:chExt cx="0" cy="0"/>
        </a:xfrm>
      </p:grpSpPr>
      <p:sp>
        <p:nvSpPr>
          <p:cNvPr id="3917" name="Google Shape;3917;g13bfeaa7903_0_896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18" name="Google Shape;3918;g13bfeaa7903_0_896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298450" algn="l" rtl="0">
              <a:spcBef>
                <a:spcPts val="0"/>
              </a:spcBef>
              <a:spcAft>
                <a:spcPts val="0"/>
              </a:spcAft>
              <a:buClr>
                <a:schemeClr val="dk1"/>
              </a:buClr>
              <a:buSzPts val="1100"/>
              <a:buChar char="●"/>
            </a:pPr>
            <a:r>
              <a:rPr lang="en">
                <a:solidFill>
                  <a:schemeClr val="dk1"/>
                </a:solidFill>
              </a:rPr>
              <a:t>We’re also adding powerful new ways to connect Camunda Platform to other tools and systems in your technology stack</a:t>
            </a:r>
            <a:endParaRPr>
              <a:solidFill>
                <a:schemeClr val="dk1"/>
              </a:solidFill>
            </a:endParaRPr>
          </a:p>
          <a:p>
            <a:pPr marL="457200" lvl="0" indent="-298450" algn="l" rtl="0">
              <a:spcBef>
                <a:spcPts val="0"/>
              </a:spcBef>
              <a:spcAft>
                <a:spcPts val="0"/>
              </a:spcAft>
              <a:buClr>
                <a:schemeClr val="dk1"/>
              </a:buClr>
              <a:buSzPts val="1100"/>
              <a:buChar char="●"/>
            </a:pPr>
            <a:r>
              <a:rPr lang="en">
                <a:solidFill>
                  <a:schemeClr val="dk1"/>
                </a:solidFill>
              </a:rPr>
              <a:t>Out-of-the-box connectors help you communicate with any tool or system, reducing the time it takes to orchestrate business processes</a:t>
            </a:r>
            <a:endParaRPr>
              <a:solidFill>
                <a:schemeClr val="dk1"/>
              </a:solidFill>
            </a:endParaRPr>
          </a:p>
          <a:p>
            <a:pPr marL="914400" lvl="1" indent="-298450" algn="l" rtl="0">
              <a:spcBef>
                <a:spcPts val="0"/>
              </a:spcBef>
              <a:spcAft>
                <a:spcPts val="0"/>
              </a:spcAft>
              <a:buClr>
                <a:schemeClr val="dk1"/>
              </a:buClr>
              <a:buSzPts val="1100"/>
              <a:buChar char="○"/>
            </a:pPr>
            <a:r>
              <a:rPr lang="en">
                <a:solidFill>
                  <a:schemeClr val="dk1"/>
                </a:solidFill>
              </a:rPr>
              <a:t>Users access connectors via a catalog and insert them into BPMN diagrams in the Modeler interface</a:t>
            </a:r>
            <a:endParaRPr>
              <a:solidFill>
                <a:schemeClr val="dk1"/>
              </a:solidFill>
            </a:endParaRPr>
          </a:p>
          <a:p>
            <a:pPr marL="457200" lvl="0" indent="-298450" algn="l" rtl="0">
              <a:spcBef>
                <a:spcPts val="0"/>
              </a:spcBef>
              <a:spcAft>
                <a:spcPts val="0"/>
              </a:spcAft>
              <a:buClr>
                <a:schemeClr val="dk1"/>
              </a:buClr>
              <a:buSzPts val="1100"/>
              <a:buChar char="●"/>
            </a:pPr>
            <a:r>
              <a:rPr lang="en">
                <a:solidFill>
                  <a:schemeClr val="dk1"/>
                </a:solidFill>
              </a:rPr>
              <a:t>A new Integration Framework lets you build your own connectors and add them to Modeler, so any process can reuse them</a:t>
            </a:r>
            <a:endParaRPr>
              <a:solidFill>
                <a:schemeClr val="dk1"/>
              </a:solidFill>
            </a:endParaRPr>
          </a:p>
          <a:p>
            <a:pPr marL="914400" lvl="1" indent="-298450" algn="l" rtl="0">
              <a:spcBef>
                <a:spcPts val="0"/>
              </a:spcBef>
              <a:spcAft>
                <a:spcPts val="0"/>
              </a:spcAft>
              <a:buClr>
                <a:schemeClr val="dk1"/>
              </a:buClr>
              <a:buSzPts val="1100"/>
              <a:buChar char="○"/>
            </a:pPr>
            <a:r>
              <a:rPr lang="en">
                <a:solidFill>
                  <a:schemeClr val="dk1"/>
                </a:solidFill>
              </a:rPr>
              <a:t>Custom connectors are perfect for organizations that have legacy or homegrown systems</a:t>
            </a:r>
            <a:endParaRPr>
              <a:solidFill>
                <a:schemeClr val="dk1"/>
              </a:solidFill>
            </a:endParaRPr>
          </a:p>
          <a:p>
            <a:pPr marL="914400" lvl="1" indent="-298450" algn="l" rtl="0">
              <a:spcBef>
                <a:spcPts val="0"/>
              </a:spcBef>
              <a:spcAft>
                <a:spcPts val="0"/>
              </a:spcAft>
              <a:buClr>
                <a:schemeClr val="dk1"/>
              </a:buClr>
              <a:buSzPts val="1100"/>
              <a:buChar char="○"/>
            </a:pPr>
            <a:r>
              <a:rPr lang="en">
                <a:solidFill>
                  <a:schemeClr val="dk1"/>
                </a:solidFill>
              </a:rPr>
              <a:t>Connectors are a reliable automation alternative to brittle, maintenance-heavy RPA bots</a:t>
            </a:r>
            <a:endParaRPr>
              <a:solidFill>
                <a:schemeClr val="dk1"/>
              </a:solidFill>
            </a:endParaRPr>
          </a:p>
          <a:p>
            <a:pPr marL="457200" lvl="0" indent="-298450" algn="l" rtl="0">
              <a:spcBef>
                <a:spcPts val="0"/>
              </a:spcBef>
              <a:spcAft>
                <a:spcPts val="0"/>
              </a:spcAft>
              <a:buClr>
                <a:schemeClr val="dk1"/>
              </a:buClr>
              <a:buSzPts val="1100"/>
              <a:buChar char="●"/>
            </a:pPr>
            <a:r>
              <a:rPr lang="en">
                <a:solidFill>
                  <a:schemeClr val="dk1"/>
                </a:solidFill>
              </a:rPr>
              <a:t>Bi-directional connectivity allows you to invoke an outside system, or trigger a process when an event happens in an outside system</a:t>
            </a:r>
            <a:endParaRPr>
              <a:solidFill>
                <a:schemeClr val="dk1"/>
              </a:solidFill>
            </a:endParaRPr>
          </a:p>
          <a:p>
            <a:pPr marL="0" lvl="0" indent="0" algn="l" rtl="0">
              <a:spcBef>
                <a:spcPts val="0"/>
              </a:spcBef>
              <a:spcAft>
                <a:spcPts val="0"/>
              </a:spcAft>
              <a:buClr>
                <a:schemeClr val="dk1"/>
              </a:buClr>
              <a:buSzPts val="1100"/>
              <a:buFont typeface="Arial"/>
              <a:buNone/>
            </a:pPr>
            <a:endParaRPr>
              <a:solidFill>
                <a:schemeClr val="dk1"/>
              </a:solidFill>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94"/>
        <p:cNvGrpSpPr/>
        <p:nvPr/>
      </p:nvGrpSpPr>
      <p:grpSpPr>
        <a:xfrm>
          <a:off x="0" y="0"/>
          <a:ext cx="0" cy="0"/>
          <a:chOff x="0" y="0"/>
          <a:chExt cx="0" cy="0"/>
        </a:xfrm>
      </p:grpSpPr>
      <p:sp>
        <p:nvSpPr>
          <p:cNvPr id="3995" name="Google Shape;3995;g13bfeaa7903_0_903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96" name="Google Shape;3996;g13bfeaa7903_0_903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298450" algn="l" rtl="0">
              <a:spcBef>
                <a:spcPts val="0"/>
              </a:spcBef>
              <a:spcAft>
                <a:spcPts val="0"/>
              </a:spcAft>
              <a:buClr>
                <a:schemeClr val="dk1"/>
              </a:buClr>
              <a:buSzPts val="1100"/>
              <a:buChar char="●"/>
            </a:pPr>
            <a:r>
              <a:rPr lang="en">
                <a:solidFill>
                  <a:schemeClr val="dk1"/>
                </a:solidFill>
              </a:rPr>
              <a:t>Connectors launched in Camunda Platform 8.0 as a developer preview</a:t>
            </a:r>
            <a:endParaRPr>
              <a:solidFill>
                <a:schemeClr val="dk1"/>
              </a:solidFill>
            </a:endParaRPr>
          </a:p>
          <a:p>
            <a:pPr marL="457200" lvl="0" indent="-298450" algn="l" rtl="0">
              <a:spcBef>
                <a:spcPts val="0"/>
              </a:spcBef>
              <a:spcAft>
                <a:spcPts val="0"/>
              </a:spcAft>
              <a:buClr>
                <a:schemeClr val="dk1"/>
              </a:buClr>
              <a:buSzPts val="1100"/>
              <a:buChar char="●"/>
            </a:pPr>
            <a:r>
              <a:rPr lang="en">
                <a:solidFill>
                  <a:schemeClr val="dk1"/>
                </a:solidFill>
              </a:rPr>
              <a:t>We are building many different types of connectors, including:</a:t>
            </a:r>
            <a:endParaRPr>
              <a:solidFill>
                <a:schemeClr val="dk1"/>
              </a:solidFill>
            </a:endParaRPr>
          </a:p>
          <a:p>
            <a:pPr marL="914400" lvl="1" indent="-298450" algn="l" rtl="0">
              <a:spcBef>
                <a:spcPts val="0"/>
              </a:spcBef>
              <a:spcAft>
                <a:spcPts val="0"/>
              </a:spcAft>
              <a:buClr>
                <a:schemeClr val="dk1"/>
              </a:buClr>
              <a:buSzPts val="1100"/>
              <a:buChar char="○"/>
            </a:pPr>
            <a:r>
              <a:rPr lang="en">
                <a:solidFill>
                  <a:schemeClr val="dk1"/>
                </a:solidFill>
              </a:rPr>
              <a:t>Cloud connectors that communicate with cloud-native applications</a:t>
            </a:r>
            <a:endParaRPr>
              <a:solidFill>
                <a:schemeClr val="dk1"/>
              </a:solidFill>
            </a:endParaRPr>
          </a:p>
          <a:p>
            <a:pPr marL="914400" lvl="1" indent="-298450" algn="l" rtl="0">
              <a:spcBef>
                <a:spcPts val="0"/>
              </a:spcBef>
              <a:spcAft>
                <a:spcPts val="0"/>
              </a:spcAft>
              <a:buClr>
                <a:schemeClr val="dk1"/>
              </a:buClr>
              <a:buSzPts val="1100"/>
              <a:buChar char="○"/>
            </a:pPr>
            <a:r>
              <a:rPr lang="en">
                <a:solidFill>
                  <a:schemeClr val="dk1"/>
                </a:solidFill>
              </a:rPr>
              <a:t>Service connectors that integrate with technology enablers such as RPA</a:t>
            </a:r>
            <a:endParaRPr>
              <a:solidFill>
                <a:schemeClr val="dk1"/>
              </a:solidFill>
            </a:endParaRPr>
          </a:p>
          <a:p>
            <a:pPr marL="914400" lvl="1" indent="-298450" algn="l" rtl="0">
              <a:spcBef>
                <a:spcPts val="0"/>
              </a:spcBef>
              <a:spcAft>
                <a:spcPts val="0"/>
              </a:spcAft>
              <a:buClr>
                <a:schemeClr val="dk1"/>
              </a:buClr>
              <a:buSzPts val="1100"/>
              <a:buChar char="○"/>
            </a:pPr>
            <a:r>
              <a:rPr lang="en">
                <a:solidFill>
                  <a:schemeClr val="dk1"/>
                </a:solidFill>
              </a:rPr>
              <a:t>Business connectors that connect to CRM or ERP applications, industry-specific applications, and proprietary internal applications</a:t>
            </a:r>
            <a:endParaRPr>
              <a:solidFill>
                <a:schemeClr val="dk1"/>
              </a:solidFill>
            </a:endParaRPr>
          </a:p>
          <a:p>
            <a:pPr marL="914400" lvl="1" indent="-298450" algn="l" rtl="0">
              <a:spcBef>
                <a:spcPts val="0"/>
              </a:spcBef>
              <a:spcAft>
                <a:spcPts val="0"/>
              </a:spcAft>
              <a:buClr>
                <a:schemeClr val="dk1"/>
              </a:buClr>
              <a:buSzPts val="1100"/>
              <a:buChar char="○"/>
            </a:pPr>
            <a:r>
              <a:rPr lang="en">
                <a:solidFill>
                  <a:schemeClr val="dk1"/>
                </a:solidFill>
              </a:rPr>
              <a:t>Productivity connectors that leverage email or Slack</a:t>
            </a:r>
            <a:endParaRPr>
              <a:solidFill>
                <a:schemeClr val="dk1"/>
              </a:solidFill>
            </a:endParaRPr>
          </a:p>
          <a:p>
            <a:pPr marL="914400" lvl="1" indent="-298450" algn="l" rtl="0">
              <a:spcBef>
                <a:spcPts val="0"/>
              </a:spcBef>
              <a:spcAft>
                <a:spcPts val="0"/>
              </a:spcAft>
              <a:buClr>
                <a:schemeClr val="dk1"/>
              </a:buClr>
              <a:buSzPts val="1100"/>
              <a:buChar char="○"/>
            </a:pPr>
            <a:r>
              <a:rPr lang="en">
                <a:solidFill>
                  <a:schemeClr val="dk1"/>
                </a:solidFill>
              </a:rPr>
              <a:t>Enterprise content connectors that push content to or pull content from tools such as Box</a:t>
            </a:r>
            <a:endParaRPr>
              <a:solidFill>
                <a:schemeClr val="dk1"/>
              </a:solidFill>
            </a:endParaRPr>
          </a:p>
          <a:p>
            <a:pPr marL="914400" lvl="1" indent="-298450" algn="l" rtl="0">
              <a:spcBef>
                <a:spcPts val="0"/>
              </a:spcBef>
              <a:spcAft>
                <a:spcPts val="0"/>
              </a:spcAft>
              <a:buClr>
                <a:schemeClr val="dk1"/>
              </a:buClr>
              <a:buSzPts val="1100"/>
              <a:buChar char="○"/>
            </a:pPr>
            <a:r>
              <a:rPr lang="en">
                <a:solidFill>
                  <a:schemeClr val="dk1"/>
                </a:solidFill>
              </a:rPr>
              <a:t>Data connectors that push content to or pull content from data providers to make conditional decisions in processes</a:t>
            </a:r>
            <a:endParaRPr>
              <a:solidFill>
                <a:schemeClr val="dk1"/>
              </a:solidFill>
            </a:endParaRPr>
          </a:p>
          <a:p>
            <a:pPr marL="0" lvl="0" indent="0" algn="l" rtl="0">
              <a:spcBef>
                <a:spcPts val="0"/>
              </a:spcBef>
              <a:spcAft>
                <a:spcPts val="0"/>
              </a:spcAft>
              <a:buNone/>
            </a:pPr>
            <a:endParaRPr>
              <a:solidFill>
                <a:schemeClr val="dk1"/>
              </a:solidFill>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47"/>
        <p:cNvGrpSpPr/>
        <p:nvPr/>
      </p:nvGrpSpPr>
      <p:grpSpPr>
        <a:xfrm>
          <a:off x="0" y="0"/>
          <a:ext cx="0" cy="0"/>
          <a:chOff x="0" y="0"/>
          <a:chExt cx="0" cy="0"/>
        </a:xfrm>
      </p:grpSpPr>
      <p:sp>
        <p:nvSpPr>
          <p:cNvPr id="4048" name="Google Shape;4048;g13bfeaa7903_0_909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49" name="Google Shape;4049;g13bfeaa7903_0_909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298450" algn="l" rtl="0">
              <a:spcBef>
                <a:spcPts val="0"/>
              </a:spcBef>
              <a:spcAft>
                <a:spcPts val="0"/>
              </a:spcAft>
              <a:buClr>
                <a:schemeClr val="dk1"/>
              </a:buClr>
              <a:buSzPts val="1100"/>
              <a:buChar char="●"/>
            </a:pPr>
            <a:r>
              <a:rPr lang="en">
                <a:solidFill>
                  <a:schemeClr val="dk1"/>
                </a:solidFill>
              </a:rPr>
              <a:t>Once you’ve designed your processes, you can start automating them in a high-performance way</a:t>
            </a:r>
            <a:endParaRPr>
              <a:solidFill>
                <a:schemeClr val="dk1"/>
              </a:solidFill>
            </a:endParaRPr>
          </a:p>
          <a:p>
            <a:pPr marL="457200" lvl="0" indent="-298450" algn="l" rtl="0">
              <a:spcBef>
                <a:spcPts val="0"/>
              </a:spcBef>
              <a:spcAft>
                <a:spcPts val="0"/>
              </a:spcAft>
              <a:buClr>
                <a:schemeClr val="dk1"/>
              </a:buClr>
              <a:buSzPts val="1100"/>
              <a:buChar char="●"/>
            </a:pPr>
            <a:r>
              <a:rPr lang="en" i="1">
                <a:solidFill>
                  <a:schemeClr val="dk1"/>
                </a:solidFill>
              </a:rPr>
              <a:t>[CLICK] </a:t>
            </a:r>
            <a:r>
              <a:rPr lang="en">
                <a:solidFill>
                  <a:schemeClr val="dk1"/>
                </a:solidFill>
              </a:rPr>
              <a:t>Camunda 8 has a cloud-native workflow engine called Zeebe, which is a cloud-native tool that enables true horizontal scalability and resilience</a:t>
            </a:r>
            <a:endParaRPr>
              <a:solidFill>
                <a:schemeClr val="dk1"/>
              </a:solidFill>
            </a:endParaRPr>
          </a:p>
          <a:p>
            <a:pPr marL="457200" lvl="0" indent="-298450" algn="l" rtl="0">
              <a:spcBef>
                <a:spcPts val="0"/>
              </a:spcBef>
              <a:spcAft>
                <a:spcPts val="0"/>
              </a:spcAft>
              <a:buClr>
                <a:schemeClr val="dk1"/>
              </a:buClr>
              <a:buSzPts val="1100"/>
              <a:buChar char="●"/>
            </a:pPr>
            <a:r>
              <a:rPr lang="en">
                <a:solidFill>
                  <a:schemeClr val="dk1"/>
                </a:solidFill>
              </a:rPr>
              <a:t>You can scale throughput in a linear fashion by adding cluster nodes, which makes it possible to process an unlimited amount of transactions at consistent low latencies</a:t>
            </a:r>
            <a:endParaRPr>
              <a:solidFill>
                <a:schemeClr val="dk1"/>
              </a:solidFill>
            </a:endParaRPr>
          </a:p>
          <a:p>
            <a:pPr marL="457200" lvl="0" indent="-298450" algn="l" rtl="0">
              <a:spcBef>
                <a:spcPts val="0"/>
              </a:spcBef>
              <a:spcAft>
                <a:spcPts val="0"/>
              </a:spcAft>
              <a:buClr>
                <a:schemeClr val="dk1"/>
              </a:buClr>
              <a:buSzPts val="1100"/>
              <a:buChar char="●"/>
            </a:pPr>
            <a:r>
              <a:rPr lang="en">
                <a:solidFill>
                  <a:schemeClr val="dk1"/>
                </a:solidFill>
              </a:rPr>
              <a:t>Zeebe is ideal for the Camunda 7 use cases that you might be familiar with, as well as new use cases such as processing high volumes of orders, or processing financial transactions in real time</a:t>
            </a:r>
            <a:endParaRPr>
              <a:solidFill>
                <a:schemeClr val="dk1"/>
              </a:solidFill>
            </a:endParaRPr>
          </a:p>
          <a:p>
            <a:pPr marL="457200" lvl="0" indent="-298450" algn="l" rtl="0">
              <a:spcBef>
                <a:spcPts val="0"/>
              </a:spcBef>
              <a:spcAft>
                <a:spcPts val="0"/>
              </a:spcAft>
              <a:buClr>
                <a:schemeClr val="accent1"/>
              </a:buClr>
              <a:buSzPts val="1100"/>
              <a:buChar char="●"/>
            </a:pPr>
            <a:r>
              <a:rPr lang="en">
                <a:solidFill>
                  <a:schemeClr val="accent1"/>
                </a:solidFill>
              </a:rPr>
              <a:t>To ensure resilience, Zeebe comes with a failover architecture that supports geo-replication across data centers</a:t>
            </a:r>
            <a:endParaRPr>
              <a:solidFill>
                <a:schemeClr val="accent1"/>
              </a:solidFill>
            </a:endParaRPr>
          </a:p>
          <a:p>
            <a:pPr marL="457200" lvl="0" indent="-298450" algn="l" rtl="0">
              <a:spcBef>
                <a:spcPts val="0"/>
              </a:spcBef>
              <a:spcAft>
                <a:spcPts val="0"/>
              </a:spcAft>
              <a:buClr>
                <a:schemeClr val="accent1"/>
              </a:buClr>
              <a:buSzPts val="1100"/>
              <a:buChar char="●"/>
            </a:pPr>
            <a:r>
              <a:rPr lang="en">
                <a:solidFill>
                  <a:schemeClr val="accent1"/>
                </a:solidFill>
              </a:rPr>
              <a:t>For improved security, Zeebe’s architecture decouples the main core from external systems (through task workers)</a:t>
            </a:r>
            <a:endParaRPr>
              <a:solidFill>
                <a:schemeClr val="accent1"/>
              </a:solidFill>
            </a:endParaRPr>
          </a:p>
          <a:p>
            <a:pPr marL="457200" lvl="0" indent="-298450" algn="l" rtl="0">
              <a:spcBef>
                <a:spcPts val="0"/>
              </a:spcBef>
              <a:spcAft>
                <a:spcPts val="0"/>
              </a:spcAft>
              <a:buClr>
                <a:schemeClr val="accent1"/>
              </a:buClr>
              <a:buSzPts val="1100"/>
              <a:buChar char="●"/>
            </a:pPr>
            <a:r>
              <a:rPr lang="en">
                <a:solidFill>
                  <a:schemeClr val="accent1"/>
                </a:solidFill>
              </a:rPr>
              <a:t>Zeebe’s native support for the External Task Client Pattern is the foundation for connectors and the new integration framework</a:t>
            </a:r>
            <a:endParaRPr>
              <a:solidFill>
                <a:schemeClr val="accent1"/>
              </a:solidFill>
            </a:endParaRPr>
          </a:p>
          <a:p>
            <a:pPr marL="0" lvl="0" indent="0" algn="l" rtl="0">
              <a:spcBef>
                <a:spcPts val="0"/>
              </a:spcBef>
              <a:spcAft>
                <a:spcPts val="0"/>
              </a:spcAft>
              <a:buNone/>
            </a:pPr>
            <a:endParaRPr>
              <a:solidFill>
                <a:schemeClr val="accent1"/>
              </a:solidFill>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03"/>
        <p:cNvGrpSpPr/>
        <p:nvPr/>
      </p:nvGrpSpPr>
      <p:grpSpPr>
        <a:xfrm>
          <a:off x="0" y="0"/>
          <a:ext cx="0" cy="0"/>
          <a:chOff x="0" y="0"/>
          <a:chExt cx="0" cy="0"/>
        </a:xfrm>
      </p:grpSpPr>
      <p:sp>
        <p:nvSpPr>
          <p:cNvPr id="4104" name="Google Shape;4104;g13bfeaa7903_0_914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105" name="Google Shape;4105;g13bfeaa7903_0_914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298450" algn="l" rtl="0">
              <a:spcBef>
                <a:spcPts val="0"/>
              </a:spcBef>
              <a:spcAft>
                <a:spcPts val="0"/>
              </a:spcAft>
              <a:buClr>
                <a:schemeClr val="dk1"/>
              </a:buClr>
              <a:buSzPts val="1100"/>
              <a:buChar char="●"/>
            </a:pPr>
            <a:r>
              <a:rPr lang="en">
                <a:solidFill>
                  <a:schemeClr val="dk1"/>
                </a:solidFill>
              </a:rPr>
              <a:t>Camunda Platform 8 offers a web application for workflows that require human tasks</a:t>
            </a:r>
            <a:endParaRPr>
              <a:solidFill>
                <a:schemeClr val="dk1"/>
              </a:solidFill>
            </a:endParaRPr>
          </a:p>
          <a:p>
            <a:pPr marL="457200" lvl="0" indent="-298450" algn="l" rtl="0">
              <a:spcBef>
                <a:spcPts val="0"/>
              </a:spcBef>
              <a:spcAft>
                <a:spcPts val="0"/>
              </a:spcAft>
              <a:buClr>
                <a:schemeClr val="dk1"/>
              </a:buClr>
              <a:buSzPts val="1100"/>
              <a:buChar char="●"/>
            </a:pPr>
            <a:r>
              <a:rPr lang="en">
                <a:solidFill>
                  <a:schemeClr val="dk1"/>
                </a:solidFill>
              </a:rPr>
              <a:t>It serves the same purpose as the Tasklist component in Camunda Platform 7, but it has been redesigned for the cloud</a:t>
            </a:r>
            <a:endParaRPr>
              <a:solidFill>
                <a:schemeClr val="dk1"/>
              </a:solidFill>
            </a:endParaRPr>
          </a:p>
          <a:p>
            <a:pPr marL="457200" lvl="0" indent="-298450" algn="l" rtl="0">
              <a:spcBef>
                <a:spcPts val="0"/>
              </a:spcBef>
              <a:spcAft>
                <a:spcPts val="0"/>
              </a:spcAft>
              <a:buClr>
                <a:schemeClr val="dk1"/>
              </a:buClr>
              <a:buSzPts val="1100"/>
              <a:buChar char="●"/>
            </a:pPr>
            <a:r>
              <a:rPr lang="en">
                <a:solidFill>
                  <a:schemeClr val="dk1"/>
                </a:solidFill>
              </a:rPr>
              <a:t>You can use Tasklist as an out-of-the-box user interface, or integrate it with your custom user applications using the GraphQL API</a:t>
            </a:r>
            <a:endParaRPr>
              <a:solidFill>
                <a:schemeClr val="dk1"/>
              </a:solidFill>
            </a:endParaRPr>
          </a:p>
          <a:p>
            <a:pPr marL="0" lvl="0" indent="0" algn="l" rtl="0">
              <a:spcBef>
                <a:spcPts val="0"/>
              </a:spcBef>
              <a:spcAft>
                <a:spcPts val="0"/>
              </a:spcAft>
              <a:buNone/>
            </a:pPr>
            <a:endParaRPr>
              <a:solidFill>
                <a:schemeClr val="dk1"/>
              </a:solidFill>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45"/>
        <p:cNvGrpSpPr/>
        <p:nvPr/>
      </p:nvGrpSpPr>
      <p:grpSpPr>
        <a:xfrm>
          <a:off x="0" y="0"/>
          <a:ext cx="0" cy="0"/>
          <a:chOff x="0" y="0"/>
          <a:chExt cx="0" cy="0"/>
        </a:xfrm>
      </p:grpSpPr>
      <p:sp>
        <p:nvSpPr>
          <p:cNvPr id="4146" name="Google Shape;4146;g13bfeaa7903_0_918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147" name="Google Shape;4147;g13bfeaa7903_0_918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298450" algn="l" rtl="0">
              <a:spcBef>
                <a:spcPts val="0"/>
              </a:spcBef>
              <a:spcAft>
                <a:spcPts val="0"/>
              </a:spcAft>
              <a:buClr>
                <a:schemeClr val="dk1"/>
              </a:buClr>
              <a:buSzPts val="1100"/>
              <a:buChar char="●"/>
            </a:pPr>
            <a:r>
              <a:rPr lang="en">
                <a:solidFill>
                  <a:schemeClr val="dk1"/>
                </a:solidFill>
              </a:rPr>
              <a:t>Operate is a new component in Camunda Platform 8 that allows teams to monitor running processes, so they can troubleshoot them effectively</a:t>
            </a:r>
            <a:endParaRPr>
              <a:solidFill>
                <a:schemeClr val="dk1"/>
              </a:solidFill>
            </a:endParaRPr>
          </a:p>
          <a:p>
            <a:pPr marL="457200" lvl="0" indent="-298450" algn="l" rtl="0">
              <a:spcBef>
                <a:spcPts val="0"/>
              </a:spcBef>
              <a:spcAft>
                <a:spcPts val="0"/>
              </a:spcAft>
              <a:buClr>
                <a:schemeClr val="dk1"/>
              </a:buClr>
              <a:buSzPts val="1100"/>
              <a:buChar char="●"/>
            </a:pPr>
            <a:r>
              <a:rPr lang="en">
                <a:solidFill>
                  <a:schemeClr val="dk1"/>
                </a:solidFill>
              </a:rPr>
              <a:t>It can access both historical data and runtime data, and offers powerful filters for both types of data</a:t>
            </a:r>
            <a:endParaRPr>
              <a:solidFill>
                <a:schemeClr val="dk1"/>
              </a:solidFill>
            </a:endParaRPr>
          </a:p>
          <a:p>
            <a:pPr marL="457200" lvl="0" indent="-298450" algn="l" rtl="0">
              <a:spcBef>
                <a:spcPts val="0"/>
              </a:spcBef>
              <a:spcAft>
                <a:spcPts val="0"/>
              </a:spcAft>
              <a:buClr>
                <a:schemeClr val="dk1"/>
              </a:buClr>
              <a:buSzPts val="1100"/>
              <a:buChar char="●"/>
            </a:pPr>
            <a:r>
              <a:rPr lang="en">
                <a:solidFill>
                  <a:schemeClr val="dk1"/>
                </a:solidFill>
              </a:rPr>
              <a:t>Operate offers:</a:t>
            </a:r>
            <a:endParaRPr>
              <a:solidFill>
                <a:schemeClr val="dk1"/>
              </a:solidFill>
            </a:endParaRPr>
          </a:p>
          <a:p>
            <a:pPr marL="914400" lvl="1" indent="-298450" algn="l" rtl="0">
              <a:spcBef>
                <a:spcPts val="0"/>
              </a:spcBef>
              <a:spcAft>
                <a:spcPts val="0"/>
              </a:spcAft>
              <a:buClr>
                <a:schemeClr val="dk1"/>
              </a:buClr>
              <a:buSzPts val="1100"/>
              <a:buChar char="○"/>
            </a:pPr>
            <a:r>
              <a:rPr lang="en">
                <a:solidFill>
                  <a:schemeClr val="dk1"/>
                </a:solidFill>
              </a:rPr>
              <a:t>A dashboard that helps you focus on incidents and breakdowns</a:t>
            </a:r>
            <a:endParaRPr>
              <a:solidFill>
                <a:schemeClr val="dk1"/>
              </a:solidFill>
            </a:endParaRPr>
          </a:p>
          <a:p>
            <a:pPr marL="914400" lvl="1" indent="-298450" algn="l" rtl="0">
              <a:spcBef>
                <a:spcPts val="0"/>
              </a:spcBef>
              <a:spcAft>
                <a:spcPts val="0"/>
              </a:spcAft>
              <a:buClr>
                <a:schemeClr val="dk1"/>
              </a:buClr>
              <a:buSzPts val="1100"/>
              <a:buChar char="○"/>
            </a:pPr>
            <a:r>
              <a:rPr lang="en">
                <a:solidFill>
                  <a:schemeClr val="dk1"/>
                </a:solidFill>
              </a:rPr>
              <a:t>Easy navigation through BPMN Call Activities</a:t>
            </a:r>
            <a:endParaRPr>
              <a:solidFill>
                <a:schemeClr val="dk1"/>
              </a:solidFill>
            </a:endParaRPr>
          </a:p>
          <a:p>
            <a:pPr marL="914400" lvl="1" indent="-298450" algn="l" rtl="0">
              <a:spcBef>
                <a:spcPts val="0"/>
              </a:spcBef>
              <a:spcAft>
                <a:spcPts val="0"/>
              </a:spcAft>
              <a:buClr>
                <a:schemeClr val="dk1"/>
              </a:buClr>
              <a:buSzPts val="1100"/>
              <a:buChar char="○"/>
            </a:pPr>
            <a:r>
              <a:rPr lang="en">
                <a:solidFill>
                  <a:schemeClr val="dk1"/>
                </a:solidFill>
              </a:rPr>
              <a:t>Convenient batch operations so you can manage many process instances at the same time</a:t>
            </a:r>
            <a:endParaRPr>
              <a:solidFill>
                <a:schemeClr val="dk1"/>
              </a:solidFill>
            </a:endParaRPr>
          </a:p>
          <a:p>
            <a:pPr marL="0" lvl="0" indent="0" algn="l" rtl="0">
              <a:spcBef>
                <a:spcPts val="0"/>
              </a:spcBef>
              <a:spcAft>
                <a:spcPts val="0"/>
              </a:spcAft>
              <a:buClr>
                <a:schemeClr val="dk1"/>
              </a:buClr>
              <a:buSzPts val="1100"/>
              <a:buFont typeface="Arial"/>
              <a:buNone/>
            </a:pPr>
            <a:endParaRPr>
              <a:solidFill>
                <a:schemeClr val="dk1"/>
              </a:solidFill>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88"/>
        <p:cNvGrpSpPr/>
        <p:nvPr/>
      </p:nvGrpSpPr>
      <p:grpSpPr>
        <a:xfrm>
          <a:off x="0" y="0"/>
          <a:ext cx="0" cy="0"/>
          <a:chOff x="0" y="0"/>
          <a:chExt cx="0" cy="0"/>
        </a:xfrm>
      </p:grpSpPr>
      <p:sp>
        <p:nvSpPr>
          <p:cNvPr id="4189" name="Google Shape;4189;g13bfeaa7903_0_92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190" name="Google Shape;4190;g13bfeaa7903_0_92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298450" algn="l" rtl="0">
              <a:spcBef>
                <a:spcPts val="0"/>
              </a:spcBef>
              <a:spcAft>
                <a:spcPts val="0"/>
              </a:spcAft>
              <a:buClr>
                <a:schemeClr val="dk1"/>
              </a:buClr>
              <a:buSzPts val="1100"/>
              <a:buChar char="●"/>
            </a:pPr>
            <a:r>
              <a:rPr lang="en">
                <a:solidFill>
                  <a:schemeClr val="dk1"/>
                </a:solidFill>
              </a:rPr>
              <a:t>We think about process orchestration in terms of a lifecycle that supports continuous improvement, and comprehensive process data is important for that lifecycle</a:t>
            </a:r>
            <a:endParaRPr>
              <a:solidFill>
                <a:schemeClr val="dk1"/>
              </a:solidFill>
            </a:endParaRPr>
          </a:p>
          <a:p>
            <a:pPr marL="457200" lvl="0" indent="-298450" algn="l" rtl="0">
              <a:spcBef>
                <a:spcPts val="0"/>
              </a:spcBef>
              <a:spcAft>
                <a:spcPts val="0"/>
              </a:spcAft>
              <a:buClr>
                <a:schemeClr val="dk1"/>
              </a:buClr>
              <a:buSzPts val="1100"/>
              <a:buChar char="●"/>
            </a:pPr>
            <a:r>
              <a:rPr lang="en" i="1">
                <a:solidFill>
                  <a:schemeClr val="dk1"/>
                </a:solidFill>
              </a:rPr>
              <a:t>[CLICK]</a:t>
            </a:r>
            <a:r>
              <a:rPr lang="en">
                <a:solidFill>
                  <a:schemeClr val="dk1"/>
                </a:solidFill>
              </a:rPr>
              <a:t> Optimize gives you the insights you need to understand and continuously improve your business processes</a:t>
            </a:r>
            <a:endParaRPr>
              <a:solidFill>
                <a:schemeClr val="dk1"/>
              </a:solidFill>
            </a:endParaRPr>
          </a:p>
          <a:p>
            <a:pPr marL="457200" lvl="0" indent="-298450" algn="l" rtl="0">
              <a:spcBef>
                <a:spcPts val="0"/>
              </a:spcBef>
              <a:spcAft>
                <a:spcPts val="0"/>
              </a:spcAft>
              <a:buClr>
                <a:schemeClr val="dk1"/>
              </a:buClr>
              <a:buSzPts val="1100"/>
              <a:buChar char="●"/>
            </a:pPr>
            <a:r>
              <a:rPr lang="en">
                <a:solidFill>
                  <a:schemeClr val="dk1"/>
                </a:solidFill>
              </a:rPr>
              <a:t>It provides performance monitoring, alerts for the KPIs that are important for your team and your business, and dashboards that you can share across the organization</a:t>
            </a:r>
            <a:endParaRPr>
              <a:solidFill>
                <a:schemeClr val="dk1"/>
              </a:solidFill>
            </a:endParaRPr>
          </a:p>
          <a:p>
            <a:pPr marL="0" lvl="0" indent="0" algn="l" rtl="0">
              <a:spcBef>
                <a:spcPts val="0"/>
              </a:spcBef>
              <a:spcAft>
                <a:spcPts val="0"/>
              </a:spcAft>
              <a:buNone/>
            </a:pPr>
            <a:endParaRPr>
              <a:solidFill>
                <a:schemeClr val="dk1"/>
              </a:solidFill>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07"/>
        <p:cNvGrpSpPr/>
        <p:nvPr/>
      </p:nvGrpSpPr>
      <p:grpSpPr>
        <a:xfrm>
          <a:off x="0" y="0"/>
          <a:ext cx="0" cy="0"/>
          <a:chOff x="0" y="0"/>
          <a:chExt cx="0" cy="0"/>
        </a:xfrm>
      </p:grpSpPr>
      <p:sp>
        <p:nvSpPr>
          <p:cNvPr id="4208" name="Google Shape;4208;g13684232aad_0_5:notes"/>
          <p:cNvSpPr>
            <a:spLocks noGrp="1" noRot="1" noChangeAspect="1"/>
          </p:cNvSpPr>
          <p:nvPr>
            <p:ph type="sldImg" idx="2"/>
          </p:nvPr>
        </p:nvSpPr>
        <p:spPr>
          <a:xfrm>
            <a:off x="217488" y="812800"/>
            <a:ext cx="7124700" cy="4008438"/>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209" name="Google Shape;4209;g13684232aad_0_5:notes"/>
          <p:cNvSpPr txBox="1">
            <a:spLocks noGrp="1"/>
          </p:cNvSpPr>
          <p:nvPr>
            <p:ph type="body" idx="1"/>
          </p:nvPr>
        </p:nvSpPr>
        <p:spPr>
          <a:xfrm>
            <a:off x="756000" y="5078520"/>
            <a:ext cx="6047700" cy="4811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210" name="Google Shape;4210;g13684232aad_0_5:notes"/>
          <p:cNvSpPr txBox="1">
            <a:spLocks noGrp="1"/>
          </p:cNvSpPr>
          <p:nvPr>
            <p:ph type="sldNum" idx="12"/>
          </p:nvPr>
        </p:nvSpPr>
        <p:spPr>
          <a:xfrm>
            <a:off x="4278960" y="10157400"/>
            <a:ext cx="3280800" cy="5343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Clr>
                <a:srgbClr val="000000"/>
              </a:buClr>
              <a:buFont typeface="Arial"/>
              <a:buNone/>
            </a:pPr>
            <a:fld id="{00000000-1234-1234-1234-123412341234}" type="slidenum">
              <a:rPr lang="en"/>
              <a:t>37</a:t>
            </a:fld>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63"/>
        <p:cNvGrpSpPr/>
        <p:nvPr/>
      </p:nvGrpSpPr>
      <p:grpSpPr>
        <a:xfrm>
          <a:off x="0" y="0"/>
          <a:ext cx="0" cy="0"/>
          <a:chOff x="0" y="0"/>
          <a:chExt cx="0" cy="0"/>
        </a:xfrm>
      </p:grpSpPr>
      <p:sp>
        <p:nvSpPr>
          <p:cNvPr id="4264" name="Google Shape;4264;g13684232aad_0_61:notes"/>
          <p:cNvSpPr>
            <a:spLocks noGrp="1" noRot="1" noChangeAspect="1"/>
          </p:cNvSpPr>
          <p:nvPr>
            <p:ph type="sldImg" idx="2"/>
          </p:nvPr>
        </p:nvSpPr>
        <p:spPr>
          <a:xfrm>
            <a:off x="217488" y="812800"/>
            <a:ext cx="7124700" cy="4008438"/>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265" name="Google Shape;4265;g13684232aad_0_61:notes"/>
          <p:cNvSpPr txBox="1">
            <a:spLocks noGrp="1"/>
          </p:cNvSpPr>
          <p:nvPr>
            <p:ph type="body" idx="1"/>
          </p:nvPr>
        </p:nvSpPr>
        <p:spPr>
          <a:xfrm>
            <a:off x="756000" y="5078520"/>
            <a:ext cx="6047700" cy="4811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266" name="Google Shape;4266;g13684232aad_0_61:notes"/>
          <p:cNvSpPr txBox="1">
            <a:spLocks noGrp="1"/>
          </p:cNvSpPr>
          <p:nvPr>
            <p:ph type="sldNum" idx="12"/>
          </p:nvPr>
        </p:nvSpPr>
        <p:spPr>
          <a:xfrm>
            <a:off x="4278960" y="10157400"/>
            <a:ext cx="3280800" cy="5343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Clr>
                <a:srgbClr val="000000"/>
              </a:buClr>
              <a:buFont typeface="Arial"/>
              <a:buNone/>
            </a:pPr>
            <a:fld id="{00000000-1234-1234-1234-123412341234}" type="slidenum">
              <a:rPr lang="en"/>
              <a:t>38</a:t>
            </a:fld>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03"/>
        <p:cNvGrpSpPr/>
        <p:nvPr/>
      </p:nvGrpSpPr>
      <p:grpSpPr>
        <a:xfrm>
          <a:off x="0" y="0"/>
          <a:ext cx="0" cy="0"/>
          <a:chOff x="0" y="0"/>
          <a:chExt cx="0" cy="0"/>
        </a:xfrm>
      </p:grpSpPr>
      <p:sp>
        <p:nvSpPr>
          <p:cNvPr id="4304" name="Google Shape;4304;g13684232aad_0_101:notes"/>
          <p:cNvSpPr>
            <a:spLocks noGrp="1" noRot="1" noChangeAspect="1"/>
          </p:cNvSpPr>
          <p:nvPr>
            <p:ph type="sldImg" idx="2"/>
          </p:nvPr>
        </p:nvSpPr>
        <p:spPr>
          <a:xfrm>
            <a:off x="217488" y="812800"/>
            <a:ext cx="7124700" cy="4008438"/>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305" name="Google Shape;4305;g13684232aad_0_101:notes"/>
          <p:cNvSpPr txBox="1">
            <a:spLocks noGrp="1"/>
          </p:cNvSpPr>
          <p:nvPr>
            <p:ph type="body" idx="1"/>
          </p:nvPr>
        </p:nvSpPr>
        <p:spPr>
          <a:xfrm>
            <a:off x="756000" y="5078520"/>
            <a:ext cx="6047700" cy="4811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306" name="Google Shape;4306;g13684232aad_0_101:notes"/>
          <p:cNvSpPr txBox="1">
            <a:spLocks noGrp="1"/>
          </p:cNvSpPr>
          <p:nvPr>
            <p:ph type="sldNum" idx="12"/>
          </p:nvPr>
        </p:nvSpPr>
        <p:spPr>
          <a:xfrm>
            <a:off x="4278960" y="10157400"/>
            <a:ext cx="3280800" cy="5343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Clr>
                <a:srgbClr val="000000"/>
              </a:buClr>
              <a:buFont typeface="Arial"/>
              <a:buNone/>
            </a:pPr>
            <a:fld id="{00000000-1234-1234-1234-123412341234}" type="slidenum">
              <a:rPr lang="en"/>
              <a:t>39</a:t>
            </a:fld>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31"/>
        <p:cNvGrpSpPr/>
        <p:nvPr/>
      </p:nvGrpSpPr>
      <p:grpSpPr>
        <a:xfrm>
          <a:off x="0" y="0"/>
          <a:ext cx="0" cy="0"/>
          <a:chOff x="0" y="0"/>
          <a:chExt cx="0" cy="0"/>
        </a:xfrm>
      </p:grpSpPr>
      <p:sp>
        <p:nvSpPr>
          <p:cNvPr id="4332" name="Google Shape;4332;g13684232aad_0_129:notes"/>
          <p:cNvSpPr>
            <a:spLocks noGrp="1" noRot="1" noChangeAspect="1"/>
          </p:cNvSpPr>
          <p:nvPr>
            <p:ph type="sldImg" idx="2"/>
          </p:nvPr>
        </p:nvSpPr>
        <p:spPr>
          <a:xfrm>
            <a:off x="217488" y="812800"/>
            <a:ext cx="7124700" cy="4008438"/>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333" name="Google Shape;4333;g13684232aad_0_129:notes"/>
          <p:cNvSpPr txBox="1">
            <a:spLocks noGrp="1"/>
          </p:cNvSpPr>
          <p:nvPr>
            <p:ph type="body" idx="1"/>
          </p:nvPr>
        </p:nvSpPr>
        <p:spPr>
          <a:xfrm>
            <a:off x="756000" y="5078520"/>
            <a:ext cx="6047700" cy="4811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334" name="Google Shape;4334;g13684232aad_0_129:notes"/>
          <p:cNvSpPr txBox="1">
            <a:spLocks noGrp="1"/>
          </p:cNvSpPr>
          <p:nvPr>
            <p:ph type="sldNum" idx="12"/>
          </p:nvPr>
        </p:nvSpPr>
        <p:spPr>
          <a:xfrm>
            <a:off x="4278960" y="10157400"/>
            <a:ext cx="3280800" cy="5343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Clr>
                <a:srgbClr val="000000"/>
              </a:buClr>
              <a:buFont typeface="Arial"/>
              <a:buNone/>
            </a:pPr>
            <a:fld id="{00000000-1234-1234-1234-123412341234}" type="slidenum">
              <a:rPr lang="en"/>
              <a:t>40</a:t>
            </a:fld>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45"/>
        <p:cNvGrpSpPr/>
        <p:nvPr/>
      </p:nvGrpSpPr>
      <p:grpSpPr>
        <a:xfrm>
          <a:off x="0" y="0"/>
          <a:ext cx="0" cy="0"/>
          <a:chOff x="0" y="0"/>
          <a:chExt cx="0" cy="0"/>
        </a:xfrm>
      </p:grpSpPr>
      <p:sp>
        <p:nvSpPr>
          <p:cNvPr id="4346" name="Google Shape;4346;g13684232aad_0_143:notes"/>
          <p:cNvSpPr>
            <a:spLocks noGrp="1" noRot="1" noChangeAspect="1"/>
          </p:cNvSpPr>
          <p:nvPr>
            <p:ph type="sldImg" idx="2"/>
          </p:nvPr>
        </p:nvSpPr>
        <p:spPr>
          <a:xfrm>
            <a:off x="217488" y="812800"/>
            <a:ext cx="7124700" cy="4008438"/>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347" name="Google Shape;4347;g13684232aad_0_143:notes"/>
          <p:cNvSpPr txBox="1">
            <a:spLocks noGrp="1"/>
          </p:cNvSpPr>
          <p:nvPr>
            <p:ph type="body" idx="1"/>
          </p:nvPr>
        </p:nvSpPr>
        <p:spPr>
          <a:xfrm>
            <a:off x="756000" y="5078520"/>
            <a:ext cx="6047700" cy="4811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348" name="Google Shape;4348;g13684232aad_0_143:notes"/>
          <p:cNvSpPr txBox="1">
            <a:spLocks noGrp="1"/>
          </p:cNvSpPr>
          <p:nvPr>
            <p:ph type="sldNum" idx="12"/>
          </p:nvPr>
        </p:nvSpPr>
        <p:spPr>
          <a:xfrm>
            <a:off x="4278960" y="10157400"/>
            <a:ext cx="3280800" cy="5343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Clr>
                <a:srgbClr val="000000"/>
              </a:buClr>
              <a:buFont typeface="Arial"/>
              <a:buNone/>
            </a:pPr>
            <a:fld id="{00000000-1234-1234-1234-123412341234}" type="slidenum">
              <a:rPr lang="en"/>
              <a:t>41</a:t>
            </a:fld>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63"/>
        <p:cNvGrpSpPr/>
        <p:nvPr/>
      </p:nvGrpSpPr>
      <p:grpSpPr>
        <a:xfrm>
          <a:off x="0" y="0"/>
          <a:ext cx="0" cy="0"/>
          <a:chOff x="0" y="0"/>
          <a:chExt cx="0" cy="0"/>
        </a:xfrm>
      </p:grpSpPr>
      <p:sp>
        <p:nvSpPr>
          <p:cNvPr id="4364" name="Google Shape;4364;g13684232aad_0_160:notes"/>
          <p:cNvSpPr>
            <a:spLocks noGrp="1" noRot="1" noChangeAspect="1"/>
          </p:cNvSpPr>
          <p:nvPr>
            <p:ph type="sldImg" idx="2"/>
          </p:nvPr>
        </p:nvSpPr>
        <p:spPr>
          <a:xfrm>
            <a:off x="217488" y="812800"/>
            <a:ext cx="7124700" cy="4008438"/>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365" name="Google Shape;4365;g13684232aad_0_160:notes"/>
          <p:cNvSpPr txBox="1">
            <a:spLocks noGrp="1"/>
          </p:cNvSpPr>
          <p:nvPr>
            <p:ph type="body" idx="1"/>
          </p:nvPr>
        </p:nvSpPr>
        <p:spPr>
          <a:xfrm>
            <a:off x="756000" y="5078520"/>
            <a:ext cx="6047700" cy="4811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366" name="Google Shape;4366;g13684232aad_0_160:notes"/>
          <p:cNvSpPr txBox="1">
            <a:spLocks noGrp="1"/>
          </p:cNvSpPr>
          <p:nvPr>
            <p:ph type="sldNum" idx="12"/>
          </p:nvPr>
        </p:nvSpPr>
        <p:spPr>
          <a:xfrm>
            <a:off x="4278960" y="10157400"/>
            <a:ext cx="3280800" cy="5343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Clr>
                <a:srgbClr val="000000"/>
              </a:buClr>
              <a:buFont typeface="Arial"/>
              <a:buNone/>
            </a:pPr>
            <a:fld id="{00000000-1234-1234-1234-123412341234}" type="slidenum">
              <a:rPr lang="en"/>
              <a:t>42</a:t>
            </a:fld>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76"/>
        <p:cNvGrpSpPr/>
        <p:nvPr/>
      </p:nvGrpSpPr>
      <p:grpSpPr>
        <a:xfrm>
          <a:off x="0" y="0"/>
          <a:ext cx="0" cy="0"/>
          <a:chOff x="0" y="0"/>
          <a:chExt cx="0" cy="0"/>
        </a:xfrm>
      </p:grpSpPr>
      <p:sp>
        <p:nvSpPr>
          <p:cNvPr id="4377" name="Google Shape;4377;g13684232aad_0_173:notes"/>
          <p:cNvSpPr>
            <a:spLocks noGrp="1" noRot="1" noChangeAspect="1"/>
          </p:cNvSpPr>
          <p:nvPr>
            <p:ph type="sldImg" idx="2"/>
          </p:nvPr>
        </p:nvSpPr>
        <p:spPr>
          <a:xfrm>
            <a:off x="217488" y="812800"/>
            <a:ext cx="7124700" cy="4008438"/>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378" name="Google Shape;4378;g13684232aad_0_173:notes"/>
          <p:cNvSpPr txBox="1">
            <a:spLocks noGrp="1"/>
          </p:cNvSpPr>
          <p:nvPr>
            <p:ph type="body" idx="1"/>
          </p:nvPr>
        </p:nvSpPr>
        <p:spPr>
          <a:xfrm>
            <a:off x="756000" y="5078520"/>
            <a:ext cx="6047700" cy="4811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379" name="Google Shape;4379;g13684232aad_0_173:notes"/>
          <p:cNvSpPr txBox="1">
            <a:spLocks noGrp="1"/>
          </p:cNvSpPr>
          <p:nvPr>
            <p:ph type="sldNum" idx="12"/>
          </p:nvPr>
        </p:nvSpPr>
        <p:spPr>
          <a:xfrm>
            <a:off x="4278960" y="10157400"/>
            <a:ext cx="3280800" cy="5343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Clr>
                <a:srgbClr val="000000"/>
              </a:buClr>
              <a:buFont typeface="Arial"/>
              <a:buNone/>
            </a:pPr>
            <a:fld id="{00000000-1234-1234-1234-123412341234}" type="slidenum">
              <a:rPr lang="en"/>
              <a:t>43</a:t>
            </a:fld>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32"/>
        <p:cNvGrpSpPr/>
        <p:nvPr/>
      </p:nvGrpSpPr>
      <p:grpSpPr>
        <a:xfrm>
          <a:off x="0" y="0"/>
          <a:ext cx="0" cy="0"/>
          <a:chOff x="0" y="0"/>
          <a:chExt cx="0" cy="0"/>
        </a:xfrm>
      </p:grpSpPr>
      <p:sp>
        <p:nvSpPr>
          <p:cNvPr id="4433" name="Google Shape;4433;g13bfeaa7903_0_490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434" name="Google Shape;4434;g13bfeaa7903_0_490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298450" algn="l" rtl="0">
              <a:spcBef>
                <a:spcPts val="0"/>
              </a:spcBef>
              <a:spcAft>
                <a:spcPts val="0"/>
              </a:spcAft>
              <a:buSzPts val="1100"/>
              <a:buChar char="●"/>
            </a:pPr>
            <a:r>
              <a:rPr lang="en">
                <a:solidFill>
                  <a:schemeClr val="dk1"/>
                </a:solidFill>
              </a:rPr>
              <a:t>An outbound connector lets the Process invoke some outside system to do something (e.g., create a new opportunity in Salesforce). in BPMN, this would typically mean a Service Task, though it could also happen via a Message Throw Event.</a:t>
            </a:r>
            <a:endParaRPr>
              <a:solidFill>
                <a:schemeClr val="dk1"/>
              </a:solidFill>
            </a:endParaRPr>
          </a:p>
          <a:p>
            <a:pPr marL="457200" lvl="0" indent="-298450" algn="l" rtl="0">
              <a:spcBef>
                <a:spcPts val="0"/>
              </a:spcBef>
              <a:spcAft>
                <a:spcPts val="0"/>
              </a:spcAft>
              <a:buSzPts val="1100"/>
              <a:buChar char="●"/>
            </a:pPr>
            <a:r>
              <a:rPr lang="en">
                <a:solidFill>
                  <a:schemeClr val="dk1"/>
                </a:solidFill>
              </a:rPr>
              <a:t>An inbound connector means the process can be triggered by some outside system (e.g., Salesforce tells us that an opportunity was created). In BPMN, this would typically mean a Message Catch Event, though it could also happen via a Receive Task.</a:t>
            </a:r>
            <a:endParaRPr>
              <a:solidFill>
                <a:schemeClr val="dk1"/>
              </a:solidFill>
            </a:endParaRPr>
          </a:p>
          <a:p>
            <a:pPr marL="457200" lvl="0" indent="-298450" algn="l" rtl="0">
              <a:spcBef>
                <a:spcPts val="0"/>
              </a:spcBef>
              <a:spcAft>
                <a:spcPts val="0"/>
              </a:spcAft>
              <a:buClr>
                <a:schemeClr val="dk1"/>
              </a:buClr>
              <a:buSzPts val="1100"/>
              <a:buChar char="●"/>
            </a:pPr>
            <a:r>
              <a:rPr lang="en">
                <a:solidFill>
                  <a:schemeClr val="dk1"/>
                </a:solidFill>
              </a:rPr>
              <a:t>A big benefit of connectors is their reusability and ease of use. </a:t>
            </a:r>
            <a:endParaRPr>
              <a:solidFill>
                <a:schemeClr val="dk1"/>
              </a:solidFill>
            </a:endParaRPr>
          </a:p>
          <a:p>
            <a:pPr marL="914400" lvl="1" indent="-298450" algn="l" rtl="0">
              <a:spcBef>
                <a:spcPts val="0"/>
              </a:spcBef>
              <a:spcAft>
                <a:spcPts val="0"/>
              </a:spcAft>
              <a:buClr>
                <a:schemeClr val="dk1"/>
              </a:buClr>
              <a:buSzPts val="1100"/>
              <a:buChar char="○"/>
            </a:pPr>
            <a:r>
              <a:rPr lang="en">
                <a:solidFill>
                  <a:schemeClr val="dk1"/>
                </a:solidFill>
              </a:rPr>
              <a:t>We plan to make some connectors available out of the box with Camunda, but also are designing an integration framework that will allow you to create and provision your own connectors </a:t>
            </a:r>
            <a:endParaRPr>
              <a:solidFill>
                <a:schemeClr val="dk1"/>
              </a:solidFill>
            </a:endParaRPr>
          </a:p>
          <a:p>
            <a:pPr marL="914400" lvl="1" indent="-298450" algn="l" rtl="0">
              <a:spcBef>
                <a:spcPts val="0"/>
              </a:spcBef>
              <a:spcAft>
                <a:spcPts val="0"/>
              </a:spcAft>
              <a:buClr>
                <a:schemeClr val="dk1"/>
              </a:buClr>
              <a:buSzPts val="1100"/>
              <a:buChar char="○"/>
            </a:pPr>
            <a:r>
              <a:rPr lang="en">
                <a:solidFill>
                  <a:schemeClr val="dk1"/>
                </a:solidFill>
              </a:rPr>
              <a:t>In the future, we will enable you to discover existing connectors or publish your own through a marketplace</a:t>
            </a:r>
            <a:endParaRPr>
              <a:solidFill>
                <a:schemeClr val="dk1"/>
              </a:solidFill>
            </a:endParaRPr>
          </a:p>
          <a:p>
            <a:pPr marL="914400" lvl="1" indent="-298450" algn="l" rtl="0">
              <a:spcBef>
                <a:spcPts val="0"/>
              </a:spcBef>
              <a:spcAft>
                <a:spcPts val="0"/>
              </a:spcAft>
              <a:buClr>
                <a:schemeClr val="dk1"/>
              </a:buClr>
              <a:buSzPts val="1100"/>
              <a:buChar char="○"/>
            </a:pPr>
            <a:r>
              <a:rPr lang="en">
                <a:solidFill>
                  <a:schemeClr val="dk1"/>
                </a:solidFill>
              </a:rPr>
              <a:t>[Partners may also be interested in bringing their own connectors]</a:t>
            </a:r>
            <a:endParaRPr>
              <a:solidFill>
                <a:schemeClr val="dk1"/>
              </a:solidFill>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70"/>
        <p:cNvGrpSpPr/>
        <p:nvPr/>
      </p:nvGrpSpPr>
      <p:grpSpPr>
        <a:xfrm>
          <a:off x="0" y="0"/>
          <a:ext cx="0" cy="0"/>
          <a:chOff x="0" y="0"/>
          <a:chExt cx="0" cy="0"/>
        </a:xfrm>
      </p:grpSpPr>
      <p:sp>
        <p:nvSpPr>
          <p:cNvPr id="4471" name="Google Shape;4471;g13684232aad_0_229:notes"/>
          <p:cNvSpPr>
            <a:spLocks noGrp="1" noRot="1" noChangeAspect="1"/>
          </p:cNvSpPr>
          <p:nvPr>
            <p:ph type="sldImg" idx="2"/>
          </p:nvPr>
        </p:nvSpPr>
        <p:spPr>
          <a:xfrm>
            <a:off x="217488" y="812800"/>
            <a:ext cx="7124700" cy="4008438"/>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472" name="Google Shape;4472;g13684232aad_0_229:notes"/>
          <p:cNvSpPr txBox="1">
            <a:spLocks noGrp="1"/>
          </p:cNvSpPr>
          <p:nvPr>
            <p:ph type="body" idx="1"/>
          </p:nvPr>
        </p:nvSpPr>
        <p:spPr>
          <a:xfrm>
            <a:off x="756000" y="5078520"/>
            <a:ext cx="6047700" cy="4811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b="1">
                <a:solidFill>
                  <a:schemeClr val="dk1"/>
                </a:solidFill>
              </a:rPr>
              <a:t>MAIN TAKEAWAYS</a:t>
            </a:r>
            <a:endParaRPr b="1">
              <a:solidFill>
                <a:schemeClr val="dk1"/>
              </a:solidFill>
            </a:endParaRPr>
          </a:p>
          <a:p>
            <a:pPr marL="457200" lvl="0" indent="-298450" algn="l" rtl="0">
              <a:spcBef>
                <a:spcPts val="0"/>
              </a:spcBef>
              <a:spcAft>
                <a:spcPts val="0"/>
              </a:spcAft>
              <a:buClr>
                <a:schemeClr val="dk1"/>
              </a:buClr>
              <a:buSzPts val="1100"/>
              <a:buAutoNum type="arabicPeriod"/>
            </a:pPr>
            <a:r>
              <a:rPr lang="en" b="1">
                <a:solidFill>
                  <a:schemeClr val="dk1"/>
                </a:solidFill>
              </a:rPr>
              <a:t>FASTER</a:t>
            </a:r>
            <a:r>
              <a:rPr lang="en">
                <a:solidFill>
                  <a:schemeClr val="dk1"/>
                </a:solidFill>
              </a:rPr>
              <a:t>: Streamlined UX for easy onboarding and getting things done with less time logged in</a:t>
            </a:r>
            <a:endParaRPr>
              <a:solidFill>
                <a:schemeClr val="dk1"/>
              </a:solidFill>
            </a:endParaRPr>
          </a:p>
          <a:p>
            <a:pPr marL="457200" lvl="0" indent="-298450" algn="l" rtl="0">
              <a:spcBef>
                <a:spcPts val="0"/>
              </a:spcBef>
              <a:spcAft>
                <a:spcPts val="0"/>
              </a:spcAft>
              <a:buClr>
                <a:schemeClr val="dk1"/>
              </a:buClr>
              <a:buSzPts val="1100"/>
              <a:buAutoNum type="arabicPeriod"/>
            </a:pPr>
            <a:r>
              <a:rPr lang="en" b="1">
                <a:solidFill>
                  <a:schemeClr val="dk1"/>
                </a:solidFill>
              </a:rPr>
              <a:t>EASIER</a:t>
            </a:r>
            <a:r>
              <a:rPr lang="en">
                <a:solidFill>
                  <a:schemeClr val="dk1"/>
                </a:solidFill>
              </a:rPr>
              <a:t>: Notifications and telling you when something interesting happens with one of your processes</a:t>
            </a:r>
            <a:endParaRPr>
              <a:solidFill>
                <a:schemeClr val="dk1"/>
              </a:solidFill>
            </a:endParaRPr>
          </a:p>
          <a:p>
            <a:pPr marL="457200" lvl="0" indent="-298450" algn="l" rtl="0">
              <a:spcBef>
                <a:spcPts val="0"/>
              </a:spcBef>
              <a:spcAft>
                <a:spcPts val="0"/>
              </a:spcAft>
              <a:buClr>
                <a:schemeClr val="dk1"/>
              </a:buClr>
              <a:buSzPts val="1100"/>
              <a:buAutoNum type="arabicPeriod"/>
            </a:pPr>
            <a:r>
              <a:rPr lang="en" b="1">
                <a:solidFill>
                  <a:schemeClr val="dk1"/>
                </a:solidFill>
              </a:rPr>
              <a:t>SMARTER:</a:t>
            </a:r>
            <a:r>
              <a:rPr lang="en">
                <a:solidFill>
                  <a:schemeClr val="dk1"/>
                </a:solidFill>
              </a:rPr>
              <a:t> Smart analytics to pinpoint what’s “interesting” without you spending time analyzing and configuring</a:t>
            </a:r>
            <a:endParaRPr>
              <a:solidFill>
                <a:schemeClr val="dk1"/>
              </a:solidFill>
            </a:endParaRPr>
          </a:p>
          <a:p>
            <a:pPr marL="0" lvl="0" indent="0" algn="l" rtl="0">
              <a:spcBef>
                <a:spcPts val="0"/>
              </a:spcBef>
              <a:spcAft>
                <a:spcPts val="0"/>
              </a:spcAft>
              <a:buClr>
                <a:schemeClr val="dk1"/>
              </a:buClr>
              <a:buSzPts val="1100"/>
              <a:buFont typeface="Arial"/>
              <a:buNone/>
            </a:pPr>
            <a:endParaRPr>
              <a:solidFill>
                <a:schemeClr val="dk1"/>
              </a:solidFill>
            </a:endParaRPr>
          </a:p>
          <a:p>
            <a:pPr marL="0" lvl="0" indent="0" algn="l" rtl="0">
              <a:spcBef>
                <a:spcPts val="0"/>
              </a:spcBef>
              <a:spcAft>
                <a:spcPts val="0"/>
              </a:spcAft>
              <a:buClr>
                <a:schemeClr val="dk1"/>
              </a:buClr>
              <a:buSzPts val="1100"/>
              <a:buFont typeface="Arial"/>
              <a:buNone/>
            </a:pPr>
            <a:endParaRPr>
              <a:solidFill>
                <a:schemeClr val="dk1"/>
              </a:solidFill>
            </a:endParaRPr>
          </a:p>
          <a:p>
            <a:pPr marL="0" lvl="0" indent="0" algn="l" rtl="0">
              <a:spcBef>
                <a:spcPts val="0"/>
              </a:spcBef>
              <a:spcAft>
                <a:spcPts val="0"/>
              </a:spcAft>
              <a:buNone/>
            </a:pPr>
            <a:endParaRPr/>
          </a:p>
        </p:txBody>
      </p:sp>
      <p:sp>
        <p:nvSpPr>
          <p:cNvPr id="4473" name="Google Shape;4473;g13684232aad_0_229:notes"/>
          <p:cNvSpPr txBox="1">
            <a:spLocks noGrp="1"/>
          </p:cNvSpPr>
          <p:nvPr>
            <p:ph type="sldNum" idx="12"/>
          </p:nvPr>
        </p:nvSpPr>
        <p:spPr>
          <a:xfrm>
            <a:off x="4278960" y="10157400"/>
            <a:ext cx="3280800" cy="5343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Clr>
                <a:srgbClr val="000000"/>
              </a:buClr>
              <a:buFont typeface="Arial"/>
              <a:buNone/>
            </a:pPr>
            <a:fld id="{00000000-1234-1234-1234-123412341234}" type="slidenum">
              <a:rPr lang="en"/>
              <a:t>45</a:t>
            </a:fld>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33"/>
        <p:cNvGrpSpPr/>
        <p:nvPr/>
      </p:nvGrpSpPr>
      <p:grpSpPr>
        <a:xfrm>
          <a:off x="0" y="0"/>
          <a:ext cx="0" cy="0"/>
          <a:chOff x="0" y="0"/>
          <a:chExt cx="0" cy="0"/>
        </a:xfrm>
      </p:grpSpPr>
      <p:sp>
        <p:nvSpPr>
          <p:cNvPr id="4534" name="Google Shape;4534;g13bfeaa7903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535" name="Google Shape;4535;g13bfeaa7903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55"/>
        <p:cNvGrpSpPr/>
        <p:nvPr/>
      </p:nvGrpSpPr>
      <p:grpSpPr>
        <a:xfrm>
          <a:off x="0" y="0"/>
          <a:ext cx="0" cy="0"/>
          <a:chOff x="0" y="0"/>
          <a:chExt cx="0" cy="0"/>
        </a:xfrm>
      </p:grpSpPr>
      <p:sp>
        <p:nvSpPr>
          <p:cNvPr id="4556" name="Google Shape;4556;g13bfeaa7903_0_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557" name="Google Shape;4557;g13bfeaa7903_0_2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90"/>
        <p:cNvGrpSpPr/>
        <p:nvPr/>
      </p:nvGrpSpPr>
      <p:grpSpPr>
        <a:xfrm>
          <a:off x="0" y="0"/>
          <a:ext cx="0" cy="0"/>
          <a:chOff x="0" y="0"/>
          <a:chExt cx="0" cy="0"/>
        </a:xfrm>
      </p:grpSpPr>
      <p:sp>
        <p:nvSpPr>
          <p:cNvPr id="4591" name="Google Shape;4591;g13bfeaa7903_0_5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592" name="Google Shape;4592;g13bfeaa7903_0_5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17"/>
        <p:cNvGrpSpPr/>
        <p:nvPr/>
      </p:nvGrpSpPr>
      <p:grpSpPr>
        <a:xfrm>
          <a:off x="0" y="0"/>
          <a:ext cx="0" cy="0"/>
          <a:chOff x="0" y="0"/>
          <a:chExt cx="0" cy="0"/>
        </a:xfrm>
      </p:grpSpPr>
      <p:sp>
        <p:nvSpPr>
          <p:cNvPr id="4618" name="Google Shape;4618;g13bfeaa7903_0_1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19" name="Google Shape;4619;g13bfeaa7903_0_1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1200"/>
              </a:spcBef>
              <a:spcAft>
                <a:spcPts val="0"/>
              </a:spcAft>
              <a:buClr>
                <a:schemeClr val="dk1"/>
              </a:buClr>
              <a:buSzPts val="1100"/>
              <a:buFont typeface="Arial"/>
              <a:buNone/>
            </a:pPr>
            <a:r>
              <a:rPr lang="en">
                <a:solidFill>
                  <a:schemeClr val="dk1"/>
                </a:solidFill>
              </a:rPr>
              <a:t>Here is a picture showing a Zeebe Camunda Platform Cluster in more detail.</a:t>
            </a:r>
            <a:br>
              <a:rPr lang="en">
                <a:solidFill>
                  <a:schemeClr val="dk1"/>
                </a:solidFill>
              </a:rPr>
            </a:br>
            <a:r>
              <a:rPr lang="en">
                <a:solidFill>
                  <a:schemeClr val="dk1"/>
                </a:solidFill>
              </a:rPr>
              <a:t/>
            </a:r>
            <a:br>
              <a:rPr lang="en">
                <a:solidFill>
                  <a:schemeClr val="dk1"/>
                </a:solidFill>
              </a:rPr>
            </a:br>
            <a:r>
              <a:rPr lang="en">
                <a:solidFill>
                  <a:schemeClr val="dk1"/>
                </a:solidFill>
              </a:rPr>
              <a:t>On the left, you’ll  see the different kinds of workflow client connections you can establish through a secure gRPC connection.</a:t>
            </a:r>
            <a:endParaRPr>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
                <a:solidFill>
                  <a:schemeClr val="dk1"/>
                </a:solidFill>
              </a:rPr>
              <a:t>On the right, you’ll see that our streaming exporter hands data over real time to Elasticsearch, which acts as a data source for our other tools like Operate and Tasklist. More on those shortly. </a:t>
            </a:r>
            <a:endParaRPr>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
                <a:solidFill>
                  <a:schemeClr val="dk1"/>
                </a:solidFill>
              </a:rPr>
              <a:t>Everything runs on Kubernetes which is great for decoupling and high availability</a:t>
            </a:r>
            <a:endParaRPr>
              <a:solidFill>
                <a:schemeClr val="dk1"/>
              </a:solidFill>
            </a:endParaRPr>
          </a:p>
          <a:p>
            <a:pPr marL="0" lvl="0" indent="0" algn="l" rtl="0">
              <a:spcBef>
                <a:spcPts val="1200"/>
              </a:spcBef>
              <a:spcAft>
                <a:spcPts val="0"/>
              </a:spcAft>
              <a:buClr>
                <a:schemeClr val="dk1"/>
              </a:buClr>
              <a:buSzPts val="1100"/>
              <a:buFont typeface="Arial"/>
              <a:buNone/>
            </a:pPr>
            <a:r>
              <a:rPr lang="en">
                <a:solidFill>
                  <a:schemeClr val="dk1"/>
                </a:solidFill>
              </a:rPr>
              <a:t>------------------------------------------------------------</a:t>
            </a:r>
            <a:endParaRPr>
              <a:solidFill>
                <a:schemeClr val="dk1"/>
              </a:solidFill>
            </a:endParaRPr>
          </a:p>
          <a:p>
            <a:pPr marL="0" lvl="0" indent="0" algn="l" rtl="0">
              <a:spcBef>
                <a:spcPts val="0"/>
              </a:spcBef>
              <a:spcAft>
                <a:spcPts val="0"/>
              </a:spcAft>
              <a:buClr>
                <a:schemeClr val="dk1"/>
              </a:buClr>
              <a:buSzPts val="1100"/>
              <a:buFont typeface="Arial"/>
              <a:buNone/>
            </a:pP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Provides cloud-native building blocks that are decoupled and can be scaled individually.</a:t>
            </a: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gRPC &lt;-&gt; Multiple clients …</a:t>
            </a: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Mention different exporters </a:t>
            </a:r>
            <a:endParaRPr>
              <a:solidFill>
                <a:schemeClr val="dk1"/>
              </a:solidFill>
            </a:endParaRPr>
          </a:p>
          <a:p>
            <a:pPr marL="0" lvl="0" indent="0" algn="l" rtl="0">
              <a:spcBef>
                <a:spcPts val="0"/>
              </a:spcBef>
              <a:spcAft>
                <a:spcPts val="0"/>
              </a:spcAft>
              <a:buClr>
                <a:schemeClr val="dk1"/>
              </a:buClr>
              <a:buSzPts val="1100"/>
              <a:buFont typeface="Arial"/>
              <a:buNone/>
            </a:pPr>
            <a:endParaRPr>
              <a:solidFill>
                <a:schemeClr val="dk1"/>
              </a:solidFill>
            </a:endParaRPr>
          </a:p>
          <a:p>
            <a:pPr marL="0" lvl="0" indent="0" algn="l" rtl="0">
              <a:lnSpc>
                <a:spcPct val="115000"/>
              </a:lnSpc>
              <a:spcBef>
                <a:spcPts val="1200"/>
              </a:spcBef>
              <a:spcAft>
                <a:spcPts val="1200"/>
              </a:spcAft>
              <a:buClr>
                <a:schemeClr val="dk1"/>
              </a:buClr>
              <a:buSzPts val="1100"/>
              <a:buFont typeface="Arial"/>
              <a:buNone/>
            </a:pPr>
            <a:r>
              <a:rPr lang="en">
                <a:solidFill>
                  <a:schemeClr val="dk1"/>
                </a:solidFill>
              </a:rPr>
              <a:t>Zeebe implements the</a:t>
            </a:r>
            <a:r>
              <a:rPr lang="en">
                <a:solidFill>
                  <a:schemeClr val="dk1"/>
                </a:solidFill>
                <a:uFill>
                  <a:noFill/>
                </a:uFill>
                <a:hlinkClick r:id="rId3">
                  <a:extLst>
                    <a:ext uri="{A12FA001-AC4F-418D-AE19-62706E023703}">
                      <ahyp:hlinkClr xmlns:ahyp="http://schemas.microsoft.com/office/drawing/2018/hyperlinkcolor" xmlns="" val="tx"/>
                    </a:ext>
                  </a:extLst>
                </a:hlinkClick>
              </a:rPr>
              <a:t> </a:t>
            </a:r>
            <a:r>
              <a:rPr lang="en">
                <a:solidFill>
                  <a:schemeClr val="dk1"/>
                </a:solidFill>
              </a:rPr>
              <a:t>Gossip protocol to know which brokers are currently part of the cluster. The cluster is bootstrapped using a set of well-known bootstrap brokers, to which the others can connect. </a:t>
            </a:r>
            <a:br>
              <a:rPr lang="en">
                <a:solidFill>
                  <a:schemeClr val="dk1"/>
                </a:solidFill>
              </a:rPr>
            </a:br>
            <a:r>
              <a:rPr lang="en">
                <a:solidFill>
                  <a:schemeClr val="dk1"/>
                </a:solidFill>
              </a:rPr>
              <a:t>To achieve this, each broker must have at least one bootstrap broker as its initial contact point in their configuration.</a:t>
            </a:r>
            <a:br>
              <a:rPr lang="en">
                <a:solidFill>
                  <a:schemeClr val="dk1"/>
                </a:solidFill>
              </a:rPr>
            </a:br>
            <a:r>
              <a:rPr lang="en">
                <a:solidFill>
                  <a:schemeClr val="dk1"/>
                </a:solidFill>
              </a:rPr>
              <a:t>When a broker is connected to the cluster for the first time, it fetches the topology from the initial contact points and starts gossiping with the other brokers. Brokers keep cluster topology locally across restarts</a:t>
            </a:r>
            <a:endParaRPr>
              <a:solidFill>
                <a:schemeClr val="dk1"/>
              </a:solidFill>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66"/>
        <p:cNvGrpSpPr/>
        <p:nvPr/>
      </p:nvGrpSpPr>
      <p:grpSpPr>
        <a:xfrm>
          <a:off x="0" y="0"/>
          <a:ext cx="0" cy="0"/>
          <a:chOff x="0" y="0"/>
          <a:chExt cx="0" cy="0"/>
        </a:xfrm>
      </p:grpSpPr>
      <p:sp>
        <p:nvSpPr>
          <p:cNvPr id="4667" name="Google Shape;4667;g13bfeaa7903_0_17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68" name="Google Shape;4668;g13bfeaa7903_0_17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—-------------------------------------------------------------------------------------------------------------------------TALK TRACK—------------------------------------------------------</a:t>
            </a:r>
            <a:endParaRPr>
              <a:solidFill>
                <a:schemeClr val="dk1"/>
              </a:solidFill>
            </a:endParaRPr>
          </a:p>
          <a:p>
            <a:pPr marL="0" lvl="0" indent="0" algn="l" rtl="0">
              <a:spcBef>
                <a:spcPts val="0"/>
              </a:spcBef>
              <a:spcAft>
                <a:spcPts val="0"/>
              </a:spcAft>
              <a:buClr>
                <a:schemeClr val="dk1"/>
              </a:buClr>
              <a:buSzPts val="1100"/>
              <a:buFont typeface="Arial"/>
              <a:buNone/>
            </a:pPr>
            <a:endParaRPr>
              <a:solidFill>
                <a:schemeClr val="dk1"/>
              </a:solidFill>
            </a:endParaRPr>
          </a:p>
          <a:p>
            <a:pPr marL="457200" lvl="0" indent="-298450" algn="l" rtl="0">
              <a:spcBef>
                <a:spcPts val="0"/>
              </a:spcBef>
              <a:spcAft>
                <a:spcPts val="0"/>
              </a:spcAft>
              <a:buClr>
                <a:schemeClr val="dk1"/>
              </a:buClr>
              <a:buSzPts val="1100"/>
              <a:buChar char="●"/>
            </a:pPr>
            <a:r>
              <a:rPr lang="en">
                <a:solidFill>
                  <a:schemeClr val="dk1"/>
                </a:solidFill>
              </a:rPr>
              <a:t>Let’s say we have an incoming client request to start a process instance</a:t>
            </a:r>
            <a:endParaRPr>
              <a:solidFill>
                <a:schemeClr val="dk1"/>
              </a:solidFill>
            </a:endParaRPr>
          </a:p>
          <a:p>
            <a:pPr marL="914400" lvl="1" indent="-298450" algn="l" rtl="0">
              <a:spcBef>
                <a:spcPts val="0"/>
              </a:spcBef>
              <a:spcAft>
                <a:spcPts val="0"/>
              </a:spcAft>
              <a:buClr>
                <a:schemeClr val="dk1"/>
              </a:buClr>
              <a:buSzPts val="1100"/>
              <a:buChar char="○"/>
            </a:pPr>
            <a:r>
              <a:rPr lang="en">
                <a:solidFill>
                  <a:schemeClr val="dk1"/>
                </a:solidFill>
              </a:rPr>
              <a:t>That request is first written to an append only log stream on the leader Zeebe partition, which is essentially a log file on disk in binary format</a:t>
            </a:r>
            <a:endParaRPr>
              <a:solidFill>
                <a:schemeClr val="dk1"/>
              </a:solidFill>
            </a:endParaRPr>
          </a:p>
          <a:p>
            <a:pPr marL="914400" lvl="1" indent="-298450" algn="l" rtl="0">
              <a:spcBef>
                <a:spcPts val="0"/>
              </a:spcBef>
              <a:spcAft>
                <a:spcPts val="0"/>
              </a:spcAft>
              <a:buClr>
                <a:schemeClr val="dk1"/>
              </a:buClr>
              <a:buSzPts val="1100"/>
              <a:buChar char="○"/>
            </a:pPr>
            <a:r>
              <a:rPr lang="en">
                <a:solidFill>
                  <a:schemeClr val="dk1"/>
                </a:solidFill>
              </a:rPr>
              <a:t>Once this write has finished, the request is spread among other follower brokers/partitions to replicate data and assure persistence in the case of node failure</a:t>
            </a:r>
            <a:endParaRPr>
              <a:solidFill>
                <a:schemeClr val="dk1"/>
              </a:solidFill>
            </a:endParaRPr>
          </a:p>
          <a:p>
            <a:pPr marL="457200" lvl="0" indent="-298450" algn="l" rtl="0">
              <a:spcBef>
                <a:spcPts val="0"/>
              </a:spcBef>
              <a:spcAft>
                <a:spcPts val="0"/>
              </a:spcAft>
              <a:buClr>
                <a:schemeClr val="dk1"/>
              </a:buClr>
              <a:buSzPts val="1100"/>
              <a:buChar char="●"/>
            </a:pPr>
            <a:r>
              <a:rPr lang="en">
                <a:solidFill>
                  <a:schemeClr val="dk1"/>
                </a:solidFill>
              </a:rPr>
              <a:t>Zeebe now begins processing this  ‘process start’ event</a:t>
            </a:r>
            <a:endParaRPr>
              <a:solidFill>
                <a:schemeClr val="dk1"/>
              </a:solidFill>
            </a:endParaRPr>
          </a:p>
          <a:p>
            <a:pPr marL="914400" lvl="1" indent="-298450" algn="l" rtl="0">
              <a:spcBef>
                <a:spcPts val="0"/>
              </a:spcBef>
              <a:spcAft>
                <a:spcPts val="0"/>
              </a:spcAft>
              <a:buClr>
                <a:schemeClr val="dk1"/>
              </a:buClr>
              <a:buSzPts val="1100"/>
              <a:buChar char="○"/>
            </a:pPr>
            <a:r>
              <a:rPr lang="en">
                <a:solidFill>
                  <a:schemeClr val="dk1"/>
                </a:solidFill>
              </a:rPr>
              <a:t>Zeebe is implemented as a set of stream processors</a:t>
            </a:r>
            <a:endParaRPr>
              <a:solidFill>
                <a:schemeClr val="dk1"/>
              </a:solidFill>
            </a:endParaRPr>
          </a:p>
          <a:p>
            <a:pPr marL="914400" lvl="1" indent="-298450" algn="l" rtl="0">
              <a:spcBef>
                <a:spcPts val="0"/>
              </a:spcBef>
              <a:spcAft>
                <a:spcPts val="0"/>
              </a:spcAft>
              <a:buClr>
                <a:schemeClr val="dk1"/>
              </a:buClr>
              <a:buSzPts val="1100"/>
              <a:buChar char="○"/>
            </a:pPr>
            <a:r>
              <a:rPr lang="en">
                <a:solidFill>
                  <a:schemeClr val="dk1"/>
                </a:solidFill>
              </a:rPr>
              <a:t>Those processors emit NEW events on what has happened with the process (i.e. these new events signal that a process has indeed started)</a:t>
            </a:r>
            <a:endParaRPr>
              <a:solidFill>
                <a:schemeClr val="dk1"/>
              </a:solidFill>
            </a:endParaRPr>
          </a:p>
          <a:p>
            <a:pPr marL="1371600" lvl="2" indent="-298450" algn="l" rtl="0">
              <a:spcBef>
                <a:spcPts val="0"/>
              </a:spcBef>
              <a:spcAft>
                <a:spcPts val="0"/>
              </a:spcAft>
              <a:buClr>
                <a:schemeClr val="dk1"/>
              </a:buClr>
              <a:buSzPts val="1100"/>
              <a:buChar char="■"/>
            </a:pPr>
            <a:r>
              <a:rPr lang="en">
                <a:solidFill>
                  <a:schemeClr val="dk1"/>
                </a:solidFill>
              </a:rPr>
              <a:t>this information also replicates to follower nodes, and only then after is the ‘local state’ updated</a:t>
            </a:r>
            <a:endParaRPr>
              <a:solidFill>
                <a:schemeClr val="dk1"/>
              </a:solidFill>
            </a:endParaRPr>
          </a:p>
          <a:p>
            <a:pPr marL="1371600" lvl="2" indent="-298450" algn="l" rtl="0">
              <a:spcBef>
                <a:spcPts val="0"/>
              </a:spcBef>
              <a:spcAft>
                <a:spcPts val="0"/>
              </a:spcAft>
              <a:buClr>
                <a:schemeClr val="dk1"/>
              </a:buClr>
              <a:buSzPts val="1100"/>
              <a:buChar char="■"/>
            </a:pPr>
            <a:r>
              <a:rPr lang="en">
                <a:solidFill>
                  <a:schemeClr val="dk1"/>
                </a:solidFill>
              </a:rPr>
              <a:t>For those who are unfamiliar with ‘local state’, it’s a materialized view of all observed events</a:t>
            </a:r>
            <a:endParaRPr>
              <a:solidFill>
                <a:schemeClr val="dk1"/>
              </a:solidFill>
            </a:endParaRPr>
          </a:p>
          <a:p>
            <a:pPr marL="1828800" lvl="3" indent="-298450" algn="l" rtl="0">
              <a:spcBef>
                <a:spcPts val="0"/>
              </a:spcBef>
              <a:spcAft>
                <a:spcPts val="0"/>
              </a:spcAft>
              <a:buClr>
                <a:schemeClr val="dk1"/>
              </a:buClr>
              <a:buSzPts val="1100"/>
              <a:buChar char="●"/>
            </a:pPr>
            <a:r>
              <a:rPr lang="en">
                <a:solidFill>
                  <a:schemeClr val="dk1"/>
                </a:solidFill>
              </a:rPr>
              <a:t>Camunda Cloud utilizes RocksDB for this, a persistent key-value store technology created by Facebook</a:t>
            </a:r>
            <a:endParaRPr>
              <a:solidFill>
                <a:schemeClr val="dk1"/>
              </a:solidFill>
            </a:endParaRPr>
          </a:p>
          <a:p>
            <a:pPr marL="914400" lvl="1" indent="-298450" algn="l" rtl="0">
              <a:spcBef>
                <a:spcPts val="0"/>
              </a:spcBef>
              <a:spcAft>
                <a:spcPts val="0"/>
              </a:spcAft>
              <a:buClr>
                <a:schemeClr val="dk1"/>
              </a:buClr>
              <a:buSzPts val="1100"/>
              <a:buChar char="○"/>
            </a:pPr>
            <a:r>
              <a:rPr lang="en">
                <a:solidFill>
                  <a:schemeClr val="dk1"/>
                </a:solidFill>
              </a:rPr>
              <a:t>After the local state has been updated and persistence has been assured, the engine signals back to the client that the process instance has started</a:t>
            </a:r>
            <a:endParaRPr>
              <a:solidFill>
                <a:schemeClr val="dk1"/>
              </a:solidFill>
            </a:endParaRPr>
          </a:p>
          <a:p>
            <a:pPr marL="914400" lvl="1" indent="-298450" algn="l" rtl="0">
              <a:spcBef>
                <a:spcPts val="0"/>
              </a:spcBef>
              <a:spcAft>
                <a:spcPts val="0"/>
              </a:spcAft>
              <a:buClr>
                <a:schemeClr val="dk1"/>
              </a:buClr>
              <a:buSzPts val="1100"/>
              <a:buChar char="○"/>
            </a:pPr>
            <a:r>
              <a:rPr lang="en">
                <a:solidFill>
                  <a:schemeClr val="dk1"/>
                </a:solidFill>
              </a:rPr>
              <a:t>the fact that Zeebe interprets process automation as event stream processing lends itself nicely to modern CPU and memory architectures, and also storage</a:t>
            </a:r>
            <a:endParaRPr>
              <a:solidFill>
                <a:schemeClr val="dk1"/>
              </a:solidFill>
            </a:endParaRPr>
          </a:p>
          <a:p>
            <a:pPr marL="0" lvl="0" indent="0" algn="l" rtl="0">
              <a:spcBef>
                <a:spcPts val="0"/>
              </a:spcBef>
              <a:spcAft>
                <a:spcPts val="0"/>
              </a:spcAft>
              <a:buClr>
                <a:schemeClr val="dk1"/>
              </a:buClr>
              <a:buSzPts val="1100"/>
              <a:buFont typeface="Arial"/>
              <a:buNone/>
            </a:pP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—-------------------------------------------------------------------------------------------------------------------------EXISTING NOTES—------------------------------------------------------</a:t>
            </a:r>
            <a:endParaRPr>
              <a:solidFill>
                <a:schemeClr val="dk1"/>
              </a:solidFill>
            </a:endParaRPr>
          </a:p>
          <a:p>
            <a:pPr marL="0" lvl="0" indent="0" algn="l" rtl="0">
              <a:spcBef>
                <a:spcPts val="0"/>
              </a:spcBef>
              <a:spcAft>
                <a:spcPts val="0"/>
              </a:spcAft>
              <a:buClr>
                <a:schemeClr val="dk1"/>
              </a:buClr>
              <a:buSzPts val="1100"/>
              <a:buFont typeface="Arial"/>
              <a:buNone/>
            </a:pP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For fault tolerance, data in a partition is replicated from the </a:t>
            </a:r>
            <a:r>
              <a:rPr lang="en" b="1">
                <a:solidFill>
                  <a:schemeClr val="dk1"/>
                </a:solidFill>
              </a:rPr>
              <a:t>leader</a:t>
            </a:r>
            <a:r>
              <a:rPr lang="en">
                <a:solidFill>
                  <a:schemeClr val="dk1"/>
                </a:solidFill>
              </a:rPr>
              <a:t> of the partition to its </a:t>
            </a:r>
            <a:r>
              <a:rPr lang="en" b="1">
                <a:solidFill>
                  <a:schemeClr val="dk1"/>
                </a:solidFill>
              </a:rPr>
              <a:t>followers</a:t>
            </a:r>
            <a:r>
              <a:rPr lang="en">
                <a:solidFill>
                  <a:schemeClr val="dk1"/>
                </a:solidFill>
              </a:rPr>
              <a:t>. Followers are other Zeebe broker nodes that maintain a copy of the partition without performing event processing.</a:t>
            </a:r>
            <a:endParaRPr>
              <a:solidFill>
                <a:schemeClr val="dk1"/>
              </a:solidFill>
            </a:endParaRPr>
          </a:p>
          <a:p>
            <a:pPr marL="0" lvl="0" indent="0" algn="l" rtl="0">
              <a:spcBef>
                <a:spcPts val="0"/>
              </a:spcBef>
              <a:spcAft>
                <a:spcPts val="0"/>
              </a:spcAft>
              <a:buClr>
                <a:schemeClr val="dk1"/>
              </a:buClr>
              <a:buSzPts val="1100"/>
              <a:buFont typeface="Arial"/>
              <a:buNone/>
            </a:pP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Before a new record on a partition can be processed, it must be replicated to a quorum (typically majority) of followers. This procedure is called </a:t>
            </a:r>
            <a:r>
              <a:rPr lang="en" b="1">
                <a:solidFill>
                  <a:schemeClr val="dk1"/>
                </a:solidFill>
              </a:rPr>
              <a:t>commit</a:t>
            </a:r>
            <a:r>
              <a:rPr lang="en">
                <a:solidFill>
                  <a:schemeClr val="dk1"/>
                </a:solidFill>
              </a:rPr>
              <a:t>. </a:t>
            </a:r>
            <a:br>
              <a:rPr lang="en">
                <a:solidFill>
                  <a:schemeClr val="dk1"/>
                </a:solidFill>
              </a:rPr>
            </a:br>
            <a:r>
              <a:rPr lang="en">
                <a:solidFill>
                  <a:schemeClr val="dk1"/>
                </a:solidFill>
              </a:rPr>
              <a:t>Committing ensures a record is durable even in case of complete data loss on an individual broker. The exact semantics of committing are defined by the raft protocol.</a:t>
            </a:r>
            <a:endParaRPr>
              <a:solidFill>
                <a:schemeClr val="dk1"/>
              </a:solidFill>
            </a:endParaRPr>
          </a:p>
          <a:p>
            <a:pPr marL="0" lvl="0" indent="0" algn="l" rtl="0">
              <a:spcBef>
                <a:spcPts val="0"/>
              </a:spcBef>
              <a:spcAft>
                <a:spcPts val="0"/>
              </a:spcAft>
              <a:buClr>
                <a:schemeClr val="dk1"/>
              </a:buClr>
              <a:buSzPts val="1100"/>
              <a:buFont typeface="Arial"/>
              <a:buNone/>
            </a:pP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Every state change in the process engine is called an </a:t>
            </a:r>
            <a:r>
              <a:rPr lang="en" i="1">
                <a:solidFill>
                  <a:schemeClr val="dk1"/>
                </a:solidFill>
              </a:rPr>
              <a:t>event</a:t>
            </a:r>
            <a:r>
              <a:rPr lang="en">
                <a:solidFill>
                  <a:schemeClr val="dk1"/>
                </a:solidFill>
              </a:rPr>
              <a:t>. Zeebe publishes every event as a record on the stream.</a:t>
            </a:r>
            <a:br>
              <a:rPr lang="en">
                <a:solidFill>
                  <a:schemeClr val="dk1"/>
                </a:solidFill>
              </a:rPr>
            </a:br>
            <a:r>
              <a:rPr lang="en">
                <a:solidFill>
                  <a:schemeClr val="dk1"/>
                </a:solidFill>
              </a:rPr>
              <a:t>State changes can be requested by submitting a </a:t>
            </a:r>
            <a:r>
              <a:rPr lang="en" i="1">
                <a:solidFill>
                  <a:schemeClr val="dk1"/>
                </a:solidFill>
              </a:rPr>
              <a:t>command</a:t>
            </a:r>
            <a:r>
              <a:rPr lang="en">
                <a:solidFill>
                  <a:schemeClr val="dk1"/>
                </a:solidFill>
              </a:rPr>
              <a:t>. A Zeebe broker receives commands from two sources:</a:t>
            </a:r>
            <a:endParaRPr>
              <a:solidFill>
                <a:schemeClr val="dk1"/>
              </a:solidFill>
            </a:endParaRPr>
          </a:p>
          <a:p>
            <a:pPr marL="457200" lvl="0" indent="-298450" algn="l" rtl="0">
              <a:lnSpc>
                <a:spcPct val="115000"/>
              </a:lnSpc>
              <a:spcBef>
                <a:spcPts val="1200"/>
              </a:spcBef>
              <a:spcAft>
                <a:spcPts val="0"/>
              </a:spcAft>
              <a:buClr>
                <a:schemeClr val="dk1"/>
              </a:buClr>
              <a:buSzPts val="1100"/>
              <a:buChar char="●"/>
            </a:pPr>
            <a:r>
              <a:rPr lang="en">
                <a:solidFill>
                  <a:schemeClr val="dk1"/>
                </a:solidFill>
              </a:rPr>
              <a:t>Clients send commands remotely. Examples: Deploying processes, starting process instances, creating and completing jobs, etc. (1)</a:t>
            </a:r>
            <a:endParaRPr>
              <a:solidFill>
                <a:schemeClr val="dk1"/>
              </a:solidFill>
            </a:endParaRPr>
          </a:p>
          <a:p>
            <a:pPr marL="457200" lvl="0" indent="-298450" algn="l" rtl="0">
              <a:lnSpc>
                <a:spcPct val="115000"/>
              </a:lnSpc>
              <a:spcBef>
                <a:spcPts val="0"/>
              </a:spcBef>
              <a:spcAft>
                <a:spcPts val="0"/>
              </a:spcAft>
              <a:buClr>
                <a:schemeClr val="dk1"/>
              </a:buClr>
              <a:buSzPts val="1100"/>
              <a:buChar char="●"/>
            </a:pPr>
            <a:r>
              <a:rPr lang="en">
                <a:solidFill>
                  <a:schemeClr val="dk1"/>
                </a:solidFill>
              </a:rPr>
              <a:t>The broker itself generates commands. For example, locking a job for exclusive processing by a worker. (4)</a:t>
            </a:r>
            <a:endParaRPr>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
                <a:solidFill>
                  <a:schemeClr val="dk1"/>
                </a:solidFill>
              </a:rPr>
              <a:t>Once received, a command is published as a record on the addressed stream.</a:t>
            </a:r>
            <a:endParaRPr>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
                <a:solidFill>
                  <a:schemeClr val="dk1"/>
                </a:solidFill>
              </a:rPr>
              <a:t>A stream processor reads the record stream sequentially and interprets the commands with respect to the addressed entity's lifecycle. More specifically, a stream processor repeatedly performs the following steps:</a:t>
            </a:r>
            <a:endParaRPr>
              <a:solidFill>
                <a:schemeClr val="dk1"/>
              </a:solidFill>
            </a:endParaRPr>
          </a:p>
          <a:p>
            <a:pPr marL="457200" lvl="0" indent="-298450" algn="l" rtl="0">
              <a:lnSpc>
                <a:spcPct val="115000"/>
              </a:lnSpc>
              <a:spcBef>
                <a:spcPts val="1200"/>
              </a:spcBef>
              <a:spcAft>
                <a:spcPts val="0"/>
              </a:spcAft>
              <a:buClr>
                <a:schemeClr val="dk1"/>
              </a:buClr>
              <a:buSzPts val="1100"/>
              <a:buChar char="●"/>
            </a:pPr>
            <a:r>
              <a:rPr lang="en">
                <a:solidFill>
                  <a:schemeClr val="dk1"/>
                </a:solidFill>
              </a:rPr>
              <a:t>Consume the next command from the stream (3).</a:t>
            </a:r>
            <a:endParaRPr>
              <a:solidFill>
                <a:schemeClr val="dk1"/>
              </a:solidFill>
            </a:endParaRPr>
          </a:p>
          <a:p>
            <a:pPr marL="457200" lvl="0" indent="-298450" algn="l" rtl="0">
              <a:lnSpc>
                <a:spcPct val="115000"/>
              </a:lnSpc>
              <a:spcBef>
                <a:spcPts val="0"/>
              </a:spcBef>
              <a:spcAft>
                <a:spcPts val="0"/>
              </a:spcAft>
              <a:buClr>
                <a:schemeClr val="dk1"/>
              </a:buClr>
              <a:buSzPts val="1100"/>
              <a:buChar char="●"/>
            </a:pPr>
            <a:r>
              <a:rPr lang="en">
                <a:solidFill>
                  <a:schemeClr val="dk1"/>
                </a:solidFill>
              </a:rPr>
              <a:t>Determine whether the command is applicable based on the state lifecycle and the entity's current state. If the command is not applicable, reject it. If the command is applicable, </a:t>
            </a:r>
            <a:endParaRPr>
              <a:solidFill>
                <a:schemeClr val="dk1"/>
              </a:solidFill>
            </a:endParaRPr>
          </a:p>
          <a:p>
            <a:pPr marL="914400" lvl="1" indent="-298450" algn="l" rtl="0">
              <a:lnSpc>
                <a:spcPct val="115000"/>
              </a:lnSpc>
              <a:spcBef>
                <a:spcPts val="0"/>
              </a:spcBef>
              <a:spcAft>
                <a:spcPts val="0"/>
              </a:spcAft>
              <a:buClr>
                <a:schemeClr val="dk1"/>
              </a:buClr>
              <a:buSzPts val="1100"/>
              <a:buChar char="○"/>
            </a:pPr>
            <a:r>
              <a:rPr lang="en">
                <a:solidFill>
                  <a:schemeClr val="dk1"/>
                </a:solidFill>
              </a:rPr>
              <a:t>apply it to the state machine.(4)</a:t>
            </a:r>
            <a:endParaRPr>
              <a:solidFill>
                <a:schemeClr val="dk1"/>
              </a:solidFill>
            </a:endParaRPr>
          </a:p>
          <a:p>
            <a:pPr marL="914400" lvl="1" indent="-298450" algn="l" rtl="0">
              <a:lnSpc>
                <a:spcPct val="115000"/>
              </a:lnSpc>
              <a:spcBef>
                <a:spcPts val="0"/>
              </a:spcBef>
              <a:spcAft>
                <a:spcPts val="0"/>
              </a:spcAft>
              <a:buClr>
                <a:schemeClr val="dk1"/>
              </a:buClr>
              <a:buSzPts val="1100"/>
              <a:buChar char="○"/>
            </a:pPr>
            <a:r>
              <a:rPr lang="en">
                <a:solidFill>
                  <a:schemeClr val="dk1"/>
                </a:solidFill>
              </a:rPr>
              <a:t>Publish an event reporting the entity's new state.(4)</a:t>
            </a:r>
            <a:endParaRPr>
              <a:solidFill>
                <a:schemeClr val="dk1"/>
              </a:solidFill>
            </a:endParaRPr>
          </a:p>
          <a:p>
            <a:pPr marL="457200" lvl="0" indent="-298450" algn="l" rtl="0">
              <a:lnSpc>
                <a:spcPct val="115000"/>
              </a:lnSpc>
              <a:spcBef>
                <a:spcPts val="0"/>
              </a:spcBef>
              <a:spcAft>
                <a:spcPts val="0"/>
              </a:spcAft>
              <a:buClr>
                <a:schemeClr val="dk1"/>
              </a:buClr>
              <a:buSzPts val="1100"/>
              <a:buChar char="●"/>
            </a:pPr>
            <a:r>
              <a:rPr lang="en">
                <a:solidFill>
                  <a:schemeClr val="dk1"/>
                </a:solidFill>
              </a:rPr>
              <a:t>If it was sent by a client, send a reply/response (can be success or error) (5).</a:t>
            </a:r>
            <a:endParaRPr>
              <a:solidFill>
                <a:schemeClr val="dk1"/>
              </a:solidFill>
            </a:endParaRPr>
          </a:p>
          <a:p>
            <a:pPr marL="0" lvl="0" indent="0" algn="l" rtl="0">
              <a:spcBef>
                <a:spcPts val="1200"/>
              </a:spcBef>
              <a:spcAft>
                <a:spcPts val="0"/>
              </a:spcAft>
              <a:buClr>
                <a:schemeClr val="dk1"/>
              </a:buClr>
              <a:buSzPts val="1100"/>
              <a:buFont typeface="Arial"/>
              <a:buNone/>
            </a:pPr>
            <a:r>
              <a:rPr lang="en">
                <a:solidFill>
                  <a:schemeClr val="dk1"/>
                </a:solidFill>
              </a:rPr>
              <a:t>---</a:t>
            </a: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Back-pressure: If the broker keeps accepting new requests from the client, the back log increases and the processing latency can grow beyond an acceptable time. To avoid such problems, Zeebe employs a back-pressure mechanism. When the broker receives more requests than it can process with an acceptable latency, it rejects some requests. The clients can retry them with an appropriate retry strategy. If the rejection rate is high, it indicates that the broker is constantly under high load. In that case, it is recommended to reduce the request rate.</a:t>
            </a:r>
            <a:endParaRPr>
              <a:solidFill>
                <a:schemeClr val="dk1"/>
              </a:solidFill>
            </a:endParaRPr>
          </a:p>
          <a:p>
            <a:pPr marL="0" lvl="0" indent="0" algn="l" rtl="0">
              <a:spcBef>
                <a:spcPts val="0"/>
              </a:spcBef>
              <a:spcAft>
                <a:spcPts val="0"/>
              </a:spcAft>
              <a:buClr>
                <a:schemeClr val="dk1"/>
              </a:buClr>
              <a:buSzPts val="1100"/>
              <a:buFont typeface="Arial"/>
              <a:buNone/>
            </a:pP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As per:</a:t>
            </a:r>
            <a:br>
              <a:rPr lang="en">
                <a:solidFill>
                  <a:schemeClr val="dk1"/>
                </a:solidFill>
              </a:rPr>
            </a:br>
            <a:r>
              <a:rPr lang="en" u="sng">
                <a:solidFill>
                  <a:schemeClr val="hlink"/>
                </a:solidFill>
                <a:hlinkClick r:id="rId3"/>
              </a:rPr>
              <a:t>https://docs.camunda.io/docs/components/zeebe/technical-concepts/exporters/</a:t>
            </a:r>
            <a:endParaRPr>
              <a:solidFill>
                <a:schemeClr val="dk1"/>
              </a:solidFill>
            </a:endParaRPr>
          </a:p>
          <a:p>
            <a:pPr marL="0" lvl="0" indent="0" algn="l" rtl="0">
              <a:spcBef>
                <a:spcPts val="0"/>
              </a:spcBef>
              <a:spcAft>
                <a:spcPts val="0"/>
              </a:spcAft>
              <a:buClr>
                <a:schemeClr val="dk1"/>
              </a:buClr>
              <a:buSzPts val="1100"/>
              <a:buFont typeface="Arial"/>
              <a:buNone/>
            </a:pPr>
            <a:endParaRPr>
              <a:solidFill>
                <a:schemeClr val="dk1"/>
              </a:solidFill>
            </a:endParaRPr>
          </a:p>
          <a:p>
            <a:pPr marL="0" lvl="0" indent="0" algn="l" rtl="0">
              <a:spcBef>
                <a:spcPts val="0"/>
              </a:spcBef>
              <a:spcAft>
                <a:spcPts val="0"/>
              </a:spcAft>
              <a:buClr>
                <a:schemeClr val="dk1"/>
              </a:buClr>
              <a:buSzPts val="1100"/>
              <a:buFont typeface="Arial"/>
              <a:buNone/>
            </a:pPr>
            <a:r>
              <a:rPr lang="en" sz="1200">
                <a:solidFill>
                  <a:srgbClr val="1C1E21"/>
                </a:solidFill>
                <a:latin typeface="IBM Plex Sans"/>
                <a:ea typeface="IBM Plex Sans"/>
                <a:cs typeface="IBM Plex Sans"/>
                <a:sym typeface="IBM Plex Sans"/>
              </a:rPr>
              <a:t>Once data is not needed by Zeebe anymore, it queries its exporters to know if it can be safely deleted, and if so, permanently erases it, thereby reducing disk usage.</a:t>
            </a:r>
            <a:endParaRPr>
              <a:solidFill>
                <a:schemeClr val="dk1"/>
              </a:solidFill>
            </a:endParaRPr>
          </a:p>
          <a:p>
            <a:pPr marL="0" lvl="0" indent="0" algn="l" rtl="0">
              <a:spcBef>
                <a:spcPts val="0"/>
              </a:spcBef>
              <a:spcAft>
                <a:spcPts val="0"/>
              </a:spcAft>
              <a:buNone/>
            </a:pP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35"/>
        <p:cNvGrpSpPr/>
        <p:nvPr/>
      </p:nvGrpSpPr>
      <p:grpSpPr>
        <a:xfrm>
          <a:off x="0" y="0"/>
          <a:ext cx="0" cy="0"/>
          <a:chOff x="0" y="0"/>
          <a:chExt cx="0" cy="0"/>
        </a:xfrm>
      </p:grpSpPr>
      <p:sp>
        <p:nvSpPr>
          <p:cNvPr id="4736" name="Google Shape;4736;g13bfeaa7903_0_25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737" name="Google Shape;4737;g13bfeaa7903_0_25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298450" algn="l" rtl="0">
              <a:lnSpc>
                <a:spcPct val="115000"/>
              </a:lnSpc>
              <a:spcBef>
                <a:spcPts val="1200"/>
              </a:spcBef>
              <a:spcAft>
                <a:spcPts val="0"/>
              </a:spcAft>
              <a:buClr>
                <a:schemeClr val="dk1"/>
              </a:buClr>
              <a:buSzPts val="1100"/>
              <a:buChar char="●"/>
            </a:pPr>
            <a:r>
              <a:rPr lang="en">
                <a:solidFill>
                  <a:schemeClr val="dk1"/>
                </a:solidFill>
              </a:rPr>
              <a:t>I mentioned leader and follower partitions on the last slide we discussed</a:t>
            </a:r>
            <a:endParaRPr>
              <a:solidFill>
                <a:schemeClr val="dk1"/>
              </a:solidFill>
            </a:endParaRPr>
          </a:p>
          <a:p>
            <a:pPr marL="457200" lvl="0" indent="-298450" algn="l" rtl="0">
              <a:lnSpc>
                <a:spcPct val="115000"/>
              </a:lnSpc>
              <a:spcBef>
                <a:spcPts val="0"/>
              </a:spcBef>
              <a:spcAft>
                <a:spcPts val="0"/>
              </a:spcAft>
              <a:buClr>
                <a:schemeClr val="dk1"/>
              </a:buClr>
              <a:buSzPts val="1100"/>
              <a:buChar char="●"/>
            </a:pPr>
            <a:r>
              <a:rPr lang="en">
                <a:solidFill>
                  <a:schemeClr val="dk1"/>
                </a:solidFill>
              </a:rPr>
              <a:t>This diagram provides a visual representation of them</a:t>
            </a:r>
            <a:endParaRPr>
              <a:solidFill>
                <a:schemeClr val="dk1"/>
              </a:solidFill>
            </a:endParaRPr>
          </a:p>
          <a:p>
            <a:pPr marL="457200" lvl="0" indent="-298450" algn="l" rtl="0">
              <a:lnSpc>
                <a:spcPct val="115000"/>
              </a:lnSpc>
              <a:spcBef>
                <a:spcPts val="0"/>
              </a:spcBef>
              <a:spcAft>
                <a:spcPts val="0"/>
              </a:spcAft>
              <a:buClr>
                <a:schemeClr val="dk1"/>
              </a:buClr>
              <a:buSzPts val="1100"/>
              <a:buChar char="●"/>
            </a:pPr>
            <a:r>
              <a:rPr lang="en">
                <a:solidFill>
                  <a:schemeClr val="dk1"/>
                </a:solidFill>
              </a:rPr>
              <a:t>Partitions (shards)</a:t>
            </a:r>
            <a:endParaRPr>
              <a:solidFill>
                <a:schemeClr val="dk1"/>
              </a:solidFill>
            </a:endParaRPr>
          </a:p>
          <a:p>
            <a:pPr marL="914400" lvl="1" indent="-298450" algn="l" rtl="0">
              <a:lnSpc>
                <a:spcPct val="115000"/>
              </a:lnSpc>
              <a:spcBef>
                <a:spcPts val="0"/>
              </a:spcBef>
              <a:spcAft>
                <a:spcPts val="0"/>
              </a:spcAft>
              <a:buClr>
                <a:schemeClr val="dk1"/>
              </a:buClr>
              <a:buSzPts val="1100"/>
              <a:buChar char="○"/>
            </a:pPr>
            <a:r>
              <a:rPr lang="en">
                <a:solidFill>
                  <a:schemeClr val="dk1"/>
                </a:solidFill>
              </a:rPr>
              <a:t>chunks of data</a:t>
            </a:r>
            <a:endParaRPr>
              <a:solidFill>
                <a:schemeClr val="dk1"/>
              </a:solidFill>
            </a:endParaRPr>
          </a:p>
          <a:p>
            <a:pPr marL="914400" lvl="1" indent="-298450" algn="l" rtl="0">
              <a:lnSpc>
                <a:spcPct val="115000"/>
              </a:lnSpc>
              <a:spcBef>
                <a:spcPts val="0"/>
              </a:spcBef>
              <a:spcAft>
                <a:spcPts val="0"/>
              </a:spcAft>
              <a:buClr>
                <a:schemeClr val="dk1"/>
              </a:buClr>
              <a:buSzPts val="1100"/>
              <a:buChar char="○"/>
            </a:pPr>
            <a:r>
              <a:rPr lang="en">
                <a:solidFill>
                  <a:schemeClr val="dk1"/>
                </a:solidFill>
              </a:rPr>
              <a:t>a persistent stream of process-related events</a:t>
            </a:r>
            <a:endParaRPr>
              <a:solidFill>
                <a:schemeClr val="dk1"/>
              </a:solidFill>
            </a:endParaRPr>
          </a:p>
          <a:p>
            <a:pPr marL="914400" lvl="1" indent="-298450" algn="l" rtl="0">
              <a:lnSpc>
                <a:spcPct val="115000"/>
              </a:lnSpc>
              <a:spcBef>
                <a:spcPts val="0"/>
              </a:spcBef>
              <a:spcAft>
                <a:spcPts val="0"/>
              </a:spcAft>
              <a:buClr>
                <a:schemeClr val="dk1"/>
              </a:buClr>
              <a:buSzPts val="1100"/>
              <a:buChar char="○"/>
            </a:pPr>
            <a:r>
              <a:rPr lang="en">
                <a:solidFill>
                  <a:schemeClr val="dk1"/>
                </a:solidFill>
              </a:rPr>
              <a:t>When starting a process instance, the GRPC gateway will decide which partition to start the process on, and the instance will never leave that partition </a:t>
            </a:r>
            <a:endParaRPr>
              <a:solidFill>
                <a:schemeClr val="dk1"/>
              </a:solidFill>
            </a:endParaRPr>
          </a:p>
          <a:p>
            <a:pPr marL="914400" lvl="1" indent="-298450" algn="l" rtl="0">
              <a:lnSpc>
                <a:spcPct val="115000"/>
              </a:lnSpc>
              <a:spcBef>
                <a:spcPts val="0"/>
              </a:spcBef>
              <a:spcAft>
                <a:spcPts val="0"/>
              </a:spcAft>
              <a:buClr>
                <a:schemeClr val="dk1"/>
              </a:buClr>
              <a:buSzPts val="1100"/>
              <a:buChar char="○"/>
            </a:pPr>
            <a:r>
              <a:rPr lang="en">
                <a:solidFill>
                  <a:schemeClr val="dk1"/>
                </a:solidFill>
              </a:rPr>
              <a:t>Not every broker needs to have all the data; a limited number of replicas exist for each partition</a:t>
            </a:r>
            <a:endParaRPr>
              <a:solidFill>
                <a:schemeClr val="dk1"/>
              </a:solidFill>
            </a:endParaRPr>
          </a:p>
          <a:p>
            <a:pPr marL="914400" lvl="1" indent="-298450" algn="l" rtl="0">
              <a:lnSpc>
                <a:spcPct val="115000"/>
              </a:lnSpc>
              <a:spcBef>
                <a:spcPts val="0"/>
              </a:spcBef>
              <a:spcAft>
                <a:spcPts val="0"/>
              </a:spcAft>
              <a:buClr>
                <a:schemeClr val="dk1"/>
              </a:buClr>
              <a:buSzPts val="1100"/>
              <a:buChar char="○"/>
            </a:pPr>
            <a:r>
              <a:rPr lang="en">
                <a:solidFill>
                  <a:schemeClr val="dk1"/>
                </a:solidFill>
              </a:rPr>
              <a:t>Scalability is easily attainable because of this setup</a:t>
            </a:r>
            <a:endParaRPr>
              <a:solidFill>
                <a:schemeClr val="dk1"/>
              </a:solidFill>
            </a:endParaRPr>
          </a:p>
          <a:p>
            <a:pPr marL="457200" lvl="0" indent="-298450" algn="l" rtl="0">
              <a:lnSpc>
                <a:spcPct val="115000"/>
              </a:lnSpc>
              <a:spcBef>
                <a:spcPts val="0"/>
              </a:spcBef>
              <a:spcAft>
                <a:spcPts val="0"/>
              </a:spcAft>
              <a:buClr>
                <a:schemeClr val="dk1"/>
              </a:buClr>
              <a:buSzPts val="1100"/>
              <a:buChar char="●"/>
            </a:pPr>
            <a:r>
              <a:rPr lang="en">
                <a:solidFill>
                  <a:schemeClr val="dk1"/>
                </a:solidFill>
              </a:rPr>
              <a:t>This particular example</a:t>
            </a:r>
            <a:endParaRPr>
              <a:solidFill>
                <a:schemeClr val="dk1"/>
              </a:solidFill>
            </a:endParaRPr>
          </a:p>
          <a:p>
            <a:pPr marL="914400" lvl="1" indent="-298450" algn="l" rtl="0">
              <a:lnSpc>
                <a:spcPct val="115000"/>
              </a:lnSpc>
              <a:spcBef>
                <a:spcPts val="0"/>
              </a:spcBef>
              <a:spcAft>
                <a:spcPts val="0"/>
              </a:spcAft>
              <a:buClr>
                <a:schemeClr val="dk1"/>
              </a:buClr>
              <a:buSzPts val="1100"/>
              <a:buChar char="○"/>
            </a:pPr>
            <a:r>
              <a:rPr lang="en">
                <a:solidFill>
                  <a:schemeClr val="dk1"/>
                </a:solidFill>
              </a:rPr>
              <a:t>shows 5 brokers/nodes, 5 partitions, with a replication factor of 3</a:t>
            </a:r>
            <a:endParaRPr>
              <a:solidFill>
                <a:schemeClr val="dk1"/>
              </a:solidFill>
            </a:endParaRPr>
          </a:p>
          <a:p>
            <a:pPr marL="1371600" lvl="2" indent="-298450" algn="l" rtl="0">
              <a:lnSpc>
                <a:spcPct val="115000"/>
              </a:lnSpc>
              <a:spcBef>
                <a:spcPts val="0"/>
              </a:spcBef>
              <a:spcAft>
                <a:spcPts val="0"/>
              </a:spcAft>
              <a:buClr>
                <a:schemeClr val="dk1"/>
              </a:buClr>
              <a:buSzPts val="1100"/>
              <a:buChar char="■"/>
            </a:pPr>
            <a:r>
              <a:rPr lang="en">
                <a:solidFill>
                  <a:schemeClr val="dk1"/>
                </a:solidFill>
              </a:rPr>
              <a:t>A partition uses roughly 2 - 2.5 vCPUs</a:t>
            </a:r>
            <a:endParaRPr>
              <a:solidFill>
                <a:schemeClr val="dk1"/>
              </a:solidFill>
            </a:endParaRPr>
          </a:p>
          <a:p>
            <a:pPr marL="1371600" lvl="2" indent="-298450" algn="l" rtl="0">
              <a:lnSpc>
                <a:spcPct val="115000"/>
              </a:lnSpc>
              <a:spcBef>
                <a:spcPts val="0"/>
              </a:spcBef>
              <a:spcAft>
                <a:spcPts val="0"/>
              </a:spcAft>
              <a:buClr>
                <a:schemeClr val="dk1"/>
              </a:buClr>
              <a:buSzPts val="1100"/>
              <a:buChar char="■"/>
            </a:pPr>
            <a:r>
              <a:rPr lang="en">
                <a:solidFill>
                  <a:schemeClr val="dk1"/>
                </a:solidFill>
              </a:rPr>
              <a:t>due to the nature of stream processing, there is an upward bound of how many vCPUs can be tied to a partition</a:t>
            </a:r>
            <a:endParaRPr>
              <a:solidFill>
                <a:schemeClr val="dk1"/>
              </a:solidFill>
            </a:endParaRPr>
          </a:p>
          <a:p>
            <a:pPr marL="1371600" lvl="2" indent="-298450" algn="l" rtl="0">
              <a:lnSpc>
                <a:spcPct val="115000"/>
              </a:lnSpc>
              <a:spcBef>
                <a:spcPts val="0"/>
              </a:spcBef>
              <a:spcAft>
                <a:spcPts val="0"/>
              </a:spcAft>
              <a:buClr>
                <a:schemeClr val="dk1"/>
              </a:buClr>
              <a:buSzPts val="1100"/>
              <a:buChar char="■"/>
            </a:pPr>
            <a:r>
              <a:rPr lang="en">
                <a:solidFill>
                  <a:schemeClr val="dk1"/>
                </a:solidFill>
              </a:rPr>
              <a:t>More partitions allow for more CPU resources and the partitions decide how these resources are used</a:t>
            </a:r>
            <a:endParaRPr>
              <a:solidFill>
                <a:schemeClr val="dk1"/>
              </a:solidFill>
            </a:endParaRPr>
          </a:p>
          <a:p>
            <a:pPr marL="1371600" lvl="2" indent="-298450" algn="l" rtl="0">
              <a:lnSpc>
                <a:spcPct val="115000"/>
              </a:lnSpc>
              <a:spcBef>
                <a:spcPts val="0"/>
              </a:spcBef>
              <a:spcAft>
                <a:spcPts val="0"/>
              </a:spcAft>
              <a:buClr>
                <a:schemeClr val="dk1"/>
              </a:buClr>
              <a:buSzPts val="1100"/>
              <a:buChar char="■"/>
            </a:pPr>
            <a:r>
              <a:rPr lang="en">
                <a:solidFill>
                  <a:schemeClr val="dk1"/>
                </a:solidFill>
              </a:rPr>
              <a:t>You can create clusters of arbitrary size and resources</a:t>
            </a:r>
            <a:endParaRPr>
              <a:solidFill>
                <a:schemeClr val="dk1"/>
              </a:solidFill>
            </a:endParaRPr>
          </a:p>
          <a:p>
            <a:pPr marL="457200" lvl="0" indent="-298450" algn="l" rtl="0">
              <a:lnSpc>
                <a:spcPct val="115000"/>
              </a:lnSpc>
              <a:spcBef>
                <a:spcPts val="0"/>
              </a:spcBef>
              <a:spcAft>
                <a:spcPts val="0"/>
              </a:spcAft>
              <a:buClr>
                <a:schemeClr val="dk1"/>
              </a:buClr>
              <a:buSzPts val="1100"/>
              <a:buChar char="●"/>
            </a:pPr>
            <a:r>
              <a:rPr lang="en">
                <a:solidFill>
                  <a:schemeClr val="dk1"/>
                </a:solidFill>
              </a:rPr>
              <a:t>Leader and follower</a:t>
            </a:r>
            <a:endParaRPr>
              <a:solidFill>
                <a:schemeClr val="dk1"/>
              </a:solidFill>
            </a:endParaRPr>
          </a:p>
          <a:p>
            <a:pPr marL="914400" lvl="1" indent="-298450" algn="l" rtl="0">
              <a:lnSpc>
                <a:spcPct val="115000"/>
              </a:lnSpc>
              <a:spcBef>
                <a:spcPts val="0"/>
              </a:spcBef>
              <a:spcAft>
                <a:spcPts val="0"/>
              </a:spcAft>
              <a:buClr>
                <a:schemeClr val="dk1"/>
              </a:buClr>
              <a:buSzPts val="1100"/>
              <a:buChar char="○"/>
            </a:pPr>
            <a:r>
              <a:rPr lang="en">
                <a:solidFill>
                  <a:schemeClr val="dk1"/>
                </a:solidFill>
              </a:rPr>
              <a:t>Fault tolerance</a:t>
            </a:r>
            <a:endParaRPr>
              <a:solidFill>
                <a:schemeClr val="dk1"/>
              </a:solidFill>
            </a:endParaRPr>
          </a:p>
          <a:p>
            <a:pPr marL="1371600" lvl="2" indent="-298450" algn="l" rtl="0">
              <a:lnSpc>
                <a:spcPct val="115000"/>
              </a:lnSpc>
              <a:spcBef>
                <a:spcPts val="0"/>
              </a:spcBef>
              <a:spcAft>
                <a:spcPts val="0"/>
              </a:spcAft>
              <a:buClr>
                <a:schemeClr val="dk1"/>
              </a:buClr>
              <a:buSzPts val="1100"/>
              <a:buChar char="■"/>
            </a:pPr>
            <a:r>
              <a:rPr lang="en">
                <a:solidFill>
                  <a:schemeClr val="dk1"/>
                </a:solidFill>
              </a:rPr>
              <a:t>For partition 0, Node 1 is the leader, while nodes 2 and 0 are followers</a:t>
            </a:r>
            <a:endParaRPr>
              <a:solidFill>
                <a:schemeClr val="dk1"/>
              </a:solidFill>
            </a:endParaRPr>
          </a:p>
          <a:p>
            <a:pPr marL="1371600" lvl="2" indent="-298450" algn="l" rtl="0">
              <a:lnSpc>
                <a:spcPct val="115000"/>
              </a:lnSpc>
              <a:spcBef>
                <a:spcPts val="0"/>
              </a:spcBef>
              <a:spcAft>
                <a:spcPts val="0"/>
              </a:spcAft>
              <a:buClr>
                <a:schemeClr val="dk1"/>
              </a:buClr>
              <a:buSzPts val="1100"/>
              <a:buChar char="■"/>
            </a:pPr>
            <a:r>
              <a:rPr lang="en">
                <a:solidFill>
                  <a:schemeClr val="dk1"/>
                </a:solidFill>
              </a:rPr>
              <a:t>Only Node 1 (Leader) is actively processing the BPMN process instances of this partition</a:t>
            </a:r>
            <a:endParaRPr>
              <a:solidFill>
                <a:schemeClr val="dk1"/>
              </a:solidFill>
            </a:endParaRPr>
          </a:p>
          <a:p>
            <a:pPr marL="1371600" lvl="2" indent="-298450" algn="l" rtl="0">
              <a:lnSpc>
                <a:spcPct val="115000"/>
              </a:lnSpc>
              <a:spcBef>
                <a:spcPts val="0"/>
              </a:spcBef>
              <a:spcAft>
                <a:spcPts val="0"/>
              </a:spcAft>
              <a:buClr>
                <a:schemeClr val="dk1"/>
              </a:buClr>
              <a:buSzPts val="1100"/>
              <a:buChar char="■"/>
            </a:pPr>
            <a:r>
              <a:rPr lang="en">
                <a:solidFill>
                  <a:schemeClr val="dk1"/>
                </a:solidFill>
              </a:rPr>
              <a:t> other nodes are just following along / storing events on disk / building local state (Rocks DB) in case of any outage / need for another node to take over processing (Show failover / new leader slide)</a:t>
            </a:r>
            <a:endParaRPr>
              <a:solidFill>
                <a:schemeClr val="dk1"/>
              </a:solidFill>
            </a:endParaRPr>
          </a:p>
          <a:p>
            <a:pPr marL="1371600" lvl="2" indent="-298450" algn="l" rtl="0">
              <a:lnSpc>
                <a:spcPct val="115000"/>
              </a:lnSpc>
              <a:spcBef>
                <a:spcPts val="0"/>
              </a:spcBef>
              <a:spcAft>
                <a:spcPts val="0"/>
              </a:spcAft>
              <a:buClr>
                <a:schemeClr val="dk1"/>
              </a:buClr>
              <a:buSzPts val="1100"/>
              <a:buChar char="■"/>
            </a:pPr>
            <a:r>
              <a:rPr lang="en">
                <a:solidFill>
                  <a:schemeClr val="dk1"/>
                </a:solidFill>
              </a:rPr>
              <a:t>Let’s say we need to update Node 1, we would take it offline and the remaining follower nodes for partition 0 would automatically decide on who the new leader is. Processing would continue from there, as the majority of nodes associated with partition 0 are still available (2 out of 3).</a:t>
            </a:r>
            <a:endParaRPr>
              <a:solidFill>
                <a:schemeClr val="dk1"/>
              </a:solidFill>
            </a:endParaRPr>
          </a:p>
          <a:p>
            <a:pPr marL="1371600" lvl="2" indent="-298450" algn="l" rtl="0">
              <a:lnSpc>
                <a:spcPct val="115000"/>
              </a:lnSpc>
              <a:spcBef>
                <a:spcPts val="0"/>
              </a:spcBef>
              <a:spcAft>
                <a:spcPts val="0"/>
              </a:spcAft>
              <a:buClr>
                <a:schemeClr val="dk1"/>
              </a:buClr>
              <a:buSzPts val="1100"/>
              <a:buChar char="■"/>
            </a:pPr>
            <a:r>
              <a:rPr lang="en">
                <a:solidFill>
                  <a:schemeClr val="dk1"/>
                </a:solidFill>
              </a:rPr>
              <a:t>Once Node 1 is back up and running, it becomes the leader again</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50"/>
        <p:cNvGrpSpPr/>
        <p:nvPr/>
      </p:nvGrpSpPr>
      <p:grpSpPr>
        <a:xfrm>
          <a:off x="0" y="0"/>
          <a:ext cx="0" cy="0"/>
          <a:chOff x="0" y="0"/>
          <a:chExt cx="0" cy="0"/>
        </a:xfrm>
      </p:grpSpPr>
      <p:sp>
        <p:nvSpPr>
          <p:cNvPr id="4751" name="Google Shape;4751;g13684232aad_0_29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752" name="Google Shape;4752;g13684232aad_0_29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298450" algn="l" rtl="0">
              <a:spcBef>
                <a:spcPts val="0"/>
              </a:spcBef>
              <a:spcAft>
                <a:spcPts val="0"/>
              </a:spcAft>
              <a:buSzPts val="1100"/>
              <a:buChar char="●"/>
            </a:pPr>
            <a:r>
              <a:rPr lang="en"/>
              <a:t>Unlike traditional process engines, Zeebe is designed to accommodate high-throughput use cases out of the box</a:t>
            </a:r>
            <a:endParaRPr/>
          </a:p>
          <a:p>
            <a:pPr marL="457200" lvl="0" indent="-298450" algn="l" rtl="0">
              <a:spcBef>
                <a:spcPts val="0"/>
              </a:spcBef>
              <a:spcAft>
                <a:spcPts val="0"/>
              </a:spcAft>
              <a:buSzPts val="1100"/>
              <a:buChar char="●"/>
            </a:pPr>
            <a:r>
              <a:rPr lang="en"/>
              <a:t>Because Zeebe doesn’t have a relational database, it doesn’t have a performance bottleneck</a:t>
            </a:r>
            <a:endParaRPr/>
          </a:p>
          <a:p>
            <a:pPr marL="457200" lvl="0" indent="-298450" algn="l" rtl="0">
              <a:spcBef>
                <a:spcPts val="0"/>
              </a:spcBef>
              <a:spcAft>
                <a:spcPts val="0"/>
              </a:spcAft>
              <a:buSzPts val="1100"/>
              <a:buChar char="●"/>
            </a:pPr>
            <a:r>
              <a:rPr lang="en"/>
              <a:t>So the number of process instances that Zeebe can execute per second scales linearly</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82"/>
        <p:cNvGrpSpPr/>
        <p:nvPr/>
      </p:nvGrpSpPr>
      <p:grpSpPr>
        <a:xfrm>
          <a:off x="0" y="0"/>
          <a:ext cx="0" cy="0"/>
          <a:chOff x="0" y="0"/>
          <a:chExt cx="0" cy="0"/>
        </a:xfrm>
      </p:grpSpPr>
      <p:sp>
        <p:nvSpPr>
          <p:cNvPr id="4783" name="Google Shape;4783;g13bfeaa7903_0_105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784" name="Google Shape;4784;g13bfeaa7903_0_1051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99"/>
        <p:cNvGrpSpPr/>
        <p:nvPr/>
      </p:nvGrpSpPr>
      <p:grpSpPr>
        <a:xfrm>
          <a:off x="0" y="0"/>
          <a:ext cx="0" cy="0"/>
          <a:chOff x="0" y="0"/>
          <a:chExt cx="0" cy="0"/>
        </a:xfrm>
      </p:grpSpPr>
      <p:sp>
        <p:nvSpPr>
          <p:cNvPr id="4800" name="Google Shape;4800;g13bfeaa7903_0_1053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01" name="Google Shape;4801;g13bfeaa7903_0_105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image" Target="../media/image7.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image" Target="../media/image7.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image" Target="../media/image7.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image" Target="../media/image7.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image" Target="../media/image7.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image" Target="../media/image7.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6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6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6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6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7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7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7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7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7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7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7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7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7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79.xml.rels><?xml version="1.0" encoding="UTF-8" standalone="yes"?>
<Relationships xmlns="http://schemas.openxmlformats.org/package/2006/relationships"><Relationship Id="rId13" Type="http://schemas.openxmlformats.org/officeDocument/2006/relationships/image" Target="../media/image24.png"/><Relationship Id="rId18" Type="http://schemas.openxmlformats.org/officeDocument/2006/relationships/image" Target="../media/image29.png"/><Relationship Id="rId26" Type="http://schemas.openxmlformats.org/officeDocument/2006/relationships/image" Target="../media/image37.png"/><Relationship Id="rId39" Type="http://schemas.openxmlformats.org/officeDocument/2006/relationships/image" Target="../media/image9.png"/><Relationship Id="rId21" Type="http://schemas.openxmlformats.org/officeDocument/2006/relationships/image" Target="../media/image32.png"/><Relationship Id="rId34" Type="http://schemas.openxmlformats.org/officeDocument/2006/relationships/image" Target="../media/image45.png"/><Relationship Id="rId7" Type="http://schemas.openxmlformats.org/officeDocument/2006/relationships/image" Target="../media/image18.png"/><Relationship Id="rId12" Type="http://schemas.openxmlformats.org/officeDocument/2006/relationships/image" Target="../media/image23.png"/><Relationship Id="rId17" Type="http://schemas.openxmlformats.org/officeDocument/2006/relationships/image" Target="../media/image28.png"/><Relationship Id="rId25" Type="http://schemas.openxmlformats.org/officeDocument/2006/relationships/image" Target="../media/image36.png"/><Relationship Id="rId33" Type="http://schemas.openxmlformats.org/officeDocument/2006/relationships/image" Target="../media/image44.png"/><Relationship Id="rId38" Type="http://schemas.openxmlformats.org/officeDocument/2006/relationships/image" Target="../media/image49.png"/><Relationship Id="rId2" Type="http://schemas.openxmlformats.org/officeDocument/2006/relationships/image" Target="../media/image13.png"/><Relationship Id="rId16" Type="http://schemas.openxmlformats.org/officeDocument/2006/relationships/image" Target="../media/image27.png"/><Relationship Id="rId20" Type="http://schemas.openxmlformats.org/officeDocument/2006/relationships/image" Target="../media/image31.png"/><Relationship Id="rId29" Type="http://schemas.openxmlformats.org/officeDocument/2006/relationships/image" Target="../media/image40.png"/><Relationship Id="rId1" Type="http://schemas.openxmlformats.org/officeDocument/2006/relationships/slideMaster" Target="../slideMasters/slideMaster2.xml"/><Relationship Id="rId6" Type="http://schemas.openxmlformats.org/officeDocument/2006/relationships/image" Target="../media/image17.png"/><Relationship Id="rId11" Type="http://schemas.openxmlformats.org/officeDocument/2006/relationships/image" Target="../media/image22.png"/><Relationship Id="rId24" Type="http://schemas.openxmlformats.org/officeDocument/2006/relationships/image" Target="../media/image35.png"/><Relationship Id="rId32" Type="http://schemas.openxmlformats.org/officeDocument/2006/relationships/image" Target="../media/image43.png"/><Relationship Id="rId37" Type="http://schemas.openxmlformats.org/officeDocument/2006/relationships/image" Target="../media/image48.png"/><Relationship Id="rId40" Type="http://schemas.openxmlformats.org/officeDocument/2006/relationships/image" Target="../media/image50.png"/><Relationship Id="rId5" Type="http://schemas.openxmlformats.org/officeDocument/2006/relationships/image" Target="../media/image16.png"/><Relationship Id="rId15" Type="http://schemas.openxmlformats.org/officeDocument/2006/relationships/image" Target="../media/image26.png"/><Relationship Id="rId23" Type="http://schemas.openxmlformats.org/officeDocument/2006/relationships/image" Target="../media/image34.png"/><Relationship Id="rId28" Type="http://schemas.openxmlformats.org/officeDocument/2006/relationships/image" Target="../media/image39.png"/><Relationship Id="rId36" Type="http://schemas.openxmlformats.org/officeDocument/2006/relationships/image" Target="../media/image47.png"/><Relationship Id="rId10" Type="http://schemas.openxmlformats.org/officeDocument/2006/relationships/image" Target="../media/image21.png"/><Relationship Id="rId19" Type="http://schemas.openxmlformats.org/officeDocument/2006/relationships/image" Target="../media/image30.png"/><Relationship Id="rId31" Type="http://schemas.openxmlformats.org/officeDocument/2006/relationships/image" Target="../media/image42.png"/><Relationship Id="rId4" Type="http://schemas.openxmlformats.org/officeDocument/2006/relationships/image" Target="../media/image15.png"/><Relationship Id="rId9" Type="http://schemas.openxmlformats.org/officeDocument/2006/relationships/image" Target="../media/image20.png"/><Relationship Id="rId14" Type="http://schemas.openxmlformats.org/officeDocument/2006/relationships/image" Target="../media/image25.png"/><Relationship Id="rId22" Type="http://schemas.openxmlformats.org/officeDocument/2006/relationships/image" Target="../media/image33.png"/><Relationship Id="rId27" Type="http://schemas.openxmlformats.org/officeDocument/2006/relationships/image" Target="../media/image38.jpg"/><Relationship Id="rId30" Type="http://schemas.openxmlformats.org/officeDocument/2006/relationships/image" Target="../media/image41.png"/><Relationship Id="rId35" Type="http://schemas.openxmlformats.org/officeDocument/2006/relationships/image" Target="../media/image46.png"/><Relationship Id="rId8" Type="http://schemas.openxmlformats.org/officeDocument/2006/relationships/image" Target="../media/image19.png"/><Relationship Id="rId3" Type="http://schemas.openxmlformats.org/officeDocument/2006/relationships/image" Target="../media/image14.png"/></Relationships>
</file>

<file path=ppt/slideLayouts/_rels/slideLayout8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8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8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matchingName="Title Slide">
  <p:cSld name="Title Slide">
    <p:bg>
      <p:bgPr>
        <a:blipFill>
          <a:blip r:embed="rId2">
            <a:alphaModFix/>
          </a:blip>
          <a:stretch>
            <a:fillRect/>
          </a:stretch>
        </a:blipFill>
        <a:effectLst/>
      </p:bgPr>
    </p:bg>
    <p:spTree>
      <p:nvGrpSpPr>
        <p:cNvPr id="1" name="Shape 11"/>
        <p:cNvGrpSpPr/>
        <p:nvPr/>
      </p:nvGrpSpPr>
      <p:grpSpPr>
        <a:xfrm>
          <a:off x="0" y="0"/>
          <a:ext cx="0" cy="0"/>
          <a:chOff x="0" y="0"/>
          <a:chExt cx="0" cy="0"/>
        </a:xfrm>
      </p:grpSpPr>
      <p:sp>
        <p:nvSpPr>
          <p:cNvPr id="12" name="Google Shape;12;p2"/>
          <p:cNvSpPr txBox="1">
            <a:spLocks noGrp="1"/>
          </p:cNvSpPr>
          <p:nvPr>
            <p:ph type="ctrTitle"/>
          </p:nvPr>
        </p:nvSpPr>
        <p:spPr>
          <a:xfrm>
            <a:off x="371475" y="1569720"/>
            <a:ext cx="8400900" cy="1051500"/>
          </a:xfrm>
          <a:prstGeom prst="rect">
            <a:avLst/>
          </a:prstGeom>
          <a:noFill/>
          <a:ln>
            <a:noFill/>
          </a:ln>
        </p:spPr>
        <p:txBody>
          <a:bodyPr spcFirstLastPara="1" wrap="square" lIns="0" tIns="0" rIns="0" bIns="0" anchor="b" anchorCtr="0">
            <a:noAutofit/>
          </a:bodyPr>
          <a:lstStyle>
            <a:lvl1pPr lvl="0" algn="l">
              <a:lnSpc>
                <a:spcPct val="90000"/>
              </a:lnSpc>
              <a:spcBef>
                <a:spcPts val="0"/>
              </a:spcBef>
              <a:spcAft>
                <a:spcPts val="0"/>
              </a:spcAft>
              <a:buClr>
                <a:schemeClr val="lt1"/>
              </a:buClr>
              <a:buSzPts val="3200"/>
              <a:buFont typeface="Arial"/>
              <a:buNone/>
              <a:defRPr sz="3200">
                <a:solidFill>
                  <a:schemeClr val="lt1"/>
                </a:solidFil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3" name="Google Shape;13;p2"/>
          <p:cNvSpPr txBox="1">
            <a:spLocks noGrp="1"/>
          </p:cNvSpPr>
          <p:nvPr>
            <p:ph type="subTitle" idx="1"/>
          </p:nvPr>
        </p:nvSpPr>
        <p:spPr>
          <a:xfrm>
            <a:off x="371475" y="2689273"/>
            <a:ext cx="8400900" cy="765300"/>
          </a:xfrm>
          <a:prstGeom prst="rect">
            <a:avLst/>
          </a:prstGeom>
          <a:noFill/>
          <a:ln>
            <a:noFill/>
          </a:ln>
        </p:spPr>
        <p:txBody>
          <a:bodyPr spcFirstLastPara="1" wrap="square" lIns="0" tIns="0" rIns="0" bIns="0" anchor="t" anchorCtr="0">
            <a:noAutofit/>
          </a:bodyPr>
          <a:lstStyle>
            <a:lvl1pPr lvl="0" algn="l">
              <a:lnSpc>
                <a:spcPct val="90000"/>
              </a:lnSpc>
              <a:spcBef>
                <a:spcPts val="800"/>
              </a:spcBef>
              <a:spcAft>
                <a:spcPts val="0"/>
              </a:spcAft>
              <a:buSzPts val="2100"/>
              <a:buNone/>
              <a:defRPr sz="2100">
                <a:solidFill>
                  <a:schemeClr val="lt1"/>
                </a:solidFill>
              </a:defRPr>
            </a:lvl1pPr>
            <a:lvl2pPr lvl="1" algn="ctr">
              <a:lnSpc>
                <a:spcPct val="90000"/>
              </a:lnSpc>
              <a:spcBef>
                <a:spcPts val="500"/>
              </a:spcBef>
              <a:spcAft>
                <a:spcPts val="0"/>
              </a:spcAft>
              <a:buSzPts val="1500"/>
              <a:buNone/>
              <a:defRPr sz="1500"/>
            </a:lvl2pPr>
            <a:lvl3pPr lvl="2" algn="ctr">
              <a:lnSpc>
                <a:spcPct val="90000"/>
              </a:lnSpc>
              <a:spcBef>
                <a:spcPts val="500"/>
              </a:spcBef>
              <a:spcAft>
                <a:spcPts val="0"/>
              </a:spcAft>
              <a:buSzPts val="1400"/>
              <a:buNone/>
              <a:defRPr sz="1400"/>
            </a:lvl3pPr>
            <a:lvl4pPr lvl="3" algn="ctr">
              <a:lnSpc>
                <a:spcPct val="90000"/>
              </a:lnSpc>
              <a:spcBef>
                <a:spcPts val="500"/>
              </a:spcBef>
              <a:spcAft>
                <a:spcPts val="0"/>
              </a:spcAft>
              <a:buSzPts val="1200"/>
              <a:buNone/>
              <a:defRPr sz="1200"/>
            </a:lvl4pPr>
            <a:lvl5pPr lvl="4" algn="ctr">
              <a:lnSpc>
                <a:spcPct val="90000"/>
              </a:lnSpc>
              <a:spcBef>
                <a:spcPts val="500"/>
              </a:spcBef>
              <a:spcAft>
                <a:spcPts val="0"/>
              </a:spcAft>
              <a:buSzPts val="1200"/>
              <a:buNone/>
              <a:defRPr sz="1200"/>
            </a:lvl5pPr>
            <a:lvl6pPr lvl="5" algn="ctr">
              <a:lnSpc>
                <a:spcPct val="90000"/>
              </a:lnSpc>
              <a:spcBef>
                <a:spcPts val="5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a:endParaRPr/>
          </a:p>
        </p:txBody>
      </p:sp>
      <p:pic>
        <p:nvPicPr>
          <p:cNvPr id="14" name="Google Shape;14;p2"/>
          <p:cNvPicPr preferRelativeResize="0"/>
          <p:nvPr/>
        </p:nvPicPr>
        <p:blipFill rotWithShape="1">
          <a:blip r:embed="rId3">
            <a:alphaModFix/>
          </a:blip>
          <a:srcRect/>
          <a:stretch/>
        </p:blipFill>
        <p:spPr>
          <a:xfrm>
            <a:off x="371475" y="622606"/>
            <a:ext cx="1899288" cy="650264"/>
          </a:xfrm>
          <a:prstGeom prst="rect">
            <a:avLst/>
          </a:prstGeom>
          <a:noFill/>
          <a:ln>
            <a:noFill/>
          </a:ln>
        </p:spPr>
      </p:pic>
      <p:sp>
        <p:nvSpPr>
          <p:cNvPr id="15" name="Google Shape;15;p2"/>
          <p:cNvSpPr txBox="1">
            <a:spLocks noGrp="1"/>
          </p:cNvSpPr>
          <p:nvPr>
            <p:ph type="body" idx="2"/>
          </p:nvPr>
        </p:nvSpPr>
        <p:spPr>
          <a:xfrm>
            <a:off x="371475" y="3863578"/>
            <a:ext cx="8400900" cy="563100"/>
          </a:xfrm>
          <a:prstGeom prst="rect">
            <a:avLst/>
          </a:prstGeom>
          <a:noFill/>
          <a:ln>
            <a:noFill/>
          </a:ln>
        </p:spPr>
        <p:txBody>
          <a:bodyPr spcFirstLastPara="1" wrap="square" lIns="0" tIns="0" rIns="0" bIns="0" anchor="t" anchorCtr="0">
            <a:noAutofit/>
          </a:bodyPr>
          <a:lstStyle>
            <a:lvl1pPr marL="457200" lvl="0" indent="-228600" algn="l">
              <a:lnSpc>
                <a:spcPct val="90000"/>
              </a:lnSpc>
              <a:spcBef>
                <a:spcPts val="800"/>
              </a:spcBef>
              <a:spcAft>
                <a:spcPts val="0"/>
              </a:spcAft>
              <a:buSzPts val="1500"/>
              <a:buNone/>
              <a:defRPr sz="1500">
                <a:solidFill>
                  <a:schemeClr val="lt1"/>
                </a:solidFill>
              </a:defRPr>
            </a:lvl1pPr>
            <a:lvl2pPr marL="914400" lvl="1" indent="-317500" algn="l">
              <a:lnSpc>
                <a:spcPct val="90000"/>
              </a:lnSpc>
              <a:spcBef>
                <a:spcPts val="500"/>
              </a:spcBef>
              <a:spcAft>
                <a:spcPts val="0"/>
              </a:spcAft>
              <a:buSzPts val="1400"/>
              <a:buChar char="•"/>
              <a:defRPr/>
            </a:lvl2pPr>
            <a:lvl3pPr marL="1371600" lvl="2" indent="-317500" algn="l">
              <a:lnSpc>
                <a:spcPct val="90000"/>
              </a:lnSpc>
              <a:spcBef>
                <a:spcPts val="500"/>
              </a:spcBef>
              <a:spcAft>
                <a:spcPts val="0"/>
              </a:spcAft>
              <a:buSzPts val="1400"/>
              <a:buChar char="•"/>
              <a:defRPr/>
            </a:lvl3pPr>
            <a:lvl4pPr marL="1828800" lvl="3" indent="-317500" algn="l">
              <a:lnSpc>
                <a:spcPct val="90000"/>
              </a:lnSpc>
              <a:spcBef>
                <a:spcPts val="500"/>
              </a:spcBef>
              <a:spcAft>
                <a:spcPts val="0"/>
              </a:spcAft>
              <a:buSzPts val="1400"/>
              <a:buChar char="•"/>
              <a:defRPr/>
            </a:lvl4pPr>
            <a:lvl5pPr marL="2286000" lvl="4" indent="-317500" algn="l">
              <a:lnSpc>
                <a:spcPct val="90000"/>
              </a:lnSpc>
              <a:spcBef>
                <a:spcPts val="500"/>
              </a:spcBef>
              <a:spcAft>
                <a:spcPts val="0"/>
              </a:spcAft>
              <a:buSzPts val="1400"/>
              <a:buChar char="•"/>
              <a:defRPr/>
            </a:lvl5pPr>
            <a:lvl6pPr marL="2743200" lvl="5" indent="-317500" algn="l">
              <a:lnSpc>
                <a:spcPct val="90000"/>
              </a:lnSpc>
              <a:spcBef>
                <a:spcPts val="5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6"/>
        <p:cNvGrpSpPr/>
        <p:nvPr/>
      </p:nvGrpSpPr>
      <p:grpSpPr>
        <a:xfrm>
          <a:off x="0" y="0"/>
          <a:ext cx="0" cy="0"/>
          <a:chOff x="0" y="0"/>
          <a:chExt cx="0" cy="0"/>
        </a:xfrm>
      </p:grpSpPr>
      <p:sp>
        <p:nvSpPr>
          <p:cNvPr id="17" name="Google Shape;17;p3"/>
          <p:cNvSpPr txBox="1">
            <a:spLocks noGrp="1"/>
          </p:cNvSpPr>
          <p:nvPr>
            <p:ph type="ftr" idx="11"/>
          </p:nvPr>
        </p:nvSpPr>
        <p:spPr>
          <a:xfrm>
            <a:off x="742950" y="4838007"/>
            <a:ext cx="6776100" cy="12180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100"/>
              <a:buNone/>
              <a:defRPr sz="800">
                <a:solidFill>
                  <a:schemeClr val="dk2"/>
                </a:solidFill>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matchingName="2_Custom Layout">
  <p:cSld name="2_Custom Layout">
    <p:bg>
      <p:bgPr>
        <a:blipFill>
          <a:blip r:embed="rId2">
            <a:alphaModFix/>
          </a:blip>
          <a:stretch>
            <a:fillRect/>
          </a:stretch>
        </a:blipFill>
        <a:effectLst/>
      </p:bgPr>
    </p:bg>
    <p:spTree>
      <p:nvGrpSpPr>
        <p:cNvPr id="1" name="Shape 18"/>
        <p:cNvGrpSpPr/>
        <p:nvPr/>
      </p:nvGrpSpPr>
      <p:grpSpPr>
        <a:xfrm>
          <a:off x="0" y="0"/>
          <a:ext cx="0" cy="0"/>
          <a:chOff x="0" y="0"/>
          <a:chExt cx="0" cy="0"/>
        </a:xfrm>
      </p:grpSpPr>
      <p:sp>
        <p:nvSpPr>
          <p:cNvPr id="19" name="Google Shape;19;p4"/>
          <p:cNvSpPr txBox="1">
            <a:spLocks noGrp="1"/>
          </p:cNvSpPr>
          <p:nvPr>
            <p:ph type="body" idx="1"/>
          </p:nvPr>
        </p:nvSpPr>
        <p:spPr>
          <a:xfrm>
            <a:off x="2486025" y="1935957"/>
            <a:ext cx="6294900" cy="500100"/>
          </a:xfrm>
          <a:prstGeom prst="rect">
            <a:avLst/>
          </a:prstGeom>
          <a:noFill/>
          <a:ln>
            <a:noFill/>
          </a:ln>
        </p:spPr>
        <p:txBody>
          <a:bodyPr spcFirstLastPara="1" wrap="square" lIns="0" tIns="0" rIns="0" bIns="0" anchor="b" anchorCtr="0">
            <a:noAutofit/>
          </a:bodyPr>
          <a:lstStyle>
            <a:lvl1pPr marL="457200" lvl="0" indent="-228600" algn="l">
              <a:lnSpc>
                <a:spcPct val="90000"/>
              </a:lnSpc>
              <a:spcBef>
                <a:spcPts val="800"/>
              </a:spcBef>
              <a:spcAft>
                <a:spcPts val="0"/>
              </a:spcAft>
              <a:buSzPts val="2700"/>
              <a:buNone/>
              <a:defRPr sz="2700" b="1">
                <a:solidFill>
                  <a:schemeClr val="dk1"/>
                </a:solidFill>
              </a:defRPr>
            </a:lvl1pPr>
            <a:lvl2pPr marL="914400" lvl="1" indent="-228600" algn="l">
              <a:lnSpc>
                <a:spcPct val="90000"/>
              </a:lnSpc>
              <a:spcBef>
                <a:spcPts val="500"/>
              </a:spcBef>
              <a:spcAft>
                <a:spcPts val="0"/>
              </a:spcAft>
              <a:buSzPts val="1800"/>
              <a:buFont typeface="Arial"/>
              <a:buNone/>
              <a:defRPr/>
            </a:lvl2pPr>
            <a:lvl3pPr marL="1371600" lvl="2" indent="-317500" algn="l">
              <a:lnSpc>
                <a:spcPct val="90000"/>
              </a:lnSpc>
              <a:spcBef>
                <a:spcPts val="500"/>
              </a:spcBef>
              <a:spcAft>
                <a:spcPts val="0"/>
              </a:spcAft>
              <a:buSzPts val="1400"/>
              <a:buChar char="•"/>
              <a:defRPr/>
            </a:lvl3pPr>
            <a:lvl4pPr marL="1828800" lvl="3" indent="-317500" algn="l">
              <a:lnSpc>
                <a:spcPct val="90000"/>
              </a:lnSpc>
              <a:spcBef>
                <a:spcPts val="500"/>
              </a:spcBef>
              <a:spcAft>
                <a:spcPts val="0"/>
              </a:spcAft>
              <a:buSzPts val="1400"/>
              <a:buChar char="•"/>
              <a:defRPr/>
            </a:lvl4pPr>
            <a:lvl5pPr marL="2286000" lvl="4" indent="-317500" algn="l">
              <a:lnSpc>
                <a:spcPct val="90000"/>
              </a:lnSpc>
              <a:spcBef>
                <a:spcPts val="500"/>
              </a:spcBef>
              <a:spcAft>
                <a:spcPts val="0"/>
              </a:spcAft>
              <a:buSzPts val="1400"/>
              <a:buChar char="•"/>
              <a:defRPr/>
            </a:lvl5pPr>
            <a:lvl6pPr marL="2743200" lvl="5" indent="-317500" algn="l">
              <a:lnSpc>
                <a:spcPct val="90000"/>
              </a:lnSpc>
              <a:spcBef>
                <a:spcPts val="5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20" name="Google Shape;20;p4"/>
          <p:cNvSpPr txBox="1">
            <a:spLocks noGrp="1"/>
          </p:cNvSpPr>
          <p:nvPr>
            <p:ph type="body" idx="2"/>
          </p:nvPr>
        </p:nvSpPr>
        <p:spPr>
          <a:xfrm>
            <a:off x="2486025" y="2471738"/>
            <a:ext cx="6294900" cy="500100"/>
          </a:xfrm>
          <a:prstGeom prst="rect">
            <a:avLst/>
          </a:prstGeom>
          <a:noFill/>
          <a:ln>
            <a:noFill/>
          </a:ln>
        </p:spPr>
        <p:txBody>
          <a:bodyPr spcFirstLastPara="1" wrap="square" lIns="0" tIns="0" rIns="0" bIns="0" anchor="t" anchorCtr="0">
            <a:noAutofit/>
          </a:bodyPr>
          <a:lstStyle>
            <a:lvl1pPr marL="457200" lvl="0" indent="-228600" algn="l">
              <a:lnSpc>
                <a:spcPct val="90000"/>
              </a:lnSpc>
              <a:spcBef>
                <a:spcPts val="800"/>
              </a:spcBef>
              <a:spcAft>
                <a:spcPts val="0"/>
              </a:spcAft>
              <a:buSzPts val="2100"/>
              <a:buNone/>
              <a:defRPr sz="2100" b="0">
                <a:solidFill>
                  <a:schemeClr val="accent1"/>
                </a:solidFill>
                <a:latin typeface="Arial"/>
                <a:ea typeface="Arial"/>
                <a:cs typeface="Arial"/>
                <a:sym typeface="Arial"/>
              </a:defRPr>
            </a:lvl1pPr>
            <a:lvl2pPr marL="914400" lvl="1" indent="-228600" algn="l">
              <a:lnSpc>
                <a:spcPct val="90000"/>
              </a:lnSpc>
              <a:spcBef>
                <a:spcPts val="500"/>
              </a:spcBef>
              <a:spcAft>
                <a:spcPts val="0"/>
              </a:spcAft>
              <a:buSzPts val="1800"/>
              <a:buNone/>
              <a:defRPr/>
            </a:lvl2pPr>
            <a:lvl3pPr marL="1371600" lvl="2" indent="-228600" algn="l">
              <a:lnSpc>
                <a:spcPct val="90000"/>
              </a:lnSpc>
              <a:spcBef>
                <a:spcPts val="500"/>
              </a:spcBef>
              <a:spcAft>
                <a:spcPts val="0"/>
              </a:spcAft>
              <a:buSzPts val="1500"/>
              <a:buNone/>
              <a:defRPr/>
            </a:lvl3pPr>
            <a:lvl4pPr marL="1828800" lvl="3" indent="-228600" algn="l">
              <a:lnSpc>
                <a:spcPct val="90000"/>
              </a:lnSpc>
              <a:spcBef>
                <a:spcPts val="500"/>
              </a:spcBef>
              <a:spcAft>
                <a:spcPts val="0"/>
              </a:spcAft>
              <a:buSzPts val="1400"/>
              <a:buNone/>
              <a:defRPr/>
            </a:lvl4pPr>
            <a:lvl5pPr marL="2286000" lvl="4" indent="-228600" algn="l">
              <a:lnSpc>
                <a:spcPct val="90000"/>
              </a:lnSpc>
              <a:spcBef>
                <a:spcPts val="500"/>
              </a:spcBef>
              <a:spcAft>
                <a:spcPts val="0"/>
              </a:spcAft>
              <a:buSzPts val="1400"/>
              <a:buNone/>
              <a:defRPr/>
            </a:lvl5pPr>
            <a:lvl6pPr marL="2743200" lvl="5" indent="-317500" algn="l">
              <a:lnSpc>
                <a:spcPct val="90000"/>
              </a:lnSpc>
              <a:spcBef>
                <a:spcPts val="5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5"/>
          <p:cNvSpPr txBox="1">
            <a:spLocks noGrp="1"/>
          </p:cNvSpPr>
          <p:nvPr>
            <p:ph type="title"/>
          </p:nvPr>
        </p:nvSpPr>
        <p:spPr>
          <a:xfrm>
            <a:off x="371475" y="257176"/>
            <a:ext cx="8400900" cy="549000"/>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23" name="Google Shape;23;p5"/>
          <p:cNvSpPr txBox="1">
            <a:spLocks noGrp="1"/>
          </p:cNvSpPr>
          <p:nvPr>
            <p:ph type="body" idx="1"/>
          </p:nvPr>
        </p:nvSpPr>
        <p:spPr>
          <a:xfrm>
            <a:off x="371475" y="1057275"/>
            <a:ext cx="8400900" cy="3429000"/>
          </a:xfrm>
          <a:prstGeom prst="rect">
            <a:avLst/>
          </a:prstGeom>
          <a:noFill/>
          <a:ln>
            <a:noFill/>
          </a:ln>
        </p:spPr>
        <p:txBody>
          <a:bodyPr spcFirstLastPara="1" wrap="square" lIns="0" tIns="0" rIns="0" bIns="0" anchor="t" anchorCtr="0">
            <a:noAutofit/>
          </a:bodyPr>
          <a:lstStyle>
            <a:lvl1pPr marL="457200" lvl="0" indent="-317500" algn="l">
              <a:lnSpc>
                <a:spcPct val="90000"/>
              </a:lnSpc>
              <a:spcBef>
                <a:spcPts val="800"/>
              </a:spcBef>
              <a:spcAft>
                <a:spcPts val="0"/>
              </a:spcAft>
              <a:buSzPts val="1400"/>
              <a:buChar char="•"/>
              <a:defRPr/>
            </a:lvl1pPr>
            <a:lvl2pPr marL="914400" lvl="1" indent="-317500" algn="l">
              <a:lnSpc>
                <a:spcPct val="90000"/>
              </a:lnSpc>
              <a:spcBef>
                <a:spcPts val="500"/>
              </a:spcBef>
              <a:spcAft>
                <a:spcPts val="0"/>
              </a:spcAft>
              <a:buSzPts val="1400"/>
              <a:buChar char="•"/>
              <a:defRPr/>
            </a:lvl2pPr>
            <a:lvl3pPr marL="1371600" lvl="2" indent="-317500" algn="l">
              <a:lnSpc>
                <a:spcPct val="90000"/>
              </a:lnSpc>
              <a:spcBef>
                <a:spcPts val="500"/>
              </a:spcBef>
              <a:spcAft>
                <a:spcPts val="0"/>
              </a:spcAft>
              <a:buSzPts val="1400"/>
              <a:buChar char="•"/>
              <a:defRPr/>
            </a:lvl3pPr>
            <a:lvl4pPr marL="1828800" lvl="3" indent="-317500" algn="l">
              <a:lnSpc>
                <a:spcPct val="90000"/>
              </a:lnSpc>
              <a:spcBef>
                <a:spcPts val="500"/>
              </a:spcBef>
              <a:spcAft>
                <a:spcPts val="0"/>
              </a:spcAft>
              <a:buSzPts val="1400"/>
              <a:buChar char="•"/>
              <a:defRPr/>
            </a:lvl4pPr>
            <a:lvl5pPr marL="2286000" lvl="4" indent="-317500" algn="l">
              <a:lnSpc>
                <a:spcPct val="90000"/>
              </a:lnSpc>
              <a:spcBef>
                <a:spcPts val="500"/>
              </a:spcBef>
              <a:spcAft>
                <a:spcPts val="0"/>
              </a:spcAft>
              <a:buSzPts val="1400"/>
              <a:buChar char="•"/>
              <a:defRPr/>
            </a:lvl5pPr>
            <a:lvl6pPr marL="2743200" lvl="5" indent="-317500" algn="l">
              <a:lnSpc>
                <a:spcPct val="90000"/>
              </a:lnSpc>
              <a:spcBef>
                <a:spcPts val="5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pic>
        <p:nvPicPr>
          <p:cNvPr id="24" name="Google Shape;24;p5"/>
          <p:cNvPicPr preferRelativeResize="0"/>
          <p:nvPr/>
        </p:nvPicPr>
        <p:blipFill rotWithShape="1">
          <a:blip r:embed="rId2">
            <a:alphaModFix amt="0"/>
          </a:blip>
          <a:srcRect/>
          <a:stretch/>
        </p:blipFill>
        <p:spPr>
          <a:xfrm>
            <a:off x="1354" y="0"/>
            <a:ext cx="9144000" cy="64294"/>
          </a:xfrm>
          <a:prstGeom prst="rect">
            <a:avLst/>
          </a:prstGeom>
          <a:gradFill>
            <a:gsLst>
              <a:gs pos="0">
                <a:schemeClr val="accent1"/>
              </a:gs>
              <a:gs pos="11000">
                <a:schemeClr val="accent1"/>
              </a:gs>
              <a:gs pos="100000">
                <a:schemeClr val="accent2"/>
              </a:gs>
            </a:gsLst>
            <a:lin ang="0" scaled="0"/>
          </a:gradFill>
          <a:ln>
            <a:noFill/>
          </a:ln>
        </p:spPr>
      </p:pic>
      <p:sp>
        <p:nvSpPr>
          <p:cNvPr id="25" name="Google Shape;25;p5"/>
          <p:cNvSpPr txBox="1">
            <a:spLocks noGrp="1"/>
          </p:cNvSpPr>
          <p:nvPr>
            <p:ph type="ftr" idx="11"/>
          </p:nvPr>
        </p:nvSpPr>
        <p:spPr>
          <a:xfrm>
            <a:off x="742950" y="4838007"/>
            <a:ext cx="6776100" cy="12180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100"/>
              <a:buNone/>
              <a:defRPr sz="800">
                <a:solidFill>
                  <a:schemeClr val="dk2"/>
                </a:solidFill>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6"/>
        <p:cNvGrpSpPr/>
        <p:nvPr/>
      </p:nvGrpSpPr>
      <p:grpSpPr>
        <a:xfrm>
          <a:off x="0" y="0"/>
          <a:ext cx="0" cy="0"/>
          <a:chOff x="0" y="0"/>
          <a:chExt cx="0" cy="0"/>
        </a:xfrm>
      </p:grpSpPr>
      <p:sp>
        <p:nvSpPr>
          <p:cNvPr id="27" name="Google Shape;27;p6"/>
          <p:cNvSpPr txBox="1">
            <a:spLocks noGrp="1"/>
          </p:cNvSpPr>
          <p:nvPr>
            <p:ph type="title"/>
          </p:nvPr>
        </p:nvSpPr>
        <p:spPr>
          <a:xfrm>
            <a:off x="371475" y="257176"/>
            <a:ext cx="8400900" cy="549000"/>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28" name="Google Shape;28;p6"/>
          <p:cNvSpPr txBox="1">
            <a:spLocks noGrp="1"/>
          </p:cNvSpPr>
          <p:nvPr>
            <p:ph type="body" idx="1"/>
          </p:nvPr>
        </p:nvSpPr>
        <p:spPr>
          <a:xfrm>
            <a:off x="371474" y="1057275"/>
            <a:ext cx="4082700" cy="3429000"/>
          </a:xfrm>
          <a:prstGeom prst="rect">
            <a:avLst/>
          </a:prstGeom>
          <a:noFill/>
          <a:ln>
            <a:noFill/>
          </a:ln>
        </p:spPr>
        <p:txBody>
          <a:bodyPr spcFirstLastPara="1" wrap="square" lIns="0" tIns="0" rIns="0" bIns="0" anchor="t" anchorCtr="0">
            <a:noAutofit/>
          </a:bodyPr>
          <a:lstStyle>
            <a:lvl1pPr marL="457200" lvl="0" indent="-317500" algn="l">
              <a:lnSpc>
                <a:spcPct val="90000"/>
              </a:lnSpc>
              <a:spcBef>
                <a:spcPts val="800"/>
              </a:spcBef>
              <a:spcAft>
                <a:spcPts val="0"/>
              </a:spcAft>
              <a:buSzPts val="1400"/>
              <a:buChar char="•"/>
              <a:defRPr/>
            </a:lvl1pPr>
            <a:lvl2pPr marL="914400" lvl="1" indent="-317500" algn="l">
              <a:lnSpc>
                <a:spcPct val="90000"/>
              </a:lnSpc>
              <a:spcBef>
                <a:spcPts val="500"/>
              </a:spcBef>
              <a:spcAft>
                <a:spcPts val="0"/>
              </a:spcAft>
              <a:buSzPts val="1400"/>
              <a:buChar char="•"/>
              <a:defRPr/>
            </a:lvl2pPr>
            <a:lvl3pPr marL="1371600" lvl="2" indent="-317500" algn="l">
              <a:lnSpc>
                <a:spcPct val="90000"/>
              </a:lnSpc>
              <a:spcBef>
                <a:spcPts val="500"/>
              </a:spcBef>
              <a:spcAft>
                <a:spcPts val="0"/>
              </a:spcAft>
              <a:buSzPts val="1400"/>
              <a:buChar char="•"/>
              <a:defRPr/>
            </a:lvl3pPr>
            <a:lvl4pPr marL="1828800" lvl="3" indent="-317500" algn="l">
              <a:lnSpc>
                <a:spcPct val="90000"/>
              </a:lnSpc>
              <a:spcBef>
                <a:spcPts val="500"/>
              </a:spcBef>
              <a:spcAft>
                <a:spcPts val="0"/>
              </a:spcAft>
              <a:buSzPts val="1400"/>
              <a:buChar char="•"/>
              <a:defRPr/>
            </a:lvl4pPr>
            <a:lvl5pPr marL="2286000" lvl="4" indent="-317500" algn="l">
              <a:lnSpc>
                <a:spcPct val="90000"/>
              </a:lnSpc>
              <a:spcBef>
                <a:spcPts val="500"/>
              </a:spcBef>
              <a:spcAft>
                <a:spcPts val="0"/>
              </a:spcAft>
              <a:buSzPts val="1400"/>
              <a:buChar char="•"/>
              <a:defRPr/>
            </a:lvl5pPr>
            <a:lvl6pPr marL="2743200" lvl="5" indent="-317500" algn="l">
              <a:lnSpc>
                <a:spcPct val="90000"/>
              </a:lnSpc>
              <a:spcBef>
                <a:spcPts val="5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29" name="Google Shape;29;p6"/>
          <p:cNvSpPr txBox="1">
            <a:spLocks noGrp="1"/>
          </p:cNvSpPr>
          <p:nvPr>
            <p:ph type="body" idx="2"/>
          </p:nvPr>
        </p:nvSpPr>
        <p:spPr>
          <a:xfrm>
            <a:off x="4689835" y="1057275"/>
            <a:ext cx="4082700" cy="3429000"/>
          </a:xfrm>
          <a:prstGeom prst="rect">
            <a:avLst/>
          </a:prstGeom>
          <a:noFill/>
          <a:ln>
            <a:noFill/>
          </a:ln>
        </p:spPr>
        <p:txBody>
          <a:bodyPr spcFirstLastPara="1" wrap="square" lIns="0" tIns="0" rIns="0" bIns="0" anchor="t" anchorCtr="0">
            <a:noAutofit/>
          </a:bodyPr>
          <a:lstStyle>
            <a:lvl1pPr marL="457200" lvl="0" indent="-317500" algn="l">
              <a:lnSpc>
                <a:spcPct val="90000"/>
              </a:lnSpc>
              <a:spcBef>
                <a:spcPts val="800"/>
              </a:spcBef>
              <a:spcAft>
                <a:spcPts val="0"/>
              </a:spcAft>
              <a:buSzPts val="1400"/>
              <a:buChar char="•"/>
              <a:defRPr/>
            </a:lvl1pPr>
            <a:lvl2pPr marL="914400" lvl="1" indent="-317500" algn="l">
              <a:lnSpc>
                <a:spcPct val="90000"/>
              </a:lnSpc>
              <a:spcBef>
                <a:spcPts val="500"/>
              </a:spcBef>
              <a:spcAft>
                <a:spcPts val="0"/>
              </a:spcAft>
              <a:buSzPts val="1400"/>
              <a:buChar char="•"/>
              <a:defRPr/>
            </a:lvl2pPr>
            <a:lvl3pPr marL="1371600" lvl="2" indent="-317500" algn="l">
              <a:lnSpc>
                <a:spcPct val="90000"/>
              </a:lnSpc>
              <a:spcBef>
                <a:spcPts val="500"/>
              </a:spcBef>
              <a:spcAft>
                <a:spcPts val="0"/>
              </a:spcAft>
              <a:buSzPts val="1400"/>
              <a:buChar char="•"/>
              <a:defRPr/>
            </a:lvl3pPr>
            <a:lvl4pPr marL="1828800" lvl="3" indent="-317500" algn="l">
              <a:lnSpc>
                <a:spcPct val="90000"/>
              </a:lnSpc>
              <a:spcBef>
                <a:spcPts val="500"/>
              </a:spcBef>
              <a:spcAft>
                <a:spcPts val="0"/>
              </a:spcAft>
              <a:buSzPts val="1400"/>
              <a:buChar char="•"/>
              <a:defRPr/>
            </a:lvl4pPr>
            <a:lvl5pPr marL="2286000" lvl="4" indent="-317500" algn="l">
              <a:lnSpc>
                <a:spcPct val="90000"/>
              </a:lnSpc>
              <a:spcBef>
                <a:spcPts val="500"/>
              </a:spcBef>
              <a:spcAft>
                <a:spcPts val="0"/>
              </a:spcAft>
              <a:buSzPts val="1400"/>
              <a:buChar char="•"/>
              <a:defRPr/>
            </a:lvl5pPr>
            <a:lvl6pPr marL="2743200" lvl="5" indent="-317500" algn="l">
              <a:lnSpc>
                <a:spcPct val="90000"/>
              </a:lnSpc>
              <a:spcBef>
                <a:spcPts val="5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pic>
        <p:nvPicPr>
          <p:cNvPr id="30" name="Google Shape;30;p6"/>
          <p:cNvPicPr preferRelativeResize="0"/>
          <p:nvPr/>
        </p:nvPicPr>
        <p:blipFill rotWithShape="1">
          <a:blip r:embed="rId2">
            <a:alphaModFix amt="0"/>
          </a:blip>
          <a:srcRect/>
          <a:stretch/>
        </p:blipFill>
        <p:spPr>
          <a:xfrm>
            <a:off x="1354" y="0"/>
            <a:ext cx="9144000" cy="64294"/>
          </a:xfrm>
          <a:prstGeom prst="rect">
            <a:avLst/>
          </a:prstGeom>
          <a:gradFill>
            <a:gsLst>
              <a:gs pos="0">
                <a:schemeClr val="accent1"/>
              </a:gs>
              <a:gs pos="11000">
                <a:schemeClr val="accent1"/>
              </a:gs>
              <a:gs pos="100000">
                <a:schemeClr val="accent2"/>
              </a:gs>
            </a:gsLst>
            <a:lin ang="0" scaled="0"/>
          </a:gradFill>
          <a:ln>
            <a:noFill/>
          </a:ln>
        </p:spPr>
      </p:pic>
      <p:sp>
        <p:nvSpPr>
          <p:cNvPr id="31" name="Google Shape;31;p6"/>
          <p:cNvSpPr txBox="1">
            <a:spLocks noGrp="1"/>
          </p:cNvSpPr>
          <p:nvPr>
            <p:ph type="ftr" idx="11"/>
          </p:nvPr>
        </p:nvSpPr>
        <p:spPr>
          <a:xfrm>
            <a:off x="742950" y="4838007"/>
            <a:ext cx="6776100" cy="12180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100"/>
              <a:buNone/>
              <a:defRPr sz="800">
                <a:solidFill>
                  <a:schemeClr val="dk2"/>
                </a:solidFill>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2"/>
        <p:cNvGrpSpPr/>
        <p:nvPr/>
      </p:nvGrpSpPr>
      <p:grpSpPr>
        <a:xfrm>
          <a:off x="0" y="0"/>
          <a:ext cx="0" cy="0"/>
          <a:chOff x="0" y="0"/>
          <a:chExt cx="0" cy="0"/>
        </a:xfrm>
      </p:grpSpPr>
      <p:sp>
        <p:nvSpPr>
          <p:cNvPr id="33" name="Google Shape;33;p7"/>
          <p:cNvSpPr txBox="1">
            <a:spLocks noGrp="1"/>
          </p:cNvSpPr>
          <p:nvPr>
            <p:ph type="title"/>
          </p:nvPr>
        </p:nvSpPr>
        <p:spPr>
          <a:xfrm>
            <a:off x="371475" y="257176"/>
            <a:ext cx="8400900" cy="549000"/>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34" name="Google Shape;34;p7"/>
          <p:cNvSpPr txBox="1">
            <a:spLocks noGrp="1"/>
          </p:cNvSpPr>
          <p:nvPr>
            <p:ph type="body" idx="1"/>
          </p:nvPr>
        </p:nvSpPr>
        <p:spPr>
          <a:xfrm>
            <a:off x="371475" y="947738"/>
            <a:ext cx="4126800" cy="549000"/>
          </a:xfrm>
          <a:prstGeom prst="rect">
            <a:avLst/>
          </a:prstGeom>
          <a:noFill/>
          <a:ln>
            <a:noFill/>
          </a:ln>
        </p:spPr>
        <p:txBody>
          <a:bodyPr spcFirstLastPara="1" wrap="square" lIns="0" tIns="0" rIns="0" bIns="0" anchor="b" anchorCtr="0">
            <a:noAutofit/>
          </a:bodyPr>
          <a:lstStyle>
            <a:lvl1pPr marL="457200" lvl="0" indent="-228600" algn="l">
              <a:lnSpc>
                <a:spcPct val="90000"/>
              </a:lnSpc>
              <a:spcBef>
                <a:spcPts val="800"/>
              </a:spcBef>
              <a:spcAft>
                <a:spcPts val="0"/>
              </a:spcAft>
              <a:buSzPts val="2100"/>
              <a:buNone/>
              <a:defRPr sz="2100" b="1">
                <a:solidFill>
                  <a:schemeClr val="accent1"/>
                </a:solidFill>
              </a:defRPr>
            </a:lvl1pPr>
            <a:lvl2pPr marL="914400" lvl="1" indent="-228600" algn="l">
              <a:lnSpc>
                <a:spcPct val="90000"/>
              </a:lnSpc>
              <a:spcBef>
                <a:spcPts val="500"/>
              </a:spcBef>
              <a:spcAft>
                <a:spcPts val="0"/>
              </a:spcAft>
              <a:buSzPts val="1500"/>
              <a:buNone/>
              <a:defRPr sz="1500" b="1"/>
            </a:lvl2pPr>
            <a:lvl3pPr marL="1371600" lvl="2" indent="-228600" algn="l">
              <a:lnSpc>
                <a:spcPct val="90000"/>
              </a:lnSpc>
              <a:spcBef>
                <a:spcPts val="500"/>
              </a:spcBef>
              <a:spcAft>
                <a:spcPts val="0"/>
              </a:spcAft>
              <a:buSzPts val="1400"/>
              <a:buNone/>
              <a:defRPr sz="1400" b="1"/>
            </a:lvl3pPr>
            <a:lvl4pPr marL="1828800" lvl="3" indent="-228600" algn="l">
              <a:lnSpc>
                <a:spcPct val="90000"/>
              </a:lnSpc>
              <a:spcBef>
                <a:spcPts val="500"/>
              </a:spcBef>
              <a:spcAft>
                <a:spcPts val="0"/>
              </a:spcAft>
              <a:buSzPts val="1200"/>
              <a:buNone/>
              <a:defRPr sz="1200" b="1"/>
            </a:lvl4pPr>
            <a:lvl5pPr marL="2286000" lvl="4" indent="-228600" algn="l">
              <a:lnSpc>
                <a:spcPct val="90000"/>
              </a:lnSpc>
              <a:spcBef>
                <a:spcPts val="500"/>
              </a:spcBef>
              <a:spcAft>
                <a:spcPts val="0"/>
              </a:spcAft>
              <a:buSzPts val="1200"/>
              <a:buNone/>
              <a:defRPr sz="1200" b="1"/>
            </a:lvl5pPr>
            <a:lvl6pPr marL="2743200" lvl="5" indent="-228600" algn="l">
              <a:lnSpc>
                <a:spcPct val="90000"/>
              </a:lnSpc>
              <a:spcBef>
                <a:spcPts val="5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35" name="Google Shape;35;p7"/>
          <p:cNvSpPr txBox="1">
            <a:spLocks noGrp="1"/>
          </p:cNvSpPr>
          <p:nvPr>
            <p:ph type="body" idx="2"/>
          </p:nvPr>
        </p:nvSpPr>
        <p:spPr>
          <a:xfrm>
            <a:off x="371475" y="1638301"/>
            <a:ext cx="4126800" cy="2847900"/>
          </a:xfrm>
          <a:prstGeom prst="rect">
            <a:avLst/>
          </a:prstGeom>
          <a:noFill/>
          <a:ln>
            <a:noFill/>
          </a:ln>
        </p:spPr>
        <p:txBody>
          <a:bodyPr spcFirstLastPara="1" wrap="square" lIns="0" tIns="0" rIns="0" bIns="0" anchor="t" anchorCtr="0">
            <a:noAutofit/>
          </a:bodyPr>
          <a:lstStyle>
            <a:lvl1pPr marL="457200" lvl="0" indent="-342900" algn="l">
              <a:lnSpc>
                <a:spcPct val="90000"/>
              </a:lnSpc>
              <a:spcBef>
                <a:spcPts val="800"/>
              </a:spcBef>
              <a:spcAft>
                <a:spcPts val="0"/>
              </a:spcAft>
              <a:buSzPts val="1800"/>
              <a:buChar char="•"/>
              <a:defRPr sz="1800"/>
            </a:lvl1pPr>
            <a:lvl2pPr marL="914400" lvl="1" indent="-323850" algn="l">
              <a:lnSpc>
                <a:spcPct val="90000"/>
              </a:lnSpc>
              <a:spcBef>
                <a:spcPts val="500"/>
              </a:spcBef>
              <a:spcAft>
                <a:spcPts val="0"/>
              </a:spcAft>
              <a:buSzPts val="1500"/>
              <a:buChar char="•"/>
              <a:defRPr sz="1500"/>
            </a:lvl2pPr>
            <a:lvl3pPr marL="1371600" lvl="2" indent="-317500" algn="l">
              <a:lnSpc>
                <a:spcPct val="90000"/>
              </a:lnSpc>
              <a:spcBef>
                <a:spcPts val="500"/>
              </a:spcBef>
              <a:spcAft>
                <a:spcPts val="0"/>
              </a:spcAft>
              <a:buSzPts val="1400"/>
              <a:buChar char="•"/>
              <a:defRPr sz="1400"/>
            </a:lvl3pPr>
            <a:lvl4pPr marL="1828800" lvl="3" indent="-304800" algn="l">
              <a:lnSpc>
                <a:spcPct val="90000"/>
              </a:lnSpc>
              <a:spcBef>
                <a:spcPts val="500"/>
              </a:spcBef>
              <a:spcAft>
                <a:spcPts val="0"/>
              </a:spcAft>
              <a:buSzPts val="1200"/>
              <a:buChar char="•"/>
              <a:defRPr sz="1200"/>
            </a:lvl4pPr>
            <a:lvl5pPr marL="2286000" lvl="4" indent="-304800" algn="l">
              <a:lnSpc>
                <a:spcPct val="90000"/>
              </a:lnSpc>
              <a:spcBef>
                <a:spcPts val="500"/>
              </a:spcBef>
              <a:spcAft>
                <a:spcPts val="0"/>
              </a:spcAft>
              <a:buSzPts val="1200"/>
              <a:buChar char="•"/>
              <a:defRPr sz="1200"/>
            </a:lvl5pPr>
            <a:lvl6pPr marL="2743200" lvl="5" indent="-317500" algn="l">
              <a:lnSpc>
                <a:spcPct val="90000"/>
              </a:lnSpc>
              <a:spcBef>
                <a:spcPts val="5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36" name="Google Shape;36;p7"/>
          <p:cNvSpPr txBox="1">
            <a:spLocks noGrp="1"/>
          </p:cNvSpPr>
          <p:nvPr>
            <p:ph type="body" idx="3"/>
          </p:nvPr>
        </p:nvSpPr>
        <p:spPr>
          <a:xfrm>
            <a:off x="4629150" y="947738"/>
            <a:ext cx="4143300" cy="549000"/>
          </a:xfrm>
          <a:prstGeom prst="rect">
            <a:avLst/>
          </a:prstGeom>
          <a:noFill/>
          <a:ln>
            <a:noFill/>
          </a:ln>
        </p:spPr>
        <p:txBody>
          <a:bodyPr spcFirstLastPara="1" wrap="square" lIns="0" tIns="0" rIns="0" bIns="0" anchor="b" anchorCtr="0">
            <a:noAutofit/>
          </a:bodyPr>
          <a:lstStyle>
            <a:lvl1pPr marL="457200" lvl="0" indent="-228600" algn="l">
              <a:lnSpc>
                <a:spcPct val="90000"/>
              </a:lnSpc>
              <a:spcBef>
                <a:spcPts val="800"/>
              </a:spcBef>
              <a:spcAft>
                <a:spcPts val="0"/>
              </a:spcAft>
              <a:buSzPts val="2100"/>
              <a:buNone/>
              <a:defRPr sz="2100" b="1">
                <a:solidFill>
                  <a:schemeClr val="accent1"/>
                </a:solidFill>
                <a:latin typeface="Arial"/>
                <a:ea typeface="Arial"/>
                <a:cs typeface="Arial"/>
                <a:sym typeface="Arial"/>
              </a:defRPr>
            </a:lvl1pPr>
            <a:lvl2pPr marL="914400" lvl="1" indent="-228600" algn="l">
              <a:lnSpc>
                <a:spcPct val="90000"/>
              </a:lnSpc>
              <a:spcBef>
                <a:spcPts val="500"/>
              </a:spcBef>
              <a:spcAft>
                <a:spcPts val="0"/>
              </a:spcAft>
              <a:buSzPts val="1500"/>
              <a:buNone/>
              <a:defRPr sz="1500" b="1"/>
            </a:lvl2pPr>
            <a:lvl3pPr marL="1371600" lvl="2" indent="-228600" algn="l">
              <a:lnSpc>
                <a:spcPct val="90000"/>
              </a:lnSpc>
              <a:spcBef>
                <a:spcPts val="500"/>
              </a:spcBef>
              <a:spcAft>
                <a:spcPts val="0"/>
              </a:spcAft>
              <a:buSzPts val="1400"/>
              <a:buNone/>
              <a:defRPr sz="1400" b="1"/>
            </a:lvl3pPr>
            <a:lvl4pPr marL="1828800" lvl="3" indent="-228600" algn="l">
              <a:lnSpc>
                <a:spcPct val="90000"/>
              </a:lnSpc>
              <a:spcBef>
                <a:spcPts val="500"/>
              </a:spcBef>
              <a:spcAft>
                <a:spcPts val="0"/>
              </a:spcAft>
              <a:buSzPts val="1200"/>
              <a:buNone/>
              <a:defRPr sz="1200" b="1"/>
            </a:lvl4pPr>
            <a:lvl5pPr marL="2286000" lvl="4" indent="-228600" algn="l">
              <a:lnSpc>
                <a:spcPct val="90000"/>
              </a:lnSpc>
              <a:spcBef>
                <a:spcPts val="500"/>
              </a:spcBef>
              <a:spcAft>
                <a:spcPts val="0"/>
              </a:spcAft>
              <a:buSzPts val="1200"/>
              <a:buNone/>
              <a:defRPr sz="1200" b="1"/>
            </a:lvl5pPr>
            <a:lvl6pPr marL="2743200" lvl="5" indent="-228600" algn="l">
              <a:lnSpc>
                <a:spcPct val="90000"/>
              </a:lnSpc>
              <a:spcBef>
                <a:spcPts val="5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37" name="Google Shape;37;p7"/>
          <p:cNvSpPr txBox="1">
            <a:spLocks noGrp="1"/>
          </p:cNvSpPr>
          <p:nvPr>
            <p:ph type="body" idx="4"/>
          </p:nvPr>
        </p:nvSpPr>
        <p:spPr>
          <a:xfrm>
            <a:off x="4629150" y="1638301"/>
            <a:ext cx="4143300" cy="2847900"/>
          </a:xfrm>
          <a:prstGeom prst="rect">
            <a:avLst/>
          </a:prstGeom>
          <a:noFill/>
          <a:ln>
            <a:noFill/>
          </a:ln>
        </p:spPr>
        <p:txBody>
          <a:bodyPr spcFirstLastPara="1" wrap="square" lIns="0" tIns="0" rIns="0" bIns="0" anchor="t" anchorCtr="0">
            <a:noAutofit/>
          </a:bodyPr>
          <a:lstStyle>
            <a:lvl1pPr marL="457200" lvl="0" indent="-342900" algn="l">
              <a:lnSpc>
                <a:spcPct val="90000"/>
              </a:lnSpc>
              <a:spcBef>
                <a:spcPts val="800"/>
              </a:spcBef>
              <a:spcAft>
                <a:spcPts val="0"/>
              </a:spcAft>
              <a:buSzPts val="1800"/>
              <a:buChar char="•"/>
              <a:defRPr sz="1800"/>
            </a:lvl1pPr>
            <a:lvl2pPr marL="914400" lvl="1" indent="-323850" algn="l">
              <a:lnSpc>
                <a:spcPct val="90000"/>
              </a:lnSpc>
              <a:spcBef>
                <a:spcPts val="500"/>
              </a:spcBef>
              <a:spcAft>
                <a:spcPts val="0"/>
              </a:spcAft>
              <a:buSzPts val="1500"/>
              <a:buChar char="•"/>
              <a:defRPr sz="1500"/>
            </a:lvl2pPr>
            <a:lvl3pPr marL="1371600" lvl="2" indent="-317500" algn="l">
              <a:lnSpc>
                <a:spcPct val="90000"/>
              </a:lnSpc>
              <a:spcBef>
                <a:spcPts val="500"/>
              </a:spcBef>
              <a:spcAft>
                <a:spcPts val="0"/>
              </a:spcAft>
              <a:buSzPts val="1400"/>
              <a:buChar char="•"/>
              <a:defRPr sz="1400"/>
            </a:lvl3pPr>
            <a:lvl4pPr marL="1828800" lvl="3" indent="-304800" algn="l">
              <a:lnSpc>
                <a:spcPct val="90000"/>
              </a:lnSpc>
              <a:spcBef>
                <a:spcPts val="500"/>
              </a:spcBef>
              <a:spcAft>
                <a:spcPts val="0"/>
              </a:spcAft>
              <a:buSzPts val="1200"/>
              <a:buChar char="•"/>
              <a:defRPr sz="1200"/>
            </a:lvl4pPr>
            <a:lvl5pPr marL="2286000" lvl="4" indent="-304800" algn="l">
              <a:lnSpc>
                <a:spcPct val="90000"/>
              </a:lnSpc>
              <a:spcBef>
                <a:spcPts val="500"/>
              </a:spcBef>
              <a:spcAft>
                <a:spcPts val="0"/>
              </a:spcAft>
              <a:buSzPts val="1200"/>
              <a:buChar char="•"/>
              <a:defRPr sz="1200"/>
            </a:lvl5pPr>
            <a:lvl6pPr marL="2743200" lvl="5" indent="-317500" algn="l">
              <a:lnSpc>
                <a:spcPct val="90000"/>
              </a:lnSpc>
              <a:spcBef>
                <a:spcPts val="5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pic>
        <p:nvPicPr>
          <p:cNvPr id="38" name="Google Shape;38;p7"/>
          <p:cNvPicPr preferRelativeResize="0"/>
          <p:nvPr/>
        </p:nvPicPr>
        <p:blipFill rotWithShape="1">
          <a:blip r:embed="rId2">
            <a:alphaModFix amt="0"/>
          </a:blip>
          <a:srcRect/>
          <a:stretch/>
        </p:blipFill>
        <p:spPr>
          <a:xfrm>
            <a:off x="1354" y="0"/>
            <a:ext cx="9144000" cy="64294"/>
          </a:xfrm>
          <a:prstGeom prst="rect">
            <a:avLst/>
          </a:prstGeom>
          <a:gradFill>
            <a:gsLst>
              <a:gs pos="0">
                <a:schemeClr val="accent1"/>
              </a:gs>
              <a:gs pos="11000">
                <a:schemeClr val="accent1"/>
              </a:gs>
              <a:gs pos="100000">
                <a:schemeClr val="accent2"/>
              </a:gs>
            </a:gsLst>
            <a:lin ang="0" scaled="0"/>
          </a:gradFill>
          <a:ln>
            <a:noFill/>
          </a:ln>
        </p:spPr>
      </p:pic>
      <p:sp>
        <p:nvSpPr>
          <p:cNvPr id="39" name="Google Shape;39;p7"/>
          <p:cNvSpPr txBox="1">
            <a:spLocks noGrp="1"/>
          </p:cNvSpPr>
          <p:nvPr>
            <p:ph type="ftr" idx="11"/>
          </p:nvPr>
        </p:nvSpPr>
        <p:spPr>
          <a:xfrm>
            <a:off x="742950" y="4838007"/>
            <a:ext cx="6776100" cy="12180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100"/>
              <a:buNone/>
              <a:defRPr sz="800">
                <a:solidFill>
                  <a:schemeClr val="dk2"/>
                </a:solidFill>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p:cSld name="Title">
    <p:spTree>
      <p:nvGrpSpPr>
        <p:cNvPr id="1" name="Shape 40"/>
        <p:cNvGrpSpPr/>
        <p:nvPr/>
      </p:nvGrpSpPr>
      <p:grpSpPr>
        <a:xfrm>
          <a:off x="0" y="0"/>
          <a:ext cx="0" cy="0"/>
          <a:chOff x="0" y="0"/>
          <a:chExt cx="0" cy="0"/>
        </a:xfrm>
      </p:grpSpPr>
      <p:sp>
        <p:nvSpPr>
          <p:cNvPr id="41" name="Google Shape;41;p8"/>
          <p:cNvSpPr txBox="1">
            <a:spLocks noGrp="1"/>
          </p:cNvSpPr>
          <p:nvPr>
            <p:ph type="title"/>
          </p:nvPr>
        </p:nvSpPr>
        <p:spPr>
          <a:xfrm>
            <a:off x="371475" y="257176"/>
            <a:ext cx="8400900" cy="549000"/>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pic>
        <p:nvPicPr>
          <p:cNvPr id="42" name="Google Shape;42;p8"/>
          <p:cNvPicPr preferRelativeResize="0"/>
          <p:nvPr/>
        </p:nvPicPr>
        <p:blipFill rotWithShape="1">
          <a:blip r:embed="rId2">
            <a:alphaModFix amt="0"/>
          </a:blip>
          <a:srcRect/>
          <a:stretch/>
        </p:blipFill>
        <p:spPr>
          <a:xfrm>
            <a:off x="1354" y="0"/>
            <a:ext cx="9144000" cy="64294"/>
          </a:xfrm>
          <a:prstGeom prst="rect">
            <a:avLst/>
          </a:prstGeom>
          <a:gradFill>
            <a:gsLst>
              <a:gs pos="0">
                <a:schemeClr val="accent1"/>
              </a:gs>
              <a:gs pos="11000">
                <a:schemeClr val="accent1"/>
              </a:gs>
              <a:gs pos="100000">
                <a:schemeClr val="accent2"/>
              </a:gs>
            </a:gsLst>
            <a:lin ang="0" scaled="0"/>
          </a:gradFill>
          <a:ln>
            <a:noFill/>
          </a:ln>
        </p:spPr>
      </p:pic>
      <p:sp>
        <p:nvSpPr>
          <p:cNvPr id="43" name="Google Shape;43;p8"/>
          <p:cNvSpPr txBox="1">
            <a:spLocks noGrp="1"/>
          </p:cNvSpPr>
          <p:nvPr>
            <p:ph type="ftr" idx="11"/>
          </p:nvPr>
        </p:nvSpPr>
        <p:spPr>
          <a:xfrm>
            <a:off x="742950" y="4838007"/>
            <a:ext cx="6776100" cy="12180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100"/>
              <a:buNone/>
              <a:defRPr sz="800">
                <a:solidFill>
                  <a:schemeClr val="dk2"/>
                </a:solidFill>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and white only">
  <p:cSld name="title and white only">
    <p:bg>
      <p:bgPr>
        <a:solidFill>
          <a:schemeClr val="lt1"/>
        </a:solidFill>
        <a:effectLst/>
      </p:bgPr>
    </p:bg>
    <p:spTree>
      <p:nvGrpSpPr>
        <p:cNvPr id="1" name="Shape 44"/>
        <p:cNvGrpSpPr/>
        <p:nvPr/>
      </p:nvGrpSpPr>
      <p:grpSpPr>
        <a:xfrm>
          <a:off x="0" y="0"/>
          <a:ext cx="0" cy="0"/>
          <a:chOff x="0" y="0"/>
          <a:chExt cx="0" cy="0"/>
        </a:xfrm>
      </p:grpSpPr>
      <p:sp>
        <p:nvSpPr>
          <p:cNvPr id="45" name="Google Shape;45;p9"/>
          <p:cNvSpPr txBox="1">
            <a:spLocks noGrp="1"/>
          </p:cNvSpPr>
          <p:nvPr>
            <p:ph type="title"/>
          </p:nvPr>
        </p:nvSpPr>
        <p:spPr>
          <a:xfrm>
            <a:off x="371475" y="257176"/>
            <a:ext cx="8400900" cy="549000"/>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pic>
        <p:nvPicPr>
          <p:cNvPr id="46" name="Google Shape;46;p9"/>
          <p:cNvPicPr preferRelativeResize="0"/>
          <p:nvPr/>
        </p:nvPicPr>
        <p:blipFill rotWithShape="1">
          <a:blip r:embed="rId2">
            <a:alphaModFix amt="0"/>
          </a:blip>
          <a:srcRect/>
          <a:stretch/>
        </p:blipFill>
        <p:spPr>
          <a:xfrm>
            <a:off x="1354" y="0"/>
            <a:ext cx="9144000" cy="64294"/>
          </a:xfrm>
          <a:prstGeom prst="rect">
            <a:avLst/>
          </a:prstGeom>
          <a:gradFill>
            <a:gsLst>
              <a:gs pos="0">
                <a:schemeClr val="accent1"/>
              </a:gs>
              <a:gs pos="11000">
                <a:schemeClr val="accent1"/>
              </a:gs>
              <a:gs pos="100000">
                <a:schemeClr val="accent2"/>
              </a:gs>
            </a:gsLst>
            <a:lin ang="0" scaled="0"/>
          </a:gradFill>
          <a:ln>
            <a:noFill/>
          </a:ln>
        </p:spPr>
      </p:pic>
      <p:sp>
        <p:nvSpPr>
          <p:cNvPr id="47" name="Google Shape;47;p9"/>
          <p:cNvSpPr txBox="1">
            <a:spLocks noGrp="1"/>
          </p:cNvSpPr>
          <p:nvPr>
            <p:ph type="ftr" idx="11"/>
          </p:nvPr>
        </p:nvSpPr>
        <p:spPr>
          <a:xfrm>
            <a:off x="742950" y="4838007"/>
            <a:ext cx="6776100" cy="12180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100"/>
              <a:buNone/>
              <a:defRPr sz="800">
                <a:solidFill>
                  <a:schemeClr val="dk2"/>
                </a:solidFill>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matchingName="1_Title and Content Thick Band">
  <p:cSld name="1_Title and Content Thick Band">
    <p:bg>
      <p:bgPr>
        <a:blipFill>
          <a:blip r:embed="rId2">
            <a:alphaModFix/>
          </a:blip>
          <a:stretch>
            <a:fillRect/>
          </a:stretch>
        </a:blipFill>
        <a:effectLst/>
      </p:bgPr>
    </p:bg>
    <p:spTree>
      <p:nvGrpSpPr>
        <p:cNvPr id="1" name="Shape 54"/>
        <p:cNvGrpSpPr/>
        <p:nvPr/>
      </p:nvGrpSpPr>
      <p:grpSpPr>
        <a:xfrm>
          <a:off x="0" y="0"/>
          <a:ext cx="0" cy="0"/>
          <a:chOff x="0" y="0"/>
          <a:chExt cx="0" cy="0"/>
        </a:xfrm>
      </p:grpSpPr>
      <p:sp>
        <p:nvSpPr>
          <p:cNvPr id="55" name="Google Shape;55;p11"/>
          <p:cNvSpPr txBox="1">
            <a:spLocks noGrp="1"/>
          </p:cNvSpPr>
          <p:nvPr>
            <p:ph type="title"/>
          </p:nvPr>
        </p:nvSpPr>
        <p:spPr>
          <a:xfrm>
            <a:off x="371475" y="257176"/>
            <a:ext cx="8400900" cy="549000"/>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rgbClr val="E6E7E8"/>
              </a:buClr>
              <a:buSzPts val="2400"/>
              <a:buFont typeface="Arial"/>
              <a:buNone/>
              <a:defRPr>
                <a:solidFill>
                  <a:srgbClr val="E6E7E8"/>
                </a:solidFil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56" name="Google Shape;56;p11"/>
          <p:cNvSpPr txBox="1">
            <a:spLocks noGrp="1"/>
          </p:cNvSpPr>
          <p:nvPr>
            <p:ph type="body" idx="1"/>
          </p:nvPr>
        </p:nvSpPr>
        <p:spPr>
          <a:xfrm>
            <a:off x="371475" y="1057275"/>
            <a:ext cx="8400900" cy="3429000"/>
          </a:xfrm>
          <a:prstGeom prst="rect">
            <a:avLst/>
          </a:prstGeom>
          <a:noFill/>
          <a:ln>
            <a:noFill/>
          </a:ln>
        </p:spPr>
        <p:txBody>
          <a:bodyPr spcFirstLastPara="1" wrap="square" lIns="0" tIns="0" rIns="0" bIns="0" anchor="t" anchorCtr="0">
            <a:noAutofit/>
          </a:bodyPr>
          <a:lstStyle>
            <a:lvl1pPr marL="457200" lvl="0" indent="-361950" algn="l">
              <a:lnSpc>
                <a:spcPct val="90000"/>
              </a:lnSpc>
              <a:spcBef>
                <a:spcPts val="800"/>
              </a:spcBef>
              <a:spcAft>
                <a:spcPts val="0"/>
              </a:spcAft>
              <a:buSzPts val="2100"/>
              <a:buChar char="•"/>
              <a:defRPr>
                <a:solidFill>
                  <a:srgbClr val="D1D3D4"/>
                </a:solidFill>
              </a:defRPr>
            </a:lvl1pPr>
            <a:lvl2pPr marL="914400" lvl="1" indent="-342900" algn="l">
              <a:lnSpc>
                <a:spcPct val="90000"/>
              </a:lnSpc>
              <a:spcBef>
                <a:spcPts val="500"/>
              </a:spcBef>
              <a:spcAft>
                <a:spcPts val="0"/>
              </a:spcAft>
              <a:buSzPts val="1800"/>
              <a:buChar char="•"/>
              <a:defRPr>
                <a:solidFill>
                  <a:srgbClr val="D1D3D4"/>
                </a:solidFill>
              </a:defRPr>
            </a:lvl2pPr>
            <a:lvl3pPr marL="1371600" lvl="2" indent="-323850" algn="l">
              <a:lnSpc>
                <a:spcPct val="90000"/>
              </a:lnSpc>
              <a:spcBef>
                <a:spcPts val="500"/>
              </a:spcBef>
              <a:spcAft>
                <a:spcPts val="0"/>
              </a:spcAft>
              <a:buSzPts val="1500"/>
              <a:buChar char="•"/>
              <a:defRPr>
                <a:solidFill>
                  <a:srgbClr val="D1D3D4"/>
                </a:solidFill>
              </a:defRPr>
            </a:lvl3pPr>
            <a:lvl4pPr marL="1828800" lvl="3" indent="-317500" algn="l">
              <a:lnSpc>
                <a:spcPct val="90000"/>
              </a:lnSpc>
              <a:spcBef>
                <a:spcPts val="500"/>
              </a:spcBef>
              <a:spcAft>
                <a:spcPts val="0"/>
              </a:spcAft>
              <a:buSzPts val="1400"/>
              <a:buChar char="•"/>
              <a:defRPr>
                <a:solidFill>
                  <a:srgbClr val="D1D3D4"/>
                </a:solidFill>
              </a:defRPr>
            </a:lvl4pPr>
            <a:lvl5pPr marL="2286000" lvl="4" indent="-317500" algn="l">
              <a:lnSpc>
                <a:spcPct val="90000"/>
              </a:lnSpc>
              <a:spcBef>
                <a:spcPts val="500"/>
              </a:spcBef>
              <a:spcAft>
                <a:spcPts val="0"/>
              </a:spcAft>
              <a:buSzPts val="1400"/>
              <a:buChar char="•"/>
              <a:defRPr>
                <a:solidFill>
                  <a:srgbClr val="D1D3D4"/>
                </a:solidFill>
              </a:defRPr>
            </a:lvl5pPr>
            <a:lvl6pPr marL="2743200" lvl="5" indent="-317500" algn="l">
              <a:lnSpc>
                <a:spcPct val="90000"/>
              </a:lnSpc>
              <a:spcBef>
                <a:spcPts val="5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pic>
        <p:nvPicPr>
          <p:cNvPr id="57" name="Google Shape;57;p11"/>
          <p:cNvPicPr preferRelativeResize="0"/>
          <p:nvPr/>
        </p:nvPicPr>
        <p:blipFill rotWithShape="1">
          <a:blip r:embed="rId3">
            <a:alphaModFix amt="0"/>
          </a:blip>
          <a:srcRect/>
          <a:stretch/>
        </p:blipFill>
        <p:spPr>
          <a:xfrm>
            <a:off x="1354" y="0"/>
            <a:ext cx="9144000" cy="64294"/>
          </a:xfrm>
          <a:prstGeom prst="rect">
            <a:avLst/>
          </a:prstGeom>
          <a:gradFill>
            <a:gsLst>
              <a:gs pos="0">
                <a:schemeClr val="accent1"/>
              </a:gs>
              <a:gs pos="11000">
                <a:schemeClr val="accent1"/>
              </a:gs>
              <a:gs pos="100000">
                <a:schemeClr val="accent2"/>
              </a:gs>
            </a:gsLst>
            <a:lin ang="0" scaled="0"/>
          </a:gradFill>
          <a:ln>
            <a:noFill/>
          </a:ln>
        </p:spPr>
      </p:pic>
      <p:pic>
        <p:nvPicPr>
          <p:cNvPr id="58" name="Google Shape;58;p11"/>
          <p:cNvPicPr preferRelativeResize="0"/>
          <p:nvPr/>
        </p:nvPicPr>
        <p:blipFill rotWithShape="1">
          <a:blip r:embed="rId4">
            <a:alphaModFix/>
          </a:blip>
          <a:srcRect/>
          <a:stretch/>
        </p:blipFill>
        <p:spPr>
          <a:xfrm>
            <a:off x="8246392" y="4808815"/>
            <a:ext cx="526131" cy="180134"/>
          </a:xfrm>
          <a:prstGeom prst="rect">
            <a:avLst/>
          </a:prstGeom>
          <a:noFill/>
          <a:ln>
            <a:noFill/>
          </a:ln>
        </p:spPr>
      </p:pic>
      <p:sp>
        <p:nvSpPr>
          <p:cNvPr id="59" name="Google Shape;59;p11"/>
          <p:cNvSpPr txBox="1"/>
          <p:nvPr/>
        </p:nvSpPr>
        <p:spPr>
          <a:xfrm>
            <a:off x="371475" y="4838007"/>
            <a:ext cx="371400" cy="121800"/>
          </a:xfrm>
          <a:prstGeom prst="rect">
            <a:avLst/>
          </a:prstGeom>
          <a:noFill/>
          <a:ln>
            <a:noFill/>
          </a:ln>
        </p:spPr>
        <p:txBody>
          <a:bodyPr spcFirstLastPara="1" wrap="square" lIns="68575" tIns="34275" rIns="68575" bIns="34275" anchor="ctr" anchorCtr="0">
            <a:noAutofit/>
          </a:bodyPr>
          <a:lstStyle/>
          <a:p>
            <a:pPr marL="0" marR="0" lvl="0" indent="0" algn="l" rtl="0">
              <a:spcBef>
                <a:spcPts val="0"/>
              </a:spcBef>
              <a:spcAft>
                <a:spcPts val="0"/>
              </a:spcAft>
              <a:buNone/>
            </a:pPr>
            <a:fld id="{00000000-1234-1234-1234-123412341234}" type="slidenum">
              <a:rPr lang="en" sz="800" b="0" i="0" u="none" strike="noStrike" cap="none">
                <a:solidFill>
                  <a:srgbClr val="D1D3D4"/>
                </a:solidFill>
                <a:latin typeface="Arial"/>
                <a:ea typeface="Arial"/>
                <a:cs typeface="Arial"/>
                <a:sym typeface="Arial"/>
              </a:rPr>
              <a:t>‹#›</a:t>
            </a:fld>
            <a:endParaRPr sz="800" b="0" i="0" u="none" strike="noStrike" cap="none">
              <a:solidFill>
                <a:srgbClr val="D1D3D4"/>
              </a:solidFill>
              <a:latin typeface="Arial"/>
              <a:ea typeface="Arial"/>
              <a:cs typeface="Arial"/>
              <a:sym typeface="Arial"/>
            </a:endParaRPr>
          </a:p>
        </p:txBody>
      </p:sp>
      <p:sp>
        <p:nvSpPr>
          <p:cNvPr id="60" name="Google Shape;60;p11"/>
          <p:cNvSpPr txBox="1">
            <a:spLocks noGrp="1"/>
          </p:cNvSpPr>
          <p:nvPr>
            <p:ph type="ftr" idx="11"/>
          </p:nvPr>
        </p:nvSpPr>
        <p:spPr>
          <a:xfrm>
            <a:off x="742950" y="4838007"/>
            <a:ext cx="6776100" cy="12180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100"/>
              <a:buNone/>
              <a:defRPr sz="800">
                <a:solidFill>
                  <a:srgbClr val="D1D3D4"/>
                </a:solidFill>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matchingName="1_Two Content">
  <p:cSld name="1_Two Content">
    <p:bg>
      <p:bgPr>
        <a:blipFill>
          <a:blip r:embed="rId2">
            <a:alphaModFix/>
          </a:blip>
          <a:stretch>
            <a:fillRect/>
          </a:stretch>
        </a:blipFill>
        <a:effectLst/>
      </p:bgPr>
    </p:bg>
    <p:spTree>
      <p:nvGrpSpPr>
        <p:cNvPr id="1" name="Shape 61"/>
        <p:cNvGrpSpPr/>
        <p:nvPr/>
      </p:nvGrpSpPr>
      <p:grpSpPr>
        <a:xfrm>
          <a:off x="0" y="0"/>
          <a:ext cx="0" cy="0"/>
          <a:chOff x="0" y="0"/>
          <a:chExt cx="0" cy="0"/>
        </a:xfrm>
      </p:grpSpPr>
      <p:sp>
        <p:nvSpPr>
          <p:cNvPr id="62" name="Google Shape;62;p12"/>
          <p:cNvSpPr txBox="1">
            <a:spLocks noGrp="1"/>
          </p:cNvSpPr>
          <p:nvPr>
            <p:ph type="title"/>
          </p:nvPr>
        </p:nvSpPr>
        <p:spPr>
          <a:xfrm>
            <a:off x="371475" y="257176"/>
            <a:ext cx="8400900" cy="549000"/>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rgbClr val="E6E7E8"/>
              </a:buClr>
              <a:buSzPts val="2400"/>
              <a:buFont typeface="Arial"/>
              <a:buNone/>
              <a:defRPr>
                <a:solidFill>
                  <a:srgbClr val="E6E7E8"/>
                </a:solidFil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63" name="Google Shape;63;p12"/>
          <p:cNvSpPr txBox="1">
            <a:spLocks noGrp="1"/>
          </p:cNvSpPr>
          <p:nvPr>
            <p:ph type="body" idx="1"/>
          </p:nvPr>
        </p:nvSpPr>
        <p:spPr>
          <a:xfrm>
            <a:off x="371474" y="1057275"/>
            <a:ext cx="4082700" cy="3429000"/>
          </a:xfrm>
          <a:prstGeom prst="rect">
            <a:avLst/>
          </a:prstGeom>
          <a:noFill/>
          <a:ln>
            <a:noFill/>
          </a:ln>
        </p:spPr>
        <p:txBody>
          <a:bodyPr spcFirstLastPara="1" wrap="square" lIns="0" tIns="0" rIns="0" bIns="0" anchor="t" anchorCtr="0">
            <a:noAutofit/>
          </a:bodyPr>
          <a:lstStyle>
            <a:lvl1pPr marL="457200" lvl="0" indent="-361950" algn="l">
              <a:lnSpc>
                <a:spcPct val="90000"/>
              </a:lnSpc>
              <a:spcBef>
                <a:spcPts val="800"/>
              </a:spcBef>
              <a:spcAft>
                <a:spcPts val="0"/>
              </a:spcAft>
              <a:buSzPts val="2100"/>
              <a:buChar char="•"/>
              <a:defRPr>
                <a:solidFill>
                  <a:srgbClr val="D1D3D4"/>
                </a:solidFill>
              </a:defRPr>
            </a:lvl1pPr>
            <a:lvl2pPr marL="914400" lvl="1" indent="-342900" algn="l">
              <a:lnSpc>
                <a:spcPct val="90000"/>
              </a:lnSpc>
              <a:spcBef>
                <a:spcPts val="500"/>
              </a:spcBef>
              <a:spcAft>
                <a:spcPts val="0"/>
              </a:spcAft>
              <a:buSzPts val="1800"/>
              <a:buChar char="•"/>
              <a:defRPr>
                <a:solidFill>
                  <a:srgbClr val="D1D3D4"/>
                </a:solidFill>
              </a:defRPr>
            </a:lvl2pPr>
            <a:lvl3pPr marL="1371600" lvl="2" indent="-323850" algn="l">
              <a:lnSpc>
                <a:spcPct val="90000"/>
              </a:lnSpc>
              <a:spcBef>
                <a:spcPts val="500"/>
              </a:spcBef>
              <a:spcAft>
                <a:spcPts val="0"/>
              </a:spcAft>
              <a:buSzPts val="1500"/>
              <a:buChar char="•"/>
              <a:defRPr>
                <a:solidFill>
                  <a:srgbClr val="D1D3D4"/>
                </a:solidFill>
              </a:defRPr>
            </a:lvl3pPr>
            <a:lvl4pPr marL="1828800" lvl="3" indent="-317500" algn="l">
              <a:lnSpc>
                <a:spcPct val="90000"/>
              </a:lnSpc>
              <a:spcBef>
                <a:spcPts val="500"/>
              </a:spcBef>
              <a:spcAft>
                <a:spcPts val="0"/>
              </a:spcAft>
              <a:buSzPts val="1400"/>
              <a:buChar char="•"/>
              <a:defRPr>
                <a:solidFill>
                  <a:srgbClr val="D1D3D4"/>
                </a:solidFill>
              </a:defRPr>
            </a:lvl4pPr>
            <a:lvl5pPr marL="2286000" lvl="4" indent="-317500" algn="l">
              <a:lnSpc>
                <a:spcPct val="90000"/>
              </a:lnSpc>
              <a:spcBef>
                <a:spcPts val="500"/>
              </a:spcBef>
              <a:spcAft>
                <a:spcPts val="0"/>
              </a:spcAft>
              <a:buSzPts val="1400"/>
              <a:buChar char="•"/>
              <a:defRPr>
                <a:solidFill>
                  <a:srgbClr val="D1D3D4"/>
                </a:solidFill>
              </a:defRPr>
            </a:lvl5pPr>
            <a:lvl6pPr marL="2743200" lvl="5" indent="-317500" algn="l">
              <a:lnSpc>
                <a:spcPct val="90000"/>
              </a:lnSpc>
              <a:spcBef>
                <a:spcPts val="5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pic>
        <p:nvPicPr>
          <p:cNvPr id="64" name="Google Shape;64;p12"/>
          <p:cNvPicPr preferRelativeResize="0"/>
          <p:nvPr/>
        </p:nvPicPr>
        <p:blipFill rotWithShape="1">
          <a:blip r:embed="rId3">
            <a:alphaModFix amt="0"/>
          </a:blip>
          <a:srcRect/>
          <a:stretch/>
        </p:blipFill>
        <p:spPr>
          <a:xfrm>
            <a:off x="1354" y="0"/>
            <a:ext cx="9144000" cy="64294"/>
          </a:xfrm>
          <a:prstGeom prst="rect">
            <a:avLst/>
          </a:prstGeom>
          <a:gradFill>
            <a:gsLst>
              <a:gs pos="0">
                <a:schemeClr val="accent1"/>
              </a:gs>
              <a:gs pos="11000">
                <a:schemeClr val="accent1"/>
              </a:gs>
              <a:gs pos="100000">
                <a:schemeClr val="accent2"/>
              </a:gs>
            </a:gsLst>
            <a:lin ang="0" scaled="0"/>
          </a:gradFill>
          <a:ln>
            <a:noFill/>
          </a:ln>
        </p:spPr>
      </p:pic>
      <p:pic>
        <p:nvPicPr>
          <p:cNvPr id="65" name="Google Shape;65;p12"/>
          <p:cNvPicPr preferRelativeResize="0"/>
          <p:nvPr/>
        </p:nvPicPr>
        <p:blipFill rotWithShape="1">
          <a:blip r:embed="rId4">
            <a:alphaModFix/>
          </a:blip>
          <a:srcRect/>
          <a:stretch/>
        </p:blipFill>
        <p:spPr>
          <a:xfrm>
            <a:off x="8246392" y="4808815"/>
            <a:ext cx="526131" cy="180134"/>
          </a:xfrm>
          <a:prstGeom prst="rect">
            <a:avLst/>
          </a:prstGeom>
          <a:noFill/>
          <a:ln>
            <a:noFill/>
          </a:ln>
        </p:spPr>
      </p:pic>
      <p:sp>
        <p:nvSpPr>
          <p:cNvPr id="66" name="Google Shape;66;p12"/>
          <p:cNvSpPr txBox="1"/>
          <p:nvPr/>
        </p:nvSpPr>
        <p:spPr>
          <a:xfrm>
            <a:off x="371475" y="4838007"/>
            <a:ext cx="371400" cy="121800"/>
          </a:xfrm>
          <a:prstGeom prst="rect">
            <a:avLst/>
          </a:prstGeom>
          <a:noFill/>
          <a:ln>
            <a:noFill/>
          </a:ln>
        </p:spPr>
        <p:txBody>
          <a:bodyPr spcFirstLastPara="1" wrap="square" lIns="68575" tIns="34275" rIns="68575" bIns="34275" anchor="ctr" anchorCtr="0">
            <a:noAutofit/>
          </a:bodyPr>
          <a:lstStyle/>
          <a:p>
            <a:pPr marL="0" marR="0" lvl="0" indent="0" algn="l" rtl="0">
              <a:spcBef>
                <a:spcPts val="0"/>
              </a:spcBef>
              <a:spcAft>
                <a:spcPts val="0"/>
              </a:spcAft>
              <a:buNone/>
            </a:pPr>
            <a:fld id="{00000000-1234-1234-1234-123412341234}" type="slidenum">
              <a:rPr lang="en" sz="800" b="0" i="0" u="none" strike="noStrike" cap="none">
                <a:solidFill>
                  <a:srgbClr val="D1D3D4"/>
                </a:solidFill>
                <a:latin typeface="Arial"/>
                <a:ea typeface="Arial"/>
                <a:cs typeface="Arial"/>
                <a:sym typeface="Arial"/>
              </a:rPr>
              <a:t>‹#›</a:t>
            </a:fld>
            <a:endParaRPr sz="800" b="0" i="0" u="none" strike="noStrike" cap="none">
              <a:solidFill>
                <a:srgbClr val="D1D3D4"/>
              </a:solidFill>
              <a:latin typeface="Arial"/>
              <a:ea typeface="Arial"/>
              <a:cs typeface="Arial"/>
              <a:sym typeface="Arial"/>
            </a:endParaRPr>
          </a:p>
        </p:txBody>
      </p:sp>
      <p:sp>
        <p:nvSpPr>
          <p:cNvPr id="67" name="Google Shape;67;p12"/>
          <p:cNvSpPr txBox="1">
            <a:spLocks noGrp="1"/>
          </p:cNvSpPr>
          <p:nvPr>
            <p:ph type="ftr" idx="11"/>
          </p:nvPr>
        </p:nvSpPr>
        <p:spPr>
          <a:xfrm>
            <a:off x="742950" y="4838007"/>
            <a:ext cx="6776100" cy="12180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100"/>
              <a:buNone/>
              <a:defRPr sz="800">
                <a:solidFill>
                  <a:srgbClr val="D1D3D4"/>
                </a:solidFill>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8" name="Google Shape;68;p12"/>
          <p:cNvSpPr txBox="1">
            <a:spLocks noGrp="1"/>
          </p:cNvSpPr>
          <p:nvPr>
            <p:ph type="body" idx="2"/>
          </p:nvPr>
        </p:nvSpPr>
        <p:spPr>
          <a:xfrm>
            <a:off x="4689835" y="1057275"/>
            <a:ext cx="4082700" cy="3429000"/>
          </a:xfrm>
          <a:prstGeom prst="rect">
            <a:avLst/>
          </a:prstGeom>
          <a:noFill/>
          <a:ln>
            <a:noFill/>
          </a:ln>
        </p:spPr>
        <p:txBody>
          <a:bodyPr spcFirstLastPara="1" wrap="square" lIns="0" tIns="0" rIns="0" bIns="0" anchor="t" anchorCtr="0">
            <a:noAutofit/>
          </a:bodyPr>
          <a:lstStyle>
            <a:lvl1pPr marL="457200" lvl="0" indent="-361950" algn="l">
              <a:lnSpc>
                <a:spcPct val="90000"/>
              </a:lnSpc>
              <a:spcBef>
                <a:spcPts val="800"/>
              </a:spcBef>
              <a:spcAft>
                <a:spcPts val="0"/>
              </a:spcAft>
              <a:buSzPts val="2100"/>
              <a:buChar char="•"/>
              <a:defRPr>
                <a:solidFill>
                  <a:srgbClr val="D1D3D4"/>
                </a:solidFill>
              </a:defRPr>
            </a:lvl1pPr>
            <a:lvl2pPr marL="914400" lvl="1" indent="-342900" algn="l">
              <a:lnSpc>
                <a:spcPct val="90000"/>
              </a:lnSpc>
              <a:spcBef>
                <a:spcPts val="500"/>
              </a:spcBef>
              <a:spcAft>
                <a:spcPts val="0"/>
              </a:spcAft>
              <a:buSzPts val="1800"/>
              <a:buChar char="•"/>
              <a:defRPr>
                <a:solidFill>
                  <a:srgbClr val="D1D3D4"/>
                </a:solidFill>
              </a:defRPr>
            </a:lvl2pPr>
            <a:lvl3pPr marL="1371600" lvl="2" indent="-323850" algn="l">
              <a:lnSpc>
                <a:spcPct val="90000"/>
              </a:lnSpc>
              <a:spcBef>
                <a:spcPts val="500"/>
              </a:spcBef>
              <a:spcAft>
                <a:spcPts val="0"/>
              </a:spcAft>
              <a:buSzPts val="1500"/>
              <a:buChar char="•"/>
              <a:defRPr>
                <a:solidFill>
                  <a:srgbClr val="D1D3D4"/>
                </a:solidFill>
              </a:defRPr>
            </a:lvl3pPr>
            <a:lvl4pPr marL="1828800" lvl="3" indent="-317500" algn="l">
              <a:lnSpc>
                <a:spcPct val="90000"/>
              </a:lnSpc>
              <a:spcBef>
                <a:spcPts val="500"/>
              </a:spcBef>
              <a:spcAft>
                <a:spcPts val="0"/>
              </a:spcAft>
              <a:buSzPts val="1400"/>
              <a:buChar char="•"/>
              <a:defRPr>
                <a:solidFill>
                  <a:srgbClr val="D1D3D4"/>
                </a:solidFill>
              </a:defRPr>
            </a:lvl4pPr>
            <a:lvl5pPr marL="2286000" lvl="4" indent="-317500" algn="l">
              <a:lnSpc>
                <a:spcPct val="90000"/>
              </a:lnSpc>
              <a:spcBef>
                <a:spcPts val="500"/>
              </a:spcBef>
              <a:spcAft>
                <a:spcPts val="0"/>
              </a:spcAft>
              <a:buSzPts val="1400"/>
              <a:buChar char="•"/>
              <a:defRPr>
                <a:solidFill>
                  <a:srgbClr val="D1D3D4"/>
                </a:solidFill>
              </a:defRPr>
            </a:lvl5pPr>
            <a:lvl6pPr marL="2743200" lvl="5" indent="-317500" algn="l">
              <a:lnSpc>
                <a:spcPct val="90000"/>
              </a:lnSpc>
              <a:spcBef>
                <a:spcPts val="5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matchingName="1_Comparison">
  <p:cSld name="1_Comparison">
    <p:bg>
      <p:bgPr>
        <a:blipFill>
          <a:blip r:embed="rId2">
            <a:alphaModFix/>
          </a:blip>
          <a:stretch>
            <a:fillRect/>
          </a:stretch>
        </a:blipFill>
        <a:effectLst/>
      </p:bgPr>
    </p:bg>
    <p:spTree>
      <p:nvGrpSpPr>
        <p:cNvPr id="1" name="Shape 69"/>
        <p:cNvGrpSpPr/>
        <p:nvPr/>
      </p:nvGrpSpPr>
      <p:grpSpPr>
        <a:xfrm>
          <a:off x="0" y="0"/>
          <a:ext cx="0" cy="0"/>
          <a:chOff x="0" y="0"/>
          <a:chExt cx="0" cy="0"/>
        </a:xfrm>
      </p:grpSpPr>
      <p:sp>
        <p:nvSpPr>
          <p:cNvPr id="70" name="Google Shape;70;p13"/>
          <p:cNvSpPr txBox="1">
            <a:spLocks noGrp="1"/>
          </p:cNvSpPr>
          <p:nvPr>
            <p:ph type="title"/>
          </p:nvPr>
        </p:nvSpPr>
        <p:spPr>
          <a:xfrm>
            <a:off x="371475" y="257176"/>
            <a:ext cx="8400900" cy="549000"/>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rgbClr val="E6E7E8"/>
              </a:buClr>
              <a:buSzPts val="2400"/>
              <a:buFont typeface="Arial"/>
              <a:buNone/>
              <a:defRPr>
                <a:solidFill>
                  <a:srgbClr val="E6E7E8"/>
                </a:solidFil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71" name="Google Shape;71;p13"/>
          <p:cNvSpPr txBox="1">
            <a:spLocks noGrp="1"/>
          </p:cNvSpPr>
          <p:nvPr>
            <p:ph type="body" idx="1"/>
          </p:nvPr>
        </p:nvSpPr>
        <p:spPr>
          <a:xfrm>
            <a:off x="371475" y="947738"/>
            <a:ext cx="4126800" cy="549000"/>
          </a:xfrm>
          <a:prstGeom prst="rect">
            <a:avLst/>
          </a:prstGeom>
          <a:noFill/>
          <a:ln>
            <a:noFill/>
          </a:ln>
        </p:spPr>
        <p:txBody>
          <a:bodyPr spcFirstLastPara="1" wrap="square" lIns="0" tIns="0" rIns="0" bIns="0" anchor="b" anchorCtr="0">
            <a:noAutofit/>
          </a:bodyPr>
          <a:lstStyle>
            <a:lvl1pPr marL="457200" lvl="0" indent="-228600" algn="l">
              <a:lnSpc>
                <a:spcPct val="90000"/>
              </a:lnSpc>
              <a:spcBef>
                <a:spcPts val="800"/>
              </a:spcBef>
              <a:spcAft>
                <a:spcPts val="0"/>
              </a:spcAft>
              <a:buSzPts val="2100"/>
              <a:buNone/>
              <a:defRPr sz="2100" b="1">
                <a:solidFill>
                  <a:schemeClr val="accent1"/>
                </a:solidFill>
              </a:defRPr>
            </a:lvl1pPr>
            <a:lvl2pPr marL="914400" lvl="1" indent="-228600" algn="l">
              <a:lnSpc>
                <a:spcPct val="90000"/>
              </a:lnSpc>
              <a:spcBef>
                <a:spcPts val="500"/>
              </a:spcBef>
              <a:spcAft>
                <a:spcPts val="0"/>
              </a:spcAft>
              <a:buSzPts val="1500"/>
              <a:buNone/>
              <a:defRPr sz="1500" b="1"/>
            </a:lvl2pPr>
            <a:lvl3pPr marL="1371600" lvl="2" indent="-228600" algn="l">
              <a:lnSpc>
                <a:spcPct val="90000"/>
              </a:lnSpc>
              <a:spcBef>
                <a:spcPts val="500"/>
              </a:spcBef>
              <a:spcAft>
                <a:spcPts val="0"/>
              </a:spcAft>
              <a:buSzPts val="1400"/>
              <a:buNone/>
              <a:defRPr sz="1400" b="1"/>
            </a:lvl3pPr>
            <a:lvl4pPr marL="1828800" lvl="3" indent="-228600" algn="l">
              <a:lnSpc>
                <a:spcPct val="90000"/>
              </a:lnSpc>
              <a:spcBef>
                <a:spcPts val="500"/>
              </a:spcBef>
              <a:spcAft>
                <a:spcPts val="0"/>
              </a:spcAft>
              <a:buSzPts val="1200"/>
              <a:buNone/>
              <a:defRPr sz="1200" b="1"/>
            </a:lvl4pPr>
            <a:lvl5pPr marL="2286000" lvl="4" indent="-228600" algn="l">
              <a:lnSpc>
                <a:spcPct val="90000"/>
              </a:lnSpc>
              <a:spcBef>
                <a:spcPts val="500"/>
              </a:spcBef>
              <a:spcAft>
                <a:spcPts val="0"/>
              </a:spcAft>
              <a:buSzPts val="1200"/>
              <a:buNone/>
              <a:defRPr sz="1200" b="1"/>
            </a:lvl5pPr>
            <a:lvl6pPr marL="2743200" lvl="5" indent="-228600" algn="l">
              <a:lnSpc>
                <a:spcPct val="90000"/>
              </a:lnSpc>
              <a:spcBef>
                <a:spcPts val="5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72" name="Google Shape;72;p13"/>
          <p:cNvSpPr txBox="1">
            <a:spLocks noGrp="1"/>
          </p:cNvSpPr>
          <p:nvPr>
            <p:ph type="body" idx="2"/>
          </p:nvPr>
        </p:nvSpPr>
        <p:spPr>
          <a:xfrm>
            <a:off x="371475" y="1638301"/>
            <a:ext cx="4126800" cy="2847900"/>
          </a:xfrm>
          <a:prstGeom prst="rect">
            <a:avLst/>
          </a:prstGeom>
          <a:noFill/>
          <a:ln>
            <a:noFill/>
          </a:ln>
        </p:spPr>
        <p:txBody>
          <a:bodyPr spcFirstLastPara="1" wrap="square" lIns="0" tIns="0" rIns="0" bIns="0" anchor="t" anchorCtr="0">
            <a:noAutofit/>
          </a:bodyPr>
          <a:lstStyle>
            <a:lvl1pPr marL="457200" lvl="0" indent="-342900" algn="l">
              <a:lnSpc>
                <a:spcPct val="90000"/>
              </a:lnSpc>
              <a:spcBef>
                <a:spcPts val="800"/>
              </a:spcBef>
              <a:spcAft>
                <a:spcPts val="0"/>
              </a:spcAft>
              <a:buSzPts val="1800"/>
              <a:buChar char="•"/>
              <a:defRPr sz="1800">
                <a:solidFill>
                  <a:srgbClr val="D1D3D4"/>
                </a:solidFill>
              </a:defRPr>
            </a:lvl1pPr>
            <a:lvl2pPr marL="914400" lvl="1" indent="-323850" algn="l">
              <a:lnSpc>
                <a:spcPct val="90000"/>
              </a:lnSpc>
              <a:spcBef>
                <a:spcPts val="500"/>
              </a:spcBef>
              <a:spcAft>
                <a:spcPts val="0"/>
              </a:spcAft>
              <a:buSzPts val="1500"/>
              <a:buChar char="•"/>
              <a:defRPr sz="1500">
                <a:solidFill>
                  <a:srgbClr val="D1D3D4"/>
                </a:solidFill>
              </a:defRPr>
            </a:lvl2pPr>
            <a:lvl3pPr marL="1371600" lvl="2" indent="-317500" algn="l">
              <a:lnSpc>
                <a:spcPct val="90000"/>
              </a:lnSpc>
              <a:spcBef>
                <a:spcPts val="500"/>
              </a:spcBef>
              <a:spcAft>
                <a:spcPts val="0"/>
              </a:spcAft>
              <a:buSzPts val="1400"/>
              <a:buChar char="•"/>
              <a:defRPr sz="1400">
                <a:solidFill>
                  <a:srgbClr val="D1D3D4"/>
                </a:solidFill>
              </a:defRPr>
            </a:lvl3pPr>
            <a:lvl4pPr marL="1828800" lvl="3" indent="-304800" algn="l">
              <a:lnSpc>
                <a:spcPct val="90000"/>
              </a:lnSpc>
              <a:spcBef>
                <a:spcPts val="500"/>
              </a:spcBef>
              <a:spcAft>
                <a:spcPts val="0"/>
              </a:spcAft>
              <a:buSzPts val="1200"/>
              <a:buChar char="•"/>
              <a:defRPr sz="1200">
                <a:solidFill>
                  <a:srgbClr val="D1D3D4"/>
                </a:solidFill>
              </a:defRPr>
            </a:lvl4pPr>
            <a:lvl5pPr marL="2286000" lvl="4" indent="-304800" algn="l">
              <a:lnSpc>
                <a:spcPct val="90000"/>
              </a:lnSpc>
              <a:spcBef>
                <a:spcPts val="500"/>
              </a:spcBef>
              <a:spcAft>
                <a:spcPts val="0"/>
              </a:spcAft>
              <a:buSzPts val="1200"/>
              <a:buChar char="•"/>
              <a:defRPr sz="1200">
                <a:solidFill>
                  <a:srgbClr val="D1D3D4"/>
                </a:solidFill>
              </a:defRPr>
            </a:lvl5pPr>
            <a:lvl6pPr marL="2743200" lvl="5" indent="-317500" algn="l">
              <a:lnSpc>
                <a:spcPct val="90000"/>
              </a:lnSpc>
              <a:spcBef>
                <a:spcPts val="5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pic>
        <p:nvPicPr>
          <p:cNvPr id="73" name="Google Shape;73;p13"/>
          <p:cNvPicPr preferRelativeResize="0"/>
          <p:nvPr/>
        </p:nvPicPr>
        <p:blipFill rotWithShape="1">
          <a:blip r:embed="rId3">
            <a:alphaModFix amt="0"/>
          </a:blip>
          <a:srcRect/>
          <a:stretch/>
        </p:blipFill>
        <p:spPr>
          <a:xfrm>
            <a:off x="1354" y="0"/>
            <a:ext cx="9144000" cy="64294"/>
          </a:xfrm>
          <a:prstGeom prst="rect">
            <a:avLst/>
          </a:prstGeom>
          <a:gradFill>
            <a:gsLst>
              <a:gs pos="0">
                <a:schemeClr val="accent1"/>
              </a:gs>
              <a:gs pos="11000">
                <a:schemeClr val="accent1"/>
              </a:gs>
              <a:gs pos="100000">
                <a:schemeClr val="accent2"/>
              </a:gs>
            </a:gsLst>
            <a:lin ang="0" scaled="0"/>
          </a:gradFill>
          <a:ln>
            <a:noFill/>
          </a:ln>
        </p:spPr>
      </p:pic>
      <p:pic>
        <p:nvPicPr>
          <p:cNvPr id="74" name="Google Shape;74;p13"/>
          <p:cNvPicPr preferRelativeResize="0"/>
          <p:nvPr/>
        </p:nvPicPr>
        <p:blipFill rotWithShape="1">
          <a:blip r:embed="rId4">
            <a:alphaModFix/>
          </a:blip>
          <a:srcRect/>
          <a:stretch/>
        </p:blipFill>
        <p:spPr>
          <a:xfrm>
            <a:off x="8246392" y="4808815"/>
            <a:ext cx="526131" cy="180134"/>
          </a:xfrm>
          <a:prstGeom prst="rect">
            <a:avLst/>
          </a:prstGeom>
          <a:noFill/>
          <a:ln>
            <a:noFill/>
          </a:ln>
        </p:spPr>
      </p:pic>
      <p:sp>
        <p:nvSpPr>
          <p:cNvPr id="75" name="Google Shape;75;p13"/>
          <p:cNvSpPr txBox="1"/>
          <p:nvPr/>
        </p:nvSpPr>
        <p:spPr>
          <a:xfrm>
            <a:off x="371475" y="4838007"/>
            <a:ext cx="371400" cy="121800"/>
          </a:xfrm>
          <a:prstGeom prst="rect">
            <a:avLst/>
          </a:prstGeom>
          <a:noFill/>
          <a:ln>
            <a:noFill/>
          </a:ln>
        </p:spPr>
        <p:txBody>
          <a:bodyPr spcFirstLastPara="1" wrap="square" lIns="68575" tIns="34275" rIns="68575" bIns="34275" anchor="ctr" anchorCtr="0">
            <a:noAutofit/>
          </a:bodyPr>
          <a:lstStyle/>
          <a:p>
            <a:pPr marL="0" marR="0" lvl="0" indent="0" algn="l" rtl="0">
              <a:spcBef>
                <a:spcPts val="0"/>
              </a:spcBef>
              <a:spcAft>
                <a:spcPts val="0"/>
              </a:spcAft>
              <a:buNone/>
            </a:pPr>
            <a:fld id="{00000000-1234-1234-1234-123412341234}" type="slidenum">
              <a:rPr lang="en" sz="800" b="0" i="0" u="none" strike="noStrike" cap="none">
                <a:solidFill>
                  <a:srgbClr val="D1D3D4"/>
                </a:solidFill>
                <a:latin typeface="Arial"/>
                <a:ea typeface="Arial"/>
                <a:cs typeface="Arial"/>
                <a:sym typeface="Arial"/>
              </a:rPr>
              <a:t>‹#›</a:t>
            </a:fld>
            <a:endParaRPr sz="800" b="0" i="0" u="none" strike="noStrike" cap="none">
              <a:solidFill>
                <a:srgbClr val="D1D3D4"/>
              </a:solidFill>
              <a:latin typeface="Arial"/>
              <a:ea typeface="Arial"/>
              <a:cs typeface="Arial"/>
              <a:sym typeface="Arial"/>
            </a:endParaRPr>
          </a:p>
        </p:txBody>
      </p:sp>
      <p:sp>
        <p:nvSpPr>
          <p:cNvPr id="76" name="Google Shape;76;p13"/>
          <p:cNvSpPr txBox="1">
            <a:spLocks noGrp="1"/>
          </p:cNvSpPr>
          <p:nvPr>
            <p:ph type="ftr" idx="11"/>
          </p:nvPr>
        </p:nvSpPr>
        <p:spPr>
          <a:xfrm>
            <a:off x="742950" y="4838007"/>
            <a:ext cx="6776100" cy="12180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100"/>
              <a:buNone/>
              <a:defRPr sz="800">
                <a:solidFill>
                  <a:srgbClr val="D1D3D4"/>
                </a:solidFill>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7" name="Google Shape;77;p13"/>
          <p:cNvSpPr txBox="1">
            <a:spLocks noGrp="1"/>
          </p:cNvSpPr>
          <p:nvPr>
            <p:ph type="body" idx="3"/>
          </p:nvPr>
        </p:nvSpPr>
        <p:spPr>
          <a:xfrm>
            <a:off x="4645820" y="947738"/>
            <a:ext cx="4126800" cy="549000"/>
          </a:xfrm>
          <a:prstGeom prst="rect">
            <a:avLst/>
          </a:prstGeom>
          <a:noFill/>
          <a:ln>
            <a:noFill/>
          </a:ln>
        </p:spPr>
        <p:txBody>
          <a:bodyPr spcFirstLastPara="1" wrap="square" lIns="0" tIns="0" rIns="0" bIns="0" anchor="b" anchorCtr="0">
            <a:noAutofit/>
          </a:bodyPr>
          <a:lstStyle>
            <a:lvl1pPr marL="457200" lvl="0" indent="-228600" algn="l">
              <a:lnSpc>
                <a:spcPct val="90000"/>
              </a:lnSpc>
              <a:spcBef>
                <a:spcPts val="800"/>
              </a:spcBef>
              <a:spcAft>
                <a:spcPts val="0"/>
              </a:spcAft>
              <a:buSzPts val="2100"/>
              <a:buNone/>
              <a:defRPr sz="2100" b="1">
                <a:solidFill>
                  <a:schemeClr val="accent1"/>
                </a:solidFill>
              </a:defRPr>
            </a:lvl1pPr>
            <a:lvl2pPr marL="914400" lvl="1" indent="-228600" algn="l">
              <a:lnSpc>
                <a:spcPct val="90000"/>
              </a:lnSpc>
              <a:spcBef>
                <a:spcPts val="500"/>
              </a:spcBef>
              <a:spcAft>
                <a:spcPts val="0"/>
              </a:spcAft>
              <a:buSzPts val="1500"/>
              <a:buNone/>
              <a:defRPr sz="1500" b="1"/>
            </a:lvl2pPr>
            <a:lvl3pPr marL="1371600" lvl="2" indent="-228600" algn="l">
              <a:lnSpc>
                <a:spcPct val="90000"/>
              </a:lnSpc>
              <a:spcBef>
                <a:spcPts val="500"/>
              </a:spcBef>
              <a:spcAft>
                <a:spcPts val="0"/>
              </a:spcAft>
              <a:buSzPts val="1400"/>
              <a:buNone/>
              <a:defRPr sz="1400" b="1"/>
            </a:lvl3pPr>
            <a:lvl4pPr marL="1828800" lvl="3" indent="-228600" algn="l">
              <a:lnSpc>
                <a:spcPct val="90000"/>
              </a:lnSpc>
              <a:spcBef>
                <a:spcPts val="500"/>
              </a:spcBef>
              <a:spcAft>
                <a:spcPts val="0"/>
              </a:spcAft>
              <a:buSzPts val="1200"/>
              <a:buNone/>
              <a:defRPr sz="1200" b="1"/>
            </a:lvl4pPr>
            <a:lvl5pPr marL="2286000" lvl="4" indent="-228600" algn="l">
              <a:lnSpc>
                <a:spcPct val="90000"/>
              </a:lnSpc>
              <a:spcBef>
                <a:spcPts val="500"/>
              </a:spcBef>
              <a:spcAft>
                <a:spcPts val="0"/>
              </a:spcAft>
              <a:buSzPts val="1200"/>
              <a:buNone/>
              <a:defRPr sz="1200" b="1"/>
            </a:lvl5pPr>
            <a:lvl6pPr marL="2743200" lvl="5" indent="-228600" algn="l">
              <a:lnSpc>
                <a:spcPct val="90000"/>
              </a:lnSpc>
              <a:spcBef>
                <a:spcPts val="5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78" name="Google Shape;78;p13"/>
          <p:cNvSpPr txBox="1">
            <a:spLocks noGrp="1"/>
          </p:cNvSpPr>
          <p:nvPr>
            <p:ph type="body" idx="4"/>
          </p:nvPr>
        </p:nvSpPr>
        <p:spPr>
          <a:xfrm>
            <a:off x="4645820" y="1638301"/>
            <a:ext cx="4126800" cy="2847900"/>
          </a:xfrm>
          <a:prstGeom prst="rect">
            <a:avLst/>
          </a:prstGeom>
          <a:noFill/>
          <a:ln>
            <a:noFill/>
          </a:ln>
        </p:spPr>
        <p:txBody>
          <a:bodyPr spcFirstLastPara="1" wrap="square" lIns="0" tIns="0" rIns="0" bIns="0" anchor="t" anchorCtr="0">
            <a:noAutofit/>
          </a:bodyPr>
          <a:lstStyle>
            <a:lvl1pPr marL="457200" lvl="0" indent="-342900" algn="l">
              <a:lnSpc>
                <a:spcPct val="90000"/>
              </a:lnSpc>
              <a:spcBef>
                <a:spcPts val="800"/>
              </a:spcBef>
              <a:spcAft>
                <a:spcPts val="0"/>
              </a:spcAft>
              <a:buSzPts val="1800"/>
              <a:buChar char="•"/>
              <a:defRPr sz="1800">
                <a:solidFill>
                  <a:srgbClr val="D1D3D4"/>
                </a:solidFill>
              </a:defRPr>
            </a:lvl1pPr>
            <a:lvl2pPr marL="914400" lvl="1" indent="-323850" algn="l">
              <a:lnSpc>
                <a:spcPct val="90000"/>
              </a:lnSpc>
              <a:spcBef>
                <a:spcPts val="500"/>
              </a:spcBef>
              <a:spcAft>
                <a:spcPts val="0"/>
              </a:spcAft>
              <a:buSzPts val="1500"/>
              <a:buChar char="•"/>
              <a:defRPr sz="1500">
                <a:solidFill>
                  <a:srgbClr val="D1D3D4"/>
                </a:solidFill>
              </a:defRPr>
            </a:lvl2pPr>
            <a:lvl3pPr marL="1371600" lvl="2" indent="-317500" algn="l">
              <a:lnSpc>
                <a:spcPct val="90000"/>
              </a:lnSpc>
              <a:spcBef>
                <a:spcPts val="500"/>
              </a:spcBef>
              <a:spcAft>
                <a:spcPts val="0"/>
              </a:spcAft>
              <a:buSzPts val="1400"/>
              <a:buChar char="•"/>
              <a:defRPr sz="1400">
                <a:solidFill>
                  <a:srgbClr val="D1D3D4"/>
                </a:solidFill>
              </a:defRPr>
            </a:lvl3pPr>
            <a:lvl4pPr marL="1828800" lvl="3" indent="-304800" algn="l">
              <a:lnSpc>
                <a:spcPct val="90000"/>
              </a:lnSpc>
              <a:spcBef>
                <a:spcPts val="500"/>
              </a:spcBef>
              <a:spcAft>
                <a:spcPts val="0"/>
              </a:spcAft>
              <a:buSzPts val="1200"/>
              <a:buChar char="•"/>
              <a:defRPr sz="1200">
                <a:solidFill>
                  <a:srgbClr val="D1D3D4"/>
                </a:solidFill>
              </a:defRPr>
            </a:lvl4pPr>
            <a:lvl5pPr marL="2286000" lvl="4" indent="-304800" algn="l">
              <a:lnSpc>
                <a:spcPct val="90000"/>
              </a:lnSpc>
              <a:spcBef>
                <a:spcPts val="500"/>
              </a:spcBef>
              <a:spcAft>
                <a:spcPts val="0"/>
              </a:spcAft>
              <a:buSzPts val="1200"/>
              <a:buChar char="•"/>
              <a:defRPr sz="1200">
                <a:solidFill>
                  <a:srgbClr val="D1D3D4"/>
                </a:solidFill>
              </a:defRPr>
            </a:lvl5pPr>
            <a:lvl6pPr marL="2743200" lvl="5" indent="-317500" algn="l">
              <a:lnSpc>
                <a:spcPct val="90000"/>
              </a:lnSpc>
              <a:spcBef>
                <a:spcPts val="5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matchingName="Blank Dark">
  <p:cSld name="Blank Dark">
    <p:bg>
      <p:bgPr>
        <a:blipFill>
          <a:blip r:embed="rId2">
            <a:alphaModFix/>
          </a:blip>
          <a:stretch>
            <a:fillRect/>
          </a:stretch>
        </a:blipFill>
        <a:effectLst/>
      </p:bgPr>
    </p:bg>
    <p:spTree>
      <p:nvGrpSpPr>
        <p:cNvPr id="1" name="Shape 79"/>
        <p:cNvGrpSpPr/>
        <p:nvPr/>
      </p:nvGrpSpPr>
      <p:grpSpPr>
        <a:xfrm>
          <a:off x="0" y="0"/>
          <a:ext cx="0" cy="0"/>
          <a:chOff x="0" y="0"/>
          <a:chExt cx="0" cy="0"/>
        </a:xfrm>
      </p:grpSpPr>
      <p:pic>
        <p:nvPicPr>
          <p:cNvPr id="80" name="Google Shape;80;p14"/>
          <p:cNvPicPr preferRelativeResize="0"/>
          <p:nvPr/>
        </p:nvPicPr>
        <p:blipFill rotWithShape="1">
          <a:blip r:embed="rId3">
            <a:alphaModFix amt="0"/>
          </a:blip>
          <a:srcRect/>
          <a:stretch/>
        </p:blipFill>
        <p:spPr>
          <a:xfrm>
            <a:off x="1354" y="0"/>
            <a:ext cx="9144000" cy="64294"/>
          </a:xfrm>
          <a:prstGeom prst="rect">
            <a:avLst/>
          </a:prstGeom>
          <a:gradFill>
            <a:gsLst>
              <a:gs pos="0">
                <a:schemeClr val="accent1"/>
              </a:gs>
              <a:gs pos="11000">
                <a:schemeClr val="accent1"/>
              </a:gs>
              <a:gs pos="100000">
                <a:schemeClr val="accent2"/>
              </a:gs>
            </a:gsLst>
            <a:lin ang="0" scaled="0"/>
          </a:gradFill>
          <a:ln>
            <a:noFill/>
          </a:ln>
        </p:spPr>
      </p:pic>
      <p:pic>
        <p:nvPicPr>
          <p:cNvPr id="81" name="Google Shape;81;p14"/>
          <p:cNvPicPr preferRelativeResize="0"/>
          <p:nvPr/>
        </p:nvPicPr>
        <p:blipFill rotWithShape="1">
          <a:blip r:embed="rId4">
            <a:alphaModFix/>
          </a:blip>
          <a:srcRect/>
          <a:stretch/>
        </p:blipFill>
        <p:spPr>
          <a:xfrm>
            <a:off x="8246392" y="4808815"/>
            <a:ext cx="526131" cy="180134"/>
          </a:xfrm>
          <a:prstGeom prst="rect">
            <a:avLst/>
          </a:prstGeom>
          <a:noFill/>
          <a:ln>
            <a:noFill/>
          </a:ln>
        </p:spPr>
      </p:pic>
      <p:sp>
        <p:nvSpPr>
          <p:cNvPr id="82" name="Google Shape;82;p14"/>
          <p:cNvSpPr txBox="1"/>
          <p:nvPr/>
        </p:nvSpPr>
        <p:spPr>
          <a:xfrm>
            <a:off x="371475" y="4838007"/>
            <a:ext cx="371400" cy="121800"/>
          </a:xfrm>
          <a:prstGeom prst="rect">
            <a:avLst/>
          </a:prstGeom>
          <a:noFill/>
          <a:ln>
            <a:noFill/>
          </a:ln>
        </p:spPr>
        <p:txBody>
          <a:bodyPr spcFirstLastPara="1" wrap="square" lIns="68575" tIns="34275" rIns="68575" bIns="34275" anchor="ctr" anchorCtr="0">
            <a:noAutofit/>
          </a:bodyPr>
          <a:lstStyle/>
          <a:p>
            <a:pPr marL="0" marR="0" lvl="0" indent="0" algn="l" rtl="0">
              <a:spcBef>
                <a:spcPts val="0"/>
              </a:spcBef>
              <a:spcAft>
                <a:spcPts val="0"/>
              </a:spcAft>
              <a:buNone/>
            </a:pPr>
            <a:fld id="{00000000-1234-1234-1234-123412341234}" type="slidenum">
              <a:rPr lang="en" sz="800" b="0" i="0" u="none" strike="noStrike" cap="none">
                <a:solidFill>
                  <a:srgbClr val="D1D3D4"/>
                </a:solidFill>
                <a:latin typeface="Arial"/>
                <a:ea typeface="Arial"/>
                <a:cs typeface="Arial"/>
                <a:sym typeface="Arial"/>
              </a:rPr>
              <a:t>‹#›</a:t>
            </a:fld>
            <a:endParaRPr sz="800" b="0" i="0" u="none" strike="noStrike" cap="none">
              <a:solidFill>
                <a:srgbClr val="D1D3D4"/>
              </a:solidFill>
              <a:latin typeface="Arial"/>
              <a:ea typeface="Arial"/>
              <a:cs typeface="Arial"/>
              <a:sym typeface="Arial"/>
            </a:endParaRPr>
          </a:p>
        </p:txBody>
      </p:sp>
      <p:sp>
        <p:nvSpPr>
          <p:cNvPr id="83" name="Google Shape;83;p14"/>
          <p:cNvSpPr txBox="1">
            <a:spLocks noGrp="1"/>
          </p:cNvSpPr>
          <p:nvPr>
            <p:ph type="ftr" idx="11"/>
          </p:nvPr>
        </p:nvSpPr>
        <p:spPr>
          <a:xfrm>
            <a:off x="742950" y="4838007"/>
            <a:ext cx="6776100" cy="12180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100"/>
              <a:buNone/>
              <a:defRPr sz="800">
                <a:solidFill>
                  <a:srgbClr val="D1D3D4"/>
                </a:solidFill>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matchingName="1_Title Slide">
  <p:cSld name="1_Title Slide">
    <p:bg>
      <p:bgPr>
        <a:blipFill>
          <a:blip r:embed="rId2">
            <a:alphaModFix/>
          </a:blip>
          <a:stretch>
            <a:fillRect/>
          </a:stretch>
        </a:blipFill>
        <a:effectLst/>
      </p:bgPr>
    </p:bg>
    <p:spTree>
      <p:nvGrpSpPr>
        <p:cNvPr id="1" name="Shape 84"/>
        <p:cNvGrpSpPr/>
        <p:nvPr/>
      </p:nvGrpSpPr>
      <p:grpSpPr>
        <a:xfrm>
          <a:off x="0" y="0"/>
          <a:ext cx="0" cy="0"/>
          <a:chOff x="0" y="0"/>
          <a:chExt cx="0" cy="0"/>
        </a:xfrm>
      </p:grpSpPr>
      <p:sp>
        <p:nvSpPr>
          <p:cNvPr id="85" name="Google Shape;85;p15"/>
          <p:cNvSpPr txBox="1">
            <a:spLocks noGrp="1"/>
          </p:cNvSpPr>
          <p:nvPr>
            <p:ph type="ctrTitle"/>
          </p:nvPr>
        </p:nvSpPr>
        <p:spPr>
          <a:xfrm>
            <a:off x="371475" y="2019565"/>
            <a:ext cx="8400900" cy="1051500"/>
          </a:xfrm>
          <a:prstGeom prst="rect">
            <a:avLst/>
          </a:prstGeom>
          <a:noFill/>
          <a:ln>
            <a:noFill/>
          </a:ln>
        </p:spPr>
        <p:txBody>
          <a:bodyPr spcFirstLastPara="1" wrap="square" lIns="0" tIns="0" rIns="0" bIns="0" anchor="b" anchorCtr="0">
            <a:noAutofit/>
          </a:bodyPr>
          <a:lstStyle>
            <a:lvl1pPr lvl="0" algn="ctr">
              <a:lnSpc>
                <a:spcPct val="90000"/>
              </a:lnSpc>
              <a:spcBef>
                <a:spcPts val="0"/>
              </a:spcBef>
              <a:spcAft>
                <a:spcPts val="0"/>
              </a:spcAft>
              <a:buClr>
                <a:schemeClr val="lt1"/>
              </a:buClr>
              <a:buSzPts val="3200"/>
              <a:buFont typeface="Arial"/>
              <a:buNone/>
              <a:defRPr sz="3200">
                <a:solidFill>
                  <a:schemeClr val="lt1"/>
                </a:solidFil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pic>
        <p:nvPicPr>
          <p:cNvPr id="86" name="Google Shape;86;p15"/>
          <p:cNvPicPr preferRelativeResize="0"/>
          <p:nvPr/>
        </p:nvPicPr>
        <p:blipFill rotWithShape="1">
          <a:blip r:embed="rId3">
            <a:alphaModFix/>
          </a:blip>
          <a:srcRect/>
          <a:stretch/>
        </p:blipFill>
        <p:spPr>
          <a:xfrm>
            <a:off x="371475" y="622606"/>
            <a:ext cx="1899288" cy="650264"/>
          </a:xfrm>
          <a:prstGeom prst="rect">
            <a:avLst/>
          </a:prstGeom>
          <a:noFill/>
          <a:ln>
            <a:noFill/>
          </a:ln>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matchingName="Table Of Content">
  <p:cSld name="Table Of Content">
    <p:bg>
      <p:bgPr>
        <a:blipFill>
          <a:blip r:embed="rId2">
            <a:alphaModFix/>
          </a:blip>
          <a:stretch>
            <a:fillRect/>
          </a:stretch>
        </a:blipFill>
        <a:effectLst/>
      </p:bgPr>
    </p:bg>
    <p:spTree>
      <p:nvGrpSpPr>
        <p:cNvPr id="1" name="Shape 87"/>
        <p:cNvGrpSpPr/>
        <p:nvPr/>
      </p:nvGrpSpPr>
      <p:grpSpPr>
        <a:xfrm>
          <a:off x="0" y="0"/>
          <a:ext cx="0" cy="0"/>
          <a:chOff x="0" y="0"/>
          <a:chExt cx="0" cy="0"/>
        </a:xfrm>
      </p:grpSpPr>
      <p:sp>
        <p:nvSpPr>
          <p:cNvPr id="88" name="Google Shape;88;p16"/>
          <p:cNvSpPr txBox="1">
            <a:spLocks noGrp="1"/>
          </p:cNvSpPr>
          <p:nvPr>
            <p:ph type="title"/>
          </p:nvPr>
        </p:nvSpPr>
        <p:spPr>
          <a:xfrm>
            <a:off x="371475" y="258547"/>
            <a:ext cx="8400900" cy="394500"/>
          </a:xfrm>
          <a:prstGeom prst="rect">
            <a:avLst/>
          </a:prstGeom>
          <a:noFill/>
          <a:ln>
            <a:noFill/>
          </a:ln>
        </p:spPr>
        <p:txBody>
          <a:bodyPr spcFirstLastPara="1" wrap="square" lIns="0" tIns="0" rIns="0" bIns="0" anchor="ctr" anchorCtr="0">
            <a:noAutofit/>
          </a:bodyPr>
          <a:lstStyle>
            <a:lvl1pPr marR="0" lvl="0" algn="l">
              <a:lnSpc>
                <a:spcPct val="90000"/>
              </a:lnSpc>
              <a:spcBef>
                <a:spcPts val="0"/>
              </a:spcBef>
              <a:spcAft>
                <a:spcPts val="0"/>
              </a:spcAft>
              <a:buClr>
                <a:schemeClr val="accent1"/>
              </a:buClr>
              <a:buSzPts val="1800"/>
              <a:buFont typeface="IBM Plex Sans"/>
              <a:buNone/>
              <a:defRPr sz="2400" b="1" i="0" u="none" strike="noStrike" cap="none">
                <a:solidFill>
                  <a:schemeClr val="accent1"/>
                </a:solidFill>
                <a:latin typeface="Arial"/>
                <a:ea typeface="Arial"/>
                <a:cs typeface="Arial"/>
                <a:sym typeface="Arial"/>
              </a:defRPr>
            </a:lvl1pPr>
            <a:lvl2pPr lvl="1">
              <a:spcBef>
                <a:spcPts val="0"/>
              </a:spcBef>
              <a:spcAft>
                <a:spcPts val="0"/>
              </a:spcAft>
              <a:buClr>
                <a:srgbClr val="EB256D"/>
              </a:buClr>
              <a:buSzPts val="1800"/>
              <a:buFont typeface="IBM Plex Sans"/>
              <a:buNone/>
              <a:defRPr sz="2400" b="1">
                <a:solidFill>
                  <a:srgbClr val="EB256D"/>
                </a:solidFill>
                <a:latin typeface="IBM Plex Sans"/>
                <a:ea typeface="IBM Plex Sans"/>
                <a:cs typeface="IBM Plex Sans"/>
                <a:sym typeface="IBM Plex Sans"/>
              </a:defRPr>
            </a:lvl2pPr>
            <a:lvl3pPr lvl="2">
              <a:spcBef>
                <a:spcPts val="0"/>
              </a:spcBef>
              <a:spcAft>
                <a:spcPts val="0"/>
              </a:spcAft>
              <a:buClr>
                <a:srgbClr val="EB256D"/>
              </a:buClr>
              <a:buSzPts val="1800"/>
              <a:buFont typeface="IBM Plex Sans"/>
              <a:buNone/>
              <a:defRPr sz="2400" b="1">
                <a:solidFill>
                  <a:srgbClr val="EB256D"/>
                </a:solidFill>
                <a:latin typeface="IBM Plex Sans"/>
                <a:ea typeface="IBM Plex Sans"/>
                <a:cs typeface="IBM Plex Sans"/>
                <a:sym typeface="IBM Plex Sans"/>
              </a:defRPr>
            </a:lvl3pPr>
            <a:lvl4pPr lvl="3">
              <a:spcBef>
                <a:spcPts val="0"/>
              </a:spcBef>
              <a:spcAft>
                <a:spcPts val="0"/>
              </a:spcAft>
              <a:buClr>
                <a:srgbClr val="EB256D"/>
              </a:buClr>
              <a:buSzPts val="1800"/>
              <a:buFont typeface="IBM Plex Sans"/>
              <a:buNone/>
              <a:defRPr sz="2400" b="1">
                <a:solidFill>
                  <a:srgbClr val="EB256D"/>
                </a:solidFill>
                <a:latin typeface="IBM Plex Sans"/>
                <a:ea typeface="IBM Plex Sans"/>
                <a:cs typeface="IBM Plex Sans"/>
                <a:sym typeface="IBM Plex Sans"/>
              </a:defRPr>
            </a:lvl4pPr>
            <a:lvl5pPr lvl="4">
              <a:spcBef>
                <a:spcPts val="0"/>
              </a:spcBef>
              <a:spcAft>
                <a:spcPts val="0"/>
              </a:spcAft>
              <a:buClr>
                <a:srgbClr val="EB256D"/>
              </a:buClr>
              <a:buSzPts val="1800"/>
              <a:buFont typeface="IBM Plex Sans"/>
              <a:buNone/>
              <a:defRPr sz="2400" b="1">
                <a:solidFill>
                  <a:srgbClr val="EB256D"/>
                </a:solidFill>
                <a:latin typeface="IBM Plex Sans"/>
                <a:ea typeface="IBM Plex Sans"/>
                <a:cs typeface="IBM Plex Sans"/>
                <a:sym typeface="IBM Plex Sans"/>
              </a:defRPr>
            </a:lvl5pPr>
            <a:lvl6pPr lvl="5">
              <a:spcBef>
                <a:spcPts val="0"/>
              </a:spcBef>
              <a:spcAft>
                <a:spcPts val="0"/>
              </a:spcAft>
              <a:buClr>
                <a:srgbClr val="EB256D"/>
              </a:buClr>
              <a:buSzPts val="1800"/>
              <a:buFont typeface="IBM Plex Sans"/>
              <a:buNone/>
              <a:defRPr sz="2400" b="1">
                <a:solidFill>
                  <a:srgbClr val="EB256D"/>
                </a:solidFill>
                <a:latin typeface="IBM Plex Sans"/>
                <a:ea typeface="IBM Plex Sans"/>
                <a:cs typeface="IBM Plex Sans"/>
                <a:sym typeface="IBM Plex Sans"/>
              </a:defRPr>
            </a:lvl6pPr>
            <a:lvl7pPr lvl="6">
              <a:spcBef>
                <a:spcPts val="0"/>
              </a:spcBef>
              <a:spcAft>
                <a:spcPts val="0"/>
              </a:spcAft>
              <a:buClr>
                <a:srgbClr val="EB256D"/>
              </a:buClr>
              <a:buSzPts val="1800"/>
              <a:buFont typeface="IBM Plex Sans"/>
              <a:buNone/>
              <a:defRPr sz="2400" b="1">
                <a:solidFill>
                  <a:srgbClr val="EB256D"/>
                </a:solidFill>
                <a:latin typeface="IBM Plex Sans"/>
                <a:ea typeface="IBM Plex Sans"/>
                <a:cs typeface="IBM Plex Sans"/>
                <a:sym typeface="IBM Plex Sans"/>
              </a:defRPr>
            </a:lvl7pPr>
            <a:lvl8pPr lvl="7">
              <a:spcBef>
                <a:spcPts val="0"/>
              </a:spcBef>
              <a:spcAft>
                <a:spcPts val="0"/>
              </a:spcAft>
              <a:buClr>
                <a:srgbClr val="EB256D"/>
              </a:buClr>
              <a:buSzPts val="1800"/>
              <a:buFont typeface="IBM Plex Sans"/>
              <a:buNone/>
              <a:defRPr sz="2400" b="1">
                <a:solidFill>
                  <a:srgbClr val="EB256D"/>
                </a:solidFill>
                <a:latin typeface="IBM Plex Sans"/>
                <a:ea typeface="IBM Plex Sans"/>
                <a:cs typeface="IBM Plex Sans"/>
                <a:sym typeface="IBM Plex Sans"/>
              </a:defRPr>
            </a:lvl8pPr>
            <a:lvl9pPr lvl="8">
              <a:spcBef>
                <a:spcPts val="0"/>
              </a:spcBef>
              <a:spcAft>
                <a:spcPts val="0"/>
              </a:spcAft>
              <a:buClr>
                <a:srgbClr val="EB256D"/>
              </a:buClr>
              <a:buSzPts val="1800"/>
              <a:buFont typeface="IBM Plex Sans"/>
              <a:buNone/>
              <a:defRPr sz="2400" b="1">
                <a:solidFill>
                  <a:srgbClr val="EB256D"/>
                </a:solidFill>
                <a:latin typeface="IBM Plex Sans"/>
                <a:ea typeface="IBM Plex Sans"/>
                <a:cs typeface="IBM Plex Sans"/>
                <a:sym typeface="IBM Plex Sans"/>
              </a:defRPr>
            </a:lvl9pPr>
          </a:lstStyle>
          <a:p>
            <a:endParaRPr/>
          </a:p>
        </p:txBody>
      </p:sp>
      <p:pic>
        <p:nvPicPr>
          <p:cNvPr id="89" name="Google Shape;89;p16"/>
          <p:cNvPicPr preferRelativeResize="0"/>
          <p:nvPr/>
        </p:nvPicPr>
        <p:blipFill rotWithShape="1">
          <a:blip r:embed="rId3">
            <a:alphaModFix amt="0"/>
          </a:blip>
          <a:srcRect/>
          <a:stretch/>
        </p:blipFill>
        <p:spPr>
          <a:xfrm>
            <a:off x="1354" y="0"/>
            <a:ext cx="9144000" cy="64294"/>
          </a:xfrm>
          <a:prstGeom prst="rect">
            <a:avLst/>
          </a:prstGeom>
          <a:gradFill>
            <a:gsLst>
              <a:gs pos="0">
                <a:schemeClr val="accent1"/>
              </a:gs>
              <a:gs pos="11000">
                <a:schemeClr val="accent1"/>
              </a:gs>
              <a:gs pos="100000">
                <a:schemeClr val="accent2"/>
              </a:gs>
            </a:gsLst>
            <a:lin ang="0" scaled="0"/>
          </a:gradFill>
          <a:ln>
            <a:noFill/>
          </a:ln>
        </p:spPr>
      </p:pic>
      <p:pic>
        <p:nvPicPr>
          <p:cNvPr id="90" name="Google Shape;90;p16"/>
          <p:cNvPicPr preferRelativeResize="0"/>
          <p:nvPr/>
        </p:nvPicPr>
        <p:blipFill rotWithShape="1">
          <a:blip r:embed="rId4">
            <a:alphaModFix/>
          </a:blip>
          <a:srcRect/>
          <a:stretch/>
        </p:blipFill>
        <p:spPr>
          <a:xfrm>
            <a:off x="8246392" y="4808815"/>
            <a:ext cx="526131" cy="180134"/>
          </a:xfrm>
          <a:prstGeom prst="rect">
            <a:avLst/>
          </a:prstGeom>
          <a:noFill/>
          <a:ln>
            <a:noFill/>
          </a:ln>
        </p:spPr>
      </p:pic>
      <p:sp>
        <p:nvSpPr>
          <p:cNvPr id="91" name="Google Shape;91;p16"/>
          <p:cNvSpPr txBox="1"/>
          <p:nvPr/>
        </p:nvSpPr>
        <p:spPr>
          <a:xfrm>
            <a:off x="371475" y="4838007"/>
            <a:ext cx="371400" cy="121800"/>
          </a:xfrm>
          <a:prstGeom prst="rect">
            <a:avLst/>
          </a:prstGeom>
          <a:noFill/>
          <a:ln>
            <a:noFill/>
          </a:ln>
        </p:spPr>
        <p:txBody>
          <a:bodyPr spcFirstLastPara="1" wrap="square" lIns="68575" tIns="34275" rIns="68575" bIns="34275" anchor="ctr" anchorCtr="0">
            <a:noAutofit/>
          </a:bodyPr>
          <a:lstStyle/>
          <a:p>
            <a:pPr marL="0" marR="0" lvl="0" indent="0" algn="l" rtl="0">
              <a:spcBef>
                <a:spcPts val="0"/>
              </a:spcBef>
              <a:spcAft>
                <a:spcPts val="0"/>
              </a:spcAft>
              <a:buNone/>
            </a:pPr>
            <a:fld id="{00000000-1234-1234-1234-123412341234}" type="slidenum">
              <a:rPr lang="en" sz="800" b="0" i="0" u="none" strike="noStrike" cap="none">
                <a:solidFill>
                  <a:srgbClr val="D1D3D4"/>
                </a:solidFill>
                <a:latin typeface="Arial"/>
                <a:ea typeface="Arial"/>
                <a:cs typeface="Arial"/>
                <a:sym typeface="Arial"/>
              </a:rPr>
              <a:t>‹#›</a:t>
            </a:fld>
            <a:endParaRPr sz="800" b="0" i="0" u="none" strike="noStrike" cap="none">
              <a:solidFill>
                <a:srgbClr val="D1D3D4"/>
              </a:solidFill>
              <a:latin typeface="Arial"/>
              <a:ea typeface="Arial"/>
              <a:cs typeface="Arial"/>
              <a:sym typeface="Arial"/>
            </a:endParaRPr>
          </a:p>
        </p:txBody>
      </p:sp>
      <p:sp>
        <p:nvSpPr>
          <p:cNvPr id="92" name="Google Shape;92;p16"/>
          <p:cNvSpPr txBox="1">
            <a:spLocks noGrp="1"/>
          </p:cNvSpPr>
          <p:nvPr>
            <p:ph type="ftr" idx="11"/>
          </p:nvPr>
        </p:nvSpPr>
        <p:spPr>
          <a:xfrm>
            <a:off x="742950" y="4838007"/>
            <a:ext cx="6776100" cy="12180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100"/>
              <a:buNone/>
              <a:defRPr sz="800">
                <a:solidFill>
                  <a:srgbClr val="D1D3D4"/>
                </a:solidFill>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93" name="Google Shape;93;p16"/>
          <p:cNvSpPr txBox="1">
            <a:spLocks noGrp="1"/>
          </p:cNvSpPr>
          <p:nvPr>
            <p:ph type="body" idx="1"/>
          </p:nvPr>
        </p:nvSpPr>
        <p:spPr>
          <a:xfrm>
            <a:off x="371474" y="1057275"/>
            <a:ext cx="4082700" cy="3429000"/>
          </a:xfrm>
          <a:prstGeom prst="rect">
            <a:avLst/>
          </a:prstGeom>
          <a:noFill/>
          <a:ln>
            <a:noFill/>
          </a:ln>
        </p:spPr>
        <p:txBody>
          <a:bodyPr spcFirstLastPara="1" wrap="square" lIns="0" tIns="0" rIns="0" bIns="0" anchor="t" anchorCtr="0">
            <a:noAutofit/>
          </a:bodyPr>
          <a:lstStyle>
            <a:lvl1pPr marL="457200" lvl="0" indent="-361950" algn="l">
              <a:lnSpc>
                <a:spcPct val="90000"/>
              </a:lnSpc>
              <a:spcBef>
                <a:spcPts val="800"/>
              </a:spcBef>
              <a:spcAft>
                <a:spcPts val="0"/>
              </a:spcAft>
              <a:buSzPts val="2100"/>
              <a:buChar char="•"/>
              <a:defRPr>
                <a:solidFill>
                  <a:srgbClr val="D1D3D4"/>
                </a:solidFill>
              </a:defRPr>
            </a:lvl1pPr>
            <a:lvl2pPr marL="914400" lvl="1" indent="-342900" algn="l">
              <a:lnSpc>
                <a:spcPct val="90000"/>
              </a:lnSpc>
              <a:spcBef>
                <a:spcPts val="500"/>
              </a:spcBef>
              <a:spcAft>
                <a:spcPts val="0"/>
              </a:spcAft>
              <a:buSzPts val="1800"/>
              <a:buChar char="•"/>
              <a:defRPr>
                <a:solidFill>
                  <a:srgbClr val="D1D3D4"/>
                </a:solidFill>
              </a:defRPr>
            </a:lvl2pPr>
            <a:lvl3pPr marL="1371600" lvl="2" indent="-323850" algn="l">
              <a:lnSpc>
                <a:spcPct val="90000"/>
              </a:lnSpc>
              <a:spcBef>
                <a:spcPts val="500"/>
              </a:spcBef>
              <a:spcAft>
                <a:spcPts val="0"/>
              </a:spcAft>
              <a:buSzPts val="1500"/>
              <a:buChar char="•"/>
              <a:defRPr>
                <a:solidFill>
                  <a:srgbClr val="D1D3D4"/>
                </a:solidFill>
              </a:defRPr>
            </a:lvl3pPr>
            <a:lvl4pPr marL="1828800" lvl="3" indent="-317500" algn="l">
              <a:lnSpc>
                <a:spcPct val="90000"/>
              </a:lnSpc>
              <a:spcBef>
                <a:spcPts val="500"/>
              </a:spcBef>
              <a:spcAft>
                <a:spcPts val="0"/>
              </a:spcAft>
              <a:buSzPts val="1400"/>
              <a:buChar char="•"/>
              <a:defRPr>
                <a:solidFill>
                  <a:srgbClr val="D1D3D4"/>
                </a:solidFill>
              </a:defRPr>
            </a:lvl4pPr>
            <a:lvl5pPr marL="2286000" lvl="4" indent="-317500" algn="l">
              <a:lnSpc>
                <a:spcPct val="90000"/>
              </a:lnSpc>
              <a:spcBef>
                <a:spcPts val="500"/>
              </a:spcBef>
              <a:spcAft>
                <a:spcPts val="0"/>
              </a:spcAft>
              <a:buSzPts val="1400"/>
              <a:buChar char="•"/>
              <a:defRPr>
                <a:solidFill>
                  <a:srgbClr val="D1D3D4"/>
                </a:solidFill>
              </a:defRPr>
            </a:lvl5pPr>
            <a:lvl6pPr marL="2743200" lvl="5" indent="-317500" algn="l">
              <a:lnSpc>
                <a:spcPct val="90000"/>
              </a:lnSpc>
              <a:spcBef>
                <a:spcPts val="5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94" name="Google Shape;94;p16"/>
          <p:cNvSpPr txBox="1">
            <a:spLocks noGrp="1"/>
          </p:cNvSpPr>
          <p:nvPr>
            <p:ph type="body" idx="2"/>
          </p:nvPr>
        </p:nvSpPr>
        <p:spPr>
          <a:xfrm>
            <a:off x="4689835" y="1057275"/>
            <a:ext cx="4082700" cy="3429000"/>
          </a:xfrm>
          <a:prstGeom prst="rect">
            <a:avLst/>
          </a:prstGeom>
          <a:noFill/>
          <a:ln>
            <a:noFill/>
          </a:ln>
        </p:spPr>
        <p:txBody>
          <a:bodyPr spcFirstLastPara="1" wrap="square" lIns="0" tIns="0" rIns="0" bIns="0" anchor="t" anchorCtr="0">
            <a:noAutofit/>
          </a:bodyPr>
          <a:lstStyle>
            <a:lvl1pPr marL="457200" lvl="0" indent="-361950" algn="l">
              <a:lnSpc>
                <a:spcPct val="90000"/>
              </a:lnSpc>
              <a:spcBef>
                <a:spcPts val="800"/>
              </a:spcBef>
              <a:spcAft>
                <a:spcPts val="0"/>
              </a:spcAft>
              <a:buSzPts val="2100"/>
              <a:buChar char="•"/>
              <a:defRPr>
                <a:solidFill>
                  <a:srgbClr val="D1D3D4"/>
                </a:solidFill>
              </a:defRPr>
            </a:lvl1pPr>
            <a:lvl2pPr marL="914400" lvl="1" indent="-342900" algn="l">
              <a:lnSpc>
                <a:spcPct val="90000"/>
              </a:lnSpc>
              <a:spcBef>
                <a:spcPts val="500"/>
              </a:spcBef>
              <a:spcAft>
                <a:spcPts val="0"/>
              </a:spcAft>
              <a:buSzPts val="1800"/>
              <a:buChar char="•"/>
              <a:defRPr>
                <a:solidFill>
                  <a:srgbClr val="D1D3D4"/>
                </a:solidFill>
              </a:defRPr>
            </a:lvl2pPr>
            <a:lvl3pPr marL="1371600" lvl="2" indent="-323850" algn="l">
              <a:lnSpc>
                <a:spcPct val="90000"/>
              </a:lnSpc>
              <a:spcBef>
                <a:spcPts val="500"/>
              </a:spcBef>
              <a:spcAft>
                <a:spcPts val="0"/>
              </a:spcAft>
              <a:buSzPts val="1500"/>
              <a:buChar char="•"/>
              <a:defRPr>
                <a:solidFill>
                  <a:srgbClr val="D1D3D4"/>
                </a:solidFill>
              </a:defRPr>
            </a:lvl3pPr>
            <a:lvl4pPr marL="1828800" lvl="3" indent="-317500" algn="l">
              <a:lnSpc>
                <a:spcPct val="90000"/>
              </a:lnSpc>
              <a:spcBef>
                <a:spcPts val="500"/>
              </a:spcBef>
              <a:spcAft>
                <a:spcPts val="0"/>
              </a:spcAft>
              <a:buSzPts val="1400"/>
              <a:buChar char="•"/>
              <a:defRPr>
                <a:solidFill>
                  <a:srgbClr val="D1D3D4"/>
                </a:solidFill>
              </a:defRPr>
            </a:lvl4pPr>
            <a:lvl5pPr marL="2286000" lvl="4" indent="-228600" algn="l">
              <a:lnSpc>
                <a:spcPct val="90000"/>
              </a:lnSpc>
              <a:spcBef>
                <a:spcPts val="500"/>
              </a:spcBef>
              <a:spcAft>
                <a:spcPts val="0"/>
              </a:spcAft>
              <a:buSzPts val="1400"/>
              <a:buNone/>
              <a:defRPr>
                <a:solidFill>
                  <a:srgbClr val="D1D3D4"/>
                </a:solidFill>
              </a:defRPr>
            </a:lvl5pPr>
            <a:lvl6pPr marL="2743200" lvl="5" indent="-317500" algn="l">
              <a:lnSpc>
                <a:spcPct val="90000"/>
              </a:lnSpc>
              <a:spcBef>
                <a:spcPts val="5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oC navigation">
  <p:cSld name="ToC navigation">
    <p:bg>
      <p:bgPr>
        <a:blipFill>
          <a:blip r:embed="rId2">
            <a:alphaModFix/>
          </a:blip>
          <a:stretch>
            <a:fillRect/>
          </a:stretch>
        </a:blipFill>
        <a:effectLst/>
      </p:bgPr>
    </p:bg>
    <p:spTree>
      <p:nvGrpSpPr>
        <p:cNvPr id="1" name="Shape 95"/>
        <p:cNvGrpSpPr/>
        <p:nvPr/>
      </p:nvGrpSpPr>
      <p:grpSpPr>
        <a:xfrm>
          <a:off x="0" y="0"/>
          <a:ext cx="0" cy="0"/>
          <a:chOff x="0" y="0"/>
          <a:chExt cx="0" cy="0"/>
        </a:xfrm>
      </p:grpSpPr>
      <p:sp>
        <p:nvSpPr>
          <p:cNvPr id="96" name="Google Shape;96;p17"/>
          <p:cNvSpPr txBox="1">
            <a:spLocks noGrp="1"/>
          </p:cNvSpPr>
          <p:nvPr>
            <p:ph type="title"/>
          </p:nvPr>
        </p:nvSpPr>
        <p:spPr>
          <a:xfrm>
            <a:off x="371475" y="258547"/>
            <a:ext cx="8400900" cy="394500"/>
          </a:xfrm>
          <a:prstGeom prst="rect">
            <a:avLst/>
          </a:prstGeom>
          <a:noFill/>
          <a:ln>
            <a:noFill/>
          </a:ln>
        </p:spPr>
        <p:txBody>
          <a:bodyPr spcFirstLastPara="1" wrap="square" lIns="0" tIns="0" rIns="0" bIns="0" anchor="ctr" anchorCtr="0">
            <a:noAutofit/>
          </a:bodyPr>
          <a:lstStyle>
            <a:lvl1pPr marR="0" lvl="0" algn="l">
              <a:lnSpc>
                <a:spcPct val="90000"/>
              </a:lnSpc>
              <a:spcBef>
                <a:spcPts val="0"/>
              </a:spcBef>
              <a:spcAft>
                <a:spcPts val="0"/>
              </a:spcAft>
              <a:buClr>
                <a:schemeClr val="accent1"/>
              </a:buClr>
              <a:buSzPts val="1800"/>
              <a:buFont typeface="IBM Plex Sans"/>
              <a:buNone/>
              <a:defRPr sz="2400" b="1" i="0" u="none" strike="noStrike" cap="none">
                <a:solidFill>
                  <a:schemeClr val="accent1"/>
                </a:solidFill>
                <a:latin typeface="Arial"/>
                <a:ea typeface="Arial"/>
                <a:cs typeface="Arial"/>
                <a:sym typeface="Arial"/>
              </a:defRPr>
            </a:lvl1pPr>
            <a:lvl2pPr lvl="1">
              <a:spcBef>
                <a:spcPts val="0"/>
              </a:spcBef>
              <a:spcAft>
                <a:spcPts val="0"/>
              </a:spcAft>
              <a:buClr>
                <a:srgbClr val="EB256D"/>
              </a:buClr>
              <a:buSzPts val="1800"/>
              <a:buFont typeface="IBM Plex Sans"/>
              <a:buNone/>
              <a:defRPr sz="2400" b="1">
                <a:solidFill>
                  <a:srgbClr val="EB256D"/>
                </a:solidFill>
                <a:latin typeface="IBM Plex Sans"/>
                <a:ea typeface="IBM Plex Sans"/>
                <a:cs typeface="IBM Plex Sans"/>
                <a:sym typeface="IBM Plex Sans"/>
              </a:defRPr>
            </a:lvl2pPr>
            <a:lvl3pPr lvl="2">
              <a:spcBef>
                <a:spcPts val="0"/>
              </a:spcBef>
              <a:spcAft>
                <a:spcPts val="0"/>
              </a:spcAft>
              <a:buClr>
                <a:srgbClr val="EB256D"/>
              </a:buClr>
              <a:buSzPts val="1800"/>
              <a:buFont typeface="IBM Plex Sans"/>
              <a:buNone/>
              <a:defRPr sz="2400" b="1">
                <a:solidFill>
                  <a:srgbClr val="EB256D"/>
                </a:solidFill>
                <a:latin typeface="IBM Plex Sans"/>
                <a:ea typeface="IBM Plex Sans"/>
                <a:cs typeface="IBM Plex Sans"/>
                <a:sym typeface="IBM Plex Sans"/>
              </a:defRPr>
            </a:lvl3pPr>
            <a:lvl4pPr lvl="3">
              <a:spcBef>
                <a:spcPts val="0"/>
              </a:spcBef>
              <a:spcAft>
                <a:spcPts val="0"/>
              </a:spcAft>
              <a:buClr>
                <a:srgbClr val="EB256D"/>
              </a:buClr>
              <a:buSzPts val="1800"/>
              <a:buFont typeface="IBM Plex Sans"/>
              <a:buNone/>
              <a:defRPr sz="2400" b="1">
                <a:solidFill>
                  <a:srgbClr val="EB256D"/>
                </a:solidFill>
                <a:latin typeface="IBM Plex Sans"/>
                <a:ea typeface="IBM Plex Sans"/>
                <a:cs typeface="IBM Plex Sans"/>
                <a:sym typeface="IBM Plex Sans"/>
              </a:defRPr>
            </a:lvl4pPr>
            <a:lvl5pPr lvl="4">
              <a:spcBef>
                <a:spcPts val="0"/>
              </a:spcBef>
              <a:spcAft>
                <a:spcPts val="0"/>
              </a:spcAft>
              <a:buClr>
                <a:srgbClr val="EB256D"/>
              </a:buClr>
              <a:buSzPts val="1800"/>
              <a:buFont typeface="IBM Plex Sans"/>
              <a:buNone/>
              <a:defRPr sz="2400" b="1">
                <a:solidFill>
                  <a:srgbClr val="EB256D"/>
                </a:solidFill>
                <a:latin typeface="IBM Plex Sans"/>
                <a:ea typeface="IBM Plex Sans"/>
                <a:cs typeface="IBM Plex Sans"/>
                <a:sym typeface="IBM Plex Sans"/>
              </a:defRPr>
            </a:lvl5pPr>
            <a:lvl6pPr lvl="5">
              <a:spcBef>
                <a:spcPts val="0"/>
              </a:spcBef>
              <a:spcAft>
                <a:spcPts val="0"/>
              </a:spcAft>
              <a:buClr>
                <a:srgbClr val="EB256D"/>
              </a:buClr>
              <a:buSzPts val="1800"/>
              <a:buFont typeface="IBM Plex Sans"/>
              <a:buNone/>
              <a:defRPr sz="2400" b="1">
                <a:solidFill>
                  <a:srgbClr val="EB256D"/>
                </a:solidFill>
                <a:latin typeface="IBM Plex Sans"/>
                <a:ea typeface="IBM Plex Sans"/>
                <a:cs typeface="IBM Plex Sans"/>
                <a:sym typeface="IBM Plex Sans"/>
              </a:defRPr>
            </a:lvl6pPr>
            <a:lvl7pPr lvl="6">
              <a:spcBef>
                <a:spcPts val="0"/>
              </a:spcBef>
              <a:spcAft>
                <a:spcPts val="0"/>
              </a:spcAft>
              <a:buClr>
                <a:srgbClr val="EB256D"/>
              </a:buClr>
              <a:buSzPts val="1800"/>
              <a:buFont typeface="IBM Plex Sans"/>
              <a:buNone/>
              <a:defRPr sz="2400" b="1">
                <a:solidFill>
                  <a:srgbClr val="EB256D"/>
                </a:solidFill>
                <a:latin typeface="IBM Plex Sans"/>
                <a:ea typeface="IBM Plex Sans"/>
                <a:cs typeface="IBM Plex Sans"/>
                <a:sym typeface="IBM Plex Sans"/>
              </a:defRPr>
            </a:lvl7pPr>
            <a:lvl8pPr lvl="7">
              <a:spcBef>
                <a:spcPts val="0"/>
              </a:spcBef>
              <a:spcAft>
                <a:spcPts val="0"/>
              </a:spcAft>
              <a:buClr>
                <a:srgbClr val="EB256D"/>
              </a:buClr>
              <a:buSzPts val="1800"/>
              <a:buFont typeface="IBM Plex Sans"/>
              <a:buNone/>
              <a:defRPr sz="2400" b="1">
                <a:solidFill>
                  <a:srgbClr val="EB256D"/>
                </a:solidFill>
                <a:latin typeface="IBM Plex Sans"/>
                <a:ea typeface="IBM Plex Sans"/>
                <a:cs typeface="IBM Plex Sans"/>
                <a:sym typeface="IBM Plex Sans"/>
              </a:defRPr>
            </a:lvl8pPr>
            <a:lvl9pPr lvl="8">
              <a:spcBef>
                <a:spcPts val="0"/>
              </a:spcBef>
              <a:spcAft>
                <a:spcPts val="0"/>
              </a:spcAft>
              <a:buClr>
                <a:srgbClr val="EB256D"/>
              </a:buClr>
              <a:buSzPts val="1800"/>
              <a:buFont typeface="IBM Plex Sans"/>
              <a:buNone/>
              <a:defRPr sz="2400" b="1">
                <a:solidFill>
                  <a:srgbClr val="EB256D"/>
                </a:solidFill>
                <a:latin typeface="IBM Plex Sans"/>
                <a:ea typeface="IBM Plex Sans"/>
                <a:cs typeface="IBM Plex Sans"/>
                <a:sym typeface="IBM Plex Sans"/>
              </a:defRPr>
            </a:lvl9pPr>
          </a:lstStyle>
          <a:p>
            <a:endParaRPr/>
          </a:p>
        </p:txBody>
      </p:sp>
      <p:pic>
        <p:nvPicPr>
          <p:cNvPr id="97" name="Google Shape;97;p17"/>
          <p:cNvPicPr preferRelativeResize="0"/>
          <p:nvPr/>
        </p:nvPicPr>
        <p:blipFill rotWithShape="1">
          <a:blip r:embed="rId3">
            <a:alphaModFix amt="0"/>
          </a:blip>
          <a:srcRect/>
          <a:stretch/>
        </p:blipFill>
        <p:spPr>
          <a:xfrm>
            <a:off x="1354" y="0"/>
            <a:ext cx="9144000" cy="64294"/>
          </a:xfrm>
          <a:prstGeom prst="rect">
            <a:avLst/>
          </a:prstGeom>
          <a:gradFill>
            <a:gsLst>
              <a:gs pos="0">
                <a:schemeClr val="accent1"/>
              </a:gs>
              <a:gs pos="11000">
                <a:schemeClr val="accent1"/>
              </a:gs>
              <a:gs pos="100000">
                <a:schemeClr val="accent2"/>
              </a:gs>
            </a:gsLst>
            <a:lin ang="0" scaled="0"/>
          </a:gradFill>
          <a:ln>
            <a:noFill/>
          </a:ln>
        </p:spPr>
      </p:pic>
      <p:pic>
        <p:nvPicPr>
          <p:cNvPr id="98" name="Google Shape;98;p17"/>
          <p:cNvPicPr preferRelativeResize="0"/>
          <p:nvPr/>
        </p:nvPicPr>
        <p:blipFill rotWithShape="1">
          <a:blip r:embed="rId4">
            <a:alphaModFix/>
          </a:blip>
          <a:srcRect/>
          <a:stretch/>
        </p:blipFill>
        <p:spPr>
          <a:xfrm>
            <a:off x="8246392" y="4808815"/>
            <a:ext cx="526131" cy="180134"/>
          </a:xfrm>
          <a:prstGeom prst="rect">
            <a:avLst/>
          </a:prstGeom>
          <a:noFill/>
          <a:ln>
            <a:noFill/>
          </a:ln>
        </p:spPr>
      </p:pic>
      <p:sp>
        <p:nvSpPr>
          <p:cNvPr id="99" name="Google Shape;99;p17"/>
          <p:cNvSpPr txBox="1"/>
          <p:nvPr/>
        </p:nvSpPr>
        <p:spPr>
          <a:xfrm>
            <a:off x="371475" y="4838007"/>
            <a:ext cx="371400" cy="121800"/>
          </a:xfrm>
          <a:prstGeom prst="rect">
            <a:avLst/>
          </a:prstGeom>
          <a:noFill/>
          <a:ln>
            <a:noFill/>
          </a:ln>
        </p:spPr>
        <p:txBody>
          <a:bodyPr spcFirstLastPara="1" wrap="square" lIns="68575" tIns="34275" rIns="68575" bIns="34275" anchor="ctr" anchorCtr="0">
            <a:noAutofit/>
          </a:bodyPr>
          <a:lstStyle/>
          <a:p>
            <a:pPr marL="0" marR="0" lvl="0" indent="0" algn="l" rtl="0">
              <a:spcBef>
                <a:spcPts val="0"/>
              </a:spcBef>
              <a:spcAft>
                <a:spcPts val="0"/>
              </a:spcAft>
              <a:buNone/>
            </a:pPr>
            <a:fld id="{00000000-1234-1234-1234-123412341234}" type="slidenum">
              <a:rPr lang="en" sz="800" b="0" i="0" u="none" strike="noStrike" cap="none">
                <a:solidFill>
                  <a:srgbClr val="D1D3D4"/>
                </a:solidFill>
                <a:latin typeface="Arial"/>
                <a:ea typeface="Arial"/>
                <a:cs typeface="Arial"/>
                <a:sym typeface="Arial"/>
              </a:rPr>
              <a:t>‹#›</a:t>
            </a:fld>
            <a:endParaRPr sz="800" b="0" i="0" u="none" strike="noStrike" cap="none">
              <a:solidFill>
                <a:srgbClr val="D1D3D4"/>
              </a:solidFill>
              <a:latin typeface="Arial"/>
              <a:ea typeface="Arial"/>
              <a:cs typeface="Arial"/>
              <a:sym typeface="Arial"/>
            </a:endParaRPr>
          </a:p>
        </p:txBody>
      </p:sp>
      <p:sp>
        <p:nvSpPr>
          <p:cNvPr id="100" name="Google Shape;100;p17"/>
          <p:cNvSpPr txBox="1">
            <a:spLocks noGrp="1"/>
          </p:cNvSpPr>
          <p:nvPr>
            <p:ph type="ftr" idx="11"/>
          </p:nvPr>
        </p:nvSpPr>
        <p:spPr>
          <a:xfrm>
            <a:off x="742950" y="4838007"/>
            <a:ext cx="6776100" cy="12180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100"/>
              <a:buNone/>
              <a:defRPr sz="800">
                <a:solidFill>
                  <a:srgbClr val="D1D3D4"/>
                </a:solidFill>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01" name="Google Shape;101;p17"/>
          <p:cNvSpPr txBox="1">
            <a:spLocks noGrp="1"/>
          </p:cNvSpPr>
          <p:nvPr>
            <p:ph type="body" idx="1"/>
          </p:nvPr>
        </p:nvSpPr>
        <p:spPr>
          <a:xfrm>
            <a:off x="371474" y="1057275"/>
            <a:ext cx="4082700" cy="3429000"/>
          </a:xfrm>
          <a:prstGeom prst="rect">
            <a:avLst/>
          </a:prstGeom>
          <a:noFill/>
          <a:ln>
            <a:noFill/>
          </a:ln>
        </p:spPr>
        <p:txBody>
          <a:bodyPr spcFirstLastPara="1" wrap="square" lIns="0" tIns="0" rIns="0" bIns="0" anchor="t" anchorCtr="0">
            <a:noAutofit/>
          </a:bodyPr>
          <a:lstStyle>
            <a:lvl1pPr marL="457200" lvl="0" indent="-361950" algn="l">
              <a:lnSpc>
                <a:spcPct val="90000"/>
              </a:lnSpc>
              <a:spcBef>
                <a:spcPts val="800"/>
              </a:spcBef>
              <a:spcAft>
                <a:spcPts val="0"/>
              </a:spcAft>
              <a:buSzPts val="2100"/>
              <a:buChar char="•"/>
              <a:defRPr>
                <a:solidFill>
                  <a:srgbClr val="808285"/>
                </a:solidFill>
              </a:defRPr>
            </a:lvl1pPr>
            <a:lvl2pPr marL="914400" lvl="1" indent="-342900" algn="l">
              <a:lnSpc>
                <a:spcPct val="90000"/>
              </a:lnSpc>
              <a:spcBef>
                <a:spcPts val="500"/>
              </a:spcBef>
              <a:spcAft>
                <a:spcPts val="0"/>
              </a:spcAft>
              <a:buSzPts val="1800"/>
              <a:buChar char="•"/>
              <a:defRPr>
                <a:solidFill>
                  <a:srgbClr val="808285"/>
                </a:solidFill>
              </a:defRPr>
            </a:lvl2pPr>
            <a:lvl3pPr marL="1371600" lvl="2" indent="-323850" algn="l">
              <a:lnSpc>
                <a:spcPct val="90000"/>
              </a:lnSpc>
              <a:spcBef>
                <a:spcPts val="500"/>
              </a:spcBef>
              <a:spcAft>
                <a:spcPts val="0"/>
              </a:spcAft>
              <a:buSzPts val="1500"/>
              <a:buChar char="•"/>
              <a:defRPr>
                <a:solidFill>
                  <a:srgbClr val="D1D3D4"/>
                </a:solidFill>
              </a:defRPr>
            </a:lvl3pPr>
            <a:lvl4pPr marL="1828800" lvl="3" indent="-317500" algn="l">
              <a:lnSpc>
                <a:spcPct val="90000"/>
              </a:lnSpc>
              <a:spcBef>
                <a:spcPts val="500"/>
              </a:spcBef>
              <a:spcAft>
                <a:spcPts val="0"/>
              </a:spcAft>
              <a:buSzPts val="1400"/>
              <a:buChar char="•"/>
              <a:defRPr>
                <a:solidFill>
                  <a:srgbClr val="D1D3D4"/>
                </a:solidFill>
              </a:defRPr>
            </a:lvl4pPr>
            <a:lvl5pPr marL="2286000" lvl="4" indent="-317500" algn="l">
              <a:lnSpc>
                <a:spcPct val="90000"/>
              </a:lnSpc>
              <a:spcBef>
                <a:spcPts val="500"/>
              </a:spcBef>
              <a:spcAft>
                <a:spcPts val="0"/>
              </a:spcAft>
              <a:buSzPts val="1400"/>
              <a:buChar char="•"/>
              <a:defRPr>
                <a:solidFill>
                  <a:srgbClr val="D1D3D4"/>
                </a:solidFill>
              </a:defRPr>
            </a:lvl5pPr>
            <a:lvl6pPr marL="2743200" lvl="5" indent="-317500" algn="l">
              <a:lnSpc>
                <a:spcPct val="90000"/>
              </a:lnSpc>
              <a:spcBef>
                <a:spcPts val="5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102" name="Google Shape;102;p17"/>
          <p:cNvSpPr txBox="1">
            <a:spLocks noGrp="1"/>
          </p:cNvSpPr>
          <p:nvPr>
            <p:ph type="body" idx="2"/>
          </p:nvPr>
        </p:nvSpPr>
        <p:spPr>
          <a:xfrm>
            <a:off x="4689835" y="1057275"/>
            <a:ext cx="4082700" cy="3429000"/>
          </a:xfrm>
          <a:prstGeom prst="rect">
            <a:avLst/>
          </a:prstGeom>
          <a:noFill/>
          <a:ln>
            <a:noFill/>
          </a:ln>
        </p:spPr>
        <p:txBody>
          <a:bodyPr spcFirstLastPara="1" wrap="square" lIns="0" tIns="0" rIns="0" bIns="0" anchor="t" anchorCtr="0">
            <a:noAutofit/>
          </a:bodyPr>
          <a:lstStyle>
            <a:lvl1pPr marL="457200" lvl="0" indent="-361950" algn="l">
              <a:lnSpc>
                <a:spcPct val="90000"/>
              </a:lnSpc>
              <a:spcBef>
                <a:spcPts val="800"/>
              </a:spcBef>
              <a:spcAft>
                <a:spcPts val="0"/>
              </a:spcAft>
              <a:buSzPts val="2100"/>
              <a:buChar char="•"/>
              <a:defRPr>
                <a:solidFill>
                  <a:srgbClr val="808285"/>
                </a:solidFill>
              </a:defRPr>
            </a:lvl1pPr>
            <a:lvl2pPr marL="914400" lvl="1" indent="-342900" algn="l">
              <a:lnSpc>
                <a:spcPct val="90000"/>
              </a:lnSpc>
              <a:spcBef>
                <a:spcPts val="500"/>
              </a:spcBef>
              <a:spcAft>
                <a:spcPts val="0"/>
              </a:spcAft>
              <a:buSzPts val="1800"/>
              <a:buChar char="•"/>
              <a:defRPr>
                <a:solidFill>
                  <a:srgbClr val="808285"/>
                </a:solidFill>
              </a:defRPr>
            </a:lvl2pPr>
            <a:lvl3pPr marL="1371600" lvl="2" indent="-323850" algn="l">
              <a:lnSpc>
                <a:spcPct val="90000"/>
              </a:lnSpc>
              <a:spcBef>
                <a:spcPts val="500"/>
              </a:spcBef>
              <a:spcAft>
                <a:spcPts val="0"/>
              </a:spcAft>
              <a:buSzPts val="1500"/>
              <a:buChar char="•"/>
              <a:defRPr>
                <a:solidFill>
                  <a:srgbClr val="D1D3D4"/>
                </a:solidFill>
              </a:defRPr>
            </a:lvl3pPr>
            <a:lvl4pPr marL="1828800" lvl="3" indent="-317500" algn="l">
              <a:lnSpc>
                <a:spcPct val="90000"/>
              </a:lnSpc>
              <a:spcBef>
                <a:spcPts val="500"/>
              </a:spcBef>
              <a:spcAft>
                <a:spcPts val="0"/>
              </a:spcAft>
              <a:buSzPts val="1400"/>
              <a:buChar char="•"/>
              <a:defRPr>
                <a:solidFill>
                  <a:srgbClr val="D1D3D4"/>
                </a:solidFill>
              </a:defRPr>
            </a:lvl4pPr>
            <a:lvl5pPr marL="2286000" lvl="4" indent="-228600" algn="l">
              <a:lnSpc>
                <a:spcPct val="90000"/>
              </a:lnSpc>
              <a:spcBef>
                <a:spcPts val="500"/>
              </a:spcBef>
              <a:spcAft>
                <a:spcPts val="0"/>
              </a:spcAft>
              <a:buSzPts val="1400"/>
              <a:buNone/>
              <a:defRPr>
                <a:solidFill>
                  <a:srgbClr val="D1D3D4"/>
                </a:solidFill>
              </a:defRPr>
            </a:lvl5pPr>
            <a:lvl6pPr marL="2743200" lvl="5" indent="-317500" algn="l">
              <a:lnSpc>
                <a:spcPct val="90000"/>
              </a:lnSpc>
              <a:spcBef>
                <a:spcPts val="5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2 Column Content">
  <p:cSld name="2 Column Content">
    <p:spTree>
      <p:nvGrpSpPr>
        <p:cNvPr id="1" name="Shape 103"/>
        <p:cNvGrpSpPr/>
        <p:nvPr/>
      </p:nvGrpSpPr>
      <p:grpSpPr>
        <a:xfrm>
          <a:off x="0" y="0"/>
          <a:ext cx="0" cy="0"/>
          <a:chOff x="0" y="0"/>
          <a:chExt cx="0" cy="0"/>
        </a:xfrm>
      </p:grpSpPr>
      <p:sp>
        <p:nvSpPr>
          <p:cNvPr id="104" name="Google Shape;104;p18"/>
          <p:cNvSpPr txBox="1">
            <a:spLocks noGrp="1"/>
          </p:cNvSpPr>
          <p:nvPr>
            <p:ph type="title"/>
          </p:nvPr>
        </p:nvSpPr>
        <p:spPr>
          <a:xfrm>
            <a:off x="382455" y="561942"/>
            <a:ext cx="8299800" cy="394500"/>
          </a:xfrm>
          <a:prstGeom prst="rect">
            <a:avLst/>
          </a:prstGeom>
          <a:noFill/>
          <a:ln>
            <a:noFill/>
          </a:ln>
        </p:spPr>
        <p:txBody>
          <a:bodyPr spcFirstLastPara="1" wrap="square" lIns="68575" tIns="68575" rIns="68575" bIns="68575" anchor="ctr" anchorCtr="0">
            <a:noAutofit/>
          </a:bodyPr>
          <a:lstStyle>
            <a:lvl1pPr marR="0" lvl="0" algn="l" rtl="0">
              <a:lnSpc>
                <a:spcPct val="90000"/>
              </a:lnSpc>
              <a:spcBef>
                <a:spcPts val="0"/>
              </a:spcBef>
              <a:spcAft>
                <a:spcPts val="0"/>
              </a:spcAft>
              <a:buClr>
                <a:schemeClr val="dk1"/>
              </a:buClr>
              <a:buSzPts val="1100"/>
              <a:buFont typeface="Arial"/>
              <a:buNone/>
              <a:defRPr sz="2400" i="0" u="none" strike="noStrike" cap="none">
                <a:solidFill>
                  <a:schemeClr val="dk1"/>
                </a:solidFill>
                <a:latin typeface="Arial"/>
                <a:ea typeface="Arial"/>
                <a:cs typeface="Arial"/>
                <a:sym typeface="Arial"/>
              </a:defRPr>
            </a:lvl1pPr>
            <a:lvl2pPr lvl="1" rtl="0">
              <a:spcBef>
                <a:spcPts val="0"/>
              </a:spcBef>
              <a:spcAft>
                <a:spcPts val="0"/>
              </a:spcAft>
              <a:buSzPts val="1100"/>
              <a:buNone/>
              <a:defRPr sz="1800"/>
            </a:lvl2pPr>
            <a:lvl3pPr lvl="2" rtl="0">
              <a:spcBef>
                <a:spcPts val="0"/>
              </a:spcBef>
              <a:spcAft>
                <a:spcPts val="0"/>
              </a:spcAft>
              <a:buSzPts val="1100"/>
              <a:buNone/>
              <a:defRPr sz="1800"/>
            </a:lvl3pPr>
            <a:lvl4pPr lvl="3" rtl="0">
              <a:spcBef>
                <a:spcPts val="0"/>
              </a:spcBef>
              <a:spcAft>
                <a:spcPts val="0"/>
              </a:spcAft>
              <a:buSzPts val="1100"/>
              <a:buNone/>
              <a:defRPr sz="1800"/>
            </a:lvl4pPr>
            <a:lvl5pPr lvl="4" rtl="0">
              <a:spcBef>
                <a:spcPts val="0"/>
              </a:spcBef>
              <a:spcAft>
                <a:spcPts val="0"/>
              </a:spcAft>
              <a:buSzPts val="1100"/>
              <a:buNone/>
              <a:defRPr sz="1800"/>
            </a:lvl5pPr>
            <a:lvl6pPr lvl="5" rtl="0">
              <a:spcBef>
                <a:spcPts val="0"/>
              </a:spcBef>
              <a:spcAft>
                <a:spcPts val="0"/>
              </a:spcAft>
              <a:buSzPts val="1100"/>
              <a:buNone/>
              <a:defRPr sz="1800"/>
            </a:lvl6pPr>
            <a:lvl7pPr lvl="6" rtl="0">
              <a:spcBef>
                <a:spcPts val="0"/>
              </a:spcBef>
              <a:spcAft>
                <a:spcPts val="0"/>
              </a:spcAft>
              <a:buSzPts val="1100"/>
              <a:buNone/>
              <a:defRPr sz="1800"/>
            </a:lvl7pPr>
            <a:lvl8pPr lvl="7" rtl="0">
              <a:spcBef>
                <a:spcPts val="0"/>
              </a:spcBef>
              <a:spcAft>
                <a:spcPts val="0"/>
              </a:spcAft>
              <a:buSzPts val="1100"/>
              <a:buNone/>
              <a:defRPr sz="1800"/>
            </a:lvl8pPr>
            <a:lvl9pPr lvl="8" rtl="0">
              <a:spcBef>
                <a:spcPts val="0"/>
              </a:spcBef>
              <a:spcAft>
                <a:spcPts val="0"/>
              </a:spcAft>
              <a:buSzPts val="1100"/>
              <a:buNone/>
              <a:defRPr sz="1800"/>
            </a:lvl9pPr>
          </a:lstStyle>
          <a:p>
            <a:endParaRPr/>
          </a:p>
        </p:txBody>
      </p:sp>
      <p:sp>
        <p:nvSpPr>
          <p:cNvPr id="105" name="Google Shape;105;p18"/>
          <p:cNvSpPr/>
          <p:nvPr/>
        </p:nvSpPr>
        <p:spPr>
          <a:xfrm>
            <a:off x="0" y="-10673"/>
            <a:ext cx="9144000" cy="75000"/>
          </a:xfrm>
          <a:prstGeom prst="rect">
            <a:avLst/>
          </a:prstGeom>
          <a:gradFill>
            <a:gsLst>
              <a:gs pos="0">
                <a:schemeClr val="accent1"/>
              </a:gs>
              <a:gs pos="11000">
                <a:schemeClr val="accent1"/>
              </a:gs>
              <a:gs pos="100000">
                <a:schemeClr val="accent2"/>
              </a:gs>
            </a:gsLst>
            <a:lin ang="0" scaled="0"/>
          </a:gra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Arial"/>
              <a:ea typeface="Arial"/>
              <a:cs typeface="Arial"/>
              <a:sym typeface="Arial"/>
            </a:endParaRPr>
          </a:p>
        </p:txBody>
      </p:sp>
      <p:sp>
        <p:nvSpPr>
          <p:cNvPr id="106" name="Google Shape;106;p18"/>
          <p:cNvSpPr txBox="1">
            <a:spLocks noGrp="1"/>
          </p:cNvSpPr>
          <p:nvPr>
            <p:ph type="body" idx="1"/>
          </p:nvPr>
        </p:nvSpPr>
        <p:spPr>
          <a:xfrm>
            <a:off x="371474" y="1057275"/>
            <a:ext cx="4082700" cy="3429000"/>
          </a:xfrm>
          <a:prstGeom prst="rect">
            <a:avLst/>
          </a:prstGeom>
          <a:noFill/>
          <a:ln>
            <a:noFill/>
          </a:ln>
        </p:spPr>
        <p:txBody>
          <a:bodyPr spcFirstLastPara="1" wrap="square" lIns="0" tIns="0" rIns="0" bIns="0" anchor="t" anchorCtr="0">
            <a:noAutofit/>
          </a:bodyPr>
          <a:lstStyle>
            <a:lvl1pPr marL="457200" lvl="0" indent="-317500" algn="l" rtl="0">
              <a:lnSpc>
                <a:spcPct val="90000"/>
              </a:lnSpc>
              <a:spcBef>
                <a:spcPts val="800"/>
              </a:spcBef>
              <a:spcAft>
                <a:spcPts val="0"/>
              </a:spcAft>
              <a:buSzPts val="1400"/>
              <a:buChar char="•"/>
              <a:defRPr/>
            </a:lvl1pPr>
            <a:lvl2pPr marL="914400" lvl="1" indent="-317500" algn="l" rtl="0">
              <a:lnSpc>
                <a:spcPct val="90000"/>
              </a:lnSpc>
              <a:spcBef>
                <a:spcPts val="500"/>
              </a:spcBef>
              <a:spcAft>
                <a:spcPts val="0"/>
              </a:spcAft>
              <a:buSzPts val="1400"/>
              <a:buChar char="•"/>
              <a:defRPr/>
            </a:lvl2pPr>
            <a:lvl3pPr marL="1371600" lvl="2" indent="-317500" algn="l" rtl="0">
              <a:lnSpc>
                <a:spcPct val="90000"/>
              </a:lnSpc>
              <a:spcBef>
                <a:spcPts val="500"/>
              </a:spcBef>
              <a:spcAft>
                <a:spcPts val="0"/>
              </a:spcAft>
              <a:buSzPts val="1400"/>
              <a:buChar char="•"/>
              <a:defRPr/>
            </a:lvl3pPr>
            <a:lvl4pPr marL="1828800" lvl="3" indent="-317500" algn="l" rtl="0">
              <a:lnSpc>
                <a:spcPct val="90000"/>
              </a:lnSpc>
              <a:spcBef>
                <a:spcPts val="500"/>
              </a:spcBef>
              <a:spcAft>
                <a:spcPts val="0"/>
              </a:spcAft>
              <a:buSzPts val="1400"/>
              <a:buChar char="•"/>
              <a:defRPr/>
            </a:lvl4pPr>
            <a:lvl5pPr marL="2286000" lvl="4" indent="-317500" algn="l" rtl="0">
              <a:lnSpc>
                <a:spcPct val="90000"/>
              </a:lnSpc>
              <a:spcBef>
                <a:spcPts val="500"/>
              </a:spcBef>
              <a:spcAft>
                <a:spcPts val="0"/>
              </a:spcAft>
              <a:buSzPts val="1400"/>
              <a:buChar char="•"/>
              <a:defRPr/>
            </a:lvl5pPr>
            <a:lvl6pPr marL="2743200" lvl="5" indent="-317500" algn="l" rtl="0">
              <a:lnSpc>
                <a:spcPct val="90000"/>
              </a:lnSpc>
              <a:spcBef>
                <a:spcPts val="500"/>
              </a:spcBef>
              <a:spcAft>
                <a:spcPts val="0"/>
              </a:spcAft>
              <a:buSzPts val="1400"/>
              <a:buChar char="•"/>
              <a:defRPr/>
            </a:lvl6pPr>
            <a:lvl7pPr marL="3200400" lvl="6" indent="-317500" algn="l" rtl="0">
              <a:lnSpc>
                <a:spcPct val="90000"/>
              </a:lnSpc>
              <a:spcBef>
                <a:spcPts val="400"/>
              </a:spcBef>
              <a:spcAft>
                <a:spcPts val="0"/>
              </a:spcAft>
              <a:buSzPts val="1400"/>
              <a:buChar char="•"/>
              <a:defRPr/>
            </a:lvl7pPr>
            <a:lvl8pPr marL="3657600" lvl="7" indent="-317500" algn="l" rtl="0">
              <a:lnSpc>
                <a:spcPct val="90000"/>
              </a:lnSpc>
              <a:spcBef>
                <a:spcPts val="400"/>
              </a:spcBef>
              <a:spcAft>
                <a:spcPts val="0"/>
              </a:spcAft>
              <a:buSzPts val="1400"/>
              <a:buChar char="•"/>
              <a:defRPr/>
            </a:lvl8pPr>
            <a:lvl9pPr marL="4114800" lvl="8" indent="-317500" algn="l" rtl="0">
              <a:lnSpc>
                <a:spcPct val="90000"/>
              </a:lnSpc>
              <a:spcBef>
                <a:spcPts val="400"/>
              </a:spcBef>
              <a:spcAft>
                <a:spcPts val="0"/>
              </a:spcAft>
              <a:buSzPts val="1400"/>
              <a:buChar char="•"/>
              <a:defRPr/>
            </a:lvl9pPr>
          </a:lstStyle>
          <a:p>
            <a:endParaRPr/>
          </a:p>
        </p:txBody>
      </p:sp>
      <p:sp>
        <p:nvSpPr>
          <p:cNvPr id="107" name="Google Shape;107;p18"/>
          <p:cNvSpPr txBox="1">
            <a:spLocks noGrp="1"/>
          </p:cNvSpPr>
          <p:nvPr>
            <p:ph type="body" idx="2"/>
          </p:nvPr>
        </p:nvSpPr>
        <p:spPr>
          <a:xfrm>
            <a:off x="4689835" y="1057275"/>
            <a:ext cx="4082700" cy="3429000"/>
          </a:xfrm>
          <a:prstGeom prst="rect">
            <a:avLst/>
          </a:prstGeom>
          <a:noFill/>
          <a:ln>
            <a:noFill/>
          </a:ln>
        </p:spPr>
        <p:txBody>
          <a:bodyPr spcFirstLastPara="1" wrap="square" lIns="0" tIns="0" rIns="0" bIns="0" anchor="t" anchorCtr="0">
            <a:noAutofit/>
          </a:bodyPr>
          <a:lstStyle>
            <a:lvl1pPr marL="457200" lvl="0" indent="-317500" algn="l" rtl="0">
              <a:lnSpc>
                <a:spcPct val="90000"/>
              </a:lnSpc>
              <a:spcBef>
                <a:spcPts val="800"/>
              </a:spcBef>
              <a:spcAft>
                <a:spcPts val="0"/>
              </a:spcAft>
              <a:buSzPts val="1400"/>
              <a:buChar char="•"/>
              <a:defRPr/>
            </a:lvl1pPr>
            <a:lvl2pPr marL="914400" lvl="1" indent="-317500" algn="l" rtl="0">
              <a:lnSpc>
                <a:spcPct val="90000"/>
              </a:lnSpc>
              <a:spcBef>
                <a:spcPts val="500"/>
              </a:spcBef>
              <a:spcAft>
                <a:spcPts val="0"/>
              </a:spcAft>
              <a:buSzPts val="1400"/>
              <a:buChar char="•"/>
              <a:defRPr/>
            </a:lvl2pPr>
            <a:lvl3pPr marL="1371600" lvl="2" indent="-317500" algn="l" rtl="0">
              <a:lnSpc>
                <a:spcPct val="90000"/>
              </a:lnSpc>
              <a:spcBef>
                <a:spcPts val="500"/>
              </a:spcBef>
              <a:spcAft>
                <a:spcPts val="0"/>
              </a:spcAft>
              <a:buSzPts val="1400"/>
              <a:buChar char="•"/>
              <a:defRPr/>
            </a:lvl3pPr>
            <a:lvl4pPr marL="1828800" lvl="3" indent="-317500" algn="l" rtl="0">
              <a:lnSpc>
                <a:spcPct val="90000"/>
              </a:lnSpc>
              <a:spcBef>
                <a:spcPts val="500"/>
              </a:spcBef>
              <a:spcAft>
                <a:spcPts val="0"/>
              </a:spcAft>
              <a:buSzPts val="1400"/>
              <a:buChar char="•"/>
              <a:defRPr/>
            </a:lvl4pPr>
            <a:lvl5pPr marL="2286000" lvl="4" indent="-317500" algn="l" rtl="0">
              <a:lnSpc>
                <a:spcPct val="90000"/>
              </a:lnSpc>
              <a:spcBef>
                <a:spcPts val="500"/>
              </a:spcBef>
              <a:spcAft>
                <a:spcPts val="0"/>
              </a:spcAft>
              <a:buSzPts val="1400"/>
              <a:buChar char="•"/>
              <a:defRPr/>
            </a:lvl5pPr>
            <a:lvl6pPr marL="2743200" lvl="5" indent="-317500" algn="l" rtl="0">
              <a:lnSpc>
                <a:spcPct val="90000"/>
              </a:lnSpc>
              <a:spcBef>
                <a:spcPts val="500"/>
              </a:spcBef>
              <a:spcAft>
                <a:spcPts val="0"/>
              </a:spcAft>
              <a:buSzPts val="1400"/>
              <a:buChar char="•"/>
              <a:defRPr/>
            </a:lvl6pPr>
            <a:lvl7pPr marL="3200400" lvl="6" indent="-317500" algn="l" rtl="0">
              <a:lnSpc>
                <a:spcPct val="90000"/>
              </a:lnSpc>
              <a:spcBef>
                <a:spcPts val="400"/>
              </a:spcBef>
              <a:spcAft>
                <a:spcPts val="0"/>
              </a:spcAft>
              <a:buSzPts val="1400"/>
              <a:buChar char="•"/>
              <a:defRPr/>
            </a:lvl7pPr>
            <a:lvl8pPr marL="3657600" lvl="7" indent="-317500" algn="l" rtl="0">
              <a:lnSpc>
                <a:spcPct val="90000"/>
              </a:lnSpc>
              <a:spcBef>
                <a:spcPts val="400"/>
              </a:spcBef>
              <a:spcAft>
                <a:spcPts val="0"/>
              </a:spcAft>
              <a:buSzPts val="1400"/>
              <a:buChar char="•"/>
              <a:defRPr/>
            </a:lvl8pPr>
            <a:lvl9pPr marL="4114800" lvl="8" indent="-317500" algn="l" rtl="0">
              <a:lnSpc>
                <a:spcPct val="90000"/>
              </a:lnSpc>
              <a:spcBef>
                <a:spcPts val="400"/>
              </a:spcBef>
              <a:spcAft>
                <a:spcPts val="0"/>
              </a:spcAft>
              <a:buSzPts val="1400"/>
              <a:buChar char="•"/>
              <a:defRPr/>
            </a:lvl9pPr>
          </a:lstStyle>
          <a:p>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08"/>
        <p:cNvGrpSpPr/>
        <p:nvPr/>
      </p:nvGrpSpPr>
      <p:grpSpPr>
        <a:xfrm>
          <a:off x="0" y="0"/>
          <a:ext cx="0" cy="0"/>
          <a:chOff x="0" y="0"/>
          <a:chExt cx="0" cy="0"/>
        </a:xfrm>
      </p:grpSpPr>
      <p:sp>
        <p:nvSpPr>
          <p:cNvPr id="109" name="Google Shape;109;p19"/>
          <p:cNvSpPr txBox="1">
            <a:spLocks noGrp="1"/>
          </p:cNvSpPr>
          <p:nvPr>
            <p:ph type="ctrTitle"/>
          </p:nvPr>
        </p:nvSpPr>
        <p:spPr>
          <a:xfrm>
            <a:off x="311708" y="744575"/>
            <a:ext cx="8520600" cy="2052600"/>
          </a:xfrm>
          <a:prstGeom prst="rect">
            <a:avLst/>
          </a:prstGeom>
        </p:spPr>
        <p:txBody>
          <a:bodyPr spcFirstLastPara="1" wrap="square" lIns="0" tIns="0" rIns="0" bIns="0" anchor="b" anchorCtr="0">
            <a:noAutofit/>
          </a:bodyPr>
          <a:lstStyle>
            <a:lvl1pPr lvl="0" algn="ctr" rtl="0">
              <a:spcBef>
                <a:spcPts val="0"/>
              </a:spcBef>
              <a:spcAft>
                <a:spcPts val="0"/>
              </a:spcAft>
              <a:buSzPts val="5200"/>
              <a:buNone/>
              <a:defRPr sz="5200"/>
            </a:lvl1pPr>
            <a:lvl2pPr lvl="1" algn="ctr" rtl="0">
              <a:spcBef>
                <a:spcPts val="0"/>
              </a:spcBef>
              <a:spcAft>
                <a:spcPts val="0"/>
              </a:spcAft>
              <a:buSzPts val="5200"/>
              <a:buNone/>
              <a:defRPr sz="5200"/>
            </a:lvl2pPr>
            <a:lvl3pPr lvl="2" algn="ctr" rtl="0">
              <a:spcBef>
                <a:spcPts val="0"/>
              </a:spcBef>
              <a:spcAft>
                <a:spcPts val="0"/>
              </a:spcAft>
              <a:buSzPts val="5200"/>
              <a:buNone/>
              <a:defRPr sz="5200"/>
            </a:lvl3pPr>
            <a:lvl4pPr lvl="3" algn="ctr" rtl="0">
              <a:spcBef>
                <a:spcPts val="0"/>
              </a:spcBef>
              <a:spcAft>
                <a:spcPts val="0"/>
              </a:spcAft>
              <a:buSzPts val="5200"/>
              <a:buNone/>
              <a:defRPr sz="5200"/>
            </a:lvl4pPr>
            <a:lvl5pPr lvl="4" algn="ctr" rtl="0">
              <a:spcBef>
                <a:spcPts val="0"/>
              </a:spcBef>
              <a:spcAft>
                <a:spcPts val="0"/>
              </a:spcAft>
              <a:buSzPts val="5200"/>
              <a:buNone/>
              <a:defRPr sz="5200"/>
            </a:lvl5pPr>
            <a:lvl6pPr lvl="5" algn="ctr" rtl="0">
              <a:spcBef>
                <a:spcPts val="0"/>
              </a:spcBef>
              <a:spcAft>
                <a:spcPts val="0"/>
              </a:spcAft>
              <a:buSzPts val="5200"/>
              <a:buNone/>
              <a:defRPr sz="5200"/>
            </a:lvl6pPr>
            <a:lvl7pPr lvl="6" algn="ctr" rtl="0">
              <a:spcBef>
                <a:spcPts val="0"/>
              </a:spcBef>
              <a:spcAft>
                <a:spcPts val="0"/>
              </a:spcAft>
              <a:buSzPts val="5200"/>
              <a:buNone/>
              <a:defRPr sz="5200"/>
            </a:lvl7pPr>
            <a:lvl8pPr lvl="7" algn="ctr" rtl="0">
              <a:spcBef>
                <a:spcPts val="0"/>
              </a:spcBef>
              <a:spcAft>
                <a:spcPts val="0"/>
              </a:spcAft>
              <a:buSzPts val="5200"/>
              <a:buNone/>
              <a:defRPr sz="5200"/>
            </a:lvl8pPr>
            <a:lvl9pPr lvl="8" algn="ctr" rtl="0">
              <a:spcBef>
                <a:spcPts val="0"/>
              </a:spcBef>
              <a:spcAft>
                <a:spcPts val="0"/>
              </a:spcAft>
              <a:buSzPts val="5200"/>
              <a:buNone/>
              <a:defRPr sz="5200"/>
            </a:lvl9pPr>
          </a:lstStyle>
          <a:p>
            <a:endParaRPr/>
          </a:p>
        </p:txBody>
      </p:sp>
      <p:sp>
        <p:nvSpPr>
          <p:cNvPr id="110" name="Google Shape;110;p19"/>
          <p:cNvSpPr txBox="1">
            <a:spLocks noGrp="1"/>
          </p:cNvSpPr>
          <p:nvPr>
            <p:ph type="subTitle" idx="1"/>
          </p:nvPr>
        </p:nvSpPr>
        <p:spPr>
          <a:xfrm>
            <a:off x="311700" y="2834125"/>
            <a:ext cx="8520600" cy="792600"/>
          </a:xfrm>
          <a:prstGeom prst="rect">
            <a:avLst/>
          </a:prstGeom>
        </p:spPr>
        <p:txBody>
          <a:bodyPr spcFirstLastPara="1" wrap="square" lIns="0" tIns="0" rIns="0" bIns="0" anchor="t" anchorCtr="0">
            <a:noAutofit/>
          </a:bodyPr>
          <a:lstStyle>
            <a:lvl1pPr lvl="0" algn="ctr" rtl="0">
              <a:lnSpc>
                <a:spcPct val="100000"/>
              </a:lnSpc>
              <a:spcBef>
                <a:spcPts val="800"/>
              </a:spcBef>
              <a:spcAft>
                <a:spcPts val="0"/>
              </a:spcAft>
              <a:buSzPts val="2800"/>
              <a:buNone/>
              <a:defRPr sz="2800"/>
            </a:lvl1pPr>
            <a:lvl2pPr lvl="1" algn="ctr" rtl="0">
              <a:lnSpc>
                <a:spcPct val="100000"/>
              </a:lnSpc>
              <a:spcBef>
                <a:spcPts val="400"/>
              </a:spcBef>
              <a:spcAft>
                <a:spcPts val="0"/>
              </a:spcAft>
              <a:buSzPts val="2800"/>
              <a:buNone/>
              <a:defRPr sz="2800"/>
            </a:lvl2pPr>
            <a:lvl3pPr lvl="2" algn="ctr" rtl="0">
              <a:lnSpc>
                <a:spcPct val="100000"/>
              </a:lnSpc>
              <a:spcBef>
                <a:spcPts val="400"/>
              </a:spcBef>
              <a:spcAft>
                <a:spcPts val="0"/>
              </a:spcAft>
              <a:buSzPts val="2800"/>
              <a:buNone/>
              <a:defRPr sz="2800"/>
            </a:lvl3pPr>
            <a:lvl4pPr lvl="3" algn="ctr" rtl="0">
              <a:lnSpc>
                <a:spcPct val="100000"/>
              </a:lnSpc>
              <a:spcBef>
                <a:spcPts val="400"/>
              </a:spcBef>
              <a:spcAft>
                <a:spcPts val="0"/>
              </a:spcAft>
              <a:buSzPts val="2800"/>
              <a:buNone/>
              <a:defRPr sz="2800"/>
            </a:lvl4pPr>
            <a:lvl5pPr lvl="4" algn="ctr" rtl="0">
              <a:lnSpc>
                <a:spcPct val="100000"/>
              </a:lnSpc>
              <a:spcBef>
                <a:spcPts val="400"/>
              </a:spcBef>
              <a:spcAft>
                <a:spcPts val="0"/>
              </a:spcAft>
              <a:buSzPts val="2800"/>
              <a:buNone/>
              <a:defRPr sz="2800"/>
            </a:lvl5pPr>
            <a:lvl6pPr lvl="5" algn="ctr" rtl="0">
              <a:lnSpc>
                <a:spcPct val="100000"/>
              </a:lnSpc>
              <a:spcBef>
                <a:spcPts val="400"/>
              </a:spcBef>
              <a:spcAft>
                <a:spcPts val="0"/>
              </a:spcAft>
              <a:buSzPts val="2800"/>
              <a:buNone/>
              <a:defRPr sz="2800"/>
            </a:lvl6pPr>
            <a:lvl7pPr lvl="6" algn="ctr" rtl="0">
              <a:lnSpc>
                <a:spcPct val="100000"/>
              </a:lnSpc>
              <a:spcBef>
                <a:spcPts val="400"/>
              </a:spcBef>
              <a:spcAft>
                <a:spcPts val="0"/>
              </a:spcAft>
              <a:buSzPts val="2800"/>
              <a:buNone/>
              <a:defRPr sz="2800"/>
            </a:lvl7pPr>
            <a:lvl8pPr lvl="7" algn="ctr" rtl="0">
              <a:lnSpc>
                <a:spcPct val="100000"/>
              </a:lnSpc>
              <a:spcBef>
                <a:spcPts val="400"/>
              </a:spcBef>
              <a:spcAft>
                <a:spcPts val="0"/>
              </a:spcAft>
              <a:buSzPts val="2800"/>
              <a:buNone/>
              <a:defRPr sz="2800"/>
            </a:lvl8pPr>
            <a:lvl9pPr lvl="8" algn="ctr" rtl="0">
              <a:lnSpc>
                <a:spcPct val="100000"/>
              </a:lnSpc>
              <a:spcBef>
                <a:spcPts val="400"/>
              </a:spcBef>
              <a:spcAft>
                <a:spcPts val="0"/>
              </a:spcAft>
              <a:buSzPts val="2800"/>
              <a:buNone/>
              <a:defRPr sz="2800"/>
            </a:lvl9pPr>
          </a:lstStyle>
          <a:p>
            <a:endParaRPr/>
          </a:p>
        </p:txBody>
      </p:sp>
      <p:sp>
        <p:nvSpPr>
          <p:cNvPr id="111" name="Google Shape;111;p1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l"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Orange - Card 1">
  <p:cSld name="BLANK_2">
    <p:bg>
      <p:bgPr>
        <a:solidFill>
          <a:schemeClr val="accent1"/>
        </a:solidFill>
        <a:effectLst/>
      </p:bgPr>
    </p:bg>
    <p:spTree>
      <p:nvGrpSpPr>
        <p:cNvPr id="1" name="Shape 117"/>
        <p:cNvGrpSpPr/>
        <p:nvPr/>
      </p:nvGrpSpPr>
      <p:grpSpPr>
        <a:xfrm>
          <a:off x="0" y="0"/>
          <a:ext cx="0" cy="0"/>
          <a:chOff x="0" y="0"/>
          <a:chExt cx="0" cy="0"/>
        </a:xfrm>
      </p:grpSpPr>
      <p:sp>
        <p:nvSpPr>
          <p:cNvPr id="118" name="Google Shape;118;p2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l" rtl="0">
              <a:spcBef>
                <a:spcPts val="0"/>
              </a:spcBef>
              <a:spcAft>
                <a:spcPts val="0"/>
              </a:spcAft>
              <a:buNone/>
            </a:pPr>
            <a:fld id="{00000000-1234-1234-1234-123412341234}" type="slidenum">
              <a:rPr lang="en"/>
              <a:t>‹#›</a:t>
            </a:fld>
            <a:endParaRPr/>
          </a:p>
        </p:txBody>
      </p:sp>
      <p:sp>
        <p:nvSpPr>
          <p:cNvPr id="119" name="Google Shape;119;p21"/>
          <p:cNvSpPr/>
          <p:nvPr/>
        </p:nvSpPr>
        <p:spPr>
          <a:xfrm>
            <a:off x="495850" y="925102"/>
            <a:ext cx="8152200" cy="5257200"/>
          </a:xfrm>
          <a:prstGeom prst="roundRect">
            <a:avLst>
              <a:gd name="adj" fmla="val 5095"/>
            </a:avLst>
          </a:prstGeom>
          <a:solidFill>
            <a:srgbClr val="F7F7F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20" name="Google Shape;120;p21"/>
          <p:cNvPicPr preferRelativeResize="0"/>
          <p:nvPr/>
        </p:nvPicPr>
        <p:blipFill>
          <a:blip r:embed="rId2">
            <a:alphaModFix/>
          </a:blip>
          <a:stretch>
            <a:fillRect/>
          </a:stretch>
        </p:blipFill>
        <p:spPr>
          <a:xfrm>
            <a:off x="8549318" y="62670"/>
            <a:ext cx="599140" cy="600052"/>
          </a:xfrm>
          <a:prstGeom prst="rect">
            <a:avLst/>
          </a:prstGeom>
          <a:noFill/>
          <a:ln>
            <a:noFill/>
          </a:ln>
        </p:spPr>
      </p:pic>
      <p:sp>
        <p:nvSpPr>
          <p:cNvPr id="121" name="Google Shape;121;p21"/>
          <p:cNvSpPr txBox="1">
            <a:spLocks noGrp="1"/>
          </p:cNvSpPr>
          <p:nvPr>
            <p:ph type="ctrTitle"/>
          </p:nvPr>
        </p:nvSpPr>
        <p:spPr>
          <a:xfrm>
            <a:off x="378325" y="31276"/>
            <a:ext cx="7458900" cy="763500"/>
          </a:xfrm>
          <a:prstGeom prst="rect">
            <a:avLst/>
          </a:prstGeom>
        </p:spPr>
        <p:txBody>
          <a:bodyPr spcFirstLastPara="1" wrap="square" lIns="0" tIns="0" rIns="0" bIns="0" anchor="t" anchorCtr="0">
            <a:noAutofit/>
          </a:bodyPr>
          <a:lstStyle>
            <a:lvl1pPr lvl="0" rtl="0">
              <a:spcBef>
                <a:spcPts val="0"/>
              </a:spcBef>
              <a:spcAft>
                <a:spcPts val="0"/>
              </a:spcAft>
              <a:buClr>
                <a:schemeClr val="lt1"/>
              </a:buClr>
              <a:buSzPts val="3600"/>
              <a:buFont typeface="IBM Plex Sans"/>
              <a:buNone/>
              <a:defRPr sz="3600" b="1">
                <a:solidFill>
                  <a:schemeClr val="lt1"/>
                </a:solidFill>
                <a:latin typeface="IBM Plex Sans"/>
                <a:ea typeface="IBM Plex Sans"/>
                <a:cs typeface="IBM Plex Sans"/>
                <a:sym typeface="IBM Plex Sans"/>
              </a:defRPr>
            </a:lvl1pPr>
            <a:lvl2pPr lvl="1" algn="ctr" rtl="0">
              <a:spcBef>
                <a:spcPts val="0"/>
              </a:spcBef>
              <a:spcAft>
                <a:spcPts val="0"/>
              </a:spcAft>
              <a:buSzPts val="5200"/>
              <a:buNone/>
              <a:defRPr sz="5200"/>
            </a:lvl2pPr>
            <a:lvl3pPr lvl="2" algn="ctr" rtl="0">
              <a:spcBef>
                <a:spcPts val="0"/>
              </a:spcBef>
              <a:spcAft>
                <a:spcPts val="0"/>
              </a:spcAft>
              <a:buSzPts val="5200"/>
              <a:buNone/>
              <a:defRPr sz="5200"/>
            </a:lvl3pPr>
            <a:lvl4pPr lvl="3" algn="ctr" rtl="0">
              <a:spcBef>
                <a:spcPts val="0"/>
              </a:spcBef>
              <a:spcAft>
                <a:spcPts val="0"/>
              </a:spcAft>
              <a:buSzPts val="5200"/>
              <a:buNone/>
              <a:defRPr sz="5200"/>
            </a:lvl4pPr>
            <a:lvl5pPr lvl="4" algn="ctr" rtl="0">
              <a:spcBef>
                <a:spcPts val="0"/>
              </a:spcBef>
              <a:spcAft>
                <a:spcPts val="0"/>
              </a:spcAft>
              <a:buSzPts val="5200"/>
              <a:buNone/>
              <a:defRPr sz="5200"/>
            </a:lvl5pPr>
            <a:lvl6pPr lvl="5" algn="ctr" rtl="0">
              <a:spcBef>
                <a:spcPts val="0"/>
              </a:spcBef>
              <a:spcAft>
                <a:spcPts val="0"/>
              </a:spcAft>
              <a:buSzPts val="5200"/>
              <a:buNone/>
              <a:defRPr sz="5200"/>
            </a:lvl6pPr>
            <a:lvl7pPr lvl="6" algn="ctr" rtl="0">
              <a:spcBef>
                <a:spcPts val="0"/>
              </a:spcBef>
              <a:spcAft>
                <a:spcPts val="0"/>
              </a:spcAft>
              <a:buSzPts val="5200"/>
              <a:buNone/>
              <a:defRPr sz="5200"/>
            </a:lvl7pPr>
            <a:lvl8pPr lvl="7" algn="ctr" rtl="0">
              <a:spcBef>
                <a:spcPts val="0"/>
              </a:spcBef>
              <a:spcAft>
                <a:spcPts val="0"/>
              </a:spcAft>
              <a:buSzPts val="5200"/>
              <a:buNone/>
              <a:defRPr sz="5200"/>
            </a:lvl8pPr>
            <a:lvl9pPr lvl="8" algn="ctr" rtl="0">
              <a:spcBef>
                <a:spcPts val="0"/>
              </a:spcBef>
              <a:spcAft>
                <a:spcPts val="0"/>
              </a:spcAft>
              <a:buSzPts val="5200"/>
              <a:buNone/>
              <a:defRPr sz="5200"/>
            </a:lvl9pPr>
          </a:lstStyle>
          <a:p>
            <a:endParaRPr/>
          </a:p>
        </p:txBody>
      </p:sp>
    </p:spTree>
  </p:cSld>
  <p:clrMapOvr>
    <a:masterClrMapping/>
  </p:clrMapOvr>
  <p:extLst>
    <p:ext uri="{DCECCB84-F9BA-43D5-87BE-67443E8EF086}">
      <p15:sldGuideLst xmlns:p15="http://schemas.microsoft.com/office/powerpoint/2012/main">
        <p15:guide id="1" orient="horz" pos="360">
          <p15:clr>
            <a:srgbClr val="FA7B17"/>
          </p15:clr>
        </p15:guide>
        <p15:guide id="2" pos="312">
          <p15:clr>
            <a:srgbClr val="FA7B17"/>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Title &amp; body - Simple" type="tx">
  <p:cSld name="TITLE_AND_BODY">
    <p:spTree>
      <p:nvGrpSpPr>
        <p:cNvPr id="1" name="Shape 122"/>
        <p:cNvGrpSpPr/>
        <p:nvPr/>
      </p:nvGrpSpPr>
      <p:grpSpPr>
        <a:xfrm>
          <a:off x="0" y="0"/>
          <a:ext cx="0" cy="0"/>
          <a:chOff x="0" y="0"/>
          <a:chExt cx="0" cy="0"/>
        </a:xfrm>
      </p:grpSpPr>
      <p:sp>
        <p:nvSpPr>
          <p:cNvPr id="123" name="Google Shape;123;p22"/>
          <p:cNvSpPr txBox="1">
            <a:spLocks noGrp="1"/>
          </p:cNvSpPr>
          <p:nvPr>
            <p:ph type="title"/>
          </p:nvPr>
        </p:nvSpPr>
        <p:spPr>
          <a:xfrm>
            <a:off x="457200" y="114300"/>
            <a:ext cx="8229600" cy="903300"/>
          </a:xfrm>
          <a:prstGeom prst="rect">
            <a:avLst/>
          </a:prstGeom>
        </p:spPr>
        <p:txBody>
          <a:bodyPr spcFirstLastPara="1" wrap="square" lIns="0" tIns="0" rIns="0" bIns="0" anchor="t" anchorCtr="0">
            <a:noAutofit/>
          </a:bodyPr>
          <a:lstStyle>
            <a:lvl1pPr lvl="0" rtl="0">
              <a:spcBef>
                <a:spcPts val="0"/>
              </a:spcBef>
              <a:spcAft>
                <a:spcPts val="0"/>
              </a:spcAft>
              <a:buSzPts val="2400"/>
              <a:buNone/>
              <a:defRPr/>
            </a:lvl1pPr>
            <a:lvl2pPr lvl="1" rtl="0">
              <a:spcBef>
                <a:spcPts val="0"/>
              </a:spcBef>
              <a:spcAft>
                <a:spcPts val="0"/>
              </a:spcAft>
              <a:buSzPts val="1100"/>
              <a:buNone/>
              <a:defRPr/>
            </a:lvl2pPr>
            <a:lvl3pPr lvl="2" rtl="0">
              <a:spcBef>
                <a:spcPts val="0"/>
              </a:spcBef>
              <a:spcAft>
                <a:spcPts val="0"/>
              </a:spcAft>
              <a:buSzPts val="1100"/>
              <a:buNone/>
              <a:defRPr/>
            </a:lvl3pPr>
            <a:lvl4pPr lvl="3" rtl="0">
              <a:spcBef>
                <a:spcPts val="0"/>
              </a:spcBef>
              <a:spcAft>
                <a:spcPts val="0"/>
              </a:spcAft>
              <a:buSzPts val="1100"/>
              <a:buNone/>
              <a:defRPr/>
            </a:lvl4pPr>
            <a:lvl5pPr lvl="4" rtl="0">
              <a:spcBef>
                <a:spcPts val="0"/>
              </a:spcBef>
              <a:spcAft>
                <a:spcPts val="0"/>
              </a:spcAft>
              <a:buSzPts val="1100"/>
              <a:buNone/>
              <a:defRPr/>
            </a:lvl5pPr>
            <a:lvl6pPr lvl="5" rtl="0">
              <a:spcBef>
                <a:spcPts val="0"/>
              </a:spcBef>
              <a:spcAft>
                <a:spcPts val="0"/>
              </a:spcAft>
              <a:buSzPts val="1100"/>
              <a:buNone/>
              <a:defRPr/>
            </a:lvl6pPr>
            <a:lvl7pPr lvl="6" rtl="0">
              <a:spcBef>
                <a:spcPts val="0"/>
              </a:spcBef>
              <a:spcAft>
                <a:spcPts val="0"/>
              </a:spcAft>
              <a:buSzPts val="1100"/>
              <a:buNone/>
              <a:defRPr/>
            </a:lvl7pPr>
            <a:lvl8pPr lvl="7" rtl="0">
              <a:spcBef>
                <a:spcPts val="0"/>
              </a:spcBef>
              <a:spcAft>
                <a:spcPts val="0"/>
              </a:spcAft>
              <a:buSzPts val="1100"/>
              <a:buNone/>
              <a:defRPr/>
            </a:lvl8pPr>
            <a:lvl9pPr lvl="8" rtl="0">
              <a:spcBef>
                <a:spcPts val="0"/>
              </a:spcBef>
              <a:spcAft>
                <a:spcPts val="0"/>
              </a:spcAft>
              <a:buSzPts val="1100"/>
              <a:buNone/>
              <a:defRPr/>
            </a:lvl9pPr>
          </a:lstStyle>
          <a:p>
            <a:endParaRPr/>
          </a:p>
        </p:txBody>
      </p:sp>
      <p:sp>
        <p:nvSpPr>
          <p:cNvPr id="124" name="Google Shape;124;p22"/>
          <p:cNvSpPr txBox="1">
            <a:spLocks noGrp="1"/>
          </p:cNvSpPr>
          <p:nvPr>
            <p:ph type="body" idx="1"/>
          </p:nvPr>
        </p:nvSpPr>
        <p:spPr>
          <a:xfrm>
            <a:off x="457200" y="1152475"/>
            <a:ext cx="8229600" cy="3416400"/>
          </a:xfrm>
          <a:prstGeom prst="rect">
            <a:avLst/>
          </a:prstGeom>
        </p:spPr>
        <p:txBody>
          <a:bodyPr spcFirstLastPara="1" wrap="square" lIns="0" tIns="0" rIns="0" bIns="0" anchor="t" anchorCtr="0">
            <a:noAutofit/>
          </a:bodyPr>
          <a:lstStyle>
            <a:lvl1pPr marL="457200" lvl="0" indent="-361950" rtl="0">
              <a:spcBef>
                <a:spcPts val="800"/>
              </a:spcBef>
              <a:spcAft>
                <a:spcPts val="0"/>
              </a:spcAft>
              <a:buSzPts val="2100"/>
              <a:buChar char="•"/>
              <a:defRPr/>
            </a:lvl1pPr>
            <a:lvl2pPr marL="914400" lvl="1" indent="-342900" rtl="0">
              <a:spcBef>
                <a:spcPts val="500"/>
              </a:spcBef>
              <a:spcAft>
                <a:spcPts val="0"/>
              </a:spcAft>
              <a:buSzPts val="1800"/>
              <a:buChar char="•"/>
              <a:defRPr/>
            </a:lvl2pPr>
            <a:lvl3pPr marL="1371600" lvl="2" indent="-323850" rtl="0">
              <a:spcBef>
                <a:spcPts val="500"/>
              </a:spcBef>
              <a:spcAft>
                <a:spcPts val="0"/>
              </a:spcAft>
              <a:buSzPts val="1500"/>
              <a:buChar char="•"/>
              <a:defRPr/>
            </a:lvl3pPr>
            <a:lvl4pPr marL="1828800" lvl="3" indent="-317500" rtl="0">
              <a:spcBef>
                <a:spcPts val="500"/>
              </a:spcBef>
              <a:spcAft>
                <a:spcPts val="0"/>
              </a:spcAft>
              <a:buSzPts val="1400"/>
              <a:buChar char="•"/>
              <a:defRPr/>
            </a:lvl4pPr>
            <a:lvl5pPr marL="2286000" lvl="4" indent="-317500" rtl="0">
              <a:spcBef>
                <a:spcPts val="500"/>
              </a:spcBef>
              <a:spcAft>
                <a:spcPts val="0"/>
              </a:spcAft>
              <a:buSzPts val="1400"/>
              <a:buChar char="•"/>
              <a:defRPr/>
            </a:lvl5pPr>
            <a:lvl6pPr marL="2743200" lvl="5" indent="-317500" rtl="0">
              <a:spcBef>
                <a:spcPts val="500"/>
              </a:spcBef>
              <a:spcAft>
                <a:spcPts val="0"/>
              </a:spcAft>
              <a:buSzPts val="1400"/>
              <a:buChar char="•"/>
              <a:defRPr/>
            </a:lvl6pPr>
            <a:lvl7pPr marL="3200400" lvl="6" indent="-317500" rtl="0">
              <a:spcBef>
                <a:spcPts val="400"/>
              </a:spcBef>
              <a:spcAft>
                <a:spcPts val="0"/>
              </a:spcAft>
              <a:buSzPts val="1400"/>
              <a:buChar char="•"/>
              <a:defRPr/>
            </a:lvl7pPr>
            <a:lvl8pPr marL="3657600" lvl="7" indent="-317500" rtl="0">
              <a:spcBef>
                <a:spcPts val="400"/>
              </a:spcBef>
              <a:spcAft>
                <a:spcPts val="0"/>
              </a:spcAft>
              <a:buSzPts val="1400"/>
              <a:buChar char="•"/>
              <a:defRPr/>
            </a:lvl8pPr>
            <a:lvl9pPr marL="4114800" lvl="8" indent="-317500" rtl="0">
              <a:spcBef>
                <a:spcPts val="400"/>
              </a:spcBef>
              <a:spcAft>
                <a:spcPts val="0"/>
              </a:spcAft>
              <a:buSzPts val="1400"/>
              <a:buChar char="•"/>
              <a:defRPr/>
            </a:lvl9pPr>
          </a:lstStyle>
          <a:p>
            <a:endParaRPr/>
          </a:p>
        </p:txBody>
      </p:sp>
      <p:sp>
        <p:nvSpPr>
          <p:cNvPr id="125" name="Google Shape;125;p22"/>
          <p:cNvSpPr txBox="1">
            <a:spLocks noGrp="1"/>
          </p:cNvSpPr>
          <p:nvPr>
            <p:ph type="sldNum" idx="12"/>
          </p:nvPr>
        </p:nvSpPr>
        <p:spPr>
          <a:xfrm>
            <a:off x="8366700" y="4805546"/>
            <a:ext cx="548700" cy="215400"/>
          </a:xfrm>
          <a:prstGeom prst="rect">
            <a:avLst/>
          </a:prstGeom>
          <a:noFill/>
          <a:ln>
            <a:noFill/>
          </a:ln>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l" rtl="0">
              <a:spcBef>
                <a:spcPts val="0"/>
              </a:spcBef>
              <a:spcAft>
                <a:spcPts val="0"/>
              </a:spcAft>
              <a:buNone/>
            </a:pPr>
            <a:fld id="{00000000-1234-1234-1234-123412341234}" type="slidenum">
              <a:rPr lang="en"/>
              <a:t>‹#›</a:t>
            </a:fld>
            <a:endParaRPr/>
          </a:p>
        </p:txBody>
      </p:sp>
      <p:pic>
        <p:nvPicPr>
          <p:cNvPr id="126" name="Google Shape;126;p22"/>
          <p:cNvPicPr preferRelativeResize="0"/>
          <p:nvPr/>
        </p:nvPicPr>
        <p:blipFill>
          <a:blip r:embed="rId2">
            <a:alphaModFix/>
          </a:blip>
          <a:stretch>
            <a:fillRect/>
          </a:stretch>
        </p:blipFill>
        <p:spPr>
          <a:xfrm>
            <a:off x="8544852" y="62010"/>
            <a:ext cx="599140" cy="599141"/>
          </a:xfrm>
          <a:prstGeom prst="rect">
            <a:avLst/>
          </a:prstGeom>
          <a:noFill/>
          <a:ln>
            <a:noFill/>
          </a:ln>
        </p:spPr>
      </p:pic>
      <p:sp>
        <p:nvSpPr>
          <p:cNvPr id="127" name="Google Shape;127;p22"/>
          <p:cNvSpPr txBox="1">
            <a:spLocks noGrp="1"/>
          </p:cNvSpPr>
          <p:nvPr>
            <p:ph type="subTitle" idx="2"/>
          </p:nvPr>
        </p:nvSpPr>
        <p:spPr>
          <a:xfrm>
            <a:off x="467075" y="4814525"/>
            <a:ext cx="2326500" cy="206400"/>
          </a:xfrm>
          <a:prstGeom prst="rect">
            <a:avLst/>
          </a:prstGeom>
        </p:spPr>
        <p:txBody>
          <a:bodyPr spcFirstLastPara="1" wrap="square" lIns="0" tIns="0" rIns="0" bIns="0" anchor="b" anchorCtr="0">
            <a:noAutofit/>
          </a:bodyPr>
          <a:lstStyle>
            <a:lvl1pPr lvl="0" rtl="0">
              <a:spcBef>
                <a:spcPts val="800"/>
              </a:spcBef>
              <a:spcAft>
                <a:spcPts val="0"/>
              </a:spcAft>
              <a:buClr>
                <a:schemeClr val="dk2"/>
              </a:buClr>
              <a:buSzPts val="700"/>
              <a:buNone/>
              <a:defRPr sz="700">
                <a:solidFill>
                  <a:schemeClr val="dk2"/>
                </a:solidFill>
              </a:defRPr>
            </a:lvl1pPr>
            <a:lvl2pPr lvl="1" rtl="0">
              <a:spcBef>
                <a:spcPts val="500"/>
              </a:spcBef>
              <a:spcAft>
                <a:spcPts val="0"/>
              </a:spcAft>
              <a:buSzPts val="1800"/>
              <a:buNone/>
              <a:defRPr/>
            </a:lvl2pPr>
            <a:lvl3pPr lvl="2" rtl="0">
              <a:spcBef>
                <a:spcPts val="500"/>
              </a:spcBef>
              <a:spcAft>
                <a:spcPts val="0"/>
              </a:spcAft>
              <a:buSzPts val="1500"/>
              <a:buNone/>
              <a:defRPr/>
            </a:lvl3pPr>
            <a:lvl4pPr lvl="3" rtl="0">
              <a:spcBef>
                <a:spcPts val="500"/>
              </a:spcBef>
              <a:spcAft>
                <a:spcPts val="0"/>
              </a:spcAft>
              <a:buSzPts val="1400"/>
              <a:buNone/>
              <a:defRPr/>
            </a:lvl4pPr>
            <a:lvl5pPr lvl="4" rtl="0">
              <a:spcBef>
                <a:spcPts val="500"/>
              </a:spcBef>
              <a:spcAft>
                <a:spcPts val="0"/>
              </a:spcAft>
              <a:buSzPts val="1400"/>
              <a:buNone/>
              <a:defRPr/>
            </a:lvl5pPr>
            <a:lvl6pPr lvl="5" rtl="0">
              <a:spcBef>
                <a:spcPts val="500"/>
              </a:spcBef>
              <a:spcAft>
                <a:spcPts val="0"/>
              </a:spcAft>
              <a:buSzPts val="1400"/>
              <a:buNone/>
              <a:defRPr/>
            </a:lvl6pPr>
            <a:lvl7pPr lvl="6" rtl="0">
              <a:spcBef>
                <a:spcPts val="400"/>
              </a:spcBef>
              <a:spcAft>
                <a:spcPts val="0"/>
              </a:spcAft>
              <a:buSzPts val="1400"/>
              <a:buNone/>
              <a:defRPr/>
            </a:lvl7pPr>
            <a:lvl8pPr lvl="7" rtl="0">
              <a:spcBef>
                <a:spcPts val="400"/>
              </a:spcBef>
              <a:spcAft>
                <a:spcPts val="0"/>
              </a:spcAft>
              <a:buSzPts val="1400"/>
              <a:buNone/>
              <a:defRPr/>
            </a:lvl8pPr>
            <a:lvl9pPr lvl="8" rtl="0">
              <a:spcBef>
                <a:spcPts val="400"/>
              </a:spcBef>
              <a:spcAft>
                <a:spcPts val="0"/>
              </a:spcAft>
              <a:buSzPts val="1400"/>
              <a:buNone/>
              <a:defRPr/>
            </a:lvl9pPr>
          </a:lstStyle>
          <a:p>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Orange Background 2">
  <p:cSld name="Two Content_1_3">
    <p:bg>
      <p:bgPr>
        <a:solidFill>
          <a:srgbClr val="FC5D0D"/>
        </a:solidFill>
        <a:effectLst/>
      </p:bgPr>
    </p:bg>
    <p:spTree>
      <p:nvGrpSpPr>
        <p:cNvPr id="1" name="Shape 128"/>
        <p:cNvGrpSpPr/>
        <p:nvPr/>
      </p:nvGrpSpPr>
      <p:grpSpPr>
        <a:xfrm>
          <a:off x="0" y="0"/>
          <a:ext cx="0" cy="0"/>
          <a:chOff x="0" y="0"/>
          <a:chExt cx="0" cy="0"/>
        </a:xfrm>
      </p:grpSpPr>
      <p:sp>
        <p:nvSpPr>
          <p:cNvPr id="129" name="Google Shape;129;p23"/>
          <p:cNvSpPr/>
          <p:nvPr/>
        </p:nvSpPr>
        <p:spPr>
          <a:xfrm rot="-5400000">
            <a:off x="8540595" y="546728"/>
            <a:ext cx="578643" cy="199549"/>
          </a:xfrm>
          <a:custGeom>
            <a:avLst/>
            <a:gdLst/>
            <a:ahLst/>
            <a:cxnLst/>
            <a:rect l="l" t="t" r="r" b="b"/>
            <a:pathLst>
              <a:path w="1543049" h="532130" extrusionOk="0">
                <a:moveTo>
                  <a:pt x="172758" y="93332"/>
                </a:moveTo>
                <a:lnTo>
                  <a:pt x="167297" y="53708"/>
                </a:lnTo>
                <a:lnTo>
                  <a:pt x="150977" y="24422"/>
                </a:lnTo>
                <a:lnTo>
                  <a:pt x="123990" y="6248"/>
                </a:lnTo>
                <a:lnTo>
                  <a:pt x="86537" y="0"/>
                </a:lnTo>
                <a:lnTo>
                  <a:pt x="49072" y="6197"/>
                </a:lnTo>
                <a:lnTo>
                  <a:pt x="22059" y="24320"/>
                </a:lnTo>
                <a:lnTo>
                  <a:pt x="5689" y="53568"/>
                </a:lnTo>
                <a:lnTo>
                  <a:pt x="165" y="93179"/>
                </a:lnTo>
                <a:lnTo>
                  <a:pt x="0" y="286029"/>
                </a:lnTo>
                <a:lnTo>
                  <a:pt x="5461" y="325628"/>
                </a:lnTo>
                <a:lnTo>
                  <a:pt x="21780" y="354914"/>
                </a:lnTo>
                <a:lnTo>
                  <a:pt x="48768" y="373087"/>
                </a:lnTo>
                <a:lnTo>
                  <a:pt x="86220" y="379349"/>
                </a:lnTo>
                <a:lnTo>
                  <a:pt x="123685" y="373151"/>
                </a:lnTo>
                <a:lnTo>
                  <a:pt x="167081" y="325767"/>
                </a:lnTo>
                <a:lnTo>
                  <a:pt x="172605" y="286181"/>
                </a:lnTo>
                <a:lnTo>
                  <a:pt x="172643" y="236905"/>
                </a:lnTo>
                <a:lnTo>
                  <a:pt x="117919" y="236855"/>
                </a:lnTo>
                <a:lnTo>
                  <a:pt x="117868" y="289839"/>
                </a:lnTo>
                <a:lnTo>
                  <a:pt x="115760" y="306641"/>
                </a:lnTo>
                <a:lnTo>
                  <a:pt x="109753" y="317779"/>
                </a:lnTo>
                <a:lnTo>
                  <a:pt x="100304" y="323938"/>
                </a:lnTo>
                <a:lnTo>
                  <a:pt x="87845" y="325843"/>
                </a:lnTo>
                <a:lnTo>
                  <a:pt x="75387" y="323926"/>
                </a:lnTo>
                <a:lnTo>
                  <a:pt x="65951" y="317741"/>
                </a:lnTo>
                <a:lnTo>
                  <a:pt x="59969" y="306590"/>
                </a:lnTo>
                <a:lnTo>
                  <a:pt x="57886" y="289788"/>
                </a:lnTo>
                <a:lnTo>
                  <a:pt x="58051" y="89522"/>
                </a:lnTo>
                <a:lnTo>
                  <a:pt x="60159" y="72631"/>
                </a:lnTo>
                <a:lnTo>
                  <a:pt x="66167" y="61302"/>
                </a:lnTo>
                <a:lnTo>
                  <a:pt x="75615" y="54952"/>
                </a:lnTo>
                <a:lnTo>
                  <a:pt x="88074" y="52984"/>
                </a:lnTo>
                <a:lnTo>
                  <a:pt x="100520" y="54978"/>
                </a:lnTo>
                <a:lnTo>
                  <a:pt x="109969" y="61353"/>
                </a:lnTo>
                <a:lnTo>
                  <a:pt x="115951" y="72682"/>
                </a:lnTo>
                <a:lnTo>
                  <a:pt x="118033" y="89573"/>
                </a:lnTo>
                <a:lnTo>
                  <a:pt x="118008" y="129311"/>
                </a:lnTo>
                <a:lnTo>
                  <a:pt x="172732" y="129349"/>
                </a:lnTo>
                <a:lnTo>
                  <a:pt x="172758" y="93332"/>
                </a:lnTo>
                <a:close/>
              </a:path>
              <a:path w="1543049" h="532130" extrusionOk="0">
                <a:moveTo>
                  <a:pt x="395109" y="375361"/>
                </a:moveTo>
                <a:lnTo>
                  <a:pt x="384454" y="307962"/>
                </a:lnTo>
                <a:lnTo>
                  <a:pt x="376516" y="257683"/>
                </a:lnTo>
                <a:lnTo>
                  <a:pt x="346862" y="70104"/>
                </a:lnTo>
                <a:lnTo>
                  <a:pt x="336486" y="4445"/>
                </a:lnTo>
                <a:lnTo>
                  <a:pt x="318909" y="4432"/>
                </a:lnTo>
                <a:lnTo>
                  <a:pt x="318909" y="257683"/>
                </a:lnTo>
                <a:lnTo>
                  <a:pt x="263118" y="257632"/>
                </a:lnTo>
                <a:lnTo>
                  <a:pt x="291172" y="70104"/>
                </a:lnTo>
                <a:lnTo>
                  <a:pt x="318909" y="257683"/>
                </a:lnTo>
                <a:lnTo>
                  <a:pt x="318909" y="4432"/>
                </a:lnTo>
                <a:lnTo>
                  <a:pt x="251764" y="4381"/>
                </a:lnTo>
                <a:lnTo>
                  <a:pt x="192506" y="375183"/>
                </a:lnTo>
                <a:lnTo>
                  <a:pt x="245656" y="375234"/>
                </a:lnTo>
                <a:lnTo>
                  <a:pt x="255714" y="307962"/>
                </a:lnTo>
                <a:lnTo>
                  <a:pt x="326758" y="308025"/>
                </a:lnTo>
                <a:lnTo>
                  <a:pt x="336702" y="375310"/>
                </a:lnTo>
                <a:lnTo>
                  <a:pt x="395109" y="375361"/>
                </a:lnTo>
                <a:close/>
              </a:path>
              <a:path w="1543049" h="532130" extrusionOk="0">
                <a:moveTo>
                  <a:pt x="664845" y="4737"/>
                </a:moveTo>
                <a:lnTo>
                  <a:pt x="584339" y="4673"/>
                </a:lnTo>
                <a:lnTo>
                  <a:pt x="544652" y="267957"/>
                </a:lnTo>
                <a:lnTo>
                  <a:pt x="502246" y="4597"/>
                </a:lnTo>
                <a:lnTo>
                  <a:pt x="421728" y="4533"/>
                </a:lnTo>
                <a:lnTo>
                  <a:pt x="421424" y="375399"/>
                </a:lnTo>
                <a:lnTo>
                  <a:pt x="471932" y="375437"/>
                </a:lnTo>
                <a:lnTo>
                  <a:pt x="472160" y="113182"/>
                </a:lnTo>
                <a:lnTo>
                  <a:pt x="515086" y="375475"/>
                </a:lnTo>
                <a:lnTo>
                  <a:pt x="569810" y="375526"/>
                </a:lnTo>
                <a:lnTo>
                  <a:pt x="610031" y="109588"/>
                </a:lnTo>
                <a:lnTo>
                  <a:pt x="609815" y="375564"/>
                </a:lnTo>
                <a:lnTo>
                  <a:pt x="664540" y="375615"/>
                </a:lnTo>
                <a:lnTo>
                  <a:pt x="664845" y="4737"/>
                </a:lnTo>
                <a:close/>
              </a:path>
              <a:path w="1543049" h="532130" extrusionOk="0">
                <a:moveTo>
                  <a:pt x="876909" y="4914"/>
                </a:moveTo>
                <a:lnTo>
                  <a:pt x="822185" y="4864"/>
                </a:lnTo>
                <a:lnTo>
                  <a:pt x="821944" y="290969"/>
                </a:lnTo>
                <a:lnTo>
                  <a:pt x="819835" y="307771"/>
                </a:lnTo>
                <a:lnTo>
                  <a:pt x="813828" y="318909"/>
                </a:lnTo>
                <a:lnTo>
                  <a:pt x="804379" y="325081"/>
                </a:lnTo>
                <a:lnTo>
                  <a:pt x="791908" y="326974"/>
                </a:lnTo>
                <a:lnTo>
                  <a:pt x="779462" y="325056"/>
                </a:lnTo>
                <a:lnTo>
                  <a:pt x="770026" y="318871"/>
                </a:lnTo>
                <a:lnTo>
                  <a:pt x="764044" y="307721"/>
                </a:lnTo>
                <a:lnTo>
                  <a:pt x="761949" y="290918"/>
                </a:lnTo>
                <a:lnTo>
                  <a:pt x="762190" y="4813"/>
                </a:lnTo>
                <a:lnTo>
                  <a:pt x="704303" y="4775"/>
                </a:lnTo>
                <a:lnTo>
                  <a:pt x="704062" y="287159"/>
                </a:lnTo>
                <a:lnTo>
                  <a:pt x="709536" y="326771"/>
                </a:lnTo>
                <a:lnTo>
                  <a:pt x="752843" y="374218"/>
                </a:lnTo>
                <a:lnTo>
                  <a:pt x="790295" y="380479"/>
                </a:lnTo>
                <a:lnTo>
                  <a:pt x="827760" y="374281"/>
                </a:lnTo>
                <a:lnTo>
                  <a:pt x="854786" y="356158"/>
                </a:lnTo>
                <a:lnTo>
                  <a:pt x="871143" y="326910"/>
                </a:lnTo>
                <a:lnTo>
                  <a:pt x="876668" y="287312"/>
                </a:lnTo>
                <a:lnTo>
                  <a:pt x="876909" y="4914"/>
                </a:lnTo>
                <a:close/>
              </a:path>
              <a:path w="1543049" h="532130" extrusionOk="0">
                <a:moveTo>
                  <a:pt x="1099515" y="5105"/>
                </a:moveTo>
                <a:lnTo>
                  <a:pt x="1047940" y="5067"/>
                </a:lnTo>
                <a:lnTo>
                  <a:pt x="1047750" y="227063"/>
                </a:lnTo>
                <a:lnTo>
                  <a:pt x="988479" y="5016"/>
                </a:lnTo>
                <a:lnTo>
                  <a:pt x="915860" y="4953"/>
                </a:lnTo>
                <a:lnTo>
                  <a:pt x="915543" y="375818"/>
                </a:lnTo>
                <a:lnTo>
                  <a:pt x="967638" y="375856"/>
                </a:lnTo>
                <a:lnTo>
                  <a:pt x="967867" y="107251"/>
                </a:lnTo>
                <a:lnTo>
                  <a:pt x="1039736" y="375920"/>
                </a:lnTo>
                <a:lnTo>
                  <a:pt x="1099197" y="375983"/>
                </a:lnTo>
                <a:lnTo>
                  <a:pt x="1099515" y="5105"/>
                </a:lnTo>
                <a:close/>
              </a:path>
              <a:path w="1543049" h="532130" extrusionOk="0">
                <a:moveTo>
                  <a:pt x="1318869" y="96951"/>
                </a:moveTo>
                <a:lnTo>
                  <a:pt x="1313637" y="58178"/>
                </a:lnTo>
                <a:lnTo>
                  <a:pt x="1313561" y="57594"/>
                </a:lnTo>
                <a:lnTo>
                  <a:pt x="1297482" y="28854"/>
                </a:lnTo>
                <a:lnTo>
                  <a:pt x="1270546" y="11226"/>
                </a:lnTo>
                <a:lnTo>
                  <a:pt x="1260983" y="9715"/>
                </a:lnTo>
                <a:lnTo>
                  <a:pt x="1260983" y="94259"/>
                </a:lnTo>
                <a:lnTo>
                  <a:pt x="1260817" y="287108"/>
                </a:lnTo>
                <a:lnTo>
                  <a:pt x="1258785" y="303911"/>
                </a:lnTo>
                <a:lnTo>
                  <a:pt x="1252956" y="315048"/>
                </a:lnTo>
                <a:lnTo>
                  <a:pt x="1243685" y="321221"/>
                </a:lnTo>
                <a:lnTo>
                  <a:pt x="1231315" y="323113"/>
                </a:lnTo>
                <a:lnTo>
                  <a:pt x="1198689" y="323088"/>
                </a:lnTo>
                <a:lnTo>
                  <a:pt x="1198918" y="58178"/>
                </a:lnTo>
                <a:lnTo>
                  <a:pt x="1231544" y="58204"/>
                </a:lnTo>
                <a:lnTo>
                  <a:pt x="1243914" y="60109"/>
                </a:lnTo>
                <a:lnTo>
                  <a:pt x="1253172" y="66294"/>
                </a:lnTo>
                <a:lnTo>
                  <a:pt x="1258976" y="77444"/>
                </a:lnTo>
                <a:lnTo>
                  <a:pt x="1260983" y="94259"/>
                </a:lnTo>
                <a:lnTo>
                  <a:pt x="1260983" y="9715"/>
                </a:lnTo>
                <a:lnTo>
                  <a:pt x="1232649" y="5219"/>
                </a:lnTo>
                <a:lnTo>
                  <a:pt x="1141082" y="5143"/>
                </a:lnTo>
                <a:lnTo>
                  <a:pt x="1140764" y="376008"/>
                </a:lnTo>
                <a:lnTo>
                  <a:pt x="1232331" y="376085"/>
                </a:lnTo>
                <a:lnTo>
                  <a:pt x="1270228" y="370141"/>
                </a:lnTo>
                <a:lnTo>
                  <a:pt x="1297203" y="352564"/>
                </a:lnTo>
                <a:lnTo>
                  <a:pt x="1313319" y="323850"/>
                </a:lnTo>
                <a:lnTo>
                  <a:pt x="1313421" y="323113"/>
                </a:lnTo>
                <a:lnTo>
                  <a:pt x="1318704" y="284505"/>
                </a:lnTo>
                <a:lnTo>
                  <a:pt x="1318869" y="96951"/>
                </a:lnTo>
                <a:close/>
              </a:path>
              <a:path w="1543049" h="532130" extrusionOk="0">
                <a:moveTo>
                  <a:pt x="1542796" y="433819"/>
                </a:moveTo>
                <a:lnTo>
                  <a:pt x="0" y="433819"/>
                </a:lnTo>
                <a:lnTo>
                  <a:pt x="0" y="532066"/>
                </a:lnTo>
                <a:lnTo>
                  <a:pt x="1542796" y="532066"/>
                </a:lnTo>
                <a:lnTo>
                  <a:pt x="1542796" y="433819"/>
                </a:lnTo>
                <a:close/>
              </a:path>
              <a:path w="1543049" h="532130" extrusionOk="0">
                <a:moveTo>
                  <a:pt x="1542796" y="376364"/>
                </a:moveTo>
                <a:lnTo>
                  <a:pt x="1532140" y="308952"/>
                </a:lnTo>
                <a:lnTo>
                  <a:pt x="1524203" y="258673"/>
                </a:lnTo>
                <a:lnTo>
                  <a:pt x="1494548" y="71094"/>
                </a:lnTo>
                <a:lnTo>
                  <a:pt x="1484172" y="5448"/>
                </a:lnTo>
                <a:lnTo>
                  <a:pt x="1466596" y="5435"/>
                </a:lnTo>
                <a:lnTo>
                  <a:pt x="1466596" y="258673"/>
                </a:lnTo>
                <a:lnTo>
                  <a:pt x="1410804" y="258635"/>
                </a:lnTo>
                <a:lnTo>
                  <a:pt x="1438859" y="71094"/>
                </a:lnTo>
                <a:lnTo>
                  <a:pt x="1466596" y="258673"/>
                </a:lnTo>
                <a:lnTo>
                  <a:pt x="1466596" y="5435"/>
                </a:lnTo>
                <a:lnTo>
                  <a:pt x="1399438" y="5372"/>
                </a:lnTo>
                <a:lnTo>
                  <a:pt x="1340192" y="376186"/>
                </a:lnTo>
                <a:lnTo>
                  <a:pt x="1393342" y="376224"/>
                </a:lnTo>
                <a:lnTo>
                  <a:pt x="1403400" y="308952"/>
                </a:lnTo>
                <a:lnTo>
                  <a:pt x="1474431" y="309016"/>
                </a:lnTo>
                <a:lnTo>
                  <a:pt x="1484376" y="376313"/>
                </a:lnTo>
                <a:lnTo>
                  <a:pt x="1542796" y="376364"/>
                </a:lnTo>
                <a:close/>
              </a:path>
            </a:pathLst>
          </a:custGeom>
          <a:solidFill>
            <a:schemeClr val="lt1"/>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100"/>
          </a:p>
        </p:txBody>
      </p:sp>
      <p:sp>
        <p:nvSpPr>
          <p:cNvPr id="130" name="Google Shape;130;p23"/>
          <p:cNvSpPr/>
          <p:nvPr/>
        </p:nvSpPr>
        <p:spPr>
          <a:xfrm>
            <a:off x="510094" y="1076984"/>
            <a:ext cx="8110500" cy="4066500"/>
          </a:xfrm>
          <a:prstGeom prst="round2SameRect">
            <a:avLst>
              <a:gd name="adj1" fmla="val 8094"/>
              <a:gd name="adj2" fmla="val 0"/>
            </a:avLst>
          </a:prstGeom>
          <a:solidFill>
            <a:srgbClr val="FFFFFF"/>
          </a:solidFill>
          <a:ln>
            <a:noFill/>
          </a:ln>
        </p:spPr>
        <p:txBody>
          <a:bodyPr spcFirstLastPara="1" wrap="square" lIns="57150" tIns="57150" rIns="57150" bIns="57150"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ITLE_AND_BODY_3_4">
  <p:cSld name="TITLE_AND_BODY_3_4">
    <p:spTree>
      <p:nvGrpSpPr>
        <p:cNvPr id="1" name="Shape 131"/>
        <p:cNvGrpSpPr/>
        <p:nvPr/>
      </p:nvGrpSpPr>
      <p:grpSpPr>
        <a:xfrm>
          <a:off x="0" y="0"/>
          <a:ext cx="0" cy="0"/>
          <a:chOff x="0" y="0"/>
          <a:chExt cx="0" cy="0"/>
        </a:xfrm>
      </p:grpSpPr>
      <p:sp>
        <p:nvSpPr>
          <p:cNvPr id="132" name="Google Shape;132;p24"/>
          <p:cNvSpPr txBox="1">
            <a:spLocks noGrp="1"/>
          </p:cNvSpPr>
          <p:nvPr>
            <p:ph type="title"/>
          </p:nvPr>
        </p:nvSpPr>
        <p:spPr>
          <a:xfrm>
            <a:off x="311700" y="445025"/>
            <a:ext cx="8520600" cy="572700"/>
          </a:xfrm>
          <a:prstGeom prst="rect">
            <a:avLst/>
          </a:prstGeom>
        </p:spPr>
        <p:txBody>
          <a:bodyPr spcFirstLastPara="1" wrap="square" lIns="0" tIns="0" rIns="0" bIns="0" anchor="t" anchorCtr="0">
            <a:noAutofit/>
          </a:bodyPr>
          <a:lstStyle>
            <a:lvl1pPr lvl="0" rtl="0">
              <a:spcBef>
                <a:spcPts val="0"/>
              </a:spcBef>
              <a:spcAft>
                <a:spcPts val="0"/>
              </a:spcAft>
              <a:buSzPts val="2400"/>
              <a:buNone/>
              <a:defRPr/>
            </a:lvl1pPr>
            <a:lvl2pPr lvl="1" rtl="0">
              <a:spcBef>
                <a:spcPts val="0"/>
              </a:spcBef>
              <a:spcAft>
                <a:spcPts val="0"/>
              </a:spcAft>
              <a:buSzPts val="1100"/>
              <a:buNone/>
              <a:defRPr/>
            </a:lvl2pPr>
            <a:lvl3pPr lvl="2" rtl="0">
              <a:spcBef>
                <a:spcPts val="0"/>
              </a:spcBef>
              <a:spcAft>
                <a:spcPts val="0"/>
              </a:spcAft>
              <a:buSzPts val="1100"/>
              <a:buNone/>
              <a:defRPr/>
            </a:lvl3pPr>
            <a:lvl4pPr lvl="3" rtl="0">
              <a:spcBef>
                <a:spcPts val="0"/>
              </a:spcBef>
              <a:spcAft>
                <a:spcPts val="0"/>
              </a:spcAft>
              <a:buSzPts val="1100"/>
              <a:buNone/>
              <a:defRPr/>
            </a:lvl4pPr>
            <a:lvl5pPr lvl="4" rtl="0">
              <a:spcBef>
                <a:spcPts val="0"/>
              </a:spcBef>
              <a:spcAft>
                <a:spcPts val="0"/>
              </a:spcAft>
              <a:buSzPts val="1100"/>
              <a:buNone/>
              <a:defRPr/>
            </a:lvl5pPr>
            <a:lvl6pPr lvl="5" rtl="0">
              <a:spcBef>
                <a:spcPts val="0"/>
              </a:spcBef>
              <a:spcAft>
                <a:spcPts val="0"/>
              </a:spcAft>
              <a:buSzPts val="1100"/>
              <a:buNone/>
              <a:defRPr/>
            </a:lvl6pPr>
            <a:lvl7pPr lvl="6" rtl="0">
              <a:spcBef>
                <a:spcPts val="0"/>
              </a:spcBef>
              <a:spcAft>
                <a:spcPts val="0"/>
              </a:spcAft>
              <a:buSzPts val="1100"/>
              <a:buNone/>
              <a:defRPr/>
            </a:lvl7pPr>
            <a:lvl8pPr lvl="7" rtl="0">
              <a:spcBef>
                <a:spcPts val="0"/>
              </a:spcBef>
              <a:spcAft>
                <a:spcPts val="0"/>
              </a:spcAft>
              <a:buSzPts val="1100"/>
              <a:buNone/>
              <a:defRPr/>
            </a:lvl8pPr>
            <a:lvl9pPr lvl="8" rtl="0">
              <a:spcBef>
                <a:spcPts val="0"/>
              </a:spcBef>
              <a:spcAft>
                <a:spcPts val="0"/>
              </a:spcAft>
              <a:buSzPts val="1100"/>
              <a:buNone/>
              <a:defRPr/>
            </a:lvl9pPr>
          </a:lstStyle>
          <a:p>
            <a:endParaRPr/>
          </a:p>
        </p:txBody>
      </p:sp>
      <p:sp>
        <p:nvSpPr>
          <p:cNvPr id="133" name="Google Shape;133;p24"/>
          <p:cNvSpPr txBox="1">
            <a:spLocks noGrp="1"/>
          </p:cNvSpPr>
          <p:nvPr>
            <p:ph type="body" idx="1"/>
          </p:nvPr>
        </p:nvSpPr>
        <p:spPr>
          <a:xfrm>
            <a:off x="311700" y="1152475"/>
            <a:ext cx="8520600" cy="3416400"/>
          </a:xfrm>
          <a:prstGeom prst="rect">
            <a:avLst/>
          </a:prstGeom>
        </p:spPr>
        <p:txBody>
          <a:bodyPr spcFirstLastPara="1" wrap="square" lIns="0" tIns="0" rIns="0" bIns="0" anchor="t" anchorCtr="0">
            <a:noAutofit/>
          </a:bodyPr>
          <a:lstStyle>
            <a:lvl1pPr marL="457200" lvl="0" indent="-361950" rtl="0">
              <a:spcBef>
                <a:spcPts val="800"/>
              </a:spcBef>
              <a:spcAft>
                <a:spcPts val="0"/>
              </a:spcAft>
              <a:buSzPts val="2100"/>
              <a:buChar char="•"/>
              <a:defRPr/>
            </a:lvl1pPr>
            <a:lvl2pPr marL="914400" lvl="1" indent="-342900" rtl="0">
              <a:spcBef>
                <a:spcPts val="500"/>
              </a:spcBef>
              <a:spcAft>
                <a:spcPts val="0"/>
              </a:spcAft>
              <a:buSzPts val="1800"/>
              <a:buChar char="•"/>
              <a:defRPr/>
            </a:lvl2pPr>
            <a:lvl3pPr marL="1371600" lvl="2" indent="-323850" rtl="0">
              <a:spcBef>
                <a:spcPts val="500"/>
              </a:spcBef>
              <a:spcAft>
                <a:spcPts val="0"/>
              </a:spcAft>
              <a:buSzPts val="1500"/>
              <a:buChar char="•"/>
              <a:defRPr/>
            </a:lvl3pPr>
            <a:lvl4pPr marL="1828800" lvl="3" indent="-317500" rtl="0">
              <a:spcBef>
                <a:spcPts val="500"/>
              </a:spcBef>
              <a:spcAft>
                <a:spcPts val="0"/>
              </a:spcAft>
              <a:buSzPts val="1400"/>
              <a:buChar char="•"/>
              <a:defRPr/>
            </a:lvl4pPr>
            <a:lvl5pPr marL="2286000" lvl="4" indent="-317500" rtl="0">
              <a:spcBef>
                <a:spcPts val="500"/>
              </a:spcBef>
              <a:spcAft>
                <a:spcPts val="0"/>
              </a:spcAft>
              <a:buSzPts val="1400"/>
              <a:buChar char="•"/>
              <a:defRPr/>
            </a:lvl5pPr>
            <a:lvl6pPr marL="2743200" lvl="5" indent="-317500" rtl="0">
              <a:spcBef>
                <a:spcPts val="500"/>
              </a:spcBef>
              <a:spcAft>
                <a:spcPts val="0"/>
              </a:spcAft>
              <a:buSzPts val="1400"/>
              <a:buChar char="•"/>
              <a:defRPr/>
            </a:lvl6pPr>
            <a:lvl7pPr marL="3200400" lvl="6" indent="-317500" rtl="0">
              <a:spcBef>
                <a:spcPts val="400"/>
              </a:spcBef>
              <a:spcAft>
                <a:spcPts val="0"/>
              </a:spcAft>
              <a:buSzPts val="1400"/>
              <a:buChar char="•"/>
              <a:defRPr/>
            </a:lvl7pPr>
            <a:lvl8pPr marL="3657600" lvl="7" indent="-317500" rtl="0">
              <a:spcBef>
                <a:spcPts val="400"/>
              </a:spcBef>
              <a:spcAft>
                <a:spcPts val="0"/>
              </a:spcAft>
              <a:buSzPts val="1400"/>
              <a:buChar char="•"/>
              <a:defRPr/>
            </a:lvl8pPr>
            <a:lvl9pPr marL="4114800" lvl="8" indent="-317500" rtl="0">
              <a:spcBef>
                <a:spcPts val="400"/>
              </a:spcBef>
              <a:spcAft>
                <a:spcPts val="0"/>
              </a:spcAft>
              <a:buSzPts val="1400"/>
              <a:buChar char="•"/>
              <a:defRPr/>
            </a:lvl9pPr>
          </a:lstStyle>
          <a:p>
            <a:endParaRPr/>
          </a:p>
        </p:txBody>
      </p:sp>
      <p:sp>
        <p:nvSpPr>
          <p:cNvPr id="134" name="Google Shape;134;p2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l"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Blank 1">
  <p:cSld name="Blank_1">
    <p:bg>
      <p:bgPr>
        <a:solidFill>
          <a:srgbClr val="F7F7F7"/>
        </a:solidFill>
        <a:effectLst/>
      </p:bgPr>
    </p:bg>
    <p:spTree>
      <p:nvGrpSpPr>
        <p:cNvPr id="1" name="Shape 135"/>
        <p:cNvGrpSpPr/>
        <p:nvPr/>
      </p:nvGrpSpPr>
      <p:grpSpPr>
        <a:xfrm>
          <a:off x="0" y="0"/>
          <a:ext cx="0" cy="0"/>
          <a:chOff x="0" y="0"/>
          <a:chExt cx="0" cy="0"/>
        </a:xfrm>
      </p:grpSpPr>
      <p:sp>
        <p:nvSpPr>
          <p:cNvPr id="136" name="Google Shape;136;p25"/>
          <p:cNvSpPr txBox="1">
            <a:spLocks noGrp="1"/>
          </p:cNvSpPr>
          <p:nvPr>
            <p:ph type="sldNum" idx="12"/>
          </p:nvPr>
        </p:nvSpPr>
        <p:spPr>
          <a:xfrm>
            <a:off x="8377928" y="4786310"/>
            <a:ext cx="548700" cy="162000"/>
          </a:xfrm>
          <a:prstGeom prst="rect">
            <a:avLst/>
          </a:prstGeom>
          <a:noFill/>
          <a:ln>
            <a:noFill/>
          </a:ln>
        </p:spPr>
        <p:txBody>
          <a:bodyPr spcFirstLastPara="1" wrap="square" lIns="0" tIns="0" rIns="0" bIns="0" anchor="b" anchorCtr="0">
            <a:noAutofit/>
          </a:bodyPr>
          <a:lstStyle>
            <a:lvl1pPr lvl="0" algn="r" rtl="0">
              <a:buNone/>
              <a:defRPr sz="500">
                <a:solidFill>
                  <a:schemeClr val="dk2"/>
                </a:solidFill>
                <a:latin typeface="IBM Plex Sans"/>
                <a:ea typeface="IBM Plex Sans"/>
                <a:cs typeface="IBM Plex Sans"/>
                <a:sym typeface="IBM Plex Sans"/>
              </a:defRPr>
            </a:lvl1pPr>
            <a:lvl2pPr lvl="1" algn="r" rtl="0">
              <a:buNone/>
              <a:defRPr sz="500">
                <a:solidFill>
                  <a:schemeClr val="dk2"/>
                </a:solidFill>
                <a:latin typeface="IBM Plex Sans"/>
                <a:ea typeface="IBM Plex Sans"/>
                <a:cs typeface="IBM Plex Sans"/>
                <a:sym typeface="IBM Plex Sans"/>
              </a:defRPr>
            </a:lvl2pPr>
            <a:lvl3pPr lvl="2" algn="r" rtl="0">
              <a:buNone/>
              <a:defRPr sz="500">
                <a:solidFill>
                  <a:schemeClr val="dk2"/>
                </a:solidFill>
                <a:latin typeface="IBM Plex Sans"/>
                <a:ea typeface="IBM Plex Sans"/>
                <a:cs typeface="IBM Plex Sans"/>
                <a:sym typeface="IBM Plex Sans"/>
              </a:defRPr>
            </a:lvl3pPr>
            <a:lvl4pPr lvl="3" algn="r" rtl="0">
              <a:buNone/>
              <a:defRPr sz="500">
                <a:solidFill>
                  <a:schemeClr val="dk2"/>
                </a:solidFill>
                <a:latin typeface="IBM Plex Sans"/>
                <a:ea typeface="IBM Plex Sans"/>
                <a:cs typeface="IBM Plex Sans"/>
                <a:sym typeface="IBM Plex Sans"/>
              </a:defRPr>
            </a:lvl4pPr>
            <a:lvl5pPr lvl="4" algn="r" rtl="0">
              <a:buNone/>
              <a:defRPr sz="500">
                <a:solidFill>
                  <a:schemeClr val="dk2"/>
                </a:solidFill>
                <a:latin typeface="IBM Plex Sans"/>
                <a:ea typeface="IBM Plex Sans"/>
                <a:cs typeface="IBM Plex Sans"/>
                <a:sym typeface="IBM Plex Sans"/>
              </a:defRPr>
            </a:lvl5pPr>
            <a:lvl6pPr lvl="5" algn="r" rtl="0">
              <a:buNone/>
              <a:defRPr sz="500">
                <a:solidFill>
                  <a:schemeClr val="dk2"/>
                </a:solidFill>
                <a:latin typeface="IBM Plex Sans"/>
                <a:ea typeface="IBM Plex Sans"/>
                <a:cs typeface="IBM Plex Sans"/>
                <a:sym typeface="IBM Plex Sans"/>
              </a:defRPr>
            </a:lvl6pPr>
            <a:lvl7pPr lvl="6" algn="r" rtl="0">
              <a:buNone/>
              <a:defRPr sz="500">
                <a:solidFill>
                  <a:schemeClr val="dk2"/>
                </a:solidFill>
                <a:latin typeface="IBM Plex Sans"/>
                <a:ea typeface="IBM Plex Sans"/>
                <a:cs typeface="IBM Plex Sans"/>
                <a:sym typeface="IBM Plex Sans"/>
              </a:defRPr>
            </a:lvl7pPr>
            <a:lvl8pPr lvl="7" algn="r" rtl="0">
              <a:buNone/>
              <a:defRPr sz="500">
                <a:solidFill>
                  <a:schemeClr val="dk2"/>
                </a:solidFill>
                <a:latin typeface="IBM Plex Sans"/>
                <a:ea typeface="IBM Plex Sans"/>
                <a:cs typeface="IBM Plex Sans"/>
                <a:sym typeface="IBM Plex Sans"/>
              </a:defRPr>
            </a:lvl8pPr>
            <a:lvl9pPr lvl="8" algn="r" rtl="0">
              <a:buNone/>
              <a:defRPr sz="500">
                <a:solidFill>
                  <a:schemeClr val="dk2"/>
                </a:solidFill>
                <a:latin typeface="IBM Plex Sans"/>
                <a:ea typeface="IBM Plex Sans"/>
                <a:cs typeface="IBM Plex Sans"/>
                <a:sym typeface="IBM Plex Sans"/>
              </a:defRPr>
            </a:lvl9pPr>
          </a:lstStyle>
          <a:p>
            <a:pPr marL="0" lvl="0" indent="0" algn="r" rtl="0">
              <a:spcBef>
                <a:spcPts val="0"/>
              </a:spcBef>
              <a:spcAft>
                <a:spcPts val="0"/>
              </a:spcAft>
              <a:buNone/>
            </a:pPr>
            <a:fld id="{00000000-1234-1234-1234-123412341234}" type="slidenum">
              <a:rPr lang="en"/>
              <a:t>‹#›</a:t>
            </a:fld>
            <a:endParaRPr/>
          </a:p>
        </p:txBody>
      </p:sp>
      <p:pic>
        <p:nvPicPr>
          <p:cNvPr id="137" name="Google Shape;137;p25"/>
          <p:cNvPicPr preferRelativeResize="0"/>
          <p:nvPr/>
        </p:nvPicPr>
        <p:blipFill>
          <a:blip r:embed="rId2">
            <a:alphaModFix/>
          </a:blip>
          <a:stretch>
            <a:fillRect/>
          </a:stretch>
        </p:blipFill>
        <p:spPr>
          <a:xfrm>
            <a:off x="8544852" y="62010"/>
            <a:ext cx="599140" cy="599141"/>
          </a:xfrm>
          <a:prstGeom prst="rect">
            <a:avLst/>
          </a:prstGeom>
          <a:noFill/>
          <a:ln>
            <a:noFill/>
          </a:ln>
        </p:spPr>
      </p:pic>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Spacecraft - Title">
  <p:cSld name="BLANK_2_2_1_1">
    <p:bg>
      <p:bgPr>
        <a:solidFill>
          <a:srgbClr val="F7F7F7"/>
        </a:solidFill>
        <a:effectLst/>
      </p:bgPr>
    </p:bg>
    <p:spTree>
      <p:nvGrpSpPr>
        <p:cNvPr id="1" name="Shape 138"/>
        <p:cNvGrpSpPr/>
        <p:nvPr/>
      </p:nvGrpSpPr>
      <p:grpSpPr>
        <a:xfrm>
          <a:off x="0" y="0"/>
          <a:ext cx="0" cy="0"/>
          <a:chOff x="0" y="0"/>
          <a:chExt cx="0" cy="0"/>
        </a:xfrm>
      </p:grpSpPr>
      <p:sp>
        <p:nvSpPr>
          <p:cNvPr id="139" name="Google Shape;139;p26"/>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l" rtl="0">
              <a:spcBef>
                <a:spcPts val="0"/>
              </a:spcBef>
              <a:spcAft>
                <a:spcPts val="0"/>
              </a:spcAft>
              <a:buNone/>
            </a:pPr>
            <a:fld id="{00000000-1234-1234-1234-123412341234}" type="slidenum">
              <a:rPr lang="en"/>
              <a:t>‹#›</a:t>
            </a:fld>
            <a:endParaRPr/>
          </a:p>
        </p:txBody>
      </p:sp>
      <p:pic>
        <p:nvPicPr>
          <p:cNvPr id="140" name="Google Shape;140;p26"/>
          <p:cNvPicPr preferRelativeResize="0"/>
          <p:nvPr/>
        </p:nvPicPr>
        <p:blipFill>
          <a:blip r:embed="rId2">
            <a:alphaModFix/>
          </a:blip>
          <a:stretch>
            <a:fillRect/>
          </a:stretch>
        </p:blipFill>
        <p:spPr>
          <a:xfrm>
            <a:off x="8544852" y="62010"/>
            <a:ext cx="599140" cy="599141"/>
          </a:xfrm>
          <a:prstGeom prst="rect">
            <a:avLst/>
          </a:prstGeom>
          <a:noFill/>
          <a:ln>
            <a:noFill/>
          </a:ln>
        </p:spPr>
      </p:pic>
      <p:sp>
        <p:nvSpPr>
          <p:cNvPr id="141" name="Google Shape;141;p26"/>
          <p:cNvSpPr txBox="1">
            <a:spLocks noGrp="1"/>
          </p:cNvSpPr>
          <p:nvPr>
            <p:ph type="title"/>
          </p:nvPr>
        </p:nvSpPr>
        <p:spPr>
          <a:xfrm>
            <a:off x="457200" y="148350"/>
            <a:ext cx="8183700" cy="864900"/>
          </a:xfrm>
          <a:prstGeom prst="rect">
            <a:avLst/>
          </a:prstGeom>
        </p:spPr>
        <p:txBody>
          <a:bodyPr spcFirstLastPara="1" wrap="square" lIns="0" tIns="0" rIns="0" bIns="0" anchor="t" anchorCtr="0">
            <a:normAutofit/>
          </a:bodyPr>
          <a:lstStyle>
            <a:lvl1pPr lvl="0" rtl="0">
              <a:spcBef>
                <a:spcPts val="0"/>
              </a:spcBef>
              <a:spcAft>
                <a:spcPts val="0"/>
              </a:spcAft>
              <a:buClr>
                <a:schemeClr val="dk1"/>
              </a:buClr>
              <a:buSzPts val="3400"/>
              <a:buFont typeface="IBM Plex Sans"/>
              <a:buNone/>
              <a:defRPr sz="3400" b="1">
                <a:solidFill>
                  <a:schemeClr val="dk1"/>
                </a:solidFill>
                <a:latin typeface="IBM Plex Sans"/>
                <a:ea typeface="IBM Plex Sans"/>
                <a:cs typeface="IBM Plex Sans"/>
                <a:sym typeface="IBM Plex Sans"/>
              </a:defRPr>
            </a:lvl1pPr>
            <a:lvl2pPr lvl="1" rtl="0">
              <a:spcBef>
                <a:spcPts val="0"/>
              </a:spcBef>
              <a:spcAft>
                <a:spcPts val="0"/>
              </a:spcAft>
              <a:buClr>
                <a:schemeClr val="dk1"/>
              </a:buClr>
              <a:buSzPts val="2800"/>
              <a:buNone/>
              <a:defRPr sz="2800">
                <a:solidFill>
                  <a:schemeClr val="dk1"/>
                </a:solidFill>
              </a:defRPr>
            </a:lvl2pPr>
            <a:lvl3pPr lvl="2" rtl="0">
              <a:spcBef>
                <a:spcPts val="0"/>
              </a:spcBef>
              <a:spcAft>
                <a:spcPts val="0"/>
              </a:spcAft>
              <a:buClr>
                <a:schemeClr val="dk1"/>
              </a:buClr>
              <a:buSzPts val="2800"/>
              <a:buNone/>
              <a:defRPr sz="2800">
                <a:solidFill>
                  <a:schemeClr val="dk1"/>
                </a:solidFill>
              </a:defRPr>
            </a:lvl3pPr>
            <a:lvl4pPr lvl="3" rtl="0">
              <a:spcBef>
                <a:spcPts val="0"/>
              </a:spcBef>
              <a:spcAft>
                <a:spcPts val="0"/>
              </a:spcAft>
              <a:buClr>
                <a:schemeClr val="dk1"/>
              </a:buClr>
              <a:buSzPts val="2800"/>
              <a:buNone/>
              <a:defRPr sz="2800">
                <a:solidFill>
                  <a:schemeClr val="dk1"/>
                </a:solidFill>
              </a:defRPr>
            </a:lvl4pPr>
            <a:lvl5pPr lvl="4" rtl="0">
              <a:spcBef>
                <a:spcPts val="0"/>
              </a:spcBef>
              <a:spcAft>
                <a:spcPts val="0"/>
              </a:spcAft>
              <a:buClr>
                <a:schemeClr val="dk1"/>
              </a:buClr>
              <a:buSzPts val="2800"/>
              <a:buNone/>
              <a:defRPr sz="2800">
                <a:solidFill>
                  <a:schemeClr val="dk1"/>
                </a:solidFill>
              </a:defRPr>
            </a:lvl5pPr>
            <a:lvl6pPr lvl="5" rtl="0">
              <a:spcBef>
                <a:spcPts val="0"/>
              </a:spcBef>
              <a:spcAft>
                <a:spcPts val="0"/>
              </a:spcAft>
              <a:buClr>
                <a:schemeClr val="dk1"/>
              </a:buClr>
              <a:buSzPts val="2800"/>
              <a:buNone/>
              <a:defRPr sz="2800">
                <a:solidFill>
                  <a:schemeClr val="dk1"/>
                </a:solidFill>
              </a:defRPr>
            </a:lvl6pPr>
            <a:lvl7pPr lvl="6" rtl="0">
              <a:spcBef>
                <a:spcPts val="0"/>
              </a:spcBef>
              <a:spcAft>
                <a:spcPts val="0"/>
              </a:spcAft>
              <a:buClr>
                <a:schemeClr val="dk1"/>
              </a:buClr>
              <a:buSzPts val="2800"/>
              <a:buNone/>
              <a:defRPr sz="2800">
                <a:solidFill>
                  <a:schemeClr val="dk1"/>
                </a:solidFill>
              </a:defRPr>
            </a:lvl7pPr>
            <a:lvl8pPr lvl="7" rtl="0">
              <a:spcBef>
                <a:spcPts val="0"/>
              </a:spcBef>
              <a:spcAft>
                <a:spcPts val="0"/>
              </a:spcAft>
              <a:buClr>
                <a:schemeClr val="dk1"/>
              </a:buClr>
              <a:buSzPts val="2800"/>
              <a:buNone/>
              <a:defRPr sz="2800">
                <a:solidFill>
                  <a:schemeClr val="dk1"/>
                </a:solidFill>
              </a:defRPr>
            </a:lvl8pPr>
            <a:lvl9pPr lvl="8" rtl="0">
              <a:spcBef>
                <a:spcPts val="0"/>
              </a:spcBef>
              <a:spcAft>
                <a:spcPts val="0"/>
              </a:spcAft>
              <a:buClr>
                <a:schemeClr val="dk1"/>
              </a:buClr>
              <a:buSzPts val="2800"/>
              <a:buNone/>
              <a:defRPr sz="2800">
                <a:solidFill>
                  <a:schemeClr val="dk1"/>
                </a:solidFill>
              </a:defRPr>
            </a:lvl9pPr>
          </a:lstStyle>
          <a:p>
            <a:endParaRPr/>
          </a:p>
        </p:txBody>
      </p:sp>
      <p:sp>
        <p:nvSpPr>
          <p:cNvPr id="142" name="Google Shape;142;p26"/>
          <p:cNvSpPr txBox="1"/>
          <p:nvPr/>
        </p:nvSpPr>
        <p:spPr>
          <a:xfrm>
            <a:off x="457211" y="4813833"/>
            <a:ext cx="1902000" cy="924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r>
              <a:rPr lang="en" sz="600">
                <a:solidFill>
                  <a:srgbClr val="434343"/>
                </a:solidFill>
                <a:latin typeface="IBM Plex Sans"/>
                <a:ea typeface="IBM Plex Sans"/>
                <a:cs typeface="IBM Plex Sans"/>
                <a:sym typeface="IBM Plex Sans"/>
              </a:rPr>
              <a:t>CAMUNDA 2021</a:t>
            </a:r>
            <a:endParaRPr sz="600">
              <a:solidFill>
                <a:srgbClr val="434343"/>
              </a:solidFill>
              <a:latin typeface="IBM Plex Sans"/>
              <a:ea typeface="IBM Plex Sans"/>
              <a:cs typeface="IBM Plex Sans"/>
              <a:sym typeface="IBM Plex Sans"/>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Blank - Spacecraft">
  <p:cSld name="TITLE_ONLY_2">
    <p:spTree>
      <p:nvGrpSpPr>
        <p:cNvPr id="1" name="Shape 143"/>
        <p:cNvGrpSpPr/>
        <p:nvPr/>
      </p:nvGrpSpPr>
      <p:grpSpPr>
        <a:xfrm>
          <a:off x="0" y="0"/>
          <a:ext cx="0" cy="0"/>
          <a:chOff x="0" y="0"/>
          <a:chExt cx="0" cy="0"/>
        </a:xfrm>
      </p:grpSpPr>
      <p:sp>
        <p:nvSpPr>
          <p:cNvPr id="144" name="Google Shape;144;p27"/>
          <p:cNvSpPr txBox="1">
            <a:spLocks noGrp="1"/>
          </p:cNvSpPr>
          <p:nvPr>
            <p:ph type="sldNum" idx="12"/>
          </p:nvPr>
        </p:nvSpPr>
        <p:spPr>
          <a:xfrm>
            <a:off x="8366700" y="4805546"/>
            <a:ext cx="548700" cy="215400"/>
          </a:xfrm>
          <a:prstGeom prst="rect">
            <a:avLst/>
          </a:prstGeom>
          <a:noFill/>
          <a:ln>
            <a:noFill/>
          </a:ln>
        </p:spPr>
        <p:txBody>
          <a:bodyPr spcFirstLastPara="1" wrap="square" lIns="68575" tIns="68575" rIns="68575" bIns="68575" anchor="ctr" anchorCtr="0">
            <a:noAutofit/>
          </a:bodyPr>
          <a:lstStyle>
            <a:lvl1pPr lvl="0" rtl="0">
              <a:buNone/>
              <a:defRPr sz="1100"/>
            </a:lvl1pPr>
            <a:lvl2pPr lvl="1" rtl="0">
              <a:buNone/>
              <a:defRPr sz="1100"/>
            </a:lvl2pPr>
            <a:lvl3pPr lvl="2" rtl="0">
              <a:buNone/>
              <a:defRPr sz="1100"/>
            </a:lvl3pPr>
            <a:lvl4pPr lvl="3" rtl="0">
              <a:buNone/>
              <a:defRPr sz="1100"/>
            </a:lvl4pPr>
            <a:lvl5pPr lvl="4" rtl="0">
              <a:buNone/>
              <a:defRPr sz="1100"/>
            </a:lvl5pPr>
            <a:lvl6pPr lvl="5" rtl="0">
              <a:buNone/>
              <a:defRPr sz="1100"/>
            </a:lvl6pPr>
            <a:lvl7pPr lvl="6" rtl="0">
              <a:buNone/>
              <a:defRPr sz="1100"/>
            </a:lvl7pPr>
            <a:lvl8pPr lvl="7" rtl="0">
              <a:buNone/>
              <a:defRPr sz="1100"/>
            </a:lvl8pPr>
            <a:lvl9pPr lvl="8" rtl="0">
              <a:buNone/>
              <a:defRPr sz="1100"/>
            </a:lvl9pPr>
          </a:lstStyle>
          <a:p>
            <a:pPr marL="0" lvl="0" indent="0" algn="l" rtl="0">
              <a:spcBef>
                <a:spcPts val="0"/>
              </a:spcBef>
              <a:spcAft>
                <a:spcPts val="0"/>
              </a:spcAft>
              <a:buNone/>
            </a:pPr>
            <a:fld id="{00000000-1234-1234-1234-123412341234}" type="slidenum">
              <a:rPr lang="en"/>
              <a:t>‹#›</a:t>
            </a:fld>
            <a:endParaRPr/>
          </a:p>
        </p:txBody>
      </p:sp>
      <p:pic>
        <p:nvPicPr>
          <p:cNvPr id="145" name="Google Shape;145;p27"/>
          <p:cNvPicPr preferRelativeResize="0"/>
          <p:nvPr/>
        </p:nvPicPr>
        <p:blipFill>
          <a:blip r:embed="rId2">
            <a:alphaModFix/>
          </a:blip>
          <a:stretch>
            <a:fillRect/>
          </a:stretch>
        </p:blipFill>
        <p:spPr>
          <a:xfrm>
            <a:off x="8544852" y="62010"/>
            <a:ext cx="599140" cy="599141"/>
          </a:xfrm>
          <a:prstGeom prst="rect">
            <a:avLst/>
          </a:prstGeom>
          <a:noFill/>
          <a:ln>
            <a:noFill/>
          </a:ln>
        </p:spPr>
      </p:pic>
      <p:sp>
        <p:nvSpPr>
          <p:cNvPr id="146" name="Google Shape;146;p27"/>
          <p:cNvSpPr txBox="1">
            <a:spLocks noGrp="1"/>
          </p:cNvSpPr>
          <p:nvPr>
            <p:ph type="subTitle" idx="1"/>
          </p:nvPr>
        </p:nvSpPr>
        <p:spPr>
          <a:xfrm>
            <a:off x="467075" y="4814525"/>
            <a:ext cx="2326500" cy="206400"/>
          </a:xfrm>
          <a:prstGeom prst="rect">
            <a:avLst/>
          </a:prstGeom>
        </p:spPr>
        <p:txBody>
          <a:bodyPr spcFirstLastPara="1" wrap="square" lIns="0" tIns="0" rIns="0" bIns="0" anchor="b" anchorCtr="0">
            <a:noAutofit/>
          </a:bodyPr>
          <a:lstStyle>
            <a:lvl1pPr lvl="0" rtl="0">
              <a:spcBef>
                <a:spcPts val="800"/>
              </a:spcBef>
              <a:spcAft>
                <a:spcPts val="0"/>
              </a:spcAft>
              <a:buClr>
                <a:schemeClr val="dk2"/>
              </a:buClr>
              <a:buSzPts val="700"/>
              <a:buNone/>
              <a:defRPr sz="700">
                <a:solidFill>
                  <a:schemeClr val="dk2"/>
                </a:solidFill>
              </a:defRPr>
            </a:lvl1pPr>
            <a:lvl2pPr lvl="1" rtl="0">
              <a:spcBef>
                <a:spcPts val="500"/>
              </a:spcBef>
              <a:spcAft>
                <a:spcPts val="0"/>
              </a:spcAft>
              <a:buSzPts val="1800"/>
              <a:buNone/>
              <a:defRPr/>
            </a:lvl2pPr>
            <a:lvl3pPr lvl="2" rtl="0">
              <a:spcBef>
                <a:spcPts val="500"/>
              </a:spcBef>
              <a:spcAft>
                <a:spcPts val="0"/>
              </a:spcAft>
              <a:buSzPts val="1500"/>
              <a:buNone/>
              <a:defRPr/>
            </a:lvl3pPr>
            <a:lvl4pPr lvl="3" rtl="0">
              <a:spcBef>
                <a:spcPts val="500"/>
              </a:spcBef>
              <a:spcAft>
                <a:spcPts val="0"/>
              </a:spcAft>
              <a:buSzPts val="1400"/>
              <a:buNone/>
              <a:defRPr/>
            </a:lvl4pPr>
            <a:lvl5pPr lvl="4" rtl="0">
              <a:spcBef>
                <a:spcPts val="500"/>
              </a:spcBef>
              <a:spcAft>
                <a:spcPts val="0"/>
              </a:spcAft>
              <a:buSzPts val="1400"/>
              <a:buNone/>
              <a:defRPr/>
            </a:lvl5pPr>
            <a:lvl6pPr lvl="5" rtl="0">
              <a:spcBef>
                <a:spcPts val="500"/>
              </a:spcBef>
              <a:spcAft>
                <a:spcPts val="0"/>
              </a:spcAft>
              <a:buSzPts val="1400"/>
              <a:buNone/>
              <a:defRPr/>
            </a:lvl6pPr>
            <a:lvl7pPr lvl="6" rtl="0">
              <a:spcBef>
                <a:spcPts val="400"/>
              </a:spcBef>
              <a:spcAft>
                <a:spcPts val="0"/>
              </a:spcAft>
              <a:buSzPts val="1400"/>
              <a:buNone/>
              <a:defRPr/>
            </a:lvl7pPr>
            <a:lvl8pPr lvl="7" rtl="0">
              <a:spcBef>
                <a:spcPts val="400"/>
              </a:spcBef>
              <a:spcAft>
                <a:spcPts val="0"/>
              </a:spcAft>
              <a:buSzPts val="1400"/>
              <a:buNone/>
              <a:defRPr/>
            </a:lvl8pPr>
            <a:lvl9pPr lvl="8" rtl="0">
              <a:spcBef>
                <a:spcPts val="400"/>
              </a:spcBef>
              <a:spcAft>
                <a:spcPts val="0"/>
              </a:spcAft>
              <a:buSzPts val="1400"/>
              <a:buNone/>
              <a:defRPr/>
            </a:lvl9pPr>
          </a:lstStyle>
          <a:p>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Blank - Black">
  <p:cSld name="TITLE_ONLY_1_2">
    <p:bg>
      <p:bgPr>
        <a:solidFill>
          <a:schemeClr val="dk1"/>
        </a:solidFill>
        <a:effectLst/>
      </p:bgPr>
    </p:bg>
    <p:spTree>
      <p:nvGrpSpPr>
        <p:cNvPr id="1" name="Shape 152"/>
        <p:cNvGrpSpPr/>
        <p:nvPr/>
      </p:nvGrpSpPr>
      <p:grpSpPr>
        <a:xfrm>
          <a:off x="0" y="0"/>
          <a:ext cx="0" cy="0"/>
          <a:chOff x="0" y="0"/>
          <a:chExt cx="0" cy="0"/>
        </a:xfrm>
      </p:grpSpPr>
      <p:sp>
        <p:nvSpPr>
          <p:cNvPr id="153" name="Google Shape;153;p29"/>
          <p:cNvSpPr txBox="1">
            <a:spLocks noGrp="1"/>
          </p:cNvSpPr>
          <p:nvPr>
            <p:ph type="sldNum" idx="12"/>
          </p:nvPr>
        </p:nvSpPr>
        <p:spPr>
          <a:xfrm>
            <a:off x="8366700" y="4805546"/>
            <a:ext cx="548700" cy="215400"/>
          </a:xfrm>
          <a:prstGeom prst="rect">
            <a:avLst/>
          </a:prstGeom>
          <a:noFill/>
          <a:ln>
            <a:noFill/>
          </a:ln>
        </p:spPr>
        <p:txBody>
          <a:bodyPr spcFirstLastPara="1" wrap="square" lIns="91425" tIns="91425" rIns="91425" bIns="91425" anchor="ctr" anchorCtr="0">
            <a:noAutofit/>
          </a:bodyPr>
          <a:lstStyle>
            <a:lvl1pPr lvl="0" rtl="0">
              <a:buNone/>
              <a:defRPr sz="1400">
                <a:solidFill>
                  <a:schemeClr val="accent5"/>
                </a:solidFill>
              </a:defRPr>
            </a:lvl1pPr>
            <a:lvl2pPr lvl="1" rtl="0">
              <a:buNone/>
              <a:defRPr sz="1400">
                <a:solidFill>
                  <a:schemeClr val="accent5"/>
                </a:solidFill>
              </a:defRPr>
            </a:lvl2pPr>
            <a:lvl3pPr lvl="2" rtl="0">
              <a:buNone/>
              <a:defRPr sz="1400">
                <a:solidFill>
                  <a:schemeClr val="accent5"/>
                </a:solidFill>
              </a:defRPr>
            </a:lvl3pPr>
            <a:lvl4pPr lvl="3" rtl="0">
              <a:buNone/>
              <a:defRPr sz="1400">
                <a:solidFill>
                  <a:schemeClr val="accent5"/>
                </a:solidFill>
              </a:defRPr>
            </a:lvl4pPr>
            <a:lvl5pPr lvl="4" rtl="0">
              <a:buNone/>
              <a:defRPr sz="1400">
                <a:solidFill>
                  <a:schemeClr val="accent5"/>
                </a:solidFill>
              </a:defRPr>
            </a:lvl5pPr>
            <a:lvl6pPr lvl="5" rtl="0">
              <a:buNone/>
              <a:defRPr sz="1400">
                <a:solidFill>
                  <a:schemeClr val="accent5"/>
                </a:solidFill>
              </a:defRPr>
            </a:lvl6pPr>
            <a:lvl7pPr lvl="6" rtl="0">
              <a:buNone/>
              <a:defRPr sz="1400">
                <a:solidFill>
                  <a:schemeClr val="accent5"/>
                </a:solidFill>
              </a:defRPr>
            </a:lvl7pPr>
            <a:lvl8pPr lvl="7" rtl="0">
              <a:buNone/>
              <a:defRPr sz="1400">
                <a:solidFill>
                  <a:schemeClr val="accent5"/>
                </a:solidFill>
              </a:defRPr>
            </a:lvl8pPr>
            <a:lvl9pPr lvl="8" rtl="0">
              <a:buNone/>
              <a:defRPr sz="1400">
                <a:solidFill>
                  <a:schemeClr val="accent5"/>
                </a:solidFill>
              </a:defRPr>
            </a:lvl9pPr>
          </a:lstStyle>
          <a:p>
            <a:pPr marL="0" lvl="0" indent="0" algn="l" rtl="0">
              <a:spcBef>
                <a:spcPts val="0"/>
              </a:spcBef>
              <a:spcAft>
                <a:spcPts val="0"/>
              </a:spcAft>
              <a:buNone/>
            </a:pPr>
            <a:fld id="{00000000-1234-1234-1234-123412341234}" type="slidenum">
              <a:rPr lang="en"/>
              <a:t>‹#›</a:t>
            </a:fld>
            <a:endParaRPr/>
          </a:p>
        </p:txBody>
      </p:sp>
      <p:pic>
        <p:nvPicPr>
          <p:cNvPr id="154" name="Google Shape;154;p29"/>
          <p:cNvPicPr preferRelativeResize="0"/>
          <p:nvPr/>
        </p:nvPicPr>
        <p:blipFill>
          <a:blip r:embed="rId2">
            <a:alphaModFix/>
          </a:blip>
          <a:stretch>
            <a:fillRect/>
          </a:stretch>
        </p:blipFill>
        <p:spPr>
          <a:xfrm>
            <a:off x="8544859" y="62003"/>
            <a:ext cx="599140" cy="599141"/>
          </a:xfrm>
          <a:prstGeom prst="rect">
            <a:avLst/>
          </a:prstGeom>
          <a:noFill/>
          <a:ln>
            <a:noFill/>
          </a:ln>
        </p:spPr>
      </p:pic>
      <p:sp>
        <p:nvSpPr>
          <p:cNvPr id="155" name="Google Shape;155;p29"/>
          <p:cNvSpPr txBox="1">
            <a:spLocks noGrp="1"/>
          </p:cNvSpPr>
          <p:nvPr>
            <p:ph type="subTitle" idx="1"/>
          </p:nvPr>
        </p:nvSpPr>
        <p:spPr>
          <a:xfrm>
            <a:off x="467075" y="4814525"/>
            <a:ext cx="2326500" cy="206400"/>
          </a:xfrm>
          <a:prstGeom prst="rect">
            <a:avLst/>
          </a:prstGeom>
        </p:spPr>
        <p:txBody>
          <a:bodyPr spcFirstLastPara="1" wrap="square" lIns="0" tIns="0" rIns="0" bIns="0" anchor="b" anchorCtr="0">
            <a:noAutofit/>
          </a:bodyPr>
          <a:lstStyle>
            <a:lvl1pPr lvl="0" rtl="0">
              <a:spcBef>
                <a:spcPts val="800"/>
              </a:spcBef>
              <a:spcAft>
                <a:spcPts val="0"/>
              </a:spcAft>
              <a:buClr>
                <a:schemeClr val="accent5"/>
              </a:buClr>
              <a:buSzPts val="700"/>
              <a:buNone/>
              <a:defRPr sz="700">
                <a:solidFill>
                  <a:schemeClr val="accent5"/>
                </a:solidFill>
              </a:defRPr>
            </a:lvl1pPr>
            <a:lvl2pPr lvl="1" rtl="0">
              <a:spcBef>
                <a:spcPts val="500"/>
              </a:spcBef>
              <a:spcAft>
                <a:spcPts val="0"/>
              </a:spcAft>
              <a:buClr>
                <a:schemeClr val="accent5"/>
              </a:buClr>
              <a:buSzPts val="1800"/>
              <a:buNone/>
              <a:defRPr>
                <a:solidFill>
                  <a:schemeClr val="accent5"/>
                </a:solidFill>
              </a:defRPr>
            </a:lvl2pPr>
            <a:lvl3pPr lvl="2" rtl="0">
              <a:spcBef>
                <a:spcPts val="500"/>
              </a:spcBef>
              <a:spcAft>
                <a:spcPts val="0"/>
              </a:spcAft>
              <a:buClr>
                <a:schemeClr val="accent5"/>
              </a:buClr>
              <a:buSzPts val="1500"/>
              <a:buNone/>
              <a:defRPr>
                <a:solidFill>
                  <a:schemeClr val="accent5"/>
                </a:solidFill>
              </a:defRPr>
            </a:lvl3pPr>
            <a:lvl4pPr lvl="3" rtl="0">
              <a:spcBef>
                <a:spcPts val="500"/>
              </a:spcBef>
              <a:spcAft>
                <a:spcPts val="0"/>
              </a:spcAft>
              <a:buClr>
                <a:schemeClr val="accent5"/>
              </a:buClr>
              <a:buSzPts val="1400"/>
              <a:buNone/>
              <a:defRPr>
                <a:solidFill>
                  <a:schemeClr val="accent5"/>
                </a:solidFill>
              </a:defRPr>
            </a:lvl4pPr>
            <a:lvl5pPr lvl="4" rtl="0">
              <a:spcBef>
                <a:spcPts val="500"/>
              </a:spcBef>
              <a:spcAft>
                <a:spcPts val="0"/>
              </a:spcAft>
              <a:buClr>
                <a:schemeClr val="accent5"/>
              </a:buClr>
              <a:buSzPts val="1400"/>
              <a:buNone/>
              <a:defRPr>
                <a:solidFill>
                  <a:schemeClr val="accent5"/>
                </a:solidFill>
              </a:defRPr>
            </a:lvl5pPr>
            <a:lvl6pPr lvl="5" rtl="0">
              <a:spcBef>
                <a:spcPts val="500"/>
              </a:spcBef>
              <a:spcAft>
                <a:spcPts val="0"/>
              </a:spcAft>
              <a:buClr>
                <a:schemeClr val="accent5"/>
              </a:buClr>
              <a:buSzPts val="1400"/>
              <a:buNone/>
              <a:defRPr>
                <a:solidFill>
                  <a:schemeClr val="accent5"/>
                </a:solidFill>
              </a:defRPr>
            </a:lvl6pPr>
            <a:lvl7pPr lvl="6" rtl="0">
              <a:spcBef>
                <a:spcPts val="400"/>
              </a:spcBef>
              <a:spcAft>
                <a:spcPts val="0"/>
              </a:spcAft>
              <a:buClr>
                <a:schemeClr val="accent5"/>
              </a:buClr>
              <a:buSzPts val="1400"/>
              <a:buNone/>
              <a:defRPr>
                <a:solidFill>
                  <a:schemeClr val="accent5"/>
                </a:solidFill>
              </a:defRPr>
            </a:lvl7pPr>
            <a:lvl8pPr lvl="7" rtl="0">
              <a:spcBef>
                <a:spcPts val="400"/>
              </a:spcBef>
              <a:spcAft>
                <a:spcPts val="0"/>
              </a:spcAft>
              <a:buClr>
                <a:schemeClr val="accent5"/>
              </a:buClr>
              <a:buSzPts val="1400"/>
              <a:buNone/>
              <a:defRPr>
                <a:solidFill>
                  <a:schemeClr val="accent5"/>
                </a:solidFill>
              </a:defRPr>
            </a:lvl8pPr>
            <a:lvl9pPr lvl="8" rtl="0">
              <a:spcBef>
                <a:spcPts val="400"/>
              </a:spcBef>
              <a:spcAft>
                <a:spcPts val="0"/>
              </a:spcAft>
              <a:buClr>
                <a:schemeClr val="accent5"/>
              </a:buClr>
              <a:buSzPts val="1400"/>
              <a:buNone/>
              <a:defRPr>
                <a:solidFill>
                  <a:schemeClr val="accent5"/>
                </a:solidFill>
              </a:defRPr>
            </a:lvl9pPr>
          </a:lstStyle>
          <a:p>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Blank - Black 1">
  <p:cSld name="TITLE_ONLY_1_2_1">
    <p:bg>
      <p:bgPr>
        <a:solidFill>
          <a:schemeClr val="dk1"/>
        </a:solidFill>
        <a:effectLst/>
      </p:bgPr>
    </p:bg>
    <p:spTree>
      <p:nvGrpSpPr>
        <p:cNvPr id="1" name="Shape 164"/>
        <p:cNvGrpSpPr/>
        <p:nvPr/>
      </p:nvGrpSpPr>
      <p:grpSpPr>
        <a:xfrm>
          <a:off x="0" y="0"/>
          <a:ext cx="0" cy="0"/>
          <a:chOff x="0" y="0"/>
          <a:chExt cx="0" cy="0"/>
        </a:xfrm>
      </p:grpSpPr>
      <p:sp>
        <p:nvSpPr>
          <p:cNvPr id="165" name="Google Shape;165;p31"/>
          <p:cNvSpPr txBox="1">
            <a:spLocks noGrp="1"/>
          </p:cNvSpPr>
          <p:nvPr>
            <p:ph type="sldNum" idx="12"/>
          </p:nvPr>
        </p:nvSpPr>
        <p:spPr>
          <a:xfrm>
            <a:off x="8366700" y="4805546"/>
            <a:ext cx="548700" cy="215400"/>
          </a:xfrm>
          <a:prstGeom prst="rect">
            <a:avLst/>
          </a:prstGeom>
          <a:noFill/>
          <a:ln>
            <a:noFill/>
          </a:ln>
        </p:spPr>
        <p:txBody>
          <a:bodyPr spcFirstLastPara="1" wrap="square" lIns="91425" tIns="91425" rIns="91425" bIns="91425" anchor="ctr" anchorCtr="0">
            <a:noAutofit/>
          </a:bodyPr>
          <a:lstStyle>
            <a:lvl1pPr lvl="0" rtl="0">
              <a:buNone/>
              <a:defRPr>
                <a:solidFill>
                  <a:schemeClr val="accent5"/>
                </a:solidFill>
              </a:defRPr>
            </a:lvl1pPr>
            <a:lvl2pPr lvl="1" rtl="0">
              <a:buNone/>
              <a:defRPr>
                <a:solidFill>
                  <a:schemeClr val="accent5"/>
                </a:solidFill>
              </a:defRPr>
            </a:lvl2pPr>
            <a:lvl3pPr lvl="2" rtl="0">
              <a:buNone/>
              <a:defRPr>
                <a:solidFill>
                  <a:schemeClr val="accent5"/>
                </a:solidFill>
              </a:defRPr>
            </a:lvl3pPr>
            <a:lvl4pPr lvl="3" rtl="0">
              <a:buNone/>
              <a:defRPr>
                <a:solidFill>
                  <a:schemeClr val="accent5"/>
                </a:solidFill>
              </a:defRPr>
            </a:lvl4pPr>
            <a:lvl5pPr lvl="4" rtl="0">
              <a:buNone/>
              <a:defRPr>
                <a:solidFill>
                  <a:schemeClr val="accent5"/>
                </a:solidFill>
              </a:defRPr>
            </a:lvl5pPr>
            <a:lvl6pPr lvl="5" rtl="0">
              <a:buNone/>
              <a:defRPr>
                <a:solidFill>
                  <a:schemeClr val="accent5"/>
                </a:solidFill>
              </a:defRPr>
            </a:lvl6pPr>
            <a:lvl7pPr lvl="6" rtl="0">
              <a:buNone/>
              <a:defRPr>
                <a:solidFill>
                  <a:schemeClr val="accent5"/>
                </a:solidFill>
              </a:defRPr>
            </a:lvl7pPr>
            <a:lvl8pPr lvl="7" rtl="0">
              <a:buNone/>
              <a:defRPr>
                <a:solidFill>
                  <a:schemeClr val="accent5"/>
                </a:solidFill>
              </a:defRPr>
            </a:lvl8pPr>
            <a:lvl9pPr lvl="8" rtl="0">
              <a:buNone/>
              <a:defRPr>
                <a:solidFill>
                  <a:schemeClr val="accent5"/>
                </a:solidFill>
              </a:defRPr>
            </a:lvl9pPr>
          </a:lstStyle>
          <a:p>
            <a:pPr marL="0" lvl="0" indent="0" algn="l" rtl="0">
              <a:spcBef>
                <a:spcPts val="0"/>
              </a:spcBef>
              <a:spcAft>
                <a:spcPts val="0"/>
              </a:spcAft>
              <a:buNone/>
            </a:pPr>
            <a:fld id="{00000000-1234-1234-1234-123412341234}" type="slidenum">
              <a:rPr lang="en"/>
              <a:t>‹#›</a:t>
            </a:fld>
            <a:endParaRPr/>
          </a:p>
        </p:txBody>
      </p:sp>
      <p:pic>
        <p:nvPicPr>
          <p:cNvPr id="166" name="Google Shape;166;p31"/>
          <p:cNvPicPr preferRelativeResize="0"/>
          <p:nvPr/>
        </p:nvPicPr>
        <p:blipFill>
          <a:blip r:embed="rId2">
            <a:alphaModFix/>
          </a:blip>
          <a:stretch>
            <a:fillRect/>
          </a:stretch>
        </p:blipFill>
        <p:spPr>
          <a:xfrm>
            <a:off x="8544859" y="62003"/>
            <a:ext cx="599140" cy="599141"/>
          </a:xfrm>
          <a:prstGeom prst="rect">
            <a:avLst/>
          </a:prstGeom>
          <a:noFill/>
          <a:ln>
            <a:noFill/>
          </a:ln>
        </p:spPr>
      </p:pic>
      <p:sp>
        <p:nvSpPr>
          <p:cNvPr id="167" name="Google Shape;167;p31"/>
          <p:cNvSpPr txBox="1">
            <a:spLocks noGrp="1"/>
          </p:cNvSpPr>
          <p:nvPr>
            <p:ph type="subTitle" idx="1"/>
          </p:nvPr>
        </p:nvSpPr>
        <p:spPr>
          <a:xfrm>
            <a:off x="467075" y="4814525"/>
            <a:ext cx="2326500" cy="206400"/>
          </a:xfrm>
          <a:prstGeom prst="rect">
            <a:avLst/>
          </a:prstGeom>
        </p:spPr>
        <p:txBody>
          <a:bodyPr spcFirstLastPara="1" wrap="square" lIns="0" tIns="0" rIns="0" bIns="0" anchor="b" anchorCtr="0">
            <a:noAutofit/>
          </a:bodyPr>
          <a:lstStyle>
            <a:lvl1pPr lvl="0" rtl="0">
              <a:spcBef>
                <a:spcPts val="800"/>
              </a:spcBef>
              <a:spcAft>
                <a:spcPts val="0"/>
              </a:spcAft>
              <a:buClr>
                <a:schemeClr val="accent5"/>
              </a:buClr>
              <a:buSzPts val="700"/>
              <a:buNone/>
              <a:defRPr sz="700">
                <a:solidFill>
                  <a:schemeClr val="accent5"/>
                </a:solidFill>
              </a:defRPr>
            </a:lvl1pPr>
            <a:lvl2pPr lvl="1" rtl="0">
              <a:spcBef>
                <a:spcPts val="500"/>
              </a:spcBef>
              <a:spcAft>
                <a:spcPts val="0"/>
              </a:spcAft>
              <a:buClr>
                <a:schemeClr val="accent5"/>
              </a:buClr>
              <a:buSzPts val="1800"/>
              <a:buNone/>
              <a:defRPr>
                <a:solidFill>
                  <a:schemeClr val="accent5"/>
                </a:solidFill>
              </a:defRPr>
            </a:lvl2pPr>
            <a:lvl3pPr lvl="2" rtl="0">
              <a:spcBef>
                <a:spcPts val="500"/>
              </a:spcBef>
              <a:spcAft>
                <a:spcPts val="0"/>
              </a:spcAft>
              <a:buClr>
                <a:schemeClr val="accent5"/>
              </a:buClr>
              <a:buSzPts val="1500"/>
              <a:buNone/>
              <a:defRPr>
                <a:solidFill>
                  <a:schemeClr val="accent5"/>
                </a:solidFill>
              </a:defRPr>
            </a:lvl3pPr>
            <a:lvl4pPr lvl="3" rtl="0">
              <a:spcBef>
                <a:spcPts val="500"/>
              </a:spcBef>
              <a:spcAft>
                <a:spcPts val="0"/>
              </a:spcAft>
              <a:buClr>
                <a:schemeClr val="accent5"/>
              </a:buClr>
              <a:buSzPts val="1400"/>
              <a:buNone/>
              <a:defRPr>
                <a:solidFill>
                  <a:schemeClr val="accent5"/>
                </a:solidFill>
              </a:defRPr>
            </a:lvl4pPr>
            <a:lvl5pPr lvl="4" rtl="0">
              <a:spcBef>
                <a:spcPts val="500"/>
              </a:spcBef>
              <a:spcAft>
                <a:spcPts val="0"/>
              </a:spcAft>
              <a:buClr>
                <a:schemeClr val="accent5"/>
              </a:buClr>
              <a:buSzPts val="1400"/>
              <a:buNone/>
              <a:defRPr>
                <a:solidFill>
                  <a:schemeClr val="accent5"/>
                </a:solidFill>
              </a:defRPr>
            </a:lvl5pPr>
            <a:lvl6pPr lvl="5" rtl="0">
              <a:spcBef>
                <a:spcPts val="500"/>
              </a:spcBef>
              <a:spcAft>
                <a:spcPts val="0"/>
              </a:spcAft>
              <a:buClr>
                <a:schemeClr val="accent5"/>
              </a:buClr>
              <a:buSzPts val="1400"/>
              <a:buNone/>
              <a:defRPr>
                <a:solidFill>
                  <a:schemeClr val="accent5"/>
                </a:solidFill>
              </a:defRPr>
            </a:lvl6pPr>
            <a:lvl7pPr lvl="6" rtl="0">
              <a:spcBef>
                <a:spcPts val="400"/>
              </a:spcBef>
              <a:spcAft>
                <a:spcPts val="0"/>
              </a:spcAft>
              <a:buClr>
                <a:schemeClr val="accent5"/>
              </a:buClr>
              <a:buSzPts val="1400"/>
              <a:buNone/>
              <a:defRPr>
                <a:solidFill>
                  <a:schemeClr val="accent5"/>
                </a:solidFill>
              </a:defRPr>
            </a:lvl7pPr>
            <a:lvl8pPr lvl="7" rtl="0">
              <a:spcBef>
                <a:spcPts val="400"/>
              </a:spcBef>
              <a:spcAft>
                <a:spcPts val="0"/>
              </a:spcAft>
              <a:buClr>
                <a:schemeClr val="accent5"/>
              </a:buClr>
              <a:buSzPts val="1400"/>
              <a:buNone/>
              <a:defRPr>
                <a:solidFill>
                  <a:schemeClr val="accent5"/>
                </a:solidFill>
              </a:defRPr>
            </a:lvl8pPr>
            <a:lvl9pPr lvl="8" rtl="0">
              <a:spcBef>
                <a:spcPts val="400"/>
              </a:spcBef>
              <a:spcAft>
                <a:spcPts val="0"/>
              </a:spcAft>
              <a:buClr>
                <a:schemeClr val="accent5"/>
              </a:buClr>
              <a:buSzPts val="1400"/>
              <a:buNone/>
              <a:defRPr>
                <a:solidFill>
                  <a:schemeClr val="accent5"/>
                </a:solidFill>
              </a:defRPr>
            </a:lvl9pPr>
          </a:lstStyle>
          <a:p>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40"/>
        <p:cNvGrpSpPr/>
        <p:nvPr/>
      </p:nvGrpSpPr>
      <p:grpSpPr>
        <a:xfrm>
          <a:off x="0" y="0"/>
          <a:ext cx="0" cy="0"/>
          <a:chOff x="0" y="0"/>
          <a:chExt cx="0" cy="0"/>
        </a:xfrm>
      </p:grpSpPr>
      <p:sp>
        <p:nvSpPr>
          <p:cNvPr id="241" name="Google Shape;241;p37"/>
          <p:cNvSpPr txBox="1">
            <a:spLocks noGrp="1"/>
          </p:cNvSpPr>
          <p:nvPr>
            <p:ph type="title"/>
          </p:nvPr>
        </p:nvSpPr>
        <p:spPr>
          <a:xfrm>
            <a:off x="311700" y="445025"/>
            <a:ext cx="8520600" cy="572700"/>
          </a:xfrm>
          <a:prstGeom prst="rect">
            <a:avLst/>
          </a:prstGeom>
        </p:spPr>
        <p:txBody>
          <a:bodyPr spcFirstLastPara="1" wrap="square" lIns="0" tIns="0" rIns="0" bIns="0" anchor="t" anchorCtr="0">
            <a:noAutofit/>
          </a:bodyPr>
          <a:lstStyle>
            <a:lvl1pPr lvl="0" rtl="0">
              <a:spcBef>
                <a:spcPts val="0"/>
              </a:spcBef>
              <a:spcAft>
                <a:spcPts val="0"/>
              </a:spcAft>
              <a:buSzPts val="2400"/>
              <a:buNone/>
              <a:defRPr/>
            </a:lvl1pPr>
            <a:lvl2pPr lvl="1" rtl="0">
              <a:spcBef>
                <a:spcPts val="0"/>
              </a:spcBef>
              <a:spcAft>
                <a:spcPts val="0"/>
              </a:spcAft>
              <a:buSzPts val="1100"/>
              <a:buNone/>
              <a:defRPr/>
            </a:lvl2pPr>
            <a:lvl3pPr lvl="2" rtl="0">
              <a:spcBef>
                <a:spcPts val="0"/>
              </a:spcBef>
              <a:spcAft>
                <a:spcPts val="0"/>
              </a:spcAft>
              <a:buSzPts val="1100"/>
              <a:buNone/>
              <a:defRPr/>
            </a:lvl3pPr>
            <a:lvl4pPr lvl="3" rtl="0">
              <a:spcBef>
                <a:spcPts val="0"/>
              </a:spcBef>
              <a:spcAft>
                <a:spcPts val="0"/>
              </a:spcAft>
              <a:buSzPts val="1100"/>
              <a:buNone/>
              <a:defRPr/>
            </a:lvl4pPr>
            <a:lvl5pPr lvl="4" rtl="0">
              <a:spcBef>
                <a:spcPts val="0"/>
              </a:spcBef>
              <a:spcAft>
                <a:spcPts val="0"/>
              </a:spcAft>
              <a:buSzPts val="1100"/>
              <a:buNone/>
              <a:defRPr/>
            </a:lvl5pPr>
            <a:lvl6pPr lvl="5" rtl="0">
              <a:spcBef>
                <a:spcPts val="0"/>
              </a:spcBef>
              <a:spcAft>
                <a:spcPts val="0"/>
              </a:spcAft>
              <a:buSzPts val="1100"/>
              <a:buNone/>
              <a:defRPr/>
            </a:lvl6pPr>
            <a:lvl7pPr lvl="6" rtl="0">
              <a:spcBef>
                <a:spcPts val="0"/>
              </a:spcBef>
              <a:spcAft>
                <a:spcPts val="0"/>
              </a:spcAft>
              <a:buSzPts val="1100"/>
              <a:buNone/>
              <a:defRPr/>
            </a:lvl7pPr>
            <a:lvl8pPr lvl="7" rtl="0">
              <a:spcBef>
                <a:spcPts val="0"/>
              </a:spcBef>
              <a:spcAft>
                <a:spcPts val="0"/>
              </a:spcAft>
              <a:buSzPts val="1100"/>
              <a:buNone/>
              <a:defRPr/>
            </a:lvl8pPr>
            <a:lvl9pPr lvl="8" rtl="0">
              <a:spcBef>
                <a:spcPts val="0"/>
              </a:spcBef>
              <a:spcAft>
                <a:spcPts val="0"/>
              </a:spcAft>
              <a:buSzPts val="1100"/>
              <a:buNone/>
              <a:defRPr/>
            </a:lvl9pPr>
          </a:lstStyle>
          <a:p>
            <a:endParaRPr/>
          </a:p>
        </p:txBody>
      </p:sp>
      <p:sp>
        <p:nvSpPr>
          <p:cNvPr id="242" name="Google Shape;242;p37"/>
          <p:cNvSpPr txBox="1">
            <a:spLocks noGrp="1"/>
          </p:cNvSpPr>
          <p:nvPr>
            <p:ph type="body" idx="1"/>
          </p:nvPr>
        </p:nvSpPr>
        <p:spPr>
          <a:xfrm>
            <a:off x="311700" y="1152475"/>
            <a:ext cx="3999900" cy="3416400"/>
          </a:xfrm>
          <a:prstGeom prst="rect">
            <a:avLst/>
          </a:prstGeom>
        </p:spPr>
        <p:txBody>
          <a:bodyPr spcFirstLastPara="1" wrap="square" lIns="0" tIns="0" rIns="0" bIns="0" anchor="t" anchorCtr="0">
            <a:noAutofit/>
          </a:bodyPr>
          <a:lstStyle>
            <a:lvl1pPr marL="457200" lvl="0" indent="-317500" rtl="0">
              <a:spcBef>
                <a:spcPts val="800"/>
              </a:spcBef>
              <a:spcAft>
                <a:spcPts val="0"/>
              </a:spcAft>
              <a:buSzPts val="1400"/>
              <a:buChar char="•"/>
              <a:defRPr sz="1400"/>
            </a:lvl1pPr>
            <a:lvl2pPr marL="914400" lvl="1" indent="-304800" rtl="0">
              <a:spcBef>
                <a:spcPts val="500"/>
              </a:spcBef>
              <a:spcAft>
                <a:spcPts val="0"/>
              </a:spcAft>
              <a:buSzPts val="1200"/>
              <a:buChar char="•"/>
              <a:defRPr sz="1200"/>
            </a:lvl2pPr>
            <a:lvl3pPr marL="1371600" lvl="2" indent="-304800" rtl="0">
              <a:spcBef>
                <a:spcPts val="500"/>
              </a:spcBef>
              <a:spcAft>
                <a:spcPts val="0"/>
              </a:spcAft>
              <a:buSzPts val="1200"/>
              <a:buChar char="•"/>
              <a:defRPr sz="1200"/>
            </a:lvl3pPr>
            <a:lvl4pPr marL="1828800" lvl="3" indent="-304800" rtl="0">
              <a:spcBef>
                <a:spcPts val="500"/>
              </a:spcBef>
              <a:spcAft>
                <a:spcPts val="0"/>
              </a:spcAft>
              <a:buSzPts val="1200"/>
              <a:buChar char="•"/>
              <a:defRPr sz="1200"/>
            </a:lvl4pPr>
            <a:lvl5pPr marL="2286000" lvl="4" indent="-304800" rtl="0">
              <a:spcBef>
                <a:spcPts val="500"/>
              </a:spcBef>
              <a:spcAft>
                <a:spcPts val="0"/>
              </a:spcAft>
              <a:buSzPts val="1200"/>
              <a:buChar char="•"/>
              <a:defRPr sz="1200"/>
            </a:lvl5pPr>
            <a:lvl6pPr marL="2743200" lvl="5" indent="-304800" rtl="0">
              <a:spcBef>
                <a:spcPts val="500"/>
              </a:spcBef>
              <a:spcAft>
                <a:spcPts val="0"/>
              </a:spcAft>
              <a:buSzPts val="1200"/>
              <a:buChar char="•"/>
              <a:defRPr sz="1200"/>
            </a:lvl6pPr>
            <a:lvl7pPr marL="3200400" lvl="6" indent="-304800" rtl="0">
              <a:spcBef>
                <a:spcPts val="400"/>
              </a:spcBef>
              <a:spcAft>
                <a:spcPts val="0"/>
              </a:spcAft>
              <a:buSzPts val="1200"/>
              <a:buChar char="•"/>
              <a:defRPr sz="1200"/>
            </a:lvl7pPr>
            <a:lvl8pPr marL="3657600" lvl="7" indent="-304800" rtl="0">
              <a:spcBef>
                <a:spcPts val="400"/>
              </a:spcBef>
              <a:spcAft>
                <a:spcPts val="0"/>
              </a:spcAft>
              <a:buSzPts val="1200"/>
              <a:buChar char="•"/>
              <a:defRPr sz="1200"/>
            </a:lvl8pPr>
            <a:lvl9pPr marL="4114800" lvl="8" indent="-304800" rtl="0">
              <a:spcBef>
                <a:spcPts val="400"/>
              </a:spcBef>
              <a:spcAft>
                <a:spcPts val="0"/>
              </a:spcAft>
              <a:buSzPts val="1200"/>
              <a:buChar char="•"/>
              <a:defRPr sz="1200"/>
            </a:lvl9pPr>
          </a:lstStyle>
          <a:p>
            <a:endParaRPr/>
          </a:p>
        </p:txBody>
      </p:sp>
      <p:sp>
        <p:nvSpPr>
          <p:cNvPr id="243" name="Google Shape;243;p37"/>
          <p:cNvSpPr txBox="1">
            <a:spLocks noGrp="1"/>
          </p:cNvSpPr>
          <p:nvPr>
            <p:ph type="body" idx="2"/>
          </p:nvPr>
        </p:nvSpPr>
        <p:spPr>
          <a:xfrm>
            <a:off x="4832400" y="1152475"/>
            <a:ext cx="3999900" cy="3416400"/>
          </a:xfrm>
          <a:prstGeom prst="rect">
            <a:avLst/>
          </a:prstGeom>
        </p:spPr>
        <p:txBody>
          <a:bodyPr spcFirstLastPara="1" wrap="square" lIns="0" tIns="0" rIns="0" bIns="0" anchor="t" anchorCtr="0">
            <a:noAutofit/>
          </a:bodyPr>
          <a:lstStyle>
            <a:lvl1pPr marL="457200" lvl="0" indent="-317500" rtl="0">
              <a:spcBef>
                <a:spcPts val="800"/>
              </a:spcBef>
              <a:spcAft>
                <a:spcPts val="0"/>
              </a:spcAft>
              <a:buSzPts val="1400"/>
              <a:buChar char="•"/>
              <a:defRPr sz="1400"/>
            </a:lvl1pPr>
            <a:lvl2pPr marL="914400" lvl="1" indent="-304800" rtl="0">
              <a:spcBef>
                <a:spcPts val="500"/>
              </a:spcBef>
              <a:spcAft>
                <a:spcPts val="0"/>
              </a:spcAft>
              <a:buSzPts val="1200"/>
              <a:buChar char="•"/>
              <a:defRPr sz="1200"/>
            </a:lvl2pPr>
            <a:lvl3pPr marL="1371600" lvl="2" indent="-304800" rtl="0">
              <a:spcBef>
                <a:spcPts val="500"/>
              </a:spcBef>
              <a:spcAft>
                <a:spcPts val="0"/>
              </a:spcAft>
              <a:buSzPts val="1200"/>
              <a:buChar char="•"/>
              <a:defRPr sz="1200"/>
            </a:lvl3pPr>
            <a:lvl4pPr marL="1828800" lvl="3" indent="-304800" rtl="0">
              <a:spcBef>
                <a:spcPts val="500"/>
              </a:spcBef>
              <a:spcAft>
                <a:spcPts val="0"/>
              </a:spcAft>
              <a:buSzPts val="1200"/>
              <a:buChar char="•"/>
              <a:defRPr sz="1200"/>
            </a:lvl4pPr>
            <a:lvl5pPr marL="2286000" lvl="4" indent="-304800" rtl="0">
              <a:spcBef>
                <a:spcPts val="500"/>
              </a:spcBef>
              <a:spcAft>
                <a:spcPts val="0"/>
              </a:spcAft>
              <a:buSzPts val="1200"/>
              <a:buChar char="•"/>
              <a:defRPr sz="1200"/>
            </a:lvl5pPr>
            <a:lvl6pPr marL="2743200" lvl="5" indent="-304800" rtl="0">
              <a:spcBef>
                <a:spcPts val="500"/>
              </a:spcBef>
              <a:spcAft>
                <a:spcPts val="0"/>
              </a:spcAft>
              <a:buSzPts val="1200"/>
              <a:buChar char="•"/>
              <a:defRPr sz="1200"/>
            </a:lvl6pPr>
            <a:lvl7pPr marL="3200400" lvl="6" indent="-304800" rtl="0">
              <a:spcBef>
                <a:spcPts val="400"/>
              </a:spcBef>
              <a:spcAft>
                <a:spcPts val="0"/>
              </a:spcAft>
              <a:buSzPts val="1200"/>
              <a:buChar char="•"/>
              <a:defRPr sz="1200"/>
            </a:lvl7pPr>
            <a:lvl8pPr marL="3657600" lvl="7" indent="-304800" rtl="0">
              <a:spcBef>
                <a:spcPts val="400"/>
              </a:spcBef>
              <a:spcAft>
                <a:spcPts val="0"/>
              </a:spcAft>
              <a:buSzPts val="1200"/>
              <a:buChar char="•"/>
              <a:defRPr sz="1200"/>
            </a:lvl8pPr>
            <a:lvl9pPr marL="4114800" lvl="8" indent="-304800" rtl="0">
              <a:spcBef>
                <a:spcPts val="400"/>
              </a:spcBef>
              <a:spcAft>
                <a:spcPts val="0"/>
              </a:spcAft>
              <a:buSzPts val="1200"/>
              <a:buChar char="•"/>
              <a:defRPr sz="1200"/>
            </a:lvl9pPr>
          </a:lstStyle>
          <a:p>
            <a:endParaRPr/>
          </a:p>
        </p:txBody>
      </p:sp>
      <p:sp>
        <p:nvSpPr>
          <p:cNvPr id="244" name="Google Shape;244;p3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l"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Space - Title Blank">
  <p:cSld name="BLANK_2_2_1_1_1">
    <p:bg>
      <p:bgPr>
        <a:solidFill>
          <a:srgbClr val="F7F7F7"/>
        </a:solidFill>
        <a:effectLst/>
      </p:bgPr>
    </p:bg>
    <p:spTree>
      <p:nvGrpSpPr>
        <p:cNvPr id="1" name="Shape 245"/>
        <p:cNvGrpSpPr/>
        <p:nvPr/>
      </p:nvGrpSpPr>
      <p:grpSpPr>
        <a:xfrm>
          <a:off x="0" y="0"/>
          <a:ext cx="0" cy="0"/>
          <a:chOff x="0" y="0"/>
          <a:chExt cx="0" cy="0"/>
        </a:xfrm>
      </p:grpSpPr>
      <p:sp>
        <p:nvSpPr>
          <p:cNvPr id="246" name="Google Shape;246;p3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l" rtl="0">
              <a:spcBef>
                <a:spcPts val="0"/>
              </a:spcBef>
              <a:spcAft>
                <a:spcPts val="0"/>
              </a:spcAft>
              <a:buNone/>
            </a:pPr>
            <a:fld id="{00000000-1234-1234-1234-123412341234}" type="slidenum">
              <a:rPr lang="en"/>
              <a:t>‹#›</a:t>
            </a:fld>
            <a:endParaRPr/>
          </a:p>
        </p:txBody>
      </p:sp>
      <p:sp>
        <p:nvSpPr>
          <p:cNvPr id="247" name="Google Shape;247;p38"/>
          <p:cNvSpPr txBox="1">
            <a:spLocks noGrp="1"/>
          </p:cNvSpPr>
          <p:nvPr>
            <p:ph type="ctrTitle"/>
          </p:nvPr>
        </p:nvSpPr>
        <p:spPr>
          <a:xfrm>
            <a:off x="378325" y="31276"/>
            <a:ext cx="7458900" cy="763500"/>
          </a:xfrm>
          <a:prstGeom prst="rect">
            <a:avLst/>
          </a:prstGeom>
        </p:spPr>
        <p:txBody>
          <a:bodyPr spcFirstLastPara="1" wrap="square" lIns="0" tIns="0" rIns="0" bIns="0" anchor="t" anchorCtr="0">
            <a:noAutofit/>
          </a:bodyPr>
          <a:lstStyle>
            <a:lvl1pPr lvl="0" rtl="0">
              <a:spcBef>
                <a:spcPts val="0"/>
              </a:spcBef>
              <a:spcAft>
                <a:spcPts val="0"/>
              </a:spcAft>
              <a:buSzPts val="3600"/>
              <a:buFont typeface="IBM Plex Sans"/>
              <a:buNone/>
              <a:defRPr sz="3600" b="1">
                <a:latin typeface="IBM Plex Sans"/>
                <a:ea typeface="IBM Plex Sans"/>
                <a:cs typeface="IBM Plex Sans"/>
                <a:sym typeface="IBM Plex Sans"/>
              </a:defRPr>
            </a:lvl1pPr>
            <a:lvl2pPr lvl="1" algn="ctr" rtl="0">
              <a:spcBef>
                <a:spcPts val="0"/>
              </a:spcBef>
              <a:spcAft>
                <a:spcPts val="0"/>
              </a:spcAft>
              <a:buSzPts val="5200"/>
              <a:buNone/>
              <a:defRPr sz="5200"/>
            </a:lvl2pPr>
            <a:lvl3pPr lvl="2" algn="ctr" rtl="0">
              <a:spcBef>
                <a:spcPts val="0"/>
              </a:spcBef>
              <a:spcAft>
                <a:spcPts val="0"/>
              </a:spcAft>
              <a:buSzPts val="5200"/>
              <a:buNone/>
              <a:defRPr sz="5200"/>
            </a:lvl3pPr>
            <a:lvl4pPr lvl="3" algn="ctr" rtl="0">
              <a:spcBef>
                <a:spcPts val="0"/>
              </a:spcBef>
              <a:spcAft>
                <a:spcPts val="0"/>
              </a:spcAft>
              <a:buSzPts val="5200"/>
              <a:buNone/>
              <a:defRPr sz="5200"/>
            </a:lvl4pPr>
            <a:lvl5pPr lvl="4" algn="ctr" rtl="0">
              <a:spcBef>
                <a:spcPts val="0"/>
              </a:spcBef>
              <a:spcAft>
                <a:spcPts val="0"/>
              </a:spcAft>
              <a:buSzPts val="5200"/>
              <a:buNone/>
              <a:defRPr sz="5200"/>
            </a:lvl5pPr>
            <a:lvl6pPr lvl="5" algn="ctr" rtl="0">
              <a:spcBef>
                <a:spcPts val="0"/>
              </a:spcBef>
              <a:spcAft>
                <a:spcPts val="0"/>
              </a:spcAft>
              <a:buSzPts val="5200"/>
              <a:buNone/>
              <a:defRPr sz="5200"/>
            </a:lvl6pPr>
            <a:lvl7pPr lvl="6" algn="ctr" rtl="0">
              <a:spcBef>
                <a:spcPts val="0"/>
              </a:spcBef>
              <a:spcAft>
                <a:spcPts val="0"/>
              </a:spcAft>
              <a:buSzPts val="5200"/>
              <a:buNone/>
              <a:defRPr sz="5200"/>
            </a:lvl7pPr>
            <a:lvl8pPr lvl="7" algn="ctr" rtl="0">
              <a:spcBef>
                <a:spcPts val="0"/>
              </a:spcBef>
              <a:spcAft>
                <a:spcPts val="0"/>
              </a:spcAft>
              <a:buSzPts val="5200"/>
              <a:buNone/>
              <a:defRPr sz="5200"/>
            </a:lvl8pPr>
            <a:lvl9pPr lvl="8" algn="ctr" rtl="0">
              <a:spcBef>
                <a:spcPts val="0"/>
              </a:spcBef>
              <a:spcAft>
                <a:spcPts val="0"/>
              </a:spcAft>
              <a:buSzPts val="5200"/>
              <a:buNone/>
              <a:defRPr sz="5200"/>
            </a:lvl9pPr>
          </a:lstStyle>
          <a:p>
            <a:endParaRPr/>
          </a:p>
        </p:txBody>
      </p:sp>
      <p:pic>
        <p:nvPicPr>
          <p:cNvPr id="248" name="Google Shape;248;p38"/>
          <p:cNvPicPr preferRelativeResize="0"/>
          <p:nvPr/>
        </p:nvPicPr>
        <p:blipFill>
          <a:blip r:embed="rId2">
            <a:alphaModFix/>
          </a:blip>
          <a:stretch>
            <a:fillRect/>
          </a:stretch>
        </p:blipFill>
        <p:spPr>
          <a:xfrm>
            <a:off x="8544852" y="62010"/>
            <a:ext cx="599140" cy="599141"/>
          </a:xfrm>
          <a:prstGeom prst="rect">
            <a:avLst/>
          </a:prstGeom>
          <a:noFill/>
          <a:ln>
            <a:noFill/>
          </a:ln>
        </p:spPr>
      </p:pic>
    </p:spTree>
  </p:cSld>
  <p:clrMapOvr>
    <a:masterClrMapping/>
  </p:clrMapOvr>
  <p:extLst>
    <p:ext uri="{DCECCB84-F9BA-43D5-87BE-67443E8EF086}">
      <p15:sldGuideLst xmlns:p15="http://schemas.microsoft.com/office/powerpoint/2012/main">
        <p15:guide id="1" orient="horz" pos="360">
          <p15:clr>
            <a:srgbClr val="FA7B17"/>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6 Topics">
  <p:cSld name="TITLE_ONLY_1_4_1">
    <p:bg>
      <p:bgPr>
        <a:solidFill>
          <a:schemeClr val="dk1"/>
        </a:solidFill>
        <a:effectLst/>
      </p:bgPr>
    </p:bg>
    <p:spTree>
      <p:nvGrpSpPr>
        <p:cNvPr id="1" name="Shape 280"/>
        <p:cNvGrpSpPr/>
        <p:nvPr/>
      </p:nvGrpSpPr>
      <p:grpSpPr>
        <a:xfrm>
          <a:off x="0" y="0"/>
          <a:ext cx="0" cy="0"/>
          <a:chOff x="0" y="0"/>
          <a:chExt cx="0" cy="0"/>
        </a:xfrm>
      </p:grpSpPr>
      <p:sp>
        <p:nvSpPr>
          <p:cNvPr id="281" name="Google Shape;281;p40"/>
          <p:cNvSpPr txBox="1">
            <a:spLocks noGrp="1"/>
          </p:cNvSpPr>
          <p:nvPr>
            <p:ph type="title"/>
          </p:nvPr>
        </p:nvSpPr>
        <p:spPr>
          <a:xfrm>
            <a:off x="457200" y="114300"/>
            <a:ext cx="8229600" cy="903300"/>
          </a:xfrm>
          <a:prstGeom prst="rect">
            <a:avLst/>
          </a:prstGeom>
        </p:spPr>
        <p:txBody>
          <a:bodyPr spcFirstLastPara="1" wrap="square" lIns="0" tIns="0" rIns="0" bIns="0" anchor="t" anchorCtr="0">
            <a:noAutofit/>
          </a:bodyPr>
          <a:lstStyle>
            <a:lvl1pPr lvl="0" rtl="0">
              <a:spcBef>
                <a:spcPts val="0"/>
              </a:spcBef>
              <a:spcAft>
                <a:spcPts val="0"/>
              </a:spcAft>
              <a:buClr>
                <a:schemeClr val="lt2"/>
              </a:buClr>
              <a:buSzPts val="2400"/>
              <a:buNone/>
              <a:defRPr>
                <a:solidFill>
                  <a:schemeClr val="lt2"/>
                </a:solidFill>
              </a:defRPr>
            </a:lvl1pPr>
            <a:lvl2pPr lvl="1" rtl="0">
              <a:spcBef>
                <a:spcPts val="0"/>
              </a:spcBef>
              <a:spcAft>
                <a:spcPts val="0"/>
              </a:spcAft>
              <a:buSzPts val="1100"/>
              <a:buNone/>
              <a:defRPr/>
            </a:lvl2pPr>
            <a:lvl3pPr lvl="2" rtl="0">
              <a:spcBef>
                <a:spcPts val="0"/>
              </a:spcBef>
              <a:spcAft>
                <a:spcPts val="0"/>
              </a:spcAft>
              <a:buSzPts val="1100"/>
              <a:buNone/>
              <a:defRPr/>
            </a:lvl3pPr>
            <a:lvl4pPr lvl="3" rtl="0">
              <a:spcBef>
                <a:spcPts val="0"/>
              </a:spcBef>
              <a:spcAft>
                <a:spcPts val="0"/>
              </a:spcAft>
              <a:buSzPts val="1100"/>
              <a:buNone/>
              <a:defRPr/>
            </a:lvl4pPr>
            <a:lvl5pPr lvl="4" rtl="0">
              <a:spcBef>
                <a:spcPts val="0"/>
              </a:spcBef>
              <a:spcAft>
                <a:spcPts val="0"/>
              </a:spcAft>
              <a:buSzPts val="1100"/>
              <a:buNone/>
              <a:defRPr/>
            </a:lvl5pPr>
            <a:lvl6pPr lvl="5" rtl="0">
              <a:spcBef>
                <a:spcPts val="0"/>
              </a:spcBef>
              <a:spcAft>
                <a:spcPts val="0"/>
              </a:spcAft>
              <a:buSzPts val="1100"/>
              <a:buNone/>
              <a:defRPr/>
            </a:lvl6pPr>
            <a:lvl7pPr lvl="6" rtl="0">
              <a:spcBef>
                <a:spcPts val="0"/>
              </a:spcBef>
              <a:spcAft>
                <a:spcPts val="0"/>
              </a:spcAft>
              <a:buSzPts val="1100"/>
              <a:buNone/>
              <a:defRPr/>
            </a:lvl7pPr>
            <a:lvl8pPr lvl="7" rtl="0">
              <a:spcBef>
                <a:spcPts val="0"/>
              </a:spcBef>
              <a:spcAft>
                <a:spcPts val="0"/>
              </a:spcAft>
              <a:buSzPts val="1100"/>
              <a:buNone/>
              <a:defRPr/>
            </a:lvl8pPr>
            <a:lvl9pPr lvl="8" rtl="0">
              <a:spcBef>
                <a:spcPts val="0"/>
              </a:spcBef>
              <a:spcAft>
                <a:spcPts val="0"/>
              </a:spcAft>
              <a:buSzPts val="1100"/>
              <a:buNone/>
              <a:defRPr/>
            </a:lvl9pPr>
          </a:lstStyle>
          <a:p>
            <a:endParaRPr/>
          </a:p>
        </p:txBody>
      </p:sp>
      <p:sp>
        <p:nvSpPr>
          <p:cNvPr id="282" name="Google Shape;282;p40"/>
          <p:cNvSpPr txBox="1">
            <a:spLocks noGrp="1"/>
          </p:cNvSpPr>
          <p:nvPr>
            <p:ph type="sldNum" idx="12"/>
          </p:nvPr>
        </p:nvSpPr>
        <p:spPr>
          <a:xfrm>
            <a:off x="8366700" y="4805546"/>
            <a:ext cx="548700" cy="215400"/>
          </a:xfrm>
          <a:prstGeom prst="rect">
            <a:avLst/>
          </a:prstGeom>
          <a:noFill/>
          <a:ln>
            <a:noFill/>
          </a:ln>
        </p:spPr>
        <p:txBody>
          <a:bodyPr spcFirstLastPara="1" wrap="square" lIns="91425" tIns="91425" rIns="91425" bIns="91425" anchor="ctr" anchorCtr="0">
            <a:noAutofit/>
          </a:bodyPr>
          <a:lstStyle>
            <a:lvl1pPr lvl="0" rtl="0">
              <a:buNone/>
              <a:defRPr>
                <a:solidFill>
                  <a:schemeClr val="accent5"/>
                </a:solidFill>
              </a:defRPr>
            </a:lvl1pPr>
            <a:lvl2pPr lvl="1" rtl="0">
              <a:buNone/>
              <a:defRPr>
                <a:solidFill>
                  <a:schemeClr val="accent5"/>
                </a:solidFill>
              </a:defRPr>
            </a:lvl2pPr>
            <a:lvl3pPr lvl="2" rtl="0">
              <a:buNone/>
              <a:defRPr>
                <a:solidFill>
                  <a:schemeClr val="accent5"/>
                </a:solidFill>
              </a:defRPr>
            </a:lvl3pPr>
            <a:lvl4pPr lvl="3" rtl="0">
              <a:buNone/>
              <a:defRPr>
                <a:solidFill>
                  <a:schemeClr val="accent5"/>
                </a:solidFill>
              </a:defRPr>
            </a:lvl4pPr>
            <a:lvl5pPr lvl="4" rtl="0">
              <a:buNone/>
              <a:defRPr>
                <a:solidFill>
                  <a:schemeClr val="accent5"/>
                </a:solidFill>
              </a:defRPr>
            </a:lvl5pPr>
            <a:lvl6pPr lvl="5" rtl="0">
              <a:buNone/>
              <a:defRPr>
                <a:solidFill>
                  <a:schemeClr val="accent5"/>
                </a:solidFill>
              </a:defRPr>
            </a:lvl6pPr>
            <a:lvl7pPr lvl="6" rtl="0">
              <a:buNone/>
              <a:defRPr>
                <a:solidFill>
                  <a:schemeClr val="accent5"/>
                </a:solidFill>
              </a:defRPr>
            </a:lvl7pPr>
            <a:lvl8pPr lvl="7" rtl="0">
              <a:buNone/>
              <a:defRPr>
                <a:solidFill>
                  <a:schemeClr val="accent5"/>
                </a:solidFill>
              </a:defRPr>
            </a:lvl8pPr>
            <a:lvl9pPr lvl="8" rtl="0">
              <a:buNone/>
              <a:defRPr>
                <a:solidFill>
                  <a:schemeClr val="accent5"/>
                </a:solidFill>
              </a:defRPr>
            </a:lvl9pPr>
          </a:lstStyle>
          <a:p>
            <a:pPr marL="0" lvl="0" indent="0" algn="l" rtl="0">
              <a:spcBef>
                <a:spcPts val="0"/>
              </a:spcBef>
              <a:spcAft>
                <a:spcPts val="0"/>
              </a:spcAft>
              <a:buNone/>
            </a:pPr>
            <a:fld id="{00000000-1234-1234-1234-123412341234}" type="slidenum">
              <a:rPr lang="en"/>
              <a:t>‹#›</a:t>
            </a:fld>
            <a:endParaRPr/>
          </a:p>
        </p:txBody>
      </p:sp>
      <p:pic>
        <p:nvPicPr>
          <p:cNvPr id="283" name="Google Shape;283;p40"/>
          <p:cNvPicPr preferRelativeResize="0"/>
          <p:nvPr/>
        </p:nvPicPr>
        <p:blipFill>
          <a:blip r:embed="rId2">
            <a:alphaModFix/>
          </a:blip>
          <a:stretch>
            <a:fillRect/>
          </a:stretch>
        </p:blipFill>
        <p:spPr>
          <a:xfrm>
            <a:off x="8544859" y="62003"/>
            <a:ext cx="599140" cy="599141"/>
          </a:xfrm>
          <a:prstGeom prst="rect">
            <a:avLst/>
          </a:prstGeom>
          <a:noFill/>
          <a:ln>
            <a:noFill/>
          </a:ln>
        </p:spPr>
      </p:pic>
      <p:sp>
        <p:nvSpPr>
          <p:cNvPr id="284" name="Google Shape;284;p40"/>
          <p:cNvSpPr txBox="1">
            <a:spLocks noGrp="1"/>
          </p:cNvSpPr>
          <p:nvPr>
            <p:ph type="subTitle" idx="1"/>
          </p:nvPr>
        </p:nvSpPr>
        <p:spPr>
          <a:xfrm>
            <a:off x="467075" y="4814525"/>
            <a:ext cx="2326500" cy="206400"/>
          </a:xfrm>
          <a:prstGeom prst="rect">
            <a:avLst/>
          </a:prstGeom>
        </p:spPr>
        <p:txBody>
          <a:bodyPr spcFirstLastPara="1" wrap="square" lIns="0" tIns="0" rIns="0" bIns="0" anchor="b" anchorCtr="0">
            <a:noAutofit/>
          </a:bodyPr>
          <a:lstStyle>
            <a:lvl1pPr lvl="0" rtl="0">
              <a:spcBef>
                <a:spcPts val="800"/>
              </a:spcBef>
              <a:spcAft>
                <a:spcPts val="0"/>
              </a:spcAft>
              <a:buClr>
                <a:schemeClr val="accent5"/>
              </a:buClr>
              <a:buSzPts val="700"/>
              <a:buNone/>
              <a:defRPr sz="700">
                <a:solidFill>
                  <a:schemeClr val="accent5"/>
                </a:solidFill>
              </a:defRPr>
            </a:lvl1pPr>
            <a:lvl2pPr lvl="1" rtl="0">
              <a:spcBef>
                <a:spcPts val="500"/>
              </a:spcBef>
              <a:spcAft>
                <a:spcPts val="0"/>
              </a:spcAft>
              <a:buClr>
                <a:schemeClr val="accent5"/>
              </a:buClr>
              <a:buSzPts val="1800"/>
              <a:buNone/>
              <a:defRPr>
                <a:solidFill>
                  <a:schemeClr val="accent5"/>
                </a:solidFill>
              </a:defRPr>
            </a:lvl2pPr>
            <a:lvl3pPr lvl="2" rtl="0">
              <a:spcBef>
                <a:spcPts val="500"/>
              </a:spcBef>
              <a:spcAft>
                <a:spcPts val="0"/>
              </a:spcAft>
              <a:buClr>
                <a:schemeClr val="accent5"/>
              </a:buClr>
              <a:buSzPts val="1500"/>
              <a:buNone/>
              <a:defRPr>
                <a:solidFill>
                  <a:schemeClr val="accent5"/>
                </a:solidFill>
              </a:defRPr>
            </a:lvl3pPr>
            <a:lvl4pPr lvl="3" rtl="0">
              <a:spcBef>
                <a:spcPts val="500"/>
              </a:spcBef>
              <a:spcAft>
                <a:spcPts val="0"/>
              </a:spcAft>
              <a:buClr>
                <a:schemeClr val="accent5"/>
              </a:buClr>
              <a:buSzPts val="1400"/>
              <a:buNone/>
              <a:defRPr>
                <a:solidFill>
                  <a:schemeClr val="accent5"/>
                </a:solidFill>
              </a:defRPr>
            </a:lvl4pPr>
            <a:lvl5pPr lvl="4" rtl="0">
              <a:spcBef>
                <a:spcPts val="500"/>
              </a:spcBef>
              <a:spcAft>
                <a:spcPts val="0"/>
              </a:spcAft>
              <a:buClr>
                <a:schemeClr val="accent5"/>
              </a:buClr>
              <a:buSzPts val="1400"/>
              <a:buNone/>
              <a:defRPr>
                <a:solidFill>
                  <a:schemeClr val="accent5"/>
                </a:solidFill>
              </a:defRPr>
            </a:lvl5pPr>
            <a:lvl6pPr lvl="5" rtl="0">
              <a:spcBef>
                <a:spcPts val="500"/>
              </a:spcBef>
              <a:spcAft>
                <a:spcPts val="0"/>
              </a:spcAft>
              <a:buClr>
                <a:schemeClr val="accent5"/>
              </a:buClr>
              <a:buSzPts val="1400"/>
              <a:buNone/>
              <a:defRPr>
                <a:solidFill>
                  <a:schemeClr val="accent5"/>
                </a:solidFill>
              </a:defRPr>
            </a:lvl6pPr>
            <a:lvl7pPr lvl="6" rtl="0">
              <a:spcBef>
                <a:spcPts val="400"/>
              </a:spcBef>
              <a:spcAft>
                <a:spcPts val="0"/>
              </a:spcAft>
              <a:buClr>
                <a:schemeClr val="accent5"/>
              </a:buClr>
              <a:buSzPts val="1400"/>
              <a:buNone/>
              <a:defRPr>
                <a:solidFill>
                  <a:schemeClr val="accent5"/>
                </a:solidFill>
              </a:defRPr>
            </a:lvl7pPr>
            <a:lvl8pPr lvl="7" rtl="0">
              <a:spcBef>
                <a:spcPts val="400"/>
              </a:spcBef>
              <a:spcAft>
                <a:spcPts val="0"/>
              </a:spcAft>
              <a:buClr>
                <a:schemeClr val="accent5"/>
              </a:buClr>
              <a:buSzPts val="1400"/>
              <a:buNone/>
              <a:defRPr>
                <a:solidFill>
                  <a:schemeClr val="accent5"/>
                </a:solidFill>
              </a:defRPr>
            </a:lvl8pPr>
            <a:lvl9pPr lvl="8" rtl="0">
              <a:spcBef>
                <a:spcPts val="400"/>
              </a:spcBef>
              <a:spcAft>
                <a:spcPts val="0"/>
              </a:spcAft>
              <a:buClr>
                <a:schemeClr val="accent5"/>
              </a:buClr>
              <a:buSzPts val="1400"/>
              <a:buNone/>
              <a:defRPr>
                <a:solidFill>
                  <a:schemeClr val="accent5"/>
                </a:solidFill>
              </a:defRPr>
            </a:lvl9pPr>
          </a:lstStyle>
          <a:p>
            <a:endParaRPr/>
          </a:p>
        </p:txBody>
      </p:sp>
      <p:sp>
        <p:nvSpPr>
          <p:cNvPr id="285" name="Google Shape;285;p40"/>
          <p:cNvSpPr>
            <a:spLocks noGrp="1"/>
          </p:cNvSpPr>
          <p:nvPr>
            <p:ph type="pic" idx="2"/>
          </p:nvPr>
        </p:nvSpPr>
        <p:spPr>
          <a:xfrm>
            <a:off x="4301325" y="1144224"/>
            <a:ext cx="548700" cy="455700"/>
          </a:xfrm>
          <a:prstGeom prst="rect">
            <a:avLst/>
          </a:prstGeom>
          <a:noFill/>
          <a:ln>
            <a:noFill/>
          </a:ln>
        </p:spPr>
      </p:sp>
      <p:sp>
        <p:nvSpPr>
          <p:cNvPr id="286" name="Google Shape;286;p40"/>
          <p:cNvSpPr txBox="1">
            <a:spLocks noGrp="1"/>
          </p:cNvSpPr>
          <p:nvPr>
            <p:ph type="subTitle" idx="3"/>
          </p:nvPr>
        </p:nvSpPr>
        <p:spPr>
          <a:xfrm>
            <a:off x="3780675" y="1749483"/>
            <a:ext cx="1574700" cy="311400"/>
          </a:xfrm>
          <a:prstGeom prst="rect">
            <a:avLst/>
          </a:prstGeom>
        </p:spPr>
        <p:txBody>
          <a:bodyPr spcFirstLastPara="1" wrap="square" lIns="0" tIns="0" rIns="0" bIns="0" anchor="t" anchorCtr="0">
            <a:noAutofit/>
          </a:bodyPr>
          <a:lstStyle>
            <a:lvl1pPr lvl="0" algn="ctr" rtl="0">
              <a:lnSpc>
                <a:spcPct val="100000"/>
              </a:lnSpc>
              <a:spcBef>
                <a:spcPts val="800"/>
              </a:spcBef>
              <a:spcAft>
                <a:spcPts val="0"/>
              </a:spcAft>
              <a:buClr>
                <a:schemeClr val="lt1"/>
              </a:buClr>
              <a:buSzPts val="2100"/>
              <a:buNone/>
              <a:defRPr b="1">
                <a:solidFill>
                  <a:schemeClr val="lt1"/>
                </a:solidFill>
              </a:defRPr>
            </a:lvl1pPr>
            <a:lvl2pPr lvl="1" algn="ctr" rtl="0">
              <a:lnSpc>
                <a:spcPct val="100000"/>
              </a:lnSpc>
              <a:spcBef>
                <a:spcPts val="500"/>
              </a:spcBef>
              <a:spcAft>
                <a:spcPts val="0"/>
              </a:spcAft>
              <a:buClr>
                <a:schemeClr val="lt1"/>
              </a:buClr>
              <a:buSzPts val="1600"/>
              <a:buFont typeface="IBM Plex Sans Medium"/>
              <a:buNone/>
              <a:defRPr sz="1600">
                <a:solidFill>
                  <a:schemeClr val="lt1"/>
                </a:solidFill>
                <a:latin typeface="IBM Plex Sans Medium"/>
                <a:ea typeface="IBM Plex Sans Medium"/>
                <a:cs typeface="IBM Plex Sans Medium"/>
                <a:sym typeface="IBM Plex Sans Medium"/>
              </a:defRPr>
            </a:lvl2pPr>
            <a:lvl3pPr lvl="2" algn="ctr" rtl="0">
              <a:lnSpc>
                <a:spcPct val="100000"/>
              </a:lnSpc>
              <a:spcBef>
                <a:spcPts val="500"/>
              </a:spcBef>
              <a:spcAft>
                <a:spcPts val="0"/>
              </a:spcAft>
              <a:buClr>
                <a:schemeClr val="lt1"/>
              </a:buClr>
              <a:buSzPts val="1600"/>
              <a:buFont typeface="IBM Plex Sans Medium"/>
              <a:buNone/>
              <a:defRPr sz="1600">
                <a:solidFill>
                  <a:schemeClr val="lt1"/>
                </a:solidFill>
                <a:latin typeface="IBM Plex Sans Medium"/>
                <a:ea typeface="IBM Plex Sans Medium"/>
                <a:cs typeface="IBM Plex Sans Medium"/>
                <a:sym typeface="IBM Plex Sans Medium"/>
              </a:defRPr>
            </a:lvl3pPr>
            <a:lvl4pPr lvl="3" algn="ctr" rtl="0">
              <a:lnSpc>
                <a:spcPct val="100000"/>
              </a:lnSpc>
              <a:spcBef>
                <a:spcPts val="500"/>
              </a:spcBef>
              <a:spcAft>
                <a:spcPts val="0"/>
              </a:spcAft>
              <a:buClr>
                <a:schemeClr val="lt1"/>
              </a:buClr>
              <a:buSzPts val="1600"/>
              <a:buFont typeface="IBM Plex Sans Medium"/>
              <a:buNone/>
              <a:defRPr sz="1600">
                <a:solidFill>
                  <a:schemeClr val="lt1"/>
                </a:solidFill>
                <a:latin typeface="IBM Plex Sans Medium"/>
                <a:ea typeface="IBM Plex Sans Medium"/>
                <a:cs typeface="IBM Plex Sans Medium"/>
                <a:sym typeface="IBM Plex Sans Medium"/>
              </a:defRPr>
            </a:lvl4pPr>
            <a:lvl5pPr lvl="4" algn="ctr" rtl="0">
              <a:lnSpc>
                <a:spcPct val="100000"/>
              </a:lnSpc>
              <a:spcBef>
                <a:spcPts val="500"/>
              </a:spcBef>
              <a:spcAft>
                <a:spcPts val="0"/>
              </a:spcAft>
              <a:buClr>
                <a:schemeClr val="lt1"/>
              </a:buClr>
              <a:buSzPts val="1600"/>
              <a:buFont typeface="IBM Plex Sans Medium"/>
              <a:buNone/>
              <a:defRPr sz="1600">
                <a:solidFill>
                  <a:schemeClr val="lt1"/>
                </a:solidFill>
                <a:latin typeface="IBM Plex Sans Medium"/>
                <a:ea typeface="IBM Plex Sans Medium"/>
                <a:cs typeface="IBM Plex Sans Medium"/>
                <a:sym typeface="IBM Plex Sans Medium"/>
              </a:defRPr>
            </a:lvl5pPr>
            <a:lvl6pPr lvl="5" algn="ctr" rtl="0">
              <a:lnSpc>
                <a:spcPct val="100000"/>
              </a:lnSpc>
              <a:spcBef>
                <a:spcPts val="500"/>
              </a:spcBef>
              <a:spcAft>
                <a:spcPts val="0"/>
              </a:spcAft>
              <a:buClr>
                <a:schemeClr val="lt1"/>
              </a:buClr>
              <a:buSzPts val="1600"/>
              <a:buFont typeface="IBM Plex Sans Medium"/>
              <a:buNone/>
              <a:defRPr sz="1600">
                <a:solidFill>
                  <a:schemeClr val="lt1"/>
                </a:solidFill>
                <a:latin typeface="IBM Plex Sans Medium"/>
                <a:ea typeface="IBM Plex Sans Medium"/>
                <a:cs typeface="IBM Plex Sans Medium"/>
                <a:sym typeface="IBM Plex Sans Medium"/>
              </a:defRPr>
            </a:lvl6pPr>
            <a:lvl7pPr lvl="6" algn="ctr" rtl="0">
              <a:lnSpc>
                <a:spcPct val="100000"/>
              </a:lnSpc>
              <a:spcBef>
                <a:spcPts val="400"/>
              </a:spcBef>
              <a:spcAft>
                <a:spcPts val="0"/>
              </a:spcAft>
              <a:buClr>
                <a:schemeClr val="lt1"/>
              </a:buClr>
              <a:buSzPts val="1600"/>
              <a:buFont typeface="IBM Plex Sans Medium"/>
              <a:buNone/>
              <a:defRPr sz="1600">
                <a:solidFill>
                  <a:schemeClr val="lt1"/>
                </a:solidFill>
                <a:latin typeface="IBM Plex Sans Medium"/>
                <a:ea typeface="IBM Plex Sans Medium"/>
                <a:cs typeface="IBM Plex Sans Medium"/>
                <a:sym typeface="IBM Plex Sans Medium"/>
              </a:defRPr>
            </a:lvl7pPr>
            <a:lvl8pPr lvl="7" algn="ctr" rtl="0">
              <a:lnSpc>
                <a:spcPct val="100000"/>
              </a:lnSpc>
              <a:spcBef>
                <a:spcPts val="400"/>
              </a:spcBef>
              <a:spcAft>
                <a:spcPts val="0"/>
              </a:spcAft>
              <a:buClr>
                <a:schemeClr val="lt1"/>
              </a:buClr>
              <a:buSzPts val="1600"/>
              <a:buFont typeface="IBM Plex Sans Medium"/>
              <a:buNone/>
              <a:defRPr sz="1600">
                <a:solidFill>
                  <a:schemeClr val="lt1"/>
                </a:solidFill>
                <a:latin typeface="IBM Plex Sans Medium"/>
                <a:ea typeface="IBM Plex Sans Medium"/>
                <a:cs typeface="IBM Plex Sans Medium"/>
                <a:sym typeface="IBM Plex Sans Medium"/>
              </a:defRPr>
            </a:lvl8pPr>
            <a:lvl9pPr lvl="8" algn="ctr" rtl="0">
              <a:lnSpc>
                <a:spcPct val="100000"/>
              </a:lnSpc>
              <a:spcBef>
                <a:spcPts val="400"/>
              </a:spcBef>
              <a:spcAft>
                <a:spcPts val="0"/>
              </a:spcAft>
              <a:buClr>
                <a:schemeClr val="lt1"/>
              </a:buClr>
              <a:buSzPts val="1600"/>
              <a:buFont typeface="IBM Plex Sans Medium"/>
              <a:buNone/>
              <a:defRPr sz="1600">
                <a:solidFill>
                  <a:schemeClr val="lt1"/>
                </a:solidFill>
                <a:latin typeface="IBM Plex Sans Medium"/>
                <a:ea typeface="IBM Plex Sans Medium"/>
                <a:cs typeface="IBM Plex Sans Medium"/>
                <a:sym typeface="IBM Plex Sans Medium"/>
              </a:defRPr>
            </a:lvl9pPr>
          </a:lstStyle>
          <a:p>
            <a:endParaRPr/>
          </a:p>
        </p:txBody>
      </p:sp>
      <p:sp>
        <p:nvSpPr>
          <p:cNvPr id="287" name="Google Shape;287;p40"/>
          <p:cNvSpPr txBox="1">
            <a:spLocks noGrp="1"/>
          </p:cNvSpPr>
          <p:nvPr>
            <p:ph type="body" idx="4"/>
          </p:nvPr>
        </p:nvSpPr>
        <p:spPr>
          <a:xfrm>
            <a:off x="3788025" y="2048027"/>
            <a:ext cx="1575300" cy="783000"/>
          </a:xfrm>
          <a:prstGeom prst="rect">
            <a:avLst/>
          </a:prstGeom>
        </p:spPr>
        <p:txBody>
          <a:bodyPr spcFirstLastPara="1" wrap="square" lIns="0" tIns="0" rIns="0" bIns="0" anchor="t" anchorCtr="0">
            <a:noAutofit/>
          </a:bodyPr>
          <a:lstStyle>
            <a:lvl1pPr marL="457200" lvl="0" indent="-298450" rtl="0">
              <a:spcBef>
                <a:spcPts val="800"/>
              </a:spcBef>
              <a:spcAft>
                <a:spcPts val="0"/>
              </a:spcAft>
              <a:buClr>
                <a:schemeClr val="lt1"/>
              </a:buClr>
              <a:buSzPts val="1100"/>
              <a:buChar char="•"/>
              <a:defRPr sz="1100">
                <a:solidFill>
                  <a:schemeClr val="lt1"/>
                </a:solidFill>
              </a:defRPr>
            </a:lvl1pPr>
            <a:lvl2pPr marL="914400" lvl="1" indent="-298450" rtl="0">
              <a:spcBef>
                <a:spcPts val="500"/>
              </a:spcBef>
              <a:spcAft>
                <a:spcPts val="0"/>
              </a:spcAft>
              <a:buClr>
                <a:schemeClr val="lt1"/>
              </a:buClr>
              <a:buSzPts val="1100"/>
              <a:buChar char="•"/>
              <a:defRPr sz="1100">
                <a:solidFill>
                  <a:schemeClr val="lt1"/>
                </a:solidFill>
              </a:defRPr>
            </a:lvl2pPr>
            <a:lvl3pPr marL="1371600" lvl="2" indent="-298450" rtl="0">
              <a:spcBef>
                <a:spcPts val="500"/>
              </a:spcBef>
              <a:spcAft>
                <a:spcPts val="0"/>
              </a:spcAft>
              <a:buSzPts val="1100"/>
              <a:buChar char="•"/>
              <a:defRPr sz="1100"/>
            </a:lvl3pPr>
            <a:lvl4pPr marL="1828800" lvl="3" indent="-298450" rtl="0">
              <a:spcBef>
                <a:spcPts val="500"/>
              </a:spcBef>
              <a:spcAft>
                <a:spcPts val="0"/>
              </a:spcAft>
              <a:buSzPts val="1100"/>
              <a:buChar char="•"/>
              <a:defRPr sz="1100"/>
            </a:lvl4pPr>
            <a:lvl5pPr marL="2286000" lvl="4" indent="-298450" rtl="0">
              <a:spcBef>
                <a:spcPts val="500"/>
              </a:spcBef>
              <a:spcAft>
                <a:spcPts val="0"/>
              </a:spcAft>
              <a:buSzPts val="1100"/>
              <a:buChar char="•"/>
              <a:defRPr sz="1100"/>
            </a:lvl5pPr>
            <a:lvl6pPr marL="2743200" lvl="5" indent="-298450" rtl="0">
              <a:spcBef>
                <a:spcPts val="500"/>
              </a:spcBef>
              <a:spcAft>
                <a:spcPts val="0"/>
              </a:spcAft>
              <a:buSzPts val="1100"/>
              <a:buChar char="•"/>
              <a:defRPr sz="1100"/>
            </a:lvl6pPr>
            <a:lvl7pPr marL="3200400" lvl="6" indent="-298450" rtl="0">
              <a:spcBef>
                <a:spcPts val="400"/>
              </a:spcBef>
              <a:spcAft>
                <a:spcPts val="0"/>
              </a:spcAft>
              <a:buSzPts val="1100"/>
              <a:buChar char="•"/>
              <a:defRPr sz="1100"/>
            </a:lvl7pPr>
            <a:lvl8pPr marL="3657600" lvl="7" indent="-298450" rtl="0">
              <a:spcBef>
                <a:spcPts val="400"/>
              </a:spcBef>
              <a:spcAft>
                <a:spcPts val="0"/>
              </a:spcAft>
              <a:buSzPts val="1100"/>
              <a:buChar char="•"/>
              <a:defRPr sz="1100"/>
            </a:lvl8pPr>
            <a:lvl9pPr marL="4114800" lvl="8" indent="-298450" rtl="0">
              <a:spcBef>
                <a:spcPts val="400"/>
              </a:spcBef>
              <a:spcAft>
                <a:spcPts val="0"/>
              </a:spcAft>
              <a:buSzPts val="1100"/>
              <a:buChar char="•"/>
              <a:defRPr sz="1100"/>
            </a:lvl9pPr>
          </a:lstStyle>
          <a:p>
            <a:endParaRPr/>
          </a:p>
        </p:txBody>
      </p:sp>
      <p:sp>
        <p:nvSpPr>
          <p:cNvPr id="288" name="Google Shape;288;p40"/>
          <p:cNvSpPr>
            <a:spLocks noGrp="1"/>
          </p:cNvSpPr>
          <p:nvPr>
            <p:ph type="pic" idx="5"/>
          </p:nvPr>
        </p:nvSpPr>
        <p:spPr>
          <a:xfrm>
            <a:off x="4305000" y="2986399"/>
            <a:ext cx="548700" cy="455700"/>
          </a:xfrm>
          <a:prstGeom prst="rect">
            <a:avLst/>
          </a:prstGeom>
          <a:noFill/>
          <a:ln>
            <a:noFill/>
          </a:ln>
        </p:spPr>
      </p:sp>
      <p:sp>
        <p:nvSpPr>
          <p:cNvPr id="289" name="Google Shape;289;p40"/>
          <p:cNvSpPr txBox="1">
            <a:spLocks noGrp="1"/>
          </p:cNvSpPr>
          <p:nvPr>
            <p:ph type="subTitle" idx="6"/>
          </p:nvPr>
        </p:nvSpPr>
        <p:spPr>
          <a:xfrm>
            <a:off x="3784350" y="3591658"/>
            <a:ext cx="1574700" cy="311400"/>
          </a:xfrm>
          <a:prstGeom prst="rect">
            <a:avLst/>
          </a:prstGeom>
        </p:spPr>
        <p:txBody>
          <a:bodyPr spcFirstLastPara="1" wrap="square" lIns="0" tIns="0" rIns="0" bIns="0" anchor="t" anchorCtr="0">
            <a:noAutofit/>
          </a:bodyPr>
          <a:lstStyle>
            <a:lvl1pPr lvl="0" algn="ctr" rtl="0">
              <a:lnSpc>
                <a:spcPct val="100000"/>
              </a:lnSpc>
              <a:spcBef>
                <a:spcPts val="800"/>
              </a:spcBef>
              <a:spcAft>
                <a:spcPts val="0"/>
              </a:spcAft>
              <a:buClr>
                <a:schemeClr val="lt1"/>
              </a:buClr>
              <a:buSzPts val="2100"/>
              <a:buNone/>
              <a:defRPr b="1">
                <a:solidFill>
                  <a:schemeClr val="lt1"/>
                </a:solidFill>
              </a:defRPr>
            </a:lvl1pPr>
            <a:lvl2pPr lvl="1" algn="ctr" rtl="0">
              <a:lnSpc>
                <a:spcPct val="100000"/>
              </a:lnSpc>
              <a:spcBef>
                <a:spcPts val="500"/>
              </a:spcBef>
              <a:spcAft>
                <a:spcPts val="0"/>
              </a:spcAft>
              <a:buClr>
                <a:schemeClr val="lt1"/>
              </a:buClr>
              <a:buSzPts val="1600"/>
              <a:buFont typeface="IBM Plex Sans Medium"/>
              <a:buNone/>
              <a:defRPr sz="1600">
                <a:solidFill>
                  <a:schemeClr val="lt1"/>
                </a:solidFill>
                <a:latin typeface="IBM Plex Sans Medium"/>
                <a:ea typeface="IBM Plex Sans Medium"/>
                <a:cs typeface="IBM Plex Sans Medium"/>
                <a:sym typeface="IBM Plex Sans Medium"/>
              </a:defRPr>
            </a:lvl2pPr>
            <a:lvl3pPr lvl="2" algn="ctr" rtl="0">
              <a:lnSpc>
                <a:spcPct val="100000"/>
              </a:lnSpc>
              <a:spcBef>
                <a:spcPts val="500"/>
              </a:spcBef>
              <a:spcAft>
                <a:spcPts val="0"/>
              </a:spcAft>
              <a:buClr>
                <a:schemeClr val="lt1"/>
              </a:buClr>
              <a:buSzPts val="1600"/>
              <a:buFont typeface="IBM Plex Sans Medium"/>
              <a:buNone/>
              <a:defRPr sz="1600">
                <a:solidFill>
                  <a:schemeClr val="lt1"/>
                </a:solidFill>
                <a:latin typeface="IBM Plex Sans Medium"/>
                <a:ea typeface="IBM Plex Sans Medium"/>
                <a:cs typeface="IBM Plex Sans Medium"/>
                <a:sym typeface="IBM Plex Sans Medium"/>
              </a:defRPr>
            </a:lvl3pPr>
            <a:lvl4pPr lvl="3" algn="ctr" rtl="0">
              <a:lnSpc>
                <a:spcPct val="100000"/>
              </a:lnSpc>
              <a:spcBef>
                <a:spcPts val="500"/>
              </a:spcBef>
              <a:spcAft>
                <a:spcPts val="0"/>
              </a:spcAft>
              <a:buClr>
                <a:schemeClr val="lt1"/>
              </a:buClr>
              <a:buSzPts val="1600"/>
              <a:buFont typeface="IBM Plex Sans Medium"/>
              <a:buNone/>
              <a:defRPr sz="1600">
                <a:solidFill>
                  <a:schemeClr val="lt1"/>
                </a:solidFill>
                <a:latin typeface="IBM Plex Sans Medium"/>
                <a:ea typeface="IBM Plex Sans Medium"/>
                <a:cs typeface="IBM Plex Sans Medium"/>
                <a:sym typeface="IBM Plex Sans Medium"/>
              </a:defRPr>
            </a:lvl4pPr>
            <a:lvl5pPr lvl="4" algn="ctr" rtl="0">
              <a:lnSpc>
                <a:spcPct val="100000"/>
              </a:lnSpc>
              <a:spcBef>
                <a:spcPts val="500"/>
              </a:spcBef>
              <a:spcAft>
                <a:spcPts val="0"/>
              </a:spcAft>
              <a:buClr>
                <a:schemeClr val="lt1"/>
              </a:buClr>
              <a:buSzPts val="1600"/>
              <a:buFont typeface="IBM Plex Sans Medium"/>
              <a:buNone/>
              <a:defRPr sz="1600">
                <a:solidFill>
                  <a:schemeClr val="lt1"/>
                </a:solidFill>
                <a:latin typeface="IBM Plex Sans Medium"/>
                <a:ea typeface="IBM Plex Sans Medium"/>
                <a:cs typeface="IBM Plex Sans Medium"/>
                <a:sym typeface="IBM Plex Sans Medium"/>
              </a:defRPr>
            </a:lvl5pPr>
            <a:lvl6pPr lvl="5" algn="ctr" rtl="0">
              <a:lnSpc>
                <a:spcPct val="100000"/>
              </a:lnSpc>
              <a:spcBef>
                <a:spcPts val="500"/>
              </a:spcBef>
              <a:spcAft>
                <a:spcPts val="0"/>
              </a:spcAft>
              <a:buClr>
                <a:schemeClr val="lt1"/>
              </a:buClr>
              <a:buSzPts val="1600"/>
              <a:buFont typeface="IBM Plex Sans Medium"/>
              <a:buNone/>
              <a:defRPr sz="1600">
                <a:solidFill>
                  <a:schemeClr val="lt1"/>
                </a:solidFill>
                <a:latin typeface="IBM Plex Sans Medium"/>
                <a:ea typeface="IBM Plex Sans Medium"/>
                <a:cs typeface="IBM Plex Sans Medium"/>
                <a:sym typeface="IBM Plex Sans Medium"/>
              </a:defRPr>
            </a:lvl6pPr>
            <a:lvl7pPr lvl="6" algn="ctr" rtl="0">
              <a:lnSpc>
                <a:spcPct val="100000"/>
              </a:lnSpc>
              <a:spcBef>
                <a:spcPts val="400"/>
              </a:spcBef>
              <a:spcAft>
                <a:spcPts val="0"/>
              </a:spcAft>
              <a:buClr>
                <a:schemeClr val="lt1"/>
              </a:buClr>
              <a:buSzPts val="1600"/>
              <a:buFont typeface="IBM Plex Sans Medium"/>
              <a:buNone/>
              <a:defRPr sz="1600">
                <a:solidFill>
                  <a:schemeClr val="lt1"/>
                </a:solidFill>
                <a:latin typeface="IBM Plex Sans Medium"/>
                <a:ea typeface="IBM Plex Sans Medium"/>
                <a:cs typeface="IBM Plex Sans Medium"/>
                <a:sym typeface="IBM Plex Sans Medium"/>
              </a:defRPr>
            </a:lvl7pPr>
            <a:lvl8pPr lvl="7" algn="ctr" rtl="0">
              <a:lnSpc>
                <a:spcPct val="100000"/>
              </a:lnSpc>
              <a:spcBef>
                <a:spcPts val="400"/>
              </a:spcBef>
              <a:spcAft>
                <a:spcPts val="0"/>
              </a:spcAft>
              <a:buClr>
                <a:schemeClr val="lt1"/>
              </a:buClr>
              <a:buSzPts val="1600"/>
              <a:buFont typeface="IBM Plex Sans Medium"/>
              <a:buNone/>
              <a:defRPr sz="1600">
                <a:solidFill>
                  <a:schemeClr val="lt1"/>
                </a:solidFill>
                <a:latin typeface="IBM Plex Sans Medium"/>
                <a:ea typeface="IBM Plex Sans Medium"/>
                <a:cs typeface="IBM Plex Sans Medium"/>
                <a:sym typeface="IBM Plex Sans Medium"/>
              </a:defRPr>
            </a:lvl8pPr>
            <a:lvl9pPr lvl="8" algn="ctr" rtl="0">
              <a:lnSpc>
                <a:spcPct val="100000"/>
              </a:lnSpc>
              <a:spcBef>
                <a:spcPts val="400"/>
              </a:spcBef>
              <a:spcAft>
                <a:spcPts val="0"/>
              </a:spcAft>
              <a:buClr>
                <a:schemeClr val="lt1"/>
              </a:buClr>
              <a:buSzPts val="1600"/>
              <a:buFont typeface="IBM Plex Sans Medium"/>
              <a:buNone/>
              <a:defRPr sz="1600">
                <a:solidFill>
                  <a:schemeClr val="lt1"/>
                </a:solidFill>
                <a:latin typeface="IBM Plex Sans Medium"/>
                <a:ea typeface="IBM Plex Sans Medium"/>
                <a:cs typeface="IBM Plex Sans Medium"/>
                <a:sym typeface="IBM Plex Sans Medium"/>
              </a:defRPr>
            </a:lvl9pPr>
          </a:lstStyle>
          <a:p>
            <a:endParaRPr/>
          </a:p>
        </p:txBody>
      </p:sp>
      <p:sp>
        <p:nvSpPr>
          <p:cNvPr id="290" name="Google Shape;290;p40"/>
          <p:cNvSpPr txBox="1">
            <a:spLocks noGrp="1"/>
          </p:cNvSpPr>
          <p:nvPr>
            <p:ph type="body" idx="7"/>
          </p:nvPr>
        </p:nvSpPr>
        <p:spPr>
          <a:xfrm>
            <a:off x="3791700" y="3890202"/>
            <a:ext cx="1575300" cy="783000"/>
          </a:xfrm>
          <a:prstGeom prst="rect">
            <a:avLst/>
          </a:prstGeom>
        </p:spPr>
        <p:txBody>
          <a:bodyPr spcFirstLastPara="1" wrap="square" lIns="0" tIns="0" rIns="0" bIns="0" anchor="t" anchorCtr="0">
            <a:noAutofit/>
          </a:bodyPr>
          <a:lstStyle>
            <a:lvl1pPr marL="457200" lvl="0" indent="-298450" rtl="0">
              <a:spcBef>
                <a:spcPts val="800"/>
              </a:spcBef>
              <a:spcAft>
                <a:spcPts val="0"/>
              </a:spcAft>
              <a:buClr>
                <a:schemeClr val="lt1"/>
              </a:buClr>
              <a:buSzPts val="1100"/>
              <a:buChar char="•"/>
              <a:defRPr sz="1100">
                <a:solidFill>
                  <a:schemeClr val="lt1"/>
                </a:solidFill>
              </a:defRPr>
            </a:lvl1pPr>
            <a:lvl2pPr marL="914400" lvl="1" indent="-298450" rtl="0">
              <a:spcBef>
                <a:spcPts val="500"/>
              </a:spcBef>
              <a:spcAft>
                <a:spcPts val="0"/>
              </a:spcAft>
              <a:buClr>
                <a:schemeClr val="lt1"/>
              </a:buClr>
              <a:buSzPts val="1100"/>
              <a:buChar char="•"/>
              <a:defRPr sz="1100">
                <a:solidFill>
                  <a:schemeClr val="lt1"/>
                </a:solidFill>
              </a:defRPr>
            </a:lvl2pPr>
            <a:lvl3pPr marL="1371600" lvl="2" indent="-298450" rtl="0">
              <a:spcBef>
                <a:spcPts val="500"/>
              </a:spcBef>
              <a:spcAft>
                <a:spcPts val="0"/>
              </a:spcAft>
              <a:buSzPts val="1100"/>
              <a:buChar char="•"/>
              <a:defRPr sz="1100"/>
            </a:lvl3pPr>
            <a:lvl4pPr marL="1828800" lvl="3" indent="-298450" rtl="0">
              <a:spcBef>
                <a:spcPts val="500"/>
              </a:spcBef>
              <a:spcAft>
                <a:spcPts val="0"/>
              </a:spcAft>
              <a:buSzPts val="1100"/>
              <a:buChar char="•"/>
              <a:defRPr sz="1100"/>
            </a:lvl4pPr>
            <a:lvl5pPr marL="2286000" lvl="4" indent="-298450" rtl="0">
              <a:spcBef>
                <a:spcPts val="500"/>
              </a:spcBef>
              <a:spcAft>
                <a:spcPts val="0"/>
              </a:spcAft>
              <a:buSzPts val="1100"/>
              <a:buChar char="•"/>
              <a:defRPr sz="1100"/>
            </a:lvl5pPr>
            <a:lvl6pPr marL="2743200" lvl="5" indent="-298450" rtl="0">
              <a:spcBef>
                <a:spcPts val="500"/>
              </a:spcBef>
              <a:spcAft>
                <a:spcPts val="0"/>
              </a:spcAft>
              <a:buSzPts val="1100"/>
              <a:buChar char="•"/>
              <a:defRPr sz="1100"/>
            </a:lvl6pPr>
            <a:lvl7pPr marL="3200400" lvl="6" indent="-298450" rtl="0">
              <a:spcBef>
                <a:spcPts val="400"/>
              </a:spcBef>
              <a:spcAft>
                <a:spcPts val="0"/>
              </a:spcAft>
              <a:buSzPts val="1100"/>
              <a:buChar char="•"/>
              <a:defRPr sz="1100"/>
            </a:lvl7pPr>
            <a:lvl8pPr marL="3657600" lvl="7" indent="-298450" rtl="0">
              <a:spcBef>
                <a:spcPts val="400"/>
              </a:spcBef>
              <a:spcAft>
                <a:spcPts val="0"/>
              </a:spcAft>
              <a:buSzPts val="1100"/>
              <a:buChar char="•"/>
              <a:defRPr sz="1100"/>
            </a:lvl8pPr>
            <a:lvl9pPr marL="4114800" lvl="8" indent="-298450" rtl="0">
              <a:spcBef>
                <a:spcPts val="400"/>
              </a:spcBef>
              <a:spcAft>
                <a:spcPts val="0"/>
              </a:spcAft>
              <a:buSzPts val="1100"/>
              <a:buChar char="•"/>
              <a:defRPr sz="1100"/>
            </a:lvl9pPr>
          </a:lstStyle>
          <a:p>
            <a:endParaRPr/>
          </a:p>
        </p:txBody>
      </p:sp>
      <p:sp>
        <p:nvSpPr>
          <p:cNvPr id="291" name="Google Shape;291;p40"/>
          <p:cNvSpPr>
            <a:spLocks noGrp="1"/>
          </p:cNvSpPr>
          <p:nvPr>
            <p:ph type="pic" idx="8"/>
          </p:nvPr>
        </p:nvSpPr>
        <p:spPr>
          <a:xfrm>
            <a:off x="2030325" y="1144224"/>
            <a:ext cx="548700" cy="455700"/>
          </a:xfrm>
          <a:prstGeom prst="rect">
            <a:avLst/>
          </a:prstGeom>
          <a:noFill/>
          <a:ln>
            <a:noFill/>
          </a:ln>
        </p:spPr>
      </p:sp>
      <p:sp>
        <p:nvSpPr>
          <p:cNvPr id="292" name="Google Shape;292;p40"/>
          <p:cNvSpPr txBox="1">
            <a:spLocks noGrp="1"/>
          </p:cNvSpPr>
          <p:nvPr>
            <p:ph type="subTitle" idx="9"/>
          </p:nvPr>
        </p:nvSpPr>
        <p:spPr>
          <a:xfrm>
            <a:off x="1509675" y="1749483"/>
            <a:ext cx="1574700" cy="311400"/>
          </a:xfrm>
          <a:prstGeom prst="rect">
            <a:avLst/>
          </a:prstGeom>
        </p:spPr>
        <p:txBody>
          <a:bodyPr spcFirstLastPara="1" wrap="square" lIns="0" tIns="0" rIns="0" bIns="0" anchor="t" anchorCtr="0">
            <a:noAutofit/>
          </a:bodyPr>
          <a:lstStyle>
            <a:lvl1pPr lvl="0" algn="ctr" rtl="0">
              <a:lnSpc>
                <a:spcPct val="100000"/>
              </a:lnSpc>
              <a:spcBef>
                <a:spcPts val="800"/>
              </a:spcBef>
              <a:spcAft>
                <a:spcPts val="0"/>
              </a:spcAft>
              <a:buClr>
                <a:schemeClr val="lt1"/>
              </a:buClr>
              <a:buSzPts val="2100"/>
              <a:buNone/>
              <a:defRPr b="1">
                <a:solidFill>
                  <a:schemeClr val="lt1"/>
                </a:solidFill>
              </a:defRPr>
            </a:lvl1pPr>
            <a:lvl2pPr lvl="1" algn="ctr" rtl="0">
              <a:lnSpc>
                <a:spcPct val="100000"/>
              </a:lnSpc>
              <a:spcBef>
                <a:spcPts val="500"/>
              </a:spcBef>
              <a:spcAft>
                <a:spcPts val="0"/>
              </a:spcAft>
              <a:buClr>
                <a:schemeClr val="lt1"/>
              </a:buClr>
              <a:buSzPts val="1600"/>
              <a:buFont typeface="IBM Plex Sans Medium"/>
              <a:buNone/>
              <a:defRPr sz="1600">
                <a:solidFill>
                  <a:schemeClr val="lt1"/>
                </a:solidFill>
                <a:latin typeface="IBM Plex Sans Medium"/>
                <a:ea typeface="IBM Plex Sans Medium"/>
                <a:cs typeface="IBM Plex Sans Medium"/>
                <a:sym typeface="IBM Plex Sans Medium"/>
              </a:defRPr>
            </a:lvl2pPr>
            <a:lvl3pPr lvl="2" algn="ctr" rtl="0">
              <a:lnSpc>
                <a:spcPct val="100000"/>
              </a:lnSpc>
              <a:spcBef>
                <a:spcPts val="500"/>
              </a:spcBef>
              <a:spcAft>
                <a:spcPts val="0"/>
              </a:spcAft>
              <a:buClr>
                <a:schemeClr val="lt1"/>
              </a:buClr>
              <a:buSzPts val="1600"/>
              <a:buFont typeface="IBM Plex Sans Medium"/>
              <a:buNone/>
              <a:defRPr sz="1600">
                <a:solidFill>
                  <a:schemeClr val="lt1"/>
                </a:solidFill>
                <a:latin typeface="IBM Plex Sans Medium"/>
                <a:ea typeface="IBM Plex Sans Medium"/>
                <a:cs typeface="IBM Plex Sans Medium"/>
                <a:sym typeface="IBM Plex Sans Medium"/>
              </a:defRPr>
            </a:lvl3pPr>
            <a:lvl4pPr lvl="3" algn="ctr" rtl="0">
              <a:lnSpc>
                <a:spcPct val="100000"/>
              </a:lnSpc>
              <a:spcBef>
                <a:spcPts val="500"/>
              </a:spcBef>
              <a:spcAft>
                <a:spcPts val="0"/>
              </a:spcAft>
              <a:buClr>
                <a:schemeClr val="lt1"/>
              </a:buClr>
              <a:buSzPts val="1600"/>
              <a:buFont typeface="IBM Plex Sans Medium"/>
              <a:buNone/>
              <a:defRPr sz="1600">
                <a:solidFill>
                  <a:schemeClr val="lt1"/>
                </a:solidFill>
                <a:latin typeface="IBM Plex Sans Medium"/>
                <a:ea typeface="IBM Plex Sans Medium"/>
                <a:cs typeface="IBM Plex Sans Medium"/>
                <a:sym typeface="IBM Plex Sans Medium"/>
              </a:defRPr>
            </a:lvl4pPr>
            <a:lvl5pPr lvl="4" algn="ctr" rtl="0">
              <a:lnSpc>
                <a:spcPct val="100000"/>
              </a:lnSpc>
              <a:spcBef>
                <a:spcPts val="500"/>
              </a:spcBef>
              <a:spcAft>
                <a:spcPts val="0"/>
              </a:spcAft>
              <a:buClr>
                <a:schemeClr val="lt1"/>
              </a:buClr>
              <a:buSzPts val="1600"/>
              <a:buFont typeface="IBM Plex Sans Medium"/>
              <a:buNone/>
              <a:defRPr sz="1600">
                <a:solidFill>
                  <a:schemeClr val="lt1"/>
                </a:solidFill>
                <a:latin typeface="IBM Plex Sans Medium"/>
                <a:ea typeface="IBM Plex Sans Medium"/>
                <a:cs typeface="IBM Plex Sans Medium"/>
                <a:sym typeface="IBM Plex Sans Medium"/>
              </a:defRPr>
            </a:lvl5pPr>
            <a:lvl6pPr lvl="5" algn="ctr" rtl="0">
              <a:lnSpc>
                <a:spcPct val="100000"/>
              </a:lnSpc>
              <a:spcBef>
                <a:spcPts val="500"/>
              </a:spcBef>
              <a:spcAft>
                <a:spcPts val="0"/>
              </a:spcAft>
              <a:buClr>
                <a:schemeClr val="lt1"/>
              </a:buClr>
              <a:buSzPts val="1600"/>
              <a:buFont typeface="IBM Plex Sans Medium"/>
              <a:buNone/>
              <a:defRPr sz="1600">
                <a:solidFill>
                  <a:schemeClr val="lt1"/>
                </a:solidFill>
                <a:latin typeface="IBM Plex Sans Medium"/>
                <a:ea typeface="IBM Plex Sans Medium"/>
                <a:cs typeface="IBM Plex Sans Medium"/>
                <a:sym typeface="IBM Plex Sans Medium"/>
              </a:defRPr>
            </a:lvl6pPr>
            <a:lvl7pPr lvl="6" algn="ctr" rtl="0">
              <a:lnSpc>
                <a:spcPct val="100000"/>
              </a:lnSpc>
              <a:spcBef>
                <a:spcPts val="400"/>
              </a:spcBef>
              <a:spcAft>
                <a:spcPts val="0"/>
              </a:spcAft>
              <a:buClr>
                <a:schemeClr val="lt1"/>
              </a:buClr>
              <a:buSzPts val="1600"/>
              <a:buFont typeface="IBM Plex Sans Medium"/>
              <a:buNone/>
              <a:defRPr sz="1600">
                <a:solidFill>
                  <a:schemeClr val="lt1"/>
                </a:solidFill>
                <a:latin typeface="IBM Plex Sans Medium"/>
                <a:ea typeface="IBM Plex Sans Medium"/>
                <a:cs typeface="IBM Plex Sans Medium"/>
                <a:sym typeface="IBM Plex Sans Medium"/>
              </a:defRPr>
            </a:lvl7pPr>
            <a:lvl8pPr lvl="7" algn="ctr" rtl="0">
              <a:lnSpc>
                <a:spcPct val="100000"/>
              </a:lnSpc>
              <a:spcBef>
                <a:spcPts val="400"/>
              </a:spcBef>
              <a:spcAft>
                <a:spcPts val="0"/>
              </a:spcAft>
              <a:buClr>
                <a:schemeClr val="lt1"/>
              </a:buClr>
              <a:buSzPts val="1600"/>
              <a:buFont typeface="IBM Plex Sans Medium"/>
              <a:buNone/>
              <a:defRPr sz="1600">
                <a:solidFill>
                  <a:schemeClr val="lt1"/>
                </a:solidFill>
                <a:latin typeface="IBM Plex Sans Medium"/>
                <a:ea typeface="IBM Plex Sans Medium"/>
                <a:cs typeface="IBM Plex Sans Medium"/>
                <a:sym typeface="IBM Plex Sans Medium"/>
              </a:defRPr>
            </a:lvl8pPr>
            <a:lvl9pPr lvl="8" algn="ctr" rtl="0">
              <a:lnSpc>
                <a:spcPct val="100000"/>
              </a:lnSpc>
              <a:spcBef>
                <a:spcPts val="400"/>
              </a:spcBef>
              <a:spcAft>
                <a:spcPts val="0"/>
              </a:spcAft>
              <a:buClr>
                <a:schemeClr val="lt1"/>
              </a:buClr>
              <a:buSzPts val="1600"/>
              <a:buFont typeface="IBM Plex Sans Medium"/>
              <a:buNone/>
              <a:defRPr sz="1600">
                <a:solidFill>
                  <a:schemeClr val="lt1"/>
                </a:solidFill>
                <a:latin typeface="IBM Plex Sans Medium"/>
                <a:ea typeface="IBM Plex Sans Medium"/>
                <a:cs typeface="IBM Plex Sans Medium"/>
                <a:sym typeface="IBM Plex Sans Medium"/>
              </a:defRPr>
            </a:lvl9pPr>
          </a:lstStyle>
          <a:p>
            <a:endParaRPr/>
          </a:p>
        </p:txBody>
      </p:sp>
      <p:sp>
        <p:nvSpPr>
          <p:cNvPr id="293" name="Google Shape;293;p40"/>
          <p:cNvSpPr txBox="1">
            <a:spLocks noGrp="1"/>
          </p:cNvSpPr>
          <p:nvPr>
            <p:ph type="body" idx="13"/>
          </p:nvPr>
        </p:nvSpPr>
        <p:spPr>
          <a:xfrm>
            <a:off x="1517025" y="2048027"/>
            <a:ext cx="1575300" cy="783000"/>
          </a:xfrm>
          <a:prstGeom prst="rect">
            <a:avLst/>
          </a:prstGeom>
        </p:spPr>
        <p:txBody>
          <a:bodyPr spcFirstLastPara="1" wrap="square" lIns="0" tIns="0" rIns="0" bIns="0" anchor="t" anchorCtr="0">
            <a:noAutofit/>
          </a:bodyPr>
          <a:lstStyle>
            <a:lvl1pPr marL="457200" lvl="0" indent="-298450" rtl="0">
              <a:spcBef>
                <a:spcPts val="800"/>
              </a:spcBef>
              <a:spcAft>
                <a:spcPts val="0"/>
              </a:spcAft>
              <a:buClr>
                <a:schemeClr val="lt1"/>
              </a:buClr>
              <a:buSzPts val="1100"/>
              <a:buChar char="•"/>
              <a:defRPr sz="1100">
                <a:solidFill>
                  <a:schemeClr val="lt1"/>
                </a:solidFill>
              </a:defRPr>
            </a:lvl1pPr>
            <a:lvl2pPr marL="914400" lvl="1" indent="-298450" rtl="0">
              <a:spcBef>
                <a:spcPts val="500"/>
              </a:spcBef>
              <a:spcAft>
                <a:spcPts val="0"/>
              </a:spcAft>
              <a:buClr>
                <a:schemeClr val="lt1"/>
              </a:buClr>
              <a:buSzPts val="1100"/>
              <a:buChar char="•"/>
              <a:defRPr sz="1100">
                <a:solidFill>
                  <a:schemeClr val="lt1"/>
                </a:solidFill>
              </a:defRPr>
            </a:lvl2pPr>
            <a:lvl3pPr marL="1371600" lvl="2" indent="-298450" rtl="0">
              <a:spcBef>
                <a:spcPts val="500"/>
              </a:spcBef>
              <a:spcAft>
                <a:spcPts val="0"/>
              </a:spcAft>
              <a:buSzPts val="1100"/>
              <a:buChar char="•"/>
              <a:defRPr sz="1100"/>
            </a:lvl3pPr>
            <a:lvl4pPr marL="1828800" lvl="3" indent="-298450" rtl="0">
              <a:spcBef>
                <a:spcPts val="500"/>
              </a:spcBef>
              <a:spcAft>
                <a:spcPts val="0"/>
              </a:spcAft>
              <a:buSzPts val="1100"/>
              <a:buChar char="•"/>
              <a:defRPr sz="1100"/>
            </a:lvl4pPr>
            <a:lvl5pPr marL="2286000" lvl="4" indent="-298450" rtl="0">
              <a:spcBef>
                <a:spcPts val="500"/>
              </a:spcBef>
              <a:spcAft>
                <a:spcPts val="0"/>
              </a:spcAft>
              <a:buSzPts val="1100"/>
              <a:buChar char="•"/>
              <a:defRPr sz="1100"/>
            </a:lvl5pPr>
            <a:lvl6pPr marL="2743200" lvl="5" indent="-298450" rtl="0">
              <a:spcBef>
                <a:spcPts val="500"/>
              </a:spcBef>
              <a:spcAft>
                <a:spcPts val="0"/>
              </a:spcAft>
              <a:buSzPts val="1100"/>
              <a:buChar char="•"/>
              <a:defRPr sz="1100"/>
            </a:lvl6pPr>
            <a:lvl7pPr marL="3200400" lvl="6" indent="-298450" rtl="0">
              <a:spcBef>
                <a:spcPts val="400"/>
              </a:spcBef>
              <a:spcAft>
                <a:spcPts val="0"/>
              </a:spcAft>
              <a:buSzPts val="1100"/>
              <a:buChar char="•"/>
              <a:defRPr sz="1100"/>
            </a:lvl7pPr>
            <a:lvl8pPr marL="3657600" lvl="7" indent="-298450" rtl="0">
              <a:spcBef>
                <a:spcPts val="400"/>
              </a:spcBef>
              <a:spcAft>
                <a:spcPts val="0"/>
              </a:spcAft>
              <a:buSzPts val="1100"/>
              <a:buChar char="•"/>
              <a:defRPr sz="1100"/>
            </a:lvl8pPr>
            <a:lvl9pPr marL="4114800" lvl="8" indent="-298450" rtl="0">
              <a:spcBef>
                <a:spcPts val="400"/>
              </a:spcBef>
              <a:spcAft>
                <a:spcPts val="0"/>
              </a:spcAft>
              <a:buSzPts val="1100"/>
              <a:buChar char="•"/>
              <a:defRPr sz="1100"/>
            </a:lvl9pPr>
          </a:lstStyle>
          <a:p>
            <a:endParaRPr/>
          </a:p>
        </p:txBody>
      </p:sp>
      <p:sp>
        <p:nvSpPr>
          <p:cNvPr id="294" name="Google Shape;294;p40"/>
          <p:cNvSpPr>
            <a:spLocks noGrp="1"/>
          </p:cNvSpPr>
          <p:nvPr>
            <p:ph type="pic" idx="14"/>
          </p:nvPr>
        </p:nvSpPr>
        <p:spPr>
          <a:xfrm>
            <a:off x="2034000" y="2986399"/>
            <a:ext cx="548700" cy="455700"/>
          </a:xfrm>
          <a:prstGeom prst="rect">
            <a:avLst/>
          </a:prstGeom>
          <a:noFill/>
          <a:ln>
            <a:noFill/>
          </a:ln>
        </p:spPr>
      </p:sp>
      <p:sp>
        <p:nvSpPr>
          <p:cNvPr id="295" name="Google Shape;295;p40"/>
          <p:cNvSpPr txBox="1">
            <a:spLocks noGrp="1"/>
          </p:cNvSpPr>
          <p:nvPr>
            <p:ph type="subTitle" idx="15"/>
          </p:nvPr>
        </p:nvSpPr>
        <p:spPr>
          <a:xfrm>
            <a:off x="1513350" y="3591658"/>
            <a:ext cx="1574700" cy="311400"/>
          </a:xfrm>
          <a:prstGeom prst="rect">
            <a:avLst/>
          </a:prstGeom>
        </p:spPr>
        <p:txBody>
          <a:bodyPr spcFirstLastPara="1" wrap="square" lIns="0" tIns="0" rIns="0" bIns="0" anchor="t" anchorCtr="0">
            <a:noAutofit/>
          </a:bodyPr>
          <a:lstStyle>
            <a:lvl1pPr lvl="0" algn="ctr" rtl="0">
              <a:lnSpc>
                <a:spcPct val="100000"/>
              </a:lnSpc>
              <a:spcBef>
                <a:spcPts val="800"/>
              </a:spcBef>
              <a:spcAft>
                <a:spcPts val="0"/>
              </a:spcAft>
              <a:buClr>
                <a:schemeClr val="lt1"/>
              </a:buClr>
              <a:buSzPts val="2100"/>
              <a:buNone/>
              <a:defRPr b="1">
                <a:solidFill>
                  <a:schemeClr val="lt1"/>
                </a:solidFill>
              </a:defRPr>
            </a:lvl1pPr>
            <a:lvl2pPr lvl="1" algn="ctr" rtl="0">
              <a:lnSpc>
                <a:spcPct val="100000"/>
              </a:lnSpc>
              <a:spcBef>
                <a:spcPts val="500"/>
              </a:spcBef>
              <a:spcAft>
                <a:spcPts val="0"/>
              </a:spcAft>
              <a:buClr>
                <a:schemeClr val="lt1"/>
              </a:buClr>
              <a:buSzPts val="1600"/>
              <a:buFont typeface="IBM Plex Sans Medium"/>
              <a:buNone/>
              <a:defRPr sz="1600">
                <a:solidFill>
                  <a:schemeClr val="lt1"/>
                </a:solidFill>
                <a:latin typeface="IBM Plex Sans Medium"/>
                <a:ea typeface="IBM Plex Sans Medium"/>
                <a:cs typeface="IBM Plex Sans Medium"/>
                <a:sym typeface="IBM Plex Sans Medium"/>
              </a:defRPr>
            </a:lvl2pPr>
            <a:lvl3pPr lvl="2" algn="ctr" rtl="0">
              <a:lnSpc>
                <a:spcPct val="100000"/>
              </a:lnSpc>
              <a:spcBef>
                <a:spcPts val="500"/>
              </a:spcBef>
              <a:spcAft>
                <a:spcPts val="0"/>
              </a:spcAft>
              <a:buClr>
                <a:schemeClr val="lt1"/>
              </a:buClr>
              <a:buSzPts val="1600"/>
              <a:buFont typeface="IBM Plex Sans Medium"/>
              <a:buNone/>
              <a:defRPr sz="1600">
                <a:solidFill>
                  <a:schemeClr val="lt1"/>
                </a:solidFill>
                <a:latin typeface="IBM Plex Sans Medium"/>
                <a:ea typeface="IBM Plex Sans Medium"/>
                <a:cs typeface="IBM Plex Sans Medium"/>
                <a:sym typeface="IBM Plex Sans Medium"/>
              </a:defRPr>
            </a:lvl3pPr>
            <a:lvl4pPr lvl="3" algn="ctr" rtl="0">
              <a:lnSpc>
                <a:spcPct val="100000"/>
              </a:lnSpc>
              <a:spcBef>
                <a:spcPts val="500"/>
              </a:spcBef>
              <a:spcAft>
                <a:spcPts val="0"/>
              </a:spcAft>
              <a:buClr>
                <a:schemeClr val="lt1"/>
              </a:buClr>
              <a:buSzPts val="1600"/>
              <a:buFont typeface="IBM Plex Sans Medium"/>
              <a:buNone/>
              <a:defRPr sz="1600">
                <a:solidFill>
                  <a:schemeClr val="lt1"/>
                </a:solidFill>
                <a:latin typeface="IBM Plex Sans Medium"/>
                <a:ea typeface="IBM Plex Sans Medium"/>
                <a:cs typeface="IBM Plex Sans Medium"/>
                <a:sym typeface="IBM Plex Sans Medium"/>
              </a:defRPr>
            </a:lvl4pPr>
            <a:lvl5pPr lvl="4" algn="ctr" rtl="0">
              <a:lnSpc>
                <a:spcPct val="100000"/>
              </a:lnSpc>
              <a:spcBef>
                <a:spcPts val="500"/>
              </a:spcBef>
              <a:spcAft>
                <a:spcPts val="0"/>
              </a:spcAft>
              <a:buClr>
                <a:schemeClr val="lt1"/>
              </a:buClr>
              <a:buSzPts val="1600"/>
              <a:buFont typeface="IBM Plex Sans Medium"/>
              <a:buNone/>
              <a:defRPr sz="1600">
                <a:solidFill>
                  <a:schemeClr val="lt1"/>
                </a:solidFill>
                <a:latin typeface="IBM Plex Sans Medium"/>
                <a:ea typeface="IBM Plex Sans Medium"/>
                <a:cs typeface="IBM Plex Sans Medium"/>
                <a:sym typeface="IBM Plex Sans Medium"/>
              </a:defRPr>
            </a:lvl5pPr>
            <a:lvl6pPr lvl="5" algn="ctr" rtl="0">
              <a:lnSpc>
                <a:spcPct val="100000"/>
              </a:lnSpc>
              <a:spcBef>
                <a:spcPts val="500"/>
              </a:spcBef>
              <a:spcAft>
                <a:spcPts val="0"/>
              </a:spcAft>
              <a:buClr>
                <a:schemeClr val="lt1"/>
              </a:buClr>
              <a:buSzPts val="1600"/>
              <a:buFont typeface="IBM Plex Sans Medium"/>
              <a:buNone/>
              <a:defRPr sz="1600">
                <a:solidFill>
                  <a:schemeClr val="lt1"/>
                </a:solidFill>
                <a:latin typeface="IBM Plex Sans Medium"/>
                <a:ea typeface="IBM Plex Sans Medium"/>
                <a:cs typeface="IBM Plex Sans Medium"/>
                <a:sym typeface="IBM Plex Sans Medium"/>
              </a:defRPr>
            </a:lvl6pPr>
            <a:lvl7pPr lvl="6" algn="ctr" rtl="0">
              <a:lnSpc>
                <a:spcPct val="100000"/>
              </a:lnSpc>
              <a:spcBef>
                <a:spcPts val="400"/>
              </a:spcBef>
              <a:spcAft>
                <a:spcPts val="0"/>
              </a:spcAft>
              <a:buClr>
                <a:schemeClr val="lt1"/>
              </a:buClr>
              <a:buSzPts val="1600"/>
              <a:buFont typeface="IBM Plex Sans Medium"/>
              <a:buNone/>
              <a:defRPr sz="1600">
                <a:solidFill>
                  <a:schemeClr val="lt1"/>
                </a:solidFill>
                <a:latin typeface="IBM Plex Sans Medium"/>
                <a:ea typeface="IBM Plex Sans Medium"/>
                <a:cs typeface="IBM Plex Sans Medium"/>
                <a:sym typeface="IBM Plex Sans Medium"/>
              </a:defRPr>
            </a:lvl7pPr>
            <a:lvl8pPr lvl="7" algn="ctr" rtl="0">
              <a:lnSpc>
                <a:spcPct val="100000"/>
              </a:lnSpc>
              <a:spcBef>
                <a:spcPts val="400"/>
              </a:spcBef>
              <a:spcAft>
                <a:spcPts val="0"/>
              </a:spcAft>
              <a:buClr>
                <a:schemeClr val="lt1"/>
              </a:buClr>
              <a:buSzPts val="1600"/>
              <a:buFont typeface="IBM Plex Sans Medium"/>
              <a:buNone/>
              <a:defRPr sz="1600">
                <a:solidFill>
                  <a:schemeClr val="lt1"/>
                </a:solidFill>
                <a:latin typeface="IBM Plex Sans Medium"/>
                <a:ea typeface="IBM Plex Sans Medium"/>
                <a:cs typeface="IBM Plex Sans Medium"/>
                <a:sym typeface="IBM Plex Sans Medium"/>
              </a:defRPr>
            </a:lvl8pPr>
            <a:lvl9pPr lvl="8" algn="ctr" rtl="0">
              <a:lnSpc>
                <a:spcPct val="100000"/>
              </a:lnSpc>
              <a:spcBef>
                <a:spcPts val="400"/>
              </a:spcBef>
              <a:spcAft>
                <a:spcPts val="0"/>
              </a:spcAft>
              <a:buClr>
                <a:schemeClr val="lt1"/>
              </a:buClr>
              <a:buSzPts val="1600"/>
              <a:buFont typeface="IBM Plex Sans Medium"/>
              <a:buNone/>
              <a:defRPr sz="1600">
                <a:solidFill>
                  <a:schemeClr val="lt1"/>
                </a:solidFill>
                <a:latin typeface="IBM Plex Sans Medium"/>
                <a:ea typeface="IBM Plex Sans Medium"/>
                <a:cs typeface="IBM Plex Sans Medium"/>
                <a:sym typeface="IBM Plex Sans Medium"/>
              </a:defRPr>
            </a:lvl9pPr>
          </a:lstStyle>
          <a:p>
            <a:endParaRPr/>
          </a:p>
        </p:txBody>
      </p:sp>
      <p:sp>
        <p:nvSpPr>
          <p:cNvPr id="296" name="Google Shape;296;p40"/>
          <p:cNvSpPr txBox="1">
            <a:spLocks noGrp="1"/>
          </p:cNvSpPr>
          <p:nvPr>
            <p:ph type="body" idx="16"/>
          </p:nvPr>
        </p:nvSpPr>
        <p:spPr>
          <a:xfrm>
            <a:off x="1520700" y="3890202"/>
            <a:ext cx="1575300" cy="783000"/>
          </a:xfrm>
          <a:prstGeom prst="rect">
            <a:avLst/>
          </a:prstGeom>
        </p:spPr>
        <p:txBody>
          <a:bodyPr spcFirstLastPara="1" wrap="square" lIns="0" tIns="0" rIns="0" bIns="0" anchor="t" anchorCtr="0">
            <a:noAutofit/>
          </a:bodyPr>
          <a:lstStyle>
            <a:lvl1pPr marL="457200" lvl="0" indent="-298450" rtl="0">
              <a:spcBef>
                <a:spcPts val="800"/>
              </a:spcBef>
              <a:spcAft>
                <a:spcPts val="0"/>
              </a:spcAft>
              <a:buClr>
                <a:schemeClr val="lt1"/>
              </a:buClr>
              <a:buSzPts val="1100"/>
              <a:buChar char="•"/>
              <a:defRPr sz="1100">
                <a:solidFill>
                  <a:schemeClr val="lt1"/>
                </a:solidFill>
              </a:defRPr>
            </a:lvl1pPr>
            <a:lvl2pPr marL="914400" lvl="1" indent="-298450" rtl="0">
              <a:spcBef>
                <a:spcPts val="500"/>
              </a:spcBef>
              <a:spcAft>
                <a:spcPts val="0"/>
              </a:spcAft>
              <a:buClr>
                <a:schemeClr val="lt1"/>
              </a:buClr>
              <a:buSzPts val="1100"/>
              <a:buChar char="•"/>
              <a:defRPr sz="1100">
                <a:solidFill>
                  <a:schemeClr val="lt1"/>
                </a:solidFill>
              </a:defRPr>
            </a:lvl2pPr>
            <a:lvl3pPr marL="1371600" lvl="2" indent="-298450" rtl="0">
              <a:spcBef>
                <a:spcPts val="500"/>
              </a:spcBef>
              <a:spcAft>
                <a:spcPts val="0"/>
              </a:spcAft>
              <a:buSzPts val="1100"/>
              <a:buChar char="•"/>
              <a:defRPr sz="1100"/>
            </a:lvl3pPr>
            <a:lvl4pPr marL="1828800" lvl="3" indent="-298450" rtl="0">
              <a:spcBef>
                <a:spcPts val="500"/>
              </a:spcBef>
              <a:spcAft>
                <a:spcPts val="0"/>
              </a:spcAft>
              <a:buSzPts val="1100"/>
              <a:buChar char="•"/>
              <a:defRPr sz="1100"/>
            </a:lvl4pPr>
            <a:lvl5pPr marL="2286000" lvl="4" indent="-298450" rtl="0">
              <a:spcBef>
                <a:spcPts val="500"/>
              </a:spcBef>
              <a:spcAft>
                <a:spcPts val="0"/>
              </a:spcAft>
              <a:buSzPts val="1100"/>
              <a:buChar char="•"/>
              <a:defRPr sz="1100"/>
            </a:lvl5pPr>
            <a:lvl6pPr marL="2743200" lvl="5" indent="-298450" rtl="0">
              <a:spcBef>
                <a:spcPts val="500"/>
              </a:spcBef>
              <a:spcAft>
                <a:spcPts val="0"/>
              </a:spcAft>
              <a:buSzPts val="1100"/>
              <a:buChar char="•"/>
              <a:defRPr sz="1100"/>
            </a:lvl6pPr>
            <a:lvl7pPr marL="3200400" lvl="6" indent="-298450" rtl="0">
              <a:spcBef>
                <a:spcPts val="400"/>
              </a:spcBef>
              <a:spcAft>
                <a:spcPts val="0"/>
              </a:spcAft>
              <a:buSzPts val="1100"/>
              <a:buChar char="•"/>
              <a:defRPr sz="1100"/>
            </a:lvl7pPr>
            <a:lvl8pPr marL="3657600" lvl="7" indent="-298450" rtl="0">
              <a:spcBef>
                <a:spcPts val="400"/>
              </a:spcBef>
              <a:spcAft>
                <a:spcPts val="0"/>
              </a:spcAft>
              <a:buSzPts val="1100"/>
              <a:buChar char="•"/>
              <a:defRPr sz="1100"/>
            </a:lvl8pPr>
            <a:lvl9pPr marL="4114800" lvl="8" indent="-298450" rtl="0">
              <a:spcBef>
                <a:spcPts val="400"/>
              </a:spcBef>
              <a:spcAft>
                <a:spcPts val="0"/>
              </a:spcAft>
              <a:buSzPts val="1100"/>
              <a:buChar char="•"/>
              <a:defRPr sz="1100"/>
            </a:lvl9pPr>
          </a:lstStyle>
          <a:p>
            <a:endParaRPr/>
          </a:p>
        </p:txBody>
      </p:sp>
      <p:sp>
        <p:nvSpPr>
          <p:cNvPr id="297" name="Google Shape;297;p40"/>
          <p:cNvSpPr>
            <a:spLocks noGrp="1"/>
          </p:cNvSpPr>
          <p:nvPr>
            <p:ph type="pic" idx="17"/>
          </p:nvPr>
        </p:nvSpPr>
        <p:spPr>
          <a:xfrm>
            <a:off x="6583350" y="1144224"/>
            <a:ext cx="548700" cy="455700"/>
          </a:xfrm>
          <a:prstGeom prst="rect">
            <a:avLst/>
          </a:prstGeom>
          <a:noFill/>
          <a:ln>
            <a:noFill/>
          </a:ln>
        </p:spPr>
      </p:sp>
      <p:sp>
        <p:nvSpPr>
          <p:cNvPr id="298" name="Google Shape;298;p40"/>
          <p:cNvSpPr txBox="1">
            <a:spLocks noGrp="1"/>
          </p:cNvSpPr>
          <p:nvPr>
            <p:ph type="subTitle" idx="18"/>
          </p:nvPr>
        </p:nvSpPr>
        <p:spPr>
          <a:xfrm>
            <a:off x="6062700" y="1749483"/>
            <a:ext cx="1574700" cy="311400"/>
          </a:xfrm>
          <a:prstGeom prst="rect">
            <a:avLst/>
          </a:prstGeom>
        </p:spPr>
        <p:txBody>
          <a:bodyPr spcFirstLastPara="1" wrap="square" lIns="0" tIns="0" rIns="0" bIns="0" anchor="t" anchorCtr="0">
            <a:noAutofit/>
          </a:bodyPr>
          <a:lstStyle>
            <a:lvl1pPr lvl="0" algn="ctr" rtl="0">
              <a:lnSpc>
                <a:spcPct val="100000"/>
              </a:lnSpc>
              <a:spcBef>
                <a:spcPts val="800"/>
              </a:spcBef>
              <a:spcAft>
                <a:spcPts val="0"/>
              </a:spcAft>
              <a:buClr>
                <a:schemeClr val="lt1"/>
              </a:buClr>
              <a:buSzPts val="2100"/>
              <a:buNone/>
              <a:defRPr b="1">
                <a:solidFill>
                  <a:schemeClr val="lt1"/>
                </a:solidFill>
              </a:defRPr>
            </a:lvl1pPr>
            <a:lvl2pPr lvl="1" algn="ctr" rtl="0">
              <a:lnSpc>
                <a:spcPct val="100000"/>
              </a:lnSpc>
              <a:spcBef>
                <a:spcPts val="500"/>
              </a:spcBef>
              <a:spcAft>
                <a:spcPts val="0"/>
              </a:spcAft>
              <a:buClr>
                <a:schemeClr val="lt1"/>
              </a:buClr>
              <a:buSzPts val="1600"/>
              <a:buFont typeface="IBM Plex Sans Medium"/>
              <a:buNone/>
              <a:defRPr sz="1600">
                <a:solidFill>
                  <a:schemeClr val="lt1"/>
                </a:solidFill>
                <a:latin typeface="IBM Plex Sans Medium"/>
                <a:ea typeface="IBM Plex Sans Medium"/>
                <a:cs typeface="IBM Plex Sans Medium"/>
                <a:sym typeface="IBM Plex Sans Medium"/>
              </a:defRPr>
            </a:lvl2pPr>
            <a:lvl3pPr lvl="2" algn="ctr" rtl="0">
              <a:lnSpc>
                <a:spcPct val="100000"/>
              </a:lnSpc>
              <a:spcBef>
                <a:spcPts val="500"/>
              </a:spcBef>
              <a:spcAft>
                <a:spcPts val="0"/>
              </a:spcAft>
              <a:buClr>
                <a:schemeClr val="lt1"/>
              </a:buClr>
              <a:buSzPts val="1600"/>
              <a:buFont typeface="IBM Plex Sans Medium"/>
              <a:buNone/>
              <a:defRPr sz="1600">
                <a:solidFill>
                  <a:schemeClr val="lt1"/>
                </a:solidFill>
                <a:latin typeface="IBM Plex Sans Medium"/>
                <a:ea typeface="IBM Plex Sans Medium"/>
                <a:cs typeface="IBM Plex Sans Medium"/>
                <a:sym typeface="IBM Plex Sans Medium"/>
              </a:defRPr>
            </a:lvl3pPr>
            <a:lvl4pPr lvl="3" algn="ctr" rtl="0">
              <a:lnSpc>
                <a:spcPct val="100000"/>
              </a:lnSpc>
              <a:spcBef>
                <a:spcPts val="500"/>
              </a:spcBef>
              <a:spcAft>
                <a:spcPts val="0"/>
              </a:spcAft>
              <a:buClr>
                <a:schemeClr val="lt1"/>
              </a:buClr>
              <a:buSzPts val="1600"/>
              <a:buFont typeface="IBM Plex Sans Medium"/>
              <a:buNone/>
              <a:defRPr sz="1600">
                <a:solidFill>
                  <a:schemeClr val="lt1"/>
                </a:solidFill>
                <a:latin typeface="IBM Plex Sans Medium"/>
                <a:ea typeface="IBM Plex Sans Medium"/>
                <a:cs typeface="IBM Plex Sans Medium"/>
                <a:sym typeface="IBM Plex Sans Medium"/>
              </a:defRPr>
            </a:lvl4pPr>
            <a:lvl5pPr lvl="4" algn="ctr" rtl="0">
              <a:lnSpc>
                <a:spcPct val="100000"/>
              </a:lnSpc>
              <a:spcBef>
                <a:spcPts val="500"/>
              </a:spcBef>
              <a:spcAft>
                <a:spcPts val="0"/>
              </a:spcAft>
              <a:buClr>
                <a:schemeClr val="lt1"/>
              </a:buClr>
              <a:buSzPts val="1600"/>
              <a:buFont typeface="IBM Plex Sans Medium"/>
              <a:buNone/>
              <a:defRPr sz="1600">
                <a:solidFill>
                  <a:schemeClr val="lt1"/>
                </a:solidFill>
                <a:latin typeface="IBM Plex Sans Medium"/>
                <a:ea typeface="IBM Plex Sans Medium"/>
                <a:cs typeface="IBM Plex Sans Medium"/>
                <a:sym typeface="IBM Plex Sans Medium"/>
              </a:defRPr>
            </a:lvl5pPr>
            <a:lvl6pPr lvl="5" algn="ctr" rtl="0">
              <a:lnSpc>
                <a:spcPct val="100000"/>
              </a:lnSpc>
              <a:spcBef>
                <a:spcPts val="500"/>
              </a:spcBef>
              <a:spcAft>
                <a:spcPts val="0"/>
              </a:spcAft>
              <a:buClr>
                <a:schemeClr val="lt1"/>
              </a:buClr>
              <a:buSzPts val="1600"/>
              <a:buFont typeface="IBM Plex Sans Medium"/>
              <a:buNone/>
              <a:defRPr sz="1600">
                <a:solidFill>
                  <a:schemeClr val="lt1"/>
                </a:solidFill>
                <a:latin typeface="IBM Plex Sans Medium"/>
                <a:ea typeface="IBM Plex Sans Medium"/>
                <a:cs typeface="IBM Plex Sans Medium"/>
                <a:sym typeface="IBM Plex Sans Medium"/>
              </a:defRPr>
            </a:lvl6pPr>
            <a:lvl7pPr lvl="6" algn="ctr" rtl="0">
              <a:lnSpc>
                <a:spcPct val="100000"/>
              </a:lnSpc>
              <a:spcBef>
                <a:spcPts val="400"/>
              </a:spcBef>
              <a:spcAft>
                <a:spcPts val="0"/>
              </a:spcAft>
              <a:buClr>
                <a:schemeClr val="lt1"/>
              </a:buClr>
              <a:buSzPts val="1600"/>
              <a:buFont typeface="IBM Plex Sans Medium"/>
              <a:buNone/>
              <a:defRPr sz="1600">
                <a:solidFill>
                  <a:schemeClr val="lt1"/>
                </a:solidFill>
                <a:latin typeface="IBM Plex Sans Medium"/>
                <a:ea typeface="IBM Plex Sans Medium"/>
                <a:cs typeface="IBM Plex Sans Medium"/>
                <a:sym typeface="IBM Plex Sans Medium"/>
              </a:defRPr>
            </a:lvl7pPr>
            <a:lvl8pPr lvl="7" algn="ctr" rtl="0">
              <a:lnSpc>
                <a:spcPct val="100000"/>
              </a:lnSpc>
              <a:spcBef>
                <a:spcPts val="400"/>
              </a:spcBef>
              <a:spcAft>
                <a:spcPts val="0"/>
              </a:spcAft>
              <a:buClr>
                <a:schemeClr val="lt1"/>
              </a:buClr>
              <a:buSzPts val="1600"/>
              <a:buFont typeface="IBM Plex Sans Medium"/>
              <a:buNone/>
              <a:defRPr sz="1600">
                <a:solidFill>
                  <a:schemeClr val="lt1"/>
                </a:solidFill>
                <a:latin typeface="IBM Plex Sans Medium"/>
                <a:ea typeface="IBM Plex Sans Medium"/>
                <a:cs typeface="IBM Plex Sans Medium"/>
                <a:sym typeface="IBM Plex Sans Medium"/>
              </a:defRPr>
            </a:lvl8pPr>
            <a:lvl9pPr lvl="8" algn="ctr" rtl="0">
              <a:lnSpc>
                <a:spcPct val="100000"/>
              </a:lnSpc>
              <a:spcBef>
                <a:spcPts val="400"/>
              </a:spcBef>
              <a:spcAft>
                <a:spcPts val="0"/>
              </a:spcAft>
              <a:buClr>
                <a:schemeClr val="lt1"/>
              </a:buClr>
              <a:buSzPts val="1600"/>
              <a:buFont typeface="IBM Plex Sans Medium"/>
              <a:buNone/>
              <a:defRPr sz="1600">
                <a:solidFill>
                  <a:schemeClr val="lt1"/>
                </a:solidFill>
                <a:latin typeface="IBM Plex Sans Medium"/>
                <a:ea typeface="IBM Plex Sans Medium"/>
                <a:cs typeface="IBM Plex Sans Medium"/>
                <a:sym typeface="IBM Plex Sans Medium"/>
              </a:defRPr>
            </a:lvl9pPr>
          </a:lstStyle>
          <a:p>
            <a:endParaRPr/>
          </a:p>
        </p:txBody>
      </p:sp>
      <p:sp>
        <p:nvSpPr>
          <p:cNvPr id="299" name="Google Shape;299;p40"/>
          <p:cNvSpPr txBox="1">
            <a:spLocks noGrp="1"/>
          </p:cNvSpPr>
          <p:nvPr>
            <p:ph type="body" idx="19"/>
          </p:nvPr>
        </p:nvSpPr>
        <p:spPr>
          <a:xfrm>
            <a:off x="6070050" y="2048027"/>
            <a:ext cx="1575300" cy="783000"/>
          </a:xfrm>
          <a:prstGeom prst="rect">
            <a:avLst/>
          </a:prstGeom>
        </p:spPr>
        <p:txBody>
          <a:bodyPr spcFirstLastPara="1" wrap="square" lIns="0" tIns="0" rIns="0" bIns="0" anchor="t" anchorCtr="0">
            <a:noAutofit/>
          </a:bodyPr>
          <a:lstStyle>
            <a:lvl1pPr marL="457200" lvl="0" indent="-298450" rtl="0">
              <a:spcBef>
                <a:spcPts val="800"/>
              </a:spcBef>
              <a:spcAft>
                <a:spcPts val="0"/>
              </a:spcAft>
              <a:buClr>
                <a:schemeClr val="lt1"/>
              </a:buClr>
              <a:buSzPts val="1100"/>
              <a:buChar char="•"/>
              <a:defRPr sz="1100">
                <a:solidFill>
                  <a:schemeClr val="lt1"/>
                </a:solidFill>
              </a:defRPr>
            </a:lvl1pPr>
            <a:lvl2pPr marL="914400" lvl="1" indent="-298450" rtl="0">
              <a:spcBef>
                <a:spcPts val="500"/>
              </a:spcBef>
              <a:spcAft>
                <a:spcPts val="0"/>
              </a:spcAft>
              <a:buClr>
                <a:schemeClr val="lt1"/>
              </a:buClr>
              <a:buSzPts val="1100"/>
              <a:buChar char="•"/>
              <a:defRPr sz="1100">
                <a:solidFill>
                  <a:schemeClr val="lt1"/>
                </a:solidFill>
              </a:defRPr>
            </a:lvl2pPr>
            <a:lvl3pPr marL="1371600" lvl="2" indent="-298450" rtl="0">
              <a:spcBef>
                <a:spcPts val="500"/>
              </a:spcBef>
              <a:spcAft>
                <a:spcPts val="0"/>
              </a:spcAft>
              <a:buSzPts val="1100"/>
              <a:buChar char="•"/>
              <a:defRPr sz="1100"/>
            </a:lvl3pPr>
            <a:lvl4pPr marL="1828800" lvl="3" indent="-298450" rtl="0">
              <a:spcBef>
                <a:spcPts val="500"/>
              </a:spcBef>
              <a:spcAft>
                <a:spcPts val="0"/>
              </a:spcAft>
              <a:buSzPts val="1100"/>
              <a:buChar char="•"/>
              <a:defRPr sz="1100"/>
            </a:lvl4pPr>
            <a:lvl5pPr marL="2286000" lvl="4" indent="-298450" rtl="0">
              <a:spcBef>
                <a:spcPts val="500"/>
              </a:spcBef>
              <a:spcAft>
                <a:spcPts val="0"/>
              </a:spcAft>
              <a:buSzPts val="1100"/>
              <a:buChar char="•"/>
              <a:defRPr sz="1100"/>
            </a:lvl5pPr>
            <a:lvl6pPr marL="2743200" lvl="5" indent="-298450" rtl="0">
              <a:spcBef>
                <a:spcPts val="500"/>
              </a:spcBef>
              <a:spcAft>
                <a:spcPts val="0"/>
              </a:spcAft>
              <a:buSzPts val="1100"/>
              <a:buChar char="•"/>
              <a:defRPr sz="1100"/>
            </a:lvl6pPr>
            <a:lvl7pPr marL="3200400" lvl="6" indent="-298450" rtl="0">
              <a:spcBef>
                <a:spcPts val="400"/>
              </a:spcBef>
              <a:spcAft>
                <a:spcPts val="0"/>
              </a:spcAft>
              <a:buSzPts val="1100"/>
              <a:buChar char="•"/>
              <a:defRPr sz="1100"/>
            </a:lvl7pPr>
            <a:lvl8pPr marL="3657600" lvl="7" indent="-298450" rtl="0">
              <a:spcBef>
                <a:spcPts val="400"/>
              </a:spcBef>
              <a:spcAft>
                <a:spcPts val="0"/>
              </a:spcAft>
              <a:buSzPts val="1100"/>
              <a:buChar char="•"/>
              <a:defRPr sz="1100"/>
            </a:lvl8pPr>
            <a:lvl9pPr marL="4114800" lvl="8" indent="-298450" rtl="0">
              <a:spcBef>
                <a:spcPts val="400"/>
              </a:spcBef>
              <a:spcAft>
                <a:spcPts val="0"/>
              </a:spcAft>
              <a:buSzPts val="1100"/>
              <a:buChar char="•"/>
              <a:defRPr sz="1100"/>
            </a:lvl9pPr>
          </a:lstStyle>
          <a:p>
            <a:endParaRPr/>
          </a:p>
        </p:txBody>
      </p:sp>
      <p:sp>
        <p:nvSpPr>
          <p:cNvPr id="300" name="Google Shape;300;p40"/>
          <p:cNvSpPr>
            <a:spLocks noGrp="1"/>
          </p:cNvSpPr>
          <p:nvPr>
            <p:ph type="pic" idx="20"/>
          </p:nvPr>
        </p:nvSpPr>
        <p:spPr>
          <a:xfrm>
            <a:off x="6587025" y="2986399"/>
            <a:ext cx="548700" cy="455700"/>
          </a:xfrm>
          <a:prstGeom prst="rect">
            <a:avLst/>
          </a:prstGeom>
          <a:noFill/>
          <a:ln>
            <a:noFill/>
          </a:ln>
        </p:spPr>
      </p:sp>
      <p:sp>
        <p:nvSpPr>
          <p:cNvPr id="301" name="Google Shape;301;p40"/>
          <p:cNvSpPr txBox="1">
            <a:spLocks noGrp="1"/>
          </p:cNvSpPr>
          <p:nvPr>
            <p:ph type="subTitle" idx="21"/>
          </p:nvPr>
        </p:nvSpPr>
        <p:spPr>
          <a:xfrm>
            <a:off x="6066375" y="3591658"/>
            <a:ext cx="1574700" cy="311400"/>
          </a:xfrm>
          <a:prstGeom prst="rect">
            <a:avLst/>
          </a:prstGeom>
        </p:spPr>
        <p:txBody>
          <a:bodyPr spcFirstLastPara="1" wrap="square" lIns="0" tIns="0" rIns="0" bIns="0" anchor="t" anchorCtr="0">
            <a:noAutofit/>
          </a:bodyPr>
          <a:lstStyle>
            <a:lvl1pPr lvl="0" algn="ctr" rtl="0">
              <a:lnSpc>
                <a:spcPct val="100000"/>
              </a:lnSpc>
              <a:spcBef>
                <a:spcPts val="800"/>
              </a:spcBef>
              <a:spcAft>
                <a:spcPts val="0"/>
              </a:spcAft>
              <a:buClr>
                <a:schemeClr val="lt1"/>
              </a:buClr>
              <a:buSzPts val="2100"/>
              <a:buNone/>
              <a:defRPr b="1">
                <a:solidFill>
                  <a:schemeClr val="lt1"/>
                </a:solidFill>
              </a:defRPr>
            </a:lvl1pPr>
            <a:lvl2pPr lvl="1" algn="ctr" rtl="0">
              <a:lnSpc>
                <a:spcPct val="100000"/>
              </a:lnSpc>
              <a:spcBef>
                <a:spcPts val="500"/>
              </a:spcBef>
              <a:spcAft>
                <a:spcPts val="0"/>
              </a:spcAft>
              <a:buClr>
                <a:schemeClr val="lt1"/>
              </a:buClr>
              <a:buSzPts val="1600"/>
              <a:buFont typeface="IBM Plex Sans Medium"/>
              <a:buNone/>
              <a:defRPr sz="1600">
                <a:solidFill>
                  <a:schemeClr val="lt1"/>
                </a:solidFill>
                <a:latin typeface="IBM Plex Sans Medium"/>
                <a:ea typeface="IBM Plex Sans Medium"/>
                <a:cs typeface="IBM Plex Sans Medium"/>
                <a:sym typeface="IBM Plex Sans Medium"/>
              </a:defRPr>
            </a:lvl2pPr>
            <a:lvl3pPr lvl="2" algn="ctr" rtl="0">
              <a:lnSpc>
                <a:spcPct val="100000"/>
              </a:lnSpc>
              <a:spcBef>
                <a:spcPts val="500"/>
              </a:spcBef>
              <a:spcAft>
                <a:spcPts val="0"/>
              </a:spcAft>
              <a:buClr>
                <a:schemeClr val="lt1"/>
              </a:buClr>
              <a:buSzPts val="1600"/>
              <a:buFont typeface="IBM Plex Sans Medium"/>
              <a:buNone/>
              <a:defRPr sz="1600">
                <a:solidFill>
                  <a:schemeClr val="lt1"/>
                </a:solidFill>
                <a:latin typeface="IBM Plex Sans Medium"/>
                <a:ea typeface="IBM Plex Sans Medium"/>
                <a:cs typeface="IBM Plex Sans Medium"/>
                <a:sym typeface="IBM Plex Sans Medium"/>
              </a:defRPr>
            </a:lvl3pPr>
            <a:lvl4pPr lvl="3" algn="ctr" rtl="0">
              <a:lnSpc>
                <a:spcPct val="100000"/>
              </a:lnSpc>
              <a:spcBef>
                <a:spcPts val="500"/>
              </a:spcBef>
              <a:spcAft>
                <a:spcPts val="0"/>
              </a:spcAft>
              <a:buClr>
                <a:schemeClr val="lt1"/>
              </a:buClr>
              <a:buSzPts val="1600"/>
              <a:buFont typeface="IBM Plex Sans Medium"/>
              <a:buNone/>
              <a:defRPr sz="1600">
                <a:solidFill>
                  <a:schemeClr val="lt1"/>
                </a:solidFill>
                <a:latin typeface="IBM Plex Sans Medium"/>
                <a:ea typeface="IBM Plex Sans Medium"/>
                <a:cs typeface="IBM Plex Sans Medium"/>
                <a:sym typeface="IBM Plex Sans Medium"/>
              </a:defRPr>
            </a:lvl4pPr>
            <a:lvl5pPr lvl="4" algn="ctr" rtl="0">
              <a:lnSpc>
                <a:spcPct val="100000"/>
              </a:lnSpc>
              <a:spcBef>
                <a:spcPts val="500"/>
              </a:spcBef>
              <a:spcAft>
                <a:spcPts val="0"/>
              </a:spcAft>
              <a:buClr>
                <a:schemeClr val="lt1"/>
              </a:buClr>
              <a:buSzPts val="1600"/>
              <a:buFont typeface="IBM Plex Sans Medium"/>
              <a:buNone/>
              <a:defRPr sz="1600">
                <a:solidFill>
                  <a:schemeClr val="lt1"/>
                </a:solidFill>
                <a:latin typeface="IBM Plex Sans Medium"/>
                <a:ea typeface="IBM Plex Sans Medium"/>
                <a:cs typeface="IBM Plex Sans Medium"/>
                <a:sym typeface="IBM Plex Sans Medium"/>
              </a:defRPr>
            </a:lvl5pPr>
            <a:lvl6pPr lvl="5" algn="ctr" rtl="0">
              <a:lnSpc>
                <a:spcPct val="100000"/>
              </a:lnSpc>
              <a:spcBef>
                <a:spcPts val="500"/>
              </a:spcBef>
              <a:spcAft>
                <a:spcPts val="0"/>
              </a:spcAft>
              <a:buClr>
                <a:schemeClr val="lt1"/>
              </a:buClr>
              <a:buSzPts val="1600"/>
              <a:buFont typeface="IBM Plex Sans Medium"/>
              <a:buNone/>
              <a:defRPr sz="1600">
                <a:solidFill>
                  <a:schemeClr val="lt1"/>
                </a:solidFill>
                <a:latin typeface="IBM Plex Sans Medium"/>
                <a:ea typeface="IBM Plex Sans Medium"/>
                <a:cs typeface="IBM Plex Sans Medium"/>
                <a:sym typeface="IBM Plex Sans Medium"/>
              </a:defRPr>
            </a:lvl6pPr>
            <a:lvl7pPr lvl="6" algn="ctr" rtl="0">
              <a:lnSpc>
                <a:spcPct val="100000"/>
              </a:lnSpc>
              <a:spcBef>
                <a:spcPts val="400"/>
              </a:spcBef>
              <a:spcAft>
                <a:spcPts val="0"/>
              </a:spcAft>
              <a:buClr>
                <a:schemeClr val="lt1"/>
              </a:buClr>
              <a:buSzPts val="1600"/>
              <a:buFont typeface="IBM Plex Sans Medium"/>
              <a:buNone/>
              <a:defRPr sz="1600">
                <a:solidFill>
                  <a:schemeClr val="lt1"/>
                </a:solidFill>
                <a:latin typeface="IBM Plex Sans Medium"/>
                <a:ea typeface="IBM Plex Sans Medium"/>
                <a:cs typeface="IBM Plex Sans Medium"/>
                <a:sym typeface="IBM Plex Sans Medium"/>
              </a:defRPr>
            </a:lvl7pPr>
            <a:lvl8pPr lvl="7" algn="ctr" rtl="0">
              <a:lnSpc>
                <a:spcPct val="100000"/>
              </a:lnSpc>
              <a:spcBef>
                <a:spcPts val="400"/>
              </a:spcBef>
              <a:spcAft>
                <a:spcPts val="0"/>
              </a:spcAft>
              <a:buClr>
                <a:schemeClr val="lt1"/>
              </a:buClr>
              <a:buSzPts val="1600"/>
              <a:buFont typeface="IBM Plex Sans Medium"/>
              <a:buNone/>
              <a:defRPr sz="1600">
                <a:solidFill>
                  <a:schemeClr val="lt1"/>
                </a:solidFill>
                <a:latin typeface="IBM Plex Sans Medium"/>
                <a:ea typeface="IBM Plex Sans Medium"/>
                <a:cs typeface="IBM Plex Sans Medium"/>
                <a:sym typeface="IBM Plex Sans Medium"/>
              </a:defRPr>
            </a:lvl8pPr>
            <a:lvl9pPr lvl="8" algn="ctr" rtl="0">
              <a:lnSpc>
                <a:spcPct val="100000"/>
              </a:lnSpc>
              <a:spcBef>
                <a:spcPts val="400"/>
              </a:spcBef>
              <a:spcAft>
                <a:spcPts val="0"/>
              </a:spcAft>
              <a:buClr>
                <a:schemeClr val="lt1"/>
              </a:buClr>
              <a:buSzPts val="1600"/>
              <a:buFont typeface="IBM Plex Sans Medium"/>
              <a:buNone/>
              <a:defRPr sz="1600">
                <a:solidFill>
                  <a:schemeClr val="lt1"/>
                </a:solidFill>
                <a:latin typeface="IBM Plex Sans Medium"/>
                <a:ea typeface="IBM Plex Sans Medium"/>
                <a:cs typeface="IBM Plex Sans Medium"/>
                <a:sym typeface="IBM Plex Sans Medium"/>
              </a:defRPr>
            </a:lvl9pPr>
          </a:lstStyle>
          <a:p>
            <a:endParaRPr/>
          </a:p>
        </p:txBody>
      </p:sp>
      <p:sp>
        <p:nvSpPr>
          <p:cNvPr id="302" name="Google Shape;302;p40"/>
          <p:cNvSpPr txBox="1">
            <a:spLocks noGrp="1"/>
          </p:cNvSpPr>
          <p:nvPr>
            <p:ph type="body" idx="22"/>
          </p:nvPr>
        </p:nvSpPr>
        <p:spPr>
          <a:xfrm>
            <a:off x="6073725" y="3890202"/>
            <a:ext cx="1575300" cy="783000"/>
          </a:xfrm>
          <a:prstGeom prst="rect">
            <a:avLst/>
          </a:prstGeom>
        </p:spPr>
        <p:txBody>
          <a:bodyPr spcFirstLastPara="1" wrap="square" lIns="0" tIns="0" rIns="0" bIns="0" anchor="t" anchorCtr="0">
            <a:noAutofit/>
          </a:bodyPr>
          <a:lstStyle>
            <a:lvl1pPr marL="457200" lvl="0" indent="-298450" rtl="0">
              <a:spcBef>
                <a:spcPts val="800"/>
              </a:spcBef>
              <a:spcAft>
                <a:spcPts val="0"/>
              </a:spcAft>
              <a:buClr>
                <a:schemeClr val="lt1"/>
              </a:buClr>
              <a:buSzPts val="1100"/>
              <a:buChar char="•"/>
              <a:defRPr sz="1100">
                <a:solidFill>
                  <a:schemeClr val="lt1"/>
                </a:solidFill>
              </a:defRPr>
            </a:lvl1pPr>
            <a:lvl2pPr marL="914400" lvl="1" indent="-298450" rtl="0">
              <a:spcBef>
                <a:spcPts val="500"/>
              </a:spcBef>
              <a:spcAft>
                <a:spcPts val="0"/>
              </a:spcAft>
              <a:buClr>
                <a:schemeClr val="lt1"/>
              </a:buClr>
              <a:buSzPts val="1100"/>
              <a:buChar char="•"/>
              <a:defRPr sz="1100">
                <a:solidFill>
                  <a:schemeClr val="lt1"/>
                </a:solidFill>
              </a:defRPr>
            </a:lvl2pPr>
            <a:lvl3pPr marL="1371600" lvl="2" indent="-298450" rtl="0">
              <a:spcBef>
                <a:spcPts val="500"/>
              </a:spcBef>
              <a:spcAft>
                <a:spcPts val="0"/>
              </a:spcAft>
              <a:buSzPts val="1100"/>
              <a:buChar char="•"/>
              <a:defRPr sz="1100"/>
            </a:lvl3pPr>
            <a:lvl4pPr marL="1828800" lvl="3" indent="-298450" rtl="0">
              <a:spcBef>
                <a:spcPts val="500"/>
              </a:spcBef>
              <a:spcAft>
                <a:spcPts val="0"/>
              </a:spcAft>
              <a:buSzPts val="1100"/>
              <a:buChar char="•"/>
              <a:defRPr sz="1100"/>
            </a:lvl4pPr>
            <a:lvl5pPr marL="2286000" lvl="4" indent="-298450" rtl="0">
              <a:spcBef>
                <a:spcPts val="500"/>
              </a:spcBef>
              <a:spcAft>
                <a:spcPts val="0"/>
              </a:spcAft>
              <a:buSzPts val="1100"/>
              <a:buChar char="•"/>
              <a:defRPr sz="1100"/>
            </a:lvl5pPr>
            <a:lvl6pPr marL="2743200" lvl="5" indent="-298450" rtl="0">
              <a:spcBef>
                <a:spcPts val="500"/>
              </a:spcBef>
              <a:spcAft>
                <a:spcPts val="0"/>
              </a:spcAft>
              <a:buSzPts val="1100"/>
              <a:buChar char="•"/>
              <a:defRPr sz="1100"/>
            </a:lvl6pPr>
            <a:lvl7pPr marL="3200400" lvl="6" indent="-298450" rtl="0">
              <a:spcBef>
                <a:spcPts val="400"/>
              </a:spcBef>
              <a:spcAft>
                <a:spcPts val="0"/>
              </a:spcAft>
              <a:buSzPts val="1100"/>
              <a:buChar char="•"/>
              <a:defRPr sz="1100"/>
            </a:lvl7pPr>
            <a:lvl8pPr marL="3657600" lvl="7" indent="-298450" rtl="0">
              <a:spcBef>
                <a:spcPts val="400"/>
              </a:spcBef>
              <a:spcAft>
                <a:spcPts val="0"/>
              </a:spcAft>
              <a:buSzPts val="1100"/>
              <a:buChar char="•"/>
              <a:defRPr sz="1100"/>
            </a:lvl8pPr>
            <a:lvl9pPr marL="4114800" lvl="8" indent="-298450" rtl="0">
              <a:spcBef>
                <a:spcPts val="400"/>
              </a:spcBef>
              <a:spcAft>
                <a:spcPts val="0"/>
              </a:spcAft>
              <a:buSzPts val="1100"/>
              <a:buChar char="•"/>
              <a:defRPr sz="1100"/>
            </a:lvl9pPr>
          </a:lstStyle>
          <a:p>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Title - 1">
  <p:cSld name="TITLE_1">
    <p:bg>
      <p:bgPr>
        <a:solidFill>
          <a:schemeClr val="dk1"/>
        </a:solidFill>
        <a:effectLst/>
      </p:bgPr>
    </p:bg>
    <p:spTree>
      <p:nvGrpSpPr>
        <p:cNvPr id="1" name="Shape 307"/>
        <p:cNvGrpSpPr/>
        <p:nvPr/>
      </p:nvGrpSpPr>
      <p:grpSpPr>
        <a:xfrm>
          <a:off x="0" y="0"/>
          <a:ext cx="0" cy="0"/>
          <a:chOff x="0" y="0"/>
          <a:chExt cx="0" cy="0"/>
        </a:xfrm>
      </p:grpSpPr>
      <p:sp>
        <p:nvSpPr>
          <p:cNvPr id="308" name="Google Shape;308;p42"/>
          <p:cNvSpPr txBox="1">
            <a:spLocks noGrp="1"/>
          </p:cNvSpPr>
          <p:nvPr>
            <p:ph type="ctrTitle"/>
          </p:nvPr>
        </p:nvSpPr>
        <p:spPr>
          <a:xfrm>
            <a:off x="457200" y="1152475"/>
            <a:ext cx="5966700" cy="1644600"/>
          </a:xfrm>
          <a:prstGeom prst="rect">
            <a:avLst/>
          </a:prstGeom>
        </p:spPr>
        <p:txBody>
          <a:bodyPr spcFirstLastPara="1" wrap="square" lIns="0" tIns="0" rIns="0" bIns="0" anchor="b" anchorCtr="0">
            <a:normAutofit/>
          </a:bodyPr>
          <a:lstStyle>
            <a:lvl1pPr lvl="0" rtl="0">
              <a:spcBef>
                <a:spcPts val="0"/>
              </a:spcBef>
              <a:spcAft>
                <a:spcPts val="0"/>
              </a:spcAft>
              <a:buClr>
                <a:schemeClr val="lt1"/>
              </a:buClr>
              <a:buSzPts val="3400"/>
              <a:buNone/>
              <a:defRPr>
                <a:solidFill>
                  <a:schemeClr val="lt1"/>
                </a:solidFill>
              </a:defRPr>
            </a:lvl1pPr>
            <a:lvl2pPr lvl="1" rtl="0">
              <a:spcBef>
                <a:spcPts val="0"/>
              </a:spcBef>
              <a:spcAft>
                <a:spcPts val="0"/>
              </a:spcAft>
              <a:buSzPts val="5200"/>
              <a:buNone/>
              <a:defRPr sz="5200"/>
            </a:lvl2pPr>
            <a:lvl3pPr lvl="2" rtl="0">
              <a:spcBef>
                <a:spcPts val="0"/>
              </a:spcBef>
              <a:spcAft>
                <a:spcPts val="0"/>
              </a:spcAft>
              <a:buSzPts val="5200"/>
              <a:buNone/>
              <a:defRPr sz="5200"/>
            </a:lvl3pPr>
            <a:lvl4pPr lvl="3" rtl="0">
              <a:spcBef>
                <a:spcPts val="0"/>
              </a:spcBef>
              <a:spcAft>
                <a:spcPts val="0"/>
              </a:spcAft>
              <a:buSzPts val="5200"/>
              <a:buNone/>
              <a:defRPr sz="5200"/>
            </a:lvl4pPr>
            <a:lvl5pPr lvl="4" rtl="0">
              <a:spcBef>
                <a:spcPts val="0"/>
              </a:spcBef>
              <a:spcAft>
                <a:spcPts val="0"/>
              </a:spcAft>
              <a:buSzPts val="5200"/>
              <a:buNone/>
              <a:defRPr sz="5200"/>
            </a:lvl5pPr>
            <a:lvl6pPr lvl="5" rtl="0">
              <a:spcBef>
                <a:spcPts val="0"/>
              </a:spcBef>
              <a:spcAft>
                <a:spcPts val="0"/>
              </a:spcAft>
              <a:buSzPts val="5200"/>
              <a:buNone/>
              <a:defRPr sz="5200"/>
            </a:lvl6pPr>
            <a:lvl7pPr lvl="6" rtl="0">
              <a:spcBef>
                <a:spcPts val="0"/>
              </a:spcBef>
              <a:spcAft>
                <a:spcPts val="0"/>
              </a:spcAft>
              <a:buSzPts val="5200"/>
              <a:buNone/>
              <a:defRPr sz="5200"/>
            </a:lvl7pPr>
            <a:lvl8pPr lvl="7" rtl="0">
              <a:spcBef>
                <a:spcPts val="0"/>
              </a:spcBef>
              <a:spcAft>
                <a:spcPts val="0"/>
              </a:spcAft>
              <a:buSzPts val="5200"/>
              <a:buNone/>
              <a:defRPr sz="5200"/>
            </a:lvl8pPr>
            <a:lvl9pPr lvl="8" rtl="0">
              <a:spcBef>
                <a:spcPts val="0"/>
              </a:spcBef>
              <a:spcAft>
                <a:spcPts val="0"/>
              </a:spcAft>
              <a:buSzPts val="5200"/>
              <a:buNone/>
              <a:defRPr sz="5200"/>
            </a:lvl9pPr>
          </a:lstStyle>
          <a:p>
            <a:endParaRPr/>
          </a:p>
        </p:txBody>
      </p:sp>
      <p:pic>
        <p:nvPicPr>
          <p:cNvPr id="309" name="Google Shape;309;p42"/>
          <p:cNvPicPr preferRelativeResize="0"/>
          <p:nvPr/>
        </p:nvPicPr>
        <p:blipFill>
          <a:blip r:embed="rId2">
            <a:alphaModFix/>
          </a:blip>
          <a:stretch>
            <a:fillRect/>
          </a:stretch>
        </p:blipFill>
        <p:spPr>
          <a:xfrm>
            <a:off x="457100" y="571500"/>
            <a:ext cx="1235098" cy="422775"/>
          </a:xfrm>
          <a:prstGeom prst="rect">
            <a:avLst/>
          </a:prstGeom>
          <a:noFill/>
          <a:ln>
            <a:noFill/>
          </a:ln>
        </p:spPr>
      </p:pic>
      <p:sp>
        <p:nvSpPr>
          <p:cNvPr id="310" name="Google Shape;310;p42"/>
          <p:cNvSpPr/>
          <p:nvPr/>
        </p:nvSpPr>
        <p:spPr>
          <a:xfrm>
            <a:off x="7358110" y="4215232"/>
            <a:ext cx="415500" cy="415500"/>
          </a:xfrm>
          <a:prstGeom prst="roundRect">
            <a:avLst>
              <a:gd name="adj" fmla="val 22637"/>
            </a:avLst>
          </a:prstGeom>
          <a:solidFill>
            <a:srgbClr val="0072CE"/>
          </a:solidFill>
          <a:ln>
            <a:noFill/>
          </a:ln>
        </p:spPr>
        <p:txBody>
          <a:bodyPr spcFirstLastPara="1" wrap="square" lIns="57150" tIns="57150" rIns="57150" bIns="57150" anchor="ctr" anchorCtr="0">
            <a:noAutofit/>
          </a:bodyPr>
          <a:lstStyle/>
          <a:p>
            <a:pPr marL="0" lvl="0" indent="0" algn="ctr" rtl="0">
              <a:spcBef>
                <a:spcPts val="0"/>
              </a:spcBef>
              <a:spcAft>
                <a:spcPts val="0"/>
              </a:spcAft>
              <a:buNone/>
            </a:pPr>
            <a:endParaRPr sz="800" b="1">
              <a:solidFill>
                <a:srgbClr val="FFFFFF"/>
              </a:solidFill>
              <a:latin typeface="IBM Plex Sans"/>
              <a:ea typeface="IBM Plex Sans"/>
              <a:cs typeface="IBM Plex Sans"/>
              <a:sym typeface="IBM Plex Sans"/>
            </a:endParaRPr>
          </a:p>
        </p:txBody>
      </p:sp>
      <p:sp>
        <p:nvSpPr>
          <p:cNvPr id="311" name="Google Shape;311;p42"/>
          <p:cNvSpPr/>
          <p:nvPr/>
        </p:nvSpPr>
        <p:spPr>
          <a:xfrm>
            <a:off x="8513305" y="4215232"/>
            <a:ext cx="415500" cy="415500"/>
          </a:xfrm>
          <a:prstGeom prst="roundRect">
            <a:avLst>
              <a:gd name="adj" fmla="val 50000"/>
            </a:avLst>
          </a:prstGeom>
          <a:solidFill>
            <a:srgbClr val="D1D3D4"/>
          </a:solidFill>
          <a:ln>
            <a:noFill/>
          </a:ln>
        </p:spPr>
        <p:txBody>
          <a:bodyPr spcFirstLastPara="1" wrap="square" lIns="57150" tIns="57150" rIns="57150" bIns="57150" anchor="ctr" anchorCtr="0">
            <a:noAutofit/>
          </a:bodyPr>
          <a:lstStyle/>
          <a:p>
            <a:pPr marL="0" lvl="0" indent="0" algn="ctr" rtl="0">
              <a:spcBef>
                <a:spcPts val="0"/>
              </a:spcBef>
              <a:spcAft>
                <a:spcPts val="0"/>
              </a:spcAft>
              <a:buNone/>
            </a:pPr>
            <a:endParaRPr sz="800" b="1">
              <a:solidFill>
                <a:srgbClr val="FFFFFF"/>
              </a:solidFill>
              <a:latin typeface="IBM Plex Sans"/>
              <a:ea typeface="IBM Plex Sans"/>
              <a:cs typeface="IBM Plex Sans"/>
              <a:sym typeface="IBM Plex Sans"/>
            </a:endParaRPr>
          </a:p>
        </p:txBody>
      </p:sp>
      <p:sp>
        <p:nvSpPr>
          <p:cNvPr id="312" name="Google Shape;312;p42"/>
          <p:cNvSpPr/>
          <p:nvPr/>
        </p:nvSpPr>
        <p:spPr>
          <a:xfrm rot="-2700000">
            <a:off x="7993354" y="4274005"/>
            <a:ext cx="299955" cy="297833"/>
          </a:xfrm>
          <a:prstGeom prst="roundRect">
            <a:avLst>
              <a:gd name="adj" fmla="val 5808"/>
            </a:avLst>
          </a:prstGeom>
          <a:solidFill>
            <a:srgbClr val="26D07C"/>
          </a:solidFill>
          <a:ln>
            <a:noFill/>
          </a:ln>
        </p:spPr>
        <p:txBody>
          <a:bodyPr spcFirstLastPara="1" wrap="square" lIns="57150" tIns="57150" rIns="57150" bIns="57150" anchor="ctr" anchorCtr="0">
            <a:noAutofit/>
          </a:bodyPr>
          <a:lstStyle/>
          <a:p>
            <a:pPr marL="0" lvl="0" indent="0" algn="ctr" rtl="0">
              <a:spcBef>
                <a:spcPts val="0"/>
              </a:spcBef>
              <a:spcAft>
                <a:spcPts val="0"/>
              </a:spcAft>
              <a:buNone/>
            </a:pPr>
            <a:endParaRPr sz="800" b="1">
              <a:solidFill>
                <a:srgbClr val="FFFFFF"/>
              </a:solidFill>
              <a:latin typeface="IBM Plex Sans"/>
              <a:ea typeface="IBM Plex Sans"/>
              <a:cs typeface="IBM Plex Sans"/>
              <a:sym typeface="IBM Plex Sans"/>
            </a:endParaRPr>
          </a:p>
        </p:txBody>
      </p:sp>
      <p:sp>
        <p:nvSpPr>
          <p:cNvPr id="313" name="Google Shape;313;p42"/>
          <p:cNvSpPr/>
          <p:nvPr/>
        </p:nvSpPr>
        <p:spPr>
          <a:xfrm>
            <a:off x="6784246" y="4215232"/>
            <a:ext cx="415500" cy="415500"/>
          </a:xfrm>
          <a:prstGeom prst="roundRect">
            <a:avLst>
              <a:gd name="adj" fmla="val 50000"/>
            </a:avLst>
          </a:prstGeom>
          <a:solidFill>
            <a:srgbClr val="FC5D0D"/>
          </a:solidFill>
          <a:ln>
            <a:noFill/>
          </a:ln>
        </p:spPr>
        <p:txBody>
          <a:bodyPr spcFirstLastPara="1" wrap="square" lIns="57150" tIns="57150" rIns="57150" bIns="57150" anchor="ctr" anchorCtr="0">
            <a:noAutofit/>
          </a:bodyPr>
          <a:lstStyle/>
          <a:p>
            <a:pPr marL="0" lvl="0" indent="0" algn="ctr" rtl="0">
              <a:spcBef>
                <a:spcPts val="0"/>
              </a:spcBef>
              <a:spcAft>
                <a:spcPts val="0"/>
              </a:spcAft>
              <a:buNone/>
            </a:pPr>
            <a:endParaRPr sz="800" b="1">
              <a:solidFill>
                <a:srgbClr val="FFFFFF"/>
              </a:solidFill>
              <a:latin typeface="IBM Plex Sans"/>
              <a:ea typeface="IBM Plex Sans"/>
              <a:cs typeface="IBM Plex Sans"/>
              <a:sym typeface="IBM Plex Sans"/>
            </a:endParaRPr>
          </a:p>
        </p:txBody>
      </p:sp>
      <p:sp>
        <p:nvSpPr>
          <p:cNvPr id="314" name="Google Shape;314;p42"/>
          <p:cNvSpPr txBox="1">
            <a:spLocks noGrp="1"/>
          </p:cNvSpPr>
          <p:nvPr>
            <p:ph type="sldNum" idx="12"/>
          </p:nvPr>
        </p:nvSpPr>
        <p:spPr>
          <a:xfrm>
            <a:off x="8556784" y="4749851"/>
            <a:ext cx="548700" cy="393600"/>
          </a:xfrm>
          <a:prstGeom prst="rect">
            <a:avLst/>
          </a:prstGeom>
        </p:spPr>
        <p:txBody>
          <a:bodyPr spcFirstLastPara="1" wrap="square" lIns="0" tIns="0" rIns="0" bIns="0" anchor="t" anchorCtr="0">
            <a:normAutofit/>
          </a:bodyPr>
          <a:lstStyle>
            <a:lvl1pPr lvl="0" rtl="0">
              <a:buNone/>
              <a:defRPr sz="1300">
                <a:solidFill>
                  <a:schemeClr val="dk1"/>
                </a:solidFill>
              </a:defRPr>
            </a:lvl1pPr>
            <a:lvl2pPr lvl="1" rtl="0">
              <a:buNone/>
              <a:defRPr sz="1300">
                <a:solidFill>
                  <a:schemeClr val="dk1"/>
                </a:solidFill>
              </a:defRPr>
            </a:lvl2pPr>
            <a:lvl3pPr lvl="2" rtl="0">
              <a:buNone/>
              <a:defRPr sz="1300">
                <a:solidFill>
                  <a:schemeClr val="dk1"/>
                </a:solidFill>
              </a:defRPr>
            </a:lvl3pPr>
            <a:lvl4pPr lvl="3" rtl="0">
              <a:buNone/>
              <a:defRPr sz="1300">
                <a:solidFill>
                  <a:schemeClr val="dk1"/>
                </a:solidFill>
              </a:defRPr>
            </a:lvl4pPr>
            <a:lvl5pPr lvl="4" rtl="0">
              <a:buNone/>
              <a:defRPr sz="1300">
                <a:solidFill>
                  <a:schemeClr val="dk1"/>
                </a:solidFill>
              </a:defRPr>
            </a:lvl5pPr>
            <a:lvl6pPr lvl="5" rtl="0">
              <a:buNone/>
              <a:defRPr sz="1300">
                <a:solidFill>
                  <a:schemeClr val="dk1"/>
                </a:solidFill>
              </a:defRPr>
            </a:lvl6pPr>
            <a:lvl7pPr lvl="6" rtl="0">
              <a:buNone/>
              <a:defRPr sz="1300">
                <a:solidFill>
                  <a:schemeClr val="dk1"/>
                </a:solidFill>
              </a:defRPr>
            </a:lvl7pPr>
            <a:lvl8pPr lvl="7" rtl="0">
              <a:buNone/>
              <a:defRPr sz="1300">
                <a:solidFill>
                  <a:schemeClr val="dk1"/>
                </a:solidFill>
              </a:defRPr>
            </a:lvl8pPr>
            <a:lvl9pPr lvl="8" rtl="0">
              <a:buNone/>
              <a:defRPr sz="1300">
                <a:solidFill>
                  <a:schemeClr val="dk1"/>
                </a:solidFill>
              </a:defRPr>
            </a:lvl9pPr>
          </a:lstStyle>
          <a:p>
            <a:pPr marL="0" lvl="0" indent="0" algn="r" rtl="0">
              <a:spcBef>
                <a:spcPts val="0"/>
              </a:spcBef>
              <a:spcAft>
                <a:spcPts val="0"/>
              </a:spcAft>
              <a:buNone/>
            </a:pPr>
            <a:fld id="{00000000-1234-1234-1234-123412341234}" type="slidenum">
              <a:rPr lang="en"/>
              <a:t>‹#›</a:t>
            </a:fld>
            <a:endParaRPr/>
          </a:p>
        </p:txBody>
      </p:sp>
      <p:sp>
        <p:nvSpPr>
          <p:cNvPr id="315" name="Google Shape;315;p42"/>
          <p:cNvSpPr txBox="1">
            <a:spLocks noGrp="1"/>
          </p:cNvSpPr>
          <p:nvPr>
            <p:ph type="subTitle" idx="1"/>
          </p:nvPr>
        </p:nvSpPr>
        <p:spPr>
          <a:xfrm>
            <a:off x="457200" y="2986525"/>
            <a:ext cx="4563900" cy="792600"/>
          </a:xfrm>
          <a:prstGeom prst="rect">
            <a:avLst/>
          </a:prstGeom>
        </p:spPr>
        <p:txBody>
          <a:bodyPr spcFirstLastPara="1" wrap="square" lIns="0" tIns="0" rIns="0" bIns="0" anchor="t" anchorCtr="0">
            <a:normAutofit/>
          </a:bodyPr>
          <a:lstStyle>
            <a:lvl1pPr lvl="0" rtl="0">
              <a:lnSpc>
                <a:spcPct val="100000"/>
              </a:lnSpc>
              <a:spcBef>
                <a:spcPts val="0"/>
              </a:spcBef>
              <a:spcAft>
                <a:spcPts val="0"/>
              </a:spcAft>
              <a:buClr>
                <a:schemeClr val="lt1"/>
              </a:buClr>
              <a:buSzPts val="1800"/>
              <a:buFont typeface="IBM Plex Sans Medium"/>
              <a:buNone/>
              <a:defRPr sz="1800">
                <a:solidFill>
                  <a:schemeClr val="lt1"/>
                </a:solidFill>
                <a:latin typeface="IBM Plex Sans Medium"/>
                <a:ea typeface="IBM Plex Sans Medium"/>
                <a:cs typeface="IBM Plex Sans Medium"/>
                <a:sym typeface="IBM Plex Sans Medium"/>
              </a:defRPr>
            </a:lvl1pPr>
            <a:lvl2pPr lvl="1" rtl="0">
              <a:lnSpc>
                <a:spcPct val="100000"/>
              </a:lnSpc>
              <a:spcBef>
                <a:spcPts val="0"/>
              </a:spcBef>
              <a:spcAft>
                <a:spcPts val="0"/>
              </a:spcAft>
              <a:buSzPts val="2800"/>
              <a:buNone/>
              <a:defRPr sz="2800"/>
            </a:lvl2pPr>
            <a:lvl3pPr lvl="2" rtl="0">
              <a:lnSpc>
                <a:spcPct val="100000"/>
              </a:lnSpc>
              <a:spcBef>
                <a:spcPts val="0"/>
              </a:spcBef>
              <a:spcAft>
                <a:spcPts val="0"/>
              </a:spcAft>
              <a:buSzPts val="2800"/>
              <a:buNone/>
              <a:defRPr sz="2800"/>
            </a:lvl3pPr>
            <a:lvl4pPr lvl="3" rtl="0">
              <a:lnSpc>
                <a:spcPct val="100000"/>
              </a:lnSpc>
              <a:spcBef>
                <a:spcPts val="0"/>
              </a:spcBef>
              <a:spcAft>
                <a:spcPts val="0"/>
              </a:spcAft>
              <a:buSzPts val="2800"/>
              <a:buNone/>
              <a:defRPr sz="2800"/>
            </a:lvl4pPr>
            <a:lvl5pPr lvl="4" rtl="0">
              <a:lnSpc>
                <a:spcPct val="100000"/>
              </a:lnSpc>
              <a:spcBef>
                <a:spcPts val="0"/>
              </a:spcBef>
              <a:spcAft>
                <a:spcPts val="0"/>
              </a:spcAft>
              <a:buSzPts val="2800"/>
              <a:buNone/>
              <a:defRPr sz="2800"/>
            </a:lvl5pPr>
            <a:lvl6pPr lvl="5" rtl="0">
              <a:lnSpc>
                <a:spcPct val="100000"/>
              </a:lnSpc>
              <a:spcBef>
                <a:spcPts val="0"/>
              </a:spcBef>
              <a:spcAft>
                <a:spcPts val="0"/>
              </a:spcAft>
              <a:buSzPts val="2800"/>
              <a:buNone/>
              <a:defRPr sz="2800"/>
            </a:lvl6pPr>
            <a:lvl7pPr lvl="6" rtl="0">
              <a:lnSpc>
                <a:spcPct val="100000"/>
              </a:lnSpc>
              <a:spcBef>
                <a:spcPts val="0"/>
              </a:spcBef>
              <a:spcAft>
                <a:spcPts val="0"/>
              </a:spcAft>
              <a:buSzPts val="2800"/>
              <a:buNone/>
              <a:defRPr sz="2800"/>
            </a:lvl7pPr>
            <a:lvl8pPr lvl="7" rtl="0">
              <a:lnSpc>
                <a:spcPct val="100000"/>
              </a:lnSpc>
              <a:spcBef>
                <a:spcPts val="0"/>
              </a:spcBef>
              <a:spcAft>
                <a:spcPts val="0"/>
              </a:spcAft>
              <a:buSzPts val="2800"/>
              <a:buNone/>
              <a:defRPr sz="2800"/>
            </a:lvl8pPr>
            <a:lvl9pPr lvl="8" rtl="0">
              <a:lnSpc>
                <a:spcPct val="100000"/>
              </a:lnSpc>
              <a:spcBef>
                <a:spcPts val="0"/>
              </a:spcBef>
              <a:spcAft>
                <a:spcPts val="0"/>
              </a:spcAft>
              <a:buSzPts val="2800"/>
              <a:buNone/>
              <a:defRPr sz="2800"/>
            </a:lvl9pPr>
          </a:lstStyle>
          <a:p>
            <a:endParaRPr/>
          </a:p>
        </p:txBody>
      </p:sp>
      <p:sp>
        <p:nvSpPr>
          <p:cNvPr id="316" name="Google Shape;316;p42"/>
          <p:cNvSpPr txBox="1">
            <a:spLocks noGrp="1"/>
          </p:cNvSpPr>
          <p:nvPr>
            <p:ph type="subTitle" idx="2"/>
          </p:nvPr>
        </p:nvSpPr>
        <p:spPr>
          <a:xfrm>
            <a:off x="457200" y="4083925"/>
            <a:ext cx="4563900" cy="792600"/>
          </a:xfrm>
          <a:prstGeom prst="rect">
            <a:avLst/>
          </a:prstGeom>
        </p:spPr>
        <p:txBody>
          <a:bodyPr spcFirstLastPara="1" wrap="square" lIns="0" tIns="0" rIns="0" bIns="0" anchor="t" anchorCtr="0">
            <a:normAutofit/>
          </a:bodyPr>
          <a:lstStyle>
            <a:lvl1pPr lvl="0" rtl="0">
              <a:lnSpc>
                <a:spcPct val="100000"/>
              </a:lnSpc>
              <a:spcBef>
                <a:spcPts val="0"/>
              </a:spcBef>
              <a:spcAft>
                <a:spcPts val="0"/>
              </a:spcAft>
              <a:buClr>
                <a:schemeClr val="lt1"/>
              </a:buClr>
              <a:buSzPts val="1400"/>
              <a:buNone/>
              <a:defRPr sz="1400">
                <a:solidFill>
                  <a:schemeClr val="lt1"/>
                </a:solidFill>
              </a:defRPr>
            </a:lvl1pPr>
            <a:lvl2pPr lvl="1" rtl="0">
              <a:lnSpc>
                <a:spcPct val="100000"/>
              </a:lnSpc>
              <a:spcBef>
                <a:spcPts val="0"/>
              </a:spcBef>
              <a:spcAft>
                <a:spcPts val="0"/>
              </a:spcAft>
              <a:buSzPts val="2800"/>
              <a:buNone/>
              <a:defRPr sz="2800"/>
            </a:lvl2pPr>
            <a:lvl3pPr lvl="2" rtl="0">
              <a:lnSpc>
                <a:spcPct val="100000"/>
              </a:lnSpc>
              <a:spcBef>
                <a:spcPts val="0"/>
              </a:spcBef>
              <a:spcAft>
                <a:spcPts val="0"/>
              </a:spcAft>
              <a:buSzPts val="2800"/>
              <a:buNone/>
              <a:defRPr sz="2800"/>
            </a:lvl3pPr>
            <a:lvl4pPr lvl="3" rtl="0">
              <a:lnSpc>
                <a:spcPct val="100000"/>
              </a:lnSpc>
              <a:spcBef>
                <a:spcPts val="0"/>
              </a:spcBef>
              <a:spcAft>
                <a:spcPts val="0"/>
              </a:spcAft>
              <a:buSzPts val="2800"/>
              <a:buNone/>
              <a:defRPr sz="2800"/>
            </a:lvl4pPr>
            <a:lvl5pPr lvl="4" rtl="0">
              <a:lnSpc>
                <a:spcPct val="100000"/>
              </a:lnSpc>
              <a:spcBef>
                <a:spcPts val="0"/>
              </a:spcBef>
              <a:spcAft>
                <a:spcPts val="0"/>
              </a:spcAft>
              <a:buSzPts val="2800"/>
              <a:buNone/>
              <a:defRPr sz="2800"/>
            </a:lvl5pPr>
            <a:lvl6pPr lvl="5" rtl="0">
              <a:lnSpc>
                <a:spcPct val="100000"/>
              </a:lnSpc>
              <a:spcBef>
                <a:spcPts val="0"/>
              </a:spcBef>
              <a:spcAft>
                <a:spcPts val="0"/>
              </a:spcAft>
              <a:buSzPts val="2800"/>
              <a:buNone/>
              <a:defRPr sz="2800"/>
            </a:lvl6pPr>
            <a:lvl7pPr lvl="6" rtl="0">
              <a:lnSpc>
                <a:spcPct val="100000"/>
              </a:lnSpc>
              <a:spcBef>
                <a:spcPts val="0"/>
              </a:spcBef>
              <a:spcAft>
                <a:spcPts val="0"/>
              </a:spcAft>
              <a:buSzPts val="2800"/>
              <a:buNone/>
              <a:defRPr sz="2800"/>
            </a:lvl7pPr>
            <a:lvl8pPr lvl="7" rtl="0">
              <a:lnSpc>
                <a:spcPct val="100000"/>
              </a:lnSpc>
              <a:spcBef>
                <a:spcPts val="0"/>
              </a:spcBef>
              <a:spcAft>
                <a:spcPts val="0"/>
              </a:spcAft>
              <a:buSzPts val="2800"/>
              <a:buNone/>
              <a:defRPr sz="2800"/>
            </a:lvl8pPr>
            <a:lvl9pPr lvl="8" rtl="0">
              <a:lnSpc>
                <a:spcPct val="100000"/>
              </a:lnSpc>
              <a:spcBef>
                <a:spcPts val="0"/>
              </a:spcBef>
              <a:spcAft>
                <a:spcPts val="0"/>
              </a:spcAft>
              <a:buSzPts val="2800"/>
              <a:buNone/>
              <a:defRPr sz="2800"/>
            </a:lvl9pPr>
          </a:lstStyle>
          <a:p>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Title - 2">
  <p:cSld name="CUSTOM_5">
    <p:bg>
      <p:bgPr>
        <a:solidFill>
          <a:schemeClr val="dk1"/>
        </a:solidFill>
        <a:effectLst/>
      </p:bgPr>
    </p:bg>
    <p:spTree>
      <p:nvGrpSpPr>
        <p:cNvPr id="1" name="Shape 317"/>
        <p:cNvGrpSpPr/>
        <p:nvPr/>
      </p:nvGrpSpPr>
      <p:grpSpPr>
        <a:xfrm>
          <a:off x="0" y="0"/>
          <a:ext cx="0" cy="0"/>
          <a:chOff x="0" y="0"/>
          <a:chExt cx="0" cy="0"/>
        </a:xfrm>
      </p:grpSpPr>
      <p:sp>
        <p:nvSpPr>
          <p:cNvPr id="318" name="Google Shape;318;p43"/>
          <p:cNvSpPr txBox="1">
            <a:spLocks noGrp="1"/>
          </p:cNvSpPr>
          <p:nvPr>
            <p:ph type="sldNum" idx="12"/>
          </p:nvPr>
        </p:nvSpPr>
        <p:spPr>
          <a:xfrm>
            <a:off x="8366700" y="4805546"/>
            <a:ext cx="548700" cy="215400"/>
          </a:xfrm>
          <a:prstGeom prst="rect">
            <a:avLst/>
          </a:prstGeom>
        </p:spPr>
        <p:txBody>
          <a:bodyPr spcFirstLastPara="1" wrap="square" lIns="0" tIns="0" rIns="0" bIns="0" anchor="b"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
        <p:nvSpPr>
          <p:cNvPr id="319" name="Google Shape;319;p43"/>
          <p:cNvSpPr txBox="1">
            <a:spLocks noGrp="1"/>
          </p:cNvSpPr>
          <p:nvPr>
            <p:ph type="ctrTitle"/>
          </p:nvPr>
        </p:nvSpPr>
        <p:spPr>
          <a:xfrm>
            <a:off x="457200" y="1152475"/>
            <a:ext cx="4563900" cy="1644600"/>
          </a:xfrm>
          <a:prstGeom prst="rect">
            <a:avLst/>
          </a:prstGeom>
        </p:spPr>
        <p:txBody>
          <a:bodyPr spcFirstLastPara="1" wrap="square" lIns="0" tIns="0" rIns="0" bIns="0" anchor="b" anchorCtr="0">
            <a:normAutofit/>
          </a:bodyPr>
          <a:lstStyle>
            <a:lvl1pPr lvl="0" rtl="0">
              <a:spcBef>
                <a:spcPts val="0"/>
              </a:spcBef>
              <a:spcAft>
                <a:spcPts val="0"/>
              </a:spcAft>
              <a:buClr>
                <a:schemeClr val="lt1"/>
              </a:buClr>
              <a:buSzPts val="3400"/>
              <a:buNone/>
              <a:defRPr>
                <a:solidFill>
                  <a:schemeClr val="lt1"/>
                </a:solidFill>
              </a:defRPr>
            </a:lvl1pPr>
            <a:lvl2pPr lvl="1" rtl="0">
              <a:spcBef>
                <a:spcPts val="0"/>
              </a:spcBef>
              <a:spcAft>
                <a:spcPts val="0"/>
              </a:spcAft>
              <a:buSzPts val="5200"/>
              <a:buNone/>
              <a:defRPr sz="5200"/>
            </a:lvl2pPr>
            <a:lvl3pPr lvl="2" rtl="0">
              <a:spcBef>
                <a:spcPts val="0"/>
              </a:spcBef>
              <a:spcAft>
                <a:spcPts val="0"/>
              </a:spcAft>
              <a:buSzPts val="5200"/>
              <a:buNone/>
              <a:defRPr sz="5200"/>
            </a:lvl3pPr>
            <a:lvl4pPr lvl="3" rtl="0">
              <a:spcBef>
                <a:spcPts val="0"/>
              </a:spcBef>
              <a:spcAft>
                <a:spcPts val="0"/>
              </a:spcAft>
              <a:buSzPts val="5200"/>
              <a:buNone/>
              <a:defRPr sz="5200"/>
            </a:lvl4pPr>
            <a:lvl5pPr lvl="4" rtl="0">
              <a:spcBef>
                <a:spcPts val="0"/>
              </a:spcBef>
              <a:spcAft>
                <a:spcPts val="0"/>
              </a:spcAft>
              <a:buSzPts val="5200"/>
              <a:buNone/>
              <a:defRPr sz="5200"/>
            </a:lvl5pPr>
            <a:lvl6pPr lvl="5" rtl="0">
              <a:spcBef>
                <a:spcPts val="0"/>
              </a:spcBef>
              <a:spcAft>
                <a:spcPts val="0"/>
              </a:spcAft>
              <a:buSzPts val="5200"/>
              <a:buNone/>
              <a:defRPr sz="5200"/>
            </a:lvl6pPr>
            <a:lvl7pPr lvl="6" rtl="0">
              <a:spcBef>
                <a:spcPts val="0"/>
              </a:spcBef>
              <a:spcAft>
                <a:spcPts val="0"/>
              </a:spcAft>
              <a:buSzPts val="5200"/>
              <a:buNone/>
              <a:defRPr sz="5200"/>
            </a:lvl7pPr>
            <a:lvl8pPr lvl="7" rtl="0">
              <a:spcBef>
                <a:spcPts val="0"/>
              </a:spcBef>
              <a:spcAft>
                <a:spcPts val="0"/>
              </a:spcAft>
              <a:buSzPts val="5200"/>
              <a:buNone/>
              <a:defRPr sz="5200"/>
            </a:lvl8pPr>
            <a:lvl9pPr lvl="8" rtl="0">
              <a:spcBef>
                <a:spcPts val="0"/>
              </a:spcBef>
              <a:spcAft>
                <a:spcPts val="0"/>
              </a:spcAft>
              <a:buSzPts val="5200"/>
              <a:buNone/>
              <a:defRPr sz="5200"/>
            </a:lvl9pPr>
          </a:lstStyle>
          <a:p>
            <a:endParaRPr/>
          </a:p>
        </p:txBody>
      </p:sp>
      <p:sp>
        <p:nvSpPr>
          <p:cNvPr id="320" name="Google Shape;320;p43"/>
          <p:cNvSpPr txBox="1">
            <a:spLocks noGrp="1"/>
          </p:cNvSpPr>
          <p:nvPr>
            <p:ph type="subTitle" idx="1"/>
          </p:nvPr>
        </p:nvSpPr>
        <p:spPr>
          <a:xfrm>
            <a:off x="457200" y="2986525"/>
            <a:ext cx="4563900" cy="792600"/>
          </a:xfrm>
          <a:prstGeom prst="rect">
            <a:avLst/>
          </a:prstGeom>
        </p:spPr>
        <p:txBody>
          <a:bodyPr spcFirstLastPara="1" wrap="square" lIns="0" tIns="0" rIns="0" bIns="0" anchor="t" anchorCtr="0">
            <a:normAutofit/>
          </a:bodyPr>
          <a:lstStyle>
            <a:lvl1pPr lvl="0" rtl="0">
              <a:lnSpc>
                <a:spcPct val="100000"/>
              </a:lnSpc>
              <a:spcBef>
                <a:spcPts val="0"/>
              </a:spcBef>
              <a:spcAft>
                <a:spcPts val="0"/>
              </a:spcAft>
              <a:buClr>
                <a:schemeClr val="lt1"/>
              </a:buClr>
              <a:buSzPts val="1800"/>
              <a:buFont typeface="IBM Plex Sans Medium"/>
              <a:buNone/>
              <a:defRPr sz="1800">
                <a:solidFill>
                  <a:schemeClr val="lt1"/>
                </a:solidFill>
                <a:latin typeface="IBM Plex Sans Medium"/>
                <a:ea typeface="IBM Plex Sans Medium"/>
                <a:cs typeface="IBM Plex Sans Medium"/>
                <a:sym typeface="IBM Plex Sans Medium"/>
              </a:defRPr>
            </a:lvl1pPr>
            <a:lvl2pPr lvl="1" rtl="0">
              <a:lnSpc>
                <a:spcPct val="100000"/>
              </a:lnSpc>
              <a:spcBef>
                <a:spcPts val="0"/>
              </a:spcBef>
              <a:spcAft>
                <a:spcPts val="0"/>
              </a:spcAft>
              <a:buSzPts val="2800"/>
              <a:buNone/>
              <a:defRPr sz="2800"/>
            </a:lvl2pPr>
            <a:lvl3pPr lvl="2" rtl="0">
              <a:lnSpc>
                <a:spcPct val="100000"/>
              </a:lnSpc>
              <a:spcBef>
                <a:spcPts val="0"/>
              </a:spcBef>
              <a:spcAft>
                <a:spcPts val="0"/>
              </a:spcAft>
              <a:buSzPts val="2800"/>
              <a:buNone/>
              <a:defRPr sz="2800"/>
            </a:lvl3pPr>
            <a:lvl4pPr lvl="3" rtl="0">
              <a:lnSpc>
                <a:spcPct val="100000"/>
              </a:lnSpc>
              <a:spcBef>
                <a:spcPts val="0"/>
              </a:spcBef>
              <a:spcAft>
                <a:spcPts val="0"/>
              </a:spcAft>
              <a:buSzPts val="2800"/>
              <a:buNone/>
              <a:defRPr sz="2800"/>
            </a:lvl4pPr>
            <a:lvl5pPr lvl="4" rtl="0">
              <a:lnSpc>
                <a:spcPct val="100000"/>
              </a:lnSpc>
              <a:spcBef>
                <a:spcPts val="0"/>
              </a:spcBef>
              <a:spcAft>
                <a:spcPts val="0"/>
              </a:spcAft>
              <a:buSzPts val="2800"/>
              <a:buNone/>
              <a:defRPr sz="2800"/>
            </a:lvl5pPr>
            <a:lvl6pPr lvl="5" rtl="0">
              <a:lnSpc>
                <a:spcPct val="100000"/>
              </a:lnSpc>
              <a:spcBef>
                <a:spcPts val="0"/>
              </a:spcBef>
              <a:spcAft>
                <a:spcPts val="0"/>
              </a:spcAft>
              <a:buSzPts val="2800"/>
              <a:buNone/>
              <a:defRPr sz="2800"/>
            </a:lvl6pPr>
            <a:lvl7pPr lvl="6" rtl="0">
              <a:lnSpc>
                <a:spcPct val="100000"/>
              </a:lnSpc>
              <a:spcBef>
                <a:spcPts val="0"/>
              </a:spcBef>
              <a:spcAft>
                <a:spcPts val="0"/>
              </a:spcAft>
              <a:buSzPts val="2800"/>
              <a:buNone/>
              <a:defRPr sz="2800"/>
            </a:lvl7pPr>
            <a:lvl8pPr lvl="7" rtl="0">
              <a:lnSpc>
                <a:spcPct val="100000"/>
              </a:lnSpc>
              <a:spcBef>
                <a:spcPts val="0"/>
              </a:spcBef>
              <a:spcAft>
                <a:spcPts val="0"/>
              </a:spcAft>
              <a:buSzPts val="2800"/>
              <a:buNone/>
              <a:defRPr sz="2800"/>
            </a:lvl8pPr>
            <a:lvl9pPr lvl="8" rtl="0">
              <a:lnSpc>
                <a:spcPct val="100000"/>
              </a:lnSpc>
              <a:spcBef>
                <a:spcPts val="0"/>
              </a:spcBef>
              <a:spcAft>
                <a:spcPts val="0"/>
              </a:spcAft>
              <a:buSzPts val="2800"/>
              <a:buNone/>
              <a:defRPr sz="2800"/>
            </a:lvl9pPr>
          </a:lstStyle>
          <a:p>
            <a:endParaRPr/>
          </a:p>
        </p:txBody>
      </p:sp>
      <p:pic>
        <p:nvPicPr>
          <p:cNvPr id="321" name="Google Shape;321;p43"/>
          <p:cNvPicPr preferRelativeResize="0"/>
          <p:nvPr/>
        </p:nvPicPr>
        <p:blipFill>
          <a:blip r:embed="rId2">
            <a:alphaModFix/>
          </a:blip>
          <a:stretch>
            <a:fillRect/>
          </a:stretch>
        </p:blipFill>
        <p:spPr>
          <a:xfrm>
            <a:off x="457100" y="571500"/>
            <a:ext cx="1235098" cy="422775"/>
          </a:xfrm>
          <a:prstGeom prst="rect">
            <a:avLst/>
          </a:prstGeom>
          <a:noFill/>
          <a:ln>
            <a:noFill/>
          </a:ln>
        </p:spPr>
      </p:pic>
      <p:sp>
        <p:nvSpPr>
          <p:cNvPr id="322" name="Google Shape;322;p43"/>
          <p:cNvSpPr/>
          <p:nvPr/>
        </p:nvSpPr>
        <p:spPr>
          <a:xfrm>
            <a:off x="5568167" y="2402416"/>
            <a:ext cx="5615700" cy="5614800"/>
          </a:xfrm>
          <a:prstGeom prst="ellipse">
            <a:avLst/>
          </a:prstGeom>
          <a:noFill/>
          <a:ln w="38100" cap="flat" cmpd="sng">
            <a:solidFill>
              <a:srgbClr val="26D07C"/>
            </a:solidFill>
            <a:prstDash val="dash"/>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 name="Google Shape;323;p43"/>
          <p:cNvSpPr/>
          <p:nvPr/>
        </p:nvSpPr>
        <p:spPr>
          <a:xfrm>
            <a:off x="6222615" y="3056430"/>
            <a:ext cx="4306800" cy="4306800"/>
          </a:xfrm>
          <a:prstGeom prst="ellipse">
            <a:avLst/>
          </a:prstGeom>
          <a:noFill/>
          <a:ln w="38100" cap="flat" cmpd="sng">
            <a:solidFill>
              <a:srgbClr val="0072CE"/>
            </a:solidFill>
            <a:prstDash val="dash"/>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 name="Google Shape;324;p43"/>
          <p:cNvSpPr/>
          <p:nvPr/>
        </p:nvSpPr>
        <p:spPr>
          <a:xfrm>
            <a:off x="6932129" y="3765943"/>
            <a:ext cx="2887500" cy="2887500"/>
          </a:xfrm>
          <a:prstGeom prst="ellipse">
            <a:avLst/>
          </a:prstGeom>
          <a:noFill/>
          <a:ln w="38100" cap="flat" cmpd="sng">
            <a:solidFill>
              <a:srgbClr val="00A7B5"/>
            </a:solidFill>
            <a:prstDash val="dash"/>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IBM Plex Sans Light"/>
              <a:ea typeface="IBM Plex Sans Light"/>
              <a:cs typeface="IBM Plex Sans Light"/>
              <a:sym typeface="IBM Plex Sans Light"/>
            </a:endParaRPr>
          </a:p>
        </p:txBody>
      </p:sp>
      <p:sp>
        <p:nvSpPr>
          <p:cNvPr id="325" name="Google Shape;325;p43"/>
          <p:cNvSpPr/>
          <p:nvPr/>
        </p:nvSpPr>
        <p:spPr>
          <a:xfrm>
            <a:off x="4857500" y="1691750"/>
            <a:ext cx="7036800" cy="7035900"/>
          </a:xfrm>
          <a:prstGeom prst="ellipse">
            <a:avLst/>
          </a:prstGeom>
          <a:noFill/>
          <a:ln w="38100" cap="flat" cmpd="sng">
            <a:solidFill>
              <a:srgbClr val="FC5D0D"/>
            </a:solidFill>
            <a:prstDash val="dash"/>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 name="Google Shape;326;p43"/>
          <p:cNvSpPr txBox="1">
            <a:spLocks noGrp="1"/>
          </p:cNvSpPr>
          <p:nvPr>
            <p:ph type="subTitle" idx="2"/>
          </p:nvPr>
        </p:nvSpPr>
        <p:spPr>
          <a:xfrm>
            <a:off x="457200" y="4083925"/>
            <a:ext cx="4563900" cy="792600"/>
          </a:xfrm>
          <a:prstGeom prst="rect">
            <a:avLst/>
          </a:prstGeom>
        </p:spPr>
        <p:txBody>
          <a:bodyPr spcFirstLastPara="1" wrap="square" lIns="0" tIns="0" rIns="0" bIns="0" anchor="t" anchorCtr="0">
            <a:normAutofit/>
          </a:bodyPr>
          <a:lstStyle>
            <a:lvl1pPr lvl="0" rtl="0">
              <a:lnSpc>
                <a:spcPct val="100000"/>
              </a:lnSpc>
              <a:spcBef>
                <a:spcPts val="0"/>
              </a:spcBef>
              <a:spcAft>
                <a:spcPts val="0"/>
              </a:spcAft>
              <a:buClr>
                <a:schemeClr val="lt1"/>
              </a:buClr>
              <a:buSzPts val="1400"/>
              <a:buNone/>
              <a:defRPr sz="1400">
                <a:solidFill>
                  <a:schemeClr val="lt1"/>
                </a:solidFill>
              </a:defRPr>
            </a:lvl1pPr>
            <a:lvl2pPr lvl="1" rtl="0">
              <a:lnSpc>
                <a:spcPct val="100000"/>
              </a:lnSpc>
              <a:spcBef>
                <a:spcPts val="0"/>
              </a:spcBef>
              <a:spcAft>
                <a:spcPts val="0"/>
              </a:spcAft>
              <a:buSzPts val="2800"/>
              <a:buNone/>
              <a:defRPr sz="2800"/>
            </a:lvl2pPr>
            <a:lvl3pPr lvl="2" rtl="0">
              <a:lnSpc>
                <a:spcPct val="100000"/>
              </a:lnSpc>
              <a:spcBef>
                <a:spcPts val="0"/>
              </a:spcBef>
              <a:spcAft>
                <a:spcPts val="0"/>
              </a:spcAft>
              <a:buSzPts val="2800"/>
              <a:buNone/>
              <a:defRPr sz="2800"/>
            </a:lvl3pPr>
            <a:lvl4pPr lvl="3" rtl="0">
              <a:lnSpc>
                <a:spcPct val="100000"/>
              </a:lnSpc>
              <a:spcBef>
                <a:spcPts val="0"/>
              </a:spcBef>
              <a:spcAft>
                <a:spcPts val="0"/>
              </a:spcAft>
              <a:buSzPts val="2800"/>
              <a:buNone/>
              <a:defRPr sz="2800"/>
            </a:lvl4pPr>
            <a:lvl5pPr lvl="4" rtl="0">
              <a:lnSpc>
                <a:spcPct val="100000"/>
              </a:lnSpc>
              <a:spcBef>
                <a:spcPts val="0"/>
              </a:spcBef>
              <a:spcAft>
                <a:spcPts val="0"/>
              </a:spcAft>
              <a:buSzPts val="2800"/>
              <a:buNone/>
              <a:defRPr sz="2800"/>
            </a:lvl5pPr>
            <a:lvl6pPr lvl="5" rtl="0">
              <a:lnSpc>
                <a:spcPct val="100000"/>
              </a:lnSpc>
              <a:spcBef>
                <a:spcPts val="0"/>
              </a:spcBef>
              <a:spcAft>
                <a:spcPts val="0"/>
              </a:spcAft>
              <a:buSzPts val="2800"/>
              <a:buNone/>
              <a:defRPr sz="2800"/>
            </a:lvl6pPr>
            <a:lvl7pPr lvl="6" rtl="0">
              <a:lnSpc>
                <a:spcPct val="100000"/>
              </a:lnSpc>
              <a:spcBef>
                <a:spcPts val="0"/>
              </a:spcBef>
              <a:spcAft>
                <a:spcPts val="0"/>
              </a:spcAft>
              <a:buSzPts val="2800"/>
              <a:buNone/>
              <a:defRPr sz="2800"/>
            </a:lvl7pPr>
            <a:lvl8pPr lvl="7" rtl="0">
              <a:lnSpc>
                <a:spcPct val="100000"/>
              </a:lnSpc>
              <a:spcBef>
                <a:spcPts val="0"/>
              </a:spcBef>
              <a:spcAft>
                <a:spcPts val="0"/>
              </a:spcAft>
              <a:buSzPts val="2800"/>
              <a:buNone/>
              <a:defRPr sz="2800"/>
            </a:lvl8pPr>
            <a:lvl9pPr lvl="8" rtl="0">
              <a:lnSpc>
                <a:spcPct val="100000"/>
              </a:lnSpc>
              <a:spcBef>
                <a:spcPts val="0"/>
              </a:spcBef>
              <a:spcAft>
                <a:spcPts val="0"/>
              </a:spcAft>
              <a:buSzPts val="2800"/>
              <a:buNone/>
              <a:defRPr sz="2800"/>
            </a:lvl9pPr>
          </a:lstStyle>
          <a:p>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Title - 3">
  <p:cSld name="TITLE_1_1">
    <p:bg>
      <p:bgPr>
        <a:solidFill>
          <a:schemeClr val="dk1"/>
        </a:solidFill>
        <a:effectLst/>
      </p:bgPr>
    </p:bg>
    <p:spTree>
      <p:nvGrpSpPr>
        <p:cNvPr id="1" name="Shape 327"/>
        <p:cNvGrpSpPr/>
        <p:nvPr/>
      </p:nvGrpSpPr>
      <p:grpSpPr>
        <a:xfrm>
          <a:off x="0" y="0"/>
          <a:ext cx="0" cy="0"/>
          <a:chOff x="0" y="0"/>
          <a:chExt cx="0" cy="0"/>
        </a:xfrm>
      </p:grpSpPr>
      <p:sp>
        <p:nvSpPr>
          <p:cNvPr id="328" name="Google Shape;328;p44"/>
          <p:cNvSpPr txBox="1">
            <a:spLocks noGrp="1"/>
          </p:cNvSpPr>
          <p:nvPr>
            <p:ph type="ctrTitle"/>
          </p:nvPr>
        </p:nvSpPr>
        <p:spPr>
          <a:xfrm>
            <a:off x="457200" y="1152475"/>
            <a:ext cx="4563900" cy="1644600"/>
          </a:xfrm>
          <a:prstGeom prst="rect">
            <a:avLst/>
          </a:prstGeom>
        </p:spPr>
        <p:txBody>
          <a:bodyPr spcFirstLastPara="1" wrap="square" lIns="0" tIns="0" rIns="0" bIns="0" anchor="b" anchorCtr="0">
            <a:normAutofit/>
          </a:bodyPr>
          <a:lstStyle>
            <a:lvl1pPr lvl="0" rtl="0">
              <a:spcBef>
                <a:spcPts val="0"/>
              </a:spcBef>
              <a:spcAft>
                <a:spcPts val="0"/>
              </a:spcAft>
              <a:buClr>
                <a:schemeClr val="lt1"/>
              </a:buClr>
              <a:buSzPts val="3400"/>
              <a:buNone/>
              <a:defRPr>
                <a:solidFill>
                  <a:schemeClr val="lt1"/>
                </a:solidFill>
              </a:defRPr>
            </a:lvl1pPr>
            <a:lvl2pPr lvl="1" rtl="0">
              <a:spcBef>
                <a:spcPts val="0"/>
              </a:spcBef>
              <a:spcAft>
                <a:spcPts val="0"/>
              </a:spcAft>
              <a:buSzPts val="5200"/>
              <a:buNone/>
              <a:defRPr sz="5200"/>
            </a:lvl2pPr>
            <a:lvl3pPr lvl="2" rtl="0">
              <a:spcBef>
                <a:spcPts val="0"/>
              </a:spcBef>
              <a:spcAft>
                <a:spcPts val="0"/>
              </a:spcAft>
              <a:buSzPts val="5200"/>
              <a:buNone/>
              <a:defRPr sz="5200"/>
            </a:lvl3pPr>
            <a:lvl4pPr lvl="3" rtl="0">
              <a:spcBef>
                <a:spcPts val="0"/>
              </a:spcBef>
              <a:spcAft>
                <a:spcPts val="0"/>
              </a:spcAft>
              <a:buSzPts val="5200"/>
              <a:buNone/>
              <a:defRPr sz="5200"/>
            </a:lvl4pPr>
            <a:lvl5pPr lvl="4" rtl="0">
              <a:spcBef>
                <a:spcPts val="0"/>
              </a:spcBef>
              <a:spcAft>
                <a:spcPts val="0"/>
              </a:spcAft>
              <a:buSzPts val="5200"/>
              <a:buNone/>
              <a:defRPr sz="5200"/>
            </a:lvl5pPr>
            <a:lvl6pPr lvl="5" rtl="0">
              <a:spcBef>
                <a:spcPts val="0"/>
              </a:spcBef>
              <a:spcAft>
                <a:spcPts val="0"/>
              </a:spcAft>
              <a:buSzPts val="5200"/>
              <a:buNone/>
              <a:defRPr sz="5200"/>
            </a:lvl6pPr>
            <a:lvl7pPr lvl="6" rtl="0">
              <a:spcBef>
                <a:spcPts val="0"/>
              </a:spcBef>
              <a:spcAft>
                <a:spcPts val="0"/>
              </a:spcAft>
              <a:buSzPts val="5200"/>
              <a:buNone/>
              <a:defRPr sz="5200"/>
            </a:lvl7pPr>
            <a:lvl8pPr lvl="7" rtl="0">
              <a:spcBef>
                <a:spcPts val="0"/>
              </a:spcBef>
              <a:spcAft>
                <a:spcPts val="0"/>
              </a:spcAft>
              <a:buSzPts val="5200"/>
              <a:buNone/>
              <a:defRPr sz="5200"/>
            </a:lvl8pPr>
            <a:lvl9pPr lvl="8" rtl="0">
              <a:spcBef>
                <a:spcPts val="0"/>
              </a:spcBef>
              <a:spcAft>
                <a:spcPts val="0"/>
              </a:spcAft>
              <a:buSzPts val="5200"/>
              <a:buNone/>
              <a:defRPr sz="5200"/>
            </a:lvl9pPr>
          </a:lstStyle>
          <a:p>
            <a:endParaRPr/>
          </a:p>
        </p:txBody>
      </p:sp>
      <p:pic>
        <p:nvPicPr>
          <p:cNvPr id="329" name="Google Shape;329;p44"/>
          <p:cNvPicPr preferRelativeResize="0"/>
          <p:nvPr/>
        </p:nvPicPr>
        <p:blipFill>
          <a:blip r:embed="rId2">
            <a:alphaModFix/>
          </a:blip>
          <a:stretch>
            <a:fillRect/>
          </a:stretch>
        </p:blipFill>
        <p:spPr>
          <a:xfrm>
            <a:off x="457100" y="571500"/>
            <a:ext cx="1235098" cy="422775"/>
          </a:xfrm>
          <a:prstGeom prst="rect">
            <a:avLst/>
          </a:prstGeom>
          <a:noFill/>
          <a:ln>
            <a:noFill/>
          </a:ln>
        </p:spPr>
      </p:pic>
      <p:sp>
        <p:nvSpPr>
          <p:cNvPr id="330" name="Google Shape;330;p44"/>
          <p:cNvSpPr txBox="1">
            <a:spLocks noGrp="1"/>
          </p:cNvSpPr>
          <p:nvPr>
            <p:ph type="sldNum" idx="12"/>
          </p:nvPr>
        </p:nvSpPr>
        <p:spPr>
          <a:xfrm>
            <a:off x="8556784" y="4749851"/>
            <a:ext cx="548700" cy="393600"/>
          </a:xfrm>
          <a:prstGeom prst="rect">
            <a:avLst/>
          </a:prstGeom>
        </p:spPr>
        <p:txBody>
          <a:bodyPr spcFirstLastPara="1" wrap="square" lIns="0" tIns="0" rIns="0" bIns="0" anchor="t" anchorCtr="0">
            <a:normAutofit/>
          </a:bodyPr>
          <a:lstStyle>
            <a:lvl1pPr lvl="0" rtl="0">
              <a:buNone/>
              <a:defRPr sz="1300">
                <a:solidFill>
                  <a:schemeClr val="dk1"/>
                </a:solidFill>
              </a:defRPr>
            </a:lvl1pPr>
            <a:lvl2pPr lvl="1" rtl="0">
              <a:buNone/>
              <a:defRPr sz="1300">
                <a:solidFill>
                  <a:schemeClr val="dk1"/>
                </a:solidFill>
              </a:defRPr>
            </a:lvl2pPr>
            <a:lvl3pPr lvl="2" rtl="0">
              <a:buNone/>
              <a:defRPr sz="1300">
                <a:solidFill>
                  <a:schemeClr val="dk1"/>
                </a:solidFill>
              </a:defRPr>
            </a:lvl3pPr>
            <a:lvl4pPr lvl="3" rtl="0">
              <a:buNone/>
              <a:defRPr sz="1300">
                <a:solidFill>
                  <a:schemeClr val="dk1"/>
                </a:solidFill>
              </a:defRPr>
            </a:lvl4pPr>
            <a:lvl5pPr lvl="4" rtl="0">
              <a:buNone/>
              <a:defRPr sz="1300">
                <a:solidFill>
                  <a:schemeClr val="dk1"/>
                </a:solidFill>
              </a:defRPr>
            </a:lvl5pPr>
            <a:lvl6pPr lvl="5" rtl="0">
              <a:buNone/>
              <a:defRPr sz="1300">
                <a:solidFill>
                  <a:schemeClr val="dk1"/>
                </a:solidFill>
              </a:defRPr>
            </a:lvl6pPr>
            <a:lvl7pPr lvl="6" rtl="0">
              <a:buNone/>
              <a:defRPr sz="1300">
                <a:solidFill>
                  <a:schemeClr val="dk1"/>
                </a:solidFill>
              </a:defRPr>
            </a:lvl7pPr>
            <a:lvl8pPr lvl="7" rtl="0">
              <a:buNone/>
              <a:defRPr sz="1300">
                <a:solidFill>
                  <a:schemeClr val="dk1"/>
                </a:solidFill>
              </a:defRPr>
            </a:lvl8pPr>
            <a:lvl9pPr lvl="8" rtl="0">
              <a:buNone/>
              <a:defRPr sz="1300">
                <a:solidFill>
                  <a:schemeClr val="dk1"/>
                </a:solidFill>
              </a:defRPr>
            </a:lvl9pPr>
          </a:lstStyle>
          <a:p>
            <a:pPr marL="0" lvl="0" indent="0" algn="r" rtl="0">
              <a:spcBef>
                <a:spcPts val="0"/>
              </a:spcBef>
              <a:spcAft>
                <a:spcPts val="0"/>
              </a:spcAft>
              <a:buNone/>
            </a:pPr>
            <a:fld id="{00000000-1234-1234-1234-123412341234}" type="slidenum">
              <a:rPr lang="en"/>
              <a:t>‹#›</a:t>
            </a:fld>
            <a:endParaRPr/>
          </a:p>
        </p:txBody>
      </p:sp>
      <p:sp>
        <p:nvSpPr>
          <p:cNvPr id="331" name="Google Shape;331;p44"/>
          <p:cNvSpPr txBox="1">
            <a:spLocks noGrp="1"/>
          </p:cNvSpPr>
          <p:nvPr>
            <p:ph type="subTitle" idx="1"/>
          </p:nvPr>
        </p:nvSpPr>
        <p:spPr>
          <a:xfrm>
            <a:off x="457200" y="2986525"/>
            <a:ext cx="4563900" cy="792600"/>
          </a:xfrm>
          <a:prstGeom prst="rect">
            <a:avLst/>
          </a:prstGeom>
        </p:spPr>
        <p:txBody>
          <a:bodyPr spcFirstLastPara="1" wrap="square" lIns="0" tIns="0" rIns="0" bIns="0" anchor="t" anchorCtr="0">
            <a:normAutofit/>
          </a:bodyPr>
          <a:lstStyle>
            <a:lvl1pPr lvl="0" rtl="0">
              <a:lnSpc>
                <a:spcPct val="100000"/>
              </a:lnSpc>
              <a:spcBef>
                <a:spcPts val="0"/>
              </a:spcBef>
              <a:spcAft>
                <a:spcPts val="0"/>
              </a:spcAft>
              <a:buClr>
                <a:schemeClr val="lt1"/>
              </a:buClr>
              <a:buSzPts val="1800"/>
              <a:buFont typeface="IBM Plex Sans Medium"/>
              <a:buNone/>
              <a:defRPr sz="1800">
                <a:solidFill>
                  <a:schemeClr val="lt1"/>
                </a:solidFill>
                <a:latin typeface="IBM Plex Sans Medium"/>
                <a:ea typeface="IBM Plex Sans Medium"/>
                <a:cs typeface="IBM Plex Sans Medium"/>
                <a:sym typeface="IBM Plex Sans Medium"/>
              </a:defRPr>
            </a:lvl1pPr>
            <a:lvl2pPr lvl="1" rtl="0">
              <a:lnSpc>
                <a:spcPct val="100000"/>
              </a:lnSpc>
              <a:spcBef>
                <a:spcPts val="0"/>
              </a:spcBef>
              <a:spcAft>
                <a:spcPts val="0"/>
              </a:spcAft>
              <a:buSzPts val="2800"/>
              <a:buNone/>
              <a:defRPr sz="2800"/>
            </a:lvl2pPr>
            <a:lvl3pPr lvl="2" rtl="0">
              <a:lnSpc>
                <a:spcPct val="100000"/>
              </a:lnSpc>
              <a:spcBef>
                <a:spcPts val="0"/>
              </a:spcBef>
              <a:spcAft>
                <a:spcPts val="0"/>
              </a:spcAft>
              <a:buSzPts val="2800"/>
              <a:buNone/>
              <a:defRPr sz="2800"/>
            </a:lvl3pPr>
            <a:lvl4pPr lvl="3" rtl="0">
              <a:lnSpc>
                <a:spcPct val="100000"/>
              </a:lnSpc>
              <a:spcBef>
                <a:spcPts val="0"/>
              </a:spcBef>
              <a:spcAft>
                <a:spcPts val="0"/>
              </a:spcAft>
              <a:buSzPts val="2800"/>
              <a:buNone/>
              <a:defRPr sz="2800"/>
            </a:lvl4pPr>
            <a:lvl5pPr lvl="4" rtl="0">
              <a:lnSpc>
                <a:spcPct val="100000"/>
              </a:lnSpc>
              <a:spcBef>
                <a:spcPts val="0"/>
              </a:spcBef>
              <a:spcAft>
                <a:spcPts val="0"/>
              </a:spcAft>
              <a:buSzPts val="2800"/>
              <a:buNone/>
              <a:defRPr sz="2800"/>
            </a:lvl5pPr>
            <a:lvl6pPr lvl="5" rtl="0">
              <a:lnSpc>
                <a:spcPct val="100000"/>
              </a:lnSpc>
              <a:spcBef>
                <a:spcPts val="0"/>
              </a:spcBef>
              <a:spcAft>
                <a:spcPts val="0"/>
              </a:spcAft>
              <a:buSzPts val="2800"/>
              <a:buNone/>
              <a:defRPr sz="2800"/>
            </a:lvl6pPr>
            <a:lvl7pPr lvl="6" rtl="0">
              <a:lnSpc>
                <a:spcPct val="100000"/>
              </a:lnSpc>
              <a:spcBef>
                <a:spcPts val="0"/>
              </a:spcBef>
              <a:spcAft>
                <a:spcPts val="0"/>
              </a:spcAft>
              <a:buSzPts val="2800"/>
              <a:buNone/>
              <a:defRPr sz="2800"/>
            </a:lvl7pPr>
            <a:lvl8pPr lvl="7" rtl="0">
              <a:lnSpc>
                <a:spcPct val="100000"/>
              </a:lnSpc>
              <a:spcBef>
                <a:spcPts val="0"/>
              </a:spcBef>
              <a:spcAft>
                <a:spcPts val="0"/>
              </a:spcAft>
              <a:buSzPts val="2800"/>
              <a:buNone/>
              <a:defRPr sz="2800"/>
            </a:lvl8pPr>
            <a:lvl9pPr lvl="8" rtl="0">
              <a:lnSpc>
                <a:spcPct val="100000"/>
              </a:lnSpc>
              <a:spcBef>
                <a:spcPts val="0"/>
              </a:spcBef>
              <a:spcAft>
                <a:spcPts val="0"/>
              </a:spcAft>
              <a:buSzPts val="2800"/>
              <a:buNone/>
              <a:defRPr sz="2800"/>
            </a:lvl9pPr>
          </a:lstStyle>
          <a:p>
            <a:endParaRPr/>
          </a:p>
        </p:txBody>
      </p:sp>
      <p:sp>
        <p:nvSpPr>
          <p:cNvPr id="332" name="Google Shape;332;p44"/>
          <p:cNvSpPr txBox="1">
            <a:spLocks noGrp="1"/>
          </p:cNvSpPr>
          <p:nvPr>
            <p:ph type="subTitle" idx="2"/>
          </p:nvPr>
        </p:nvSpPr>
        <p:spPr>
          <a:xfrm>
            <a:off x="457200" y="4083925"/>
            <a:ext cx="4563900" cy="792600"/>
          </a:xfrm>
          <a:prstGeom prst="rect">
            <a:avLst/>
          </a:prstGeom>
        </p:spPr>
        <p:txBody>
          <a:bodyPr spcFirstLastPara="1" wrap="square" lIns="0" tIns="0" rIns="0" bIns="0" anchor="t" anchorCtr="0">
            <a:normAutofit/>
          </a:bodyPr>
          <a:lstStyle>
            <a:lvl1pPr lvl="0" rtl="0">
              <a:lnSpc>
                <a:spcPct val="100000"/>
              </a:lnSpc>
              <a:spcBef>
                <a:spcPts val="0"/>
              </a:spcBef>
              <a:spcAft>
                <a:spcPts val="0"/>
              </a:spcAft>
              <a:buClr>
                <a:schemeClr val="lt1"/>
              </a:buClr>
              <a:buSzPts val="1400"/>
              <a:buNone/>
              <a:defRPr sz="1400">
                <a:solidFill>
                  <a:schemeClr val="lt1"/>
                </a:solidFill>
              </a:defRPr>
            </a:lvl1pPr>
            <a:lvl2pPr lvl="1" rtl="0">
              <a:lnSpc>
                <a:spcPct val="100000"/>
              </a:lnSpc>
              <a:spcBef>
                <a:spcPts val="0"/>
              </a:spcBef>
              <a:spcAft>
                <a:spcPts val="0"/>
              </a:spcAft>
              <a:buSzPts val="2800"/>
              <a:buNone/>
              <a:defRPr sz="2800"/>
            </a:lvl2pPr>
            <a:lvl3pPr lvl="2" rtl="0">
              <a:lnSpc>
                <a:spcPct val="100000"/>
              </a:lnSpc>
              <a:spcBef>
                <a:spcPts val="0"/>
              </a:spcBef>
              <a:spcAft>
                <a:spcPts val="0"/>
              </a:spcAft>
              <a:buSzPts val="2800"/>
              <a:buNone/>
              <a:defRPr sz="2800"/>
            </a:lvl3pPr>
            <a:lvl4pPr lvl="3" rtl="0">
              <a:lnSpc>
                <a:spcPct val="100000"/>
              </a:lnSpc>
              <a:spcBef>
                <a:spcPts val="0"/>
              </a:spcBef>
              <a:spcAft>
                <a:spcPts val="0"/>
              </a:spcAft>
              <a:buSzPts val="2800"/>
              <a:buNone/>
              <a:defRPr sz="2800"/>
            </a:lvl4pPr>
            <a:lvl5pPr lvl="4" rtl="0">
              <a:lnSpc>
                <a:spcPct val="100000"/>
              </a:lnSpc>
              <a:spcBef>
                <a:spcPts val="0"/>
              </a:spcBef>
              <a:spcAft>
                <a:spcPts val="0"/>
              </a:spcAft>
              <a:buSzPts val="2800"/>
              <a:buNone/>
              <a:defRPr sz="2800"/>
            </a:lvl5pPr>
            <a:lvl6pPr lvl="5" rtl="0">
              <a:lnSpc>
                <a:spcPct val="100000"/>
              </a:lnSpc>
              <a:spcBef>
                <a:spcPts val="0"/>
              </a:spcBef>
              <a:spcAft>
                <a:spcPts val="0"/>
              </a:spcAft>
              <a:buSzPts val="2800"/>
              <a:buNone/>
              <a:defRPr sz="2800"/>
            </a:lvl6pPr>
            <a:lvl7pPr lvl="6" rtl="0">
              <a:lnSpc>
                <a:spcPct val="100000"/>
              </a:lnSpc>
              <a:spcBef>
                <a:spcPts val="0"/>
              </a:spcBef>
              <a:spcAft>
                <a:spcPts val="0"/>
              </a:spcAft>
              <a:buSzPts val="2800"/>
              <a:buNone/>
              <a:defRPr sz="2800"/>
            </a:lvl7pPr>
            <a:lvl8pPr lvl="7" rtl="0">
              <a:lnSpc>
                <a:spcPct val="100000"/>
              </a:lnSpc>
              <a:spcBef>
                <a:spcPts val="0"/>
              </a:spcBef>
              <a:spcAft>
                <a:spcPts val="0"/>
              </a:spcAft>
              <a:buSzPts val="2800"/>
              <a:buNone/>
              <a:defRPr sz="2800"/>
            </a:lvl8pPr>
            <a:lvl9pPr lvl="8" rtl="0">
              <a:lnSpc>
                <a:spcPct val="100000"/>
              </a:lnSpc>
              <a:spcBef>
                <a:spcPts val="0"/>
              </a:spcBef>
              <a:spcAft>
                <a:spcPts val="0"/>
              </a:spcAft>
              <a:buSzPts val="2800"/>
              <a:buNone/>
              <a:defRPr sz="2800"/>
            </a:lvl9pPr>
          </a:lstStyle>
          <a:p>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Title - 4">
  <p:cSld name="CUSTOM_4">
    <p:bg>
      <p:bgPr>
        <a:solidFill>
          <a:schemeClr val="dk1"/>
        </a:solidFill>
        <a:effectLst/>
      </p:bgPr>
    </p:bg>
    <p:spTree>
      <p:nvGrpSpPr>
        <p:cNvPr id="1" name="Shape 333"/>
        <p:cNvGrpSpPr/>
        <p:nvPr/>
      </p:nvGrpSpPr>
      <p:grpSpPr>
        <a:xfrm>
          <a:off x="0" y="0"/>
          <a:ext cx="0" cy="0"/>
          <a:chOff x="0" y="0"/>
          <a:chExt cx="0" cy="0"/>
        </a:xfrm>
      </p:grpSpPr>
      <p:sp>
        <p:nvSpPr>
          <p:cNvPr id="334" name="Google Shape;334;p45"/>
          <p:cNvSpPr/>
          <p:nvPr/>
        </p:nvSpPr>
        <p:spPr>
          <a:xfrm>
            <a:off x="8468175" y="0"/>
            <a:ext cx="702000" cy="5143500"/>
          </a:xfrm>
          <a:prstGeom prst="rect">
            <a:avLst/>
          </a:prstGeom>
          <a:solidFill>
            <a:schemeClr val="lt2"/>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 name="Google Shape;335;p45"/>
          <p:cNvSpPr/>
          <p:nvPr/>
        </p:nvSpPr>
        <p:spPr>
          <a:xfrm>
            <a:off x="8678315" y="1895464"/>
            <a:ext cx="281700" cy="279000"/>
          </a:xfrm>
          <a:prstGeom prst="ellipse">
            <a:avLst/>
          </a:prstGeom>
          <a:solidFill>
            <a:srgbClr val="FC5D0D"/>
          </a:solidFill>
          <a:ln>
            <a:noFill/>
          </a:ln>
        </p:spPr>
        <p:txBody>
          <a:bodyPr spcFirstLastPara="1" wrap="square" lIns="57150" tIns="57150" rIns="57150" bIns="57150" anchor="ctr" anchorCtr="0">
            <a:noAutofit/>
          </a:bodyPr>
          <a:lstStyle/>
          <a:p>
            <a:pPr marL="0" lvl="0" indent="0" algn="l" rtl="0">
              <a:spcBef>
                <a:spcPts val="0"/>
              </a:spcBef>
              <a:spcAft>
                <a:spcPts val="0"/>
              </a:spcAft>
              <a:buNone/>
            </a:pPr>
            <a:endParaRPr/>
          </a:p>
        </p:txBody>
      </p:sp>
      <p:sp>
        <p:nvSpPr>
          <p:cNvPr id="336" name="Google Shape;336;p45"/>
          <p:cNvSpPr/>
          <p:nvPr/>
        </p:nvSpPr>
        <p:spPr>
          <a:xfrm>
            <a:off x="8678315" y="4544914"/>
            <a:ext cx="281700" cy="279000"/>
          </a:xfrm>
          <a:prstGeom prst="ellipse">
            <a:avLst/>
          </a:prstGeom>
          <a:solidFill>
            <a:srgbClr val="888B8D"/>
          </a:solidFill>
          <a:ln>
            <a:noFill/>
          </a:ln>
        </p:spPr>
        <p:txBody>
          <a:bodyPr spcFirstLastPara="1" wrap="square" lIns="57150" tIns="57150" rIns="57150" bIns="57150" anchor="ctr" anchorCtr="0">
            <a:noAutofit/>
          </a:bodyPr>
          <a:lstStyle/>
          <a:p>
            <a:pPr marL="0" lvl="0" indent="0" algn="l" rtl="0">
              <a:spcBef>
                <a:spcPts val="0"/>
              </a:spcBef>
              <a:spcAft>
                <a:spcPts val="0"/>
              </a:spcAft>
              <a:buNone/>
            </a:pPr>
            <a:endParaRPr/>
          </a:p>
        </p:txBody>
      </p:sp>
      <p:sp>
        <p:nvSpPr>
          <p:cNvPr id="337" name="Google Shape;337;p45"/>
          <p:cNvSpPr/>
          <p:nvPr/>
        </p:nvSpPr>
        <p:spPr>
          <a:xfrm rot="5400000">
            <a:off x="8683272" y="2769424"/>
            <a:ext cx="271800" cy="271800"/>
          </a:xfrm>
          <a:prstGeom prst="roundRect">
            <a:avLst>
              <a:gd name="adj" fmla="val 19528"/>
            </a:avLst>
          </a:prstGeom>
          <a:solidFill>
            <a:srgbClr val="0072CE"/>
          </a:solidFill>
          <a:ln>
            <a:noFill/>
          </a:ln>
        </p:spPr>
        <p:txBody>
          <a:bodyPr spcFirstLastPara="1" wrap="square" lIns="57150" tIns="57150" rIns="57150" bIns="57150" anchor="ctr" anchorCtr="0">
            <a:noAutofit/>
          </a:bodyPr>
          <a:lstStyle/>
          <a:p>
            <a:pPr marL="0" lvl="0" indent="0" algn="l" rtl="0">
              <a:spcBef>
                <a:spcPts val="0"/>
              </a:spcBef>
              <a:spcAft>
                <a:spcPts val="0"/>
              </a:spcAft>
              <a:buNone/>
            </a:pPr>
            <a:endParaRPr/>
          </a:p>
        </p:txBody>
      </p:sp>
      <p:sp>
        <p:nvSpPr>
          <p:cNvPr id="338" name="Google Shape;338;p45"/>
          <p:cNvSpPr/>
          <p:nvPr/>
        </p:nvSpPr>
        <p:spPr>
          <a:xfrm rot="-2700000">
            <a:off x="8705049" y="3679766"/>
            <a:ext cx="228254" cy="226557"/>
          </a:xfrm>
          <a:prstGeom prst="roundRect">
            <a:avLst>
              <a:gd name="adj" fmla="val 5808"/>
            </a:avLst>
          </a:prstGeom>
          <a:solidFill>
            <a:srgbClr val="26D07C"/>
          </a:solidFill>
          <a:ln>
            <a:noFill/>
          </a:ln>
        </p:spPr>
        <p:txBody>
          <a:bodyPr spcFirstLastPara="1" wrap="square" lIns="57150" tIns="57150" rIns="57150" bIns="57150" anchor="ctr" anchorCtr="0">
            <a:noAutofit/>
          </a:bodyPr>
          <a:lstStyle/>
          <a:p>
            <a:pPr marL="0" lvl="0" indent="0" algn="ctr" rtl="0">
              <a:spcBef>
                <a:spcPts val="0"/>
              </a:spcBef>
              <a:spcAft>
                <a:spcPts val="0"/>
              </a:spcAft>
              <a:buNone/>
            </a:pPr>
            <a:endParaRPr sz="800" b="1">
              <a:solidFill>
                <a:srgbClr val="FFFFFF"/>
              </a:solidFill>
              <a:latin typeface="IBM Plex Sans"/>
              <a:ea typeface="IBM Plex Sans"/>
              <a:cs typeface="IBM Plex Sans"/>
              <a:sym typeface="IBM Plex Sans"/>
            </a:endParaRPr>
          </a:p>
        </p:txBody>
      </p:sp>
      <p:sp>
        <p:nvSpPr>
          <p:cNvPr id="339" name="Google Shape;339;p45"/>
          <p:cNvSpPr txBox="1">
            <a:spLocks noGrp="1"/>
          </p:cNvSpPr>
          <p:nvPr>
            <p:ph type="ctrTitle"/>
          </p:nvPr>
        </p:nvSpPr>
        <p:spPr>
          <a:xfrm>
            <a:off x="457200" y="1152475"/>
            <a:ext cx="5925600" cy="1644600"/>
          </a:xfrm>
          <a:prstGeom prst="rect">
            <a:avLst/>
          </a:prstGeom>
        </p:spPr>
        <p:txBody>
          <a:bodyPr spcFirstLastPara="1" wrap="square" lIns="0" tIns="0" rIns="0" bIns="0" anchor="b" anchorCtr="0">
            <a:normAutofit/>
          </a:bodyPr>
          <a:lstStyle>
            <a:lvl1pPr lvl="0" rtl="0">
              <a:spcBef>
                <a:spcPts val="0"/>
              </a:spcBef>
              <a:spcAft>
                <a:spcPts val="0"/>
              </a:spcAft>
              <a:buClr>
                <a:schemeClr val="lt1"/>
              </a:buClr>
              <a:buSzPts val="3400"/>
              <a:buNone/>
              <a:defRPr>
                <a:solidFill>
                  <a:schemeClr val="lt1"/>
                </a:solidFill>
              </a:defRPr>
            </a:lvl1pPr>
            <a:lvl2pPr lvl="1" rtl="0">
              <a:spcBef>
                <a:spcPts val="0"/>
              </a:spcBef>
              <a:spcAft>
                <a:spcPts val="0"/>
              </a:spcAft>
              <a:buSzPts val="5200"/>
              <a:buNone/>
              <a:defRPr sz="5200"/>
            </a:lvl2pPr>
            <a:lvl3pPr lvl="2" rtl="0">
              <a:spcBef>
                <a:spcPts val="0"/>
              </a:spcBef>
              <a:spcAft>
                <a:spcPts val="0"/>
              </a:spcAft>
              <a:buSzPts val="5200"/>
              <a:buNone/>
              <a:defRPr sz="5200"/>
            </a:lvl3pPr>
            <a:lvl4pPr lvl="3" rtl="0">
              <a:spcBef>
                <a:spcPts val="0"/>
              </a:spcBef>
              <a:spcAft>
                <a:spcPts val="0"/>
              </a:spcAft>
              <a:buSzPts val="5200"/>
              <a:buNone/>
              <a:defRPr sz="5200"/>
            </a:lvl4pPr>
            <a:lvl5pPr lvl="4" rtl="0">
              <a:spcBef>
                <a:spcPts val="0"/>
              </a:spcBef>
              <a:spcAft>
                <a:spcPts val="0"/>
              </a:spcAft>
              <a:buSzPts val="5200"/>
              <a:buNone/>
              <a:defRPr sz="5200"/>
            </a:lvl5pPr>
            <a:lvl6pPr lvl="5" rtl="0">
              <a:spcBef>
                <a:spcPts val="0"/>
              </a:spcBef>
              <a:spcAft>
                <a:spcPts val="0"/>
              </a:spcAft>
              <a:buSzPts val="5200"/>
              <a:buNone/>
              <a:defRPr sz="5200"/>
            </a:lvl6pPr>
            <a:lvl7pPr lvl="6" rtl="0">
              <a:spcBef>
                <a:spcPts val="0"/>
              </a:spcBef>
              <a:spcAft>
                <a:spcPts val="0"/>
              </a:spcAft>
              <a:buSzPts val="5200"/>
              <a:buNone/>
              <a:defRPr sz="5200"/>
            </a:lvl7pPr>
            <a:lvl8pPr lvl="7" rtl="0">
              <a:spcBef>
                <a:spcPts val="0"/>
              </a:spcBef>
              <a:spcAft>
                <a:spcPts val="0"/>
              </a:spcAft>
              <a:buSzPts val="5200"/>
              <a:buNone/>
              <a:defRPr sz="5200"/>
            </a:lvl8pPr>
            <a:lvl9pPr lvl="8" rtl="0">
              <a:spcBef>
                <a:spcPts val="0"/>
              </a:spcBef>
              <a:spcAft>
                <a:spcPts val="0"/>
              </a:spcAft>
              <a:buSzPts val="5200"/>
              <a:buNone/>
              <a:defRPr sz="5200"/>
            </a:lvl9pPr>
          </a:lstStyle>
          <a:p>
            <a:endParaRPr/>
          </a:p>
        </p:txBody>
      </p:sp>
      <p:sp>
        <p:nvSpPr>
          <p:cNvPr id="340" name="Google Shape;340;p45"/>
          <p:cNvSpPr txBox="1">
            <a:spLocks noGrp="1"/>
          </p:cNvSpPr>
          <p:nvPr>
            <p:ph type="subTitle" idx="1"/>
          </p:nvPr>
        </p:nvSpPr>
        <p:spPr>
          <a:xfrm>
            <a:off x="457200" y="2986525"/>
            <a:ext cx="4563900" cy="792600"/>
          </a:xfrm>
          <a:prstGeom prst="rect">
            <a:avLst/>
          </a:prstGeom>
        </p:spPr>
        <p:txBody>
          <a:bodyPr spcFirstLastPara="1" wrap="square" lIns="0" tIns="0" rIns="0" bIns="0" anchor="t" anchorCtr="0">
            <a:normAutofit/>
          </a:bodyPr>
          <a:lstStyle>
            <a:lvl1pPr lvl="0" rtl="0">
              <a:lnSpc>
                <a:spcPct val="100000"/>
              </a:lnSpc>
              <a:spcBef>
                <a:spcPts val="0"/>
              </a:spcBef>
              <a:spcAft>
                <a:spcPts val="0"/>
              </a:spcAft>
              <a:buClr>
                <a:schemeClr val="lt1"/>
              </a:buClr>
              <a:buSzPts val="1800"/>
              <a:buFont typeface="IBM Plex Sans Medium"/>
              <a:buNone/>
              <a:defRPr sz="1800">
                <a:solidFill>
                  <a:schemeClr val="lt1"/>
                </a:solidFill>
                <a:latin typeface="IBM Plex Sans Medium"/>
                <a:ea typeface="IBM Plex Sans Medium"/>
                <a:cs typeface="IBM Plex Sans Medium"/>
                <a:sym typeface="IBM Plex Sans Medium"/>
              </a:defRPr>
            </a:lvl1pPr>
            <a:lvl2pPr lvl="1" rtl="0">
              <a:lnSpc>
                <a:spcPct val="100000"/>
              </a:lnSpc>
              <a:spcBef>
                <a:spcPts val="0"/>
              </a:spcBef>
              <a:spcAft>
                <a:spcPts val="0"/>
              </a:spcAft>
              <a:buSzPts val="2800"/>
              <a:buNone/>
              <a:defRPr sz="2800"/>
            </a:lvl2pPr>
            <a:lvl3pPr lvl="2" rtl="0">
              <a:lnSpc>
                <a:spcPct val="100000"/>
              </a:lnSpc>
              <a:spcBef>
                <a:spcPts val="0"/>
              </a:spcBef>
              <a:spcAft>
                <a:spcPts val="0"/>
              </a:spcAft>
              <a:buSzPts val="2800"/>
              <a:buNone/>
              <a:defRPr sz="2800"/>
            </a:lvl3pPr>
            <a:lvl4pPr lvl="3" rtl="0">
              <a:lnSpc>
                <a:spcPct val="100000"/>
              </a:lnSpc>
              <a:spcBef>
                <a:spcPts val="0"/>
              </a:spcBef>
              <a:spcAft>
                <a:spcPts val="0"/>
              </a:spcAft>
              <a:buSzPts val="2800"/>
              <a:buNone/>
              <a:defRPr sz="2800"/>
            </a:lvl4pPr>
            <a:lvl5pPr lvl="4" rtl="0">
              <a:lnSpc>
                <a:spcPct val="100000"/>
              </a:lnSpc>
              <a:spcBef>
                <a:spcPts val="0"/>
              </a:spcBef>
              <a:spcAft>
                <a:spcPts val="0"/>
              </a:spcAft>
              <a:buSzPts val="2800"/>
              <a:buNone/>
              <a:defRPr sz="2800"/>
            </a:lvl5pPr>
            <a:lvl6pPr lvl="5" rtl="0">
              <a:lnSpc>
                <a:spcPct val="100000"/>
              </a:lnSpc>
              <a:spcBef>
                <a:spcPts val="0"/>
              </a:spcBef>
              <a:spcAft>
                <a:spcPts val="0"/>
              </a:spcAft>
              <a:buSzPts val="2800"/>
              <a:buNone/>
              <a:defRPr sz="2800"/>
            </a:lvl6pPr>
            <a:lvl7pPr lvl="6" rtl="0">
              <a:lnSpc>
                <a:spcPct val="100000"/>
              </a:lnSpc>
              <a:spcBef>
                <a:spcPts val="0"/>
              </a:spcBef>
              <a:spcAft>
                <a:spcPts val="0"/>
              </a:spcAft>
              <a:buSzPts val="2800"/>
              <a:buNone/>
              <a:defRPr sz="2800"/>
            </a:lvl7pPr>
            <a:lvl8pPr lvl="7" rtl="0">
              <a:lnSpc>
                <a:spcPct val="100000"/>
              </a:lnSpc>
              <a:spcBef>
                <a:spcPts val="0"/>
              </a:spcBef>
              <a:spcAft>
                <a:spcPts val="0"/>
              </a:spcAft>
              <a:buSzPts val="2800"/>
              <a:buNone/>
              <a:defRPr sz="2800"/>
            </a:lvl8pPr>
            <a:lvl9pPr lvl="8" rtl="0">
              <a:lnSpc>
                <a:spcPct val="100000"/>
              </a:lnSpc>
              <a:spcBef>
                <a:spcPts val="0"/>
              </a:spcBef>
              <a:spcAft>
                <a:spcPts val="0"/>
              </a:spcAft>
              <a:buSzPts val="2800"/>
              <a:buNone/>
              <a:defRPr sz="2800"/>
            </a:lvl9pPr>
          </a:lstStyle>
          <a:p>
            <a:endParaRPr/>
          </a:p>
        </p:txBody>
      </p:sp>
      <p:pic>
        <p:nvPicPr>
          <p:cNvPr id="341" name="Google Shape;341;p45"/>
          <p:cNvPicPr preferRelativeResize="0"/>
          <p:nvPr/>
        </p:nvPicPr>
        <p:blipFill>
          <a:blip r:embed="rId2">
            <a:alphaModFix/>
          </a:blip>
          <a:stretch>
            <a:fillRect/>
          </a:stretch>
        </p:blipFill>
        <p:spPr>
          <a:xfrm>
            <a:off x="457100" y="571500"/>
            <a:ext cx="1235098" cy="422775"/>
          </a:xfrm>
          <a:prstGeom prst="rect">
            <a:avLst/>
          </a:prstGeom>
          <a:noFill/>
          <a:ln>
            <a:noFill/>
          </a:ln>
        </p:spPr>
      </p:pic>
      <p:sp>
        <p:nvSpPr>
          <p:cNvPr id="342" name="Google Shape;342;p45"/>
          <p:cNvSpPr txBox="1">
            <a:spLocks noGrp="1"/>
          </p:cNvSpPr>
          <p:nvPr>
            <p:ph type="subTitle" idx="2"/>
          </p:nvPr>
        </p:nvSpPr>
        <p:spPr>
          <a:xfrm>
            <a:off x="457200" y="4083925"/>
            <a:ext cx="4563900" cy="792600"/>
          </a:xfrm>
          <a:prstGeom prst="rect">
            <a:avLst/>
          </a:prstGeom>
        </p:spPr>
        <p:txBody>
          <a:bodyPr spcFirstLastPara="1" wrap="square" lIns="0" tIns="0" rIns="0" bIns="0" anchor="t" anchorCtr="0">
            <a:normAutofit/>
          </a:bodyPr>
          <a:lstStyle>
            <a:lvl1pPr lvl="0" rtl="0">
              <a:lnSpc>
                <a:spcPct val="100000"/>
              </a:lnSpc>
              <a:spcBef>
                <a:spcPts val="0"/>
              </a:spcBef>
              <a:spcAft>
                <a:spcPts val="0"/>
              </a:spcAft>
              <a:buClr>
                <a:schemeClr val="lt1"/>
              </a:buClr>
              <a:buSzPts val="1400"/>
              <a:buNone/>
              <a:defRPr sz="1400">
                <a:solidFill>
                  <a:schemeClr val="lt1"/>
                </a:solidFill>
              </a:defRPr>
            </a:lvl1pPr>
            <a:lvl2pPr lvl="1" rtl="0">
              <a:lnSpc>
                <a:spcPct val="100000"/>
              </a:lnSpc>
              <a:spcBef>
                <a:spcPts val="0"/>
              </a:spcBef>
              <a:spcAft>
                <a:spcPts val="0"/>
              </a:spcAft>
              <a:buSzPts val="2800"/>
              <a:buNone/>
              <a:defRPr sz="2800"/>
            </a:lvl2pPr>
            <a:lvl3pPr lvl="2" rtl="0">
              <a:lnSpc>
                <a:spcPct val="100000"/>
              </a:lnSpc>
              <a:spcBef>
                <a:spcPts val="0"/>
              </a:spcBef>
              <a:spcAft>
                <a:spcPts val="0"/>
              </a:spcAft>
              <a:buSzPts val="2800"/>
              <a:buNone/>
              <a:defRPr sz="2800"/>
            </a:lvl3pPr>
            <a:lvl4pPr lvl="3" rtl="0">
              <a:lnSpc>
                <a:spcPct val="100000"/>
              </a:lnSpc>
              <a:spcBef>
                <a:spcPts val="0"/>
              </a:spcBef>
              <a:spcAft>
                <a:spcPts val="0"/>
              </a:spcAft>
              <a:buSzPts val="2800"/>
              <a:buNone/>
              <a:defRPr sz="2800"/>
            </a:lvl4pPr>
            <a:lvl5pPr lvl="4" rtl="0">
              <a:lnSpc>
                <a:spcPct val="100000"/>
              </a:lnSpc>
              <a:spcBef>
                <a:spcPts val="0"/>
              </a:spcBef>
              <a:spcAft>
                <a:spcPts val="0"/>
              </a:spcAft>
              <a:buSzPts val="2800"/>
              <a:buNone/>
              <a:defRPr sz="2800"/>
            </a:lvl5pPr>
            <a:lvl6pPr lvl="5" rtl="0">
              <a:lnSpc>
                <a:spcPct val="100000"/>
              </a:lnSpc>
              <a:spcBef>
                <a:spcPts val="0"/>
              </a:spcBef>
              <a:spcAft>
                <a:spcPts val="0"/>
              </a:spcAft>
              <a:buSzPts val="2800"/>
              <a:buNone/>
              <a:defRPr sz="2800"/>
            </a:lvl6pPr>
            <a:lvl7pPr lvl="6" rtl="0">
              <a:lnSpc>
                <a:spcPct val="100000"/>
              </a:lnSpc>
              <a:spcBef>
                <a:spcPts val="0"/>
              </a:spcBef>
              <a:spcAft>
                <a:spcPts val="0"/>
              </a:spcAft>
              <a:buSzPts val="2800"/>
              <a:buNone/>
              <a:defRPr sz="2800"/>
            </a:lvl7pPr>
            <a:lvl8pPr lvl="7" rtl="0">
              <a:lnSpc>
                <a:spcPct val="100000"/>
              </a:lnSpc>
              <a:spcBef>
                <a:spcPts val="0"/>
              </a:spcBef>
              <a:spcAft>
                <a:spcPts val="0"/>
              </a:spcAft>
              <a:buSzPts val="2800"/>
              <a:buNone/>
              <a:defRPr sz="2800"/>
            </a:lvl8pPr>
            <a:lvl9pPr lvl="8" rtl="0">
              <a:lnSpc>
                <a:spcPct val="100000"/>
              </a:lnSpc>
              <a:spcBef>
                <a:spcPts val="0"/>
              </a:spcBef>
              <a:spcAft>
                <a:spcPts val="0"/>
              </a:spcAft>
              <a:buSzPts val="2800"/>
              <a:buNone/>
              <a:defRPr sz="2800"/>
            </a:lvl9pPr>
          </a:lstStyle>
          <a:p>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Section Header - Spacecraft" type="secHead">
  <p:cSld name="SECTION_HEADER">
    <p:spTree>
      <p:nvGrpSpPr>
        <p:cNvPr id="1" name="Shape 343"/>
        <p:cNvGrpSpPr/>
        <p:nvPr/>
      </p:nvGrpSpPr>
      <p:grpSpPr>
        <a:xfrm>
          <a:off x="0" y="0"/>
          <a:ext cx="0" cy="0"/>
          <a:chOff x="0" y="0"/>
          <a:chExt cx="0" cy="0"/>
        </a:xfrm>
      </p:grpSpPr>
      <p:sp>
        <p:nvSpPr>
          <p:cNvPr id="344" name="Google Shape;344;p46"/>
          <p:cNvSpPr txBox="1">
            <a:spLocks noGrp="1"/>
          </p:cNvSpPr>
          <p:nvPr>
            <p:ph type="title"/>
          </p:nvPr>
        </p:nvSpPr>
        <p:spPr>
          <a:xfrm>
            <a:off x="457200" y="1152475"/>
            <a:ext cx="8229600" cy="841800"/>
          </a:xfrm>
          <a:prstGeom prst="rect">
            <a:avLst/>
          </a:prstGeom>
        </p:spPr>
        <p:txBody>
          <a:bodyPr spcFirstLastPara="1" wrap="square" lIns="0" tIns="0" rIns="0" bIns="0" anchor="t" anchorCtr="0">
            <a:normAutofit/>
          </a:bodyPr>
          <a:lstStyle>
            <a:lvl1pPr lvl="0" rtl="0">
              <a:spcBef>
                <a:spcPts val="0"/>
              </a:spcBef>
              <a:spcAft>
                <a:spcPts val="0"/>
              </a:spcAft>
              <a:buSzPts val="3400"/>
              <a:buNone/>
              <a:defRPr/>
            </a:lvl1pPr>
            <a:lvl2pPr lvl="1" rtl="0">
              <a:spcBef>
                <a:spcPts val="0"/>
              </a:spcBef>
              <a:spcAft>
                <a:spcPts val="0"/>
              </a:spcAft>
              <a:buSzPts val="3400"/>
              <a:buNone/>
              <a:defRPr sz="3400"/>
            </a:lvl2pPr>
            <a:lvl3pPr lvl="2" rtl="0">
              <a:spcBef>
                <a:spcPts val="0"/>
              </a:spcBef>
              <a:spcAft>
                <a:spcPts val="0"/>
              </a:spcAft>
              <a:buSzPts val="3400"/>
              <a:buNone/>
              <a:defRPr sz="3400"/>
            </a:lvl3pPr>
            <a:lvl4pPr lvl="3" rtl="0">
              <a:spcBef>
                <a:spcPts val="0"/>
              </a:spcBef>
              <a:spcAft>
                <a:spcPts val="0"/>
              </a:spcAft>
              <a:buSzPts val="3400"/>
              <a:buNone/>
              <a:defRPr sz="3400"/>
            </a:lvl4pPr>
            <a:lvl5pPr lvl="4" rtl="0">
              <a:spcBef>
                <a:spcPts val="0"/>
              </a:spcBef>
              <a:spcAft>
                <a:spcPts val="0"/>
              </a:spcAft>
              <a:buSzPts val="3400"/>
              <a:buNone/>
              <a:defRPr sz="3400"/>
            </a:lvl5pPr>
            <a:lvl6pPr lvl="5" rtl="0">
              <a:spcBef>
                <a:spcPts val="0"/>
              </a:spcBef>
              <a:spcAft>
                <a:spcPts val="0"/>
              </a:spcAft>
              <a:buSzPts val="3400"/>
              <a:buNone/>
              <a:defRPr sz="3400"/>
            </a:lvl6pPr>
            <a:lvl7pPr lvl="6" rtl="0">
              <a:spcBef>
                <a:spcPts val="0"/>
              </a:spcBef>
              <a:spcAft>
                <a:spcPts val="0"/>
              </a:spcAft>
              <a:buSzPts val="3400"/>
              <a:buNone/>
              <a:defRPr sz="3400"/>
            </a:lvl7pPr>
            <a:lvl8pPr lvl="7" rtl="0">
              <a:spcBef>
                <a:spcPts val="0"/>
              </a:spcBef>
              <a:spcAft>
                <a:spcPts val="0"/>
              </a:spcAft>
              <a:buSzPts val="3400"/>
              <a:buNone/>
              <a:defRPr sz="3400"/>
            </a:lvl8pPr>
            <a:lvl9pPr lvl="8" rtl="0">
              <a:spcBef>
                <a:spcPts val="0"/>
              </a:spcBef>
              <a:spcAft>
                <a:spcPts val="0"/>
              </a:spcAft>
              <a:buSzPts val="3400"/>
              <a:buNone/>
              <a:defRPr sz="3400"/>
            </a:lvl9pPr>
          </a:lstStyle>
          <a:p>
            <a:endParaRPr/>
          </a:p>
        </p:txBody>
      </p:sp>
      <p:sp>
        <p:nvSpPr>
          <p:cNvPr id="345" name="Google Shape;345;p46"/>
          <p:cNvSpPr txBox="1">
            <a:spLocks noGrp="1"/>
          </p:cNvSpPr>
          <p:nvPr>
            <p:ph type="sldNum" idx="12"/>
          </p:nvPr>
        </p:nvSpPr>
        <p:spPr>
          <a:xfrm>
            <a:off x="8366700" y="4805546"/>
            <a:ext cx="548700" cy="215400"/>
          </a:xfrm>
          <a:prstGeom prst="rect">
            <a:avLst/>
          </a:prstGeom>
        </p:spPr>
        <p:txBody>
          <a:bodyPr spcFirstLastPara="1" wrap="square" lIns="0" tIns="0" rIns="0" bIns="0" anchor="b"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pic>
        <p:nvPicPr>
          <p:cNvPr id="346" name="Google Shape;346;p46"/>
          <p:cNvPicPr preferRelativeResize="0"/>
          <p:nvPr/>
        </p:nvPicPr>
        <p:blipFill>
          <a:blip r:embed="rId2">
            <a:alphaModFix/>
          </a:blip>
          <a:stretch>
            <a:fillRect/>
          </a:stretch>
        </p:blipFill>
        <p:spPr>
          <a:xfrm>
            <a:off x="8544852" y="62010"/>
            <a:ext cx="599140" cy="599141"/>
          </a:xfrm>
          <a:prstGeom prst="rect">
            <a:avLst/>
          </a:prstGeom>
          <a:noFill/>
          <a:ln>
            <a:noFill/>
          </a:ln>
        </p:spPr>
      </p:pic>
      <p:sp>
        <p:nvSpPr>
          <p:cNvPr id="347" name="Google Shape;347;p46"/>
          <p:cNvSpPr txBox="1">
            <a:spLocks noGrp="1"/>
          </p:cNvSpPr>
          <p:nvPr>
            <p:ph type="subTitle" idx="1"/>
          </p:nvPr>
        </p:nvSpPr>
        <p:spPr>
          <a:xfrm>
            <a:off x="467075" y="4814525"/>
            <a:ext cx="2326500" cy="206400"/>
          </a:xfrm>
          <a:prstGeom prst="rect">
            <a:avLst/>
          </a:prstGeom>
        </p:spPr>
        <p:txBody>
          <a:bodyPr spcFirstLastPara="1" wrap="square" lIns="0" tIns="0" rIns="0" bIns="0" anchor="b" anchorCtr="0">
            <a:normAutofit/>
          </a:bodyPr>
          <a:lstStyle>
            <a:lvl1pPr lvl="0" rtl="0">
              <a:spcBef>
                <a:spcPts val="0"/>
              </a:spcBef>
              <a:spcAft>
                <a:spcPts val="0"/>
              </a:spcAft>
              <a:buClr>
                <a:schemeClr val="dk2"/>
              </a:buClr>
              <a:buSzPts val="700"/>
              <a:buNone/>
              <a:defRPr sz="700">
                <a:solidFill>
                  <a:schemeClr val="dk2"/>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48" name="Google Shape;348;p46"/>
          <p:cNvSpPr/>
          <p:nvPr/>
        </p:nvSpPr>
        <p:spPr>
          <a:xfrm>
            <a:off x="7446762" y="3555550"/>
            <a:ext cx="2761800" cy="2761500"/>
          </a:xfrm>
          <a:prstGeom prst="ellipse">
            <a:avLst/>
          </a:prstGeom>
          <a:noFill/>
          <a:ln w="19050" cap="flat" cmpd="sng">
            <a:solidFill>
              <a:srgbClr val="888B8D"/>
            </a:solidFill>
            <a:prstDash val="dash"/>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 name="Google Shape;349;p46"/>
          <p:cNvSpPr/>
          <p:nvPr/>
        </p:nvSpPr>
        <p:spPr>
          <a:xfrm>
            <a:off x="7768531" y="3877386"/>
            <a:ext cx="2118000" cy="2118000"/>
          </a:xfrm>
          <a:prstGeom prst="ellipse">
            <a:avLst/>
          </a:prstGeom>
          <a:noFill/>
          <a:ln w="19050" cap="flat" cmpd="sng">
            <a:solidFill>
              <a:srgbClr val="26D07C"/>
            </a:solidFill>
            <a:prstDash val="dash"/>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 name="Google Shape;350;p46"/>
          <p:cNvSpPr/>
          <p:nvPr/>
        </p:nvSpPr>
        <p:spPr>
          <a:xfrm>
            <a:off x="8117498" y="4226287"/>
            <a:ext cx="1420200" cy="1420200"/>
          </a:xfrm>
          <a:prstGeom prst="ellipse">
            <a:avLst/>
          </a:prstGeom>
          <a:noFill/>
          <a:ln w="19050" cap="flat" cmpd="sng">
            <a:solidFill>
              <a:srgbClr val="FC5D0D"/>
            </a:solidFill>
            <a:prstDash val="dash"/>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IBM Plex Sans Light"/>
              <a:ea typeface="IBM Plex Sans Light"/>
              <a:cs typeface="IBM Plex Sans Light"/>
              <a:sym typeface="IBM Plex Sans Light"/>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matchingName="Section Header - Black">
  <p:cSld name="SECTION_HEADER_1">
    <p:bg>
      <p:bgPr>
        <a:solidFill>
          <a:schemeClr val="dk1"/>
        </a:solidFill>
        <a:effectLst/>
      </p:bgPr>
    </p:bg>
    <p:spTree>
      <p:nvGrpSpPr>
        <p:cNvPr id="1" name="Shape 351"/>
        <p:cNvGrpSpPr/>
        <p:nvPr/>
      </p:nvGrpSpPr>
      <p:grpSpPr>
        <a:xfrm>
          <a:off x="0" y="0"/>
          <a:ext cx="0" cy="0"/>
          <a:chOff x="0" y="0"/>
          <a:chExt cx="0" cy="0"/>
        </a:xfrm>
      </p:grpSpPr>
      <p:sp>
        <p:nvSpPr>
          <p:cNvPr id="352" name="Google Shape;352;p47"/>
          <p:cNvSpPr txBox="1">
            <a:spLocks noGrp="1"/>
          </p:cNvSpPr>
          <p:nvPr>
            <p:ph type="title"/>
          </p:nvPr>
        </p:nvSpPr>
        <p:spPr>
          <a:xfrm>
            <a:off x="457200" y="1152475"/>
            <a:ext cx="8229600" cy="841800"/>
          </a:xfrm>
          <a:prstGeom prst="rect">
            <a:avLst/>
          </a:prstGeom>
        </p:spPr>
        <p:txBody>
          <a:bodyPr spcFirstLastPara="1" wrap="square" lIns="0" tIns="0" rIns="0" bIns="0" anchor="t" anchorCtr="0">
            <a:normAutofit/>
          </a:bodyPr>
          <a:lstStyle>
            <a:lvl1pPr lvl="0" rtl="0">
              <a:spcBef>
                <a:spcPts val="0"/>
              </a:spcBef>
              <a:spcAft>
                <a:spcPts val="0"/>
              </a:spcAft>
              <a:buClr>
                <a:schemeClr val="lt2"/>
              </a:buClr>
              <a:buSzPts val="3400"/>
              <a:buNone/>
              <a:defRPr>
                <a:solidFill>
                  <a:schemeClr val="lt2"/>
                </a:solidFill>
              </a:defRPr>
            </a:lvl1pPr>
            <a:lvl2pPr lvl="1" rtl="0">
              <a:spcBef>
                <a:spcPts val="0"/>
              </a:spcBef>
              <a:spcAft>
                <a:spcPts val="0"/>
              </a:spcAft>
              <a:buSzPts val="3400"/>
              <a:buNone/>
              <a:defRPr sz="3400"/>
            </a:lvl2pPr>
            <a:lvl3pPr lvl="2" rtl="0">
              <a:spcBef>
                <a:spcPts val="0"/>
              </a:spcBef>
              <a:spcAft>
                <a:spcPts val="0"/>
              </a:spcAft>
              <a:buSzPts val="3400"/>
              <a:buNone/>
              <a:defRPr sz="3400"/>
            </a:lvl3pPr>
            <a:lvl4pPr lvl="3" rtl="0">
              <a:spcBef>
                <a:spcPts val="0"/>
              </a:spcBef>
              <a:spcAft>
                <a:spcPts val="0"/>
              </a:spcAft>
              <a:buSzPts val="3400"/>
              <a:buNone/>
              <a:defRPr sz="3400"/>
            </a:lvl4pPr>
            <a:lvl5pPr lvl="4" rtl="0">
              <a:spcBef>
                <a:spcPts val="0"/>
              </a:spcBef>
              <a:spcAft>
                <a:spcPts val="0"/>
              </a:spcAft>
              <a:buSzPts val="3400"/>
              <a:buNone/>
              <a:defRPr sz="3400"/>
            </a:lvl5pPr>
            <a:lvl6pPr lvl="5" rtl="0">
              <a:spcBef>
                <a:spcPts val="0"/>
              </a:spcBef>
              <a:spcAft>
                <a:spcPts val="0"/>
              </a:spcAft>
              <a:buSzPts val="3400"/>
              <a:buNone/>
              <a:defRPr sz="3400"/>
            </a:lvl6pPr>
            <a:lvl7pPr lvl="6" rtl="0">
              <a:spcBef>
                <a:spcPts val="0"/>
              </a:spcBef>
              <a:spcAft>
                <a:spcPts val="0"/>
              </a:spcAft>
              <a:buSzPts val="3400"/>
              <a:buNone/>
              <a:defRPr sz="3400"/>
            </a:lvl7pPr>
            <a:lvl8pPr lvl="7" rtl="0">
              <a:spcBef>
                <a:spcPts val="0"/>
              </a:spcBef>
              <a:spcAft>
                <a:spcPts val="0"/>
              </a:spcAft>
              <a:buSzPts val="3400"/>
              <a:buNone/>
              <a:defRPr sz="3400"/>
            </a:lvl8pPr>
            <a:lvl9pPr lvl="8" rtl="0">
              <a:spcBef>
                <a:spcPts val="0"/>
              </a:spcBef>
              <a:spcAft>
                <a:spcPts val="0"/>
              </a:spcAft>
              <a:buSzPts val="3400"/>
              <a:buNone/>
              <a:defRPr sz="3400"/>
            </a:lvl9pPr>
          </a:lstStyle>
          <a:p>
            <a:endParaRPr/>
          </a:p>
        </p:txBody>
      </p:sp>
      <p:sp>
        <p:nvSpPr>
          <p:cNvPr id="353" name="Google Shape;353;p47"/>
          <p:cNvSpPr txBox="1">
            <a:spLocks noGrp="1"/>
          </p:cNvSpPr>
          <p:nvPr>
            <p:ph type="sldNum" idx="12"/>
          </p:nvPr>
        </p:nvSpPr>
        <p:spPr>
          <a:xfrm>
            <a:off x="8366700" y="4805546"/>
            <a:ext cx="548700" cy="215400"/>
          </a:xfrm>
          <a:prstGeom prst="rect">
            <a:avLst/>
          </a:prstGeom>
        </p:spPr>
        <p:txBody>
          <a:bodyPr spcFirstLastPara="1" wrap="square" lIns="0" tIns="0" rIns="0" bIns="0" anchor="b" anchorCtr="0">
            <a:normAutofit/>
          </a:bodyPr>
          <a:lstStyle>
            <a:lvl1pPr lvl="0" rtl="0">
              <a:buNone/>
              <a:defRPr>
                <a:solidFill>
                  <a:schemeClr val="accent5"/>
                </a:solidFill>
              </a:defRPr>
            </a:lvl1pPr>
            <a:lvl2pPr lvl="1" rtl="0">
              <a:buNone/>
              <a:defRPr>
                <a:solidFill>
                  <a:schemeClr val="accent5"/>
                </a:solidFill>
              </a:defRPr>
            </a:lvl2pPr>
            <a:lvl3pPr lvl="2" rtl="0">
              <a:buNone/>
              <a:defRPr>
                <a:solidFill>
                  <a:schemeClr val="accent5"/>
                </a:solidFill>
              </a:defRPr>
            </a:lvl3pPr>
            <a:lvl4pPr lvl="3" rtl="0">
              <a:buNone/>
              <a:defRPr>
                <a:solidFill>
                  <a:schemeClr val="accent5"/>
                </a:solidFill>
              </a:defRPr>
            </a:lvl4pPr>
            <a:lvl5pPr lvl="4" rtl="0">
              <a:buNone/>
              <a:defRPr>
                <a:solidFill>
                  <a:schemeClr val="accent5"/>
                </a:solidFill>
              </a:defRPr>
            </a:lvl5pPr>
            <a:lvl6pPr lvl="5" rtl="0">
              <a:buNone/>
              <a:defRPr>
                <a:solidFill>
                  <a:schemeClr val="accent5"/>
                </a:solidFill>
              </a:defRPr>
            </a:lvl6pPr>
            <a:lvl7pPr lvl="6" rtl="0">
              <a:buNone/>
              <a:defRPr>
                <a:solidFill>
                  <a:schemeClr val="accent5"/>
                </a:solidFill>
              </a:defRPr>
            </a:lvl7pPr>
            <a:lvl8pPr lvl="7" rtl="0">
              <a:buNone/>
              <a:defRPr>
                <a:solidFill>
                  <a:schemeClr val="accent5"/>
                </a:solidFill>
              </a:defRPr>
            </a:lvl8pPr>
            <a:lvl9pPr lvl="8" rtl="0">
              <a:buNone/>
              <a:defRPr>
                <a:solidFill>
                  <a:schemeClr val="accent5"/>
                </a:solidFill>
              </a:defRPr>
            </a:lvl9pPr>
          </a:lstStyle>
          <a:p>
            <a:pPr marL="0" lvl="0" indent="0" algn="r" rtl="0">
              <a:spcBef>
                <a:spcPts val="0"/>
              </a:spcBef>
              <a:spcAft>
                <a:spcPts val="0"/>
              </a:spcAft>
              <a:buNone/>
            </a:pPr>
            <a:fld id="{00000000-1234-1234-1234-123412341234}" type="slidenum">
              <a:rPr lang="en"/>
              <a:t>‹#›</a:t>
            </a:fld>
            <a:endParaRPr/>
          </a:p>
        </p:txBody>
      </p:sp>
      <p:pic>
        <p:nvPicPr>
          <p:cNvPr id="354" name="Google Shape;354;p47"/>
          <p:cNvPicPr preferRelativeResize="0"/>
          <p:nvPr/>
        </p:nvPicPr>
        <p:blipFill>
          <a:blip r:embed="rId2">
            <a:alphaModFix/>
          </a:blip>
          <a:stretch>
            <a:fillRect/>
          </a:stretch>
        </p:blipFill>
        <p:spPr>
          <a:xfrm>
            <a:off x="8544859" y="62003"/>
            <a:ext cx="599140" cy="599141"/>
          </a:xfrm>
          <a:prstGeom prst="rect">
            <a:avLst/>
          </a:prstGeom>
          <a:noFill/>
          <a:ln>
            <a:noFill/>
          </a:ln>
        </p:spPr>
      </p:pic>
      <p:sp>
        <p:nvSpPr>
          <p:cNvPr id="355" name="Google Shape;355;p47"/>
          <p:cNvSpPr txBox="1">
            <a:spLocks noGrp="1"/>
          </p:cNvSpPr>
          <p:nvPr>
            <p:ph type="subTitle" idx="1"/>
          </p:nvPr>
        </p:nvSpPr>
        <p:spPr>
          <a:xfrm>
            <a:off x="467075" y="4814525"/>
            <a:ext cx="2326500" cy="206400"/>
          </a:xfrm>
          <a:prstGeom prst="rect">
            <a:avLst/>
          </a:prstGeom>
        </p:spPr>
        <p:txBody>
          <a:bodyPr spcFirstLastPara="1" wrap="square" lIns="0" tIns="0" rIns="0" bIns="0" anchor="b" anchorCtr="0">
            <a:normAutofit/>
          </a:bodyPr>
          <a:lstStyle>
            <a:lvl1pPr lvl="0" rtl="0">
              <a:spcBef>
                <a:spcPts val="0"/>
              </a:spcBef>
              <a:spcAft>
                <a:spcPts val="0"/>
              </a:spcAft>
              <a:buClr>
                <a:schemeClr val="accent5"/>
              </a:buClr>
              <a:buSzPts val="700"/>
              <a:buNone/>
              <a:defRPr sz="700">
                <a:solidFill>
                  <a:schemeClr val="accent5"/>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56" name="Google Shape;356;p47"/>
          <p:cNvSpPr/>
          <p:nvPr/>
        </p:nvSpPr>
        <p:spPr>
          <a:xfrm>
            <a:off x="7446762" y="3555550"/>
            <a:ext cx="2761800" cy="2761500"/>
          </a:xfrm>
          <a:prstGeom prst="ellipse">
            <a:avLst/>
          </a:prstGeom>
          <a:noFill/>
          <a:ln w="19050" cap="flat" cmpd="sng">
            <a:solidFill>
              <a:srgbClr val="888B8D"/>
            </a:solidFill>
            <a:prstDash val="dash"/>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 name="Google Shape;357;p47"/>
          <p:cNvSpPr/>
          <p:nvPr/>
        </p:nvSpPr>
        <p:spPr>
          <a:xfrm>
            <a:off x="7768531" y="3877386"/>
            <a:ext cx="2118000" cy="2118000"/>
          </a:xfrm>
          <a:prstGeom prst="ellipse">
            <a:avLst/>
          </a:prstGeom>
          <a:noFill/>
          <a:ln w="19050" cap="flat" cmpd="sng">
            <a:solidFill>
              <a:srgbClr val="26D07C"/>
            </a:solidFill>
            <a:prstDash val="dash"/>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 name="Google Shape;358;p47"/>
          <p:cNvSpPr/>
          <p:nvPr/>
        </p:nvSpPr>
        <p:spPr>
          <a:xfrm>
            <a:off x="8117498" y="4226287"/>
            <a:ext cx="1420200" cy="1420200"/>
          </a:xfrm>
          <a:prstGeom prst="ellipse">
            <a:avLst/>
          </a:prstGeom>
          <a:noFill/>
          <a:ln w="19050" cap="flat" cmpd="sng">
            <a:solidFill>
              <a:srgbClr val="FC5D0D"/>
            </a:solidFill>
            <a:prstDash val="dash"/>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IBM Plex Sans Light"/>
              <a:ea typeface="IBM Plex Sans Light"/>
              <a:cs typeface="IBM Plex Sans Light"/>
              <a:sym typeface="IBM Plex Sans Light"/>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matchingName="Title &amp; body - Simple" type="tx">
  <p:cSld name="TITLE_AND_BODY">
    <p:spTree>
      <p:nvGrpSpPr>
        <p:cNvPr id="1" name="Shape 359"/>
        <p:cNvGrpSpPr/>
        <p:nvPr/>
      </p:nvGrpSpPr>
      <p:grpSpPr>
        <a:xfrm>
          <a:off x="0" y="0"/>
          <a:ext cx="0" cy="0"/>
          <a:chOff x="0" y="0"/>
          <a:chExt cx="0" cy="0"/>
        </a:xfrm>
      </p:grpSpPr>
      <p:sp>
        <p:nvSpPr>
          <p:cNvPr id="360" name="Google Shape;360;p48"/>
          <p:cNvSpPr txBox="1">
            <a:spLocks noGrp="1"/>
          </p:cNvSpPr>
          <p:nvPr>
            <p:ph type="title"/>
          </p:nvPr>
        </p:nvSpPr>
        <p:spPr>
          <a:xfrm>
            <a:off x="457200" y="114300"/>
            <a:ext cx="8229600" cy="903300"/>
          </a:xfrm>
          <a:prstGeom prst="rect">
            <a:avLst/>
          </a:prstGeom>
        </p:spPr>
        <p:txBody>
          <a:bodyPr spcFirstLastPara="1" wrap="square" lIns="0" tIns="0" rIns="0" bIns="0" anchor="t" anchorCtr="0">
            <a:normAutofit/>
          </a:bodyPr>
          <a:lstStyle>
            <a:lvl1pPr lvl="0" rtl="0">
              <a:spcBef>
                <a:spcPts val="0"/>
              </a:spcBef>
              <a:spcAft>
                <a:spcPts val="0"/>
              </a:spcAft>
              <a:buSzPts val="34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361" name="Google Shape;361;p48"/>
          <p:cNvSpPr txBox="1">
            <a:spLocks noGrp="1"/>
          </p:cNvSpPr>
          <p:nvPr>
            <p:ph type="body" idx="1"/>
          </p:nvPr>
        </p:nvSpPr>
        <p:spPr>
          <a:xfrm>
            <a:off x="457200" y="1152475"/>
            <a:ext cx="8229600" cy="3416400"/>
          </a:xfrm>
          <a:prstGeom prst="rect">
            <a:avLst/>
          </a:prstGeom>
        </p:spPr>
        <p:txBody>
          <a:bodyPr spcFirstLastPara="1" wrap="square" lIns="0" tIns="0" rIns="0" bIns="0" anchor="t" anchorCtr="0">
            <a:normAutofit/>
          </a:bodyPr>
          <a:lstStyle>
            <a:lvl1pPr marL="457200" lvl="0" indent="-330200" rtl="0">
              <a:spcBef>
                <a:spcPts val="0"/>
              </a:spcBef>
              <a:spcAft>
                <a:spcPts val="0"/>
              </a:spcAft>
              <a:buSzPts val="1600"/>
              <a:buChar char="■"/>
              <a:defRPr/>
            </a:lvl1pPr>
            <a:lvl2pPr marL="914400" lvl="1" indent="-317500" rtl="0">
              <a:spcBef>
                <a:spcPts val="0"/>
              </a:spcBef>
              <a:spcAft>
                <a:spcPts val="0"/>
              </a:spcAft>
              <a:buSzPts val="1400"/>
              <a:buChar char="■"/>
              <a:defRPr/>
            </a:lvl2pPr>
            <a:lvl3pPr marL="1371600" lvl="2" indent="-317500" rtl="0">
              <a:spcBef>
                <a:spcPts val="0"/>
              </a:spcBef>
              <a:spcAft>
                <a:spcPts val="0"/>
              </a:spcAft>
              <a:buSzPts val="1400"/>
              <a:buChar char="■"/>
              <a:defRPr/>
            </a:lvl3pPr>
            <a:lvl4pPr marL="1828800" lvl="3" indent="-317500" rtl="0">
              <a:spcBef>
                <a:spcPts val="0"/>
              </a:spcBef>
              <a:spcAft>
                <a:spcPts val="0"/>
              </a:spcAft>
              <a:buSzPts val="1400"/>
              <a:buChar char="●"/>
              <a:defRPr/>
            </a:lvl4pPr>
            <a:lvl5pPr marL="2286000" lvl="4" indent="-317500" rtl="0">
              <a:spcBef>
                <a:spcPts val="0"/>
              </a:spcBef>
              <a:spcAft>
                <a:spcPts val="0"/>
              </a:spcAft>
              <a:buSzPts val="1400"/>
              <a:buChar char="○"/>
              <a:defRPr/>
            </a:lvl5pPr>
            <a:lvl6pPr marL="2743200" lvl="5" indent="-317500" rtl="0">
              <a:spcBef>
                <a:spcPts val="0"/>
              </a:spcBef>
              <a:spcAft>
                <a:spcPts val="0"/>
              </a:spcAft>
              <a:buSzPts val="1400"/>
              <a:buChar char="■"/>
              <a:defRPr/>
            </a:lvl6pPr>
            <a:lvl7pPr marL="3200400" lvl="6" indent="-317500" rtl="0">
              <a:spcBef>
                <a:spcPts val="0"/>
              </a:spcBef>
              <a:spcAft>
                <a:spcPts val="0"/>
              </a:spcAft>
              <a:buSzPts val="1400"/>
              <a:buChar char="●"/>
              <a:defRPr/>
            </a:lvl7pPr>
            <a:lvl8pPr marL="3657600" lvl="7" indent="-317500" rtl="0">
              <a:spcBef>
                <a:spcPts val="0"/>
              </a:spcBef>
              <a:spcAft>
                <a:spcPts val="0"/>
              </a:spcAft>
              <a:buSzPts val="1400"/>
              <a:buChar char="○"/>
              <a:defRPr/>
            </a:lvl8pPr>
            <a:lvl9pPr marL="4114800" lvl="8" indent="-317500" rtl="0">
              <a:spcBef>
                <a:spcPts val="0"/>
              </a:spcBef>
              <a:spcAft>
                <a:spcPts val="0"/>
              </a:spcAft>
              <a:buSzPts val="1400"/>
              <a:buChar char="■"/>
              <a:defRPr/>
            </a:lvl9pPr>
          </a:lstStyle>
          <a:p>
            <a:endParaRPr/>
          </a:p>
        </p:txBody>
      </p:sp>
      <p:sp>
        <p:nvSpPr>
          <p:cNvPr id="362" name="Google Shape;362;p48"/>
          <p:cNvSpPr txBox="1">
            <a:spLocks noGrp="1"/>
          </p:cNvSpPr>
          <p:nvPr>
            <p:ph type="sldNum" idx="12"/>
          </p:nvPr>
        </p:nvSpPr>
        <p:spPr>
          <a:xfrm>
            <a:off x="8366700" y="4805546"/>
            <a:ext cx="548700" cy="215400"/>
          </a:xfrm>
          <a:prstGeom prst="rect">
            <a:avLst/>
          </a:prstGeom>
        </p:spPr>
        <p:txBody>
          <a:bodyPr spcFirstLastPara="1" wrap="square" lIns="0" tIns="0" rIns="0" bIns="0" anchor="b"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pic>
        <p:nvPicPr>
          <p:cNvPr id="363" name="Google Shape;363;p48"/>
          <p:cNvPicPr preferRelativeResize="0"/>
          <p:nvPr/>
        </p:nvPicPr>
        <p:blipFill>
          <a:blip r:embed="rId2">
            <a:alphaModFix/>
          </a:blip>
          <a:stretch>
            <a:fillRect/>
          </a:stretch>
        </p:blipFill>
        <p:spPr>
          <a:xfrm>
            <a:off x="8544852" y="62010"/>
            <a:ext cx="599140" cy="599141"/>
          </a:xfrm>
          <a:prstGeom prst="rect">
            <a:avLst/>
          </a:prstGeom>
          <a:noFill/>
          <a:ln>
            <a:noFill/>
          </a:ln>
        </p:spPr>
      </p:pic>
      <p:sp>
        <p:nvSpPr>
          <p:cNvPr id="364" name="Google Shape;364;p48"/>
          <p:cNvSpPr txBox="1">
            <a:spLocks noGrp="1"/>
          </p:cNvSpPr>
          <p:nvPr>
            <p:ph type="subTitle" idx="2"/>
          </p:nvPr>
        </p:nvSpPr>
        <p:spPr>
          <a:xfrm>
            <a:off x="467075" y="4814525"/>
            <a:ext cx="2326500" cy="206400"/>
          </a:xfrm>
          <a:prstGeom prst="rect">
            <a:avLst/>
          </a:prstGeom>
        </p:spPr>
        <p:txBody>
          <a:bodyPr spcFirstLastPara="1" wrap="square" lIns="0" tIns="0" rIns="0" bIns="0" anchor="b" anchorCtr="0">
            <a:normAutofit/>
          </a:bodyPr>
          <a:lstStyle>
            <a:lvl1pPr lvl="0" rtl="0">
              <a:spcBef>
                <a:spcPts val="0"/>
              </a:spcBef>
              <a:spcAft>
                <a:spcPts val="0"/>
              </a:spcAft>
              <a:buClr>
                <a:schemeClr val="dk2"/>
              </a:buClr>
              <a:buSzPts val="700"/>
              <a:buNone/>
              <a:defRPr sz="700">
                <a:solidFill>
                  <a:schemeClr val="dk2"/>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matchingName="Title &amp; body - Black">
  <p:cSld name="TITLE_AND_BODY_3">
    <p:bg>
      <p:bgPr>
        <a:solidFill>
          <a:schemeClr val="dk1"/>
        </a:solidFill>
        <a:effectLst/>
      </p:bgPr>
    </p:bg>
    <p:spTree>
      <p:nvGrpSpPr>
        <p:cNvPr id="1" name="Shape 365"/>
        <p:cNvGrpSpPr/>
        <p:nvPr/>
      </p:nvGrpSpPr>
      <p:grpSpPr>
        <a:xfrm>
          <a:off x="0" y="0"/>
          <a:ext cx="0" cy="0"/>
          <a:chOff x="0" y="0"/>
          <a:chExt cx="0" cy="0"/>
        </a:xfrm>
      </p:grpSpPr>
      <p:sp>
        <p:nvSpPr>
          <p:cNvPr id="366" name="Google Shape;366;p49"/>
          <p:cNvSpPr txBox="1">
            <a:spLocks noGrp="1"/>
          </p:cNvSpPr>
          <p:nvPr>
            <p:ph type="title"/>
          </p:nvPr>
        </p:nvSpPr>
        <p:spPr>
          <a:xfrm>
            <a:off x="457200" y="114300"/>
            <a:ext cx="8229600" cy="903300"/>
          </a:xfrm>
          <a:prstGeom prst="rect">
            <a:avLst/>
          </a:prstGeom>
        </p:spPr>
        <p:txBody>
          <a:bodyPr spcFirstLastPara="1" wrap="square" lIns="0" tIns="0" rIns="0" bIns="0" anchor="t" anchorCtr="0">
            <a:normAutofit/>
          </a:bodyPr>
          <a:lstStyle>
            <a:lvl1pPr lvl="0" rtl="0">
              <a:spcBef>
                <a:spcPts val="0"/>
              </a:spcBef>
              <a:spcAft>
                <a:spcPts val="0"/>
              </a:spcAft>
              <a:buClr>
                <a:schemeClr val="lt1"/>
              </a:buClr>
              <a:buSzPts val="3400"/>
              <a:buNone/>
              <a:defRPr>
                <a:solidFill>
                  <a:schemeClr val="lt1"/>
                </a:solidFill>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367" name="Google Shape;367;p49"/>
          <p:cNvSpPr txBox="1">
            <a:spLocks noGrp="1"/>
          </p:cNvSpPr>
          <p:nvPr>
            <p:ph type="body" idx="1"/>
          </p:nvPr>
        </p:nvSpPr>
        <p:spPr>
          <a:xfrm>
            <a:off x="457200" y="1152475"/>
            <a:ext cx="8229600" cy="3416400"/>
          </a:xfrm>
          <a:prstGeom prst="rect">
            <a:avLst/>
          </a:prstGeom>
        </p:spPr>
        <p:txBody>
          <a:bodyPr spcFirstLastPara="1" wrap="square" lIns="0" tIns="0" rIns="0" bIns="0" anchor="t" anchorCtr="0">
            <a:normAutofit/>
          </a:bodyPr>
          <a:lstStyle>
            <a:lvl1pPr marL="457200" lvl="0" indent="-330200" rtl="0">
              <a:spcBef>
                <a:spcPts val="0"/>
              </a:spcBef>
              <a:spcAft>
                <a:spcPts val="0"/>
              </a:spcAft>
              <a:buClr>
                <a:schemeClr val="lt1"/>
              </a:buClr>
              <a:buSzPts val="1600"/>
              <a:buChar char="■"/>
              <a:defRPr>
                <a:solidFill>
                  <a:schemeClr val="lt1"/>
                </a:solidFill>
              </a:defRPr>
            </a:lvl1pPr>
            <a:lvl2pPr marL="914400" lvl="1" indent="-317500" rtl="0">
              <a:spcBef>
                <a:spcPts val="0"/>
              </a:spcBef>
              <a:spcAft>
                <a:spcPts val="0"/>
              </a:spcAft>
              <a:buSzPts val="1400"/>
              <a:buChar char="■"/>
              <a:defRPr>
                <a:solidFill>
                  <a:schemeClr val="lt1"/>
                </a:solidFill>
              </a:defRPr>
            </a:lvl2pPr>
            <a:lvl3pPr marL="1371600" lvl="2" indent="-317500" rtl="0">
              <a:spcBef>
                <a:spcPts val="0"/>
              </a:spcBef>
              <a:spcAft>
                <a:spcPts val="0"/>
              </a:spcAft>
              <a:buClr>
                <a:schemeClr val="lt1"/>
              </a:buClr>
              <a:buSzPts val="1400"/>
              <a:buChar char="■"/>
              <a:defRPr>
                <a:solidFill>
                  <a:schemeClr val="lt1"/>
                </a:solidFill>
              </a:defRPr>
            </a:lvl3pPr>
            <a:lvl4pPr marL="1828800" lvl="3" indent="-317500" rtl="0">
              <a:spcBef>
                <a:spcPts val="0"/>
              </a:spcBef>
              <a:spcAft>
                <a:spcPts val="0"/>
              </a:spcAft>
              <a:buClr>
                <a:schemeClr val="lt1"/>
              </a:buClr>
              <a:buSzPts val="1400"/>
              <a:buChar char="●"/>
              <a:defRPr>
                <a:solidFill>
                  <a:schemeClr val="lt1"/>
                </a:solidFill>
              </a:defRPr>
            </a:lvl4pPr>
            <a:lvl5pPr marL="2286000" lvl="4" indent="-317500" rtl="0">
              <a:spcBef>
                <a:spcPts val="0"/>
              </a:spcBef>
              <a:spcAft>
                <a:spcPts val="0"/>
              </a:spcAft>
              <a:buClr>
                <a:schemeClr val="lt1"/>
              </a:buClr>
              <a:buSzPts val="1400"/>
              <a:buChar char="○"/>
              <a:defRPr>
                <a:solidFill>
                  <a:schemeClr val="lt1"/>
                </a:solidFill>
              </a:defRPr>
            </a:lvl5pPr>
            <a:lvl6pPr marL="2743200" lvl="5" indent="-317500" rtl="0">
              <a:spcBef>
                <a:spcPts val="0"/>
              </a:spcBef>
              <a:spcAft>
                <a:spcPts val="0"/>
              </a:spcAft>
              <a:buClr>
                <a:schemeClr val="lt1"/>
              </a:buClr>
              <a:buSzPts val="1400"/>
              <a:buChar char="■"/>
              <a:defRPr>
                <a:solidFill>
                  <a:schemeClr val="lt1"/>
                </a:solidFill>
              </a:defRPr>
            </a:lvl6pPr>
            <a:lvl7pPr marL="3200400" lvl="6" indent="-317500" rtl="0">
              <a:spcBef>
                <a:spcPts val="0"/>
              </a:spcBef>
              <a:spcAft>
                <a:spcPts val="0"/>
              </a:spcAft>
              <a:buClr>
                <a:schemeClr val="lt1"/>
              </a:buClr>
              <a:buSzPts val="1400"/>
              <a:buChar char="●"/>
              <a:defRPr>
                <a:solidFill>
                  <a:schemeClr val="lt1"/>
                </a:solidFill>
              </a:defRPr>
            </a:lvl7pPr>
            <a:lvl8pPr marL="3657600" lvl="7" indent="-317500" rtl="0">
              <a:spcBef>
                <a:spcPts val="0"/>
              </a:spcBef>
              <a:spcAft>
                <a:spcPts val="0"/>
              </a:spcAft>
              <a:buClr>
                <a:schemeClr val="lt1"/>
              </a:buClr>
              <a:buSzPts val="1400"/>
              <a:buChar char="○"/>
              <a:defRPr>
                <a:solidFill>
                  <a:schemeClr val="lt1"/>
                </a:solidFill>
              </a:defRPr>
            </a:lvl8pPr>
            <a:lvl9pPr marL="4114800" lvl="8" indent="-317500" rtl="0">
              <a:spcBef>
                <a:spcPts val="0"/>
              </a:spcBef>
              <a:spcAft>
                <a:spcPts val="0"/>
              </a:spcAft>
              <a:buClr>
                <a:schemeClr val="lt1"/>
              </a:buClr>
              <a:buSzPts val="1400"/>
              <a:buChar char="■"/>
              <a:defRPr>
                <a:solidFill>
                  <a:schemeClr val="lt1"/>
                </a:solidFill>
              </a:defRPr>
            </a:lvl9pPr>
          </a:lstStyle>
          <a:p>
            <a:endParaRPr/>
          </a:p>
        </p:txBody>
      </p:sp>
      <p:sp>
        <p:nvSpPr>
          <p:cNvPr id="368" name="Google Shape;368;p49"/>
          <p:cNvSpPr txBox="1">
            <a:spLocks noGrp="1"/>
          </p:cNvSpPr>
          <p:nvPr>
            <p:ph type="sldNum" idx="12"/>
          </p:nvPr>
        </p:nvSpPr>
        <p:spPr>
          <a:xfrm>
            <a:off x="8366700" y="4805546"/>
            <a:ext cx="548700" cy="215400"/>
          </a:xfrm>
          <a:prstGeom prst="rect">
            <a:avLst/>
          </a:prstGeom>
        </p:spPr>
        <p:txBody>
          <a:bodyPr spcFirstLastPara="1" wrap="square" lIns="0" tIns="0" rIns="0" bIns="0" anchor="b"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
        <p:nvSpPr>
          <p:cNvPr id="369" name="Google Shape;369;p49"/>
          <p:cNvSpPr txBox="1">
            <a:spLocks noGrp="1"/>
          </p:cNvSpPr>
          <p:nvPr>
            <p:ph type="subTitle" idx="2"/>
          </p:nvPr>
        </p:nvSpPr>
        <p:spPr>
          <a:xfrm>
            <a:off x="467075" y="4814525"/>
            <a:ext cx="2326500" cy="206400"/>
          </a:xfrm>
          <a:prstGeom prst="rect">
            <a:avLst/>
          </a:prstGeom>
        </p:spPr>
        <p:txBody>
          <a:bodyPr spcFirstLastPara="1" wrap="square" lIns="0" tIns="0" rIns="0" bIns="0" anchor="b" anchorCtr="0">
            <a:normAutofit/>
          </a:bodyPr>
          <a:lstStyle>
            <a:lvl1pPr lvl="0" rtl="0">
              <a:spcBef>
                <a:spcPts val="0"/>
              </a:spcBef>
              <a:spcAft>
                <a:spcPts val="0"/>
              </a:spcAft>
              <a:buClr>
                <a:schemeClr val="dk2"/>
              </a:buClr>
              <a:buSzPts val="700"/>
              <a:buNone/>
              <a:defRPr sz="700">
                <a:solidFill>
                  <a:schemeClr val="dk2"/>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pic>
        <p:nvPicPr>
          <p:cNvPr id="370" name="Google Shape;370;p49"/>
          <p:cNvPicPr preferRelativeResize="0"/>
          <p:nvPr/>
        </p:nvPicPr>
        <p:blipFill>
          <a:blip r:embed="rId2">
            <a:alphaModFix/>
          </a:blip>
          <a:stretch>
            <a:fillRect/>
          </a:stretch>
        </p:blipFill>
        <p:spPr>
          <a:xfrm>
            <a:off x="8544859" y="62003"/>
            <a:ext cx="599140" cy="599141"/>
          </a:xfrm>
          <a:prstGeom prst="rect">
            <a:avLst/>
          </a:prstGeom>
          <a:noFill/>
          <a:ln>
            <a:noFill/>
          </a:ln>
        </p:spPr>
      </p:pic>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matchingName="Introduction - Individual">
  <p:cSld name="TITLE_AND_BODY_3_3">
    <p:spTree>
      <p:nvGrpSpPr>
        <p:cNvPr id="1" name="Shape 371"/>
        <p:cNvGrpSpPr/>
        <p:nvPr/>
      </p:nvGrpSpPr>
      <p:grpSpPr>
        <a:xfrm>
          <a:off x="0" y="0"/>
          <a:ext cx="0" cy="0"/>
          <a:chOff x="0" y="0"/>
          <a:chExt cx="0" cy="0"/>
        </a:xfrm>
      </p:grpSpPr>
      <p:sp>
        <p:nvSpPr>
          <p:cNvPr id="372" name="Google Shape;372;p50"/>
          <p:cNvSpPr/>
          <p:nvPr/>
        </p:nvSpPr>
        <p:spPr>
          <a:xfrm rot="10800000">
            <a:off x="880000" y="1378685"/>
            <a:ext cx="1782900" cy="1782900"/>
          </a:xfrm>
          <a:prstGeom prst="roundRect">
            <a:avLst>
              <a:gd name="adj" fmla="val 16667"/>
            </a:avLst>
          </a:prstGeom>
          <a:noFill/>
          <a:ln w="19050" cap="flat" cmpd="sng">
            <a:solidFill>
              <a:srgbClr val="1F2A44"/>
            </a:solidFill>
            <a:prstDash val="dash"/>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3" name="Google Shape;373;p50"/>
          <p:cNvSpPr txBox="1">
            <a:spLocks noGrp="1"/>
          </p:cNvSpPr>
          <p:nvPr>
            <p:ph type="title"/>
          </p:nvPr>
        </p:nvSpPr>
        <p:spPr>
          <a:xfrm>
            <a:off x="457200" y="114300"/>
            <a:ext cx="8229600" cy="903300"/>
          </a:xfrm>
          <a:prstGeom prst="rect">
            <a:avLst/>
          </a:prstGeom>
        </p:spPr>
        <p:txBody>
          <a:bodyPr spcFirstLastPara="1" wrap="square" lIns="0" tIns="0" rIns="0" bIns="0" anchor="t" anchorCtr="0">
            <a:normAutofit/>
          </a:bodyPr>
          <a:lstStyle>
            <a:lvl1pPr lvl="0" rtl="0">
              <a:spcBef>
                <a:spcPts val="0"/>
              </a:spcBef>
              <a:spcAft>
                <a:spcPts val="0"/>
              </a:spcAft>
              <a:buSzPts val="34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374" name="Google Shape;374;p50"/>
          <p:cNvSpPr txBox="1">
            <a:spLocks noGrp="1"/>
          </p:cNvSpPr>
          <p:nvPr>
            <p:ph type="body" idx="1"/>
          </p:nvPr>
        </p:nvSpPr>
        <p:spPr>
          <a:xfrm>
            <a:off x="3907600" y="1304875"/>
            <a:ext cx="4468200" cy="3264000"/>
          </a:xfrm>
          <a:prstGeom prst="rect">
            <a:avLst/>
          </a:prstGeom>
        </p:spPr>
        <p:txBody>
          <a:bodyPr spcFirstLastPara="1" wrap="square" lIns="0" tIns="0" rIns="0" bIns="0" anchor="t" anchorCtr="0">
            <a:normAutofit/>
          </a:bodyPr>
          <a:lstStyle>
            <a:lvl1pPr marL="457200" lvl="0" indent="-330200" rtl="0">
              <a:spcBef>
                <a:spcPts val="0"/>
              </a:spcBef>
              <a:spcAft>
                <a:spcPts val="0"/>
              </a:spcAft>
              <a:buSzPts val="1600"/>
              <a:buChar char="■"/>
              <a:defRPr/>
            </a:lvl1pPr>
            <a:lvl2pPr marL="914400" lvl="1" indent="-317500" rtl="0">
              <a:spcBef>
                <a:spcPts val="0"/>
              </a:spcBef>
              <a:spcAft>
                <a:spcPts val="0"/>
              </a:spcAft>
              <a:buSzPts val="1400"/>
              <a:buChar char="■"/>
              <a:defRPr/>
            </a:lvl2pPr>
            <a:lvl3pPr marL="1371600" lvl="2" indent="-317500" rtl="0">
              <a:spcBef>
                <a:spcPts val="0"/>
              </a:spcBef>
              <a:spcAft>
                <a:spcPts val="0"/>
              </a:spcAft>
              <a:buSzPts val="1400"/>
              <a:buChar char="■"/>
              <a:defRPr/>
            </a:lvl3pPr>
            <a:lvl4pPr marL="1828800" lvl="3" indent="-317500" rtl="0">
              <a:spcBef>
                <a:spcPts val="0"/>
              </a:spcBef>
              <a:spcAft>
                <a:spcPts val="0"/>
              </a:spcAft>
              <a:buSzPts val="1400"/>
              <a:buChar char="●"/>
              <a:defRPr/>
            </a:lvl4pPr>
            <a:lvl5pPr marL="2286000" lvl="4" indent="-317500" rtl="0">
              <a:spcBef>
                <a:spcPts val="0"/>
              </a:spcBef>
              <a:spcAft>
                <a:spcPts val="0"/>
              </a:spcAft>
              <a:buSzPts val="1400"/>
              <a:buChar char="○"/>
              <a:defRPr/>
            </a:lvl5pPr>
            <a:lvl6pPr marL="2743200" lvl="5" indent="-317500" rtl="0">
              <a:spcBef>
                <a:spcPts val="0"/>
              </a:spcBef>
              <a:spcAft>
                <a:spcPts val="0"/>
              </a:spcAft>
              <a:buSzPts val="1400"/>
              <a:buChar char="■"/>
              <a:defRPr/>
            </a:lvl6pPr>
            <a:lvl7pPr marL="3200400" lvl="6" indent="-317500" rtl="0">
              <a:spcBef>
                <a:spcPts val="0"/>
              </a:spcBef>
              <a:spcAft>
                <a:spcPts val="0"/>
              </a:spcAft>
              <a:buSzPts val="1400"/>
              <a:buChar char="●"/>
              <a:defRPr/>
            </a:lvl7pPr>
            <a:lvl8pPr marL="3657600" lvl="7" indent="-317500" rtl="0">
              <a:spcBef>
                <a:spcPts val="0"/>
              </a:spcBef>
              <a:spcAft>
                <a:spcPts val="0"/>
              </a:spcAft>
              <a:buSzPts val="1400"/>
              <a:buChar char="○"/>
              <a:defRPr/>
            </a:lvl8pPr>
            <a:lvl9pPr marL="4114800" lvl="8" indent="-317500" rtl="0">
              <a:spcBef>
                <a:spcPts val="0"/>
              </a:spcBef>
              <a:spcAft>
                <a:spcPts val="0"/>
              </a:spcAft>
              <a:buSzPts val="1400"/>
              <a:buChar char="■"/>
              <a:defRPr/>
            </a:lvl9pPr>
          </a:lstStyle>
          <a:p>
            <a:endParaRPr/>
          </a:p>
        </p:txBody>
      </p:sp>
      <p:sp>
        <p:nvSpPr>
          <p:cNvPr id="375" name="Google Shape;375;p50"/>
          <p:cNvSpPr txBox="1">
            <a:spLocks noGrp="1"/>
          </p:cNvSpPr>
          <p:nvPr>
            <p:ph type="sldNum" idx="12"/>
          </p:nvPr>
        </p:nvSpPr>
        <p:spPr>
          <a:xfrm>
            <a:off x="8366700" y="4805546"/>
            <a:ext cx="548700" cy="215400"/>
          </a:xfrm>
          <a:prstGeom prst="rect">
            <a:avLst/>
          </a:prstGeom>
        </p:spPr>
        <p:txBody>
          <a:bodyPr spcFirstLastPara="1" wrap="square" lIns="0" tIns="0" rIns="0" bIns="0" anchor="b"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pic>
        <p:nvPicPr>
          <p:cNvPr id="376" name="Google Shape;376;p50"/>
          <p:cNvPicPr preferRelativeResize="0"/>
          <p:nvPr/>
        </p:nvPicPr>
        <p:blipFill>
          <a:blip r:embed="rId2">
            <a:alphaModFix/>
          </a:blip>
          <a:stretch>
            <a:fillRect/>
          </a:stretch>
        </p:blipFill>
        <p:spPr>
          <a:xfrm>
            <a:off x="8544852" y="62010"/>
            <a:ext cx="599140" cy="599141"/>
          </a:xfrm>
          <a:prstGeom prst="rect">
            <a:avLst/>
          </a:prstGeom>
          <a:noFill/>
          <a:ln>
            <a:noFill/>
          </a:ln>
        </p:spPr>
      </p:pic>
      <p:sp>
        <p:nvSpPr>
          <p:cNvPr id="377" name="Google Shape;377;p50"/>
          <p:cNvSpPr txBox="1">
            <a:spLocks noGrp="1"/>
          </p:cNvSpPr>
          <p:nvPr>
            <p:ph type="subTitle" idx="2"/>
          </p:nvPr>
        </p:nvSpPr>
        <p:spPr>
          <a:xfrm>
            <a:off x="467075" y="4814525"/>
            <a:ext cx="2326500" cy="206400"/>
          </a:xfrm>
          <a:prstGeom prst="rect">
            <a:avLst/>
          </a:prstGeom>
        </p:spPr>
        <p:txBody>
          <a:bodyPr spcFirstLastPara="1" wrap="square" lIns="0" tIns="0" rIns="0" bIns="0" anchor="b" anchorCtr="0">
            <a:normAutofit/>
          </a:bodyPr>
          <a:lstStyle>
            <a:lvl1pPr lvl="0" rtl="0">
              <a:spcBef>
                <a:spcPts val="0"/>
              </a:spcBef>
              <a:spcAft>
                <a:spcPts val="0"/>
              </a:spcAft>
              <a:buClr>
                <a:schemeClr val="dk2"/>
              </a:buClr>
              <a:buSzPts val="700"/>
              <a:buNone/>
              <a:defRPr sz="700">
                <a:solidFill>
                  <a:schemeClr val="dk2"/>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78" name="Google Shape;378;p50"/>
          <p:cNvSpPr>
            <a:spLocks noGrp="1"/>
          </p:cNvSpPr>
          <p:nvPr>
            <p:ph type="pic" idx="3"/>
          </p:nvPr>
        </p:nvSpPr>
        <p:spPr>
          <a:xfrm>
            <a:off x="986225" y="1472110"/>
            <a:ext cx="1851000" cy="1851000"/>
          </a:xfrm>
          <a:prstGeom prst="roundRect">
            <a:avLst>
              <a:gd name="adj" fmla="val 16667"/>
            </a:avLst>
          </a:prstGeom>
          <a:noFill/>
          <a:ln>
            <a:noFill/>
          </a:ln>
        </p:spPr>
      </p:sp>
      <p:sp>
        <p:nvSpPr>
          <p:cNvPr id="379" name="Google Shape;379;p50"/>
          <p:cNvSpPr txBox="1">
            <a:spLocks noGrp="1"/>
          </p:cNvSpPr>
          <p:nvPr>
            <p:ph type="subTitle" idx="4"/>
          </p:nvPr>
        </p:nvSpPr>
        <p:spPr>
          <a:xfrm>
            <a:off x="591725" y="3505884"/>
            <a:ext cx="2640000" cy="280800"/>
          </a:xfrm>
          <a:prstGeom prst="rect">
            <a:avLst/>
          </a:prstGeom>
        </p:spPr>
        <p:txBody>
          <a:bodyPr spcFirstLastPara="1" wrap="square" lIns="0" tIns="0" rIns="0" bIns="0" anchor="t" anchorCtr="0">
            <a:spAutoFit/>
          </a:bodyPr>
          <a:lstStyle>
            <a:lvl1pPr lvl="0" algn="ctr" rtl="0">
              <a:spcBef>
                <a:spcPts val="0"/>
              </a:spcBef>
              <a:spcAft>
                <a:spcPts val="0"/>
              </a:spcAft>
              <a:buSzPts val="1600"/>
              <a:buNone/>
              <a:defRPr b="1">
                <a:solidFill>
                  <a:schemeClr val="accent1"/>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80" name="Google Shape;380;p50"/>
          <p:cNvSpPr txBox="1">
            <a:spLocks noGrp="1"/>
          </p:cNvSpPr>
          <p:nvPr>
            <p:ph type="subTitle" idx="5"/>
          </p:nvPr>
        </p:nvSpPr>
        <p:spPr>
          <a:xfrm>
            <a:off x="591725" y="3802414"/>
            <a:ext cx="2640000" cy="256800"/>
          </a:xfrm>
          <a:prstGeom prst="rect">
            <a:avLst/>
          </a:prstGeom>
        </p:spPr>
        <p:txBody>
          <a:bodyPr spcFirstLastPara="1" wrap="square" lIns="0" tIns="0" rIns="0" bIns="0" anchor="t" anchorCtr="0">
            <a:normAutofit/>
          </a:bodyPr>
          <a:lstStyle>
            <a:lvl1pPr lvl="0" algn="ctr" rtl="0">
              <a:spcBef>
                <a:spcPts val="0"/>
              </a:spcBef>
              <a:spcAft>
                <a:spcPts val="0"/>
              </a:spcAft>
              <a:buClr>
                <a:srgbClr val="1F2A44"/>
              </a:buClr>
              <a:buSzPts val="1400"/>
              <a:buFont typeface="IBM Plex Sans Medium"/>
              <a:buNone/>
              <a:defRPr sz="1400">
                <a:solidFill>
                  <a:srgbClr val="1F2A44"/>
                </a:solidFill>
                <a:latin typeface="IBM Plex Sans Medium"/>
                <a:ea typeface="IBM Plex Sans Medium"/>
                <a:cs typeface="IBM Plex Sans Medium"/>
                <a:sym typeface="IBM Plex Sans Medium"/>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81" name="Google Shape;381;p50"/>
          <p:cNvSpPr txBox="1">
            <a:spLocks noGrp="1"/>
          </p:cNvSpPr>
          <p:nvPr>
            <p:ph type="subTitle" idx="6"/>
          </p:nvPr>
        </p:nvSpPr>
        <p:spPr>
          <a:xfrm>
            <a:off x="591725" y="4068041"/>
            <a:ext cx="2640000" cy="256800"/>
          </a:xfrm>
          <a:prstGeom prst="rect">
            <a:avLst/>
          </a:prstGeom>
        </p:spPr>
        <p:txBody>
          <a:bodyPr spcFirstLastPara="1" wrap="square" lIns="0" tIns="0" rIns="0" bIns="0" anchor="t" anchorCtr="0">
            <a:normAutofit/>
          </a:bodyPr>
          <a:lstStyle>
            <a:lvl1pPr lvl="0" algn="ctr" rtl="0">
              <a:spcBef>
                <a:spcPts val="0"/>
              </a:spcBef>
              <a:spcAft>
                <a:spcPts val="0"/>
              </a:spcAft>
              <a:buClr>
                <a:schemeClr val="accent4"/>
              </a:buClr>
              <a:buSzPts val="1400"/>
              <a:buNone/>
              <a:defRPr sz="1400">
                <a:solidFill>
                  <a:schemeClr val="accent4"/>
                </a:solidFill>
              </a:defRPr>
            </a:lvl1pPr>
            <a:lvl2pPr lvl="1" rtl="0">
              <a:spcBef>
                <a:spcPts val="0"/>
              </a:spcBef>
              <a:spcAft>
                <a:spcPts val="0"/>
              </a:spcAft>
              <a:buSzPts val="1200"/>
              <a:buNone/>
              <a:defRPr sz="1200">
                <a:solidFill>
                  <a:schemeClr val="accent1"/>
                </a:solidFill>
              </a:defRPr>
            </a:lvl2pPr>
            <a:lvl3pPr lvl="2" rtl="0">
              <a:spcBef>
                <a:spcPts val="0"/>
              </a:spcBef>
              <a:spcAft>
                <a:spcPts val="0"/>
              </a:spcAft>
              <a:buSzPts val="1200"/>
              <a:buNone/>
              <a:defRPr sz="1200">
                <a:solidFill>
                  <a:schemeClr val="accent1"/>
                </a:solidFill>
              </a:defRPr>
            </a:lvl3pPr>
            <a:lvl4pPr lvl="3" rtl="0">
              <a:spcBef>
                <a:spcPts val="0"/>
              </a:spcBef>
              <a:spcAft>
                <a:spcPts val="0"/>
              </a:spcAft>
              <a:buSzPts val="1200"/>
              <a:buNone/>
              <a:defRPr sz="1200">
                <a:solidFill>
                  <a:schemeClr val="accent1"/>
                </a:solidFill>
              </a:defRPr>
            </a:lvl4pPr>
            <a:lvl5pPr lvl="4" rtl="0">
              <a:spcBef>
                <a:spcPts val="0"/>
              </a:spcBef>
              <a:spcAft>
                <a:spcPts val="0"/>
              </a:spcAft>
              <a:buClr>
                <a:schemeClr val="accent1"/>
              </a:buClr>
              <a:buSzPts val="1200"/>
              <a:buNone/>
              <a:defRPr sz="1200">
                <a:solidFill>
                  <a:schemeClr val="accent1"/>
                </a:solidFill>
              </a:defRPr>
            </a:lvl5pPr>
            <a:lvl6pPr lvl="5" rtl="0">
              <a:spcBef>
                <a:spcPts val="0"/>
              </a:spcBef>
              <a:spcAft>
                <a:spcPts val="0"/>
              </a:spcAft>
              <a:buClr>
                <a:schemeClr val="accent1"/>
              </a:buClr>
              <a:buSzPts val="1200"/>
              <a:buNone/>
              <a:defRPr sz="1200">
                <a:solidFill>
                  <a:schemeClr val="accent1"/>
                </a:solidFill>
              </a:defRPr>
            </a:lvl6pPr>
            <a:lvl7pPr lvl="6" rtl="0">
              <a:spcBef>
                <a:spcPts val="0"/>
              </a:spcBef>
              <a:spcAft>
                <a:spcPts val="0"/>
              </a:spcAft>
              <a:buClr>
                <a:schemeClr val="accent1"/>
              </a:buClr>
              <a:buSzPts val="1200"/>
              <a:buNone/>
              <a:defRPr sz="1200">
                <a:solidFill>
                  <a:schemeClr val="accent1"/>
                </a:solidFill>
              </a:defRPr>
            </a:lvl7pPr>
            <a:lvl8pPr lvl="7" rtl="0">
              <a:spcBef>
                <a:spcPts val="0"/>
              </a:spcBef>
              <a:spcAft>
                <a:spcPts val="0"/>
              </a:spcAft>
              <a:buClr>
                <a:schemeClr val="accent1"/>
              </a:buClr>
              <a:buSzPts val="1200"/>
              <a:buNone/>
              <a:defRPr sz="1200">
                <a:solidFill>
                  <a:schemeClr val="accent1"/>
                </a:solidFill>
              </a:defRPr>
            </a:lvl8pPr>
            <a:lvl9pPr lvl="8" rtl="0">
              <a:spcBef>
                <a:spcPts val="0"/>
              </a:spcBef>
              <a:spcAft>
                <a:spcPts val="0"/>
              </a:spcAft>
              <a:buClr>
                <a:schemeClr val="accent1"/>
              </a:buClr>
              <a:buSzPts val="1200"/>
              <a:buNone/>
              <a:defRPr sz="1200">
                <a:solidFill>
                  <a:schemeClr val="accent1"/>
                </a:solidFill>
              </a:defRPr>
            </a:lvl9pPr>
          </a:lstStyle>
          <a:p>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matchingName="Introduction - Team">
  <p:cSld name="TITLE_AND_BODY_3_2">
    <p:spTree>
      <p:nvGrpSpPr>
        <p:cNvPr id="1" name="Shape 382"/>
        <p:cNvGrpSpPr/>
        <p:nvPr/>
      </p:nvGrpSpPr>
      <p:grpSpPr>
        <a:xfrm>
          <a:off x="0" y="0"/>
          <a:ext cx="0" cy="0"/>
          <a:chOff x="0" y="0"/>
          <a:chExt cx="0" cy="0"/>
        </a:xfrm>
      </p:grpSpPr>
      <p:sp>
        <p:nvSpPr>
          <p:cNvPr id="383" name="Google Shape;383;p51"/>
          <p:cNvSpPr txBox="1">
            <a:spLocks noGrp="1"/>
          </p:cNvSpPr>
          <p:nvPr>
            <p:ph type="title"/>
          </p:nvPr>
        </p:nvSpPr>
        <p:spPr>
          <a:xfrm>
            <a:off x="457200" y="114300"/>
            <a:ext cx="8229600" cy="903300"/>
          </a:xfrm>
          <a:prstGeom prst="rect">
            <a:avLst/>
          </a:prstGeom>
        </p:spPr>
        <p:txBody>
          <a:bodyPr spcFirstLastPara="1" wrap="square" lIns="0" tIns="0" rIns="0" bIns="0" anchor="t" anchorCtr="0">
            <a:normAutofit/>
          </a:bodyPr>
          <a:lstStyle>
            <a:lvl1pPr lvl="0" rtl="0">
              <a:spcBef>
                <a:spcPts val="0"/>
              </a:spcBef>
              <a:spcAft>
                <a:spcPts val="0"/>
              </a:spcAft>
              <a:buSzPts val="34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384" name="Google Shape;384;p51"/>
          <p:cNvSpPr txBox="1">
            <a:spLocks noGrp="1"/>
          </p:cNvSpPr>
          <p:nvPr>
            <p:ph type="sldNum" idx="12"/>
          </p:nvPr>
        </p:nvSpPr>
        <p:spPr>
          <a:xfrm>
            <a:off x="8366700" y="4805546"/>
            <a:ext cx="548700" cy="215400"/>
          </a:xfrm>
          <a:prstGeom prst="rect">
            <a:avLst/>
          </a:prstGeom>
        </p:spPr>
        <p:txBody>
          <a:bodyPr spcFirstLastPara="1" wrap="square" lIns="0" tIns="0" rIns="0" bIns="0" anchor="b"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pic>
        <p:nvPicPr>
          <p:cNvPr id="385" name="Google Shape;385;p51"/>
          <p:cNvPicPr preferRelativeResize="0"/>
          <p:nvPr/>
        </p:nvPicPr>
        <p:blipFill>
          <a:blip r:embed="rId2">
            <a:alphaModFix/>
          </a:blip>
          <a:stretch>
            <a:fillRect/>
          </a:stretch>
        </p:blipFill>
        <p:spPr>
          <a:xfrm>
            <a:off x="8544852" y="62010"/>
            <a:ext cx="599140" cy="599141"/>
          </a:xfrm>
          <a:prstGeom prst="rect">
            <a:avLst/>
          </a:prstGeom>
          <a:noFill/>
          <a:ln>
            <a:noFill/>
          </a:ln>
        </p:spPr>
      </p:pic>
      <p:sp>
        <p:nvSpPr>
          <p:cNvPr id="386" name="Google Shape;386;p51"/>
          <p:cNvSpPr txBox="1">
            <a:spLocks noGrp="1"/>
          </p:cNvSpPr>
          <p:nvPr>
            <p:ph type="subTitle" idx="1"/>
          </p:nvPr>
        </p:nvSpPr>
        <p:spPr>
          <a:xfrm>
            <a:off x="467075" y="4814525"/>
            <a:ext cx="2326500" cy="206400"/>
          </a:xfrm>
          <a:prstGeom prst="rect">
            <a:avLst/>
          </a:prstGeom>
        </p:spPr>
        <p:txBody>
          <a:bodyPr spcFirstLastPara="1" wrap="square" lIns="0" tIns="0" rIns="0" bIns="0" anchor="b" anchorCtr="0">
            <a:normAutofit/>
          </a:bodyPr>
          <a:lstStyle>
            <a:lvl1pPr lvl="0" rtl="0">
              <a:spcBef>
                <a:spcPts val="0"/>
              </a:spcBef>
              <a:spcAft>
                <a:spcPts val="0"/>
              </a:spcAft>
              <a:buClr>
                <a:schemeClr val="dk2"/>
              </a:buClr>
              <a:buSzPts val="700"/>
              <a:buNone/>
              <a:defRPr sz="700">
                <a:solidFill>
                  <a:schemeClr val="dk2"/>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87" name="Google Shape;387;p51"/>
          <p:cNvSpPr>
            <a:spLocks noGrp="1"/>
          </p:cNvSpPr>
          <p:nvPr>
            <p:ph type="pic" idx="2"/>
          </p:nvPr>
        </p:nvSpPr>
        <p:spPr>
          <a:xfrm>
            <a:off x="1134325" y="1709250"/>
            <a:ext cx="1422300" cy="1422300"/>
          </a:xfrm>
          <a:prstGeom prst="roundRect">
            <a:avLst>
              <a:gd name="adj" fmla="val 16667"/>
            </a:avLst>
          </a:prstGeom>
          <a:noFill/>
          <a:ln>
            <a:noFill/>
          </a:ln>
        </p:spPr>
      </p:sp>
      <p:sp>
        <p:nvSpPr>
          <p:cNvPr id="388" name="Google Shape;388;p51"/>
          <p:cNvSpPr txBox="1">
            <a:spLocks noGrp="1"/>
          </p:cNvSpPr>
          <p:nvPr>
            <p:ph type="subTitle" idx="3"/>
          </p:nvPr>
        </p:nvSpPr>
        <p:spPr>
          <a:xfrm>
            <a:off x="525475" y="3330200"/>
            <a:ext cx="2640000" cy="206400"/>
          </a:xfrm>
          <a:prstGeom prst="rect">
            <a:avLst/>
          </a:prstGeom>
        </p:spPr>
        <p:txBody>
          <a:bodyPr spcFirstLastPara="1" wrap="square" lIns="0" tIns="0" rIns="0" bIns="0" anchor="t" anchorCtr="0">
            <a:spAutoFit/>
          </a:bodyPr>
          <a:lstStyle>
            <a:lvl1pPr lvl="0" algn="ctr" rtl="0">
              <a:spcBef>
                <a:spcPts val="0"/>
              </a:spcBef>
              <a:spcAft>
                <a:spcPts val="0"/>
              </a:spcAft>
              <a:buSzPts val="1300"/>
              <a:buNone/>
              <a:defRPr sz="1300" b="1">
                <a:solidFill>
                  <a:schemeClr val="accent1"/>
                </a:solidFill>
              </a:defRPr>
            </a:lvl1pPr>
            <a:lvl2pPr lvl="1" rtl="0">
              <a:spcBef>
                <a:spcPts val="0"/>
              </a:spcBef>
              <a:spcAft>
                <a:spcPts val="0"/>
              </a:spcAft>
              <a:buSzPts val="1100"/>
              <a:buNone/>
              <a:defRPr sz="1100" b="1"/>
            </a:lvl2pPr>
            <a:lvl3pPr lvl="2" rtl="0">
              <a:spcBef>
                <a:spcPts val="0"/>
              </a:spcBef>
              <a:spcAft>
                <a:spcPts val="0"/>
              </a:spcAft>
              <a:buSzPts val="1100"/>
              <a:buNone/>
              <a:defRPr sz="1100" b="1"/>
            </a:lvl3pPr>
            <a:lvl4pPr lvl="3" rtl="0">
              <a:spcBef>
                <a:spcPts val="0"/>
              </a:spcBef>
              <a:spcAft>
                <a:spcPts val="0"/>
              </a:spcAft>
              <a:buSzPts val="1100"/>
              <a:buNone/>
              <a:defRPr sz="1100" b="1"/>
            </a:lvl4pPr>
            <a:lvl5pPr lvl="4" rtl="0">
              <a:spcBef>
                <a:spcPts val="0"/>
              </a:spcBef>
              <a:spcAft>
                <a:spcPts val="0"/>
              </a:spcAft>
              <a:buSzPts val="1100"/>
              <a:buNone/>
              <a:defRPr sz="1100" b="1"/>
            </a:lvl5pPr>
            <a:lvl6pPr lvl="5" rtl="0">
              <a:spcBef>
                <a:spcPts val="0"/>
              </a:spcBef>
              <a:spcAft>
                <a:spcPts val="0"/>
              </a:spcAft>
              <a:buSzPts val="1100"/>
              <a:buNone/>
              <a:defRPr sz="1100" b="1"/>
            </a:lvl6pPr>
            <a:lvl7pPr lvl="6" rtl="0">
              <a:spcBef>
                <a:spcPts val="0"/>
              </a:spcBef>
              <a:spcAft>
                <a:spcPts val="0"/>
              </a:spcAft>
              <a:buSzPts val="1100"/>
              <a:buNone/>
              <a:defRPr sz="1100" b="1"/>
            </a:lvl7pPr>
            <a:lvl8pPr lvl="7" rtl="0">
              <a:spcBef>
                <a:spcPts val="0"/>
              </a:spcBef>
              <a:spcAft>
                <a:spcPts val="0"/>
              </a:spcAft>
              <a:buSzPts val="1100"/>
              <a:buNone/>
              <a:defRPr sz="1100" b="1"/>
            </a:lvl8pPr>
            <a:lvl9pPr lvl="8" rtl="0">
              <a:spcBef>
                <a:spcPts val="0"/>
              </a:spcBef>
              <a:spcAft>
                <a:spcPts val="0"/>
              </a:spcAft>
              <a:buSzPts val="1100"/>
              <a:buNone/>
              <a:defRPr sz="1100" b="1"/>
            </a:lvl9pPr>
          </a:lstStyle>
          <a:p>
            <a:endParaRPr/>
          </a:p>
        </p:txBody>
      </p:sp>
      <p:sp>
        <p:nvSpPr>
          <p:cNvPr id="389" name="Google Shape;389;p51"/>
          <p:cNvSpPr txBox="1">
            <a:spLocks noGrp="1"/>
          </p:cNvSpPr>
          <p:nvPr>
            <p:ph type="subTitle" idx="4"/>
          </p:nvPr>
        </p:nvSpPr>
        <p:spPr>
          <a:xfrm>
            <a:off x="525475" y="3558447"/>
            <a:ext cx="2640000" cy="145200"/>
          </a:xfrm>
          <a:prstGeom prst="rect">
            <a:avLst/>
          </a:prstGeom>
        </p:spPr>
        <p:txBody>
          <a:bodyPr spcFirstLastPara="1" wrap="square" lIns="0" tIns="0" rIns="0" bIns="0" anchor="t" anchorCtr="0">
            <a:normAutofit/>
          </a:bodyPr>
          <a:lstStyle>
            <a:lvl1pPr lvl="0" algn="ctr" rtl="0">
              <a:spcBef>
                <a:spcPts val="0"/>
              </a:spcBef>
              <a:spcAft>
                <a:spcPts val="0"/>
              </a:spcAft>
              <a:buClr>
                <a:srgbClr val="1F2A44"/>
              </a:buClr>
              <a:buSzPts val="1100"/>
              <a:buFont typeface="IBM Plex Sans Medium"/>
              <a:buNone/>
              <a:defRPr sz="1100">
                <a:solidFill>
                  <a:srgbClr val="1F2A44"/>
                </a:solidFill>
                <a:latin typeface="IBM Plex Sans Medium"/>
                <a:ea typeface="IBM Plex Sans Medium"/>
                <a:cs typeface="IBM Plex Sans Medium"/>
                <a:sym typeface="IBM Plex Sans Medium"/>
              </a:defRPr>
            </a:lvl1pPr>
            <a:lvl2pPr lvl="1" rtl="0">
              <a:spcBef>
                <a:spcPts val="0"/>
              </a:spcBef>
              <a:spcAft>
                <a:spcPts val="0"/>
              </a:spcAft>
              <a:buSzPts val="1100"/>
              <a:buFont typeface="IBM Plex Sans Medium"/>
              <a:buNone/>
              <a:defRPr sz="1100">
                <a:latin typeface="IBM Plex Sans Medium"/>
                <a:ea typeface="IBM Plex Sans Medium"/>
                <a:cs typeface="IBM Plex Sans Medium"/>
                <a:sym typeface="IBM Plex Sans Medium"/>
              </a:defRPr>
            </a:lvl2pPr>
            <a:lvl3pPr lvl="2" rtl="0">
              <a:spcBef>
                <a:spcPts val="0"/>
              </a:spcBef>
              <a:spcAft>
                <a:spcPts val="0"/>
              </a:spcAft>
              <a:buSzPts val="1100"/>
              <a:buFont typeface="IBM Plex Sans Medium"/>
              <a:buNone/>
              <a:defRPr sz="1100">
                <a:latin typeface="IBM Plex Sans Medium"/>
                <a:ea typeface="IBM Plex Sans Medium"/>
                <a:cs typeface="IBM Plex Sans Medium"/>
                <a:sym typeface="IBM Plex Sans Medium"/>
              </a:defRPr>
            </a:lvl3pPr>
            <a:lvl4pPr lvl="3" rtl="0">
              <a:spcBef>
                <a:spcPts val="0"/>
              </a:spcBef>
              <a:spcAft>
                <a:spcPts val="0"/>
              </a:spcAft>
              <a:buSzPts val="1100"/>
              <a:buFont typeface="IBM Plex Sans Medium"/>
              <a:buNone/>
              <a:defRPr sz="1100">
                <a:latin typeface="IBM Plex Sans Medium"/>
                <a:ea typeface="IBM Plex Sans Medium"/>
                <a:cs typeface="IBM Plex Sans Medium"/>
                <a:sym typeface="IBM Plex Sans Medium"/>
              </a:defRPr>
            </a:lvl4pPr>
            <a:lvl5pPr lvl="4" rtl="0">
              <a:spcBef>
                <a:spcPts val="0"/>
              </a:spcBef>
              <a:spcAft>
                <a:spcPts val="0"/>
              </a:spcAft>
              <a:buSzPts val="1100"/>
              <a:buFont typeface="IBM Plex Sans Medium"/>
              <a:buNone/>
              <a:defRPr sz="1100">
                <a:latin typeface="IBM Plex Sans Medium"/>
                <a:ea typeface="IBM Plex Sans Medium"/>
                <a:cs typeface="IBM Plex Sans Medium"/>
                <a:sym typeface="IBM Plex Sans Medium"/>
              </a:defRPr>
            </a:lvl5pPr>
            <a:lvl6pPr lvl="5" rtl="0">
              <a:spcBef>
                <a:spcPts val="0"/>
              </a:spcBef>
              <a:spcAft>
                <a:spcPts val="0"/>
              </a:spcAft>
              <a:buSzPts val="1100"/>
              <a:buFont typeface="IBM Plex Sans Medium"/>
              <a:buNone/>
              <a:defRPr sz="1100">
                <a:latin typeface="IBM Plex Sans Medium"/>
                <a:ea typeface="IBM Plex Sans Medium"/>
                <a:cs typeface="IBM Plex Sans Medium"/>
                <a:sym typeface="IBM Plex Sans Medium"/>
              </a:defRPr>
            </a:lvl6pPr>
            <a:lvl7pPr lvl="6" rtl="0">
              <a:spcBef>
                <a:spcPts val="0"/>
              </a:spcBef>
              <a:spcAft>
                <a:spcPts val="0"/>
              </a:spcAft>
              <a:buSzPts val="1100"/>
              <a:buFont typeface="IBM Plex Sans Medium"/>
              <a:buNone/>
              <a:defRPr sz="1100">
                <a:latin typeface="IBM Plex Sans Medium"/>
                <a:ea typeface="IBM Plex Sans Medium"/>
                <a:cs typeface="IBM Plex Sans Medium"/>
                <a:sym typeface="IBM Plex Sans Medium"/>
              </a:defRPr>
            </a:lvl7pPr>
            <a:lvl8pPr lvl="7" rtl="0">
              <a:spcBef>
                <a:spcPts val="0"/>
              </a:spcBef>
              <a:spcAft>
                <a:spcPts val="0"/>
              </a:spcAft>
              <a:buSzPts val="1100"/>
              <a:buFont typeface="IBM Plex Sans Medium"/>
              <a:buNone/>
              <a:defRPr sz="1100">
                <a:latin typeface="IBM Plex Sans Medium"/>
                <a:ea typeface="IBM Plex Sans Medium"/>
                <a:cs typeface="IBM Plex Sans Medium"/>
                <a:sym typeface="IBM Plex Sans Medium"/>
              </a:defRPr>
            </a:lvl8pPr>
            <a:lvl9pPr lvl="8" rtl="0">
              <a:spcBef>
                <a:spcPts val="0"/>
              </a:spcBef>
              <a:spcAft>
                <a:spcPts val="0"/>
              </a:spcAft>
              <a:buSzPts val="1100"/>
              <a:buFont typeface="IBM Plex Sans Medium"/>
              <a:buNone/>
              <a:defRPr sz="1100">
                <a:latin typeface="IBM Plex Sans Medium"/>
                <a:ea typeface="IBM Plex Sans Medium"/>
                <a:cs typeface="IBM Plex Sans Medium"/>
                <a:sym typeface="IBM Plex Sans Medium"/>
              </a:defRPr>
            </a:lvl9pPr>
          </a:lstStyle>
          <a:p>
            <a:endParaRPr/>
          </a:p>
        </p:txBody>
      </p:sp>
      <p:sp>
        <p:nvSpPr>
          <p:cNvPr id="390" name="Google Shape;390;p51"/>
          <p:cNvSpPr txBox="1">
            <a:spLocks noGrp="1"/>
          </p:cNvSpPr>
          <p:nvPr>
            <p:ph type="subTitle" idx="5"/>
          </p:nvPr>
        </p:nvSpPr>
        <p:spPr>
          <a:xfrm>
            <a:off x="525475" y="3745874"/>
            <a:ext cx="2640000" cy="145200"/>
          </a:xfrm>
          <a:prstGeom prst="rect">
            <a:avLst/>
          </a:prstGeom>
        </p:spPr>
        <p:txBody>
          <a:bodyPr spcFirstLastPara="1" wrap="square" lIns="0" tIns="0" rIns="0" bIns="0" anchor="t" anchorCtr="0">
            <a:normAutofit/>
          </a:bodyPr>
          <a:lstStyle>
            <a:lvl1pPr lvl="0" algn="ctr" rtl="0">
              <a:spcBef>
                <a:spcPts val="0"/>
              </a:spcBef>
              <a:spcAft>
                <a:spcPts val="0"/>
              </a:spcAft>
              <a:buClr>
                <a:schemeClr val="accent4"/>
              </a:buClr>
              <a:buSzPts val="1100"/>
              <a:buFont typeface="IBM Plex Sans Medium"/>
              <a:buNone/>
              <a:defRPr sz="1100">
                <a:solidFill>
                  <a:schemeClr val="accent4"/>
                </a:solidFill>
                <a:latin typeface="IBM Plex Sans Medium"/>
                <a:ea typeface="IBM Plex Sans Medium"/>
                <a:cs typeface="IBM Plex Sans Medium"/>
                <a:sym typeface="IBM Plex Sans Medium"/>
              </a:defRPr>
            </a:lvl1pPr>
            <a:lvl2pPr lvl="1" rtl="0">
              <a:spcBef>
                <a:spcPts val="0"/>
              </a:spcBef>
              <a:spcAft>
                <a:spcPts val="0"/>
              </a:spcAft>
              <a:buClr>
                <a:schemeClr val="accent4"/>
              </a:buClr>
              <a:buSzPts val="1100"/>
              <a:buFont typeface="IBM Plex Sans Medium"/>
              <a:buNone/>
              <a:defRPr sz="1100">
                <a:solidFill>
                  <a:schemeClr val="accent4"/>
                </a:solidFill>
                <a:latin typeface="IBM Plex Sans Medium"/>
                <a:ea typeface="IBM Plex Sans Medium"/>
                <a:cs typeface="IBM Plex Sans Medium"/>
                <a:sym typeface="IBM Plex Sans Medium"/>
              </a:defRPr>
            </a:lvl2pPr>
            <a:lvl3pPr lvl="2" rtl="0">
              <a:spcBef>
                <a:spcPts val="0"/>
              </a:spcBef>
              <a:spcAft>
                <a:spcPts val="0"/>
              </a:spcAft>
              <a:buClr>
                <a:schemeClr val="accent4"/>
              </a:buClr>
              <a:buSzPts val="1100"/>
              <a:buFont typeface="IBM Plex Sans Medium"/>
              <a:buNone/>
              <a:defRPr sz="1100">
                <a:solidFill>
                  <a:schemeClr val="accent4"/>
                </a:solidFill>
                <a:latin typeface="IBM Plex Sans Medium"/>
                <a:ea typeface="IBM Plex Sans Medium"/>
                <a:cs typeface="IBM Plex Sans Medium"/>
                <a:sym typeface="IBM Plex Sans Medium"/>
              </a:defRPr>
            </a:lvl3pPr>
            <a:lvl4pPr lvl="3" rtl="0">
              <a:spcBef>
                <a:spcPts val="0"/>
              </a:spcBef>
              <a:spcAft>
                <a:spcPts val="0"/>
              </a:spcAft>
              <a:buClr>
                <a:schemeClr val="accent4"/>
              </a:buClr>
              <a:buSzPts val="1100"/>
              <a:buFont typeface="IBM Plex Sans Medium"/>
              <a:buNone/>
              <a:defRPr sz="1100">
                <a:solidFill>
                  <a:schemeClr val="accent4"/>
                </a:solidFill>
                <a:latin typeface="IBM Plex Sans Medium"/>
                <a:ea typeface="IBM Plex Sans Medium"/>
                <a:cs typeface="IBM Plex Sans Medium"/>
                <a:sym typeface="IBM Plex Sans Medium"/>
              </a:defRPr>
            </a:lvl4pPr>
            <a:lvl5pPr lvl="4" rtl="0">
              <a:spcBef>
                <a:spcPts val="0"/>
              </a:spcBef>
              <a:spcAft>
                <a:spcPts val="0"/>
              </a:spcAft>
              <a:buClr>
                <a:schemeClr val="accent4"/>
              </a:buClr>
              <a:buSzPts val="1100"/>
              <a:buFont typeface="IBM Plex Sans Medium"/>
              <a:buNone/>
              <a:defRPr sz="1100">
                <a:solidFill>
                  <a:schemeClr val="accent4"/>
                </a:solidFill>
                <a:latin typeface="IBM Plex Sans Medium"/>
                <a:ea typeface="IBM Plex Sans Medium"/>
                <a:cs typeface="IBM Plex Sans Medium"/>
                <a:sym typeface="IBM Plex Sans Medium"/>
              </a:defRPr>
            </a:lvl5pPr>
            <a:lvl6pPr lvl="5" rtl="0">
              <a:spcBef>
                <a:spcPts val="0"/>
              </a:spcBef>
              <a:spcAft>
                <a:spcPts val="0"/>
              </a:spcAft>
              <a:buClr>
                <a:schemeClr val="accent4"/>
              </a:buClr>
              <a:buSzPts val="1100"/>
              <a:buFont typeface="IBM Plex Sans Medium"/>
              <a:buNone/>
              <a:defRPr sz="1100">
                <a:solidFill>
                  <a:schemeClr val="accent4"/>
                </a:solidFill>
                <a:latin typeface="IBM Plex Sans Medium"/>
                <a:ea typeface="IBM Plex Sans Medium"/>
                <a:cs typeface="IBM Plex Sans Medium"/>
                <a:sym typeface="IBM Plex Sans Medium"/>
              </a:defRPr>
            </a:lvl6pPr>
            <a:lvl7pPr lvl="6" rtl="0">
              <a:spcBef>
                <a:spcPts val="0"/>
              </a:spcBef>
              <a:spcAft>
                <a:spcPts val="0"/>
              </a:spcAft>
              <a:buClr>
                <a:schemeClr val="accent4"/>
              </a:buClr>
              <a:buSzPts val="1100"/>
              <a:buFont typeface="IBM Plex Sans Medium"/>
              <a:buNone/>
              <a:defRPr sz="1100">
                <a:solidFill>
                  <a:schemeClr val="accent4"/>
                </a:solidFill>
                <a:latin typeface="IBM Plex Sans Medium"/>
                <a:ea typeface="IBM Plex Sans Medium"/>
                <a:cs typeface="IBM Plex Sans Medium"/>
                <a:sym typeface="IBM Plex Sans Medium"/>
              </a:defRPr>
            </a:lvl7pPr>
            <a:lvl8pPr lvl="7" rtl="0">
              <a:spcBef>
                <a:spcPts val="0"/>
              </a:spcBef>
              <a:spcAft>
                <a:spcPts val="0"/>
              </a:spcAft>
              <a:buClr>
                <a:schemeClr val="accent4"/>
              </a:buClr>
              <a:buSzPts val="1100"/>
              <a:buFont typeface="IBM Plex Sans Medium"/>
              <a:buNone/>
              <a:defRPr sz="1100">
                <a:solidFill>
                  <a:schemeClr val="accent4"/>
                </a:solidFill>
                <a:latin typeface="IBM Plex Sans Medium"/>
                <a:ea typeface="IBM Plex Sans Medium"/>
                <a:cs typeface="IBM Plex Sans Medium"/>
                <a:sym typeface="IBM Plex Sans Medium"/>
              </a:defRPr>
            </a:lvl8pPr>
            <a:lvl9pPr lvl="8" rtl="0">
              <a:spcBef>
                <a:spcPts val="0"/>
              </a:spcBef>
              <a:spcAft>
                <a:spcPts val="0"/>
              </a:spcAft>
              <a:buClr>
                <a:schemeClr val="accent4"/>
              </a:buClr>
              <a:buSzPts val="1100"/>
              <a:buFont typeface="IBM Plex Sans Medium"/>
              <a:buNone/>
              <a:defRPr sz="1100">
                <a:solidFill>
                  <a:schemeClr val="accent4"/>
                </a:solidFill>
                <a:latin typeface="IBM Plex Sans Medium"/>
                <a:ea typeface="IBM Plex Sans Medium"/>
                <a:cs typeface="IBM Plex Sans Medium"/>
                <a:sym typeface="IBM Plex Sans Medium"/>
              </a:defRPr>
            </a:lvl9pPr>
          </a:lstStyle>
          <a:p>
            <a:endParaRPr/>
          </a:p>
        </p:txBody>
      </p:sp>
      <p:sp>
        <p:nvSpPr>
          <p:cNvPr id="391" name="Google Shape;391;p51"/>
          <p:cNvSpPr>
            <a:spLocks noGrp="1"/>
          </p:cNvSpPr>
          <p:nvPr>
            <p:ph type="pic" idx="6"/>
          </p:nvPr>
        </p:nvSpPr>
        <p:spPr>
          <a:xfrm>
            <a:off x="3860850" y="1709250"/>
            <a:ext cx="1422300" cy="1422300"/>
          </a:xfrm>
          <a:prstGeom prst="roundRect">
            <a:avLst>
              <a:gd name="adj" fmla="val 16667"/>
            </a:avLst>
          </a:prstGeom>
          <a:noFill/>
          <a:ln>
            <a:noFill/>
          </a:ln>
        </p:spPr>
      </p:sp>
      <p:sp>
        <p:nvSpPr>
          <p:cNvPr id="392" name="Google Shape;392;p51"/>
          <p:cNvSpPr txBox="1">
            <a:spLocks noGrp="1"/>
          </p:cNvSpPr>
          <p:nvPr>
            <p:ph type="subTitle" idx="7"/>
          </p:nvPr>
        </p:nvSpPr>
        <p:spPr>
          <a:xfrm>
            <a:off x="3252000" y="3330200"/>
            <a:ext cx="2640000" cy="206400"/>
          </a:xfrm>
          <a:prstGeom prst="rect">
            <a:avLst/>
          </a:prstGeom>
        </p:spPr>
        <p:txBody>
          <a:bodyPr spcFirstLastPara="1" wrap="square" lIns="0" tIns="0" rIns="0" bIns="0" anchor="t" anchorCtr="0">
            <a:spAutoFit/>
          </a:bodyPr>
          <a:lstStyle>
            <a:lvl1pPr lvl="0" algn="ctr" rtl="0">
              <a:spcBef>
                <a:spcPts val="0"/>
              </a:spcBef>
              <a:spcAft>
                <a:spcPts val="0"/>
              </a:spcAft>
              <a:buSzPts val="1300"/>
              <a:buNone/>
              <a:defRPr sz="1300" b="1">
                <a:solidFill>
                  <a:schemeClr val="accent1"/>
                </a:solidFill>
              </a:defRPr>
            </a:lvl1pPr>
            <a:lvl2pPr lvl="1" rtl="0">
              <a:spcBef>
                <a:spcPts val="0"/>
              </a:spcBef>
              <a:spcAft>
                <a:spcPts val="0"/>
              </a:spcAft>
              <a:buSzPts val="1100"/>
              <a:buNone/>
              <a:defRPr sz="1100" b="1"/>
            </a:lvl2pPr>
            <a:lvl3pPr lvl="2" rtl="0">
              <a:spcBef>
                <a:spcPts val="0"/>
              </a:spcBef>
              <a:spcAft>
                <a:spcPts val="0"/>
              </a:spcAft>
              <a:buSzPts val="1100"/>
              <a:buNone/>
              <a:defRPr sz="1100" b="1"/>
            </a:lvl3pPr>
            <a:lvl4pPr lvl="3" rtl="0">
              <a:spcBef>
                <a:spcPts val="0"/>
              </a:spcBef>
              <a:spcAft>
                <a:spcPts val="0"/>
              </a:spcAft>
              <a:buSzPts val="1100"/>
              <a:buNone/>
              <a:defRPr sz="1100" b="1"/>
            </a:lvl4pPr>
            <a:lvl5pPr lvl="4" rtl="0">
              <a:spcBef>
                <a:spcPts val="0"/>
              </a:spcBef>
              <a:spcAft>
                <a:spcPts val="0"/>
              </a:spcAft>
              <a:buSzPts val="1100"/>
              <a:buNone/>
              <a:defRPr sz="1100" b="1"/>
            </a:lvl5pPr>
            <a:lvl6pPr lvl="5" rtl="0">
              <a:spcBef>
                <a:spcPts val="0"/>
              </a:spcBef>
              <a:spcAft>
                <a:spcPts val="0"/>
              </a:spcAft>
              <a:buSzPts val="1100"/>
              <a:buNone/>
              <a:defRPr sz="1100" b="1"/>
            </a:lvl6pPr>
            <a:lvl7pPr lvl="6" rtl="0">
              <a:spcBef>
                <a:spcPts val="0"/>
              </a:spcBef>
              <a:spcAft>
                <a:spcPts val="0"/>
              </a:spcAft>
              <a:buSzPts val="1100"/>
              <a:buNone/>
              <a:defRPr sz="1100" b="1"/>
            </a:lvl7pPr>
            <a:lvl8pPr lvl="7" rtl="0">
              <a:spcBef>
                <a:spcPts val="0"/>
              </a:spcBef>
              <a:spcAft>
                <a:spcPts val="0"/>
              </a:spcAft>
              <a:buSzPts val="1100"/>
              <a:buNone/>
              <a:defRPr sz="1100" b="1"/>
            </a:lvl8pPr>
            <a:lvl9pPr lvl="8" rtl="0">
              <a:spcBef>
                <a:spcPts val="0"/>
              </a:spcBef>
              <a:spcAft>
                <a:spcPts val="0"/>
              </a:spcAft>
              <a:buSzPts val="1100"/>
              <a:buNone/>
              <a:defRPr sz="1100" b="1"/>
            </a:lvl9pPr>
          </a:lstStyle>
          <a:p>
            <a:endParaRPr/>
          </a:p>
        </p:txBody>
      </p:sp>
      <p:sp>
        <p:nvSpPr>
          <p:cNvPr id="393" name="Google Shape;393;p51"/>
          <p:cNvSpPr txBox="1">
            <a:spLocks noGrp="1"/>
          </p:cNvSpPr>
          <p:nvPr>
            <p:ph type="subTitle" idx="8"/>
          </p:nvPr>
        </p:nvSpPr>
        <p:spPr>
          <a:xfrm>
            <a:off x="3252000" y="3558447"/>
            <a:ext cx="2640000" cy="145200"/>
          </a:xfrm>
          <a:prstGeom prst="rect">
            <a:avLst/>
          </a:prstGeom>
        </p:spPr>
        <p:txBody>
          <a:bodyPr spcFirstLastPara="1" wrap="square" lIns="0" tIns="0" rIns="0" bIns="0" anchor="t" anchorCtr="0">
            <a:normAutofit/>
          </a:bodyPr>
          <a:lstStyle>
            <a:lvl1pPr lvl="0" algn="ctr" rtl="0">
              <a:spcBef>
                <a:spcPts val="0"/>
              </a:spcBef>
              <a:spcAft>
                <a:spcPts val="0"/>
              </a:spcAft>
              <a:buClr>
                <a:srgbClr val="1F2A44"/>
              </a:buClr>
              <a:buSzPts val="1100"/>
              <a:buFont typeface="IBM Plex Sans Medium"/>
              <a:buNone/>
              <a:defRPr sz="1100">
                <a:solidFill>
                  <a:srgbClr val="1F2A44"/>
                </a:solidFill>
                <a:latin typeface="IBM Plex Sans Medium"/>
                <a:ea typeface="IBM Plex Sans Medium"/>
                <a:cs typeface="IBM Plex Sans Medium"/>
                <a:sym typeface="IBM Plex Sans Medium"/>
              </a:defRPr>
            </a:lvl1pPr>
            <a:lvl2pPr lvl="1" rtl="0">
              <a:spcBef>
                <a:spcPts val="0"/>
              </a:spcBef>
              <a:spcAft>
                <a:spcPts val="0"/>
              </a:spcAft>
              <a:buSzPts val="1100"/>
              <a:buFont typeface="IBM Plex Sans Medium"/>
              <a:buNone/>
              <a:defRPr sz="1100">
                <a:latin typeface="IBM Plex Sans Medium"/>
                <a:ea typeface="IBM Plex Sans Medium"/>
                <a:cs typeface="IBM Plex Sans Medium"/>
                <a:sym typeface="IBM Plex Sans Medium"/>
              </a:defRPr>
            </a:lvl2pPr>
            <a:lvl3pPr lvl="2" rtl="0">
              <a:spcBef>
                <a:spcPts val="0"/>
              </a:spcBef>
              <a:spcAft>
                <a:spcPts val="0"/>
              </a:spcAft>
              <a:buSzPts val="1100"/>
              <a:buFont typeface="IBM Plex Sans Medium"/>
              <a:buNone/>
              <a:defRPr sz="1100">
                <a:latin typeface="IBM Plex Sans Medium"/>
                <a:ea typeface="IBM Plex Sans Medium"/>
                <a:cs typeface="IBM Plex Sans Medium"/>
                <a:sym typeface="IBM Plex Sans Medium"/>
              </a:defRPr>
            </a:lvl3pPr>
            <a:lvl4pPr lvl="3" rtl="0">
              <a:spcBef>
                <a:spcPts val="0"/>
              </a:spcBef>
              <a:spcAft>
                <a:spcPts val="0"/>
              </a:spcAft>
              <a:buSzPts val="1100"/>
              <a:buFont typeface="IBM Plex Sans Medium"/>
              <a:buNone/>
              <a:defRPr sz="1100">
                <a:latin typeface="IBM Plex Sans Medium"/>
                <a:ea typeface="IBM Plex Sans Medium"/>
                <a:cs typeface="IBM Plex Sans Medium"/>
                <a:sym typeface="IBM Plex Sans Medium"/>
              </a:defRPr>
            </a:lvl4pPr>
            <a:lvl5pPr lvl="4" rtl="0">
              <a:spcBef>
                <a:spcPts val="0"/>
              </a:spcBef>
              <a:spcAft>
                <a:spcPts val="0"/>
              </a:spcAft>
              <a:buSzPts val="1100"/>
              <a:buFont typeface="IBM Plex Sans Medium"/>
              <a:buNone/>
              <a:defRPr sz="1100">
                <a:latin typeface="IBM Plex Sans Medium"/>
                <a:ea typeface="IBM Plex Sans Medium"/>
                <a:cs typeface="IBM Plex Sans Medium"/>
                <a:sym typeface="IBM Plex Sans Medium"/>
              </a:defRPr>
            </a:lvl5pPr>
            <a:lvl6pPr lvl="5" rtl="0">
              <a:spcBef>
                <a:spcPts val="0"/>
              </a:spcBef>
              <a:spcAft>
                <a:spcPts val="0"/>
              </a:spcAft>
              <a:buSzPts val="1100"/>
              <a:buFont typeface="IBM Plex Sans Medium"/>
              <a:buNone/>
              <a:defRPr sz="1100">
                <a:latin typeface="IBM Plex Sans Medium"/>
                <a:ea typeface="IBM Plex Sans Medium"/>
                <a:cs typeface="IBM Plex Sans Medium"/>
                <a:sym typeface="IBM Plex Sans Medium"/>
              </a:defRPr>
            </a:lvl6pPr>
            <a:lvl7pPr lvl="6" rtl="0">
              <a:spcBef>
                <a:spcPts val="0"/>
              </a:spcBef>
              <a:spcAft>
                <a:spcPts val="0"/>
              </a:spcAft>
              <a:buSzPts val="1100"/>
              <a:buFont typeface="IBM Plex Sans Medium"/>
              <a:buNone/>
              <a:defRPr sz="1100">
                <a:latin typeface="IBM Plex Sans Medium"/>
                <a:ea typeface="IBM Plex Sans Medium"/>
                <a:cs typeface="IBM Plex Sans Medium"/>
                <a:sym typeface="IBM Plex Sans Medium"/>
              </a:defRPr>
            </a:lvl7pPr>
            <a:lvl8pPr lvl="7" rtl="0">
              <a:spcBef>
                <a:spcPts val="0"/>
              </a:spcBef>
              <a:spcAft>
                <a:spcPts val="0"/>
              </a:spcAft>
              <a:buSzPts val="1100"/>
              <a:buFont typeface="IBM Plex Sans Medium"/>
              <a:buNone/>
              <a:defRPr sz="1100">
                <a:latin typeface="IBM Plex Sans Medium"/>
                <a:ea typeface="IBM Plex Sans Medium"/>
                <a:cs typeface="IBM Plex Sans Medium"/>
                <a:sym typeface="IBM Plex Sans Medium"/>
              </a:defRPr>
            </a:lvl8pPr>
            <a:lvl9pPr lvl="8" rtl="0">
              <a:spcBef>
                <a:spcPts val="0"/>
              </a:spcBef>
              <a:spcAft>
                <a:spcPts val="0"/>
              </a:spcAft>
              <a:buSzPts val="1100"/>
              <a:buFont typeface="IBM Plex Sans Medium"/>
              <a:buNone/>
              <a:defRPr sz="1100">
                <a:latin typeface="IBM Plex Sans Medium"/>
                <a:ea typeface="IBM Plex Sans Medium"/>
                <a:cs typeface="IBM Plex Sans Medium"/>
                <a:sym typeface="IBM Plex Sans Medium"/>
              </a:defRPr>
            </a:lvl9pPr>
          </a:lstStyle>
          <a:p>
            <a:endParaRPr/>
          </a:p>
        </p:txBody>
      </p:sp>
      <p:sp>
        <p:nvSpPr>
          <p:cNvPr id="394" name="Google Shape;394;p51"/>
          <p:cNvSpPr txBox="1">
            <a:spLocks noGrp="1"/>
          </p:cNvSpPr>
          <p:nvPr>
            <p:ph type="subTitle" idx="9"/>
          </p:nvPr>
        </p:nvSpPr>
        <p:spPr>
          <a:xfrm>
            <a:off x="3252000" y="3745875"/>
            <a:ext cx="2640000" cy="145200"/>
          </a:xfrm>
          <a:prstGeom prst="rect">
            <a:avLst/>
          </a:prstGeom>
        </p:spPr>
        <p:txBody>
          <a:bodyPr spcFirstLastPara="1" wrap="square" lIns="0" tIns="0" rIns="0" bIns="0" anchor="t" anchorCtr="0">
            <a:normAutofit/>
          </a:bodyPr>
          <a:lstStyle>
            <a:lvl1pPr lvl="0" algn="ctr" rtl="0">
              <a:spcBef>
                <a:spcPts val="0"/>
              </a:spcBef>
              <a:spcAft>
                <a:spcPts val="0"/>
              </a:spcAft>
              <a:buClr>
                <a:schemeClr val="accent4"/>
              </a:buClr>
              <a:buSzPts val="1100"/>
              <a:buFont typeface="IBM Plex Sans Medium"/>
              <a:buNone/>
              <a:defRPr sz="1100">
                <a:solidFill>
                  <a:schemeClr val="accent4"/>
                </a:solidFill>
                <a:latin typeface="IBM Plex Sans Medium"/>
                <a:ea typeface="IBM Plex Sans Medium"/>
                <a:cs typeface="IBM Plex Sans Medium"/>
                <a:sym typeface="IBM Plex Sans Medium"/>
              </a:defRPr>
            </a:lvl1pPr>
            <a:lvl2pPr lvl="1" rtl="0">
              <a:spcBef>
                <a:spcPts val="0"/>
              </a:spcBef>
              <a:spcAft>
                <a:spcPts val="0"/>
              </a:spcAft>
              <a:buClr>
                <a:schemeClr val="accent4"/>
              </a:buClr>
              <a:buSzPts val="1100"/>
              <a:buFont typeface="IBM Plex Sans Medium"/>
              <a:buNone/>
              <a:defRPr sz="1100">
                <a:solidFill>
                  <a:schemeClr val="accent4"/>
                </a:solidFill>
                <a:latin typeface="IBM Plex Sans Medium"/>
                <a:ea typeface="IBM Plex Sans Medium"/>
                <a:cs typeface="IBM Plex Sans Medium"/>
                <a:sym typeface="IBM Plex Sans Medium"/>
              </a:defRPr>
            </a:lvl2pPr>
            <a:lvl3pPr lvl="2" rtl="0">
              <a:spcBef>
                <a:spcPts val="0"/>
              </a:spcBef>
              <a:spcAft>
                <a:spcPts val="0"/>
              </a:spcAft>
              <a:buClr>
                <a:schemeClr val="accent4"/>
              </a:buClr>
              <a:buSzPts val="1100"/>
              <a:buFont typeface="IBM Plex Sans Medium"/>
              <a:buNone/>
              <a:defRPr sz="1100">
                <a:solidFill>
                  <a:schemeClr val="accent4"/>
                </a:solidFill>
                <a:latin typeface="IBM Plex Sans Medium"/>
                <a:ea typeface="IBM Plex Sans Medium"/>
                <a:cs typeface="IBM Plex Sans Medium"/>
                <a:sym typeface="IBM Plex Sans Medium"/>
              </a:defRPr>
            </a:lvl3pPr>
            <a:lvl4pPr lvl="3" rtl="0">
              <a:spcBef>
                <a:spcPts val="0"/>
              </a:spcBef>
              <a:spcAft>
                <a:spcPts val="0"/>
              </a:spcAft>
              <a:buClr>
                <a:schemeClr val="accent4"/>
              </a:buClr>
              <a:buSzPts val="1100"/>
              <a:buFont typeface="IBM Plex Sans Medium"/>
              <a:buNone/>
              <a:defRPr sz="1100">
                <a:solidFill>
                  <a:schemeClr val="accent4"/>
                </a:solidFill>
                <a:latin typeface="IBM Plex Sans Medium"/>
                <a:ea typeface="IBM Plex Sans Medium"/>
                <a:cs typeface="IBM Plex Sans Medium"/>
                <a:sym typeface="IBM Plex Sans Medium"/>
              </a:defRPr>
            </a:lvl4pPr>
            <a:lvl5pPr lvl="4" rtl="0">
              <a:spcBef>
                <a:spcPts val="0"/>
              </a:spcBef>
              <a:spcAft>
                <a:spcPts val="0"/>
              </a:spcAft>
              <a:buClr>
                <a:schemeClr val="accent4"/>
              </a:buClr>
              <a:buSzPts val="1100"/>
              <a:buFont typeface="IBM Plex Sans Medium"/>
              <a:buNone/>
              <a:defRPr sz="1100">
                <a:solidFill>
                  <a:schemeClr val="accent4"/>
                </a:solidFill>
                <a:latin typeface="IBM Plex Sans Medium"/>
                <a:ea typeface="IBM Plex Sans Medium"/>
                <a:cs typeface="IBM Plex Sans Medium"/>
                <a:sym typeface="IBM Plex Sans Medium"/>
              </a:defRPr>
            </a:lvl5pPr>
            <a:lvl6pPr lvl="5" rtl="0">
              <a:spcBef>
                <a:spcPts val="0"/>
              </a:spcBef>
              <a:spcAft>
                <a:spcPts val="0"/>
              </a:spcAft>
              <a:buClr>
                <a:schemeClr val="accent4"/>
              </a:buClr>
              <a:buSzPts val="1100"/>
              <a:buFont typeface="IBM Plex Sans Medium"/>
              <a:buNone/>
              <a:defRPr sz="1100">
                <a:solidFill>
                  <a:schemeClr val="accent4"/>
                </a:solidFill>
                <a:latin typeface="IBM Plex Sans Medium"/>
                <a:ea typeface="IBM Plex Sans Medium"/>
                <a:cs typeface="IBM Plex Sans Medium"/>
                <a:sym typeface="IBM Plex Sans Medium"/>
              </a:defRPr>
            </a:lvl6pPr>
            <a:lvl7pPr lvl="6" rtl="0">
              <a:spcBef>
                <a:spcPts val="0"/>
              </a:spcBef>
              <a:spcAft>
                <a:spcPts val="0"/>
              </a:spcAft>
              <a:buClr>
                <a:schemeClr val="accent4"/>
              </a:buClr>
              <a:buSzPts val="1100"/>
              <a:buFont typeface="IBM Plex Sans Medium"/>
              <a:buNone/>
              <a:defRPr sz="1100">
                <a:solidFill>
                  <a:schemeClr val="accent4"/>
                </a:solidFill>
                <a:latin typeface="IBM Plex Sans Medium"/>
                <a:ea typeface="IBM Plex Sans Medium"/>
                <a:cs typeface="IBM Plex Sans Medium"/>
                <a:sym typeface="IBM Plex Sans Medium"/>
              </a:defRPr>
            </a:lvl7pPr>
            <a:lvl8pPr lvl="7" rtl="0">
              <a:spcBef>
                <a:spcPts val="0"/>
              </a:spcBef>
              <a:spcAft>
                <a:spcPts val="0"/>
              </a:spcAft>
              <a:buClr>
                <a:schemeClr val="accent4"/>
              </a:buClr>
              <a:buSzPts val="1100"/>
              <a:buFont typeface="IBM Plex Sans Medium"/>
              <a:buNone/>
              <a:defRPr sz="1100">
                <a:solidFill>
                  <a:schemeClr val="accent4"/>
                </a:solidFill>
                <a:latin typeface="IBM Plex Sans Medium"/>
                <a:ea typeface="IBM Plex Sans Medium"/>
                <a:cs typeface="IBM Plex Sans Medium"/>
                <a:sym typeface="IBM Plex Sans Medium"/>
              </a:defRPr>
            </a:lvl8pPr>
            <a:lvl9pPr lvl="8" rtl="0">
              <a:spcBef>
                <a:spcPts val="0"/>
              </a:spcBef>
              <a:spcAft>
                <a:spcPts val="0"/>
              </a:spcAft>
              <a:buClr>
                <a:schemeClr val="accent4"/>
              </a:buClr>
              <a:buSzPts val="1100"/>
              <a:buFont typeface="IBM Plex Sans Medium"/>
              <a:buNone/>
              <a:defRPr sz="1100">
                <a:solidFill>
                  <a:schemeClr val="accent4"/>
                </a:solidFill>
                <a:latin typeface="IBM Plex Sans Medium"/>
                <a:ea typeface="IBM Plex Sans Medium"/>
                <a:cs typeface="IBM Plex Sans Medium"/>
                <a:sym typeface="IBM Plex Sans Medium"/>
              </a:defRPr>
            </a:lvl9pPr>
          </a:lstStyle>
          <a:p>
            <a:endParaRPr/>
          </a:p>
        </p:txBody>
      </p:sp>
      <p:sp>
        <p:nvSpPr>
          <p:cNvPr id="395" name="Google Shape;395;p51"/>
          <p:cNvSpPr>
            <a:spLocks noGrp="1"/>
          </p:cNvSpPr>
          <p:nvPr>
            <p:ph type="pic" idx="13"/>
          </p:nvPr>
        </p:nvSpPr>
        <p:spPr>
          <a:xfrm>
            <a:off x="6587375" y="1709250"/>
            <a:ext cx="1422300" cy="1422300"/>
          </a:xfrm>
          <a:prstGeom prst="roundRect">
            <a:avLst>
              <a:gd name="adj" fmla="val 16667"/>
            </a:avLst>
          </a:prstGeom>
          <a:noFill/>
          <a:ln>
            <a:noFill/>
          </a:ln>
        </p:spPr>
      </p:sp>
      <p:sp>
        <p:nvSpPr>
          <p:cNvPr id="396" name="Google Shape;396;p51"/>
          <p:cNvSpPr txBox="1">
            <a:spLocks noGrp="1"/>
          </p:cNvSpPr>
          <p:nvPr>
            <p:ph type="subTitle" idx="14"/>
          </p:nvPr>
        </p:nvSpPr>
        <p:spPr>
          <a:xfrm>
            <a:off x="5978525" y="3330200"/>
            <a:ext cx="2640000" cy="215400"/>
          </a:xfrm>
          <a:prstGeom prst="rect">
            <a:avLst/>
          </a:prstGeom>
        </p:spPr>
        <p:txBody>
          <a:bodyPr spcFirstLastPara="1" wrap="square" lIns="0" tIns="0" rIns="0" bIns="0" anchor="t" anchorCtr="0">
            <a:spAutoFit/>
          </a:bodyPr>
          <a:lstStyle>
            <a:lvl1pPr lvl="0" algn="ctr" rtl="0">
              <a:spcBef>
                <a:spcPts val="0"/>
              </a:spcBef>
              <a:spcAft>
                <a:spcPts val="0"/>
              </a:spcAft>
              <a:buSzPts val="1300"/>
              <a:buNone/>
              <a:defRPr sz="1300" b="1">
                <a:solidFill>
                  <a:schemeClr val="accent1"/>
                </a:solidFill>
              </a:defRPr>
            </a:lvl1pPr>
            <a:lvl2pPr lvl="1" rtl="0">
              <a:spcBef>
                <a:spcPts val="0"/>
              </a:spcBef>
              <a:spcAft>
                <a:spcPts val="0"/>
              </a:spcAft>
              <a:buSzPts val="1100"/>
              <a:buNone/>
              <a:defRPr sz="1100" b="1"/>
            </a:lvl2pPr>
            <a:lvl3pPr lvl="2" rtl="0">
              <a:spcBef>
                <a:spcPts val="0"/>
              </a:spcBef>
              <a:spcAft>
                <a:spcPts val="0"/>
              </a:spcAft>
              <a:buSzPts val="1100"/>
              <a:buNone/>
              <a:defRPr sz="1100" b="1"/>
            </a:lvl3pPr>
            <a:lvl4pPr lvl="3" rtl="0">
              <a:spcBef>
                <a:spcPts val="0"/>
              </a:spcBef>
              <a:spcAft>
                <a:spcPts val="0"/>
              </a:spcAft>
              <a:buSzPts val="1100"/>
              <a:buNone/>
              <a:defRPr sz="1100" b="1"/>
            </a:lvl4pPr>
            <a:lvl5pPr lvl="4" rtl="0">
              <a:spcBef>
                <a:spcPts val="0"/>
              </a:spcBef>
              <a:spcAft>
                <a:spcPts val="0"/>
              </a:spcAft>
              <a:buSzPts val="1100"/>
              <a:buNone/>
              <a:defRPr sz="1100" b="1"/>
            </a:lvl5pPr>
            <a:lvl6pPr lvl="5" rtl="0">
              <a:spcBef>
                <a:spcPts val="0"/>
              </a:spcBef>
              <a:spcAft>
                <a:spcPts val="0"/>
              </a:spcAft>
              <a:buSzPts val="1100"/>
              <a:buNone/>
              <a:defRPr sz="1100" b="1"/>
            </a:lvl6pPr>
            <a:lvl7pPr lvl="6" rtl="0">
              <a:spcBef>
                <a:spcPts val="0"/>
              </a:spcBef>
              <a:spcAft>
                <a:spcPts val="0"/>
              </a:spcAft>
              <a:buSzPts val="1100"/>
              <a:buNone/>
              <a:defRPr sz="1100" b="1"/>
            </a:lvl7pPr>
            <a:lvl8pPr lvl="7" rtl="0">
              <a:spcBef>
                <a:spcPts val="0"/>
              </a:spcBef>
              <a:spcAft>
                <a:spcPts val="0"/>
              </a:spcAft>
              <a:buSzPts val="1100"/>
              <a:buNone/>
              <a:defRPr sz="1100" b="1"/>
            </a:lvl8pPr>
            <a:lvl9pPr lvl="8" rtl="0">
              <a:spcBef>
                <a:spcPts val="0"/>
              </a:spcBef>
              <a:spcAft>
                <a:spcPts val="0"/>
              </a:spcAft>
              <a:buSzPts val="1100"/>
              <a:buNone/>
              <a:defRPr sz="1100" b="1"/>
            </a:lvl9pPr>
          </a:lstStyle>
          <a:p>
            <a:endParaRPr/>
          </a:p>
        </p:txBody>
      </p:sp>
      <p:sp>
        <p:nvSpPr>
          <p:cNvPr id="397" name="Google Shape;397;p51"/>
          <p:cNvSpPr txBox="1">
            <a:spLocks noGrp="1"/>
          </p:cNvSpPr>
          <p:nvPr>
            <p:ph type="subTitle" idx="15"/>
          </p:nvPr>
        </p:nvSpPr>
        <p:spPr>
          <a:xfrm>
            <a:off x="5978525" y="3558447"/>
            <a:ext cx="2640000" cy="145200"/>
          </a:xfrm>
          <a:prstGeom prst="rect">
            <a:avLst/>
          </a:prstGeom>
        </p:spPr>
        <p:txBody>
          <a:bodyPr spcFirstLastPara="1" wrap="square" lIns="0" tIns="0" rIns="0" bIns="0" anchor="t" anchorCtr="0">
            <a:normAutofit/>
          </a:bodyPr>
          <a:lstStyle>
            <a:lvl1pPr lvl="0" algn="ctr" rtl="0">
              <a:spcBef>
                <a:spcPts val="0"/>
              </a:spcBef>
              <a:spcAft>
                <a:spcPts val="0"/>
              </a:spcAft>
              <a:buClr>
                <a:srgbClr val="1F2A44"/>
              </a:buClr>
              <a:buSzPts val="1100"/>
              <a:buFont typeface="IBM Plex Sans Medium"/>
              <a:buNone/>
              <a:defRPr sz="1100">
                <a:solidFill>
                  <a:srgbClr val="1F2A44"/>
                </a:solidFill>
                <a:latin typeface="IBM Plex Sans Medium"/>
                <a:ea typeface="IBM Plex Sans Medium"/>
                <a:cs typeface="IBM Plex Sans Medium"/>
                <a:sym typeface="IBM Plex Sans Medium"/>
              </a:defRPr>
            </a:lvl1pPr>
            <a:lvl2pPr lvl="1" rtl="0">
              <a:spcBef>
                <a:spcPts val="0"/>
              </a:spcBef>
              <a:spcAft>
                <a:spcPts val="0"/>
              </a:spcAft>
              <a:buSzPts val="1100"/>
              <a:buFont typeface="IBM Plex Sans Medium"/>
              <a:buNone/>
              <a:defRPr sz="1100">
                <a:latin typeface="IBM Plex Sans Medium"/>
                <a:ea typeface="IBM Plex Sans Medium"/>
                <a:cs typeface="IBM Plex Sans Medium"/>
                <a:sym typeface="IBM Plex Sans Medium"/>
              </a:defRPr>
            </a:lvl2pPr>
            <a:lvl3pPr lvl="2" rtl="0">
              <a:spcBef>
                <a:spcPts val="0"/>
              </a:spcBef>
              <a:spcAft>
                <a:spcPts val="0"/>
              </a:spcAft>
              <a:buSzPts val="1100"/>
              <a:buFont typeface="IBM Plex Sans Medium"/>
              <a:buNone/>
              <a:defRPr sz="1100">
                <a:latin typeface="IBM Plex Sans Medium"/>
                <a:ea typeface="IBM Plex Sans Medium"/>
                <a:cs typeface="IBM Plex Sans Medium"/>
                <a:sym typeface="IBM Plex Sans Medium"/>
              </a:defRPr>
            </a:lvl3pPr>
            <a:lvl4pPr lvl="3" rtl="0">
              <a:spcBef>
                <a:spcPts val="0"/>
              </a:spcBef>
              <a:spcAft>
                <a:spcPts val="0"/>
              </a:spcAft>
              <a:buSzPts val="1100"/>
              <a:buFont typeface="IBM Plex Sans Medium"/>
              <a:buNone/>
              <a:defRPr sz="1100">
                <a:latin typeface="IBM Plex Sans Medium"/>
                <a:ea typeface="IBM Plex Sans Medium"/>
                <a:cs typeface="IBM Plex Sans Medium"/>
                <a:sym typeface="IBM Plex Sans Medium"/>
              </a:defRPr>
            </a:lvl4pPr>
            <a:lvl5pPr lvl="4" rtl="0">
              <a:spcBef>
                <a:spcPts val="0"/>
              </a:spcBef>
              <a:spcAft>
                <a:spcPts val="0"/>
              </a:spcAft>
              <a:buSzPts val="1100"/>
              <a:buFont typeface="IBM Plex Sans Medium"/>
              <a:buNone/>
              <a:defRPr sz="1100">
                <a:latin typeface="IBM Plex Sans Medium"/>
                <a:ea typeface="IBM Plex Sans Medium"/>
                <a:cs typeface="IBM Plex Sans Medium"/>
                <a:sym typeface="IBM Plex Sans Medium"/>
              </a:defRPr>
            </a:lvl5pPr>
            <a:lvl6pPr lvl="5" rtl="0">
              <a:spcBef>
                <a:spcPts val="0"/>
              </a:spcBef>
              <a:spcAft>
                <a:spcPts val="0"/>
              </a:spcAft>
              <a:buSzPts val="1100"/>
              <a:buFont typeface="IBM Plex Sans Medium"/>
              <a:buNone/>
              <a:defRPr sz="1100">
                <a:latin typeface="IBM Plex Sans Medium"/>
                <a:ea typeface="IBM Plex Sans Medium"/>
                <a:cs typeface="IBM Plex Sans Medium"/>
                <a:sym typeface="IBM Plex Sans Medium"/>
              </a:defRPr>
            </a:lvl6pPr>
            <a:lvl7pPr lvl="6" rtl="0">
              <a:spcBef>
                <a:spcPts val="0"/>
              </a:spcBef>
              <a:spcAft>
                <a:spcPts val="0"/>
              </a:spcAft>
              <a:buSzPts val="1100"/>
              <a:buFont typeface="IBM Plex Sans Medium"/>
              <a:buNone/>
              <a:defRPr sz="1100">
                <a:latin typeface="IBM Plex Sans Medium"/>
                <a:ea typeface="IBM Plex Sans Medium"/>
                <a:cs typeface="IBM Plex Sans Medium"/>
                <a:sym typeface="IBM Plex Sans Medium"/>
              </a:defRPr>
            </a:lvl7pPr>
            <a:lvl8pPr lvl="7" rtl="0">
              <a:spcBef>
                <a:spcPts val="0"/>
              </a:spcBef>
              <a:spcAft>
                <a:spcPts val="0"/>
              </a:spcAft>
              <a:buSzPts val="1100"/>
              <a:buFont typeface="IBM Plex Sans Medium"/>
              <a:buNone/>
              <a:defRPr sz="1100">
                <a:latin typeface="IBM Plex Sans Medium"/>
                <a:ea typeface="IBM Plex Sans Medium"/>
                <a:cs typeface="IBM Plex Sans Medium"/>
                <a:sym typeface="IBM Plex Sans Medium"/>
              </a:defRPr>
            </a:lvl8pPr>
            <a:lvl9pPr lvl="8" rtl="0">
              <a:spcBef>
                <a:spcPts val="0"/>
              </a:spcBef>
              <a:spcAft>
                <a:spcPts val="0"/>
              </a:spcAft>
              <a:buSzPts val="1100"/>
              <a:buFont typeface="IBM Plex Sans Medium"/>
              <a:buNone/>
              <a:defRPr sz="1100">
                <a:latin typeface="IBM Plex Sans Medium"/>
                <a:ea typeface="IBM Plex Sans Medium"/>
                <a:cs typeface="IBM Plex Sans Medium"/>
                <a:sym typeface="IBM Plex Sans Medium"/>
              </a:defRPr>
            </a:lvl9pPr>
          </a:lstStyle>
          <a:p>
            <a:endParaRPr/>
          </a:p>
        </p:txBody>
      </p:sp>
      <p:sp>
        <p:nvSpPr>
          <p:cNvPr id="398" name="Google Shape;398;p51"/>
          <p:cNvSpPr txBox="1">
            <a:spLocks noGrp="1"/>
          </p:cNvSpPr>
          <p:nvPr>
            <p:ph type="subTitle" idx="16"/>
          </p:nvPr>
        </p:nvSpPr>
        <p:spPr>
          <a:xfrm>
            <a:off x="5978525" y="3745875"/>
            <a:ext cx="2640000" cy="145200"/>
          </a:xfrm>
          <a:prstGeom prst="rect">
            <a:avLst/>
          </a:prstGeom>
        </p:spPr>
        <p:txBody>
          <a:bodyPr spcFirstLastPara="1" wrap="square" lIns="0" tIns="0" rIns="0" bIns="0" anchor="t" anchorCtr="0">
            <a:normAutofit/>
          </a:bodyPr>
          <a:lstStyle>
            <a:lvl1pPr lvl="0" algn="ctr" rtl="0">
              <a:spcBef>
                <a:spcPts val="0"/>
              </a:spcBef>
              <a:spcAft>
                <a:spcPts val="0"/>
              </a:spcAft>
              <a:buClr>
                <a:schemeClr val="accent4"/>
              </a:buClr>
              <a:buSzPts val="1100"/>
              <a:buFont typeface="IBM Plex Sans Medium"/>
              <a:buNone/>
              <a:defRPr sz="1100">
                <a:solidFill>
                  <a:schemeClr val="accent4"/>
                </a:solidFill>
                <a:latin typeface="IBM Plex Sans Medium"/>
                <a:ea typeface="IBM Plex Sans Medium"/>
                <a:cs typeface="IBM Plex Sans Medium"/>
                <a:sym typeface="IBM Plex Sans Medium"/>
              </a:defRPr>
            </a:lvl1pPr>
            <a:lvl2pPr lvl="1" rtl="0">
              <a:spcBef>
                <a:spcPts val="0"/>
              </a:spcBef>
              <a:spcAft>
                <a:spcPts val="0"/>
              </a:spcAft>
              <a:buClr>
                <a:schemeClr val="accent4"/>
              </a:buClr>
              <a:buSzPts val="1100"/>
              <a:buFont typeface="IBM Plex Sans Medium"/>
              <a:buNone/>
              <a:defRPr sz="1100">
                <a:solidFill>
                  <a:schemeClr val="accent4"/>
                </a:solidFill>
                <a:latin typeface="IBM Plex Sans Medium"/>
                <a:ea typeface="IBM Plex Sans Medium"/>
                <a:cs typeface="IBM Plex Sans Medium"/>
                <a:sym typeface="IBM Plex Sans Medium"/>
              </a:defRPr>
            </a:lvl2pPr>
            <a:lvl3pPr lvl="2" rtl="0">
              <a:spcBef>
                <a:spcPts val="0"/>
              </a:spcBef>
              <a:spcAft>
                <a:spcPts val="0"/>
              </a:spcAft>
              <a:buClr>
                <a:schemeClr val="accent4"/>
              </a:buClr>
              <a:buSzPts val="1100"/>
              <a:buFont typeface="IBM Plex Sans Medium"/>
              <a:buNone/>
              <a:defRPr sz="1100">
                <a:solidFill>
                  <a:schemeClr val="accent4"/>
                </a:solidFill>
                <a:latin typeface="IBM Plex Sans Medium"/>
                <a:ea typeface="IBM Plex Sans Medium"/>
                <a:cs typeface="IBM Plex Sans Medium"/>
                <a:sym typeface="IBM Plex Sans Medium"/>
              </a:defRPr>
            </a:lvl3pPr>
            <a:lvl4pPr lvl="3" rtl="0">
              <a:spcBef>
                <a:spcPts val="0"/>
              </a:spcBef>
              <a:spcAft>
                <a:spcPts val="0"/>
              </a:spcAft>
              <a:buClr>
                <a:schemeClr val="accent4"/>
              </a:buClr>
              <a:buSzPts val="1100"/>
              <a:buFont typeface="IBM Plex Sans Medium"/>
              <a:buNone/>
              <a:defRPr sz="1100">
                <a:solidFill>
                  <a:schemeClr val="accent4"/>
                </a:solidFill>
                <a:latin typeface="IBM Plex Sans Medium"/>
                <a:ea typeface="IBM Plex Sans Medium"/>
                <a:cs typeface="IBM Plex Sans Medium"/>
                <a:sym typeface="IBM Plex Sans Medium"/>
              </a:defRPr>
            </a:lvl4pPr>
            <a:lvl5pPr lvl="4" rtl="0">
              <a:spcBef>
                <a:spcPts val="0"/>
              </a:spcBef>
              <a:spcAft>
                <a:spcPts val="0"/>
              </a:spcAft>
              <a:buClr>
                <a:schemeClr val="accent4"/>
              </a:buClr>
              <a:buSzPts val="1100"/>
              <a:buFont typeface="IBM Plex Sans Medium"/>
              <a:buNone/>
              <a:defRPr sz="1100">
                <a:solidFill>
                  <a:schemeClr val="accent4"/>
                </a:solidFill>
                <a:latin typeface="IBM Plex Sans Medium"/>
                <a:ea typeface="IBM Plex Sans Medium"/>
                <a:cs typeface="IBM Plex Sans Medium"/>
                <a:sym typeface="IBM Plex Sans Medium"/>
              </a:defRPr>
            </a:lvl5pPr>
            <a:lvl6pPr lvl="5" rtl="0">
              <a:spcBef>
                <a:spcPts val="0"/>
              </a:spcBef>
              <a:spcAft>
                <a:spcPts val="0"/>
              </a:spcAft>
              <a:buClr>
                <a:schemeClr val="accent4"/>
              </a:buClr>
              <a:buSzPts val="1100"/>
              <a:buFont typeface="IBM Plex Sans Medium"/>
              <a:buNone/>
              <a:defRPr sz="1100">
                <a:solidFill>
                  <a:schemeClr val="accent4"/>
                </a:solidFill>
                <a:latin typeface="IBM Plex Sans Medium"/>
                <a:ea typeface="IBM Plex Sans Medium"/>
                <a:cs typeface="IBM Plex Sans Medium"/>
                <a:sym typeface="IBM Plex Sans Medium"/>
              </a:defRPr>
            </a:lvl6pPr>
            <a:lvl7pPr lvl="6" rtl="0">
              <a:spcBef>
                <a:spcPts val="0"/>
              </a:spcBef>
              <a:spcAft>
                <a:spcPts val="0"/>
              </a:spcAft>
              <a:buClr>
                <a:schemeClr val="accent4"/>
              </a:buClr>
              <a:buSzPts val="1100"/>
              <a:buFont typeface="IBM Plex Sans Medium"/>
              <a:buNone/>
              <a:defRPr sz="1100">
                <a:solidFill>
                  <a:schemeClr val="accent4"/>
                </a:solidFill>
                <a:latin typeface="IBM Plex Sans Medium"/>
                <a:ea typeface="IBM Plex Sans Medium"/>
                <a:cs typeface="IBM Plex Sans Medium"/>
                <a:sym typeface="IBM Plex Sans Medium"/>
              </a:defRPr>
            </a:lvl7pPr>
            <a:lvl8pPr lvl="7" rtl="0">
              <a:spcBef>
                <a:spcPts val="0"/>
              </a:spcBef>
              <a:spcAft>
                <a:spcPts val="0"/>
              </a:spcAft>
              <a:buClr>
                <a:schemeClr val="accent4"/>
              </a:buClr>
              <a:buSzPts val="1100"/>
              <a:buFont typeface="IBM Plex Sans Medium"/>
              <a:buNone/>
              <a:defRPr sz="1100">
                <a:solidFill>
                  <a:schemeClr val="accent4"/>
                </a:solidFill>
                <a:latin typeface="IBM Plex Sans Medium"/>
                <a:ea typeface="IBM Plex Sans Medium"/>
                <a:cs typeface="IBM Plex Sans Medium"/>
                <a:sym typeface="IBM Plex Sans Medium"/>
              </a:defRPr>
            </a:lvl8pPr>
            <a:lvl9pPr lvl="8" rtl="0">
              <a:spcBef>
                <a:spcPts val="0"/>
              </a:spcBef>
              <a:spcAft>
                <a:spcPts val="0"/>
              </a:spcAft>
              <a:buClr>
                <a:schemeClr val="accent4"/>
              </a:buClr>
              <a:buSzPts val="1100"/>
              <a:buFont typeface="IBM Plex Sans Medium"/>
              <a:buNone/>
              <a:defRPr sz="1100">
                <a:solidFill>
                  <a:schemeClr val="accent4"/>
                </a:solidFill>
                <a:latin typeface="IBM Plex Sans Medium"/>
                <a:ea typeface="IBM Plex Sans Medium"/>
                <a:cs typeface="IBM Plex Sans Medium"/>
                <a:sym typeface="IBM Plex Sans Medium"/>
              </a:defRPr>
            </a:lvl9pPr>
          </a:lstStyle>
          <a:p>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matchingName="Title and body - Black">
  <p:cSld name="TITLE_AND_BODY_2">
    <p:bg>
      <p:bgPr>
        <a:solidFill>
          <a:schemeClr val="dk1"/>
        </a:solidFill>
        <a:effectLst/>
      </p:bgPr>
    </p:bg>
    <p:spTree>
      <p:nvGrpSpPr>
        <p:cNvPr id="1" name="Shape 399"/>
        <p:cNvGrpSpPr/>
        <p:nvPr/>
      </p:nvGrpSpPr>
      <p:grpSpPr>
        <a:xfrm>
          <a:off x="0" y="0"/>
          <a:ext cx="0" cy="0"/>
          <a:chOff x="0" y="0"/>
          <a:chExt cx="0" cy="0"/>
        </a:xfrm>
      </p:grpSpPr>
      <p:sp>
        <p:nvSpPr>
          <p:cNvPr id="400" name="Google Shape;400;p52"/>
          <p:cNvSpPr/>
          <p:nvPr/>
        </p:nvSpPr>
        <p:spPr>
          <a:xfrm>
            <a:off x="458100" y="1158725"/>
            <a:ext cx="8229600" cy="4626000"/>
          </a:xfrm>
          <a:prstGeom prst="roundRect">
            <a:avLst>
              <a:gd name="adj" fmla="val 5631"/>
            </a:avLst>
          </a:prstGeom>
          <a:solidFill>
            <a:schemeClr val="lt2"/>
          </a:solidFill>
          <a:ln>
            <a:noFill/>
          </a:ln>
        </p:spPr>
        <p:txBody>
          <a:bodyPr spcFirstLastPara="1" wrap="square" lIns="91425" tIns="274300" rIns="91425" bIns="91425" anchor="ctr" anchorCtr="0">
            <a:noAutofit/>
          </a:bodyPr>
          <a:lstStyle/>
          <a:p>
            <a:pPr marL="0" lvl="0" indent="0" algn="l" rtl="0">
              <a:spcBef>
                <a:spcPts val="0"/>
              </a:spcBef>
              <a:spcAft>
                <a:spcPts val="0"/>
              </a:spcAft>
              <a:buNone/>
            </a:pPr>
            <a:endParaRPr/>
          </a:p>
        </p:txBody>
      </p:sp>
      <p:sp>
        <p:nvSpPr>
          <p:cNvPr id="401" name="Google Shape;401;p52"/>
          <p:cNvSpPr txBox="1">
            <a:spLocks noGrp="1"/>
          </p:cNvSpPr>
          <p:nvPr>
            <p:ph type="title"/>
          </p:nvPr>
        </p:nvSpPr>
        <p:spPr>
          <a:xfrm>
            <a:off x="457200" y="114300"/>
            <a:ext cx="8229600" cy="903300"/>
          </a:xfrm>
          <a:prstGeom prst="rect">
            <a:avLst/>
          </a:prstGeom>
        </p:spPr>
        <p:txBody>
          <a:bodyPr spcFirstLastPara="1" wrap="square" lIns="0" tIns="0" rIns="0" bIns="0" anchor="t" anchorCtr="0">
            <a:normAutofit/>
          </a:bodyPr>
          <a:lstStyle>
            <a:lvl1pPr lvl="0" rtl="0">
              <a:spcBef>
                <a:spcPts val="0"/>
              </a:spcBef>
              <a:spcAft>
                <a:spcPts val="0"/>
              </a:spcAft>
              <a:buClr>
                <a:schemeClr val="lt2"/>
              </a:buClr>
              <a:buSzPts val="3400"/>
              <a:buNone/>
              <a:defRPr>
                <a:solidFill>
                  <a:schemeClr val="lt2"/>
                </a:solidFill>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402" name="Google Shape;402;p52"/>
          <p:cNvSpPr txBox="1">
            <a:spLocks noGrp="1"/>
          </p:cNvSpPr>
          <p:nvPr>
            <p:ph type="body" idx="1"/>
          </p:nvPr>
        </p:nvSpPr>
        <p:spPr>
          <a:xfrm>
            <a:off x="682650" y="1482275"/>
            <a:ext cx="7778700" cy="3010500"/>
          </a:xfrm>
          <a:prstGeom prst="rect">
            <a:avLst/>
          </a:prstGeom>
        </p:spPr>
        <p:txBody>
          <a:bodyPr spcFirstLastPara="1" wrap="square" lIns="0" tIns="0" rIns="0" bIns="0" anchor="t" anchorCtr="0">
            <a:normAutofit/>
          </a:bodyPr>
          <a:lstStyle>
            <a:lvl1pPr marL="457200" lvl="0" indent="-330200" rtl="0">
              <a:spcBef>
                <a:spcPts val="0"/>
              </a:spcBef>
              <a:spcAft>
                <a:spcPts val="0"/>
              </a:spcAft>
              <a:buSzPts val="1600"/>
              <a:buChar char="■"/>
              <a:defRPr/>
            </a:lvl1pPr>
            <a:lvl2pPr marL="914400" lvl="1" indent="-317500" rtl="0">
              <a:spcBef>
                <a:spcPts val="0"/>
              </a:spcBef>
              <a:spcAft>
                <a:spcPts val="0"/>
              </a:spcAft>
              <a:buSzPts val="1400"/>
              <a:buChar char="■"/>
              <a:defRPr/>
            </a:lvl2pPr>
            <a:lvl3pPr marL="1371600" lvl="2" indent="-317500" rtl="0">
              <a:spcBef>
                <a:spcPts val="0"/>
              </a:spcBef>
              <a:spcAft>
                <a:spcPts val="0"/>
              </a:spcAft>
              <a:buSzPts val="1400"/>
              <a:buChar char="■"/>
              <a:defRPr/>
            </a:lvl3pPr>
            <a:lvl4pPr marL="1828800" lvl="3" indent="-317500" rtl="0">
              <a:spcBef>
                <a:spcPts val="0"/>
              </a:spcBef>
              <a:spcAft>
                <a:spcPts val="0"/>
              </a:spcAft>
              <a:buSzPts val="1400"/>
              <a:buChar char="●"/>
              <a:defRPr/>
            </a:lvl4pPr>
            <a:lvl5pPr marL="2286000" lvl="4" indent="-317500" rtl="0">
              <a:spcBef>
                <a:spcPts val="0"/>
              </a:spcBef>
              <a:spcAft>
                <a:spcPts val="0"/>
              </a:spcAft>
              <a:buSzPts val="1400"/>
              <a:buChar char="○"/>
              <a:defRPr/>
            </a:lvl5pPr>
            <a:lvl6pPr marL="2743200" lvl="5" indent="-317500" rtl="0">
              <a:spcBef>
                <a:spcPts val="0"/>
              </a:spcBef>
              <a:spcAft>
                <a:spcPts val="0"/>
              </a:spcAft>
              <a:buSzPts val="1400"/>
              <a:buChar char="■"/>
              <a:defRPr/>
            </a:lvl6pPr>
            <a:lvl7pPr marL="3200400" lvl="6" indent="-317500" rtl="0">
              <a:spcBef>
                <a:spcPts val="0"/>
              </a:spcBef>
              <a:spcAft>
                <a:spcPts val="0"/>
              </a:spcAft>
              <a:buSzPts val="1400"/>
              <a:buChar char="●"/>
              <a:defRPr/>
            </a:lvl7pPr>
            <a:lvl8pPr marL="3657600" lvl="7" indent="-317500" rtl="0">
              <a:spcBef>
                <a:spcPts val="0"/>
              </a:spcBef>
              <a:spcAft>
                <a:spcPts val="0"/>
              </a:spcAft>
              <a:buSzPts val="1400"/>
              <a:buChar char="○"/>
              <a:defRPr/>
            </a:lvl8pPr>
            <a:lvl9pPr marL="4114800" lvl="8" indent="-317500" rtl="0">
              <a:spcBef>
                <a:spcPts val="0"/>
              </a:spcBef>
              <a:spcAft>
                <a:spcPts val="0"/>
              </a:spcAft>
              <a:buSzPts val="1400"/>
              <a:buChar char="■"/>
              <a:defRPr/>
            </a:lvl9pPr>
          </a:lstStyle>
          <a:p>
            <a:endParaRPr/>
          </a:p>
        </p:txBody>
      </p:sp>
      <p:sp>
        <p:nvSpPr>
          <p:cNvPr id="403" name="Google Shape;403;p52"/>
          <p:cNvSpPr txBox="1">
            <a:spLocks noGrp="1"/>
          </p:cNvSpPr>
          <p:nvPr>
            <p:ph type="sldNum" idx="12"/>
          </p:nvPr>
        </p:nvSpPr>
        <p:spPr>
          <a:xfrm>
            <a:off x="8366700" y="4805546"/>
            <a:ext cx="548700" cy="215400"/>
          </a:xfrm>
          <a:prstGeom prst="rect">
            <a:avLst/>
          </a:prstGeom>
        </p:spPr>
        <p:txBody>
          <a:bodyPr spcFirstLastPara="1" wrap="square" lIns="0" tIns="0" rIns="0" bIns="0" anchor="b" anchorCtr="0">
            <a:normAutofit/>
          </a:bodyPr>
          <a:lstStyle>
            <a:lvl1pPr lvl="0" rtl="0">
              <a:buNone/>
              <a:defRPr>
                <a:solidFill>
                  <a:schemeClr val="accent5"/>
                </a:solidFill>
              </a:defRPr>
            </a:lvl1pPr>
            <a:lvl2pPr lvl="1" rtl="0">
              <a:buNone/>
              <a:defRPr>
                <a:solidFill>
                  <a:schemeClr val="accent5"/>
                </a:solidFill>
              </a:defRPr>
            </a:lvl2pPr>
            <a:lvl3pPr lvl="2" rtl="0">
              <a:buNone/>
              <a:defRPr>
                <a:solidFill>
                  <a:schemeClr val="accent5"/>
                </a:solidFill>
              </a:defRPr>
            </a:lvl3pPr>
            <a:lvl4pPr lvl="3" rtl="0">
              <a:buNone/>
              <a:defRPr>
                <a:solidFill>
                  <a:schemeClr val="accent5"/>
                </a:solidFill>
              </a:defRPr>
            </a:lvl4pPr>
            <a:lvl5pPr lvl="4" rtl="0">
              <a:buNone/>
              <a:defRPr>
                <a:solidFill>
                  <a:schemeClr val="accent5"/>
                </a:solidFill>
              </a:defRPr>
            </a:lvl5pPr>
            <a:lvl6pPr lvl="5" rtl="0">
              <a:buNone/>
              <a:defRPr>
                <a:solidFill>
                  <a:schemeClr val="accent5"/>
                </a:solidFill>
              </a:defRPr>
            </a:lvl6pPr>
            <a:lvl7pPr lvl="6" rtl="0">
              <a:buNone/>
              <a:defRPr>
                <a:solidFill>
                  <a:schemeClr val="accent5"/>
                </a:solidFill>
              </a:defRPr>
            </a:lvl7pPr>
            <a:lvl8pPr lvl="7" rtl="0">
              <a:buNone/>
              <a:defRPr>
                <a:solidFill>
                  <a:schemeClr val="accent5"/>
                </a:solidFill>
              </a:defRPr>
            </a:lvl8pPr>
            <a:lvl9pPr lvl="8" rtl="0">
              <a:buNone/>
              <a:defRPr>
                <a:solidFill>
                  <a:schemeClr val="accent5"/>
                </a:solidFill>
              </a:defRPr>
            </a:lvl9pPr>
          </a:lstStyle>
          <a:p>
            <a:pPr marL="0" lvl="0" indent="0" algn="r" rtl="0">
              <a:spcBef>
                <a:spcPts val="0"/>
              </a:spcBef>
              <a:spcAft>
                <a:spcPts val="0"/>
              </a:spcAft>
              <a:buNone/>
            </a:pPr>
            <a:fld id="{00000000-1234-1234-1234-123412341234}" type="slidenum">
              <a:rPr lang="en"/>
              <a:t>‹#›</a:t>
            </a:fld>
            <a:endParaRPr/>
          </a:p>
        </p:txBody>
      </p:sp>
      <p:pic>
        <p:nvPicPr>
          <p:cNvPr id="404" name="Google Shape;404;p52"/>
          <p:cNvPicPr preferRelativeResize="0"/>
          <p:nvPr/>
        </p:nvPicPr>
        <p:blipFill>
          <a:blip r:embed="rId2">
            <a:alphaModFix/>
          </a:blip>
          <a:stretch>
            <a:fillRect/>
          </a:stretch>
        </p:blipFill>
        <p:spPr>
          <a:xfrm>
            <a:off x="8544859" y="62003"/>
            <a:ext cx="599140" cy="599141"/>
          </a:xfrm>
          <a:prstGeom prst="rect">
            <a:avLst/>
          </a:prstGeom>
          <a:noFill/>
          <a:ln>
            <a:noFill/>
          </a:ln>
        </p:spPr>
      </p:pic>
      <p:grpSp>
        <p:nvGrpSpPr>
          <p:cNvPr id="405" name="Google Shape;405;p52"/>
          <p:cNvGrpSpPr/>
          <p:nvPr/>
        </p:nvGrpSpPr>
        <p:grpSpPr>
          <a:xfrm>
            <a:off x="8461349" y="3869800"/>
            <a:ext cx="939600" cy="935752"/>
            <a:chOff x="511165" y="3659475"/>
            <a:chExt cx="939600" cy="935752"/>
          </a:xfrm>
        </p:grpSpPr>
        <p:sp>
          <p:nvSpPr>
            <p:cNvPr id="406" name="Google Shape;406;p52"/>
            <p:cNvSpPr/>
            <p:nvPr/>
          </p:nvSpPr>
          <p:spPr>
            <a:xfrm>
              <a:off x="511165" y="3659475"/>
              <a:ext cx="939600" cy="68100"/>
            </a:xfrm>
            <a:prstGeom prst="roundRect">
              <a:avLst>
                <a:gd name="adj" fmla="val 44664"/>
              </a:avLst>
            </a:prstGeom>
            <a:solidFill>
              <a:srgbClr val="FC5D0D"/>
            </a:solidFill>
            <a:ln>
              <a:noFill/>
            </a:ln>
          </p:spPr>
          <p:txBody>
            <a:bodyPr spcFirstLastPara="1" wrap="square" lIns="57150" tIns="57150" rIns="57150" bIns="57150" anchor="ctr" anchorCtr="0">
              <a:noAutofit/>
            </a:bodyPr>
            <a:lstStyle/>
            <a:p>
              <a:pPr marL="0" lvl="0" indent="0" algn="ctr" rtl="0">
                <a:spcBef>
                  <a:spcPts val="0"/>
                </a:spcBef>
                <a:spcAft>
                  <a:spcPts val="0"/>
                </a:spcAft>
                <a:buNone/>
              </a:pPr>
              <a:endParaRPr sz="800" b="1">
                <a:solidFill>
                  <a:srgbClr val="FFFFFF"/>
                </a:solidFill>
                <a:latin typeface="IBM Plex Sans"/>
                <a:ea typeface="IBM Plex Sans"/>
                <a:cs typeface="IBM Plex Sans"/>
                <a:sym typeface="IBM Plex Sans"/>
              </a:endParaRPr>
            </a:p>
          </p:txBody>
        </p:sp>
        <p:sp>
          <p:nvSpPr>
            <p:cNvPr id="407" name="Google Shape;407;p52"/>
            <p:cNvSpPr/>
            <p:nvPr/>
          </p:nvSpPr>
          <p:spPr>
            <a:xfrm>
              <a:off x="511165" y="3833005"/>
              <a:ext cx="939600" cy="68100"/>
            </a:xfrm>
            <a:prstGeom prst="roundRect">
              <a:avLst>
                <a:gd name="adj" fmla="val 44664"/>
              </a:avLst>
            </a:prstGeom>
            <a:solidFill>
              <a:srgbClr val="FC5D0D"/>
            </a:solidFill>
            <a:ln>
              <a:noFill/>
            </a:ln>
          </p:spPr>
          <p:txBody>
            <a:bodyPr spcFirstLastPara="1" wrap="square" lIns="57150" tIns="57150" rIns="57150" bIns="57150" anchor="ctr" anchorCtr="0">
              <a:noAutofit/>
            </a:bodyPr>
            <a:lstStyle/>
            <a:p>
              <a:pPr marL="0" lvl="0" indent="0" algn="ctr" rtl="0">
                <a:spcBef>
                  <a:spcPts val="0"/>
                </a:spcBef>
                <a:spcAft>
                  <a:spcPts val="0"/>
                </a:spcAft>
                <a:buNone/>
              </a:pPr>
              <a:endParaRPr sz="800" b="1">
                <a:solidFill>
                  <a:srgbClr val="FFFFFF"/>
                </a:solidFill>
                <a:latin typeface="IBM Plex Sans"/>
                <a:ea typeface="IBM Plex Sans"/>
                <a:cs typeface="IBM Plex Sans"/>
                <a:sym typeface="IBM Plex Sans"/>
              </a:endParaRPr>
            </a:p>
          </p:txBody>
        </p:sp>
        <p:sp>
          <p:nvSpPr>
            <p:cNvPr id="408" name="Google Shape;408;p52"/>
            <p:cNvSpPr/>
            <p:nvPr/>
          </p:nvSpPr>
          <p:spPr>
            <a:xfrm>
              <a:off x="511165" y="4006536"/>
              <a:ext cx="939600" cy="68100"/>
            </a:xfrm>
            <a:prstGeom prst="roundRect">
              <a:avLst>
                <a:gd name="adj" fmla="val 44664"/>
              </a:avLst>
            </a:prstGeom>
            <a:solidFill>
              <a:srgbClr val="FC5D0D"/>
            </a:solidFill>
            <a:ln>
              <a:noFill/>
            </a:ln>
          </p:spPr>
          <p:txBody>
            <a:bodyPr spcFirstLastPara="1" wrap="square" lIns="57150" tIns="57150" rIns="57150" bIns="57150" anchor="ctr" anchorCtr="0">
              <a:noAutofit/>
            </a:bodyPr>
            <a:lstStyle/>
            <a:p>
              <a:pPr marL="0" lvl="0" indent="0" algn="ctr" rtl="0">
                <a:spcBef>
                  <a:spcPts val="0"/>
                </a:spcBef>
                <a:spcAft>
                  <a:spcPts val="0"/>
                </a:spcAft>
                <a:buNone/>
              </a:pPr>
              <a:endParaRPr sz="800" b="1">
                <a:solidFill>
                  <a:srgbClr val="FFFFFF"/>
                </a:solidFill>
                <a:latin typeface="IBM Plex Sans"/>
                <a:ea typeface="IBM Plex Sans"/>
                <a:cs typeface="IBM Plex Sans"/>
                <a:sym typeface="IBM Plex Sans"/>
              </a:endParaRPr>
            </a:p>
          </p:txBody>
        </p:sp>
        <p:sp>
          <p:nvSpPr>
            <p:cNvPr id="409" name="Google Shape;409;p52"/>
            <p:cNvSpPr/>
            <p:nvPr/>
          </p:nvSpPr>
          <p:spPr>
            <a:xfrm>
              <a:off x="511165" y="4180066"/>
              <a:ext cx="939600" cy="68100"/>
            </a:xfrm>
            <a:prstGeom prst="roundRect">
              <a:avLst>
                <a:gd name="adj" fmla="val 44664"/>
              </a:avLst>
            </a:prstGeom>
            <a:solidFill>
              <a:srgbClr val="FC5D0D"/>
            </a:solidFill>
            <a:ln>
              <a:noFill/>
            </a:ln>
          </p:spPr>
          <p:txBody>
            <a:bodyPr spcFirstLastPara="1" wrap="square" lIns="57150" tIns="57150" rIns="57150" bIns="57150" anchor="ctr" anchorCtr="0">
              <a:noAutofit/>
            </a:bodyPr>
            <a:lstStyle/>
            <a:p>
              <a:pPr marL="0" lvl="0" indent="0" algn="ctr" rtl="0">
                <a:spcBef>
                  <a:spcPts val="0"/>
                </a:spcBef>
                <a:spcAft>
                  <a:spcPts val="0"/>
                </a:spcAft>
                <a:buNone/>
              </a:pPr>
              <a:endParaRPr sz="800" b="1">
                <a:solidFill>
                  <a:srgbClr val="FFFFFF"/>
                </a:solidFill>
                <a:latin typeface="IBM Plex Sans"/>
                <a:ea typeface="IBM Plex Sans"/>
                <a:cs typeface="IBM Plex Sans"/>
                <a:sym typeface="IBM Plex Sans"/>
              </a:endParaRPr>
            </a:p>
          </p:txBody>
        </p:sp>
        <p:sp>
          <p:nvSpPr>
            <p:cNvPr id="410" name="Google Shape;410;p52"/>
            <p:cNvSpPr/>
            <p:nvPr/>
          </p:nvSpPr>
          <p:spPr>
            <a:xfrm>
              <a:off x="511165" y="4353597"/>
              <a:ext cx="939600" cy="68100"/>
            </a:xfrm>
            <a:prstGeom prst="roundRect">
              <a:avLst>
                <a:gd name="adj" fmla="val 44664"/>
              </a:avLst>
            </a:prstGeom>
            <a:solidFill>
              <a:srgbClr val="FC5D0D"/>
            </a:solidFill>
            <a:ln>
              <a:noFill/>
            </a:ln>
          </p:spPr>
          <p:txBody>
            <a:bodyPr spcFirstLastPara="1" wrap="square" lIns="57150" tIns="57150" rIns="57150" bIns="57150" anchor="ctr" anchorCtr="0">
              <a:noAutofit/>
            </a:bodyPr>
            <a:lstStyle/>
            <a:p>
              <a:pPr marL="0" lvl="0" indent="0" algn="ctr" rtl="0">
                <a:spcBef>
                  <a:spcPts val="0"/>
                </a:spcBef>
                <a:spcAft>
                  <a:spcPts val="0"/>
                </a:spcAft>
                <a:buNone/>
              </a:pPr>
              <a:endParaRPr sz="800" b="1">
                <a:solidFill>
                  <a:srgbClr val="FFFFFF"/>
                </a:solidFill>
                <a:latin typeface="IBM Plex Sans"/>
                <a:ea typeface="IBM Plex Sans"/>
                <a:cs typeface="IBM Plex Sans"/>
                <a:sym typeface="IBM Plex Sans"/>
              </a:endParaRPr>
            </a:p>
          </p:txBody>
        </p:sp>
        <p:sp>
          <p:nvSpPr>
            <p:cNvPr id="411" name="Google Shape;411;p52"/>
            <p:cNvSpPr/>
            <p:nvPr/>
          </p:nvSpPr>
          <p:spPr>
            <a:xfrm>
              <a:off x="511165" y="4527127"/>
              <a:ext cx="939600" cy="68100"/>
            </a:xfrm>
            <a:prstGeom prst="roundRect">
              <a:avLst>
                <a:gd name="adj" fmla="val 44664"/>
              </a:avLst>
            </a:prstGeom>
            <a:solidFill>
              <a:srgbClr val="FC5D0D"/>
            </a:solidFill>
            <a:ln>
              <a:noFill/>
            </a:ln>
          </p:spPr>
          <p:txBody>
            <a:bodyPr spcFirstLastPara="1" wrap="square" lIns="57150" tIns="57150" rIns="57150" bIns="57150" anchor="ctr" anchorCtr="0">
              <a:noAutofit/>
            </a:bodyPr>
            <a:lstStyle/>
            <a:p>
              <a:pPr marL="0" lvl="0" indent="0" algn="ctr" rtl="0">
                <a:spcBef>
                  <a:spcPts val="0"/>
                </a:spcBef>
                <a:spcAft>
                  <a:spcPts val="0"/>
                </a:spcAft>
                <a:buNone/>
              </a:pPr>
              <a:endParaRPr sz="800" b="1">
                <a:solidFill>
                  <a:srgbClr val="FFFFFF"/>
                </a:solidFill>
                <a:latin typeface="IBM Plex Sans"/>
                <a:ea typeface="IBM Plex Sans"/>
                <a:cs typeface="IBM Plex Sans"/>
                <a:sym typeface="IBM Plex Sans"/>
              </a:endParaRPr>
            </a:p>
          </p:txBody>
        </p:sp>
      </p:gr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matchingName="Title &amp; body - Orangemunda">
  <p:cSld name="TITLE_AND_BODY_2_1">
    <p:bg>
      <p:bgPr>
        <a:solidFill>
          <a:schemeClr val="accent1"/>
        </a:solidFill>
        <a:effectLst/>
      </p:bgPr>
    </p:bg>
    <p:spTree>
      <p:nvGrpSpPr>
        <p:cNvPr id="1" name="Shape 412"/>
        <p:cNvGrpSpPr/>
        <p:nvPr/>
      </p:nvGrpSpPr>
      <p:grpSpPr>
        <a:xfrm>
          <a:off x="0" y="0"/>
          <a:ext cx="0" cy="0"/>
          <a:chOff x="0" y="0"/>
          <a:chExt cx="0" cy="0"/>
        </a:xfrm>
      </p:grpSpPr>
      <p:sp>
        <p:nvSpPr>
          <p:cNvPr id="413" name="Google Shape;413;p53"/>
          <p:cNvSpPr txBox="1">
            <a:spLocks noGrp="1"/>
          </p:cNvSpPr>
          <p:nvPr>
            <p:ph type="title"/>
          </p:nvPr>
        </p:nvSpPr>
        <p:spPr>
          <a:xfrm>
            <a:off x="457200" y="114300"/>
            <a:ext cx="8229600" cy="903300"/>
          </a:xfrm>
          <a:prstGeom prst="rect">
            <a:avLst/>
          </a:prstGeom>
        </p:spPr>
        <p:txBody>
          <a:bodyPr spcFirstLastPara="1" wrap="square" lIns="0" tIns="0" rIns="0" bIns="0" anchor="t" anchorCtr="0">
            <a:normAutofit/>
          </a:bodyPr>
          <a:lstStyle>
            <a:lvl1pPr lvl="0" rtl="0">
              <a:spcBef>
                <a:spcPts val="0"/>
              </a:spcBef>
              <a:spcAft>
                <a:spcPts val="0"/>
              </a:spcAft>
              <a:buClr>
                <a:schemeClr val="lt2"/>
              </a:buClr>
              <a:buSzPts val="3400"/>
              <a:buNone/>
              <a:defRPr>
                <a:solidFill>
                  <a:schemeClr val="lt2"/>
                </a:solidFill>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414" name="Google Shape;414;p53"/>
          <p:cNvSpPr txBox="1">
            <a:spLocks noGrp="1"/>
          </p:cNvSpPr>
          <p:nvPr>
            <p:ph type="sldNum" idx="12"/>
          </p:nvPr>
        </p:nvSpPr>
        <p:spPr>
          <a:xfrm>
            <a:off x="8366700" y="4805546"/>
            <a:ext cx="548700" cy="215400"/>
          </a:xfrm>
          <a:prstGeom prst="rect">
            <a:avLst/>
          </a:prstGeom>
        </p:spPr>
        <p:txBody>
          <a:bodyPr spcFirstLastPara="1" wrap="square" lIns="0" tIns="0" rIns="0" bIns="0" anchor="b" anchorCtr="0">
            <a:norm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pic>
        <p:nvPicPr>
          <p:cNvPr id="415" name="Google Shape;415;p53"/>
          <p:cNvPicPr preferRelativeResize="0"/>
          <p:nvPr/>
        </p:nvPicPr>
        <p:blipFill>
          <a:blip r:embed="rId2">
            <a:alphaModFix/>
          </a:blip>
          <a:stretch>
            <a:fillRect/>
          </a:stretch>
        </p:blipFill>
        <p:spPr>
          <a:xfrm>
            <a:off x="8549318" y="62670"/>
            <a:ext cx="599140" cy="600052"/>
          </a:xfrm>
          <a:prstGeom prst="rect">
            <a:avLst/>
          </a:prstGeom>
          <a:noFill/>
          <a:ln>
            <a:noFill/>
          </a:ln>
        </p:spPr>
      </p:pic>
      <p:sp>
        <p:nvSpPr>
          <p:cNvPr id="416" name="Google Shape;416;p53"/>
          <p:cNvSpPr/>
          <p:nvPr/>
        </p:nvSpPr>
        <p:spPr>
          <a:xfrm>
            <a:off x="458100" y="1158725"/>
            <a:ext cx="8229600" cy="4626000"/>
          </a:xfrm>
          <a:prstGeom prst="roundRect">
            <a:avLst>
              <a:gd name="adj" fmla="val 5243"/>
            </a:avLst>
          </a:prstGeom>
          <a:solidFill>
            <a:schemeClr val="lt2"/>
          </a:solidFill>
          <a:ln>
            <a:noFill/>
          </a:ln>
        </p:spPr>
        <p:txBody>
          <a:bodyPr spcFirstLastPara="1" wrap="square" lIns="91425" tIns="274300" rIns="91425" bIns="91425" anchor="ctr" anchorCtr="0">
            <a:noAutofit/>
          </a:bodyPr>
          <a:lstStyle/>
          <a:p>
            <a:pPr marL="0" lvl="0" indent="0" algn="l" rtl="0">
              <a:spcBef>
                <a:spcPts val="0"/>
              </a:spcBef>
              <a:spcAft>
                <a:spcPts val="0"/>
              </a:spcAft>
              <a:buNone/>
            </a:pPr>
            <a:endParaRPr/>
          </a:p>
        </p:txBody>
      </p:sp>
      <p:sp>
        <p:nvSpPr>
          <p:cNvPr id="417" name="Google Shape;417;p53"/>
          <p:cNvSpPr txBox="1">
            <a:spLocks noGrp="1"/>
          </p:cNvSpPr>
          <p:nvPr>
            <p:ph type="body" idx="1"/>
          </p:nvPr>
        </p:nvSpPr>
        <p:spPr>
          <a:xfrm>
            <a:off x="682650" y="1482075"/>
            <a:ext cx="7778700" cy="3010800"/>
          </a:xfrm>
          <a:prstGeom prst="rect">
            <a:avLst/>
          </a:prstGeom>
        </p:spPr>
        <p:txBody>
          <a:bodyPr spcFirstLastPara="1" wrap="square" lIns="0" tIns="0" rIns="0" bIns="0" anchor="t" anchorCtr="0">
            <a:normAutofit/>
          </a:bodyPr>
          <a:lstStyle>
            <a:lvl1pPr marL="457200" lvl="0" indent="-330200" rtl="0">
              <a:spcBef>
                <a:spcPts val="0"/>
              </a:spcBef>
              <a:spcAft>
                <a:spcPts val="0"/>
              </a:spcAft>
              <a:buSzPts val="1600"/>
              <a:buChar char="■"/>
              <a:defRPr/>
            </a:lvl1pPr>
            <a:lvl2pPr marL="914400" lvl="1" indent="-317500" rtl="0">
              <a:spcBef>
                <a:spcPts val="0"/>
              </a:spcBef>
              <a:spcAft>
                <a:spcPts val="0"/>
              </a:spcAft>
              <a:buSzPts val="1400"/>
              <a:buChar char="■"/>
              <a:defRPr/>
            </a:lvl2pPr>
            <a:lvl3pPr marL="1371600" lvl="2" indent="-317500" rtl="0">
              <a:spcBef>
                <a:spcPts val="0"/>
              </a:spcBef>
              <a:spcAft>
                <a:spcPts val="0"/>
              </a:spcAft>
              <a:buSzPts val="1400"/>
              <a:buChar char="■"/>
              <a:defRPr/>
            </a:lvl3pPr>
            <a:lvl4pPr marL="1828800" lvl="3" indent="-317500" rtl="0">
              <a:spcBef>
                <a:spcPts val="0"/>
              </a:spcBef>
              <a:spcAft>
                <a:spcPts val="0"/>
              </a:spcAft>
              <a:buSzPts val="1400"/>
              <a:buChar char="●"/>
              <a:defRPr/>
            </a:lvl4pPr>
            <a:lvl5pPr marL="2286000" lvl="4" indent="-317500" rtl="0">
              <a:spcBef>
                <a:spcPts val="0"/>
              </a:spcBef>
              <a:spcAft>
                <a:spcPts val="0"/>
              </a:spcAft>
              <a:buSzPts val="1400"/>
              <a:buChar char="○"/>
              <a:defRPr/>
            </a:lvl5pPr>
            <a:lvl6pPr marL="2743200" lvl="5" indent="-317500" rtl="0">
              <a:spcBef>
                <a:spcPts val="0"/>
              </a:spcBef>
              <a:spcAft>
                <a:spcPts val="0"/>
              </a:spcAft>
              <a:buSzPts val="1400"/>
              <a:buChar char="■"/>
              <a:defRPr/>
            </a:lvl6pPr>
            <a:lvl7pPr marL="3200400" lvl="6" indent="-317500" rtl="0">
              <a:spcBef>
                <a:spcPts val="0"/>
              </a:spcBef>
              <a:spcAft>
                <a:spcPts val="0"/>
              </a:spcAft>
              <a:buSzPts val="1400"/>
              <a:buChar char="●"/>
              <a:defRPr/>
            </a:lvl7pPr>
            <a:lvl8pPr marL="3657600" lvl="7" indent="-317500" rtl="0">
              <a:spcBef>
                <a:spcPts val="0"/>
              </a:spcBef>
              <a:spcAft>
                <a:spcPts val="0"/>
              </a:spcAft>
              <a:buSzPts val="1400"/>
              <a:buChar char="○"/>
              <a:defRPr/>
            </a:lvl8pPr>
            <a:lvl9pPr marL="4114800" lvl="8" indent="-317500" rtl="0">
              <a:spcBef>
                <a:spcPts val="0"/>
              </a:spcBef>
              <a:spcAft>
                <a:spcPts val="0"/>
              </a:spcAft>
              <a:buSzPts val="1400"/>
              <a:buChar char="■"/>
              <a:defRPr/>
            </a:lvl9pPr>
          </a:lstStyle>
          <a:p>
            <a:endParaRPr/>
          </a:p>
        </p:txBody>
      </p:sp>
      <p:grpSp>
        <p:nvGrpSpPr>
          <p:cNvPr id="418" name="Google Shape;418;p53"/>
          <p:cNvGrpSpPr/>
          <p:nvPr/>
        </p:nvGrpSpPr>
        <p:grpSpPr>
          <a:xfrm>
            <a:off x="8461349" y="1482075"/>
            <a:ext cx="939600" cy="935752"/>
            <a:chOff x="511165" y="3659475"/>
            <a:chExt cx="939600" cy="935752"/>
          </a:xfrm>
        </p:grpSpPr>
        <p:sp>
          <p:nvSpPr>
            <p:cNvPr id="419" name="Google Shape;419;p53"/>
            <p:cNvSpPr/>
            <p:nvPr/>
          </p:nvSpPr>
          <p:spPr>
            <a:xfrm>
              <a:off x="511165" y="3659475"/>
              <a:ext cx="939600" cy="68100"/>
            </a:xfrm>
            <a:prstGeom prst="roundRect">
              <a:avLst>
                <a:gd name="adj" fmla="val 44664"/>
              </a:avLst>
            </a:prstGeom>
            <a:solidFill>
              <a:schemeClr val="dk2"/>
            </a:solidFill>
            <a:ln>
              <a:noFill/>
            </a:ln>
          </p:spPr>
          <p:txBody>
            <a:bodyPr spcFirstLastPara="1" wrap="square" lIns="57150" tIns="57150" rIns="57150" bIns="57150" anchor="ctr" anchorCtr="0">
              <a:noAutofit/>
            </a:bodyPr>
            <a:lstStyle/>
            <a:p>
              <a:pPr marL="0" lvl="0" indent="0" algn="ctr" rtl="0">
                <a:spcBef>
                  <a:spcPts val="0"/>
                </a:spcBef>
                <a:spcAft>
                  <a:spcPts val="0"/>
                </a:spcAft>
                <a:buNone/>
              </a:pPr>
              <a:endParaRPr sz="800" b="1">
                <a:solidFill>
                  <a:srgbClr val="FFFFFF"/>
                </a:solidFill>
                <a:latin typeface="IBM Plex Sans"/>
                <a:ea typeface="IBM Plex Sans"/>
                <a:cs typeface="IBM Plex Sans"/>
                <a:sym typeface="IBM Plex Sans"/>
              </a:endParaRPr>
            </a:p>
          </p:txBody>
        </p:sp>
        <p:sp>
          <p:nvSpPr>
            <p:cNvPr id="420" name="Google Shape;420;p53"/>
            <p:cNvSpPr/>
            <p:nvPr/>
          </p:nvSpPr>
          <p:spPr>
            <a:xfrm>
              <a:off x="511165" y="3833005"/>
              <a:ext cx="939600" cy="68100"/>
            </a:xfrm>
            <a:prstGeom prst="roundRect">
              <a:avLst>
                <a:gd name="adj" fmla="val 44664"/>
              </a:avLst>
            </a:prstGeom>
            <a:solidFill>
              <a:schemeClr val="dk2"/>
            </a:solidFill>
            <a:ln>
              <a:noFill/>
            </a:ln>
          </p:spPr>
          <p:txBody>
            <a:bodyPr spcFirstLastPara="1" wrap="square" lIns="57150" tIns="57150" rIns="57150" bIns="57150" anchor="ctr" anchorCtr="0">
              <a:noAutofit/>
            </a:bodyPr>
            <a:lstStyle/>
            <a:p>
              <a:pPr marL="0" lvl="0" indent="0" algn="ctr" rtl="0">
                <a:spcBef>
                  <a:spcPts val="0"/>
                </a:spcBef>
                <a:spcAft>
                  <a:spcPts val="0"/>
                </a:spcAft>
                <a:buNone/>
              </a:pPr>
              <a:endParaRPr sz="800" b="1">
                <a:solidFill>
                  <a:srgbClr val="FFFFFF"/>
                </a:solidFill>
                <a:latin typeface="IBM Plex Sans"/>
                <a:ea typeface="IBM Plex Sans"/>
                <a:cs typeface="IBM Plex Sans"/>
                <a:sym typeface="IBM Plex Sans"/>
              </a:endParaRPr>
            </a:p>
          </p:txBody>
        </p:sp>
        <p:sp>
          <p:nvSpPr>
            <p:cNvPr id="421" name="Google Shape;421;p53"/>
            <p:cNvSpPr/>
            <p:nvPr/>
          </p:nvSpPr>
          <p:spPr>
            <a:xfrm>
              <a:off x="511165" y="4006536"/>
              <a:ext cx="939600" cy="68100"/>
            </a:xfrm>
            <a:prstGeom prst="roundRect">
              <a:avLst>
                <a:gd name="adj" fmla="val 44664"/>
              </a:avLst>
            </a:prstGeom>
            <a:solidFill>
              <a:schemeClr val="dk2"/>
            </a:solidFill>
            <a:ln>
              <a:noFill/>
            </a:ln>
          </p:spPr>
          <p:txBody>
            <a:bodyPr spcFirstLastPara="1" wrap="square" lIns="57150" tIns="57150" rIns="57150" bIns="57150" anchor="ctr" anchorCtr="0">
              <a:noAutofit/>
            </a:bodyPr>
            <a:lstStyle/>
            <a:p>
              <a:pPr marL="0" lvl="0" indent="0" algn="ctr" rtl="0">
                <a:spcBef>
                  <a:spcPts val="0"/>
                </a:spcBef>
                <a:spcAft>
                  <a:spcPts val="0"/>
                </a:spcAft>
                <a:buNone/>
              </a:pPr>
              <a:endParaRPr sz="800" b="1">
                <a:solidFill>
                  <a:srgbClr val="FFFFFF"/>
                </a:solidFill>
                <a:latin typeface="IBM Plex Sans"/>
                <a:ea typeface="IBM Plex Sans"/>
                <a:cs typeface="IBM Plex Sans"/>
                <a:sym typeface="IBM Plex Sans"/>
              </a:endParaRPr>
            </a:p>
          </p:txBody>
        </p:sp>
        <p:sp>
          <p:nvSpPr>
            <p:cNvPr id="422" name="Google Shape;422;p53"/>
            <p:cNvSpPr/>
            <p:nvPr/>
          </p:nvSpPr>
          <p:spPr>
            <a:xfrm>
              <a:off x="511165" y="4180066"/>
              <a:ext cx="939600" cy="68100"/>
            </a:xfrm>
            <a:prstGeom prst="roundRect">
              <a:avLst>
                <a:gd name="adj" fmla="val 44664"/>
              </a:avLst>
            </a:prstGeom>
            <a:solidFill>
              <a:schemeClr val="dk2"/>
            </a:solidFill>
            <a:ln>
              <a:noFill/>
            </a:ln>
          </p:spPr>
          <p:txBody>
            <a:bodyPr spcFirstLastPara="1" wrap="square" lIns="57150" tIns="57150" rIns="57150" bIns="57150" anchor="ctr" anchorCtr="0">
              <a:noAutofit/>
            </a:bodyPr>
            <a:lstStyle/>
            <a:p>
              <a:pPr marL="0" lvl="0" indent="0" algn="ctr" rtl="0">
                <a:spcBef>
                  <a:spcPts val="0"/>
                </a:spcBef>
                <a:spcAft>
                  <a:spcPts val="0"/>
                </a:spcAft>
                <a:buNone/>
              </a:pPr>
              <a:endParaRPr sz="800" b="1">
                <a:solidFill>
                  <a:srgbClr val="FFFFFF"/>
                </a:solidFill>
                <a:latin typeface="IBM Plex Sans"/>
                <a:ea typeface="IBM Plex Sans"/>
                <a:cs typeface="IBM Plex Sans"/>
                <a:sym typeface="IBM Plex Sans"/>
              </a:endParaRPr>
            </a:p>
          </p:txBody>
        </p:sp>
        <p:sp>
          <p:nvSpPr>
            <p:cNvPr id="423" name="Google Shape;423;p53"/>
            <p:cNvSpPr/>
            <p:nvPr/>
          </p:nvSpPr>
          <p:spPr>
            <a:xfrm>
              <a:off x="511165" y="4353597"/>
              <a:ext cx="939600" cy="68100"/>
            </a:xfrm>
            <a:prstGeom prst="roundRect">
              <a:avLst>
                <a:gd name="adj" fmla="val 44664"/>
              </a:avLst>
            </a:prstGeom>
            <a:solidFill>
              <a:schemeClr val="dk2"/>
            </a:solidFill>
            <a:ln>
              <a:noFill/>
            </a:ln>
          </p:spPr>
          <p:txBody>
            <a:bodyPr spcFirstLastPara="1" wrap="square" lIns="57150" tIns="57150" rIns="57150" bIns="57150" anchor="ctr" anchorCtr="0">
              <a:noAutofit/>
            </a:bodyPr>
            <a:lstStyle/>
            <a:p>
              <a:pPr marL="0" lvl="0" indent="0" algn="ctr" rtl="0">
                <a:spcBef>
                  <a:spcPts val="0"/>
                </a:spcBef>
                <a:spcAft>
                  <a:spcPts val="0"/>
                </a:spcAft>
                <a:buNone/>
              </a:pPr>
              <a:endParaRPr sz="800" b="1">
                <a:solidFill>
                  <a:srgbClr val="FFFFFF"/>
                </a:solidFill>
                <a:latin typeface="IBM Plex Sans"/>
                <a:ea typeface="IBM Plex Sans"/>
                <a:cs typeface="IBM Plex Sans"/>
                <a:sym typeface="IBM Plex Sans"/>
              </a:endParaRPr>
            </a:p>
          </p:txBody>
        </p:sp>
        <p:sp>
          <p:nvSpPr>
            <p:cNvPr id="424" name="Google Shape;424;p53"/>
            <p:cNvSpPr/>
            <p:nvPr/>
          </p:nvSpPr>
          <p:spPr>
            <a:xfrm>
              <a:off x="511165" y="4527127"/>
              <a:ext cx="939600" cy="68100"/>
            </a:xfrm>
            <a:prstGeom prst="roundRect">
              <a:avLst>
                <a:gd name="adj" fmla="val 44664"/>
              </a:avLst>
            </a:prstGeom>
            <a:solidFill>
              <a:schemeClr val="dk2"/>
            </a:solidFill>
            <a:ln>
              <a:noFill/>
            </a:ln>
          </p:spPr>
          <p:txBody>
            <a:bodyPr spcFirstLastPara="1" wrap="square" lIns="57150" tIns="57150" rIns="57150" bIns="57150" anchor="ctr" anchorCtr="0">
              <a:noAutofit/>
            </a:bodyPr>
            <a:lstStyle/>
            <a:p>
              <a:pPr marL="0" lvl="0" indent="0" algn="ctr" rtl="0">
                <a:spcBef>
                  <a:spcPts val="0"/>
                </a:spcBef>
                <a:spcAft>
                  <a:spcPts val="0"/>
                </a:spcAft>
                <a:buNone/>
              </a:pPr>
              <a:endParaRPr sz="800" b="1">
                <a:solidFill>
                  <a:srgbClr val="FFFFFF"/>
                </a:solidFill>
                <a:latin typeface="IBM Plex Sans"/>
                <a:ea typeface="IBM Plex Sans"/>
                <a:cs typeface="IBM Plex Sans"/>
                <a:sym typeface="IBM Plex Sans"/>
              </a:endParaRPr>
            </a:p>
          </p:txBody>
        </p:sp>
      </p:gr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matchingName="Title &amp; body - 2 column Simple">
  <p:cSld name="TITLE_AND_BODY_1">
    <p:spTree>
      <p:nvGrpSpPr>
        <p:cNvPr id="1" name="Shape 425"/>
        <p:cNvGrpSpPr/>
        <p:nvPr/>
      </p:nvGrpSpPr>
      <p:grpSpPr>
        <a:xfrm>
          <a:off x="0" y="0"/>
          <a:ext cx="0" cy="0"/>
          <a:chOff x="0" y="0"/>
          <a:chExt cx="0" cy="0"/>
        </a:xfrm>
      </p:grpSpPr>
      <p:sp>
        <p:nvSpPr>
          <p:cNvPr id="426" name="Google Shape;426;p54"/>
          <p:cNvSpPr txBox="1">
            <a:spLocks noGrp="1"/>
          </p:cNvSpPr>
          <p:nvPr>
            <p:ph type="title"/>
          </p:nvPr>
        </p:nvSpPr>
        <p:spPr>
          <a:xfrm>
            <a:off x="457200" y="114300"/>
            <a:ext cx="8229600" cy="903300"/>
          </a:xfrm>
          <a:prstGeom prst="rect">
            <a:avLst/>
          </a:prstGeom>
        </p:spPr>
        <p:txBody>
          <a:bodyPr spcFirstLastPara="1" wrap="square" lIns="0" tIns="0" rIns="0" bIns="0" anchor="t" anchorCtr="0">
            <a:normAutofit/>
          </a:bodyPr>
          <a:lstStyle>
            <a:lvl1pPr lvl="0" rtl="0">
              <a:spcBef>
                <a:spcPts val="0"/>
              </a:spcBef>
              <a:spcAft>
                <a:spcPts val="0"/>
              </a:spcAft>
              <a:buSzPts val="34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427" name="Google Shape;427;p54"/>
          <p:cNvSpPr txBox="1">
            <a:spLocks noGrp="1"/>
          </p:cNvSpPr>
          <p:nvPr>
            <p:ph type="body" idx="1"/>
          </p:nvPr>
        </p:nvSpPr>
        <p:spPr>
          <a:xfrm>
            <a:off x="457200" y="1733450"/>
            <a:ext cx="4016100" cy="2835300"/>
          </a:xfrm>
          <a:prstGeom prst="rect">
            <a:avLst/>
          </a:prstGeom>
        </p:spPr>
        <p:txBody>
          <a:bodyPr spcFirstLastPara="1" wrap="square" lIns="0" tIns="0" rIns="0" bIns="0" anchor="t" anchorCtr="0">
            <a:normAutofit/>
          </a:bodyPr>
          <a:lstStyle>
            <a:lvl1pPr marL="457200" lvl="0" indent="-330200" rtl="0">
              <a:spcBef>
                <a:spcPts val="0"/>
              </a:spcBef>
              <a:spcAft>
                <a:spcPts val="0"/>
              </a:spcAft>
              <a:buSzPts val="1600"/>
              <a:buChar char="■"/>
              <a:defRPr/>
            </a:lvl1pPr>
            <a:lvl2pPr marL="914400" lvl="1" indent="-317500" rtl="0">
              <a:spcBef>
                <a:spcPts val="0"/>
              </a:spcBef>
              <a:spcAft>
                <a:spcPts val="0"/>
              </a:spcAft>
              <a:buSzPts val="1400"/>
              <a:buChar char="■"/>
              <a:defRPr/>
            </a:lvl2pPr>
            <a:lvl3pPr marL="1371600" lvl="2" indent="-317500" rtl="0">
              <a:spcBef>
                <a:spcPts val="0"/>
              </a:spcBef>
              <a:spcAft>
                <a:spcPts val="0"/>
              </a:spcAft>
              <a:buSzPts val="1400"/>
              <a:buChar char="■"/>
              <a:defRPr/>
            </a:lvl3pPr>
            <a:lvl4pPr marL="1828800" lvl="3" indent="-317500" rtl="0">
              <a:spcBef>
                <a:spcPts val="0"/>
              </a:spcBef>
              <a:spcAft>
                <a:spcPts val="0"/>
              </a:spcAft>
              <a:buSzPts val="1400"/>
              <a:buChar char="●"/>
              <a:defRPr/>
            </a:lvl4pPr>
            <a:lvl5pPr marL="2286000" lvl="4" indent="-317500" rtl="0">
              <a:spcBef>
                <a:spcPts val="0"/>
              </a:spcBef>
              <a:spcAft>
                <a:spcPts val="0"/>
              </a:spcAft>
              <a:buSzPts val="1400"/>
              <a:buChar char="○"/>
              <a:defRPr/>
            </a:lvl5pPr>
            <a:lvl6pPr marL="2743200" lvl="5" indent="-317500" rtl="0">
              <a:spcBef>
                <a:spcPts val="0"/>
              </a:spcBef>
              <a:spcAft>
                <a:spcPts val="0"/>
              </a:spcAft>
              <a:buSzPts val="1400"/>
              <a:buChar char="■"/>
              <a:defRPr/>
            </a:lvl6pPr>
            <a:lvl7pPr marL="3200400" lvl="6" indent="-317500" rtl="0">
              <a:spcBef>
                <a:spcPts val="0"/>
              </a:spcBef>
              <a:spcAft>
                <a:spcPts val="0"/>
              </a:spcAft>
              <a:buSzPts val="1400"/>
              <a:buChar char="●"/>
              <a:defRPr/>
            </a:lvl7pPr>
            <a:lvl8pPr marL="3657600" lvl="7" indent="-317500" rtl="0">
              <a:spcBef>
                <a:spcPts val="0"/>
              </a:spcBef>
              <a:spcAft>
                <a:spcPts val="0"/>
              </a:spcAft>
              <a:buSzPts val="1400"/>
              <a:buChar char="○"/>
              <a:defRPr/>
            </a:lvl8pPr>
            <a:lvl9pPr marL="4114800" lvl="8" indent="-317500" rtl="0">
              <a:spcBef>
                <a:spcPts val="0"/>
              </a:spcBef>
              <a:spcAft>
                <a:spcPts val="0"/>
              </a:spcAft>
              <a:buSzPts val="1400"/>
              <a:buChar char="■"/>
              <a:defRPr/>
            </a:lvl9pPr>
          </a:lstStyle>
          <a:p>
            <a:endParaRPr/>
          </a:p>
        </p:txBody>
      </p:sp>
      <p:sp>
        <p:nvSpPr>
          <p:cNvPr id="428" name="Google Shape;428;p54"/>
          <p:cNvSpPr txBox="1">
            <a:spLocks noGrp="1"/>
          </p:cNvSpPr>
          <p:nvPr>
            <p:ph type="sldNum" idx="12"/>
          </p:nvPr>
        </p:nvSpPr>
        <p:spPr>
          <a:xfrm>
            <a:off x="8366700" y="4805546"/>
            <a:ext cx="548700" cy="215400"/>
          </a:xfrm>
          <a:prstGeom prst="rect">
            <a:avLst/>
          </a:prstGeom>
        </p:spPr>
        <p:txBody>
          <a:bodyPr spcFirstLastPara="1" wrap="square" lIns="0" tIns="0" rIns="0" bIns="0" anchor="b"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
        <p:nvSpPr>
          <p:cNvPr id="429" name="Google Shape;429;p54"/>
          <p:cNvSpPr txBox="1">
            <a:spLocks noGrp="1"/>
          </p:cNvSpPr>
          <p:nvPr>
            <p:ph type="body" idx="2"/>
          </p:nvPr>
        </p:nvSpPr>
        <p:spPr>
          <a:xfrm>
            <a:off x="4670700" y="1733450"/>
            <a:ext cx="4016100" cy="2835300"/>
          </a:xfrm>
          <a:prstGeom prst="rect">
            <a:avLst/>
          </a:prstGeom>
        </p:spPr>
        <p:txBody>
          <a:bodyPr spcFirstLastPara="1" wrap="square" lIns="0" tIns="0" rIns="0" bIns="0" anchor="t" anchorCtr="0">
            <a:normAutofit/>
          </a:bodyPr>
          <a:lstStyle>
            <a:lvl1pPr marL="457200" lvl="0" indent="-330200" rtl="0">
              <a:spcBef>
                <a:spcPts val="0"/>
              </a:spcBef>
              <a:spcAft>
                <a:spcPts val="0"/>
              </a:spcAft>
              <a:buSzPts val="1600"/>
              <a:buChar char="■"/>
              <a:defRPr/>
            </a:lvl1pPr>
            <a:lvl2pPr marL="914400" lvl="1" indent="-317500" rtl="0">
              <a:spcBef>
                <a:spcPts val="0"/>
              </a:spcBef>
              <a:spcAft>
                <a:spcPts val="0"/>
              </a:spcAft>
              <a:buSzPts val="1400"/>
              <a:buChar char="■"/>
              <a:defRPr/>
            </a:lvl2pPr>
            <a:lvl3pPr marL="1371600" lvl="2" indent="-317500" rtl="0">
              <a:spcBef>
                <a:spcPts val="0"/>
              </a:spcBef>
              <a:spcAft>
                <a:spcPts val="0"/>
              </a:spcAft>
              <a:buSzPts val="1400"/>
              <a:buChar char="■"/>
              <a:defRPr/>
            </a:lvl3pPr>
            <a:lvl4pPr marL="1828800" lvl="3" indent="-317500" rtl="0">
              <a:spcBef>
                <a:spcPts val="0"/>
              </a:spcBef>
              <a:spcAft>
                <a:spcPts val="0"/>
              </a:spcAft>
              <a:buSzPts val="1400"/>
              <a:buChar char="●"/>
              <a:defRPr/>
            </a:lvl4pPr>
            <a:lvl5pPr marL="2286000" lvl="4" indent="-317500" rtl="0">
              <a:spcBef>
                <a:spcPts val="0"/>
              </a:spcBef>
              <a:spcAft>
                <a:spcPts val="0"/>
              </a:spcAft>
              <a:buSzPts val="1400"/>
              <a:buChar char="○"/>
              <a:defRPr/>
            </a:lvl5pPr>
            <a:lvl6pPr marL="2743200" lvl="5" indent="-317500" rtl="0">
              <a:spcBef>
                <a:spcPts val="0"/>
              </a:spcBef>
              <a:spcAft>
                <a:spcPts val="0"/>
              </a:spcAft>
              <a:buSzPts val="1400"/>
              <a:buChar char="■"/>
              <a:defRPr/>
            </a:lvl6pPr>
            <a:lvl7pPr marL="3200400" lvl="6" indent="-317500" rtl="0">
              <a:spcBef>
                <a:spcPts val="0"/>
              </a:spcBef>
              <a:spcAft>
                <a:spcPts val="0"/>
              </a:spcAft>
              <a:buSzPts val="1400"/>
              <a:buChar char="●"/>
              <a:defRPr/>
            </a:lvl7pPr>
            <a:lvl8pPr marL="3657600" lvl="7" indent="-317500" rtl="0">
              <a:spcBef>
                <a:spcPts val="0"/>
              </a:spcBef>
              <a:spcAft>
                <a:spcPts val="0"/>
              </a:spcAft>
              <a:buSzPts val="1400"/>
              <a:buChar char="○"/>
              <a:defRPr/>
            </a:lvl8pPr>
            <a:lvl9pPr marL="4114800" lvl="8" indent="-317500" rtl="0">
              <a:spcBef>
                <a:spcPts val="0"/>
              </a:spcBef>
              <a:spcAft>
                <a:spcPts val="0"/>
              </a:spcAft>
              <a:buSzPts val="1400"/>
              <a:buChar char="■"/>
              <a:defRPr/>
            </a:lvl9pPr>
          </a:lstStyle>
          <a:p>
            <a:endParaRPr/>
          </a:p>
        </p:txBody>
      </p:sp>
      <p:sp>
        <p:nvSpPr>
          <p:cNvPr id="430" name="Google Shape;430;p54"/>
          <p:cNvSpPr txBox="1">
            <a:spLocks noGrp="1"/>
          </p:cNvSpPr>
          <p:nvPr>
            <p:ph type="subTitle" idx="3"/>
          </p:nvPr>
        </p:nvSpPr>
        <p:spPr>
          <a:xfrm>
            <a:off x="467075" y="1149725"/>
            <a:ext cx="4016100" cy="450600"/>
          </a:xfrm>
          <a:prstGeom prst="rect">
            <a:avLst/>
          </a:prstGeom>
        </p:spPr>
        <p:txBody>
          <a:bodyPr spcFirstLastPara="1" wrap="square" lIns="0" tIns="0" rIns="0" bIns="0" anchor="t" anchorCtr="0">
            <a:normAutofit/>
          </a:bodyPr>
          <a:lstStyle>
            <a:lvl1pPr lvl="0" rtl="0">
              <a:lnSpc>
                <a:spcPct val="100000"/>
              </a:lnSpc>
              <a:spcBef>
                <a:spcPts val="0"/>
              </a:spcBef>
              <a:spcAft>
                <a:spcPts val="0"/>
              </a:spcAft>
              <a:buClr>
                <a:schemeClr val="accent4"/>
              </a:buClr>
              <a:buSzPts val="2000"/>
              <a:buFont typeface="IBM Plex Sans Medium"/>
              <a:buNone/>
              <a:defRPr sz="2000">
                <a:solidFill>
                  <a:schemeClr val="accent4"/>
                </a:solidFill>
                <a:latin typeface="IBM Plex Sans Medium"/>
                <a:ea typeface="IBM Plex Sans Medium"/>
                <a:cs typeface="IBM Plex Sans Medium"/>
                <a:sym typeface="IBM Plex Sans Medium"/>
              </a:defRPr>
            </a:lvl1pPr>
            <a:lvl2pPr lvl="1" rtl="0">
              <a:lnSpc>
                <a:spcPct val="100000"/>
              </a:lnSpc>
              <a:spcBef>
                <a:spcPts val="0"/>
              </a:spcBef>
              <a:spcAft>
                <a:spcPts val="0"/>
              </a:spcAft>
              <a:buClr>
                <a:schemeClr val="accent4"/>
              </a:buClr>
              <a:buSzPts val="2000"/>
              <a:buFont typeface="IBM Plex Sans Medium"/>
              <a:buNone/>
              <a:defRPr sz="2000">
                <a:solidFill>
                  <a:schemeClr val="accent4"/>
                </a:solidFill>
                <a:latin typeface="IBM Plex Sans Medium"/>
                <a:ea typeface="IBM Plex Sans Medium"/>
                <a:cs typeface="IBM Plex Sans Medium"/>
                <a:sym typeface="IBM Plex Sans Medium"/>
              </a:defRPr>
            </a:lvl2pPr>
            <a:lvl3pPr lvl="2" rtl="0">
              <a:lnSpc>
                <a:spcPct val="100000"/>
              </a:lnSpc>
              <a:spcBef>
                <a:spcPts val="0"/>
              </a:spcBef>
              <a:spcAft>
                <a:spcPts val="0"/>
              </a:spcAft>
              <a:buClr>
                <a:schemeClr val="accent4"/>
              </a:buClr>
              <a:buSzPts val="2000"/>
              <a:buFont typeface="IBM Plex Sans Medium"/>
              <a:buNone/>
              <a:defRPr sz="2000">
                <a:solidFill>
                  <a:schemeClr val="accent4"/>
                </a:solidFill>
                <a:latin typeface="IBM Plex Sans Medium"/>
                <a:ea typeface="IBM Plex Sans Medium"/>
                <a:cs typeface="IBM Plex Sans Medium"/>
                <a:sym typeface="IBM Plex Sans Medium"/>
              </a:defRPr>
            </a:lvl3pPr>
            <a:lvl4pPr lvl="3" rtl="0">
              <a:lnSpc>
                <a:spcPct val="100000"/>
              </a:lnSpc>
              <a:spcBef>
                <a:spcPts val="0"/>
              </a:spcBef>
              <a:spcAft>
                <a:spcPts val="0"/>
              </a:spcAft>
              <a:buClr>
                <a:schemeClr val="accent4"/>
              </a:buClr>
              <a:buSzPts val="2000"/>
              <a:buFont typeface="IBM Plex Sans Medium"/>
              <a:buNone/>
              <a:defRPr sz="2000">
                <a:solidFill>
                  <a:schemeClr val="accent4"/>
                </a:solidFill>
                <a:latin typeface="IBM Plex Sans Medium"/>
                <a:ea typeface="IBM Plex Sans Medium"/>
                <a:cs typeface="IBM Plex Sans Medium"/>
                <a:sym typeface="IBM Plex Sans Medium"/>
              </a:defRPr>
            </a:lvl4pPr>
            <a:lvl5pPr lvl="4" rtl="0">
              <a:lnSpc>
                <a:spcPct val="100000"/>
              </a:lnSpc>
              <a:spcBef>
                <a:spcPts val="0"/>
              </a:spcBef>
              <a:spcAft>
                <a:spcPts val="0"/>
              </a:spcAft>
              <a:buClr>
                <a:schemeClr val="accent4"/>
              </a:buClr>
              <a:buSzPts val="2000"/>
              <a:buFont typeface="IBM Plex Sans Medium"/>
              <a:buNone/>
              <a:defRPr sz="2000">
                <a:solidFill>
                  <a:schemeClr val="accent4"/>
                </a:solidFill>
                <a:latin typeface="IBM Plex Sans Medium"/>
                <a:ea typeface="IBM Plex Sans Medium"/>
                <a:cs typeface="IBM Plex Sans Medium"/>
                <a:sym typeface="IBM Plex Sans Medium"/>
              </a:defRPr>
            </a:lvl5pPr>
            <a:lvl6pPr lvl="5" rtl="0">
              <a:lnSpc>
                <a:spcPct val="100000"/>
              </a:lnSpc>
              <a:spcBef>
                <a:spcPts val="0"/>
              </a:spcBef>
              <a:spcAft>
                <a:spcPts val="0"/>
              </a:spcAft>
              <a:buClr>
                <a:schemeClr val="accent4"/>
              </a:buClr>
              <a:buSzPts val="2000"/>
              <a:buFont typeface="IBM Plex Sans Medium"/>
              <a:buNone/>
              <a:defRPr sz="2000">
                <a:solidFill>
                  <a:schemeClr val="accent4"/>
                </a:solidFill>
                <a:latin typeface="IBM Plex Sans Medium"/>
                <a:ea typeface="IBM Plex Sans Medium"/>
                <a:cs typeface="IBM Plex Sans Medium"/>
                <a:sym typeface="IBM Plex Sans Medium"/>
              </a:defRPr>
            </a:lvl6pPr>
            <a:lvl7pPr lvl="6" rtl="0">
              <a:lnSpc>
                <a:spcPct val="100000"/>
              </a:lnSpc>
              <a:spcBef>
                <a:spcPts val="0"/>
              </a:spcBef>
              <a:spcAft>
                <a:spcPts val="0"/>
              </a:spcAft>
              <a:buClr>
                <a:schemeClr val="accent4"/>
              </a:buClr>
              <a:buSzPts val="2000"/>
              <a:buFont typeface="IBM Plex Sans Medium"/>
              <a:buNone/>
              <a:defRPr sz="2000">
                <a:solidFill>
                  <a:schemeClr val="accent4"/>
                </a:solidFill>
                <a:latin typeface="IBM Plex Sans Medium"/>
                <a:ea typeface="IBM Plex Sans Medium"/>
                <a:cs typeface="IBM Plex Sans Medium"/>
                <a:sym typeface="IBM Plex Sans Medium"/>
              </a:defRPr>
            </a:lvl7pPr>
            <a:lvl8pPr lvl="7" rtl="0">
              <a:lnSpc>
                <a:spcPct val="100000"/>
              </a:lnSpc>
              <a:spcBef>
                <a:spcPts val="0"/>
              </a:spcBef>
              <a:spcAft>
                <a:spcPts val="0"/>
              </a:spcAft>
              <a:buClr>
                <a:schemeClr val="accent4"/>
              </a:buClr>
              <a:buSzPts val="2000"/>
              <a:buFont typeface="IBM Plex Sans Medium"/>
              <a:buNone/>
              <a:defRPr sz="2000">
                <a:solidFill>
                  <a:schemeClr val="accent4"/>
                </a:solidFill>
                <a:latin typeface="IBM Plex Sans Medium"/>
                <a:ea typeface="IBM Plex Sans Medium"/>
                <a:cs typeface="IBM Plex Sans Medium"/>
                <a:sym typeface="IBM Plex Sans Medium"/>
              </a:defRPr>
            </a:lvl8pPr>
            <a:lvl9pPr lvl="8" rtl="0">
              <a:lnSpc>
                <a:spcPct val="100000"/>
              </a:lnSpc>
              <a:spcBef>
                <a:spcPts val="0"/>
              </a:spcBef>
              <a:spcAft>
                <a:spcPts val="0"/>
              </a:spcAft>
              <a:buClr>
                <a:schemeClr val="accent4"/>
              </a:buClr>
              <a:buSzPts val="2000"/>
              <a:buFont typeface="IBM Plex Sans Medium"/>
              <a:buNone/>
              <a:defRPr sz="2000">
                <a:solidFill>
                  <a:schemeClr val="accent4"/>
                </a:solidFill>
                <a:latin typeface="IBM Plex Sans Medium"/>
                <a:ea typeface="IBM Plex Sans Medium"/>
                <a:cs typeface="IBM Plex Sans Medium"/>
                <a:sym typeface="IBM Plex Sans Medium"/>
              </a:defRPr>
            </a:lvl9pPr>
          </a:lstStyle>
          <a:p>
            <a:endParaRPr/>
          </a:p>
        </p:txBody>
      </p:sp>
      <p:sp>
        <p:nvSpPr>
          <p:cNvPr id="431" name="Google Shape;431;p54"/>
          <p:cNvSpPr txBox="1">
            <a:spLocks noGrp="1"/>
          </p:cNvSpPr>
          <p:nvPr>
            <p:ph type="subTitle" idx="4"/>
          </p:nvPr>
        </p:nvSpPr>
        <p:spPr>
          <a:xfrm>
            <a:off x="4670700" y="1149725"/>
            <a:ext cx="4016100" cy="450600"/>
          </a:xfrm>
          <a:prstGeom prst="rect">
            <a:avLst/>
          </a:prstGeom>
        </p:spPr>
        <p:txBody>
          <a:bodyPr spcFirstLastPara="1" wrap="square" lIns="0" tIns="0" rIns="0" bIns="0" anchor="t" anchorCtr="0">
            <a:normAutofit/>
          </a:bodyPr>
          <a:lstStyle>
            <a:lvl1pPr lvl="0" rtl="0">
              <a:lnSpc>
                <a:spcPct val="100000"/>
              </a:lnSpc>
              <a:spcBef>
                <a:spcPts val="0"/>
              </a:spcBef>
              <a:spcAft>
                <a:spcPts val="0"/>
              </a:spcAft>
              <a:buClr>
                <a:schemeClr val="accent4"/>
              </a:buClr>
              <a:buSzPts val="2000"/>
              <a:buFont typeface="IBM Plex Sans Medium"/>
              <a:buNone/>
              <a:defRPr sz="2000">
                <a:solidFill>
                  <a:schemeClr val="accent4"/>
                </a:solidFill>
                <a:latin typeface="IBM Plex Sans Medium"/>
                <a:ea typeface="IBM Plex Sans Medium"/>
                <a:cs typeface="IBM Plex Sans Medium"/>
                <a:sym typeface="IBM Plex Sans Medium"/>
              </a:defRPr>
            </a:lvl1pPr>
            <a:lvl2pPr lvl="1" rtl="0">
              <a:lnSpc>
                <a:spcPct val="100000"/>
              </a:lnSpc>
              <a:spcBef>
                <a:spcPts val="0"/>
              </a:spcBef>
              <a:spcAft>
                <a:spcPts val="0"/>
              </a:spcAft>
              <a:buClr>
                <a:schemeClr val="accent4"/>
              </a:buClr>
              <a:buSzPts val="2000"/>
              <a:buFont typeface="IBM Plex Sans Medium"/>
              <a:buNone/>
              <a:defRPr sz="2000">
                <a:solidFill>
                  <a:schemeClr val="accent4"/>
                </a:solidFill>
                <a:latin typeface="IBM Plex Sans Medium"/>
                <a:ea typeface="IBM Plex Sans Medium"/>
                <a:cs typeface="IBM Plex Sans Medium"/>
                <a:sym typeface="IBM Plex Sans Medium"/>
              </a:defRPr>
            </a:lvl2pPr>
            <a:lvl3pPr lvl="2" rtl="0">
              <a:lnSpc>
                <a:spcPct val="100000"/>
              </a:lnSpc>
              <a:spcBef>
                <a:spcPts val="0"/>
              </a:spcBef>
              <a:spcAft>
                <a:spcPts val="0"/>
              </a:spcAft>
              <a:buClr>
                <a:schemeClr val="accent4"/>
              </a:buClr>
              <a:buSzPts val="2000"/>
              <a:buFont typeface="IBM Plex Sans Medium"/>
              <a:buNone/>
              <a:defRPr sz="2000">
                <a:solidFill>
                  <a:schemeClr val="accent4"/>
                </a:solidFill>
                <a:latin typeface="IBM Plex Sans Medium"/>
                <a:ea typeface="IBM Plex Sans Medium"/>
                <a:cs typeface="IBM Plex Sans Medium"/>
                <a:sym typeface="IBM Plex Sans Medium"/>
              </a:defRPr>
            </a:lvl3pPr>
            <a:lvl4pPr lvl="3" rtl="0">
              <a:lnSpc>
                <a:spcPct val="100000"/>
              </a:lnSpc>
              <a:spcBef>
                <a:spcPts val="0"/>
              </a:spcBef>
              <a:spcAft>
                <a:spcPts val="0"/>
              </a:spcAft>
              <a:buClr>
                <a:schemeClr val="accent4"/>
              </a:buClr>
              <a:buSzPts val="2000"/>
              <a:buFont typeface="IBM Plex Sans Medium"/>
              <a:buNone/>
              <a:defRPr sz="2000">
                <a:solidFill>
                  <a:schemeClr val="accent4"/>
                </a:solidFill>
                <a:latin typeface="IBM Plex Sans Medium"/>
                <a:ea typeface="IBM Plex Sans Medium"/>
                <a:cs typeface="IBM Plex Sans Medium"/>
                <a:sym typeface="IBM Plex Sans Medium"/>
              </a:defRPr>
            </a:lvl4pPr>
            <a:lvl5pPr lvl="4" rtl="0">
              <a:lnSpc>
                <a:spcPct val="100000"/>
              </a:lnSpc>
              <a:spcBef>
                <a:spcPts val="0"/>
              </a:spcBef>
              <a:spcAft>
                <a:spcPts val="0"/>
              </a:spcAft>
              <a:buClr>
                <a:schemeClr val="accent4"/>
              </a:buClr>
              <a:buSzPts val="2000"/>
              <a:buFont typeface="IBM Plex Sans Medium"/>
              <a:buNone/>
              <a:defRPr sz="2000">
                <a:solidFill>
                  <a:schemeClr val="accent4"/>
                </a:solidFill>
                <a:latin typeface="IBM Plex Sans Medium"/>
                <a:ea typeface="IBM Plex Sans Medium"/>
                <a:cs typeface="IBM Plex Sans Medium"/>
                <a:sym typeface="IBM Plex Sans Medium"/>
              </a:defRPr>
            </a:lvl5pPr>
            <a:lvl6pPr lvl="5" rtl="0">
              <a:lnSpc>
                <a:spcPct val="100000"/>
              </a:lnSpc>
              <a:spcBef>
                <a:spcPts val="0"/>
              </a:spcBef>
              <a:spcAft>
                <a:spcPts val="0"/>
              </a:spcAft>
              <a:buClr>
                <a:schemeClr val="accent4"/>
              </a:buClr>
              <a:buSzPts val="2000"/>
              <a:buFont typeface="IBM Plex Sans Medium"/>
              <a:buNone/>
              <a:defRPr sz="2000">
                <a:solidFill>
                  <a:schemeClr val="accent4"/>
                </a:solidFill>
                <a:latin typeface="IBM Plex Sans Medium"/>
                <a:ea typeface="IBM Plex Sans Medium"/>
                <a:cs typeface="IBM Plex Sans Medium"/>
                <a:sym typeface="IBM Plex Sans Medium"/>
              </a:defRPr>
            </a:lvl6pPr>
            <a:lvl7pPr lvl="6" rtl="0">
              <a:lnSpc>
                <a:spcPct val="100000"/>
              </a:lnSpc>
              <a:spcBef>
                <a:spcPts val="0"/>
              </a:spcBef>
              <a:spcAft>
                <a:spcPts val="0"/>
              </a:spcAft>
              <a:buClr>
                <a:schemeClr val="accent4"/>
              </a:buClr>
              <a:buSzPts val="2000"/>
              <a:buFont typeface="IBM Plex Sans Medium"/>
              <a:buNone/>
              <a:defRPr sz="2000">
                <a:solidFill>
                  <a:schemeClr val="accent4"/>
                </a:solidFill>
                <a:latin typeface="IBM Plex Sans Medium"/>
                <a:ea typeface="IBM Plex Sans Medium"/>
                <a:cs typeface="IBM Plex Sans Medium"/>
                <a:sym typeface="IBM Plex Sans Medium"/>
              </a:defRPr>
            </a:lvl7pPr>
            <a:lvl8pPr lvl="7" rtl="0">
              <a:lnSpc>
                <a:spcPct val="100000"/>
              </a:lnSpc>
              <a:spcBef>
                <a:spcPts val="0"/>
              </a:spcBef>
              <a:spcAft>
                <a:spcPts val="0"/>
              </a:spcAft>
              <a:buClr>
                <a:schemeClr val="accent4"/>
              </a:buClr>
              <a:buSzPts val="2000"/>
              <a:buFont typeface="IBM Plex Sans Medium"/>
              <a:buNone/>
              <a:defRPr sz="2000">
                <a:solidFill>
                  <a:schemeClr val="accent4"/>
                </a:solidFill>
                <a:latin typeface="IBM Plex Sans Medium"/>
                <a:ea typeface="IBM Plex Sans Medium"/>
                <a:cs typeface="IBM Plex Sans Medium"/>
                <a:sym typeface="IBM Plex Sans Medium"/>
              </a:defRPr>
            </a:lvl8pPr>
            <a:lvl9pPr lvl="8" rtl="0">
              <a:lnSpc>
                <a:spcPct val="100000"/>
              </a:lnSpc>
              <a:spcBef>
                <a:spcPts val="0"/>
              </a:spcBef>
              <a:spcAft>
                <a:spcPts val="0"/>
              </a:spcAft>
              <a:buClr>
                <a:schemeClr val="accent4"/>
              </a:buClr>
              <a:buSzPts val="2000"/>
              <a:buFont typeface="IBM Plex Sans Medium"/>
              <a:buNone/>
              <a:defRPr sz="2000">
                <a:solidFill>
                  <a:schemeClr val="accent4"/>
                </a:solidFill>
                <a:latin typeface="IBM Plex Sans Medium"/>
                <a:ea typeface="IBM Plex Sans Medium"/>
                <a:cs typeface="IBM Plex Sans Medium"/>
                <a:sym typeface="IBM Plex Sans Medium"/>
              </a:defRPr>
            </a:lvl9pPr>
          </a:lstStyle>
          <a:p>
            <a:endParaRPr/>
          </a:p>
        </p:txBody>
      </p:sp>
      <p:pic>
        <p:nvPicPr>
          <p:cNvPr id="432" name="Google Shape;432;p54"/>
          <p:cNvPicPr preferRelativeResize="0"/>
          <p:nvPr/>
        </p:nvPicPr>
        <p:blipFill>
          <a:blip r:embed="rId2">
            <a:alphaModFix/>
          </a:blip>
          <a:stretch>
            <a:fillRect/>
          </a:stretch>
        </p:blipFill>
        <p:spPr>
          <a:xfrm>
            <a:off x="8544852" y="62010"/>
            <a:ext cx="599140" cy="599141"/>
          </a:xfrm>
          <a:prstGeom prst="rect">
            <a:avLst/>
          </a:prstGeom>
          <a:noFill/>
          <a:ln>
            <a:noFill/>
          </a:ln>
        </p:spPr>
      </p:pic>
      <p:sp>
        <p:nvSpPr>
          <p:cNvPr id="433" name="Google Shape;433;p54"/>
          <p:cNvSpPr txBox="1">
            <a:spLocks noGrp="1"/>
          </p:cNvSpPr>
          <p:nvPr>
            <p:ph type="subTitle" idx="5"/>
          </p:nvPr>
        </p:nvSpPr>
        <p:spPr>
          <a:xfrm>
            <a:off x="467075" y="4814525"/>
            <a:ext cx="2326500" cy="206400"/>
          </a:xfrm>
          <a:prstGeom prst="rect">
            <a:avLst/>
          </a:prstGeom>
        </p:spPr>
        <p:txBody>
          <a:bodyPr spcFirstLastPara="1" wrap="square" lIns="0" tIns="0" rIns="0" bIns="0" anchor="b" anchorCtr="0">
            <a:normAutofit/>
          </a:bodyPr>
          <a:lstStyle>
            <a:lvl1pPr lvl="0" rtl="0">
              <a:spcBef>
                <a:spcPts val="0"/>
              </a:spcBef>
              <a:spcAft>
                <a:spcPts val="0"/>
              </a:spcAft>
              <a:buClr>
                <a:schemeClr val="dk2"/>
              </a:buClr>
              <a:buSzPts val="700"/>
              <a:buNone/>
              <a:defRPr sz="700">
                <a:solidFill>
                  <a:schemeClr val="dk2"/>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matchingName="Title &amp; body - 2 column Orangemunda">
  <p:cSld name="TITLE_AND_BODY_1_1">
    <p:bg>
      <p:bgPr>
        <a:solidFill>
          <a:schemeClr val="accent1"/>
        </a:solidFill>
        <a:effectLst/>
      </p:bgPr>
    </p:bg>
    <p:spTree>
      <p:nvGrpSpPr>
        <p:cNvPr id="1" name="Shape 434"/>
        <p:cNvGrpSpPr/>
        <p:nvPr/>
      </p:nvGrpSpPr>
      <p:grpSpPr>
        <a:xfrm>
          <a:off x="0" y="0"/>
          <a:ext cx="0" cy="0"/>
          <a:chOff x="0" y="0"/>
          <a:chExt cx="0" cy="0"/>
        </a:xfrm>
      </p:grpSpPr>
      <p:sp>
        <p:nvSpPr>
          <p:cNvPr id="435" name="Google Shape;435;p55"/>
          <p:cNvSpPr/>
          <p:nvPr/>
        </p:nvSpPr>
        <p:spPr>
          <a:xfrm>
            <a:off x="458100" y="1158725"/>
            <a:ext cx="4016100" cy="4626000"/>
          </a:xfrm>
          <a:prstGeom prst="roundRect">
            <a:avLst>
              <a:gd name="adj" fmla="val 6039"/>
            </a:avLst>
          </a:prstGeom>
          <a:solidFill>
            <a:srgbClr val="1F2A4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6" name="Google Shape;436;p55"/>
          <p:cNvSpPr/>
          <p:nvPr/>
        </p:nvSpPr>
        <p:spPr>
          <a:xfrm>
            <a:off x="458100" y="1733450"/>
            <a:ext cx="4016100" cy="4626000"/>
          </a:xfrm>
          <a:prstGeom prst="roundRect">
            <a:avLst>
              <a:gd name="adj" fmla="val 5144"/>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7" name="Google Shape;437;p55"/>
          <p:cNvSpPr txBox="1">
            <a:spLocks noGrp="1"/>
          </p:cNvSpPr>
          <p:nvPr>
            <p:ph type="title"/>
          </p:nvPr>
        </p:nvSpPr>
        <p:spPr>
          <a:xfrm>
            <a:off x="457200" y="114300"/>
            <a:ext cx="8229600" cy="903300"/>
          </a:xfrm>
          <a:prstGeom prst="rect">
            <a:avLst/>
          </a:prstGeom>
        </p:spPr>
        <p:txBody>
          <a:bodyPr spcFirstLastPara="1" wrap="square" lIns="0" tIns="0" rIns="0" bIns="0" anchor="t" anchorCtr="0">
            <a:normAutofit/>
          </a:bodyPr>
          <a:lstStyle>
            <a:lvl1pPr lvl="0" rtl="0">
              <a:spcBef>
                <a:spcPts val="0"/>
              </a:spcBef>
              <a:spcAft>
                <a:spcPts val="0"/>
              </a:spcAft>
              <a:buClr>
                <a:schemeClr val="lt2"/>
              </a:buClr>
              <a:buSzPts val="3400"/>
              <a:buNone/>
              <a:defRPr>
                <a:solidFill>
                  <a:schemeClr val="lt2"/>
                </a:solidFill>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438" name="Google Shape;438;p55"/>
          <p:cNvSpPr txBox="1">
            <a:spLocks noGrp="1"/>
          </p:cNvSpPr>
          <p:nvPr>
            <p:ph type="body" idx="1"/>
          </p:nvPr>
        </p:nvSpPr>
        <p:spPr>
          <a:xfrm>
            <a:off x="691650" y="1939351"/>
            <a:ext cx="3548400" cy="2697600"/>
          </a:xfrm>
          <a:prstGeom prst="rect">
            <a:avLst/>
          </a:prstGeom>
        </p:spPr>
        <p:txBody>
          <a:bodyPr spcFirstLastPara="1" wrap="square" lIns="0" tIns="0" rIns="0" bIns="0" anchor="t" anchorCtr="0">
            <a:normAutofit/>
          </a:bodyPr>
          <a:lstStyle>
            <a:lvl1pPr marL="457200" lvl="0" indent="-330200" rtl="0">
              <a:spcBef>
                <a:spcPts val="0"/>
              </a:spcBef>
              <a:spcAft>
                <a:spcPts val="0"/>
              </a:spcAft>
              <a:buSzPts val="1600"/>
              <a:buChar char="■"/>
              <a:defRPr sz="1600"/>
            </a:lvl1pPr>
            <a:lvl2pPr marL="914400" lvl="1" indent="-317500" rtl="0">
              <a:spcBef>
                <a:spcPts val="0"/>
              </a:spcBef>
              <a:spcAft>
                <a:spcPts val="0"/>
              </a:spcAft>
              <a:buSzPts val="1400"/>
              <a:buChar char="■"/>
              <a:defRPr/>
            </a:lvl2pPr>
            <a:lvl3pPr marL="1371600" lvl="2" indent="-317500" rtl="0">
              <a:spcBef>
                <a:spcPts val="0"/>
              </a:spcBef>
              <a:spcAft>
                <a:spcPts val="0"/>
              </a:spcAft>
              <a:buSzPts val="1400"/>
              <a:buChar char="■"/>
              <a:defRPr/>
            </a:lvl3pPr>
            <a:lvl4pPr marL="1828800" lvl="3" indent="-317500" rtl="0">
              <a:spcBef>
                <a:spcPts val="0"/>
              </a:spcBef>
              <a:spcAft>
                <a:spcPts val="0"/>
              </a:spcAft>
              <a:buSzPts val="1400"/>
              <a:buChar char="●"/>
              <a:defRPr/>
            </a:lvl4pPr>
            <a:lvl5pPr marL="2286000" lvl="4" indent="-317500" rtl="0">
              <a:spcBef>
                <a:spcPts val="0"/>
              </a:spcBef>
              <a:spcAft>
                <a:spcPts val="0"/>
              </a:spcAft>
              <a:buSzPts val="1400"/>
              <a:buChar char="○"/>
              <a:defRPr/>
            </a:lvl5pPr>
            <a:lvl6pPr marL="2743200" lvl="5" indent="-317500" rtl="0">
              <a:spcBef>
                <a:spcPts val="0"/>
              </a:spcBef>
              <a:spcAft>
                <a:spcPts val="0"/>
              </a:spcAft>
              <a:buSzPts val="1400"/>
              <a:buChar char="■"/>
              <a:defRPr/>
            </a:lvl6pPr>
            <a:lvl7pPr marL="3200400" lvl="6" indent="-317500" rtl="0">
              <a:spcBef>
                <a:spcPts val="0"/>
              </a:spcBef>
              <a:spcAft>
                <a:spcPts val="0"/>
              </a:spcAft>
              <a:buSzPts val="1400"/>
              <a:buChar char="●"/>
              <a:defRPr/>
            </a:lvl7pPr>
            <a:lvl8pPr marL="3657600" lvl="7" indent="-317500" rtl="0">
              <a:spcBef>
                <a:spcPts val="0"/>
              </a:spcBef>
              <a:spcAft>
                <a:spcPts val="0"/>
              </a:spcAft>
              <a:buSzPts val="1400"/>
              <a:buChar char="○"/>
              <a:defRPr/>
            </a:lvl8pPr>
            <a:lvl9pPr marL="4114800" lvl="8" indent="-317500" rtl="0">
              <a:spcBef>
                <a:spcPts val="0"/>
              </a:spcBef>
              <a:spcAft>
                <a:spcPts val="0"/>
              </a:spcAft>
              <a:buSzPts val="1400"/>
              <a:buChar char="■"/>
              <a:defRPr/>
            </a:lvl9pPr>
          </a:lstStyle>
          <a:p>
            <a:endParaRPr/>
          </a:p>
        </p:txBody>
      </p:sp>
      <p:sp>
        <p:nvSpPr>
          <p:cNvPr id="439" name="Google Shape;439;p55"/>
          <p:cNvSpPr txBox="1">
            <a:spLocks noGrp="1"/>
          </p:cNvSpPr>
          <p:nvPr>
            <p:ph type="sldNum" idx="12"/>
          </p:nvPr>
        </p:nvSpPr>
        <p:spPr>
          <a:xfrm>
            <a:off x="8366700" y="4805546"/>
            <a:ext cx="548700" cy="215400"/>
          </a:xfrm>
          <a:prstGeom prst="rect">
            <a:avLst/>
          </a:prstGeom>
        </p:spPr>
        <p:txBody>
          <a:bodyPr spcFirstLastPara="1" wrap="square" lIns="0" tIns="0" rIns="0" bIns="0" anchor="b" anchorCtr="0">
            <a:norm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
        <p:nvSpPr>
          <p:cNvPr id="440" name="Google Shape;440;p55"/>
          <p:cNvSpPr txBox="1">
            <a:spLocks noGrp="1"/>
          </p:cNvSpPr>
          <p:nvPr>
            <p:ph type="subTitle" idx="2"/>
          </p:nvPr>
        </p:nvSpPr>
        <p:spPr>
          <a:xfrm>
            <a:off x="700375" y="1218001"/>
            <a:ext cx="3548400" cy="450600"/>
          </a:xfrm>
          <a:prstGeom prst="rect">
            <a:avLst/>
          </a:prstGeom>
        </p:spPr>
        <p:txBody>
          <a:bodyPr spcFirstLastPara="1" wrap="square" lIns="0" tIns="0" rIns="0" bIns="0" anchor="ctr" anchorCtr="0">
            <a:normAutofit/>
          </a:bodyPr>
          <a:lstStyle>
            <a:lvl1pPr lvl="0" algn="ctr" rtl="0">
              <a:lnSpc>
                <a:spcPct val="100000"/>
              </a:lnSpc>
              <a:spcBef>
                <a:spcPts val="0"/>
              </a:spcBef>
              <a:spcAft>
                <a:spcPts val="0"/>
              </a:spcAft>
              <a:buClr>
                <a:schemeClr val="lt2"/>
              </a:buClr>
              <a:buSzPts val="2000"/>
              <a:buFont typeface="IBM Plex Sans Medium"/>
              <a:buNone/>
              <a:defRPr sz="2000">
                <a:solidFill>
                  <a:schemeClr val="lt2"/>
                </a:solidFill>
                <a:latin typeface="IBM Plex Sans Medium"/>
                <a:ea typeface="IBM Plex Sans Medium"/>
                <a:cs typeface="IBM Plex Sans Medium"/>
                <a:sym typeface="IBM Plex Sans Medium"/>
              </a:defRPr>
            </a:lvl1pPr>
            <a:lvl2pPr lvl="1" algn="ctr" rtl="0">
              <a:lnSpc>
                <a:spcPct val="100000"/>
              </a:lnSpc>
              <a:spcBef>
                <a:spcPts val="0"/>
              </a:spcBef>
              <a:spcAft>
                <a:spcPts val="0"/>
              </a:spcAft>
              <a:buSzPts val="2000"/>
              <a:buFont typeface="IBM Plex Sans Medium"/>
              <a:buNone/>
              <a:defRPr sz="2000">
                <a:latin typeface="IBM Plex Sans Medium"/>
                <a:ea typeface="IBM Plex Sans Medium"/>
                <a:cs typeface="IBM Plex Sans Medium"/>
                <a:sym typeface="IBM Plex Sans Medium"/>
              </a:defRPr>
            </a:lvl2pPr>
            <a:lvl3pPr lvl="2" algn="ctr" rtl="0">
              <a:lnSpc>
                <a:spcPct val="100000"/>
              </a:lnSpc>
              <a:spcBef>
                <a:spcPts val="0"/>
              </a:spcBef>
              <a:spcAft>
                <a:spcPts val="0"/>
              </a:spcAft>
              <a:buSzPts val="2000"/>
              <a:buFont typeface="IBM Plex Sans Medium"/>
              <a:buNone/>
              <a:defRPr sz="2000">
                <a:latin typeface="IBM Plex Sans Medium"/>
                <a:ea typeface="IBM Plex Sans Medium"/>
                <a:cs typeface="IBM Plex Sans Medium"/>
                <a:sym typeface="IBM Plex Sans Medium"/>
              </a:defRPr>
            </a:lvl3pPr>
            <a:lvl4pPr lvl="3" algn="ctr" rtl="0">
              <a:lnSpc>
                <a:spcPct val="100000"/>
              </a:lnSpc>
              <a:spcBef>
                <a:spcPts val="0"/>
              </a:spcBef>
              <a:spcAft>
                <a:spcPts val="0"/>
              </a:spcAft>
              <a:buSzPts val="2000"/>
              <a:buFont typeface="IBM Plex Sans Medium"/>
              <a:buNone/>
              <a:defRPr sz="2000">
                <a:latin typeface="IBM Plex Sans Medium"/>
                <a:ea typeface="IBM Plex Sans Medium"/>
                <a:cs typeface="IBM Plex Sans Medium"/>
                <a:sym typeface="IBM Plex Sans Medium"/>
              </a:defRPr>
            </a:lvl4pPr>
            <a:lvl5pPr lvl="4" algn="ctr" rtl="0">
              <a:lnSpc>
                <a:spcPct val="100000"/>
              </a:lnSpc>
              <a:spcBef>
                <a:spcPts val="0"/>
              </a:spcBef>
              <a:spcAft>
                <a:spcPts val="0"/>
              </a:spcAft>
              <a:buSzPts val="2000"/>
              <a:buFont typeface="IBM Plex Sans Medium"/>
              <a:buNone/>
              <a:defRPr sz="2000">
                <a:latin typeface="IBM Plex Sans Medium"/>
                <a:ea typeface="IBM Plex Sans Medium"/>
                <a:cs typeface="IBM Plex Sans Medium"/>
                <a:sym typeface="IBM Plex Sans Medium"/>
              </a:defRPr>
            </a:lvl5pPr>
            <a:lvl6pPr lvl="5" algn="ctr" rtl="0">
              <a:lnSpc>
                <a:spcPct val="100000"/>
              </a:lnSpc>
              <a:spcBef>
                <a:spcPts val="0"/>
              </a:spcBef>
              <a:spcAft>
                <a:spcPts val="0"/>
              </a:spcAft>
              <a:buSzPts val="2000"/>
              <a:buFont typeface="IBM Plex Sans Medium"/>
              <a:buNone/>
              <a:defRPr sz="2000">
                <a:latin typeface="IBM Plex Sans Medium"/>
                <a:ea typeface="IBM Plex Sans Medium"/>
                <a:cs typeface="IBM Plex Sans Medium"/>
                <a:sym typeface="IBM Plex Sans Medium"/>
              </a:defRPr>
            </a:lvl6pPr>
            <a:lvl7pPr lvl="6" algn="ctr" rtl="0">
              <a:lnSpc>
                <a:spcPct val="100000"/>
              </a:lnSpc>
              <a:spcBef>
                <a:spcPts val="0"/>
              </a:spcBef>
              <a:spcAft>
                <a:spcPts val="0"/>
              </a:spcAft>
              <a:buSzPts val="2000"/>
              <a:buFont typeface="IBM Plex Sans Medium"/>
              <a:buNone/>
              <a:defRPr sz="2000">
                <a:latin typeface="IBM Plex Sans Medium"/>
                <a:ea typeface="IBM Plex Sans Medium"/>
                <a:cs typeface="IBM Plex Sans Medium"/>
                <a:sym typeface="IBM Plex Sans Medium"/>
              </a:defRPr>
            </a:lvl7pPr>
            <a:lvl8pPr lvl="7" algn="ctr" rtl="0">
              <a:lnSpc>
                <a:spcPct val="100000"/>
              </a:lnSpc>
              <a:spcBef>
                <a:spcPts val="0"/>
              </a:spcBef>
              <a:spcAft>
                <a:spcPts val="0"/>
              </a:spcAft>
              <a:buSzPts val="2000"/>
              <a:buFont typeface="IBM Plex Sans Medium"/>
              <a:buNone/>
              <a:defRPr sz="2000">
                <a:latin typeface="IBM Plex Sans Medium"/>
                <a:ea typeface="IBM Plex Sans Medium"/>
                <a:cs typeface="IBM Plex Sans Medium"/>
                <a:sym typeface="IBM Plex Sans Medium"/>
              </a:defRPr>
            </a:lvl8pPr>
            <a:lvl9pPr lvl="8" algn="ctr" rtl="0">
              <a:lnSpc>
                <a:spcPct val="100000"/>
              </a:lnSpc>
              <a:spcBef>
                <a:spcPts val="0"/>
              </a:spcBef>
              <a:spcAft>
                <a:spcPts val="0"/>
              </a:spcAft>
              <a:buSzPts val="2000"/>
              <a:buFont typeface="IBM Plex Sans Medium"/>
              <a:buNone/>
              <a:defRPr sz="2000">
                <a:latin typeface="IBM Plex Sans Medium"/>
                <a:ea typeface="IBM Plex Sans Medium"/>
                <a:cs typeface="IBM Plex Sans Medium"/>
                <a:sym typeface="IBM Plex Sans Medium"/>
              </a:defRPr>
            </a:lvl9pPr>
          </a:lstStyle>
          <a:p>
            <a:endParaRPr/>
          </a:p>
        </p:txBody>
      </p:sp>
      <p:pic>
        <p:nvPicPr>
          <p:cNvPr id="441" name="Google Shape;441;p55"/>
          <p:cNvPicPr preferRelativeResize="0"/>
          <p:nvPr/>
        </p:nvPicPr>
        <p:blipFill>
          <a:blip r:embed="rId2">
            <a:alphaModFix/>
          </a:blip>
          <a:stretch>
            <a:fillRect/>
          </a:stretch>
        </p:blipFill>
        <p:spPr>
          <a:xfrm>
            <a:off x="8549318" y="62670"/>
            <a:ext cx="599140" cy="600052"/>
          </a:xfrm>
          <a:prstGeom prst="rect">
            <a:avLst/>
          </a:prstGeom>
          <a:noFill/>
          <a:ln>
            <a:noFill/>
          </a:ln>
        </p:spPr>
      </p:pic>
      <p:sp>
        <p:nvSpPr>
          <p:cNvPr id="442" name="Google Shape;442;p55"/>
          <p:cNvSpPr/>
          <p:nvPr/>
        </p:nvSpPr>
        <p:spPr>
          <a:xfrm>
            <a:off x="4670700" y="1158725"/>
            <a:ext cx="4016100" cy="4626000"/>
          </a:xfrm>
          <a:prstGeom prst="roundRect">
            <a:avLst>
              <a:gd name="adj" fmla="val 5818"/>
            </a:avLst>
          </a:prstGeom>
          <a:solidFill>
            <a:srgbClr val="1F2A4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3" name="Google Shape;443;p55"/>
          <p:cNvSpPr/>
          <p:nvPr/>
        </p:nvSpPr>
        <p:spPr>
          <a:xfrm>
            <a:off x="4670700" y="1733450"/>
            <a:ext cx="4016100" cy="4626000"/>
          </a:xfrm>
          <a:prstGeom prst="roundRect">
            <a:avLst>
              <a:gd name="adj" fmla="val 5147"/>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4" name="Google Shape;444;p55"/>
          <p:cNvSpPr txBox="1">
            <a:spLocks noGrp="1"/>
          </p:cNvSpPr>
          <p:nvPr>
            <p:ph type="body" idx="3"/>
          </p:nvPr>
        </p:nvSpPr>
        <p:spPr>
          <a:xfrm>
            <a:off x="4904250" y="1939351"/>
            <a:ext cx="3548400" cy="2697600"/>
          </a:xfrm>
          <a:prstGeom prst="rect">
            <a:avLst/>
          </a:prstGeom>
        </p:spPr>
        <p:txBody>
          <a:bodyPr spcFirstLastPara="1" wrap="square" lIns="0" tIns="0" rIns="0" bIns="0" anchor="t" anchorCtr="0">
            <a:normAutofit/>
          </a:bodyPr>
          <a:lstStyle>
            <a:lvl1pPr marL="457200" lvl="0" indent="-330200" rtl="0">
              <a:spcBef>
                <a:spcPts val="0"/>
              </a:spcBef>
              <a:spcAft>
                <a:spcPts val="0"/>
              </a:spcAft>
              <a:buSzPts val="1600"/>
              <a:buChar char="■"/>
              <a:defRPr sz="1600"/>
            </a:lvl1pPr>
            <a:lvl2pPr marL="914400" lvl="1" indent="-317500" rtl="0">
              <a:spcBef>
                <a:spcPts val="0"/>
              </a:spcBef>
              <a:spcAft>
                <a:spcPts val="0"/>
              </a:spcAft>
              <a:buSzPts val="1400"/>
              <a:buChar char="■"/>
              <a:defRPr/>
            </a:lvl2pPr>
            <a:lvl3pPr marL="1371600" lvl="2" indent="-317500" rtl="0">
              <a:spcBef>
                <a:spcPts val="0"/>
              </a:spcBef>
              <a:spcAft>
                <a:spcPts val="0"/>
              </a:spcAft>
              <a:buSzPts val="1400"/>
              <a:buChar char="■"/>
              <a:defRPr/>
            </a:lvl3pPr>
            <a:lvl4pPr marL="1828800" lvl="3" indent="-317500" rtl="0">
              <a:spcBef>
                <a:spcPts val="0"/>
              </a:spcBef>
              <a:spcAft>
                <a:spcPts val="0"/>
              </a:spcAft>
              <a:buSzPts val="1400"/>
              <a:buChar char="●"/>
              <a:defRPr/>
            </a:lvl4pPr>
            <a:lvl5pPr marL="2286000" lvl="4" indent="-317500" rtl="0">
              <a:spcBef>
                <a:spcPts val="0"/>
              </a:spcBef>
              <a:spcAft>
                <a:spcPts val="0"/>
              </a:spcAft>
              <a:buSzPts val="1400"/>
              <a:buChar char="○"/>
              <a:defRPr/>
            </a:lvl5pPr>
            <a:lvl6pPr marL="2743200" lvl="5" indent="-317500" rtl="0">
              <a:spcBef>
                <a:spcPts val="0"/>
              </a:spcBef>
              <a:spcAft>
                <a:spcPts val="0"/>
              </a:spcAft>
              <a:buSzPts val="1400"/>
              <a:buChar char="■"/>
              <a:defRPr/>
            </a:lvl6pPr>
            <a:lvl7pPr marL="3200400" lvl="6" indent="-317500" rtl="0">
              <a:spcBef>
                <a:spcPts val="0"/>
              </a:spcBef>
              <a:spcAft>
                <a:spcPts val="0"/>
              </a:spcAft>
              <a:buSzPts val="1400"/>
              <a:buChar char="●"/>
              <a:defRPr/>
            </a:lvl7pPr>
            <a:lvl8pPr marL="3657600" lvl="7" indent="-317500" rtl="0">
              <a:spcBef>
                <a:spcPts val="0"/>
              </a:spcBef>
              <a:spcAft>
                <a:spcPts val="0"/>
              </a:spcAft>
              <a:buSzPts val="1400"/>
              <a:buChar char="○"/>
              <a:defRPr/>
            </a:lvl8pPr>
            <a:lvl9pPr marL="4114800" lvl="8" indent="-317500" rtl="0">
              <a:spcBef>
                <a:spcPts val="0"/>
              </a:spcBef>
              <a:spcAft>
                <a:spcPts val="0"/>
              </a:spcAft>
              <a:buSzPts val="1400"/>
              <a:buChar char="■"/>
              <a:defRPr/>
            </a:lvl9pPr>
          </a:lstStyle>
          <a:p>
            <a:endParaRPr/>
          </a:p>
        </p:txBody>
      </p:sp>
      <p:sp>
        <p:nvSpPr>
          <p:cNvPr id="445" name="Google Shape;445;p55"/>
          <p:cNvSpPr txBox="1">
            <a:spLocks noGrp="1"/>
          </p:cNvSpPr>
          <p:nvPr>
            <p:ph type="subTitle" idx="4"/>
          </p:nvPr>
        </p:nvSpPr>
        <p:spPr>
          <a:xfrm>
            <a:off x="4912975" y="1218001"/>
            <a:ext cx="3548400" cy="450600"/>
          </a:xfrm>
          <a:prstGeom prst="rect">
            <a:avLst/>
          </a:prstGeom>
        </p:spPr>
        <p:txBody>
          <a:bodyPr spcFirstLastPara="1" wrap="square" lIns="0" tIns="0" rIns="0" bIns="0" anchor="ctr" anchorCtr="0">
            <a:normAutofit/>
          </a:bodyPr>
          <a:lstStyle>
            <a:lvl1pPr lvl="0" algn="ctr" rtl="0">
              <a:lnSpc>
                <a:spcPct val="100000"/>
              </a:lnSpc>
              <a:spcBef>
                <a:spcPts val="0"/>
              </a:spcBef>
              <a:spcAft>
                <a:spcPts val="0"/>
              </a:spcAft>
              <a:buClr>
                <a:schemeClr val="lt2"/>
              </a:buClr>
              <a:buSzPts val="2000"/>
              <a:buFont typeface="IBM Plex Sans Medium"/>
              <a:buNone/>
              <a:defRPr sz="2000">
                <a:solidFill>
                  <a:schemeClr val="lt2"/>
                </a:solidFill>
                <a:latin typeface="IBM Plex Sans Medium"/>
                <a:ea typeface="IBM Plex Sans Medium"/>
                <a:cs typeface="IBM Plex Sans Medium"/>
                <a:sym typeface="IBM Plex Sans Medium"/>
              </a:defRPr>
            </a:lvl1pPr>
            <a:lvl2pPr lvl="1" algn="ctr" rtl="0">
              <a:lnSpc>
                <a:spcPct val="100000"/>
              </a:lnSpc>
              <a:spcBef>
                <a:spcPts val="0"/>
              </a:spcBef>
              <a:spcAft>
                <a:spcPts val="0"/>
              </a:spcAft>
              <a:buSzPts val="2000"/>
              <a:buFont typeface="IBM Plex Sans Medium"/>
              <a:buNone/>
              <a:defRPr sz="2000">
                <a:latin typeface="IBM Plex Sans Medium"/>
                <a:ea typeface="IBM Plex Sans Medium"/>
                <a:cs typeface="IBM Plex Sans Medium"/>
                <a:sym typeface="IBM Plex Sans Medium"/>
              </a:defRPr>
            </a:lvl2pPr>
            <a:lvl3pPr lvl="2" algn="ctr" rtl="0">
              <a:lnSpc>
                <a:spcPct val="100000"/>
              </a:lnSpc>
              <a:spcBef>
                <a:spcPts val="0"/>
              </a:spcBef>
              <a:spcAft>
                <a:spcPts val="0"/>
              </a:spcAft>
              <a:buSzPts val="2000"/>
              <a:buFont typeface="IBM Plex Sans Medium"/>
              <a:buNone/>
              <a:defRPr sz="2000">
                <a:latin typeface="IBM Plex Sans Medium"/>
                <a:ea typeface="IBM Plex Sans Medium"/>
                <a:cs typeface="IBM Plex Sans Medium"/>
                <a:sym typeface="IBM Plex Sans Medium"/>
              </a:defRPr>
            </a:lvl3pPr>
            <a:lvl4pPr lvl="3" algn="ctr" rtl="0">
              <a:lnSpc>
                <a:spcPct val="100000"/>
              </a:lnSpc>
              <a:spcBef>
                <a:spcPts val="0"/>
              </a:spcBef>
              <a:spcAft>
                <a:spcPts val="0"/>
              </a:spcAft>
              <a:buSzPts val="2000"/>
              <a:buFont typeface="IBM Plex Sans Medium"/>
              <a:buNone/>
              <a:defRPr sz="2000">
                <a:latin typeface="IBM Plex Sans Medium"/>
                <a:ea typeface="IBM Plex Sans Medium"/>
                <a:cs typeface="IBM Plex Sans Medium"/>
                <a:sym typeface="IBM Plex Sans Medium"/>
              </a:defRPr>
            </a:lvl4pPr>
            <a:lvl5pPr lvl="4" algn="ctr" rtl="0">
              <a:lnSpc>
                <a:spcPct val="100000"/>
              </a:lnSpc>
              <a:spcBef>
                <a:spcPts val="0"/>
              </a:spcBef>
              <a:spcAft>
                <a:spcPts val="0"/>
              </a:spcAft>
              <a:buSzPts val="2000"/>
              <a:buFont typeface="IBM Plex Sans Medium"/>
              <a:buNone/>
              <a:defRPr sz="2000">
                <a:latin typeface="IBM Plex Sans Medium"/>
                <a:ea typeface="IBM Plex Sans Medium"/>
                <a:cs typeface="IBM Plex Sans Medium"/>
                <a:sym typeface="IBM Plex Sans Medium"/>
              </a:defRPr>
            </a:lvl5pPr>
            <a:lvl6pPr lvl="5" algn="ctr" rtl="0">
              <a:lnSpc>
                <a:spcPct val="100000"/>
              </a:lnSpc>
              <a:spcBef>
                <a:spcPts val="0"/>
              </a:spcBef>
              <a:spcAft>
                <a:spcPts val="0"/>
              </a:spcAft>
              <a:buSzPts val="2000"/>
              <a:buFont typeface="IBM Plex Sans Medium"/>
              <a:buNone/>
              <a:defRPr sz="2000">
                <a:latin typeface="IBM Plex Sans Medium"/>
                <a:ea typeface="IBM Plex Sans Medium"/>
                <a:cs typeface="IBM Plex Sans Medium"/>
                <a:sym typeface="IBM Plex Sans Medium"/>
              </a:defRPr>
            </a:lvl6pPr>
            <a:lvl7pPr lvl="6" algn="ctr" rtl="0">
              <a:lnSpc>
                <a:spcPct val="100000"/>
              </a:lnSpc>
              <a:spcBef>
                <a:spcPts val="0"/>
              </a:spcBef>
              <a:spcAft>
                <a:spcPts val="0"/>
              </a:spcAft>
              <a:buSzPts val="2000"/>
              <a:buFont typeface="IBM Plex Sans Medium"/>
              <a:buNone/>
              <a:defRPr sz="2000">
                <a:latin typeface="IBM Plex Sans Medium"/>
                <a:ea typeface="IBM Plex Sans Medium"/>
                <a:cs typeface="IBM Plex Sans Medium"/>
                <a:sym typeface="IBM Plex Sans Medium"/>
              </a:defRPr>
            </a:lvl7pPr>
            <a:lvl8pPr lvl="7" algn="ctr" rtl="0">
              <a:lnSpc>
                <a:spcPct val="100000"/>
              </a:lnSpc>
              <a:spcBef>
                <a:spcPts val="0"/>
              </a:spcBef>
              <a:spcAft>
                <a:spcPts val="0"/>
              </a:spcAft>
              <a:buSzPts val="2000"/>
              <a:buFont typeface="IBM Plex Sans Medium"/>
              <a:buNone/>
              <a:defRPr sz="2000">
                <a:latin typeface="IBM Plex Sans Medium"/>
                <a:ea typeface="IBM Plex Sans Medium"/>
                <a:cs typeface="IBM Plex Sans Medium"/>
                <a:sym typeface="IBM Plex Sans Medium"/>
              </a:defRPr>
            </a:lvl8pPr>
            <a:lvl9pPr lvl="8" algn="ctr" rtl="0">
              <a:lnSpc>
                <a:spcPct val="100000"/>
              </a:lnSpc>
              <a:spcBef>
                <a:spcPts val="0"/>
              </a:spcBef>
              <a:spcAft>
                <a:spcPts val="0"/>
              </a:spcAft>
              <a:buSzPts val="2000"/>
              <a:buFont typeface="IBM Plex Sans Medium"/>
              <a:buNone/>
              <a:defRPr sz="2000">
                <a:latin typeface="IBM Plex Sans Medium"/>
                <a:ea typeface="IBM Plex Sans Medium"/>
                <a:cs typeface="IBM Plex Sans Medium"/>
                <a:sym typeface="IBM Plex Sans Medium"/>
              </a:defRPr>
            </a:lvl9pPr>
          </a:lstStyle>
          <a:p>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matchingName="3 Column - Black">
  <p:cSld name="TITLE_ONLY_1_6_1">
    <p:bg>
      <p:bgPr>
        <a:solidFill>
          <a:schemeClr val="dk2"/>
        </a:solidFill>
        <a:effectLst/>
      </p:bgPr>
    </p:bg>
    <p:spTree>
      <p:nvGrpSpPr>
        <p:cNvPr id="1" name="Shape 446"/>
        <p:cNvGrpSpPr/>
        <p:nvPr/>
      </p:nvGrpSpPr>
      <p:grpSpPr>
        <a:xfrm>
          <a:off x="0" y="0"/>
          <a:ext cx="0" cy="0"/>
          <a:chOff x="0" y="0"/>
          <a:chExt cx="0" cy="0"/>
        </a:xfrm>
      </p:grpSpPr>
      <p:sp>
        <p:nvSpPr>
          <p:cNvPr id="447" name="Google Shape;447;p56"/>
          <p:cNvSpPr txBox="1">
            <a:spLocks noGrp="1"/>
          </p:cNvSpPr>
          <p:nvPr>
            <p:ph type="title"/>
          </p:nvPr>
        </p:nvSpPr>
        <p:spPr>
          <a:xfrm>
            <a:off x="457200" y="114300"/>
            <a:ext cx="8229600" cy="903300"/>
          </a:xfrm>
          <a:prstGeom prst="rect">
            <a:avLst/>
          </a:prstGeom>
        </p:spPr>
        <p:txBody>
          <a:bodyPr spcFirstLastPara="1" wrap="square" lIns="0" tIns="0" rIns="0" bIns="0" anchor="t" anchorCtr="0">
            <a:normAutofit/>
          </a:bodyPr>
          <a:lstStyle>
            <a:lvl1pPr lvl="0" rtl="0">
              <a:spcBef>
                <a:spcPts val="0"/>
              </a:spcBef>
              <a:spcAft>
                <a:spcPts val="0"/>
              </a:spcAft>
              <a:buClr>
                <a:schemeClr val="lt2"/>
              </a:buClr>
              <a:buSzPts val="3400"/>
              <a:buNone/>
              <a:defRPr>
                <a:solidFill>
                  <a:schemeClr val="lt2"/>
                </a:solidFill>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448" name="Google Shape;448;p56"/>
          <p:cNvSpPr txBox="1">
            <a:spLocks noGrp="1"/>
          </p:cNvSpPr>
          <p:nvPr>
            <p:ph type="sldNum" idx="12"/>
          </p:nvPr>
        </p:nvSpPr>
        <p:spPr>
          <a:xfrm>
            <a:off x="8366700" y="4805546"/>
            <a:ext cx="548700" cy="215400"/>
          </a:xfrm>
          <a:prstGeom prst="rect">
            <a:avLst/>
          </a:prstGeom>
        </p:spPr>
        <p:txBody>
          <a:bodyPr spcFirstLastPara="1" wrap="square" lIns="0" tIns="0" rIns="0" bIns="0" anchor="b" anchorCtr="0">
            <a:normAutofit/>
          </a:bodyPr>
          <a:lstStyle>
            <a:lvl1pPr lvl="0" rtl="0">
              <a:buNone/>
              <a:defRPr>
                <a:solidFill>
                  <a:schemeClr val="accent5"/>
                </a:solidFill>
              </a:defRPr>
            </a:lvl1pPr>
            <a:lvl2pPr lvl="1" rtl="0">
              <a:buNone/>
              <a:defRPr>
                <a:solidFill>
                  <a:schemeClr val="accent5"/>
                </a:solidFill>
              </a:defRPr>
            </a:lvl2pPr>
            <a:lvl3pPr lvl="2" rtl="0">
              <a:buNone/>
              <a:defRPr>
                <a:solidFill>
                  <a:schemeClr val="accent5"/>
                </a:solidFill>
              </a:defRPr>
            </a:lvl3pPr>
            <a:lvl4pPr lvl="3" rtl="0">
              <a:buNone/>
              <a:defRPr>
                <a:solidFill>
                  <a:schemeClr val="accent5"/>
                </a:solidFill>
              </a:defRPr>
            </a:lvl4pPr>
            <a:lvl5pPr lvl="4" rtl="0">
              <a:buNone/>
              <a:defRPr>
                <a:solidFill>
                  <a:schemeClr val="accent5"/>
                </a:solidFill>
              </a:defRPr>
            </a:lvl5pPr>
            <a:lvl6pPr lvl="5" rtl="0">
              <a:buNone/>
              <a:defRPr>
                <a:solidFill>
                  <a:schemeClr val="accent5"/>
                </a:solidFill>
              </a:defRPr>
            </a:lvl6pPr>
            <a:lvl7pPr lvl="6" rtl="0">
              <a:buNone/>
              <a:defRPr>
                <a:solidFill>
                  <a:schemeClr val="accent5"/>
                </a:solidFill>
              </a:defRPr>
            </a:lvl7pPr>
            <a:lvl8pPr lvl="7" rtl="0">
              <a:buNone/>
              <a:defRPr>
                <a:solidFill>
                  <a:schemeClr val="accent5"/>
                </a:solidFill>
              </a:defRPr>
            </a:lvl8pPr>
            <a:lvl9pPr lvl="8" rtl="0">
              <a:buNone/>
              <a:defRPr>
                <a:solidFill>
                  <a:schemeClr val="accent5"/>
                </a:solidFill>
              </a:defRPr>
            </a:lvl9pPr>
          </a:lstStyle>
          <a:p>
            <a:pPr marL="0" lvl="0" indent="0" algn="r" rtl="0">
              <a:spcBef>
                <a:spcPts val="0"/>
              </a:spcBef>
              <a:spcAft>
                <a:spcPts val="0"/>
              </a:spcAft>
              <a:buNone/>
            </a:pPr>
            <a:fld id="{00000000-1234-1234-1234-123412341234}" type="slidenum">
              <a:rPr lang="en"/>
              <a:t>‹#›</a:t>
            </a:fld>
            <a:endParaRPr/>
          </a:p>
        </p:txBody>
      </p:sp>
      <p:pic>
        <p:nvPicPr>
          <p:cNvPr id="449" name="Google Shape;449;p56"/>
          <p:cNvPicPr preferRelativeResize="0"/>
          <p:nvPr/>
        </p:nvPicPr>
        <p:blipFill>
          <a:blip r:embed="rId2">
            <a:alphaModFix/>
          </a:blip>
          <a:stretch>
            <a:fillRect/>
          </a:stretch>
        </p:blipFill>
        <p:spPr>
          <a:xfrm>
            <a:off x="8544859" y="62003"/>
            <a:ext cx="599140" cy="599141"/>
          </a:xfrm>
          <a:prstGeom prst="rect">
            <a:avLst/>
          </a:prstGeom>
          <a:noFill/>
          <a:ln>
            <a:noFill/>
          </a:ln>
        </p:spPr>
      </p:pic>
      <p:sp>
        <p:nvSpPr>
          <p:cNvPr id="450" name="Google Shape;450;p56"/>
          <p:cNvSpPr txBox="1">
            <a:spLocks noGrp="1"/>
          </p:cNvSpPr>
          <p:nvPr>
            <p:ph type="subTitle" idx="1"/>
          </p:nvPr>
        </p:nvSpPr>
        <p:spPr>
          <a:xfrm>
            <a:off x="467075" y="4814525"/>
            <a:ext cx="2326500" cy="206400"/>
          </a:xfrm>
          <a:prstGeom prst="rect">
            <a:avLst/>
          </a:prstGeom>
        </p:spPr>
        <p:txBody>
          <a:bodyPr spcFirstLastPara="1" wrap="square" lIns="0" tIns="0" rIns="0" bIns="0" anchor="b" anchorCtr="0">
            <a:normAutofit/>
          </a:bodyPr>
          <a:lstStyle>
            <a:lvl1pPr lvl="0" rtl="0">
              <a:spcBef>
                <a:spcPts val="0"/>
              </a:spcBef>
              <a:spcAft>
                <a:spcPts val="0"/>
              </a:spcAft>
              <a:buClr>
                <a:schemeClr val="accent5"/>
              </a:buClr>
              <a:buSzPts val="700"/>
              <a:buNone/>
              <a:defRPr sz="700">
                <a:solidFill>
                  <a:schemeClr val="accent5"/>
                </a:solidFill>
              </a:defRPr>
            </a:lvl1pPr>
            <a:lvl2pPr lvl="1" rtl="0">
              <a:spcBef>
                <a:spcPts val="0"/>
              </a:spcBef>
              <a:spcAft>
                <a:spcPts val="0"/>
              </a:spcAft>
              <a:buClr>
                <a:schemeClr val="accent5"/>
              </a:buClr>
              <a:buSzPts val="1400"/>
              <a:buNone/>
              <a:defRPr>
                <a:solidFill>
                  <a:schemeClr val="accent5"/>
                </a:solidFill>
              </a:defRPr>
            </a:lvl2pPr>
            <a:lvl3pPr lvl="2" rtl="0">
              <a:spcBef>
                <a:spcPts val="0"/>
              </a:spcBef>
              <a:spcAft>
                <a:spcPts val="0"/>
              </a:spcAft>
              <a:buClr>
                <a:schemeClr val="accent5"/>
              </a:buClr>
              <a:buSzPts val="1400"/>
              <a:buNone/>
              <a:defRPr>
                <a:solidFill>
                  <a:schemeClr val="accent5"/>
                </a:solidFill>
              </a:defRPr>
            </a:lvl3pPr>
            <a:lvl4pPr lvl="3" rtl="0">
              <a:spcBef>
                <a:spcPts val="0"/>
              </a:spcBef>
              <a:spcAft>
                <a:spcPts val="0"/>
              </a:spcAft>
              <a:buClr>
                <a:schemeClr val="accent5"/>
              </a:buClr>
              <a:buSzPts val="1400"/>
              <a:buNone/>
              <a:defRPr>
                <a:solidFill>
                  <a:schemeClr val="accent5"/>
                </a:solidFill>
              </a:defRPr>
            </a:lvl4pPr>
            <a:lvl5pPr lvl="4" rtl="0">
              <a:spcBef>
                <a:spcPts val="0"/>
              </a:spcBef>
              <a:spcAft>
                <a:spcPts val="0"/>
              </a:spcAft>
              <a:buClr>
                <a:schemeClr val="accent5"/>
              </a:buClr>
              <a:buSzPts val="1400"/>
              <a:buNone/>
              <a:defRPr>
                <a:solidFill>
                  <a:schemeClr val="accent5"/>
                </a:solidFill>
              </a:defRPr>
            </a:lvl5pPr>
            <a:lvl6pPr lvl="5" rtl="0">
              <a:spcBef>
                <a:spcPts val="0"/>
              </a:spcBef>
              <a:spcAft>
                <a:spcPts val="0"/>
              </a:spcAft>
              <a:buClr>
                <a:schemeClr val="accent5"/>
              </a:buClr>
              <a:buSzPts val="1400"/>
              <a:buNone/>
              <a:defRPr>
                <a:solidFill>
                  <a:schemeClr val="accent5"/>
                </a:solidFill>
              </a:defRPr>
            </a:lvl6pPr>
            <a:lvl7pPr lvl="6" rtl="0">
              <a:spcBef>
                <a:spcPts val="0"/>
              </a:spcBef>
              <a:spcAft>
                <a:spcPts val="0"/>
              </a:spcAft>
              <a:buClr>
                <a:schemeClr val="accent5"/>
              </a:buClr>
              <a:buSzPts val="1400"/>
              <a:buNone/>
              <a:defRPr>
                <a:solidFill>
                  <a:schemeClr val="accent5"/>
                </a:solidFill>
              </a:defRPr>
            </a:lvl7pPr>
            <a:lvl8pPr lvl="7" rtl="0">
              <a:spcBef>
                <a:spcPts val="0"/>
              </a:spcBef>
              <a:spcAft>
                <a:spcPts val="0"/>
              </a:spcAft>
              <a:buClr>
                <a:schemeClr val="accent5"/>
              </a:buClr>
              <a:buSzPts val="1400"/>
              <a:buNone/>
              <a:defRPr>
                <a:solidFill>
                  <a:schemeClr val="accent5"/>
                </a:solidFill>
              </a:defRPr>
            </a:lvl8pPr>
            <a:lvl9pPr lvl="8" rtl="0">
              <a:spcBef>
                <a:spcPts val="0"/>
              </a:spcBef>
              <a:spcAft>
                <a:spcPts val="0"/>
              </a:spcAft>
              <a:buClr>
                <a:schemeClr val="accent5"/>
              </a:buClr>
              <a:buSzPts val="1400"/>
              <a:buNone/>
              <a:defRPr>
                <a:solidFill>
                  <a:schemeClr val="accent5"/>
                </a:solidFill>
              </a:defRPr>
            </a:lvl9pPr>
          </a:lstStyle>
          <a:p>
            <a:endParaRPr/>
          </a:p>
        </p:txBody>
      </p:sp>
      <p:sp>
        <p:nvSpPr>
          <p:cNvPr id="451" name="Google Shape;451;p56"/>
          <p:cNvSpPr/>
          <p:nvPr/>
        </p:nvSpPr>
        <p:spPr>
          <a:xfrm>
            <a:off x="457101" y="1152475"/>
            <a:ext cx="2497200" cy="2311200"/>
          </a:xfrm>
          <a:prstGeom prst="roundRect">
            <a:avLst>
              <a:gd name="adj" fmla="val 11313"/>
            </a:avLst>
          </a:prstGeom>
          <a:solidFill>
            <a:srgbClr val="1F2A44"/>
          </a:solidFill>
          <a:ln>
            <a:noFill/>
          </a:ln>
        </p:spPr>
        <p:txBody>
          <a:bodyPr spcFirstLastPara="1" wrap="square" lIns="57150" tIns="57150" rIns="57150" bIns="57150" anchor="t" anchorCtr="0">
            <a:noAutofit/>
          </a:bodyPr>
          <a:lstStyle/>
          <a:p>
            <a:pPr marL="0" lvl="0" indent="0" algn="ctr" rtl="0">
              <a:spcBef>
                <a:spcPts val="0"/>
              </a:spcBef>
              <a:spcAft>
                <a:spcPts val="0"/>
              </a:spcAft>
              <a:buNone/>
            </a:pPr>
            <a:endParaRPr sz="900"/>
          </a:p>
        </p:txBody>
      </p:sp>
      <p:sp>
        <p:nvSpPr>
          <p:cNvPr id="452" name="Google Shape;452;p56"/>
          <p:cNvSpPr/>
          <p:nvPr/>
        </p:nvSpPr>
        <p:spPr>
          <a:xfrm>
            <a:off x="457101" y="1592005"/>
            <a:ext cx="2497200" cy="2883900"/>
          </a:xfrm>
          <a:prstGeom prst="roundRect">
            <a:avLst>
              <a:gd name="adj" fmla="val 8673"/>
            </a:avLst>
          </a:prstGeom>
          <a:solidFill>
            <a:srgbClr val="000000"/>
          </a:solidFill>
          <a:ln>
            <a:noFill/>
          </a:ln>
        </p:spPr>
        <p:txBody>
          <a:bodyPr spcFirstLastPara="1" wrap="square" lIns="57150" tIns="57150" rIns="57150" bIns="57150" anchor="t" anchorCtr="0">
            <a:noAutofit/>
          </a:bodyPr>
          <a:lstStyle/>
          <a:p>
            <a:pPr marL="0" lvl="0" indent="0" algn="l" rtl="0">
              <a:spcBef>
                <a:spcPts val="0"/>
              </a:spcBef>
              <a:spcAft>
                <a:spcPts val="0"/>
              </a:spcAft>
              <a:buNone/>
            </a:pPr>
            <a:endParaRPr sz="900" b="1"/>
          </a:p>
        </p:txBody>
      </p:sp>
      <p:sp>
        <p:nvSpPr>
          <p:cNvPr id="453" name="Google Shape;453;p56"/>
          <p:cNvSpPr txBox="1">
            <a:spLocks noGrp="1"/>
          </p:cNvSpPr>
          <p:nvPr>
            <p:ph type="subTitle" idx="2"/>
          </p:nvPr>
        </p:nvSpPr>
        <p:spPr>
          <a:xfrm>
            <a:off x="444675" y="1163575"/>
            <a:ext cx="2497200" cy="436500"/>
          </a:xfrm>
          <a:prstGeom prst="rect">
            <a:avLst/>
          </a:prstGeom>
        </p:spPr>
        <p:txBody>
          <a:bodyPr spcFirstLastPara="1" wrap="square" lIns="0" tIns="0" rIns="0" bIns="0" anchor="ctr" anchorCtr="0">
            <a:normAutofit/>
          </a:bodyPr>
          <a:lstStyle>
            <a:lvl1pPr lvl="0" algn="ctr" rtl="0">
              <a:spcBef>
                <a:spcPts val="0"/>
              </a:spcBef>
              <a:spcAft>
                <a:spcPts val="0"/>
              </a:spcAft>
              <a:buClr>
                <a:schemeClr val="lt2"/>
              </a:buClr>
              <a:buSzPts val="1600"/>
              <a:buFont typeface="IBM Plex Sans Medium"/>
              <a:buNone/>
              <a:defRPr>
                <a:solidFill>
                  <a:schemeClr val="lt2"/>
                </a:solidFill>
                <a:latin typeface="IBM Plex Sans Medium"/>
                <a:ea typeface="IBM Plex Sans Medium"/>
                <a:cs typeface="IBM Plex Sans Medium"/>
                <a:sym typeface="IBM Plex Sans Medium"/>
              </a:defRPr>
            </a:lvl1pPr>
            <a:lvl2pPr lvl="1" rtl="0">
              <a:spcBef>
                <a:spcPts val="0"/>
              </a:spcBef>
              <a:spcAft>
                <a:spcPts val="0"/>
              </a:spcAft>
              <a:buSzPts val="1400"/>
              <a:buFont typeface="IBM Plex Sans Medium"/>
              <a:buNone/>
              <a:defRPr>
                <a:latin typeface="IBM Plex Sans Medium"/>
                <a:ea typeface="IBM Plex Sans Medium"/>
                <a:cs typeface="IBM Plex Sans Medium"/>
                <a:sym typeface="IBM Plex Sans Medium"/>
              </a:defRPr>
            </a:lvl2pPr>
            <a:lvl3pPr lvl="2" rtl="0">
              <a:spcBef>
                <a:spcPts val="0"/>
              </a:spcBef>
              <a:spcAft>
                <a:spcPts val="0"/>
              </a:spcAft>
              <a:buSzPts val="1400"/>
              <a:buFont typeface="IBM Plex Sans Medium"/>
              <a:buNone/>
              <a:defRPr>
                <a:latin typeface="IBM Plex Sans Medium"/>
                <a:ea typeface="IBM Plex Sans Medium"/>
                <a:cs typeface="IBM Plex Sans Medium"/>
                <a:sym typeface="IBM Plex Sans Medium"/>
              </a:defRPr>
            </a:lvl3pPr>
            <a:lvl4pPr lvl="3" rtl="0">
              <a:spcBef>
                <a:spcPts val="0"/>
              </a:spcBef>
              <a:spcAft>
                <a:spcPts val="0"/>
              </a:spcAft>
              <a:buSzPts val="1400"/>
              <a:buFont typeface="IBM Plex Sans Medium"/>
              <a:buNone/>
              <a:defRPr>
                <a:latin typeface="IBM Plex Sans Medium"/>
                <a:ea typeface="IBM Plex Sans Medium"/>
                <a:cs typeface="IBM Plex Sans Medium"/>
                <a:sym typeface="IBM Plex Sans Medium"/>
              </a:defRPr>
            </a:lvl4pPr>
            <a:lvl5pPr lvl="4" rtl="0">
              <a:spcBef>
                <a:spcPts val="0"/>
              </a:spcBef>
              <a:spcAft>
                <a:spcPts val="0"/>
              </a:spcAft>
              <a:buSzPts val="1400"/>
              <a:buFont typeface="IBM Plex Sans Medium"/>
              <a:buNone/>
              <a:defRPr>
                <a:latin typeface="IBM Plex Sans Medium"/>
                <a:ea typeface="IBM Plex Sans Medium"/>
                <a:cs typeface="IBM Plex Sans Medium"/>
                <a:sym typeface="IBM Plex Sans Medium"/>
              </a:defRPr>
            </a:lvl5pPr>
            <a:lvl6pPr lvl="5" rtl="0">
              <a:spcBef>
                <a:spcPts val="0"/>
              </a:spcBef>
              <a:spcAft>
                <a:spcPts val="0"/>
              </a:spcAft>
              <a:buSzPts val="1400"/>
              <a:buFont typeface="IBM Plex Sans Medium"/>
              <a:buNone/>
              <a:defRPr>
                <a:latin typeface="IBM Plex Sans Medium"/>
                <a:ea typeface="IBM Plex Sans Medium"/>
                <a:cs typeface="IBM Plex Sans Medium"/>
                <a:sym typeface="IBM Plex Sans Medium"/>
              </a:defRPr>
            </a:lvl6pPr>
            <a:lvl7pPr lvl="6" rtl="0">
              <a:spcBef>
                <a:spcPts val="0"/>
              </a:spcBef>
              <a:spcAft>
                <a:spcPts val="0"/>
              </a:spcAft>
              <a:buSzPts val="1400"/>
              <a:buFont typeface="IBM Plex Sans Medium"/>
              <a:buNone/>
              <a:defRPr>
                <a:latin typeface="IBM Plex Sans Medium"/>
                <a:ea typeface="IBM Plex Sans Medium"/>
                <a:cs typeface="IBM Plex Sans Medium"/>
                <a:sym typeface="IBM Plex Sans Medium"/>
              </a:defRPr>
            </a:lvl7pPr>
            <a:lvl8pPr lvl="7" rtl="0">
              <a:spcBef>
                <a:spcPts val="0"/>
              </a:spcBef>
              <a:spcAft>
                <a:spcPts val="0"/>
              </a:spcAft>
              <a:buSzPts val="1400"/>
              <a:buFont typeface="IBM Plex Sans Medium"/>
              <a:buNone/>
              <a:defRPr>
                <a:latin typeface="IBM Plex Sans Medium"/>
                <a:ea typeface="IBM Plex Sans Medium"/>
                <a:cs typeface="IBM Plex Sans Medium"/>
                <a:sym typeface="IBM Plex Sans Medium"/>
              </a:defRPr>
            </a:lvl8pPr>
            <a:lvl9pPr lvl="8" rtl="0">
              <a:spcBef>
                <a:spcPts val="0"/>
              </a:spcBef>
              <a:spcAft>
                <a:spcPts val="0"/>
              </a:spcAft>
              <a:buSzPts val="1400"/>
              <a:buFont typeface="IBM Plex Sans Medium"/>
              <a:buNone/>
              <a:defRPr>
                <a:latin typeface="IBM Plex Sans Medium"/>
                <a:ea typeface="IBM Plex Sans Medium"/>
                <a:cs typeface="IBM Plex Sans Medium"/>
                <a:sym typeface="IBM Plex Sans Medium"/>
              </a:defRPr>
            </a:lvl9pPr>
          </a:lstStyle>
          <a:p>
            <a:endParaRPr/>
          </a:p>
        </p:txBody>
      </p:sp>
      <p:sp>
        <p:nvSpPr>
          <p:cNvPr id="454" name="Google Shape;454;p56"/>
          <p:cNvSpPr/>
          <p:nvPr/>
        </p:nvSpPr>
        <p:spPr>
          <a:xfrm>
            <a:off x="6189601" y="1152475"/>
            <a:ext cx="2497200" cy="2311200"/>
          </a:xfrm>
          <a:prstGeom prst="roundRect">
            <a:avLst>
              <a:gd name="adj" fmla="val 10000"/>
            </a:avLst>
          </a:prstGeom>
          <a:solidFill>
            <a:schemeClr val="accent4"/>
          </a:solidFill>
          <a:ln>
            <a:noFill/>
          </a:ln>
        </p:spPr>
        <p:txBody>
          <a:bodyPr spcFirstLastPara="1" wrap="square" lIns="57150" tIns="57150" rIns="57150" bIns="57150" anchor="t" anchorCtr="0">
            <a:noAutofit/>
          </a:bodyPr>
          <a:lstStyle/>
          <a:p>
            <a:pPr marL="0" lvl="0" indent="0" algn="ctr" rtl="0">
              <a:spcBef>
                <a:spcPts val="0"/>
              </a:spcBef>
              <a:spcAft>
                <a:spcPts val="0"/>
              </a:spcAft>
              <a:buNone/>
            </a:pPr>
            <a:endParaRPr sz="900"/>
          </a:p>
        </p:txBody>
      </p:sp>
      <p:sp>
        <p:nvSpPr>
          <p:cNvPr id="455" name="Google Shape;455;p56"/>
          <p:cNvSpPr/>
          <p:nvPr/>
        </p:nvSpPr>
        <p:spPr>
          <a:xfrm>
            <a:off x="6189601" y="1592005"/>
            <a:ext cx="2497200" cy="2883900"/>
          </a:xfrm>
          <a:prstGeom prst="roundRect">
            <a:avLst>
              <a:gd name="adj" fmla="val 7882"/>
            </a:avLst>
          </a:prstGeom>
          <a:solidFill>
            <a:srgbClr val="000000"/>
          </a:solidFill>
          <a:ln>
            <a:noFill/>
          </a:ln>
        </p:spPr>
        <p:txBody>
          <a:bodyPr spcFirstLastPara="1" wrap="square" lIns="57150" tIns="57150" rIns="57150" bIns="57150" anchor="t" anchorCtr="0">
            <a:noAutofit/>
          </a:bodyPr>
          <a:lstStyle/>
          <a:p>
            <a:pPr marL="0" lvl="0" indent="0" algn="l" rtl="0">
              <a:spcBef>
                <a:spcPts val="0"/>
              </a:spcBef>
              <a:spcAft>
                <a:spcPts val="0"/>
              </a:spcAft>
              <a:buNone/>
            </a:pPr>
            <a:endParaRPr sz="900" b="1"/>
          </a:p>
        </p:txBody>
      </p:sp>
      <p:sp>
        <p:nvSpPr>
          <p:cNvPr id="456" name="Google Shape;456;p56"/>
          <p:cNvSpPr txBox="1">
            <a:spLocks noGrp="1"/>
          </p:cNvSpPr>
          <p:nvPr>
            <p:ph type="subTitle" idx="3"/>
          </p:nvPr>
        </p:nvSpPr>
        <p:spPr>
          <a:xfrm>
            <a:off x="6177175" y="1163575"/>
            <a:ext cx="2497200" cy="436500"/>
          </a:xfrm>
          <a:prstGeom prst="rect">
            <a:avLst/>
          </a:prstGeom>
        </p:spPr>
        <p:txBody>
          <a:bodyPr spcFirstLastPara="1" wrap="square" lIns="0" tIns="0" rIns="0" bIns="0" anchor="ctr" anchorCtr="0">
            <a:normAutofit/>
          </a:bodyPr>
          <a:lstStyle>
            <a:lvl1pPr lvl="0" algn="ctr" rtl="0">
              <a:spcBef>
                <a:spcPts val="0"/>
              </a:spcBef>
              <a:spcAft>
                <a:spcPts val="0"/>
              </a:spcAft>
              <a:buClr>
                <a:schemeClr val="lt2"/>
              </a:buClr>
              <a:buSzPts val="1600"/>
              <a:buFont typeface="IBM Plex Sans Medium"/>
              <a:buNone/>
              <a:defRPr>
                <a:solidFill>
                  <a:schemeClr val="lt2"/>
                </a:solidFill>
                <a:latin typeface="IBM Plex Sans Medium"/>
                <a:ea typeface="IBM Plex Sans Medium"/>
                <a:cs typeface="IBM Plex Sans Medium"/>
                <a:sym typeface="IBM Plex Sans Medium"/>
              </a:defRPr>
            </a:lvl1pPr>
            <a:lvl2pPr lvl="1" rtl="0">
              <a:spcBef>
                <a:spcPts val="0"/>
              </a:spcBef>
              <a:spcAft>
                <a:spcPts val="0"/>
              </a:spcAft>
              <a:buSzPts val="1400"/>
              <a:buFont typeface="IBM Plex Sans Medium"/>
              <a:buNone/>
              <a:defRPr>
                <a:latin typeface="IBM Plex Sans Medium"/>
                <a:ea typeface="IBM Plex Sans Medium"/>
                <a:cs typeface="IBM Plex Sans Medium"/>
                <a:sym typeface="IBM Plex Sans Medium"/>
              </a:defRPr>
            </a:lvl2pPr>
            <a:lvl3pPr lvl="2" rtl="0">
              <a:spcBef>
                <a:spcPts val="0"/>
              </a:spcBef>
              <a:spcAft>
                <a:spcPts val="0"/>
              </a:spcAft>
              <a:buSzPts val="1400"/>
              <a:buFont typeface="IBM Plex Sans Medium"/>
              <a:buNone/>
              <a:defRPr>
                <a:latin typeface="IBM Plex Sans Medium"/>
                <a:ea typeface="IBM Plex Sans Medium"/>
                <a:cs typeface="IBM Plex Sans Medium"/>
                <a:sym typeface="IBM Plex Sans Medium"/>
              </a:defRPr>
            </a:lvl3pPr>
            <a:lvl4pPr lvl="3" rtl="0">
              <a:spcBef>
                <a:spcPts val="0"/>
              </a:spcBef>
              <a:spcAft>
                <a:spcPts val="0"/>
              </a:spcAft>
              <a:buSzPts val="1400"/>
              <a:buFont typeface="IBM Plex Sans Medium"/>
              <a:buNone/>
              <a:defRPr>
                <a:latin typeface="IBM Plex Sans Medium"/>
                <a:ea typeface="IBM Plex Sans Medium"/>
                <a:cs typeface="IBM Plex Sans Medium"/>
                <a:sym typeface="IBM Plex Sans Medium"/>
              </a:defRPr>
            </a:lvl4pPr>
            <a:lvl5pPr lvl="4" rtl="0">
              <a:spcBef>
                <a:spcPts val="0"/>
              </a:spcBef>
              <a:spcAft>
                <a:spcPts val="0"/>
              </a:spcAft>
              <a:buSzPts val="1400"/>
              <a:buFont typeface="IBM Plex Sans Medium"/>
              <a:buNone/>
              <a:defRPr>
                <a:latin typeface="IBM Plex Sans Medium"/>
                <a:ea typeface="IBM Plex Sans Medium"/>
                <a:cs typeface="IBM Plex Sans Medium"/>
                <a:sym typeface="IBM Plex Sans Medium"/>
              </a:defRPr>
            </a:lvl5pPr>
            <a:lvl6pPr lvl="5" rtl="0">
              <a:spcBef>
                <a:spcPts val="0"/>
              </a:spcBef>
              <a:spcAft>
                <a:spcPts val="0"/>
              </a:spcAft>
              <a:buSzPts val="1400"/>
              <a:buFont typeface="IBM Plex Sans Medium"/>
              <a:buNone/>
              <a:defRPr>
                <a:latin typeface="IBM Plex Sans Medium"/>
                <a:ea typeface="IBM Plex Sans Medium"/>
                <a:cs typeface="IBM Plex Sans Medium"/>
                <a:sym typeface="IBM Plex Sans Medium"/>
              </a:defRPr>
            </a:lvl6pPr>
            <a:lvl7pPr lvl="6" rtl="0">
              <a:spcBef>
                <a:spcPts val="0"/>
              </a:spcBef>
              <a:spcAft>
                <a:spcPts val="0"/>
              </a:spcAft>
              <a:buSzPts val="1400"/>
              <a:buFont typeface="IBM Plex Sans Medium"/>
              <a:buNone/>
              <a:defRPr>
                <a:latin typeface="IBM Plex Sans Medium"/>
                <a:ea typeface="IBM Plex Sans Medium"/>
                <a:cs typeface="IBM Plex Sans Medium"/>
                <a:sym typeface="IBM Plex Sans Medium"/>
              </a:defRPr>
            </a:lvl7pPr>
            <a:lvl8pPr lvl="7" rtl="0">
              <a:spcBef>
                <a:spcPts val="0"/>
              </a:spcBef>
              <a:spcAft>
                <a:spcPts val="0"/>
              </a:spcAft>
              <a:buSzPts val="1400"/>
              <a:buFont typeface="IBM Plex Sans Medium"/>
              <a:buNone/>
              <a:defRPr>
                <a:latin typeface="IBM Plex Sans Medium"/>
                <a:ea typeface="IBM Plex Sans Medium"/>
                <a:cs typeface="IBM Plex Sans Medium"/>
                <a:sym typeface="IBM Plex Sans Medium"/>
              </a:defRPr>
            </a:lvl8pPr>
            <a:lvl9pPr lvl="8" rtl="0">
              <a:spcBef>
                <a:spcPts val="0"/>
              </a:spcBef>
              <a:spcAft>
                <a:spcPts val="0"/>
              </a:spcAft>
              <a:buSzPts val="1400"/>
              <a:buFont typeface="IBM Plex Sans Medium"/>
              <a:buNone/>
              <a:defRPr>
                <a:latin typeface="IBM Plex Sans Medium"/>
                <a:ea typeface="IBM Plex Sans Medium"/>
                <a:cs typeface="IBM Plex Sans Medium"/>
                <a:sym typeface="IBM Plex Sans Medium"/>
              </a:defRPr>
            </a:lvl9pPr>
          </a:lstStyle>
          <a:p>
            <a:endParaRPr/>
          </a:p>
        </p:txBody>
      </p:sp>
      <p:sp>
        <p:nvSpPr>
          <p:cNvPr id="457" name="Google Shape;457;p56"/>
          <p:cNvSpPr/>
          <p:nvPr/>
        </p:nvSpPr>
        <p:spPr>
          <a:xfrm>
            <a:off x="3317138" y="1152475"/>
            <a:ext cx="2497200" cy="2311200"/>
          </a:xfrm>
          <a:prstGeom prst="roundRect">
            <a:avLst>
              <a:gd name="adj" fmla="val 11544"/>
            </a:avLst>
          </a:prstGeom>
          <a:solidFill>
            <a:schemeClr val="accent1"/>
          </a:solidFill>
          <a:ln>
            <a:noFill/>
          </a:ln>
        </p:spPr>
        <p:txBody>
          <a:bodyPr spcFirstLastPara="1" wrap="square" lIns="57150" tIns="57150" rIns="57150" bIns="57150" anchor="t" anchorCtr="0">
            <a:noAutofit/>
          </a:bodyPr>
          <a:lstStyle/>
          <a:p>
            <a:pPr marL="0" lvl="0" indent="0" algn="ctr" rtl="0">
              <a:spcBef>
                <a:spcPts val="0"/>
              </a:spcBef>
              <a:spcAft>
                <a:spcPts val="0"/>
              </a:spcAft>
              <a:buNone/>
            </a:pPr>
            <a:endParaRPr sz="900"/>
          </a:p>
        </p:txBody>
      </p:sp>
      <p:sp>
        <p:nvSpPr>
          <p:cNvPr id="458" name="Google Shape;458;p56"/>
          <p:cNvSpPr/>
          <p:nvPr/>
        </p:nvSpPr>
        <p:spPr>
          <a:xfrm>
            <a:off x="3317138" y="1592005"/>
            <a:ext cx="2497200" cy="2883900"/>
          </a:xfrm>
          <a:prstGeom prst="roundRect">
            <a:avLst>
              <a:gd name="adj" fmla="val 8167"/>
            </a:avLst>
          </a:prstGeom>
          <a:solidFill>
            <a:srgbClr val="000000"/>
          </a:solidFill>
          <a:ln>
            <a:noFill/>
          </a:ln>
        </p:spPr>
        <p:txBody>
          <a:bodyPr spcFirstLastPara="1" wrap="square" lIns="57150" tIns="57150" rIns="57150" bIns="57150" anchor="t" anchorCtr="0">
            <a:noAutofit/>
          </a:bodyPr>
          <a:lstStyle/>
          <a:p>
            <a:pPr marL="0" lvl="0" indent="0" algn="l" rtl="0">
              <a:spcBef>
                <a:spcPts val="0"/>
              </a:spcBef>
              <a:spcAft>
                <a:spcPts val="0"/>
              </a:spcAft>
              <a:buNone/>
            </a:pPr>
            <a:endParaRPr sz="900" b="1"/>
          </a:p>
        </p:txBody>
      </p:sp>
      <p:sp>
        <p:nvSpPr>
          <p:cNvPr id="459" name="Google Shape;459;p56"/>
          <p:cNvSpPr txBox="1">
            <a:spLocks noGrp="1"/>
          </p:cNvSpPr>
          <p:nvPr>
            <p:ph type="subTitle" idx="4"/>
          </p:nvPr>
        </p:nvSpPr>
        <p:spPr>
          <a:xfrm>
            <a:off x="3304713" y="1163575"/>
            <a:ext cx="2497200" cy="436500"/>
          </a:xfrm>
          <a:prstGeom prst="rect">
            <a:avLst/>
          </a:prstGeom>
        </p:spPr>
        <p:txBody>
          <a:bodyPr spcFirstLastPara="1" wrap="square" lIns="0" tIns="0" rIns="0" bIns="0" anchor="ctr" anchorCtr="0">
            <a:normAutofit/>
          </a:bodyPr>
          <a:lstStyle>
            <a:lvl1pPr lvl="0" algn="ctr" rtl="0">
              <a:spcBef>
                <a:spcPts val="0"/>
              </a:spcBef>
              <a:spcAft>
                <a:spcPts val="0"/>
              </a:spcAft>
              <a:buClr>
                <a:schemeClr val="lt2"/>
              </a:buClr>
              <a:buSzPts val="1600"/>
              <a:buFont typeface="IBM Plex Sans Medium"/>
              <a:buNone/>
              <a:defRPr>
                <a:solidFill>
                  <a:schemeClr val="lt2"/>
                </a:solidFill>
                <a:latin typeface="IBM Plex Sans Medium"/>
                <a:ea typeface="IBM Plex Sans Medium"/>
                <a:cs typeface="IBM Plex Sans Medium"/>
                <a:sym typeface="IBM Plex Sans Medium"/>
              </a:defRPr>
            </a:lvl1pPr>
            <a:lvl2pPr lvl="1" rtl="0">
              <a:spcBef>
                <a:spcPts val="0"/>
              </a:spcBef>
              <a:spcAft>
                <a:spcPts val="0"/>
              </a:spcAft>
              <a:buSzPts val="1400"/>
              <a:buFont typeface="IBM Plex Sans Medium"/>
              <a:buNone/>
              <a:defRPr>
                <a:latin typeface="IBM Plex Sans Medium"/>
                <a:ea typeface="IBM Plex Sans Medium"/>
                <a:cs typeface="IBM Plex Sans Medium"/>
                <a:sym typeface="IBM Plex Sans Medium"/>
              </a:defRPr>
            </a:lvl2pPr>
            <a:lvl3pPr lvl="2" rtl="0">
              <a:spcBef>
                <a:spcPts val="0"/>
              </a:spcBef>
              <a:spcAft>
                <a:spcPts val="0"/>
              </a:spcAft>
              <a:buSzPts val="1400"/>
              <a:buFont typeface="IBM Plex Sans Medium"/>
              <a:buNone/>
              <a:defRPr>
                <a:latin typeface="IBM Plex Sans Medium"/>
                <a:ea typeface="IBM Plex Sans Medium"/>
                <a:cs typeface="IBM Plex Sans Medium"/>
                <a:sym typeface="IBM Plex Sans Medium"/>
              </a:defRPr>
            </a:lvl3pPr>
            <a:lvl4pPr lvl="3" rtl="0">
              <a:spcBef>
                <a:spcPts val="0"/>
              </a:spcBef>
              <a:spcAft>
                <a:spcPts val="0"/>
              </a:spcAft>
              <a:buSzPts val="1400"/>
              <a:buFont typeface="IBM Plex Sans Medium"/>
              <a:buNone/>
              <a:defRPr>
                <a:latin typeface="IBM Plex Sans Medium"/>
                <a:ea typeface="IBM Plex Sans Medium"/>
                <a:cs typeface="IBM Plex Sans Medium"/>
                <a:sym typeface="IBM Plex Sans Medium"/>
              </a:defRPr>
            </a:lvl4pPr>
            <a:lvl5pPr lvl="4" rtl="0">
              <a:spcBef>
                <a:spcPts val="0"/>
              </a:spcBef>
              <a:spcAft>
                <a:spcPts val="0"/>
              </a:spcAft>
              <a:buSzPts val="1400"/>
              <a:buFont typeface="IBM Plex Sans Medium"/>
              <a:buNone/>
              <a:defRPr>
                <a:latin typeface="IBM Plex Sans Medium"/>
                <a:ea typeface="IBM Plex Sans Medium"/>
                <a:cs typeface="IBM Plex Sans Medium"/>
                <a:sym typeface="IBM Plex Sans Medium"/>
              </a:defRPr>
            </a:lvl5pPr>
            <a:lvl6pPr lvl="5" rtl="0">
              <a:spcBef>
                <a:spcPts val="0"/>
              </a:spcBef>
              <a:spcAft>
                <a:spcPts val="0"/>
              </a:spcAft>
              <a:buSzPts val="1400"/>
              <a:buFont typeface="IBM Plex Sans Medium"/>
              <a:buNone/>
              <a:defRPr>
                <a:latin typeface="IBM Plex Sans Medium"/>
                <a:ea typeface="IBM Plex Sans Medium"/>
                <a:cs typeface="IBM Plex Sans Medium"/>
                <a:sym typeface="IBM Plex Sans Medium"/>
              </a:defRPr>
            </a:lvl6pPr>
            <a:lvl7pPr lvl="6" rtl="0">
              <a:spcBef>
                <a:spcPts val="0"/>
              </a:spcBef>
              <a:spcAft>
                <a:spcPts val="0"/>
              </a:spcAft>
              <a:buSzPts val="1400"/>
              <a:buFont typeface="IBM Plex Sans Medium"/>
              <a:buNone/>
              <a:defRPr>
                <a:latin typeface="IBM Plex Sans Medium"/>
                <a:ea typeface="IBM Plex Sans Medium"/>
                <a:cs typeface="IBM Plex Sans Medium"/>
                <a:sym typeface="IBM Plex Sans Medium"/>
              </a:defRPr>
            </a:lvl7pPr>
            <a:lvl8pPr lvl="7" rtl="0">
              <a:spcBef>
                <a:spcPts val="0"/>
              </a:spcBef>
              <a:spcAft>
                <a:spcPts val="0"/>
              </a:spcAft>
              <a:buSzPts val="1400"/>
              <a:buFont typeface="IBM Plex Sans Medium"/>
              <a:buNone/>
              <a:defRPr>
                <a:latin typeface="IBM Plex Sans Medium"/>
                <a:ea typeface="IBM Plex Sans Medium"/>
                <a:cs typeface="IBM Plex Sans Medium"/>
                <a:sym typeface="IBM Plex Sans Medium"/>
              </a:defRPr>
            </a:lvl8pPr>
            <a:lvl9pPr lvl="8" rtl="0">
              <a:spcBef>
                <a:spcPts val="0"/>
              </a:spcBef>
              <a:spcAft>
                <a:spcPts val="0"/>
              </a:spcAft>
              <a:buSzPts val="1400"/>
              <a:buFont typeface="IBM Plex Sans Medium"/>
              <a:buNone/>
              <a:defRPr>
                <a:latin typeface="IBM Plex Sans Medium"/>
                <a:ea typeface="IBM Plex Sans Medium"/>
                <a:cs typeface="IBM Plex Sans Medium"/>
                <a:sym typeface="IBM Plex Sans Medium"/>
              </a:defRPr>
            </a:lvl9pPr>
          </a:lstStyle>
          <a:p>
            <a:endParaRPr/>
          </a:p>
        </p:txBody>
      </p:sp>
      <p:sp>
        <p:nvSpPr>
          <p:cNvPr id="460" name="Google Shape;460;p56"/>
          <p:cNvSpPr txBox="1">
            <a:spLocks noGrp="1"/>
          </p:cNvSpPr>
          <p:nvPr>
            <p:ph type="body" idx="5"/>
          </p:nvPr>
        </p:nvSpPr>
        <p:spPr>
          <a:xfrm>
            <a:off x="578100" y="1741675"/>
            <a:ext cx="2282700" cy="2586600"/>
          </a:xfrm>
          <a:prstGeom prst="rect">
            <a:avLst/>
          </a:prstGeom>
        </p:spPr>
        <p:txBody>
          <a:bodyPr spcFirstLastPara="1" wrap="square" lIns="0" tIns="0" rIns="0" bIns="0" anchor="t" anchorCtr="0">
            <a:normAutofit/>
          </a:bodyPr>
          <a:lstStyle>
            <a:lvl1pPr marL="457200" lvl="0" indent="-330200" rtl="0">
              <a:spcBef>
                <a:spcPts val="0"/>
              </a:spcBef>
              <a:spcAft>
                <a:spcPts val="0"/>
              </a:spcAft>
              <a:buClr>
                <a:schemeClr val="lt1"/>
              </a:buClr>
              <a:buSzPts val="1600"/>
              <a:buChar char="■"/>
              <a:defRPr sz="1600">
                <a:solidFill>
                  <a:schemeClr val="lt1"/>
                </a:solidFill>
              </a:defRPr>
            </a:lvl1pPr>
            <a:lvl2pPr marL="914400" lvl="1" indent="-317500" rtl="0">
              <a:spcBef>
                <a:spcPts val="0"/>
              </a:spcBef>
              <a:spcAft>
                <a:spcPts val="0"/>
              </a:spcAft>
              <a:buClr>
                <a:schemeClr val="lt1"/>
              </a:buClr>
              <a:buSzPts val="1400"/>
              <a:buChar char="■"/>
              <a:defRPr>
                <a:solidFill>
                  <a:schemeClr val="lt1"/>
                </a:solidFill>
              </a:defRPr>
            </a:lvl2pPr>
            <a:lvl3pPr marL="1371600" lvl="2" indent="-317500" rtl="0">
              <a:spcBef>
                <a:spcPts val="0"/>
              </a:spcBef>
              <a:spcAft>
                <a:spcPts val="0"/>
              </a:spcAft>
              <a:buSzPts val="1400"/>
              <a:buChar char="■"/>
              <a:defRPr/>
            </a:lvl3pPr>
            <a:lvl4pPr marL="1828800" lvl="3" indent="-317500" rtl="0">
              <a:spcBef>
                <a:spcPts val="0"/>
              </a:spcBef>
              <a:spcAft>
                <a:spcPts val="0"/>
              </a:spcAft>
              <a:buSzPts val="1400"/>
              <a:buChar char="●"/>
              <a:defRPr/>
            </a:lvl4pPr>
            <a:lvl5pPr marL="2286000" lvl="4" indent="-317500" rtl="0">
              <a:spcBef>
                <a:spcPts val="0"/>
              </a:spcBef>
              <a:spcAft>
                <a:spcPts val="0"/>
              </a:spcAft>
              <a:buSzPts val="1400"/>
              <a:buChar char="○"/>
              <a:defRPr/>
            </a:lvl5pPr>
            <a:lvl6pPr marL="2743200" lvl="5" indent="-317500" rtl="0">
              <a:spcBef>
                <a:spcPts val="0"/>
              </a:spcBef>
              <a:spcAft>
                <a:spcPts val="0"/>
              </a:spcAft>
              <a:buSzPts val="1400"/>
              <a:buChar char="■"/>
              <a:defRPr/>
            </a:lvl6pPr>
            <a:lvl7pPr marL="3200400" lvl="6" indent="-317500" rtl="0">
              <a:spcBef>
                <a:spcPts val="0"/>
              </a:spcBef>
              <a:spcAft>
                <a:spcPts val="0"/>
              </a:spcAft>
              <a:buSzPts val="1400"/>
              <a:buChar char="●"/>
              <a:defRPr/>
            </a:lvl7pPr>
            <a:lvl8pPr marL="3657600" lvl="7" indent="-317500" rtl="0">
              <a:spcBef>
                <a:spcPts val="0"/>
              </a:spcBef>
              <a:spcAft>
                <a:spcPts val="0"/>
              </a:spcAft>
              <a:buSzPts val="1400"/>
              <a:buChar char="○"/>
              <a:defRPr/>
            </a:lvl8pPr>
            <a:lvl9pPr marL="4114800" lvl="8" indent="-317500" rtl="0">
              <a:spcBef>
                <a:spcPts val="0"/>
              </a:spcBef>
              <a:spcAft>
                <a:spcPts val="0"/>
              </a:spcAft>
              <a:buSzPts val="1400"/>
              <a:buChar char="■"/>
              <a:defRPr/>
            </a:lvl9pPr>
          </a:lstStyle>
          <a:p>
            <a:endParaRPr/>
          </a:p>
        </p:txBody>
      </p:sp>
      <p:sp>
        <p:nvSpPr>
          <p:cNvPr id="461" name="Google Shape;461;p56"/>
          <p:cNvSpPr txBox="1">
            <a:spLocks noGrp="1"/>
          </p:cNvSpPr>
          <p:nvPr>
            <p:ph type="body" idx="6"/>
          </p:nvPr>
        </p:nvSpPr>
        <p:spPr>
          <a:xfrm>
            <a:off x="3430600" y="1741675"/>
            <a:ext cx="2282700" cy="2586600"/>
          </a:xfrm>
          <a:prstGeom prst="rect">
            <a:avLst/>
          </a:prstGeom>
        </p:spPr>
        <p:txBody>
          <a:bodyPr spcFirstLastPara="1" wrap="square" lIns="0" tIns="0" rIns="0" bIns="0" anchor="t" anchorCtr="0">
            <a:normAutofit/>
          </a:bodyPr>
          <a:lstStyle>
            <a:lvl1pPr marL="457200" lvl="0" indent="-330200" rtl="0">
              <a:spcBef>
                <a:spcPts val="0"/>
              </a:spcBef>
              <a:spcAft>
                <a:spcPts val="0"/>
              </a:spcAft>
              <a:buClr>
                <a:schemeClr val="lt1"/>
              </a:buClr>
              <a:buSzPts val="1600"/>
              <a:buChar char="■"/>
              <a:defRPr sz="1600">
                <a:solidFill>
                  <a:schemeClr val="lt1"/>
                </a:solidFill>
              </a:defRPr>
            </a:lvl1pPr>
            <a:lvl2pPr marL="914400" lvl="1" indent="-317500" rtl="0">
              <a:spcBef>
                <a:spcPts val="0"/>
              </a:spcBef>
              <a:spcAft>
                <a:spcPts val="0"/>
              </a:spcAft>
              <a:buClr>
                <a:schemeClr val="lt1"/>
              </a:buClr>
              <a:buSzPts val="1400"/>
              <a:buChar char="■"/>
              <a:defRPr>
                <a:solidFill>
                  <a:schemeClr val="lt1"/>
                </a:solidFill>
              </a:defRPr>
            </a:lvl2pPr>
            <a:lvl3pPr marL="1371600" lvl="2" indent="-317500" rtl="0">
              <a:spcBef>
                <a:spcPts val="0"/>
              </a:spcBef>
              <a:spcAft>
                <a:spcPts val="0"/>
              </a:spcAft>
              <a:buSzPts val="1400"/>
              <a:buChar char="■"/>
              <a:defRPr/>
            </a:lvl3pPr>
            <a:lvl4pPr marL="1828800" lvl="3" indent="-317500" rtl="0">
              <a:spcBef>
                <a:spcPts val="0"/>
              </a:spcBef>
              <a:spcAft>
                <a:spcPts val="0"/>
              </a:spcAft>
              <a:buSzPts val="1400"/>
              <a:buChar char="●"/>
              <a:defRPr/>
            </a:lvl4pPr>
            <a:lvl5pPr marL="2286000" lvl="4" indent="-317500" rtl="0">
              <a:spcBef>
                <a:spcPts val="0"/>
              </a:spcBef>
              <a:spcAft>
                <a:spcPts val="0"/>
              </a:spcAft>
              <a:buSzPts val="1400"/>
              <a:buChar char="○"/>
              <a:defRPr/>
            </a:lvl5pPr>
            <a:lvl6pPr marL="2743200" lvl="5" indent="-317500" rtl="0">
              <a:spcBef>
                <a:spcPts val="0"/>
              </a:spcBef>
              <a:spcAft>
                <a:spcPts val="0"/>
              </a:spcAft>
              <a:buSzPts val="1400"/>
              <a:buChar char="■"/>
              <a:defRPr/>
            </a:lvl6pPr>
            <a:lvl7pPr marL="3200400" lvl="6" indent="-317500" rtl="0">
              <a:spcBef>
                <a:spcPts val="0"/>
              </a:spcBef>
              <a:spcAft>
                <a:spcPts val="0"/>
              </a:spcAft>
              <a:buSzPts val="1400"/>
              <a:buChar char="●"/>
              <a:defRPr/>
            </a:lvl7pPr>
            <a:lvl8pPr marL="3657600" lvl="7" indent="-317500" rtl="0">
              <a:spcBef>
                <a:spcPts val="0"/>
              </a:spcBef>
              <a:spcAft>
                <a:spcPts val="0"/>
              </a:spcAft>
              <a:buSzPts val="1400"/>
              <a:buChar char="○"/>
              <a:defRPr/>
            </a:lvl8pPr>
            <a:lvl9pPr marL="4114800" lvl="8" indent="-317500" rtl="0">
              <a:spcBef>
                <a:spcPts val="0"/>
              </a:spcBef>
              <a:spcAft>
                <a:spcPts val="0"/>
              </a:spcAft>
              <a:buSzPts val="1400"/>
              <a:buChar char="■"/>
              <a:defRPr/>
            </a:lvl9pPr>
          </a:lstStyle>
          <a:p>
            <a:endParaRPr/>
          </a:p>
        </p:txBody>
      </p:sp>
      <p:sp>
        <p:nvSpPr>
          <p:cNvPr id="462" name="Google Shape;462;p56"/>
          <p:cNvSpPr txBox="1">
            <a:spLocks noGrp="1"/>
          </p:cNvSpPr>
          <p:nvPr>
            <p:ph type="body" idx="7"/>
          </p:nvPr>
        </p:nvSpPr>
        <p:spPr>
          <a:xfrm>
            <a:off x="6296850" y="1741675"/>
            <a:ext cx="2282700" cy="2586600"/>
          </a:xfrm>
          <a:prstGeom prst="rect">
            <a:avLst/>
          </a:prstGeom>
        </p:spPr>
        <p:txBody>
          <a:bodyPr spcFirstLastPara="1" wrap="square" lIns="0" tIns="0" rIns="0" bIns="0" anchor="t" anchorCtr="0">
            <a:normAutofit/>
          </a:bodyPr>
          <a:lstStyle>
            <a:lvl1pPr marL="457200" lvl="0" indent="-330200" rtl="0">
              <a:spcBef>
                <a:spcPts val="0"/>
              </a:spcBef>
              <a:spcAft>
                <a:spcPts val="0"/>
              </a:spcAft>
              <a:buClr>
                <a:schemeClr val="lt1"/>
              </a:buClr>
              <a:buSzPts val="1600"/>
              <a:buChar char="■"/>
              <a:defRPr sz="1600">
                <a:solidFill>
                  <a:schemeClr val="lt1"/>
                </a:solidFill>
              </a:defRPr>
            </a:lvl1pPr>
            <a:lvl2pPr marL="914400" lvl="1" indent="-317500" rtl="0">
              <a:spcBef>
                <a:spcPts val="0"/>
              </a:spcBef>
              <a:spcAft>
                <a:spcPts val="0"/>
              </a:spcAft>
              <a:buClr>
                <a:schemeClr val="lt1"/>
              </a:buClr>
              <a:buSzPts val="1400"/>
              <a:buChar char="■"/>
              <a:defRPr>
                <a:solidFill>
                  <a:schemeClr val="lt1"/>
                </a:solidFill>
              </a:defRPr>
            </a:lvl2pPr>
            <a:lvl3pPr marL="1371600" lvl="2" indent="-317500" rtl="0">
              <a:spcBef>
                <a:spcPts val="0"/>
              </a:spcBef>
              <a:spcAft>
                <a:spcPts val="0"/>
              </a:spcAft>
              <a:buSzPts val="1400"/>
              <a:buChar char="■"/>
              <a:defRPr/>
            </a:lvl3pPr>
            <a:lvl4pPr marL="1828800" lvl="3" indent="-317500" rtl="0">
              <a:spcBef>
                <a:spcPts val="0"/>
              </a:spcBef>
              <a:spcAft>
                <a:spcPts val="0"/>
              </a:spcAft>
              <a:buSzPts val="1400"/>
              <a:buChar char="●"/>
              <a:defRPr/>
            </a:lvl4pPr>
            <a:lvl5pPr marL="2286000" lvl="4" indent="-317500" rtl="0">
              <a:spcBef>
                <a:spcPts val="0"/>
              </a:spcBef>
              <a:spcAft>
                <a:spcPts val="0"/>
              </a:spcAft>
              <a:buSzPts val="1400"/>
              <a:buChar char="○"/>
              <a:defRPr/>
            </a:lvl5pPr>
            <a:lvl6pPr marL="2743200" lvl="5" indent="-317500" rtl="0">
              <a:spcBef>
                <a:spcPts val="0"/>
              </a:spcBef>
              <a:spcAft>
                <a:spcPts val="0"/>
              </a:spcAft>
              <a:buSzPts val="1400"/>
              <a:buChar char="■"/>
              <a:defRPr/>
            </a:lvl6pPr>
            <a:lvl7pPr marL="3200400" lvl="6" indent="-317500" rtl="0">
              <a:spcBef>
                <a:spcPts val="0"/>
              </a:spcBef>
              <a:spcAft>
                <a:spcPts val="0"/>
              </a:spcAft>
              <a:buSzPts val="1400"/>
              <a:buChar char="●"/>
              <a:defRPr/>
            </a:lvl7pPr>
            <a:lvl8pPr marL="3657600" lvl="7" indent="-317500" rtl="0">
              <a:spcBef>
                <a:spcPts val="0"/>
              </a:spcBef>
              <a:spcAft>
                <a:spcPts val="0"/>
              </a:spcAft>
              <a:buSzPts val="1400"/>
              <a:buChar char="○"/>
              <a:defRPr/>
            </a:lvl8pPr>
            <a:lvl9pPr marL="4114800" lvl="8" indent="-317500" rtl="0">
              <a:spcBef>
                <a:spcPts val="0"/>
              </a:spcBef>
              <a:spcAft>
                <a:spcPts val="0"/>
              </a:spcAft>
              <a:buSzPts val="1400"/>
              <a:buChar char="■"/>
              <a:defRPr/>
            </a:lvl9pPr>
          </a:lstStyle>
          <a:p>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matchingName="3 Column - White">
  <p:cSld name="TITLE_ONLY_1_6_1_1">
    <p:bg>
      <p:bgPr>
        <a:solidFill>
          <a:schemeClr val="dk2"/>
        </a:solidFill>
        <a:effectLst/>
      </p:bgPr>
    </p:bg>
    <p:spTree>
      <p:nvGrpSpPr>
        <p:cNvPr id="1" name="Shape 463"/>
        <p:cNvGrpSpPr/>
        <p:nvPr/>
      </p:nvGrpSpPr>
      <p:grpSpPr>
        <a:xfrm>
          <a:off x="0" y="0"/>
          <a:ext cx="0" cy="0"/>
          <a:chOff x="0" y="0"/>
          <a:chExt cx="0" cy="0"/>
        </a:xfrm>
      </p:grpSpPr>
      <p:sp>
        <p:nvSpPr>
          <p:cNvPr id="464" name="Google Shape;464;p57"/>
          <p:cNvSpPr txBox="1">
            <a:spLocks noGrp="1"/>
          </p:cNvSpPr>
          <p:nvPr>
            <p:ph type="title"/>
          </p:nvPr>
        </p:nvSpPr>
        <p:spPr>
          <a:xfrm>
            <a:off x="457200" y="114300"/>
            <a:ext cx="8229600" cy="903300"/>
          </a:xfrm>
          <a:prstGeom prst="rect">
            <a:avLst/>
          </a:prstGeom>
        </p:spPr>
        <p:txBody>
          <a:bodyPr spcFirstLastPara="1" wrap="square" lIns="0" tIns="0" rIns="0" bIns="0" anchor="t" anchorCtr="0">
            <a:normAutofit/>
          </a:bodyPr>
          <a:lstStyle>
            <a:lvl1pPr lvl="0" rtl="0">
              <a:spcBef>
                <a:spcPts val="0"/>
              </a:spcBef>
              <a:spcAft>
                <a:spcPts val="0"/>
              </a:spcAft>
              <a:buClr>
                <a:schemeClr val="lt2"/>
              </a:buClr>
              <a:buSzPts val="3400"/>
              <a:buNone/>
              <a:defRPr>
                <a:solidFill>
                  <a:schemeClr val="lt2"/>
                </a:solidFill>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465" name="Google Shape;465;p57"/>
          <p:cNvSpPr txBox="1">
            <a:spLocks noGrp="1"/>
          </p:cNvSpPr>
          <p:nvPr>
            <p:ph type="sldNum" idx="12"/>
          </p:nvPr>
        </p:nvSpPr>
        <p:spPr>
          <a:xfrm>
            <a:off x="8366700" y="4805546"/>
            <a:ext cx="548700" cy="215400"/>
          </a:xfrm>
          <a:prstGeom prst="rect">
            <a:avLst/>
          </a:prstGeom>
        </p:spPr>
        <p:txBody>
          <a:bodyPr spcFirstLastPara="1" wrap="square" lIns="0" tIns="0" rIns="0" bIns="0" anchor="b" anchorCtr="0">
            <a:normAutofit/>
          </a:bodyPr>
          <a:lstStyle>
            <a:lvl1pPr lvl="0" rtl="0">
              <a:buNone/>
              <a:defRPr>
                <a:solidFill>
                  <a:schemeClr val="accent5"/>
                </a:solidFill>
              </a:defRPr>
            </a:lvl1pPr>
            <a:lvl2pPr lvl="1" rtl="0">
              <a:buNone/>
              <a:defRPr>
                <a:solidFill>
                  <a:schemeClr val="accent5"/>
                </a:solidFill>
              </a:defRPr>
            </a:lvl2pPr>
            <a:lvl3pPr lvl="2" rtl="0">
              <a:buNone/>
              <a:defRPr>
                <a:solidFill>
                  <a:schemeClr val="accent5"/>
                </a:solidFill>
              </a:defRPr>
            </a:lvl3pPr>
            <a:lvl4pPr lvl="3" rtl="0">
              <a:buNone/>
              <a:defRPr>
                <a:solidFill>
                  <a:schemeClr val="accent5"/>
                </a:solidFill>
              </a:defRPr>
            </a:lvl4pPr>
            <a:lvl5pPr lvl="4" rtl="0">
              <a:buNone/>
              <a:defRPr>
                <a:solidFill>
                  <a:schemeClr val="accent5"/>
                </a:solidFill>
              </a:defRPr>
            </a:lvl5pPr>
            <a:lvl6pPr lvl="5" rtl="0">
              <a:buNone/>
              <a:defRPr>
                <a:solidFill>
                  <a:schemeClr val="accent5"/>
                </a:solidFill>
              </a:defRPr>
            </a:lvl6pPr>
            <a:lvl7pPr lvl="6" rtl="0">
              <a:buNone/>
              <a:defRPr>
                <a:solidFill>
                  <a:schemeClr val="accent5"/>
                </a:solidFill>
              </a:defRPr>
            </a:lvl7pPr>
            <a:lvl8pPr lvl="7" rtl="0">
              <a:buNone/>
              <a:defRPr>
                <a:solidFill>
                  <a:schemeClr val="accent5"/>
                </a:solidFill>
              </a:defRPr>
            </a:lvl8pPr>
            <a:lvl9pPr lvl="8" rtl="0">
              <a:buNone/>
              <a:defRPr>
                <a:solidFill>
                  <a:schemeClr val="accent5"/>
                </a:solidFill>
              </a:defRPr>
            </a:lvl9pPr>
          </a:lstStyle>
          <a:p>
            <a:pPr marL="0" lvl="0" indent="0" algn="r" rtl="0">
              <a:spcBef>
                <a:spcPts val="0"/>
              </a:spcBef>
              <a:spcAft>
                <a:spcPts val="0"/>
              </a:spcAft>
              <a:buNone/>
            </a:pPr>
            <a:fld id="{00000000-1234-1234-1234-123412341234}" type="slidenum">
              <a:rPr lang="en"/>
              <a:t>‹#›</a:t>
            </a:fld>
            <a:endParaRPr/>
          </a:p>
        </p:txBody>
      </p:sp>
      <p:pic>
        <p:nvPicPr>
          <p:cNvPr id="466" name="Google Shape;466;p57"/>
          <p:cNvPicPr preferRelativeResize="0"/>
          <p:nvPr/>
        </p:nvPicPr>
        <p:blipFill>
          <a:blip r:embed="rId2">
            <a:alphaModFix/>
          </a:blip>
          <a:stretch>
            <a:fillRect/>
          </a:stretch>
        </p:blipFill>
        <p:spPr>
          <a:xfrm>
            <a:off x="8544859" y="62003"/>
            <a:ext cx="599140" cy="599141"/>
          </a:xfrm>
          <a:prstGeom prst="rect">
            <a:avLst/>
          </a:prstGeom>
          <a:noFill/>
          <a:ln>
            <a:noFill/>
          </a:ln>
        </p:spPr>
      </p:pic>
      <p:sp>
        <p:nvSpPr>
          <p:cNvPr id="467" name="Google Shape;467;p57"/>
          <p:cNvSpPr txBox="1">
            <a:spLocks noGrp="1"/>
          </p:cNvSpPr>
          <p:nvPr>
            <p:ph type="subTitle" idx="1"/>
          </p:nvPr>
        </p:nvSpPr>
        <p:spPr>
          <a:xfrm>
            <a:off x="467075" y="4814525"/>
            <a:ext cx="2326500" cy="206400"/>
          </a:xfrm>
          <a:prstGeom prst="rect">
            <a:avLst/>
          </a:prstGeom>
        </p:spPr>
        <p:txBody>
          <a:bodyPr spcFirstLastPara="1" wrap="square" lIns="0" tIns="0" rIns="0" bIns="0" anchor="b" anchorCtr="0">
            <a:normAutofit/>
          </a:bodyPr>
          <a:lstStyle>
            <a:lvl1pPr lvl="0" rtl="0">
              <a:spcBef>
                <a:spcPts val="0"/>
              </a:spcBef>
              <a:spcAft>
                <a:spcPts val="0"/>
              </a:spcAft>
              <a:buClr>
                <a:schemeClr val="accent5"/>
              </a:buClr>
              <a:buSzPts val="700"/>
              <a:buNone/>
              <a:defRPr sz="700">
                <a:solidFill>
                  <a:schemeClr val="accent5"/>
                </a:solidFill>
              </a:defRPr>
            </a:lvl1pPr>
            <a:lvl2pPr lvl="1" rtl="0">
              <a:spcBef>
                <a:spcPts val="0"/>
              </a:spcBef>
              <a:spcAft>
                <a:spcPts val="0"/>
              </a:spcAft>
              <a:buClr>
                <a:schemeClr val="accent5"/>
              </a:buClr>
              <a:buSzPts val="1400"/>
              <a:buNone/>
              <a:defRPr>
                <a:solidFill>
                  <a:schemeClr val="accent5"/>
                </a:solidFill>
              </a:defRPr>
            </a:lvl2pPr>
            <a:lvl3pPr lvl="2" rtl="0">
              <a:spcBef>
                <a:spcPts val="0"/>
              </a:spcBef>
              <a:spcAft>
                <a:spcPts val="0"/>
              </a:spcAft>
              <a:buClr>
                <a:schemeClr val="accent5"/>
              </a:buClr>
              <a:buSzPts val="1400"/>
              <a:buNone/>
              <a:defRPr>
                <a:solidFill>
                  <a:schemeClr val="accent5"/>
                </a:solidFill>
              </a:defRPr>
            </a:lvl3pPr>
            <a:lvl4pPr lvl="3" rtl="0">
              <a:spcBef>
                <a:spcPts val="0"/>
              </a:spcBef>
              <a:spcAft>
                <a:spcPts val="0"/>
              </a:spcAft>
              <a:buClr>
                <a:schemeClr val="accent5"/>
              </a:buClr>
              <a:buSzPts val="1400"/>
              <a:buNone/>
              <a:defRPr>
                <a:solidFill>
                  <a:schemeClr val="accent5"/>
                </a:solidFill>
              </a:defRPr>
            </a:lvl4pPr>
            <a:lvl5pPr lvl="4" rtl="0">
              <a:spcBef>
                <a:spcPts val="0"/>
              </a:spcBef>
              <a:spcAft>
                <a:spcPts val="0"/>
              </a:spcAft>
              <a:buClr>
                <a:schemeClr val="accent5"/>
              </a:buClr>
              <a:buSzPts val="1400"/>
              <a:buNone/>
              <a:defRPr>
                <a:solidFill>
                  <a:schemeClr val="accent5"/>
                </a:solidFill>
              </a:defRPr>
            </a:lvl5pPr>
            <a:lvl6pPr lvl="5" rtl="0">
              <a:spcBef>
                <a:spcPts val="0"/>
              </a:spcBef>
              <a:spcAft>
                <a:spcPts val="0"/>
              </a:spcAft>
              <a:buClr>
                <a:schemeClr val="accent5"/>
              </a:buClr>
              <a:buSzPts val="1400"/>
              <a:buNone/>
              <a:defRPr>
                <a:solidFill>
                  <a:schemeClr val="accent5"/>
                </a:solidFill>
              </a:defRPr>
            </a:lvl6pPr>
            <a:lvl7pPr lvl="6" rtl="0">
              <a:spcBef>
                <a:spcPts val="0"/>
              </a:spcBef>
              <a:spcAft>
                <a:spcPts val="0"/>
              </a:spcAft>
              <a:buClr>
                <a:schemeClr val="accent5"/>
              </a:buClr>
              <a:buSzPts val="1400"/>
              <a:buNone/>
              <a:defRPr>
                <a:solidFill>
                  <a:schemeClr val="accent5"/>
                </a:solidFill>
              </a:defRPr>
            </a:lvl7pPr>
            <a:lvl8pPr lvl="7" rtl="0">
              <a:spcBef>
                <a:spcPts val="0"/>
              </a:spcBef>
              <a:spcAft>
                <a:spcPts val="0"/>
              </a:spcAft>
              <a:buClr>
                <a:schemeClr val="accent5"/>
              </a:buClr>
              <a:buSzPts val="1400"/>
              <a:buNone/>
              <a:defRPr>
                <a:solidFill>
                  <a:schemeClr val="accent5"/>
                </a:solidFill>
              </a:defRPr>
            </a:lvl8pPr>
            <a:lvl9pPr lvl="8" rtl="0">
              <a:spcBef>
                <a:spcPts val="0"/>
              </a:spcBef>
              <a:spcAft>
                <a:spcPts val="0"/>
              </a:spcAft>
              <a:buClr>
                <a:schemeClr val="accent5"/>
              </a:buClr>
              <a:buSzPts val="1400"/>
              <a:buNone/>
              <a:defRPr>
                <a:solidFill>
                  <a:schemeClr val="accent5"/>
                </a:solidFill>
              </a:defRPr>
            </a:lvl9pPr>
          </a:lstStyle>
          <a:p>
            <a:endParaRPr/>
          </a:p>
        </p:txBody>
      </p:sp>
      <p:sp>
        <p:nvSpPr>
          <p:cNvPr id="468" name="Google Shape;468;p57"/>
          <p:cNvSpPr/>
          <p:nvPr/>
        </p:nvSpPr>
        <p:spPr>
          <a:xfrm>
            <a:off x="457101" y="1152475"/>
            <a:ext cx="2497200" cy="2311200"/>
          </a:xfrm>
          <a:prstGeom prst="roundRect">
            <a:avLst>
              <a:gd name="adj" fmla="val 11313"/>
            </a:avLst>
          </a:prstGeom>
          <a:solidFill>
            <a:srgbClr val="1F2A44"/>
          </a:solidFill>
          <a:ln>
            <a:noFill/>
          </a:ln>
        </p:spPr>
        <p:txBody>
          <a:bodyPr spcFirstLastPara="1" wrap="square" lIns="57150" tIns="57150" rIns="57150" bIns="57150" anchor="t" anchorCtr="0">
            <a:noAutofit/>
          </a:bodyPr>
          <a:lstStyle/>
          <a:p>
            <a:pPr marL="0" lvl="0" indent="0" algn="ctr" rtl="0">
              <a:spcBef>
                <a:spcPts val="0"/>
              </a:spcBef>
              <a:spcAft>
                <a:spcPts val="0"/>
              </a:spcAft>
              <a:buNone/>
            </a:pPr>
            <a:endParaRPr sz="900"/>
          </a:p>
        </p:txBody>
      </p:sp>
      <p:sp>
        <p:nvSpPr>
          <p:cNvPr id="469" name="Google Shape;469;p57"/>
          <p:cNvSpPr/>
          <p:nvPr/>
        </p:nvSpPr>
        <p:spPr>
          <a:xfrm>
            <a:off x="457101" y="1592005"/>
            <a:ext cx="2497200" cy="2883900"/>
          </a:xfrm>
          <a:prstGeom prst="roundRect">
            <a:avLst>
              <a:gd name="adj" fmla="val 8673"/>
            </a:avLst>
          </a:prstGeom>
          <a:solidFill>
            <a:schemeClr val="lt1"/>
          </a:solidFill>
          <a:ln>
            <a:noFill/>
          </a:ln>
        </p:spPr>
        <p:txBody>
          <a:bodyPr spcFirstLastPara="1" wrap="square" lIns="57150" tIns="57150" rIns="57150" bIns="57150" anchor="t" anchorCtr="0">
            <a:noAutofit/>
          </a:bodyPr>
          <a:lstStyle/>
          <a:p>
            <a:pPr marL="0" lvl="0" indent="0" algn="l" rtl="0">
              <a:spcBef>
                <a:spcPts val="0"/>
              </a:spcBef>
              <a:spcAft>
                <a:spcPts val="0"/>
              </a:spcAft>
              <a:buNone/>
            </a:pPr>
            <a:endParaRPr sz="900" b="1"/>
          </a:p>
        </p:txBody>
      </p:sp>
      <p:sp>
        <p:nvSpPr>
          <p:cNvPr id="470" name="Google Shape;470;p57"/>
          <p:cNvSpPr txBox="1">
            <a:spLocks noGrp="1"/>
          </p:cNvSpPr>
          <p:nvPr>
            <p:ph type="subTitle" idx="2"/>
          </p:nvPr>
        </p:nvSpPr>
        <p:spPr>
          <a:xfrm>
            <a:off x="444675" y="1163575"/>
            <a:ext cx="2497200" cy="436500"/>
          </a:xfrm>
          <a:prstGeom prst="rect">
            <a:avLst/>
          </a:prstGeom>
        </p:spPr>
        <p:txBody>
          <a:bodyPr spcFirstLastPara="1" wrap="square" lIns="0" tIns="0" rIns="0" bIns="0" anchor="ctr" anchorCtr="0">
            <a:normAutofit/>
          </a:bodyPr>
          <a:lstStyle>
            <a:lvl1pPr lvl="0" algn="ctr" rtl="0">
              <a:spcBef>
                <a:spcPts val="0"/>
              </a:spcBef>
              <a:spcAft>
                <a:spcPts val="0"/>
              </a:spcAft>
              <a:buClr>
                <a:schemeClr val="lt2"/>
              </a:buClr>
              <a:buSzPts val="1600"/>
              <a:buFont typeface="IBM Plex Sans Medium"/>
              <a:buNone/>
              <a:defRPr>
                <a:solidFill>
                  <a:schemeClr val="lt2"/>
                </a:solidFill>
                <a:latin typeface="IBM Plex Sans Medium"/>
                <a:ea typeface="IBM Plex Sans Medium"/>
                <a:cs typeface="IBM Plex Sans Medium"/>
                <a:sym typeface="IBM Plex Sans Medium"/>
              </a:defRPr>
            </a:lvl1pPr>
            <a:lvl2pPr lvl="1" rtl="0">
              <a:spcBef>
                <a:spcPts val="0"/>
              </a:spcBef>
              <a:spcAft>
                <a:spcPts val="0"/>
              </a:spcAft>
              <a:buSzPts val="1400"/>
              <a:buFont typeface="IBM Plex Sans Medium"/>
              <a:buNone/>
              <a:defRPr>
                <a:latin typeface="IBM Plex Sans Medium"/>
                <a:ea typeface="IBM Plex Sans Medium"/>
                <a:cs typeface="IBM Plex Sans Medium"/>
                <a:sym typeface="IBM Plex Sans Medium"/>
              </a:defRPr>
            </a:lvl2pPr>
            <a:lvl3pPr lvl="2" rtl="0">
              <a:spcBef>
                <a:spcPts val="0"/>
              </a:spcBef>
              <a:spcAft>
                <a:spcPts val="0"/>
              </a:spcAft>
              <a:buSzPts val="1400"/>
              <a:buFont typeface="IBM Plex Sans Medium"/>
              <a:buNone/>
              <a:defRPr>
                <a:latin typeface="IBM Plex Sans Medium"/>
                <a:ea typeface="IBM Plex Sans Medium"/>
                <a:cs typeface="IBM Plex Sans Medium"/>
                <a:sym typeface="IBM Plex Sans Medium"/>
              </a:defRPr>
            </a:lvl3pPr>
            <a:lvl4pPr lvl="3" rtl="0">
              <a:spcBef>
                <a:spcPts val="0"/>
              </a:spcBef>
              <a:spcAft>
                <a:spcPts val="0"/>
              </a:spcAft>
              <a:buSzPts val="1400"/>
              <a:buFont typeface="IBM Plex Sans Medium"/>
              <a:buNone/>
              <a:defRPr>
                <a:latin typeface="IBM Plex Sans Medium"/>
                <a:ea typeface="IBM Plex Sans Medium"/>
                <a:cs typeface="IBM Plex Sans Medium"/>
                <a:sym typeface="IBM Plex Sans Medium"/>
              </a:defRPr>
            </a:lvl4pPr>
            <a:lvl5pPr lvl="4" rtl="0">
              <a:spcBef>
                <a:spcPts val="0"/>
              </a:spcBef>
              <a:spcAft>
                <a:spcPts val="0"/>
              </a:spcAft>
              <a:buSzPts val="1400"/>
              <a:buFont typeface="IBM Plex Sans Medium"/>
              <a:buNone/>
              <a:defRPr>
                <a:latin typeface="IBM Plex Sans Medium"/>
                <a:ea typeface="IBM Plex Sans Medium"/>
                <a:cs typeface="IBM Plex Sans Medium"/>
                <a:sym typeface="IBM Plex Sans Medium"/>
              </a:defRPr>
            </a:lvl5pPr>
            <a:lvl6pPr lvl="5" rtl="0">
              <a:spcBef>
                <a:spcPts val="0"/>
              </a:spcBef>
              <a:spcAft>
                <a:spcPts val="0"/>
              </a:spcAft>
              <a:buSzPts val="1400"/>
              <a:buFont typeface="IBM Plex Sans Medium"/>
              <a:buNone/>
              <a:defRPr>
                <a:latin typeface="IBM Plex Sans Medium"/>
                <a:ea typeface="IBM Plex Sans Medium"/>
                <a:cs typeface="IBM Plex Sans Medium"/>
                <a:sym typeface="IBM Plex Sans Medium"/>
              </a:defRPr>
            </a:lvl6pPr>
            <a:lvl7pPr lvl="6" rtl="0">
              <a:spcBef>
                <a:spcPts val="0"/>
              </a:spcBef>
              <a:spcAft>
                <a:spcPts val="0"/>
              </a:spcAft>
              <a:buSzPts val="1400"/>
              <a:buFont typeface="IBM Plex Sans Medium"/>
              <a:buNone/>
              <a:defRPr>
                <a:latin typeface="IBM Plex Sans Medium"/>
                <a:ea typeface="IBM Plex Sans Medium"/>
                <a:cs typeface="IBM Plex Sans Medium"/>
                <a:sym typeface="IBM Plex Sans Medium"/>
              </a:defRPr>
            </a:lvl7pPr>
            <a:lvl8pPr lvl="7" rtl="0">
              <a:spcBef>
                <a:spcPts val="0"/>
              </a:spcBef>
              <a:spcAft>
                <a:spcPts val="0"/>
              </a:spcAft>
              <a:buSzPts val="1400"/>
              <a:buFont typeface="IBM Plex Sans Medium"/>
              <a:buNone/>
              <a:defRPr>
                <a:latin typeface="IBM Plex Sans Medium"/>
                <a:ea typeface="IBM Plex Sans Medium"/>
                <a:cs typeface="IBM Plex Sans Medium"/>
                <a:sym typeface="IBM Plex Sans Medium"/>
              </a:defRPr>
            </a:lvl8pPr>
            <a:lvl9pPr lvl="8" rtl="0">
              <a:spcBef>
                <a:spcPts val="0"/>
              </a:spcBef>
              <a:spcAft>
                <a:spcPts val="0"/>
              </a:spcAft>
              <a:buSzPts val="1400"/>
              <a:buFont typeface="IBM Plex Sans Medium"/>
              <a:buNone/>
              <a:defRPr>
                <a:latin typeface="IBM Plex Sans Medium"/>
                <a:ea typeface="IBM Plex Sans Medium"/>
                <a:cs typeface="IBM Plex Sans Medium"/>
                <a:sym typeface="IBM Plex Sans Medium"/>
              </a:defRPr>
            </a:lvl9pPr>
          </a:lstStyle>
          <a:p>
            <a:endParaRPr/>
          </a:p>
        </p:txBody>
      </p:sp>
      <p:sp>
        <p:nvSpPr>
          <p:cNvPr id="471" name="Google Shape;471;p57"/>
          <p:cNvSpPr/>
          <p:nvPr/>
        </p:nvSpPr>
        <p:spPr>
          <a:xfrm>
            <a:off x="6189601" y="1152475"/>
            <a:ext cx="2497200" cy="2311200"/>
          </a:xfrm>
          <a:prstGeom prst="roundRect">
            <a:avLst>
              <a:gd name="adj" fmla="val 10000"/>
            </a:avLst>
          </a:prstGeom>
          <a:solidFill>
            <a:schemeClr val="accent4"/>
          </a:solidFill>
          <a:ln>
            <a:noFill/>
          </a:ln>
        </p:spPr>
        <p:txBody>
          <a:bodyPr spcFirstLastPara="1" wrap="square" lIns="57150" tIns="57150" rIns="57150" bIns="57150" anchor="t" anchorCtr="0">
            <a:noAutofit/>
          </a:bodyPr>
          <a:lstStyle/>
          <a:p>
            <a:pPr marL="0" lvl="0" indent="0" algn="ctr" rtl="0">
              <a:spcBef>
                <a:spcPts val="0"/>
              </a:spcBef>
              <a:spcAft>
                <a:spcPts val="0"/>
              </a:spcAft>
              <a:buNone/>
            </a:pPr>
            <a:endParaRPr sz="900"/>
          </a:p>
        </p:txBody>
      </p:sp>
      <p:sp>
        <p:nvSpPr>
          <p:cNvPr id="472" name="Google Shape;472;p57"/>
          <p:cNvSpPr/>
          <p:nvPr/>
        </p:nvSpPr>
        <p:spPr>
          <a:xfrm>
            <a:off x="6189601" y="1592005"/>
            <a:ext cx="2497200" cy="2883900"/>
          </a:xfrm>
          <a:prstGeom prst="roundRect">
            <a:avLst>
              <a:gd name="adj" fmla="val 7882"/>
            </a:avLst>
          </a:prstGeom>
          <a:solidFill>
            <a:schemeClr val="lt1"/>
          </a:solidFill>
          <a:ln>
            <a:noFill/>
          </a:ln>
        </p:spPr>
        <p:txBody>
          <a:bodyPr spcFirstLastPara="1" wrap="square" lIns="57150" tIns="57150" rIns="57150" bIns="57150" anchor="t" anchorCtr="0">
            <a:noAutofit/>
          </a:bodyPr>
          <a:lstStyle/>
          <a:p>
            <a:pPr marL="0" lvl="0" indent="0" algn="l" rtl="0">
              <a:spcBef>
                <a:spcPts val="0"/>
              </a:spcBef>
              <a:spcAft>
                <a:spcPts val="0"/>
              </a:spcAft>
              <a:buNone/>
            </a:pPr>
            <a:endParaRPr sz="900" b="1"/>
          </a:p>
        </p:txBody>
      </p:sp>
      <p:sp>
        <p:nvSpPr>
          <p:cNvPr id="473" name="Google Shape;473;p57"/>
          <p:cNvSpPr txBox="1">
            <a:spLocks noGrp="1"/>
          </p:cNvSpPr>
          <p:nvPr>
            <p:ph type="subTitle" idx="3"/>
          </p:nvPr>
        </p:nvSpPr>
        <p:spPr>
          <a:xfrm>
            <a:off x="6177175" y="1163575"/>
            <a:ext cx="2497200" cy="436500"/>
          </a:xfrm>
          <a:prstGeom prst="rect">
            <a:avLst/>
          </a:prstGeom>
        </p:spPr>
        <p:txBody>
          <a:bodyPr spcFirstLastPara="1" wrap="square" lIns="0" tIns="0" rIns="0" bIns="0" anchor="ctr" anchorCtr="0">
            <a:normAutofit/>
          </a:bodyPr>
          <a:lstStyle>
            <a:lvl1pPr lvl="0" algn="ctr" rtl="0">
              <a:spcBef>
                <a:spcPts val="0"/>
              </a:spcBef>
              <a:spcAft>
                <a:spcPts val="0"/>
              </a:spcAft>
              <a:buClr>
                <a:schemeClr val="lt2"/>
              </a:buClr>
              <a:buSzPts val="1600"/>
              <a:buFont typeface="IBM Plex Sans Medium"/>
              <a:buNone/>
              <a:defRPr>
                <a:solidFill>
                  <a:schemeClr val="lt2"/>
                </a:solidFill>
                <a:latin typeface="IBM Plex Sans Medium"/>
                <a:ea typeface="IBM Plex Sans Medium"/>
                <a:cs typeface="IBM Plex Sans Medium"/>
                <a:sym typeface="IBM Plex Sans Medium"/>
              </a:defRPr>
            </a:lvl1pPr>
            <a:lvl2pPr lvl="1" rtl="0">
              <a:spcBef>
                <a:spcPts val="0"/>
              </a:spcBef>
              <a:spcAft>
                <a:spcPts val="0"/>
              </a:spcAft>
              <a:buSzPts val="1400"/>
              <a:buFont typeface="IBM Plex Sans Medium"/>
              <a:buNone/>
              <a:defRPr>
                <a:latin typeface="IBM Plex Sans Medium"/>
                <a:ea typeface="IBM Plex Sans Medium"/>
                <a:cs typeface="IBM Plex Sans Medium"/>
                <a:sym typeface="IBM Plex Sans Medium"/>
              </a:defRPr>
            </a:lvl2pPr>
            <a:lvl3pPr lvl="2" rtl="0">
              <a:spcBef>
                <a:spcPts val="0"/>
              </a:spcBef>
              <a:spcAft>
                <a:spcPts val="0"/>
              </a:spcAft>
              <a:buSzPts val="1400"/>
              <a:buFont typeface="IBM Plex Sans Medium"/>
              <a:buNone/>
              <a:defRPr>
                <a:latin typeface="IBM Plex Sans Medium"/>
                <a:ea typeface="IBM Plex Sans Medium"/>
                <a:cs typeface="IBM Plex Sans Medium"/>
                <a:sym typeface="IBM Plex Sans Medium"/>
              </a:defRPr>
            </a:lvl3pPr>
            <a:lvl4pPr lvl="3" rtl="0">
              <a:spcBef>
                <a:spcPts val="0"/>
              </a:spcBef>
              <a:spcAft>
                <a:spcPts val="0"/>
              </a:spcAft>
              <a:buSzPts val="1400"/>
              <a:buFont typeface="IBM Plex Sans Medium"/>
              <a:buNone/>
              <a:defRPr>
                <a:latin typeface="IBM Plex Sans Medium"/>
                <a:ea typeface="IBM Plex Sans Medium"/>
                <a:cs typeface="IBM Plex Sans Medium"/>
                <a:sym typeface="IBM Plex Sans Medium"/>
              </a:defRPr>
            </a:lvl4pPr>
            <a:lvl5pPr lvl="4" rtl="0">
              <a:spcBef>
                <a:spcPts val="0"/>
              </a:spcBef>
              <a:spcAft>
                <a:spcPts val="0"/>
              </a:spcAft>
              <a:buSzPts val="1400"/>
              <a:buFont typeface="IBM Plex Sans Medium"/>
              <a:buNone/>
              <a:defRPr>
                <a:latin typeface="IBM Plex Sans Medium"/>
                <a:ea typeface="IBM Plex Sans Medium"/>
                <a:cs typeface="IBM Plex Sans Medium"/>
                <a:sym typeface="IBM Plex Sans Medium"/>
              </a:defRPr>
            </a:lvl5pPr>
            <a:lvl6pPr lvl="5" rtl="0">
              <a:spcBef>
                <a:spcPts val="0"/>
              </a:spcBef>
              <a:spcAft>
                <a:spcPts val="0"/>
              </a:spcAft>
              <a:buSzPts val="1400"/>
              <a:buFont typeface="IBM Plex Sans Medium"/>
              <a:buNone/>
              <a:defRPr>
                <a:latin typeface="IBM Plex Sans Medium"/>
                <a:ea typeface="IBM Plex Sans Medium"/>
                <a:cs typeface="IBM Plex Sans Medium"/>
                <a:sym typeface="IBM Plex Sans Medium"/>
              </a:defRPr>
            </a:lvl6pPr>
            <a:lvl7pPr lvl="6" rtl="0">
              <a:spcBef>
                <a:spcPts val="0"/>
              </a:spcBef>
              <a:spcAft>
                <a:spcPts val="0"/>
              </a:spcAft>
              <a:buSzPts val="1400"/>
              <a:buFont typeface="IBM Plex Sans Medium"/>
              <a:buNone/>
              <a:defRPr>
                <a:latin typeface="IBM Plex Sans Medium"/>
                <a:ea typeface="IBM Plex Sans Medium"/>
                <a:cs typeface="IBM Plex Sans Medium"/>
                <a:sym typeface="IBM Plex Sans Medium"/>
              </a:defRPr>
            </a:lvl7pPr>
            <a:lvl8pPr lvl="7" rtl="0">
              <a:spcBef>
                <a:spcPts val="0"/>
              </a:spcBef>
              <a:spcAft>
                <a:spcPts val="0"/>
              </a:spcAft>
              <a:buSzPts val="1400"/>
              <a:buFont typeface="IBM Plex Sans Medium"/>
              <a:buNone/>
              <a:defRPr>
                <a:latin typeface="IBM Plex Sans Medium"/>
                <a:ea typeface="IBM Plex Sans Medium"/>
                <a:cs typeface="IBM Plex Sans Medium"/>
                <a:sym typeface="IBM Plex Sans Medium"/>
              </a:defRPr>
            </a:lvl8pPr>
            <a:lvl9pPr lvl="8" rtl="0">
              <a:spcBef>
                <a:spcPts val="0"/>
              </a:spcBef>
              <a:spcAft>
                <a:spcPts val="0"/>
              </a:spcAft>
              <a:buSzPts val="1400"/>
              <a:buFont typeface="IBM Plex Sans Medium"/>
              <a:buNone/>
              <a:defRPr>
                <a:latin typeface="IBM Plex Sans Medium"/>
                <a:ea typeface="IBM Plex Sans Medium"/>
                <a:cs typeface="IBM Plex Sans Medium"/>
                <a:sym typeface="IBM Plex Sans Medium"/>
              </a:defRPr>
            </a:lvl9pPr>
          </a:lstStyle>
          <a:p>
            <a:endParaRPr/>
          </a:p>
        </p:txBody>
      </p:sp>
      <p:sp>
        <p:nvSpPr>
          <p:cNvPr id="474" name="Google Shape;474;p57"/>
          <p:cNvSpPr/>
          <p:nvPr/>
        </p:nvSpPr>
        <p:spPr>
          <a:xfrm>
            <a:off x="3317138" y="1152475"/>
            <a:ext cx="2497200" cy="2311200"/>
          </a:xfrm>
          <a:prstGeom prst="roundRect">
            <a:avLst>
              <a:gd name="adj" fmla="val 11544"/>
            </a:avLst>
          </a:prstGeom>
          <a:solidFill>
            <a:schemeClr val="accent1"/>
          </a:solidFill>
          <a:ln>
            <a:noFill/>
          </a:ln>
        </p:spPr>
        <p:txBody>
          <a:bodyPr spcFirstLastPara="1" wrap="square" lIns="57150" tIns="57150" rIns="57150" bIns="57150" anchor="t" anchorCtr="0">
            <a:noAutofit/>
          </a:bodyPr>
          <a:lstStyle/>
          <a:p>
            <a:pPr marL="0" lvl="0" indent="0" algn="ctr" rtl="0">
              <a:spcBef>
                <a:spcPts val="0"/>
              </a:spcBef>
              <a:spcAft>
                <a:spcPts val="0"/>
              </a:spcAft>
              <a:buNone/>
            </a:pPr>
            <a:endParaRPr sz="900"/>
          </a:p>
        </p:txBody>
      </p:sp>
      <p:sp>
        <p:nvSpPr>
          <p:cNvPr id="475" name="Google Shape;475;p57"/>
          <p:cNvSpPr/>
          <p:nvPr/>
        </p:nvSpPr>
        <p:spPr>
          <a:xfrm>
            <a:off x="3317138" y="1592005"/>
            <a:ext cx="2497200" cy="2883900"/>
          </a:xfrm>
          <a:prstGeom prst="roundRect">
            <a:avLst>
              <a:gd name="adj" fmla="val 8167"/>
            </a:avLst>
          </a:prstGeom>
          <a:solidFill>
            <a:schemeClr val="lt1"/>
          </a:solidFill>
          <a:ln>
            <a:noFill/>
          </a:ln>
        </p:spPr>
        <p:txBody>
          <a:bodyPr spcFirstLastPara="1" wrap="square" lIns="57150" tIns="57150" rIns="57150" bIns="57150" anchor="t" anchorCtr="0">
            <a:noAutofit/>
          </a:bodyPr>
          <a:lstStyle/>
          <a:p>
            <a:pPr marL="0" lvl="0" indent="0" algn="l" rtl="0">
              <a:spcBef>
                <a:spcPts val="0"/>
              </a:spcBef>
              <a:spcAft>
                <a:spcPts val="0"/>
              </a:spcAft>
              <a:buNone/>
            </a:pPr>
            <a:endParaRPr sz="900" b="1"/>
          </a:p>
        </p:txBody>
      </p:sp>
      <p:sp>
        <p:nvSpPr>
          <p:cNvPr id="476" name="Google Shape;476;p57"/>
          <p:cNvSpPr txBox="1">
            <a:spLocks noGrp="1"/>
          </p:cNvSpPr>
          <p:nvPr>
            <p:ph type="subTitle" idx="4"/>
          </p:nvPr>
        </p:nvSpPr>
        <p:spPr>
          <a:xfrm>
            <a:off x="3304713" y="1163575"/>
            <a:ext cx="2497200" cy="436500"/>
          </a:xfrm>
          <a:prstGeom prst="rect">
            <a:avLst/>
          </a:prstGeom>
        </p:spPr>
        <p:txBody>
          <a:bodyPr spcFirstLastPara="1" wrap="square" lIns="0" tIns="0" rIns="0" bIns="0" anchor="ctr" anchorCtr="0">
            <a:normAutofit/>
          </a:bodyPr>
          <a:lstStyle>
            <a:lvl1pPr lvl="0" algn="ctr" rtl="0">
              <a:spcBef>
                <a:spcPts val="0"/>
              </a:spcBef>
              <a:spcAft>
                <a:spcPts val="0"/>
              </a:spcAft>
              <a:buClr>
                <a:schemeClr val="lt2"/>
              </a:buClr>
              <a:buSzPts val="1600"/>
              <a:buFont typeface="IBM Plex Sans Medium"/>
              <a:buNone/>
              <a:defRPr>
                <a:solidFill>
                  <a:schemeClr val="lt2"/>
                </a:solidFill>
                <a:latin typeface="IBM Plex Sans Medium"/>
                <a:ea typeface="IBM Plex Sans Medium"/>
                <a:cs typeface="IBM Plex Sans Medium"/>
                <a:sym typeface="IBM Plex Sans Medium"/>
              </a:defRPr>
            </a:lvl1pPr>
            <a:lvl2pPr lvl="1" rtl="0">
              <a:spcBef>
                <a:spcPts val="0"/>
              </a:spcBef>
              <a:spcAft>
                <a:spcPts val="0"/>
              </a:spcAft>
              <a:buSzPts val="1400"/>
              <a:buFont typeface="IBM Plex Sans Medium"/>
              <a:buNone/>
              <a:defRPr>
                <a:latin typeface="IBM Plex Sans Medium"/>
                <a:ea typeface="IBM Plex Sans Medium"/>
                <a:cs typeface="IBM Plex Sans Medium"/>
                <a:sym typeface="IBM Plex Sans Medium"/>
              </a:defRPr>
            </a:lvl2pPr>
            <a:lvl3pPr lvl="2" rtl="0">
              <a:spcBef>
                <a:spcPts val="0"/>
              </a:spcBef>
              <a:spcAft>
                <a:spcPts val="0"/>
              </a:spcAft>
              <a:buSzPts val="1400"/>
              <a:buFont typeface="IBM Plex Sans Medium"/>
              <a:buNone/>
              <a:defRPr>
                <a:latin typeface="IBM Plex Sans Medium"/>
                <a:ea typeface="IBM Plex Sans Medium"/>
                <a:cs typeface="IBM Plex Sans Medium"/>
                <a:sym typeface="IBM Plex Sans Medium"/>
              </a:defRPr>
            </a:lvl3pPr>
            <a:lvl4pPr lvl="3" rtl="0">
              <a:spcBef>
                <a:spcPts val="0"/>
              </a:spcBef>
              <a:spcAft>
                <a:spcPts val="0"/>
              </a:spcAft>
              <a:buSzPts val="1400"/>
              <a:buFont typeface="IBM Plex Sans Medium"/>
              <a:buNone/>
              <a:defRPr>
                <a:latin typeface="IBM Plex Sans Medium"/>
                <a:ea typeface="IBM Plex Sans Medium"/>
                <a:cs typeface="IBM Plex Sans Medium"/>
                <a:sym typeface="IBM Plex Sans Medium"/>
              </a:defRPr>
            </a:lvl4pPr>
            <a:lvl5pPr lvl="4" rtl="0">
              <a:spcBef>
                <a:spcPts val="0"/>
              </a:spcBef>
              <a:spcAft>
                <a:spcPts val="0"/>
              </a:spcAft>
              <a:buSzPts val="1400"/>
              <a:buFont typeface="IBM Plex Sans Medium"/>
              <a:buNone/>
              <a:defRPr>
                <a:latin typeface="IBM Plex Sans Medium"/>
                <a:ea typeface="IBM Plex Sans Medium"/>
                <a:cs typeface="IBM Plex Sans Medium"/>
                <a:sym typeface="IBM Plex Sans Medium"/>
              </a:defRPr>
            </a:lvl5pPr>
            <a:lvl6pPr lvl="5" rtl="0">
              <a:spcBef>
                <a:spcPts val="0"/>
              </a:spcBef>
              <a:spcAft>
                <a:spcPts val="0"/>
              </a:spcAft>
              <a:buSzPts val="1400"/>
              <a:buFont typeface="IBM Plex Sans Medium"/>
              <a:buNone/>
              <a:defRPr>
                <a:latin typeface="IBM Plex Sans Medium"/>
                <a:ea typeface="IBM Plex Sans Medium"/>
                <a:cs typeface="IBM Plex Sans Medium"/>
                <a:sym typeface="IBM Plex Sans Medium"/>
              </a:defRPr>
            </a:lvl6pPr>
            <a:lvl7pPr lvl="6" rtl="0">
              <a:spcBef>
                <a:spcPts val="0"/>
              </a:spcBef>
              <a:spcAft>
                <a:spcPts val="0"/>
              </a:spcAft>
              <a:buSzPts val="1400"/>
              <a:buFont typeface="IBM Plex Sans Medium"/>
              <a:buNone/>
              <a:defRPr>
                <a:latin typeface="IBM Plex Sans Medium"/>
                <a:ea typeface="IBM Plex Sans Medium"/>
                <a:cs typeface="IBM Plex Sans Medium"/>
                <a:sym typeface="IBM Plex Sans Medium"/>
              </a:defRPr>
            </a:lvl7pPr>
            <a:lvl8pPr lvl="7" rtl="0">
              <a:spcBef>
                <a:spcPts val="0"/>
              </a:spcBef>
              <a:spcAft>
                <a:spcPts val="0"/>
              </a:spcAft>
              <a:buSzPts val="1400"/>
              <a:buFont typeface="IBM Plex Sans Medium"/>
              <a:buNone/>
              <a:defRPr>
                <a:latin typeface="IBM Plex Sans Medium"/>
                <a:ea typeface="IBM Plex Sans Medium"/>
                <a:cs typeface="IBM Plex Sans Medium"/>
                <a:sym typeface="IBM Plex Sans Medium"/>
              </a:defRPr>
            </a:lvl8pPr>
            <a:lvl9pPr lvl="8" rtl="0">
              <a:spcBef>
                <a:spcPts val="0"/>
              </a:spcBef>
              <a:spcAft>
                <a:spcPts val="0"/>
              </a:spcAft>
              <a:buSzPts val="1400"/>
              <a:buFont typeface="IBM Plex Sans Medium"/>
              <a:buNone/>
              <a:defRPr>
                <a:latin typeface="IBM Plex Sans Medium"/>
                <a:ea typeface="IBM Plex Sans Medium"/>
                <a:cs typeface="IBM Plex Sans Medium"/>
                <a:sym typeface="IBM Plex Sans Medium"/>
              </a:defRPr>
            </a:lvl9pPr>
          </a:lstStyle>
          <a:p>
            <a:endParaRPr/>
          </a:p>
        </p:txBody>
      </p:sp>
      <p:sp>
        <p:nvSpPr>
          <p:cNvPr id="477" name="Google Shape;477;p57"/>
          <p:cNvSpPr txBox="1">
            <a:spLocks noGrp="1"/>
          </p:cNvSpPr>
          <p:nvPr>
            <p:ph type="body" idx="5"/>
          </p:nvPr>
        </p:nvSpPr>
        <p:spPr>
          <a:xfrm>
            <a:off x="578100" y="1741675"/>
            <a:ext cx="2282700" cy="2586600"/>
          </a:xfrm>
          <a:prstGeom prst="rect">
            <a:avLst/>
          </a:prstGeom>
        </p:spPr>
        <p:txBody>
          <a:bodyPr spcFirstLastPara="1" wrap="square" lIns="0" tIns="0" rIns="0" bIns="0" anchor="t" anchorCtr="0">
            <a:normAutofit/>
          </a:bodyPr>
          <a:lstStyle>
            <a:lvl1pPr marL="457200" lvl="0" indent="-330200" rtl="0">
              <a:spcBef>
                <a:spcPts val="0"/>
              </a:spcBef>
              <a:spcAft>
                <a:spcPts val="0"/>
              </a:spcAft>
              <a:buClr>
                <a:schemeClr val="dk1"/>
              </a:buClr>
              <a:buSzPts val="1600"/>
              <a:buChar char="■"/>
              <a:defRPr sz="1600"/>
            </a:lvl1pPr>
            <a:lvl2pPr marL="914400" lvl="1" indent="-317500" rtl="0">
              <a:spcBef>
                <a:spcPts val="0"/>
              </a:spcBef>
              <a:spcAft>
                <a:spcPts val="0"/>
              </a:spcAft>
              <a:buClr>
                <a:schemeClr val="dk1"/>
              </a:buClr>
              <a:buSzPts val="1400"/>
              <a:buChar char="■"/>
              <a:defRPr/>
            </a:lvl2pPr>
            <a:lvl3pPr marL="1371600" lvl="2" indent="-317500" rtl="0">
              <a:spcBef>
                <a:spcPts val="0"/>
              </a:spcBef>
              <a:spcAft>
                <a:spcPts val="0"/>
              </a:spcAft>
              <a:buSzPts val="1400"/>
              <a:buChar char="■"/>
              <a:defRPr/>
            </a:lvl3pPr>
            <a:lvl4pPr marL="1828800" lvl="3" indent="-317500" rtl="0">
              <a:spcBef>
                <a:spcPts val="0"/>
              </a:spcBef>
              <a:spcAft>
                <a:spcPts val="0"/>
              </a:spcAft>
              <a:buSzPts val="1400"/>
              <a:buChar char="●"/>
              <a:defRPr/>
            </a:lvl4pPr>
            <a:lvl5pPr marL="2286000" lvl="4" indent="-317500" rtl="0">
              <a:spcBef>
                <a:spcPts val="0"/>
              </a:spcBef>
              <a:spcAft>
                <a:spcPts val="0"/>
              </a:spcAft>
              <a:buSzPts val="1400"/>
              <a:buChar char="○"/>
              <a:defRPr/>
            </a:lvl5pPr>
            <a:lvl6pPr marL="2743200" lvl="5" indent="-317500" rtl="0">
              <a:spcBef>
                <a:spcPts val="0"/>
              </a:spcBef>
              <a:spcAft>
                <a:spcPts val="0"/>
              </a:spcAft>
              <a:buSzPts val="1400"/>
              <a:buChar char="■"/>
              <a:defRPr/>
            </a:lvl6pPr>
            <a:lvl7pPr marL="3200400" lvl="6" indent="-317500" rtl="0">
              <a:spcBef>
                <a:spcPts val="0"/>
              </a:spcBef>
              <a:spcAft>
                <a:spcPts val="0"/>
              </a:spcAft>
              <a:buSzPts val="1400"/>
              <a:buChar char="●"/>
              <a:defRPr/>
            </a:lvl7pPr>
            <a:lvl8pPr marL="3657600" lvl="7" indent="-317500" rtl="0">
              <a:spcBef>
                <a:spcPts val="0"/>
              </a:spcBef>
              <a:spcAft>
                <a:spcPts val="0"/>
              </a:spcAft>
              <a:buSzPts val="1400"/>
              <a:buChar char="○"/>
              <a:defRPr/>
            </a:lvl8pPr>
            <a:lvl9pPr marL="4114800" lvl="8" indent="-317500" rtl="0">
              <a:spcBef>
                <a:spcPts val="0"/>
              </a:spcBef>
              <a:spcAft>
                <a:spcPts val="0"/>
              </a:spcAft>
              <a:buSzPts val="1400"/>
              <a:buChar char="■"/>
              <a:defRPr/>
            </a:lvl9pPr>
          </a:lstStyle>
          <a:p>
            <a:endParaRPr/>
          </a:p>
        </p:txBody>
      </p:sp>
      <p:sp>
        <p:nvSpPr>
          <p:cNvPr id="478" name="Google Shape;478;p57"/>
          <p:cNvSpPr txBox="1">
            <a:spLocks noGrp="1"/>
          </p:cNvSpPr>
          <p:nvPr>
            <p:ph type="body" idx="6"/>
          </p:nvPr>
        </p:nvSpPr>
        <p:spPr>
          <a:xfrm>
            <a:off x="3430600" y="1741675"/>
            <a:ext cx="2282700" cy="2586600"/>
          </a:xfrm>
          <a:prstGeom prst="rect">
            <a:avLst/>
          </a:prstGeom>
        </p:spPr>
        <p:txBody>
          <a:bodyPr spcFirstLastPara="1" wrap="square" lIns="0" tIns="0" rIns="0" bIns="0" anchor="t" anchorCtr="0">
            <a:normAutofit/>
          </a:bodyPr>
          <a:lstStyle>
            <a:lvl1pPr marL="457200" lvl="0" indent="-330200" rtl="0">
              <a:spcBef>
                <a:spcPts val="0"/>
              </a:spcBef>
              <a:spcAft>
                <a:spcPts val="0"/>
              </a:spcAft>
              <a:buClr>
                <a:schemeClr val="dk1"/>
              </a:buClr>
              <a:buSzPts val="1600"/>
              <a:buChar char="■"/>
              <a:defRPr sz="1600"/>
            </a:lvl1pPr>
            <a:lvl2pPr marL="914400" lvl="1" indent="-317500" rtl="0">
              <a:spcBef>
                <a:spcPts val="0"/>
              </a:spcBef>
              <a:spcAft>
                <a:spcPts val="0"/>
              </a:spcAft>
              <a:buClr>
                <a:schemeClr val="dk1"/>
              </a:buClr>
              <a:buSzPts val="1400"/>
              <a:buChar char="■"/>
              <a:defRPr/>
            </a:lvl2pPr>
            <a:lvl3pPr marL="1371600" lvl="2" indent="-317500" rtl="0">
              <a:spcBef>
                <a:spcPts val="0"/>
              </a:spcBef>
              <a:spcAft>
                <a:spcPts val="0"/>
              </a:spcAft>
              <a:buSzPts val="1400"/>
              <a:buChar char="■"/>
              <a:defRPr/>
            </a:lvl3pPr>
            <a:lvl4pPr marL="1828800" lvl="3" indent="-317500" rtl="0">
              <a:spcBef>
                <a:spcPts val="0"/>
              </a:spcBef>
              <a:spcAft>
                <a:spcPts val="0"/>
              </a:spcAft>
              <a:buSzPts val="1400"/>
              <a:buChar char="●"/>
              <a:defRPr/>
            </a:lvl4pPr>
            <a:lvl5pPr marL="2286000" lvl="4" indent="-317500" rtl="0">
              <a:spcBef>
                <a:spcPts val="0"/>
              </a:spcBef>
              <a:spcAft>
                <a:spcPts val="0"/>
              </a:spcAft>
              <a:buSzPts val="1400"/>
              <a:buChar char="○"/>
              <a:defRPr/>
            </a:lvl5pPr>
            <a:lvl6pPr marL="2743200" lvl="5" indent="-317500" rtl="0">
              <a:spcBef>
                <a:spcPts val="0"/>
              </a:spcBef>
              <a:spcAft>
                <a:spcPts val="0"/>
              </a:spcAft>
              <a:buSzPts val="1400"/>
              <a:buChar char="■"/>
              <a:defRPr/>
            </a:lvl6pPr>
            <a:lvl7pPr marL="3200400" lvl="6" indent="-317500" rtl="0">
              <a:spcBef>
                <a:spcPts val="0"/>
              </a:spcBef>
              <a:spcAft>
                <a:spcPts val="0"/>
              </a:spcAft>
              <a:buSzPts val="1400"/>
              <a:buChar char="●"/>
              <a:defRPr/>
            </a:lvl7pPr>
            <a:lvl8pPr marL="3657600" lvl="7" indent="-317500" rtl="0">
              <a:spcBef>
                <a:spcPts val="0"/>
              </a:spcBef>
              <a:spcAft>
                <a:spcPts val="0"/>
              </a:spcAft>
              <a:buSzPts val="1400"/>
              <a:buChar char="○"/>
              <a:defRPr/>
            </a:lvl8pPr>
            <a:lvl9pPr marL="4114800" lvl="8" indent="-317500" rtl="0">
              <a:spcBef>
                <a:spcPts val="0"/>
              </a:spcBef>
              <a:spcAft>
                <a:spcPts val="0"/>
              </a:spcAft>
              <a:buSzPts val="1400"/>
              <a:buChar char="■"/>
              <a:defRPr/>
            </a:lvl9pPr>
          </a:lstStyle>
          <a:p>
            <a:endParaRPr/>
          </a:p>
        </p:txBody>
      </p:sp>
      <p:sp>
        <p:nvSpPr>
          <p:cNvPr id="479" name="Google Shape;479;p57"/>
          <p:cNvSpPr txBox="1">
            <a:spLocks noGrp="1"/>
          </p:cNvSpPr>
          <p:nvPr>
            <p:ph type="body" idx="7"/>
          </p:nvPr>
        </p:nvSpPr>
        <p:spPr>
          <a:xfrm>
            <a:off x="6296850" y="1741675"/>
            <a:ext cx="2282700" cy="2586600"/>
          </a:xfrm>
          <a:prstGeom prst="rect">
            <a:avLst/>
          </a:prstGeom>
        </p:spPr>
        <p:txBody>
          <a:bodyPr spcFirstLastPara="1" wrap="square" lIns="0" tIns="0" rIns="0" bIns="0" anchor="t" anchorCtr="0">
            <a:normAutofit/>
          </a:bodyPr>
          <a:lstStyle>
            <a:lvl1pPr marL="457200" lvl="0" indent="-330200" rtl="0">
              <a:spcBef>
                <a:spcPts val="0"/>
              </a:spcBef>
              <a:spcAft>
                <a:spcPts val="0"/>
              </a:spcAft>
              <a:buClr>
                <a:schemeClr val="dk1"/>
              </a:buClr>
              <a:buSzPts val="1600"/>
              <a:buChar char="■"/>
              <a:defRPr sz="1600"/>
            </a:lvl1pPr>
            <a:lvl2pPr marL="914400" lvl="1" indent="-317500" rtl="0">
              <a:spcBef>
                <a:spcPts val="0"/>
              </a:spcBef>
              <a:spcAft>
                <a:spcPts val="0"/>
              </a:spcAft>
              <a:buClr>
                <a:schemeClr val="dk1"/>
              </a:buClr>
              <a:buSzPts val="1400"/>
              <a:buChar char="■"/>
              <a:defRPr/>
            </a:lvl2pPr>
            <a:lvl3pPr marL="1371600" lvl="2" indent="-317500" rtl="0">
              <a:spcBef>
                <a:spcPts val="0"/>
              </a:spcBef>
              <a:spcAft>
                <a:spcPts val="0"/>
              </a:spcAft>
              <a:buSzPts val="1400"/>
              <a:buChar char="■"/>
              <a:defRPr/>
            </a:lvl3pPr>
            <a:lvl4pPr marL="1828800" lvl="3" indent="-317500" rtl="0">
              <a:spcBef>
                <a:spcPts val="0"/>
              </a:spcBef>
              <a:spcAft>
                <a:spcPts val="0"/>
              </a:spcAft>
              <a:buSzPts val="1400"/>
              <a:buChar char="●"/>
              <a:defRPr/>
            </a:lvl4pPr>
            <a:lvl5pPr marL="2286000" lvl="4" indent="-317500" rtl="0">
              <a:spcBef>
                <a:spcPts val="0"/>
              </a:spcBef>
              <a:spcAft>
                <a:spcPts val="0"/>
              </a:spcAft>
              <a:buSzPts val="1400"/>
              <a:buChar char="○"/>
              <a:defRPr/>
            </a:lvl5pPr>
            <a:lvl6pPr marL="2743200" lvl="5" indent="-317500" rtl="0">
              <a:spcBef>
                <a:spcPts val="0"/>
              </a:spcBef>
              <a:spcAft>
                <a:spcPts val="0"/>
              </a:spcAft>
              <a:buSzPts val="1400"/>
              <a:buChar char="■"/>
              <a:defRPr/>
            </a:lvl6pPr>
            <a:lvl7pPr marL="3200400" lvl="6" indent="-317500" rtl="0">
              <a:spcBef>
                <a:spcPts val="0"/>
              </a:spcBef>
              <a:spcAft>
                <a:spcPts val="0"/>
              </a:spcAft>
              <a:buSzPts val="1400"/>
              <a:buChar char="●"/>
              <a:defRPr/>
            </a:lvl7pPr>
            <a:lvl8pPr marL="3657600" lvl="7" indent="-317500" rtl="0">
              <a:spcBef>
                <a:spcPts val="0"/>
              </a:spcBef>
              <a:spcAft>
                <a:spcPts val="0"/>
              </a:spcAft>
              <a:buSzPts val="1400"/>
              <a:buChar char="○"/>
              <a:defRPr/>
            </a:lvl8pPr>
            <a:lvl9pPr marL="4114800" lvl="8" indent="-317500" rtl="0">
              <a:spcBef>
                <a:spcPts val="0"/>
              </a:spcBef>
              <a:spcAft>
                <a:spcPts val="0"/>
              </a:spcAft>
              <a:buSzPts val="1400"/>
              <a:buChar char="■"/>
              <a:defRPr/>
            </a:lvl9pPr>
          </a:lstStyle>
          <a:p>
            <a:endParaRP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matchingName="4 Column - Black">
  <p:cSld name="CUSTOM_7">
    <p:bg>
      <p:bgPr>
        <a:solidFill>
          <a:schemeClr val="dk1"/>
        </a:solidFill>
        <a:effectLst/>
      </p:bgPr>
    </p:bg>
    <p:spTree>
      <p:nvGrpSpPr>
        <p:cNvPr id="1" name="Shape 480"/>
        <p:cNvGrpSpPr/>
        <p:nvPr/>
      </p:nvGrpSpPr>
      <p:grpSpPr>
        <a:xfrm>
          <a:off x="0" y="0"/>
          <a:ext cx="0" cy="0"/>
          <a:chOff x="0" y="0"/>
          <a:chExt cx="0" cy="0"/>
        </a:xfrm>
      </p:grpSpPr>
      <p:sp>
        <p:nvSpPr>
          <p:cNvPr id="481" name="Google Shape;481;p58"/>
          <p:cNvSpPr txBox="1">
            <a:spLocks noGrp="1"/>
          </p:cNvSpPr>
          <p:nvPr>
            <p:ph type="title"/>
          </p:nvPr>
        </p:nvSpPr>
        <p:spPr>
          <a:xfrm>
            <a:off x="457200" y="114300"/>
            <a:ext cx="8229600" cy="903300"/>
          </a:xfrm>
          <a:prstGeom prst="rect">
            <a:avLst/>
          </a:prstGeom>
        </p:spPr>
        <p:txBody>
          <a:bodyPr spcFirstLastPara="1" wrap="square" lIns="0" tIns="0" rIns="0" bIns="0" anchor="t" anchorCtr="0">
            <a:normAutofit/>
          </a:bodyPr>
          <a:lstStyle>
            <a:lvl1pPr lvl="0" rtl="0">
              <a:spcBef>
                <a:spcPts val="0"/>
              </a:spcBef>
              <a:spcAft>
                <a:spcPts val="0"/>
              </a:spcAft>
              <a:buClr>
                <a:schemeClr val="lt1"/>
              </a:buClr>
              <a:buSzPts val="3400"/>
              <a:buNone/>
              <a:defRPr>
                <a:solidFill>
                  <a:schemeClr val="lt1"/>
                </a:solidFill>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482" name="Google Shape;482;p58"/>
          <p:cNvSpPr txBox="1">
            <a:spLocks noGrp="1"/>
          </p:cNvSpPr>
          <p:nvPr>
            <p:ph type="sldNum" idx="12"/>
          </p:nvPr>
        </p:nvSpPr>
        <p:spPr>
          <a:xfrm>
            <a:off x="8366700" y="4805546"/>
            <a:ext cx="548700" cy="215400"/>
          </a:xfrm>
          <a:prstGeom prst="rect">
            <a:avLst/>
          </a:prstGeom>
        </p:spPr>
        <p:txBody>
          <a:bodyPr spcFirstLastPara="1" wrap="square" lIns="0" tIns="0" rIns="0" bIns="0" anchor="b"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
        <p:nvSpPr>
          <p:cNvPr id="483" name="Google Shape;483;p58"/>
          <p:cNvSpPr/>
          <p:nvPr/>
        </p:nvSpPr>
        <p:spPr>
          <a:xfrm>
            <a:off x="2546379" y="933450"/>
            <a:ext cx="1973700" cy="967200"/>
          </a:xfrm>
          <a:prstGeom prst="roundRect">
            <a:avLst>
              <a:gd name="adj" fmla="val 22637"/>
            </a:avLst>
          </a:prstGeom>
          <a:solidFill>
            <a:srgbClr val="0072CE"/>
          </a:solidFill>
          <a:ln>
            <a:noFill/>
          </a:ln>
        </p:spPr>
        <p:txBody>
          <a:bodyPr spcFirstLastPara="1" wrap="square" lIns="91425" tIns="45700" rIns="91425" bIns="91425" anchor="t" anchorCtr="0">
            <a:noAutofit/>
          </a:bodyPr>
          <a:lstStyle/>
          <a:p>
            <a:pPr marL="0" lvl="0" indent="0" algn="ctr" rtl="0">
              <a:spcBef>
                <a:spcPts val="0"/>
              </a:spcBef>
              <a:spcAft>
                <a:spcPts val="0"/>
              </a:spcAft>
              <a:buNone/>
            </a:pPr>
            <a:endParaRPr sz="1300" b="1">
              <a:solidFill>
                <a:srgbClr val="FFFFFF"/>
              </a:solidFill>
              <a:latin typeface="IBM Plex Sans"/>
              <a:ea typeface="IBM Plex Sans"/>
              <a:cs typeface="IBM Plex Sans"/>
              <a:sym typeface="IBM Plex Sans"/>
            </a:endParaRPr>
          </a:p>
        </p:txBody>
      </p:sp>
      <p:sp>
        <p:nvSpPr>
          <p:cNvPr id="484" name="Google Shape;484;p58"/>
          <p:cNvSpPr/>
          <p:nvPr/>
        </p:nvSpPr>
        <p:spPr>
          <a:xfrm>
            <a:off x="4623896" y="933450"/>
            <a:ext cx="1973700" cy="967200"/>
          </a:xfrm>
          <a:prstGeom prst="roundRect">
            <a:avLst>
              <a:gd name="adj" fmla="val 22637"/>
            </a:avLst>
          </a:prstGeom>
          <a:solidFill>
            <a:srgbClr val="434343"/>
          </a:solidFill>
          <a:ln>
            <a:noFill/>
          </a:ln>
        </p:spPr>
        <p:txBody>
          <a:bodyPr spcFirstLastPara="1" wrap="square" lIns="91425" tIns="45700" rIns="91425" bIns="91425" anchor="t" anchorCtr="0">
            <a:noAutofit/>
          </a:bodyPr>
          <a:lstStyle/>
          <a:p>
            <a:pPr marL="0" lvl="0" indent="0" algn="ctr" rtl="0">
              <a:spcBef>
                <a:spcPts val="0"/>
              </a:spcBef>
              <a:spcAft>
                <a:spcPts val="0"/>
              </a:spcAft>
              <a:buNone/>
            </a:pPr>
            <a:endParaRPr sz="1300" b="1">
              <a:solidFill>
                <a:srgbClr val="FFFFFF"/>
              </a:solidFill>
              <a:latin typeface="IBM Plex Sans"/>
              <a:ea typeface="IBM Plex Sans"/>
              <a:cs typeface="IBM Plex Sans"/>
              <a:sym typeface="IBM Plex Sans"/>
            </a:endParaRPr>
          </a:p>
        </p:txBody>
      </p:sp>
      <p:sp>
        <p:nvSpPr>
          <p:cNvPr id="485" name="Google Shape;485;p58"/>
          <p:cNvSpPr/>
          <p:nvPr/>
        </p:nvSpPr>
        <p:spPr>
          <a:xfrm>
            <a:off x="6701425" y="933450"/>
            <a:ext cx="1973700" cy="967200"/>
          </a:xfrm>
          <a:prstGeom prst="roundRect">
            <a:avLst>
              <a:gd name="adj" fmla="val 22637"/>
            </a:avLst>
          </a:prstGeom>
          <a:solidFill>
            <a:srgbClr val="FC5D0D"/>
          </a:solidFill>
          <a:ln>
            <a:noFill/>
          </a:ln>
        </p:spPr>
        <p:txBody>
          <a:bodyPr spcFirstLastPara="1" wrap="square" lIns="91425" tIns="45700" rIns="91425" bIns="91425" anchor="t" anchorCtr="0">
            <a:noAutofit/>
          </a:bodyPr>
          <a:lstStyle/>
          <a:p>
            <a:pPr marL="0" lvl="0" indent="0" algn="ctr" rtl="0">
              <a:spcBef>
                <a:spcPts val="0"/>
              </a:spcBef>
              <a:spcAft>
                <a:spcPts val="0"/>
              </a:spcAft>
              <a:buNone/>
            </a:pPr>
            <a:endParaRPr sz="1300" b="1">
              <a:solidFill>
                <a:srgbClr val="FFFFFF"/>
              </a:solidFill>
              <a:latin typeface="IBM Plex Sans"/>
              <a:ea typeface="IBM Plex Sans"/>
              <a:cs typeface="IBM Plex Sans"/>
              <a:sym typeface="IBM Plex Sans"/>
            </a:endParaRPr>
          </a:p>
        </p:txBody>
      </p:sp>
      <p:sp>
        <p:nvSpPr>
          <p:cNvPr id="486" name="Google Shape;486;p58"/>
          <p:cNvSpPr/>
          <p:nvPr/>
        </p:nvSpPr>
        <p:spPr>
          <a:xfrm>
            <a:off x="457100" y="933450"/>
            <a:ext cx="1973700" cy="967200"/>
          </a:xfrm>
          <a:prstGeom prst="roundRect">
            <a:avLst>
              <a:gd name="adj" fmla="val 22637"/>
            </a:avLst>
          </a:prstGeom>
          <a:solidFill>
            <a:srgbClr val="1F2A44"/>
          </a:solidFill>
          <a:ln>
            <a:noFill/>
          </a:ln>
        </p:spPr>
        <p:txBody>
          <a:bodyPr spcFirstLastPara="1" wrap="square" lIns="91425" tIns="45700" rIns="91425" bIns="91425" anchor="t" anchorCtr="0">
            <a:noAutofit/>
          </a:bodyPr>
          <a:lstStyle/>
          <a:p>
            <a:pPr marL="0" lvl="0" indent="0" algn="ctr" rtl="0">
              <a:spcBef>
                <a:spcPts val="0"/>
              </a:spcBef>
              <a:spcAft>
                <a:spcPts val="0"/>
              </a:spcAft>
              <a:buNone/>
            </a:pPr>
            <a:endParaRPr sz="1300" b="1">
              <a:solidFill>
                <a:srgbClr val="FFFFFF"/>
              </a:solidFill>
              <a:latin typeface="IBM Plex Sans"/>
              <a:ea typeface="IBM Plex Sans"/>
              <a:cs typeface="IBM Plex Sans"/>
              <a:sym typeface="IBM Plex Sans"/>
            </a:endParaRPr>
          </a:p>
        </p:txBody>
      </p:sp>
      <p:sp>
        <p:nvSpPr>
          <p:cNvPr id="487" name="Google Shape;487;p58"/>
          <p:cNvSpPr/>
          <p:nvPr/>
        </p:nvSpPr>
        <p:spPr>
          <a:xfrm>
            <a:off x="6701425" y="1390650"/>
            <a:ext cx="1973700" cy="3310500"/>
          </a:xfrm>
          <a:prstGeom prst="roundRect">
            <a:avLst>
              <a:gd name="adj" fmla="val 11338"/>
            </a:avLst>
          </a:prstGeom>
          <a:solidFill>
            <a:srgbClr val="888B8D"/>
          </a:solidFill>
          <a:ln>
            <a:noFill/>
          </a:ln>
        </p:spPr>
        <p:txBody>
          <a:bodyPr spcFirstLastPara="1" wrap="square" lIns="57150" tIns="57150" rIns="57150" bIns="57150" anchor="t" anchorCtr="0">
            <a:noAutofit/>
          </a:bodyPr>
          <a:lstStyle/>
          <a:p>
            <a:pPr marL="0" lvl="0" indent="0" algn="l" rtl="0">
              <a:spcBef>
                <a:spcPts val="0"/>
              </a:spcBef>
              <a:spcAft>
                <a:spcPts val="0"/>
              </a:spcAft>
              <a:buNone/>
            </a:pPr>
            <a:endParaRPr sz="900" b="1"/>
          </a:p>
        </p:txBody>
      </p:sp>
      <p:sp>
        <p:nvSpPr>
          <p:cNvPr id="488" name="Google Shape;488;p58"/>
          <p:cNvSpPr/>
          <p:nvPr/>
        </p:nvSpPr>
        <p:spPr>
          <a:xfrm>
            <a:off x="2546375" y="1390650"/>
            <a:ext cx="1973700" cy="3310500"/>
          </a:xfrm>
          <a:prstGeom prst="roundRect">
            <a:avLst>
              <a:gd name="adj" fmla="val 11338"/>
            </a:avLst>
          </a:prstGeom>
          <a:solidFill>
            <a:srgbClr val="888B8D"/>
          </a:solidFill>
          <a:ln>
            <a:noFill/>
          </a:ln>
        </p:spPr>
        <p:txBody>
          <a:bodyPr spcFirstLastPara="1" wrap="square" lIns="57150" tIns="57150" rIns="57150" bIns="57150" anchor="t" anchorCtr="0">
            <a:noAutofit/>
          </a:bodyPr>
          <a:lstStyle/>
          <a:p>
            <a:pPr marL="0" lvl="0" indent="0" algn="l" rtl="0">
              <a:spcBef>
                <a:spcPts val="0"/>
              </a:spcBef>
              <a:spcAft>
                <a:spcPts val="0"/>
              </a:spcAft>
              <a:buNone/>
            </a:pPr>
            <a:endParaRPr sz="900" b="1"/>
          </a:p>
        </p:txBody>
      </p:sp>
      <p:sp>
        <p:nvSpPr>
          <p:cNvPr id="489" name="Google Shape;489;p58"/>
          <p:cNvSpPr/>
          <p:nvPr/>
        </p:nvSpPr>
        <p:spPr>
          <a:xfrm>
            <a:off x="457100" y="1390650"/>
            <a:ext cx="1973700" cy="3310500"/>
          </a:xfrm>
          <a:prstGeom prst="roundRect">
            <a:avLst>
              <a:gd name="adj" fmla="val 11338"/>
            </a:avLst>
          </a:prstGeom>
          <a:solidFill>
            <a:srgbClr val="888B8D"/>
          </a:solidFill>
          <a:ln>
            <a:noFill/>
          </a:ln>
        </p:spPr>
        <p:txBody>
          <a:bodyPr spcFirstLastPara="1" wrap="square" lIns="57150" tIns="57150" rIns="57150" bIns="57150" anchor="t" anchorCtr="0">
            <a:noAutofit/>
          </a:bodyPr>
          <a:lstStyle/>
          <a:p>
            <a:pPr marL="0" lvl="0" indent="0" algn="l" rtl="0">
              <a:spcBef>
                <a:spcPts val="0"/>
              </a:spcBef>
              <a:spcAft>
                <a:spcPts val="0"/>
              </a:spcAft>
              <a:buNone/>
            </a:pPr>
            <a:endParaRPr sz="900" b="1"/>
          </a:p>
        </p:txBody>
      </p:sp>
      <p:sp>
        <p:nvSpPr>
          <p:cNvPr id="490" name="Google Shape;490;p58"/>
          <p:cNvSpPr/>
          <p:nvPr/>
        </p:nvSpPr>
        <p:spPr>
          <a:xfrm>
            <a:off x="4623900" y="1390650"/>
            <a:ext cx="1973700" cy="3310500"/>
          </a:xfrm>
          <a:prstGeom prst="roundRect">
            <a:avLst>
              <a:gd name="adj" fmla="val 11338"/>
            </a:avLst>
          </a:prstGeom>
          <a:solidFill>
            <a:srgbClr val="888B8D"/>
          </a:solidFill>
          <a:ln>
            <a:noFill/>
          </a:ln>
        </p:spPr>
        <p:txBody>
          <a:bodyPr spcFirstLastPara="1" wrap="square" lIns="57150" tIns="57150" rIns="57150" bIns="57150" anchor="t" anchorCtr="0">
            <a:noAutofit/>
          </a:bodyPr>
          <a:lstStyle/>
          <a:p>
            <a:pPr marL="0" lvl="0" indent="0" algn="l" rtl="0">
              <a:spcBef>
                <a:spcPts val="0"/>
              </a:spcBef>
              <a:spcAft>
                <a:spcPts val="0"/>
              </a:spcAft>
              <a:buNone/>
            </a:pPr>
            <a:endParaRPr sz="900" b="1"/>
          </a:p>
        </p:txBody>
      </p:sp>
      <p:sp>
        <p:nvSpPr>
          <p:cNvPr id="491" name="Google Shape;491;p58"/>
          <p:cNvSpPr/>
          <p:nvPr/>
        </p:nvSpPr>
        <p:spPr>
          <a:xfrm>
            <a:off x="652675" y="1666886"/>
            <a:ext cx="1582500" cy="411000"/>
          </a:xfrm>
          <a:prstGeom prst="roundRect">
            <a:avLst>
              <a:gd name="adj" fmla="val 50000"/>
            </a:avLst>
          </a:prstGeom>
          <a:solidFill>
            <a:srgbClr val="F7F7F7"/>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000" b="1">
              <a:solidFill>
                <a:srgbClr val="000000"/>
              </a:solidFill>
              <a:latin typeface="IBM Plex Sans"/>
              <a:ea typeface="IBM Plex Sans"/>
              <a:cs typeface="IBM Plex Sans"/>
              <a:sym typeface="IBM Plex Sans"/>
            </a:endParaRPr>
          </a:p>
        </p:txBody>
      </p:sp>
      <p:sp>
        <p:nvSpPr>
          <p:cNvPr id="492" name="Google Shape;492;p58"/>
          <p:cNvSpPr/>
          <p:nvPr/>
        </p:nvSpPr>
        <p:spPr>
          <a:xfrm>
            <a:off x="2742012" y="1666886"/>
            <a:ext cx="1582500" cy="411000"/>
          </a:xfrm>
          <a:prstGeom prst="roundRect">
            <a:avLst>
              <a:gd name="adj" fmla="val 50000"/>
            </a:avLst>
          </a:prstGeom>
          <a:solidFill>
            <a:srgbClr val="F7F7F7"/>
          </a:solidFill>
          <a:ln>
            <a:noFill/>
          </a:ln>
        </p:spPr>
        <p:txBody>
          <a:bodyPr spcFirstLastPara="1" wrap="square" lIns="91425" tIns="91425" rIns="91425" bIns="91425" anchor="ctr" anchorCtr="0">
            <a:noAutofit/>
          </a:bodyPr>
          <a:lstStyle/>
          <a:p>
            <a:pPr marL="0" lvl="0" indent="0" algn="ctr" rtl="0">
              <a:spcBef>
                <a:spcPts val="0"/>
              </a:spcBef>
              <a:spcAft>
                <a:spcPts val="0"/>
              </a:spcAft>
              <a:buClr>
                <a:srgbClr val="000000"/>
              </a:buClr>
              <a:buSzPts val="1100"/>
              <a:buFont typeface="Arial"/>
              <a:buNone/>
            </a:pPr>
            <a:endParaRPr sz="1000" b="1">
              <a:solidFill>
                <a:srgbClr val="000000"/>
              </a:solidFill>
              <a:latin typeface="IBM Plex Sans"/>
              <a:ea typeface="IBM Plex Sans"/>
              <a:cs typeface="IBM Plex Sans"/>
              <a:sym typeface="IBM Plex Sans"/>
            </a:endParaRPr>
          </a:p>
        </p:txBody>
      </p:sp>
      <p:sp>
        <p:nvSpPr>
          <p:cNvPr id="493" name="Google Shape;493;p58"/>
          <p:cNvSpPr/>
          <p:nvPr/>
        </p:nvSpPr>
        <p:spPr>
          <a:xfrm>
            <a:off x="4819526" y="1666886"/>
            <a:ext cx="1582500" cy="411000"/>
          </a:xfrm>
          <a:prstGeom prst="roundRect">
            <a:avLst>
              <a:gd name="adj" fmla="val 50000"/>
            </a:avLst>
          </a:prstGeom>
          <a:solidFill>
            <a:srgbClr val="F7F7F7"/>
          </a:solidFill>
          <a:ln>
            <a:noFill/>
          </a:ln>
        </p:spPr>
        <p:txBody>
          <a:bodyPr spcFirstLastPara="1" wrap="square" lIns="91425" tIns="91425" rIns="91425" bIns="91425" anchor="ctr" anchorCtr="0">
            <a:noAutofit/>
          </a:bodyPr>
          <a:lstStyle/>
          <a:p>
            <a:pPr marL="0" lvl="0" indent="0" algn="ctr" rtl="0">
              <a:spcBef>
                <a:spcPts val="0"/>
              </a:spcBef>
              <a:spcAft>
                <a:spcPts val="0"/>
              </a:spcAft>
              <a:buClr>
                <a:srgbClr val="000000"/>
              </a:buClr>
              <a:buSzPts val="1100"/>
              <a:buFont typeface="Arial"/>
              <a:buNone/>
            </a:pPr>
            <a:endParaRPr sz="1000" b="1">
              <a:solidFill>
                <a:srgbClr val="000000"/>
              </a:solidFill>
              <a:latin typeface="IBM Plex Sans"/>
              <a:ea typeface="IBM Plex Sans"/>
              <a:cs typeface="IBM Plex Sans"/>
              <a:sym typeface="IBM Plex Sans"/>
            </a:endParaRPr>
          </a:p>
        </p:txBody>
      </p:sp>
      <p:sp>
        <p:nvSpPr>
          <p:cNvPr id="494" name="Google Shape;494;p58"/>
          <p:cNvSpPr/>
          <p:nvPr/>
        </p:nvSpPr>
        <p:spPr>
          <a:xfrm>
            <a:off x="6897063" y="1666886"/>
            <a:ext cx="1582500" cy="411000"/>
          </a:xfrm>
          <a:prstGeom prst="roundRect">
            <a:avLst>
              <a:gd name="adj" fmla="val 50000"/>
            </a:avLst>
          </a:prstGeom>
          <a:solidFill>
            <a:srgbClr val="F7F7F7"/>
          </a:solidFill>
          <a:ln>
            <a:noFill/>
          </a:ln>
        </p:spPr>
        <p:txBody>
          <a:bodyPr spcFirstLastPara="1" wrap="square" lIns="91425" tIns="91425" rIns="91425" bIns="91425" anchor="ctr" anchorCtr="0">
            <a:noAutofit/>
          </a:bodyPr>
          <a:lstStyle/>
          <a:p>
            <a:pPr marL="0" lvl="0" indent="0" algn="ctr" rtl="0">
              <a:spcBef>
                <a:spcPts val="0"/>
              </a:spcBef>
              <a:spcAft>
                <a:spcPts val="0"/>
              </a:spcAft>
              <a:buClr>
                <a:srgbClr val="000000"/>
              </a:buClr>
              <a:buSzPts val="1100"/>
              <a:buFont typeface="Arial"/>
              <a:buNone/>
            </a:pPr>
            <a:endParaRPr sz="1000" b="1">
              <a:solidFill>
                <a:srgbClr val="000000"/>
              </a:solidFill>
              <a:latin typeface="IBM Plex Sans"/>
              <a:ea typeface="IBM Plex Sans"/>
              <a:cs typeface="IBM Plex Sans"/>
              <a:sym typeface="IBM Plex Sans"/>
            </a:endParaRPr>
          </a:p>
        </p:txBody>
      </p:sp>
      <p:sp>
        <p:nvSpPr>
          <p:cNvPr id="495" name="Google Shape;495;p58"/>
          <p:cNvSpPr/>
          <p:nvPr/>
        </p:nvSpPr>
        <p:spPr>
          <a:xfrm>
            <a:off x="652675" y="2254810"/>
            <a:ext cx="1582500" cy="411000"/>
          </a:xfrm>
          <a:prstGeom prst="roundRect">
            <a:avLst>
              <a:gd name="adj" fmla="val 50000"/>
            </a:avLst>
          </a:prstGeom>
          <a:solidFill>
            <a:srgbClr val="F7F7F7"/>
          </a:solidFill>
          <a:ln>
            <a:noFill/>
          </a:ln>
        </p:spPr>
        <p:txBody>
          <a:bodyPr spcFirstLastPara="1" wrap="square" lIns="91425" tIns="91425" rIns="91425" bIns="91425" anchor="ctr" anchorCtr="0">
            <a:noAutofit/>
          </a:bodyPr>
          <a:lstStyle/>
          <a:p>
            <a:pPr marL="0" lvl="0" indent="0" algn="ctr" rtl="0">
              <a:spcBef>
                <a:spcPts val="0"/>
              </a:spcBef>
              <a:spcAft>
                <a:spcPts val="0"/>
              </a:spcAft>
              <a:buClr>
                <a:srgbClr val="000000"/>
              </a:buClr>
              <a:buSzPts val="1100"/>
              <a:buFont typeface="Arial"/>
              <a:buNone/>
            </a:pPr>
            <a:endParaRPr sz="1000" b="1">
              <a:solidFill>
                <a:srgbClr val="000000"/>
              </a:solidFill>
              <a:latin typeface="IBM Plex Sans"/>
              <a:ea typeface="IBM Plex Sans"/>
              <a:cs typeface="IBM Plex Sans"/>
              <a:sym typeface="IBM Plex Sans"/>
            </a:endParaRPr>
          </a:p>
        </p:txBody>
      </p:sp>
      <p:sp>
        <p:nvSpPr>
          <p:cNvPr id="496" name="Google Shape;496;p58"/>
          <p:cNvSpPr/>
          <p:nvPr/>
        </p:nvSpPr>
        <p:spPr>
          <a:xfrm>
            <a:off x="2742012" y="2254811"/>
            <a:ext cx="1582500" cy="411000"/>
          </a:xfrm>
          <a:prstGeom prst="roundRect">
            <a:avLst>
              <a:gd name="adj" fmla="val 50000"/>
            </a:avLst>
          </a:prstGeom>
          <a:solidFill>
            <a:srgbClr val="F7F7F7"/>
          </a:solidFill>
          <a:ln>
            <a:noFill/>
          </a:ln>
        </p:spPr>
        <p:txBody>
          <a:bodyPr spcFirstLastPara="1" wrap="square" lIns="91425" tIns="91425" rIns="91425" bIns="91425" anchor="ctr" anchorCtr="0">
            <a:noAutofit/>
          </a:bodyPr>
          <a:lstStyle/>
          <a:p>
            <a:pPr marL="0" lvl="0" indent="0" algn="ctr" rtl="0">
              <a:spcBef>
                <a:spcPts val="0"/>
              </a:spcBef>
              <a:spcAft>
                <a:spcPts val="0"/>
              </a:spcAft>
              <a:buClr>
                <a:srgbClr val="000000"/>
              </a:buClr>
              <a:buSzPts val="1100"/>
              <a:buFont typeface="Arial"/>
              <a:buNone/>
            </a:pPr>
            <a:endParaRPr sz="1000" b="1">
              <a:solidFill>
                <a:srgbClr val="000000"/>
              </a:solidFill>
              <a:latin typeface="IBM Plex Sans"/>
              <a:ea typeface="IBM Plex Sans"/>
              <a:cs typeface="IBM Plex Sans"/>
              <a:sym typeface="IBM Plex Sans"/>
            </a:endParaRPr>
          </a:p>
        </p:txBody>
      </p:sp>
      <p:sp>
        <p:nvSpPr>
          <p:cNvPr id="497" name="Google Shape;497;p58"/>
          <p:cNvSpPr/>
          <p:nvPr/>
        </p:nvSpPr>
        <p:spPr>
          <a:xfrm>
            <a:off x="4819526" y="2254811"/>
            <a:ext cx="1582500" cy="411000"/>
          </a:xfrm>
          <a:prstGeom prst="roundRect">
            <a:avLst>
              <a:gd name="adj" fmla="val 50000"/>
            </a:avLst>
          </a:prstGeom>
          <a:solidFill>
            <a:srgbClr val="F7F7F7"/>
          </a:solidFill>
          <a:ln>
            <a:noFill/>
          </a:ln>
        </p:spPr>
        <p:txBody>
          <a:bodyPr spcFirstLastPara="1" wrap="square" lIns="91425" tIns="91425" rIns="91425" bIns="91425" anchor="ctr" anchorCtr="0">
            <a:noAutofit/>
          </a:bodyPr>
          <a:lstStyle/>
          <a:p>
            <a:pPr marL="0" lvl="0" indent="0" algn="ctr" rtl="0">
              <a:spcBef>
                <a:spcPts val="0"/>
              </a:spcBef>
              <a:spcAft>
                <a:spcPts val="0"/>
              </a:spcAft>
              <a:buClr>
                <a:srgbClr val="000000"/>
              </a:buClr>
              <a:buSzPts val="1100"/>
              <a:buFont typeface="Arial"/>
              <a:buNone/>
            </a:pPr>
            <a:endParaRPr sz="1000" b="1">
              <a:solidFill>
                <a:srgbClr val="000000"/>
              </a:solidFill>
              <a:latin typeface="IBM Plex Sans"/>
              <a:ea typeface="IBM Plex Sans"/>
              <a:cs typeface="IBM Plex Sans"/>
              <a:sym typeface="IBM Plex Sans"/>
            </a:endParaRPr>
          </a:p>
        </p:txBody>
      </p:sp>
      <p:sp>
        <p:nvSpPr>
          <p:cNvPr id="498" name="Google Shape;498;p58"/>
          <p:cNvSpPr/>
          <p:nvPr/>
        </p:nvSpPr>
        <p:spPr>
          <a:xfrm>
            <a:off x="6897063" y="2254811"/>
            <a:ext cx="1582500" cy="411000"/>
          </a:xfrm>
          <a:prstGeom prst="roundRect">
            <a:avLst>
              <a:gd name="adj" fmla="val 50000"/>
            </a:avLst>
          </a:prstGeom>
          <a:solidFill>
            <a:srgbClr val="F7F7F7"/>
          </a:solidFill>
          <a:ln>
            <a:noFill/>
          </a:ln>
        </p:spPr>
        <p:txBody>
          <a:bodyPr spcFirstLastPara="1" wrap="square" lIns="91425" tIns="91425" rIns="91425" bIns="91425" anchor="ctr" anchorCtr="0">
            <a:noAutofit/>
          </a:bodyPr>
          <a:lstStyle/>
          <a:p>
            <a:pPr marL="0" lvl="0" indent="0" algn="ctr" rtl="0">
              <a:spcBef>
                <a:spcPts val="0"/>
              </a:spcBef>
              <a:spcAft>
                <a:spcPts val="0"/>
              </a:spcAft>
              <a:buClr>
                <a:srgbClr val="000000"/>
              </a:buClr>
              <a:buSzPts val="1100"/>
              <a:buFont typeface="Arial"/>
              <a:buNone/>
            </a:pPr>
            <a:endParaRPr sz="1000" b="1">
              <a:solidFill>
                <a:srgbClr val="000000"/>
              </a:solidFill>
              <a:latin typeface="IBM Plex Sans"/>
              <a:ea typeface="IBM Plex Sans"/>
              <a:cs typeface="IBM Plex Sans"/>
              <a:sym typeface="IBM Plex Sans"/>
            </a:endParaRPr>
          </a:p>
        </p:txBody>
      </p:sp>
      <p:sp>
        <p:nvSpPr>
          <p:cNvPr id="499" name="Google Shape;499;p58"/>
          <p:cNvSpPr/>
          <p:nvPr/>
        </p:nvSpPr>
        <p:spPr>
          <a:xfrm>
            <a:off x="652675" y="2842735"/>
            <a:ext cx="1582500" cy="411000"/>
          </a:xfrm>
          <a:prstGeom prst="roundRect">
            <a:avLst>
              <a:gd name="adj" fmla="val 50000"/>
            </a:avLst>
          </a:prstGeom>
          <a:solidFill>
            <a:srgbClr val="F7F7F7"/>
          </a:solidFill>
          <a:ln>
            <a:noFill/>
          </a:ln>
        </p:spPr>
        <p:txBody>
          <a:bodyPr spcFirstLastPara="1" wrap="square" lIns="91425" tIns="91425" rIns="91425" bIns="91425" anchor="ctr" anchorCtr="0">
            <a:noAutofit/>
          </a:bodyPr>
          <a:lstStyle/>
          <a:p>
            <a:pPr marL="0" lvl="0" indent="0" algn="ctr" rtl="0">
              <a:spcBef>
                <a:spcPts val="0"/>
              </a:spcBef>
              <a:spcAft>
                <a:spcPts val="0"/>
              </a:spcAft>
              <a:buClr>
                <a:srgbClr val="000000"/>
              </a:buClr>
              <a:buSzPts val="1100"/>
              <a:buFont typeface="Arial"/>
              <a:buNone/>
            </a:pPr>
            <a:endParaRPr sz="1000" b="1">
              <a:solidFill>
                <a:srgbClr val="000000"/>
              </a:solidFill>
              <a:latin typeface="IBM Plex Sans"/>
              <a:ea typeface="IBM Plex Sans"/>
              <a:cs typeface="IBM Plex Sans"/>
              <a:sym typeface="IBM Plex Sans"/>
            </a:endParaRPr>
          </a:p>
        </p:txBody>
      </p:sp>
      <p:sp>
        <p:nvSpPr>
          <p:cNvPr id="500" name="Google Shape;500;p58"/>
          <p:cNvSpPr/>
          <p:nvPr/>
        </p:nvSpPr>
        <p:spPr>
          <a:xfrm>
            <a:off x="2742012" y="2842736"/>
            <a:ext cx="1582500" cy="411000"/>
          </a:xfrm>
          <a:prstGeom prst="roundRect">
            <a:avLst>
              <a:gd name="adj" fmla="val 50000"/>
            </a:avLst>
          </a:prstGeom>
          <a:solidFill>
            <a:srgbClr val="F7F7F7"/>
          </a:solidFill>
          <a:ln>
            <a:noFill/>
          </a:ln>
        </p:spPr>
        <p:txBody>
          <a:bodyPr spcFirstLastPara="1" wrap="square" lIns="91425" tIns="91425" rIns="91425" bIns="91425" anchor="ctr" anchorCtr="0">
            <a:noAutofit/>
          </a:bodyPr>
          <a:lstStyle/>
          <a:p>
            <a:pPr marL="0" lvl="0" indent="0" algn="ctr" rtl="0">
              <a:spcBef>
                <a:spcPts val="0"/>
              </a:spcBef>
              <a:spcAft>
                <a:spcPts val="0"/>
              </a:spcAft>
              <a:buClr>
                <a:srgbClr val="000000"/>
              </a:buClr>
              <a:buSzPts val="1100"/>
              <a:buFont typeface="Arial"/>
              <a:buNone/>
            </a:pPr>
            <a:endParaRPr sz="1000" b="1">
              <a:solidFill>
                <a:srgbClr val="000000"/>
              </a:solidFill>
              <a:latin typeface="IBM Plex Sans"/>
              <a:ea typeface="IBM Plex Sans"/>
              <a:cs typeface="IBM Plex Sans"/>
              <a:sym typeface="IBM Plex Sans"/>
            </a:endParaRPr>
          </a:p>
        </p:txBody>
      </p:sp>
      <p:sp>
        <p:nvSpPr>
          <p:cNvPr id="501" name="Google Shape;501;p58"/>
          <p:cNvSpPr/>
          <p:nvPr/>
        </p:nvSpPr>
        <p:spPr>
          <a:xfrm>
            <a:off x="4819526" y="2842736"/>
            <a:ext cx="1582500" cy="411000"/>
          </a:xfrm>
          <a:prstGeom prst="roundRect">
            <a:avLst>
              <a:gd name="adj" fmla="val 50000"/>
            </a:avLst>
          </a:prstGeom>
          <a:solidFill>
            <a:srgbClr val="F7F7F7"/>
          </a:solidFill>
          <a:ln>
            <a:noFill/>
          </a:ln>
        </p:spPr>
        <p:txBody>
          <a:bodyPr spcFirstLastPara="1" wrap="square" lIns="91425" tIns="91425" rIns="91425" bIns="91425" anchor="ctr" anchorCtr="0">
            <a:noAutofit/>
          </a:bodyPr>
          <a:lstStyle/>
          <a:p>
            <a:pPr marL="0" lvl="0" indent="0" algn="ctr" rtl="0">
              <a:spcBef>
                <a:spcPts val="0"/>
              </a:spcBef>
              <a:spcAft>
                <a:spcPts val="0"/>
              </a:spcAft>
              <a:buClr>
                <a:srgbClr val="000000"/>
              </a:buClr>
              <a:buSzPts val="1100"/>
              <a:buFont typeface="Arial"/>
              <a:buNone/>
            </a:pPr>
            <a:endParaRPr sz="1000" b="1">
              <a:solidFill>
                <a:srgbClr val="000000"/>
              </a:solidFill>
              <a:latin typeface="IBM Plex Sans"/>
              <a:ea typeface="IBM Plex Sans"/>
              <a:cs typeface="IBM Plex Sans"/>
              <a:sym typeface="IBM Plex Sans"/>
            </a:endParaRPr>
          </a:p>
        </p:txBody>
      </p:sp>
      <p:sp>
        <p:nvSpPr>
          <p:cNvPr id="502" name="Google Shape;502;p58"/>
          <p:cNvSpPr/>
          <p:nvPr/>
        </p:nvSpPr>
        <p:spPr>
          <a:xfrm>
            <a:off x="6897063" y="2842736"/>
            <a:ext cx="1582500" cy="411000"/>
          </a:xfrm>
          <a:prstGeom prst="roundRect">
            <a:avLst>
              <a:gd name="adj" fmla="val 50000"/>
            </a:avLst>
          </a:prstGeom>
          <a:solidFill>
            <a:srgbClr val="F7F7F7"/>
          </a:solidFill>
          <a:ln>
            <a:noFill/>
          </a:ln>
        </p:spPr>
        <p:txBody>
          <a:bodyPr spcFirstLastPara="1" wrap="square" lIns="91425" tIns="91425" rIns="91425" bIns="91425" anchor="ctr" anchorCtr="0">
            <a:noAutofit/>
          </a:bodyPr>
          <a:lstStyle/>
          <a:p>
            <a:pPr marL="0" lvl="0" indent="0" algn="ctr" rtl="0">
              <a:spcBef>
                <a:spcPts val="0"/>
              </a:spcBef>
              <a:spcAft>
                <a:spcPts val="0"/>
              </a:spcAft>
              <a:buClr>
                <a:srgbClr val="000000"/>
              </a:buClr>
              <a:buSzPts val="1100"/>
              <a:buFont typeface="Arial"/>
              <a:buNone/>
            </a:pPr>
            <a:endParaRPr sz="1000" b="1">
              <a:solidFill>
                <a:srgbClr val="000000"/>
              </a:solidFill>
              <a:latin typeface="IBM Plex Sans"/>
              <a:ea typeface="IBM Plex Sans"/>
              <a:cs typeface="IBM Plex Sans"/>
              <a:sym typeface="IBM Plex Sans"/>
            </a:endParaRPr>
          </a:p>
        </p:txBody>
      </p:sp>
      <p:sp>
        <p:nvSpPr>
          <p:cNvPr id="503" name="Google Shape;503;p58"/>
          <p:cNvSpPr/>
          <p:nvPr/>
        </p:nvSpPr>
        <p:spPr>
          <a:xfrm>
            <a:off x="2742012" y="3430661"/>
            <a:ext cx="1582500" cy="411000"/>
          </a:xfrm>
          <a:prstGeom prst="roundRect">
            <a:avLst>
              <a:gd name="adj" fmla="val 50000"/>
            </a:avLst>
          </a:prstGeom>
          <a:solidFill>
            <a:srgbClr val="F7F7F7"/>
          </a:solidFill>
          <a:ln>
            <a:noFill/>
          </a:ln>
        </p:spPr>
        <p:txBody>
          <a:bodyPr spcFirstLastPara="1" wrap="square" lIns="91425" tIns="91425" rIns="91425" bIns="91425" anchor="ctr" anchorCtr="0">
            <a:noAutofit/>
          </a:bodyPr>
          <a:lstStyle/>
          <a:p>
            <a:pPr marL="0" lvl="0" indent="0" algn="ctr" rtl="0">
              <a:spcBef>
                <a:spcPts val="0"/>
              </a:spcBef>
              <a:spcAft>
                <a:spcPts val="0"/>
              </a:spcAft>
              <a:buClr>
                <a:srgbClr val="000000"/>
              </a:buClr>
              <a:buSzPts val="1100"/>
              <a:buFont typeface="Arial"/>
              <a:buNone/>
            </a:pPr>
            <a:endParaRPr sz="1000" b="1">
              <a:solidFill>
                <a:srgbClr val="000000"/>
              </a:solidFill>
              <a:latin typeface="IBM Plex Sans"/>
              <a:ea typeface="IBM Plex Sans"/>
              <a:cs typeface="IBM Plex Sans"/>
              <a:sym typeface="IBM Plex Sans"/>
            </a:endParaRPr>
          </a:p>
        </p:txBody>
      </p:sp>
      <p:sp>
        <p:nvSpPr>
          <p:cNvPr id="504" name="Google Shape;504;p58"/>
          <p:cNvSpPr/>
          <p:nvPr/>
        </p:nvSpPr>
        <p:spPr>
          <a:xfrm>
            <a:off x="4819526" y="3430661"/>
            <a:ext cx="1582500" cy="411000"/>
          </a:xfrm>
          <a:prstGeom prst="roundRect">
            <a:avLst>
              <a:gd name="adj" fmla="val 50000"/>
            </a:avLst>
          </a:prstGeom>
          <a:solidFill>
            <a:srgbClr val="F7F7F7"/>
          </a:solidFill>
          <a:ln>
            <a:noFill/>
          </a:ln>
        </p:spPr>
        <p:txBody>
          <a:bodyPr spcFirstLastPara="1" wrap="square" lIns="91425" tIns="91425" rIns="91425" bIns="91425" anchor="ctr" anchorCtr="0">
            <a:noAutofit/>
          </a:bodyPr>
          <a:lstStyle/>
          <a:p>
            <a:pPr marL="0" lvl="0" indent="0" algn="ctr" rtl="0">
              <a:spcBef>
                <a:spcPts val="0"/>
              </a:spcBef>
              <a:spcAft>
                <a:spcPts val="0"/>
              </a:spcAft>
              <a:buClr>
                <a:srgbClr val="000000"/>
              </a:buClr>
              <a:buSzPts val="1100"/>
              <a:buFont typeface="Arial"/>
              <a:buNone/>
            </a:pPr>
            <a:endParaRPr sz="1000" b="1">
              <a:solidFill>
                <a:srgbClr val="000000"/>
              </a:solidFill>
              <a:latin typeface="IBM Plex Sans"/>
              <a:ea typeface="IBM Plex Sans"/>
              <a:cs typeface="IBM Plex Sans"/>
              <a:sym typeface="IBM Plex Sans"/>
            </a:endParaRPr>
          </a:p>
        </p:txBody>
      </p:sp>
      <p:sp>
        <p:nvSpPr>
          <p:cNvPr id="505" name="Google Shape;505;p58"/>
          <p:cNvSpPr/>
          <p:nvPr/>
        </p:nvSpPr>
        <p:spPr>
          <a:xfrm>
            <a:off x="6897063" y="3430661"/>
            <a:ext cx="1582500" cy="411000"/>
          </a:xfrm>
          <a:prstGeom prst="roundRect">
            <a:avLst>
              <a:gd name="adj" fmla="val 50000"/>
            </a:avLst>
          </a:prstGeom>
          <a:solidFill>
            <a:srgbClr val="F7F7F7"/>
          </a:solidFill>
          <a:ln>
            <a:noFill/>
          </a:ln>
        </p:spPr>
        <p:txBody>
          <a:bodyPr spcFirstLastPara="1" wrap="square" lIns="91425" tIns="91425" rIns="91425" bIns="91425" anchor="ctr" anchorCtr="0">
            <a:noAutofit/>
          </a:bodyPr>
          <a:lstStyle/>
          <a:p>
            <a:pPr marL="0" lvl="0" indent="0" algn="ctr" rtl="0">
              <a:spcBef>
                <a:spcPts val="0"/>
              </a:spcBef>
              <a:spcAft>
                <a:spcPts val="0"/>
              </a:spcAft>
              <a:buClr>
                <a:srgbClr val="000000"/>
              </a:buClr>
              <a:buSzPts val="1100"/>
              <a:buFont typeface="Arial"/>
              <a:buNone/>
            </a:pPr>
            <a:endParaRPr sz="1000" b="1">
              <a:solidFill>
                <a:srgbClr val="000000"/>
              </a:solidFill>
              <a:latin typeface="IBM Plex Sans"/>
              <a:ea typeface="IBM Plex Sans"/>
              <a:cs typeface="IBM Plex Sans"/>
              <a:sym typeface="IBM Plex Sans"/>
            </a:endParaRPr>
          </a:p>
        </p:txBody>
      </p:sp>
      <p:sp>
        <p:nvSpPr>
          <p:cNvPr id="506" name="Google Shape;506;p58"/>
          <p:cNvSpPr/>
          <p:nvPr/>
        </p:nvSpPr>
        <p:spPr>
          <a:xfrm>
            <a:off x="2742012" y="4018586"/>
            <a:ext cx="1582500" cy="411000"/>
          </a:xfrm>
          <a:prstGeom prst="roundRect">
            <a:avLst>
              <a:gd name="adj" fmla="val 50000"/>
            </a:avLst>
          </a:prstGeom>
          <a:solidFill>
            <a:srgbClr val="F7F7F7"/>
          </a:solidFill>
          <a:ln>
            <a:noFill/>
          </a:ln>
        </p:spPr>
        <p:txBody>
          <a:bodyPr spcFirstLastPara="1" wrap="square" lIns="91425" tIns="91425" rIns="91425" bIns="91425" anchor="ctr" anchorCtr="0">
            <a:noAutofit/>
          </a:bodyPr>
          <a:lstStyle/>
          <a:p>
            <a:pPr marL="0" lvl="0" indent="0" algn="ctr" rtl="0">
              <a:spcBef>
                <a:spcPts val="0"/>
              </a:spcBef>
              <a:spcAft>
                <a:spcPts val="0"/>
              </a:spcAft>
              <a:buClr>
                <a:srgbClr val="000000"/>
              </a:buClr>
              <a:buSzPts val="1100"/>
              <a:buFont typeface="Arial"/>
              <a:buNone/>
            </a:pPr>
            <a:endParaRPr sz="1000" b="1">
              <a:solidFill>
                <a:srgbClr val="000000"/>
              </a:solidFill>
              <a:latin typeface="IBM Plex Sans"/>
              <a:ea typeface="IBM Plex Sans"/>
              <a:cs typeface="IBM Plex Sans"/>
              <a:sym typeface="IBM Plex Sans"/>
            </a:endParaRPr>
          </a:p>
        </p:txBody>
      </p:sp>
      <p:sp>
        <p:nvSpPr>
          <p:cNvPr id="507" name="Google Shape;507;p58"/>
          <p:cNvSpPr/>
          <p:nvPr/>
        </p:nvSpPr>
        <p:spPr>
          <a:xfrm>
            <a:off x="4819526" y="4018586"/>
            <a:ext cx="1582500" cy="411000"/>
          </a:xfrm>
          <a:prstGeom prst="roundRect">
            <a:avLst>
              <a:gd name="adj" fmla="val 50000"/>
            </a:avLst>
          </a:prstGeom>
          <a:solidFill>
            <a:srgbClr val="F7F7F7"/>
          </a:solidFill>
          <a:ln>
            <a:noFill/>
          </a:ln>
        </p:spPr>
        <p:txBody>
          <a:bodyPr spcFirstLastPara="1" wrap="square" lIns="91425" tIns="91425" rIns="91425" bIns="91425" anchor="ctr" anchorCtr="0">
            <a:noAutofit/>
          </a:bodyPr>
          <a:lstStyle/>
          <a:p>
            <a:pPr marL="0" lvl="0" indent="0" algn="ctr" rtl="0">
              <a:spcBef>
                <a:spcPts val="0"/>
              </a:spcBef>
              <a:spcAft>
                <a:spcPts val="0"/>
              </a:spcAft>
              <a:buClr>
                <a:srgbClr val="000000"/>
              </a:buClr>
              <a:buSzPts val="1100"/>
              <a:buFont typeface="Arial"/>
              <a:buNone/>
            </a:pPr>
            <a:endParaRPr sz="1000" b="1">
              <a:solidFill>
                <a:srgbClr val="000000"/>
              </a:solidFill>
              <a:latin typeface="IBM Plex Sans"/>
              <a:ea typeface="IBM Plex Sans"/>
              <a:cs typeface="IBM Plex Sans"/>
              <a:sym typeface="IBM Plex Sans"/>
            </a:endParaRPr>
          </a:p>
        </p:txBody>
      </p:sp>
      <p:sp>
        <p:nvSpPr>
          <p:cNvPr id="508" name="Google Shape;508;p58"/>
          <p:cNvSpPr/>
          <p:nvPr/>
        </p:nvSpPr>
        <p:spPr>
          <a:xfrm>
            <a:off x="6897063" y="4018586"/>
            <a:ext cx="1582500" cy="411000"/>
          </a:xfrm>
          <a:prstGeom prst="roundRect">
            <a:avLst>
              <a:gd name="adj" fmla="val 50000"/>
            </a:avLst>
          </a:prstGeom>
          <a:solidFill>
            <a:srgbClr val="F7F7F7"/>
          </a:solidFill>
          <a:ln>
            <a:noFill/>
          </a:ln>
        </p:spPr>
        <p:txBody>
          <a:bodyPr spcFirstLastPara="1" wrap="square" lIns="91425" tIns="91425" rIns="91425" bIns="91425" anchor="ctr" anchorCtr="0">
            <a:noAutofit/>
          </a:bodyPr>
          <a:lstStyle/>
          <a:p>
            <a:pPr marL="0" lvl="0" indent="0" algn="ctr" rtl="0">
              <a:spcBef>
                <a:spcPts val="0"/>
              </a:spcBef>
              <a:spcAft>
                <a:spcPts val="0"/>
              </a:spcAft>
              <a:buClr>
                <a:srgbClr val="000000"/>
              </a:buClr>
              <a:buSzPts val="1100"/>
              <a:buFont typeface="Arial"/>
              <a:buNone/>
            </a:pPr>
            <a:endParaRPr sz="1000" b="1">
              <a:solidFill>
                <a:srgbClr val="000000"/>
              </a:solidFill>
              <a:latin typeface="IBM Plex Sans"/>
              <a:ea typeface="IBM Plex Sans"/>
              <a:cs typeface="IBM Plex Sans"/>
              <a:sym typeface="IBM Plex Sans"/>
            </a:endParaRPr>
          </a:p>
        </p:txBody>
      </p:sp>
      <p:sp>
        <p:nvSpPr>
          <p:cNvPr id="509" name="Google Shape;509;p58"/>
          <p:cNvSpPr/>
          <p:nvPr/>
        </p:nvSpPr>
        <p:spPr>
          <a:xfrm>
            <a:off x="652675" y="3430660"/>
            <a:ext cx="1582500" cy="411000"/>
          </a:xfrm>
          <a:prstGeom prst="roundRect">
            <a:avLst>
              <a:gd name="adj" fmla="val 50000"/>
            </a:avLst>
          </a:prstGeom>
          <a:solidFill>
            <a:srgbClr val="F7F7F7"/>
          </a:solidFill>
          <a:ln>
            <a:noFill/>
          </a:ln>
        </p:spPr>
        <p:txBody>
          <a:bodyPr spcFirstLastPara="1" wrap="square" lIns="91425" tIns="91425" rIns="91425" bIns="91425" anchor="ctr" anchorCtr="0">
            <a:noAutofit/>
          </a:bodyPr>
          <a:lstStyle/>
          <a:p>
            <a:pPr marL="0" lvl="0" indent="0" algn="ctr" rtl="0">
              <a:spcBef>
                <a:spcPts val="0"/>
              </a:spcBef>
              <a:spcAft>
                <a:spcPts val="0"/>
              </a:spcAft>
              <a:buClr>
                <a:srgbClr val="000000"/>
              </a:buClr>
              <a:buSzPts val="1100"/>
              <a:buFont typeface="Arial"/>
              <a:buNone/>
            </a:pPr>
            <a:endParaRPr sz="1000" b="1">
              <a:solidFill>
                <a:srgbClr val="000000"/>
              </a:solidFill>
              <a:latin typeface="IBM Plex Sans"/>
              <a:ea typeface="IBM Plex Sans"/>
              <a:cs typeface="IBM Plex Sans"/>
              <a:sym typeface="IBM Plex Sans"/>
            </a:endParaRPr>
          </a:p>
        </p:txBody>
      </p:sp>
      <p:sp>
        <p:nvSpPr>
          <p:cNvPr id="510" name="Google Shape;510;p58"/>
          <p:cNvSpPr/>
          <p:nvPr/>
        </p:nvSpPr>
        <p:spPr>
          <a:xfrm>
            <a:off x="652675" y="4018584"/>
            <a:ext cx="1582500" cy="411000"/>
          </a:xfrm>
          <a:prstGeom prst="roundRect">
            <a:avLst>
              <a:gd name="adj" fmla="val 50000"/>
            </a:avLst>
          </a:prstGeom>
          <a:solidFill>
            <a:srgbClr val="F7F7F7"/>
          </a:solidFill>
          <a:ln>
            <a:noFill/>
          </a:ln>
        </p:spPr>
        <p:txBody>
          <a:bodyPr spcFirstLastPara="1" wrap="square" lIns="91425" tIns="91425" rIns="91425" bIns="91425" anchor="ctr" anchorCtr="0">
            <a:noAutofit/>
          </a:bodyPr>
          <a:lstStyle/>
          <a:p>
            <a:pPr marL="0" lvl="0" indent="0" algn="ctr" rtl="0">
              <a:spcBef>
                <a:spcPts val="0"/>
              </a:spcBef>
              <a:spcAft>
                <a:spcPts val="0"/>
              </a:spcAft>
              <a:buClr>
                <a:srgbClr val="000000"/>
              </a:buClr>
              <a:buSzPts val="1100"/>
              <a:buFont typeface="Arial"/>
              <a:buNone/>
            </a:pPr>
            <a:endParaRPr sz="1000" b="1">
              <a:solidFill>
                <a:srgbClr val="000000"/>
              </a:solidFill>
              <a:latin typeface="IBM Plex Sans"/>
              <a:ea typeface="IBM Plex Sans"/>
              <a:cs typeface="IBM Plex Sans"/>
              <a:sym typeface="IBM Plex Sans"/>
            </a:endParaRPr>
          </a:p>
        </p:txBody>
      </p:sp>
      <p:pic>
        <p:nvPicPr>
          <p:cNvPr id="511" name="Google Shape;511;p58"/>
          <p:cNvPicPr preferRelativeResize="0"/>
          <p:nvPr/>
        </p:nvPicPr>
        <p:blipFill>
          <a:blip r:embed="rId2">
            <a:alphaModFix/>
          </a:blip>
          <a:stretch>
            <a:fillRect/>
          </a:stretch>
        </p:blipFill>
        <p:spPr>
          <a:xfrm>
            <a:off x="8544859" y="62003"/>
            <a:ext cx="599140" cy="599141"/>
          </a:xfrm>
          <a:prstGeom prst="rect">
            <a:avLst/>
          </a:prstGeom>
          <a:noFill/>
          <a:ln>
            <a:noFill/>
          </a:ln>
        </p:spPr>
      </p:pic>
      <p:sp>
        <p:nvSpPr>
          <p:cNvPr id="512" name="Google Shape;512;p58"/>
          <p:cNvSpPr txBox="1">
            <a:spLocks noGrp="1"/>
          </p:cNvSpPr>
          <p:nvPr>
            <p:ph type="subTitle" idx="1"/>
          </p:nvPr>
        </p:nvSpPr>
        <p:spPr>
          <a:xfrm>
            <a:off x="457100" y="969975"/>
            <a:ext cx="1973700" cy="373200"/>
          </a:xfrm>
          <a:prstGeom prst="rect">
            <a:avLst/>
          </a:prstGeom>
        </p:spPr>
        <p:txBody>
          <a:bodyPr spcFirstLastPara="1" wrap="square" lIns="0" tIns="0" rIns="0" bIns="0" anchor="ctr" anchorCtr="0">
            <a:normAutofit/>
          </a:bodyPr>
          <a:lstStyle>
            <a:lvl1pPr lvl="0" algn="ctr" rtl="0">
              <a:lnSpc>
                <a:spcPct val="100000"/>
              </a:lnSpc>
              <a:spcBef>
                <a:spcPts val="0"/>
              </a:spcBef>
              <a:spcAft>
                <a:spcPts val="0"/>
              </a:spcAft>
              <a:buClr>
                <a:schemeClr val="lt2"/>
              </a:buClr>
              <a:buSzPts val="1800"/>
              <a:buFont typeface="IBM Plex Sans Medium"/>
              <a:buNone/>
              <a:defRPr sz="1800">
                <a:solidFill>
                  <a:schemeClr val="lt2"/>
                </a:solidFill>
                <a:latin typeface="IBM Plex Sans Medium"/>
                <a:ea typeface="IBM Plex Sans Medium"/>
                <a:cs typeface="IBM Plex Sans Medium"/>
                <a:sym typeface="IBM Plex Sans Medium"/>
              </a:defRPr>
            </a:lvl1pPr>
            <a:lvl2pPr lvl="1" algn="ctr" rtl="0">
              <a:lnSpc>
                <a:spcPct val="100000"/>
              </a:lnSpc>
              <a:spcBef>
                <a:spcPts val="0"/>
              </a:spcBef>
              <a:spcAft>
                <a:spcPts val="0"/>
              </a:spcAft>
              <a:buSzPts val="2000"/>
              <a:buFont typeface="IBM Plex Sans Medium"/>
              <a:buNone/>
              <a:defRPr sz="2000">
                <a:latin typeface="IBM Plex Sans Medium"/>
                <a:ea typeface="IBM Plex Sans Medium"/>
                <a:cs typeface="IBM Plex Sans Medium"/>
                <a:sym typeface="IBM Plex Sans Medium"/>
              </a:defRPr>
            </a:lvl2pPr>
            <a:lvl3pPr lvl="2" algn="ctr" rtl="0">
              <a:lnSpc>
                <a:spcPct val="100000"/>
              </a:lnSpc>
              <a:spcBef>
                <a:spcPts val="0"/>
              </a:spcBef>
              <a:spcAft>
                <a:spcPts val="0"/>
              </a:spcAft>
              <a:buSzPts val="2000"/>
              <a:buFont typeface="IBM Plex Sans Medium"/>
              <a:buNone/>
              <a:defRPr sz="2000">
                <a:latin typeface="IBM Plex Sans Medium"/>
                <a:ea typeface="IBM Plex Sans Medium"/>
                <a:cs typeface="IBM Plex Sans Medium"/>
                <a:sym typeface="IBM Plex Sans Medium"/>
              </a:defRPr>
            </a:lvl3pPr>
            <a:lvl4pPr lvl="3" algn="ctr" rtl="0">
              <a:lnSpc>
                <a:spcPct val="100000"/>
              </a:lnSpc>
              <a:spcBef>
                <a:spcPts val="0"/>
              </a:spcBef>
              <a:spcAft>
                <a:spcPts val="0"/>
              </a:spcAft>
              <a:buSzPts val="2000"/>
              <a:buFont typeface="IBM Plex Sans Medium"/>
              <a:buNone/>
              <a:defRPr sz="2000">
                <a:latin typeface="IBM Plex Sans Medium"/>
                <a:ea typeface="IBM Plex Sans Medium"/>
                <a:cs typeface="IBM Plex Sans Medium"/>
                <a:sym typeface="IBM Plex Sans Medium"/>
              </a:defRPr>
            </a:lvl4pPr>
            <a:lvl5pPr lvl="4" algn="ctr" rtl="0">
              <a:lnSpc>
                <a:spcPct val="100000"/>
              </a:lnSpc>
              <a:spcBef>
                <a:spcPts val="0"/>
              </a:spcBef>
              <a:spcAft>
                <a:spcPts val="0"/>
              </a:spcAft>
              <a:buSzPts val="2000"/>
              <a:buFont typeface="IBM Plex Sans Medium"/>
              <a:buNone/>
              <a:defRPr sz="2000">
                <a:latin typeface="IBM Plex Sans Medium"/>
                <a:ea typeface="IBM Plex Sans Medium"/>
                <a:cs typeface="IBM Plex Sans Medium"/>
                <a:sym typeface="IBM Plex Sans Medium"/>
              </a:defRPr>
            </a:lvl5pPr>
            <a:lvl6pPr lvl="5" algn="ctr" rtl="0">
              <a:lnSpc>
                <a:spcPct val="100000"/>
              </a:lnSpc>
              <a:spcBef>
                <a:spcPts val="0"/>
              </a:spcBef>
              <a:spcAft>
                <a:spcPts val="0"/>
              </a:spcAft>
              <a:buSzPts val="2000"/>
              <a:buFont typeface="IBM Plex Sans Medium"/>
              <a:buNone/>
              <a:defRPr sz="2000">
                <a:latin typeface="IBM Plex Sans Medium"/>
                <a:ea typeface="IBM Plex Sans Medium"/>
                <a:cs typeface="IBM Plex Sans Medium"/>
                <a:sym typeface="IBM Plex Sans Medium"/>
              </a:defRPr>
            </a:lvl6pPr>
            <a:lvl7pPr lvl="6" algn="ctr" rtl="0">
              <a:lnSpc>
                <a:spcPct val="100000"/>
              </a:lnSpc>
              <a:spcBef>
                <a:spcPts val="0"/>
              </a:spcBef>
              <a:spcAft>
                <a:spcPts val="0"/>
              </a:spcAft>
              <a:buSzPts val="2000"/>
              <a:buFont typeface="IBM Plex Sans Medium"/>
              <a:buNone/>
              <a:defRPr sz="2000">
                <a:latin typeface="IBM Plex Sans Medium"/>
                <a:ea typeface="IBM Plex Sans Medium"/>
                <a:cs typeface="IBM Plex Sans Medium"/>
                <a:sym typeface="IBM Plex Sans Medium"/>
              </a:defRPr>
            </a:lvl7pPr>
            <a:lvl8pPr lvl="7" algn="ctr" rtl="0">
              <a:lnSpc>
                <a:spcPct val="100000"/>
              </a:lnSpc>
              <a:spcBef>
                <a:spcPts val="0"/>
              </a:spcBef>
              <a:spcAft>
                <a:spcPts val="0"/>
              </a:spcAft>
              <a:buSzPts val="2000"/>
              <a:buFont typeface="IBM Plex Sans Medium"/>
              <a:buNone/>
              <a:defRPr sz="2000">
                <a:latin typeface="IBM Plex Sans Medium"/>
                <a:ea typeface="IBM Plex Sans Medium"/>
                <a:cs typeface="IBM Plex Sans Medium"/>
                <a:sym typeface="IBM Plex Sans Medium"/>
              </a:defRPr>
            </a:lvl8pPr>
            <a:lvl9pPr lvl="8" algn="ctr" rtl="0">
              <a:lnSpc>
                <a:spcPct val="100000"/>
              </a:lnSpc>
              <a:spcBef>
                <a:spcPts val="0"/>
              </a:spcBef>
              <a:spcAft>
                <a:spcPts val="0"/>
              </a:spcAft>
              <a:buSzPts val="2000"/>
              <a:buFont typeface="IBM Plex Sans Medium"/>
              <a:buNone/>
              <a:defRPr sz="2000">
                <a:latin typeface="IBM Plex Sans Medium"/>
                <a:ea typeface="IBM Plex Sans Medium"/>
                <a:cs typeface="IBM Plex Sans Medium"/>
                <a:sym typeface="IBM Plex Sans Medium"/>
              </a:defRPr>
            </a:lvl9pPr>
          </a:lstStyle>
          <a:p>
            <a:endParaRPr/>
          </a:p>
        </p:txBody>
      </p:sp>
      <p:sp>
        <p:nvSpPr>
          <p:cNvPr id="513" name="Google Shape;513;p58"/>
          <p:cNvSpPr txBox="1">
            <a:spLocks noGrp="1"/>
          </p:cNvSpPr>
          <p:nvPr>
            <p:ph type="subTitle" idx="2"/>
          </p:nvPr>
        </p:nvSpPr>
        <p:spPr>
          <a:xfrm>
            <a:off x="2540500" y="969975"/>
            <a:ext cx="1973700" cy="373200"/>
          </a:xfrm>
          <a:prstGeom prst="rect">
            <a:avLst/>
          </a:prstGeom>
        </p:spPr>
        <p:txBody>
          <a:bodyPr spcFirstLastPara="1" wrap="square" lIns="0" tIns="0" rIns="0" bIns="0" anchor="ctr" anchorCtr="0">
            <a:normAutofit/>
          </a:bodyPr>
          <a:lstStyle>
            <a:lvl1pPr lvl="0" algn="ctr" rtl="0">
              <a:lnSpc>
                <a:spcPct val="100000"/>
              </a:lnSpc>
              <a:spcBef>
                <a:spcPts val="0"/>
              </a:spcBef>
              <a:spcAft>
                <a:spcPts val="0"/>
              </a:spcAft>
              <a:buClr>
                <a:schemeClr val="lt2"/>
              </a:buClr>
              <a:buSzPts val="1800"/>
              <a:buFont typeface="IBM Plex Sans Medium"/>
              <a:buNone/>
              <a:defRPr sz="1800">
                <a:solidFill>
                  <a:schemeClr val="lt2"/>
                </a:solidFill>
                <a:latin typeface="IBM Plex Sans Medium"/>
                <a:ea typeface="IBM Plex Sans Medium"/>
                <a:cs typeface="IBM Plex Sans Medium"/>
                <a:sym typeface="IBM Plex Sans Medium"/>
              </a:defRPr>
            </a:lvl1pPr>
            <a:lvl2pPr lvl="1" algn="ctr" rtl="0">
              <a:lnSpc>
                <a:spcPct val="100000"/>
              </a:lnSpc>
              <a:spcBef>
                <a:spcPts val="0"/>
              </a:spcBef>
              <a:spcAft>
                <a:spcPts val="0"/>
              </a:spcAft>
              <a:buSzPts val="2000"/>
              <a:buFont typeface="IBM Plex Sans Medium"/>
              <a:buNone/>
              <a:defRPr sz="2000">
                <a:latin typeface="IBM Plex Sans Medium"/>
                <a:ea typeface="IBM Plex Sans Medium"/>
                <a:cs typeface="IBM Plex Sans Medium"/>
                <a:sym typeface="IBM Plex Sans Medium"/>
              </a:defRPr>
            </a:lvl2pPr>
            <a:lvl3pPr lvl="2" algn="ctr" rtl="0">
              <a:lnSpc>
                <a:spcPct val="100000"/>
              </a:lnSpc>
              <a:spcBef>
                <a:spcPts val="0"/>
              </a:spcBef>
              <a:spcAft>
                <a:spcPts val="0"/>
              </a:spcAft>
              <a:buSzPts val="2000"/>
              <a:buFont typeface="IBM Plex Sans Medium"/>
              <a:buNone/>
              <a:defRPr sz="2000">
                <a:latin typeface="IBM Plex Sans Medium"/>
                <a:ea typeface="IBM Plex Sans Medium"/>
                <a:cs typeface="IBM Plex Sans Medium"/>
                <a:sym typeface="IBM Plex Sans Medium"/>
              </a:defRPr>
            </a:lvl3pPr>
            <a:lvl4pPr lvl="3" algn="ctr" rtl="0">
              <a:lnSpc>
                <a:spcPct val="100000"/>
              </a:lnSpc>
              <a:spcBef>
                <a:spcPts val="0"/>
              </a:spcBef>
              <a:spcAft>
                <a:spcPts val="0"/>
              </a:spcAft>
              <a:buSzPts val="2000"/>
              <a:buFont typeface="IBM Plex Sans Medium"/>
              <a:buNone/>
              <a:defRPr sz="2000">
                <a:latin typeface="IBM Plex Sans Medium"/>
                <a:ea typeface="IBM Plex Sans Medium"/>
                <a:cs typeface="IBM Plex Sans Medium"/>
                <a:sym typeface="IBM Plex Sans Medium"/>
              </a:defRPr>
            </a:lvl4pPr>
            <a:lvl5pPr lvl="4" algn="ctr" rtl="0">
              <a:lnSpc>
                <a:spcPct val="100000"/>
              </a:lnSpc>
              <a:spcBef>
                <a:spcPts val="0"/>
              </a:spcBef>
              <a:spcAft>
                <a:spcPts val="0"/>
              </a:spcAft>
              <a:buSzPts val="2000"/>
              <a:buFont typeface="IBM Plex Sans Medium"/>
              <a:buNone/>
              <a:defRPr sz="2000">
                <a:latin typeface="IBM Plex Sans Medium"/>
                <a:ea typeface="IBM Plex Sans Medium"/>
                <a:cs typeface="IBM Plex Sans Medium"/>
                <a:sym typeface="IBM Plex Sans Medium"/>
              </a:defRPr>
            </a:lvl5pPr>
            <a:lvl6pPr lvl="5" algn="ctr" rtl="0">
              <a:lnSpc>
                <a:spcPct val="100000"/>
              </a:lnSpc>
              <a:spcBef>
                <a:spcPts val="0"/>
              </a:spcBef>
              <a:spcAft>
                <a:spcPts val="0"/>
              </a:spcAft>
              <a:buSzPts val="2000"/>
              <a:buFont typeface="IBM Plex Sans Medium"/>
              <a:buNone/>
              <a:defRPr sz="2000">
                <a:latin typeface="IBM Plex Sans Medium"/>
                <a:ea typeface="IBM Plex Sans Medium"/>
                <a:cs typeface="IBM Plex Sans Medium"/>
                <a:sym typeface="IBM Plex Sans Medium"/>
              </a:defRPr>
            </a:lvl6pPr>
            <a:lvl7pPr lvl="6" algn="ctr" rtl="0">
              <a:lnSpc>
                <a:spcPct val="100000"/>
              </a:lnSpc>
              <a:spcBef>
                <a:spcPts val="0"/>
              </a:spcBef>
              <a:spcAft>
                <a:spcPts val="0"/>
              </a:spcAft>
              <a:buSzPts val="2000"/>
              <a:buFont typeface="IBM Plex Sans Medium"/>
              <a:buNone/>
              <a:defRPr sz="2000">
                <a:latin typeface="IBM Plex Sans Medium"/>
                <a:ea typeface="IBM Plex Sans Medium"/>
                <a:cs typeface="IBM Plex Sans Medium"/>
                <a:sym typeface="IBM Plex Sans Medium"/>
              </a:defRPr>
            </a:lvl7pPr>
            <a:lvl8pPr lvl="7" algn="ctr" rtl="0">
              <a:lnSpc>
                <a:spcPct val="100000"/>
              </a:lnSpc>
              <a:spcBef>
                <a:spcPts val="0"/>
              </a:spcBef>
              <a:spcAft>
                <a:spcPts val="0"/>
              </a:spcAft>
              <a:buSzPts val="2000"/>
              <a:buFont typeface="IBM Plex Sans Medium"/>
              <a:buNone/>
              <a:defRPr sz="2000">
                <a:latin typeface="IBM Plex Sans Medium"/>
                <a:ea typeface="IBM Plex Sans Medium"/>
                <a:cs typeface="IBM Plex Sans Medium"/>
                <a:sym typeface="IBM Plex Sans Medium"/>
              </a:defRPr>
            </a:lvl8pPr>
            <a:lvl9pPr lvl="8" algn="ctr" rtl="0">
              <a:lnSpc>
                <a:spcPct val="100000"/>
              </a:lnSpc>
              <a:spcBef>
                <a:spcPts val="0"/>
              </a:spcBef>
              <a:spcAft>
                <a:spcPts val="0"/>
              </a:spcAft>
              <a:buSzPts val="2000"/>
              <a:buFont typeface="IBM Plex Sans Medium"/>
              <a:buNone/>
              <a:defRPr sz="2000">
                <a:latin typeface="IBM Plex Sans Medium"/>
                <a:ea typeface="IBM Plex Sans Medium"/>
                <a:cs typeface="IBM Plex Sans Medium"/>
                <a:sym typeface="IBM Plex Sans Medium"/>
              </a:defRPr>
            </a:lvl9pPr>
          </a:lstStyle>
          <a:p>
            <a:endParaRPr/>
          </a:p>
        </p:txBody>
      </p:sp>
      <p:sp>
        <p:nvSpPr>
          <p:cNvPr id="514" name="Google Shape;514;p58"/>
          <p:cNvSpPr txBox="1">
            <a:spLocks noGrp="1"/>
          </p:cNvSpPr>
          <p:nvPr>
            <p:ph type="subTitle" idx="3"/>
          </p:nvPr>
        </p:nvSpPr>
        <p:spPr>
          <a:xfrm>
            <a:off x="4623900" y="969975"/>
            <a:ext cx="1973700" cy="373200"/>
          </a:xfrm>
          <a:prstGeom prst="rect">
            <a:avLst/>
          </a:prstGeom>
        </p:spPr>
        <p:txBody>
          <a:bodyPr spcFirstLastPara="1" wrap="square" lIns="0" tIns="0" rIns="0" bIns="0" anchor="ctr" anchorCtr="0">
            <a:normAutofit/>
          </a:bodyPr>
          <a:lstStyle>
            <a:lvl1pPr lvl="0" algn="ctr" rtl="0">
              <a:lnSpc>
                <a:spcPct val="100000"/>
              </a:lnSpc>
              <a:spcBef>
                <a:spcPts val="0"/>
              </a:spcBef>
              <a:spcAft>
                <a:spcPts val="0"/>
              </a:spcAft>
              <a:buClr>
                <a:schemeClr val="lt2"/>
              </a:buClr>
              <a:buSzPts val="1800"/>
              <a:buFont typeface="IBM Plex Sans Medium"/>
              <a:buNone/>
              <a:defRPr sz="1800">
                <a:solidFill>
                  <a:schemeClr val="lt2"/>
                </a:solidFill>
                <a:latin typeface="IBM Plex Sans Medium"/>
                <a:ea typeface="IBM Plex Sans Medium"/>
                <a:cs typeface="IBM Plex Sans Medium"/>
                <a:sym typeface="IBM Plex Sans Medium"/>
              </a:defRPr>
            </a:lvl1pPr>
            <a:lvl2pPr lvl="1" algn="ctr" rtl="0">
              <a:lnSpc>
                <a:spcPct val="100000"/>
              </a:lnSpc>
              <a:spcBef>
                <a:spcPts val="0"/>
              </a:spcBef>
              <a:spcAft>
                <a:spcPts val="0"/>
              </a:spcAft>
              <a:buSzPts val="2000"/>
              <a:buFont typeface="IBM Plex Sans Medium"/>
              <a:buNone/>
              <a:defRPr sz="2000">
                <a:latin typeface="IBM Plex Sans Medium"/>
                <a:ea typeface="IBM Plex Sans Medium"/>
                <a:cs typeface="IBM Plex Sans Medium"/>
                <a:sym typeface="IBM Plex Sans Medium"/>
              </a:defRPr>
            </a:lvl2pPr>
            <a:lvl3pPr lvl="2" algn="ctr" rtl="0">
              <a:lnSpc>
                <a:spcPct val="100000"/>
              </a:lnSpc>
              <a:spcBef>
                <a:spcPts val="0"/>
              </a:spcBef>
              <a:spcAft>
                <a:spcPts val="0"/>
              </a:spcAft>
              <a:buSzPts val="2000"/>
              <a:buFont typeface="IBM Plex Sans Medium"/>
              <a:buNone/>
              <a:defRPr sz="2000">
                <a:latin typeface="IBM Plex Sans Medium"/>
                <a:ea typeface="IBM Plex Sans Medium"/>
                <a:cs typeface="IBM Plex Sans Medium"/>
                <a:sym typeface="IBM Plex Sans Medium"/>
              </a:defRPr>
            </a:lvl3pPr>
            <a:lvl4pPr lvl="3" algn="ctr" rtl="0">
              <a:lnSpc>
                <a:spcPct val="100000"/>
              </a:lnSpc>
              <a:spcBef>
                <a:spcPts val="0"/>
              </a:spcBef>
              <a:spcAft>
                <a:spcPts val="0"/>
              </a:spcAft>
              <a:buSzPts val="2000"/>
              <a:buFont typeface="IBM Plex Sans Medium"/>
              <a:buNone/>
              <a:defRPr sz="2000">
                <a:latin typeface="IBM Plex Sans Medium"/>
                <a:ea typeface="IBM Plex Sans Medium"/>
                <a:cs typeface="IBM Plex Sans Medium"/>
                <a:sym typeface="IBM Plex Sans Medium"/>
              </a:defRPr>
            </a:lvl4pPr>
            <a:lvl5pPr lvl="4" algn="ctr" rtl="0">
              <a:lnSpc>
                <a:spcPct val="100000"/>
              </a:lnSpc>
              <a:spcBef>
                <a:spcPts val="0"/>
              </a:spcBef>
              <a:spcAft>
                <a:spcPts val="0"/>
              </a:spcAft>
              <a:buSzPts val="2000"/>
              <a:buFont typeface="IBM Plex Sans Medium"/>
              <a:buNone/>
              <a:defRPr sz="2000">
                <a:latin typeface="IBM Plex Sans Medium"/>
                <a:ea typeface="IBM Plex Sans Medium"/>
                <a:cs typeface="IBM Plex Sans Medium"/>
                <a:sym typeface="IBM Plex Sans Medium"/>
              </a:defRPr>
            </a:lvl5pPr>
            <a:lvl6pPr lvl="5" algn="ctr" rtl="0">
              <a:lnSpc>
                <a:spcPct val="100000"/>
              </a:lnSpc>
              <a:spcBef>
                <a:spcPts val="0"/>
              </a:spcBef>
              <a:spcAft>
                <a:spcPts val="0"/>
              </a:spcAft>
              <a:buSzPts val="2000"/>
              <a:buFont typeface="IBM Plex Sans Medium"/>
              <a:buNone/>
              <a:defRPr sz="2000">
                <a:latin typeface="IBM Plex Sans Medium"/>
                <a:ea typeface="IBM Plex Sans Medium"/>
                <a:cs typeface="IBM Plex Sans Medium"/>
                <a:sym typeface="IBM Plex Sans Medium"/>
              </a:defRPr>
            </a:lvl6pPr>
            <a:lvl7pPr lvl="6" algn="ctr" rtl="0">
              <a:lnSpc>
                <a:spcPct val="100000"/>
              </a:lnSpc>
              <a:spcBef>
                <a:spcPts val="0"/>
              </a:spcBef>
              <a:spcAft>
                <a:spcPts val="0"/>
              </a:spcAft>
              <a:buSzPts val="2000"/>
              <a:buFont typeface="IBM Plex Sans Medium"/>
              <a:buNone/>
              <a:defRPr sz="2000">
                <a:latin typeface="IBM Plex Sans Medium"/>
                <a:ea typeface="IBM Plex Sans Medium"/>
                <a:cs typeface="IBM Plex Sans Medium"/>
                <a:sym typeface="IBM Plex Sans Medium"/>
              </a:defRPr>
            </a:lvl7pPr>
            <a:lvl8pPr lvl="7" algn="ctr" rtl="0">
              <a:lnSpc>
                <a:spcPct val="100000"/>
              </a:lnSpc>
              <a:spcBef>
                <a:spcPts val="0"/>
              </a:spcBef>
              <a:spcAft>
                <a:spcPts val="0"/>
              </a:spcAft>
              <a:buSzPts val="2000"/>
              <a:buFont typeface="IBM Plex Sans Medium"/>
              <a:buNone/>
              <a:defRPr sz="2000">
                <a:latin typeface="IBM Plex Sans Medium"/>
                <a:ea typeface="IBM Plex Sans Medium"/>
                <a:cs typeface="IBM Plex Sans Medium"/>
                <a:sym typeface="IBM Plex Sans Medium"/>
              </a:defRPr>
            </a:lvl8pPr>
            <a:lvl9pPr lvl="8" algn="ctr" rtl="0">
              <a:lnSpc>
                <a:spcPct val="100000"/>
              </a:lnSpc>
              <a:spcBef>
                <a:spcPts val="0"/>
              </a:spcBef>
              <a:spcAft>
                <a:spcPts val="0"/>
              </a:spcAft>
              <a:buSzPts val="2000"/>
              <a:buFont typeface="IBM Plex Sans Medium"/>
              <a:buNone/>
              <a:defRPr sz="2000">
                <a:latin typeface="IBM Plex Sans Medium"/>
                <a:ea typeface="IBM Plex Sans Medium"/>
                <a:cs typeface="IBM Plex Sans Medium"/>
                <a:sym typeface="IBM Plex Sans Medium"/>
              </a:defRPr>
            </a:lvl9pPr>
          </a:lstStyle>
          <a:p>
            <a:endParaRPr/>
          </a:p>
        </p:txBody>
      </p:sp>
      <p:sp>
        <p:nvSpPr>
          <p:cNvPr id="515" name="Google Shape;515;p58"/>
          <p:cNvSpPr txBox="1">
            <a:spLocks noGrp="1"/>
          </p:cNvSpPr>
          <p:nvPr>
            <p:ph type="subTitle" idx="4"/>
          </p:nvPr>
        </p:nvSpPr>
        <p:spPr>
          <a:xfrm>
            <a:off x="6701425" y="969975"/>
            <a:ext cx="1973700" cy="373200"/>
          </a:xfrm>
          <a:prstGeom prst="rect">
            <a:avLst/>
          </a:prstGeom>
        </p:spPr>
        <p:txBody>
          <a:bodyPr spcFirstLastPara="1" wrap="square" lIns="0" tIns="0" rIns="0" bIns="0" anchor="ctr" anchorCtr="0">
            <a:normAutofit/>
          </a:bodyPr>
          <a:lstStyle>
            <a:lvl1pPr lvl="0" algn="ctr" rtl="0">
              <a:lnSpc>
                <a:spcPct val="100000"/>
              </a:lnSpc>
              <a:spcBef>
                <a:spcPts val="0"/>
              </a:spcBef>
              <a:spcAft>
                <a:spcPts val="0"/>
              </a:spcAft>
              <a:buClr>
                <a:schemeClr val="lt2"/>
              </a:buClr>
              <a:buSzPts val="1800"/>
              <a:buFont typeface="IBM Plex Sans Medium"/>
              <a:buNone/>
              <a:defRPr sz="1800">
                <a:solidFill>
                  <a:schemeClr val="lt2"/>
                </a:solidFill>
                <a:latin typeface="IBM Plex Sans Medium"/>
                <a:ea typeface="IBM Plex Sans Medium"/>
                <a:cs typeface="IBM Plex Sans Medium"/>
                <a:sym typeface="IBM Plex Sans Medium"/>
              </a:defRPr>
            </a:lvl1pPr>
            <a:lvl2pPr lvl="1" algn="ctr" rtl="0">
              <a:lnSpc>
                <a:spcPct val="100000"/>
              </a:lnSpc>
              <a:spcBef>
                <a:spcPts val="0"/>
              </a:spcBef>
              <a:spcAft>
                <a:spcPts val="0"/>
              </a:spcAft>
              <a:buSzPts val="2000"/>
              <a:buFont typeface="IBM Plex Sans Medium"/>
              <a:buNone/>
              <a:defRPr sz="2000">
                <a:latin typeface="IBM Plex Sans Medium"/>
                <a:ea typeface="IBM Plex Sans Medium"/>
                <a:cs typeface="IBM Plex Sans Medium"/>
                <a:sym typeface="IBM Plex Sans Medium"/>
              </a:defRPr>
            </a:lvl2pPr>
            <a:lvl3pPr lvl="2" algn="ctr" rtl="0">
              <a:lnSpc>
                <a:spcPct val="100000"/>
              </a:lnSpc>
              <a:spcBef>
                <a:spcPts val="0"/>
              </a:spcBef>
              <a:spcAft>
                <a:spcPts val="0"/>
              </a:spcAft>
              <a:buSzPts val="2000"/>
              <a:buFont typeface="IBM Plex Sans Medium"/>
              <a:buNone/>
              <a:defRPr sz="2000">
                <a:latin typeface="IBM Plex Sans Medium"/>
                <a:ea typeface="IBM Plex Sans Medium"/>
                <a:cs typeface="IBM Plex Sans Medium"/>
                <a:sym typeface="IBM Plex Sans Medium"/>
              </a:defRPr>
            </a:lvl3pPr>
            <a:lvl4pPr lvl="3" algn="ctr" rtl="0">
              <a:lnSpc>
                <a:spcPct val="100000"/>
              </a:lnSpc>
              <a:spcBef>
                <a:spcPts val="0"/>
              </a:spcBef>
              <a:spcAft>
                <a:spcPts val="0"/>
              </a:spcAft>
              <a:buSzPts val="2000"/>
              <a:buFont typeface="IBM Plex Sans Medium"/>
              <a:buNone/>
              <a:defRPr sz="2000">
                <a:latin typeface="IBM Plex Sans Medium"/>
                <a:ea typeface="IBM Plex Sans Medium"/>
                <a:cs typeface="IBM Plex Sans Medium"/>
                <a:sym typeface="IBM Plex Sans Medium"/>
              </a:defRPr>
            </a:lvl4pPr>
            <a:lvl5pPr lvl="4" algn="ctr" rtl="0">
              <a:lnSpc>
                <a:spcPct val="100000"/>
              </a:lnSpc>
              <a:spcBef>
                <a:spcPts val="0"/>
              </a:spcBef>
              <a:spcAft>
                <a:spcPts val="0"/>
              </a:spcAft>
              <a:buSzPts val="2000"/>
              <a:buFont typeface="IBM Plex Sans Medium"/>
              <a:buNone/>
              <a:defRPr sz="2000">
                <a:latin typeface="IBM Plex Sans Medium"/>
                <a:ea typeface="IBM Plex Sans Medium"/>
                <a:cs typeface="IBM Plex Sans Medium"/>
                <a:sym typeface="IBM Plex Sans Medium"/>
              </a:defRPr>
            </a:lvl5pPr>
            <a:lvl6pPr lvl="5" algn="ctr" rtl="0">
              <a:lnSpc>
                <a:spcPct val="100000"/>
              </a:lnSpc>
              <a:spcBef>
                <a:spcPts val="0"/>
              </a:spcBef>
              <a:spcAft>
                <a:spcPts val="0"/>
              </a:spcAft>
              <a:buSzPts val="2000"/>
              <a:buFont typeface="IBM Plex Sans Medium"/>
              <a:buNone/>
              <a:defRPr sz="2000">
                <a:latin typeface="IBM Plex Sans Medium"/>
                <a:ea typeface="IBM Plex Sans Medium"/>
                <a:cs typeface="IBM Plex Sans Medium"/>
                <a:sym typeface="IBM Plex Sans Medium"/>
              </a:defRPr>
            </a:lvl6pPr>
            <a:lvl7pPr lvl="6" algn="ctr" rtl="0">
              <a:lnSpc>
                <a:spcPct val="100000"/>
              </a:lnSpc>
              <a:spcBef>
                <a:spcPts val="0"/>
              </a:spcBef>
              <a:spcAft>
                <a:spcPts val="0"/>
              </a:spcAft>
              <a:buSzPts val="2000"/>
              <a:buFont typeface="IBM Plex Sans Medium"/>
              <a:buNone/>
              <a:defRPr sz="2000">
                <a:latin typeface="IBM Plex Sans Medium"/>
                <a:ea typeface="IBM Plex Sans Medium"/>
                <a:cs typeface="IBM Plex Sans Medium"/>
                <a:sym typeface="IBM Plex Sans Medium"/>
              </a:defRPr>
            </a:lvl7pPr>
            <a:lvl8pPr lvl="7" algn="ctr" rtl="0">
              <a:lnSpc>
                <a:spcPct val="100000"/>
              </a:lnSpc>
              <a:spcBef>
                <a:spcPts val="0"/>
              </a:spcBef>
              <a:spcAft>
                <a:spcPts val="0"/>
              </a:spcAft>
              <a:buSzPts val="2000"/>
              <a:buFont typeface="IBM Plex Sans Medium"/>
              <a:buNone/>
              <a:defRPr sz="2000">
                <a:latin typeface="IBM Plex Sans Medium"/>
                <a:ea typeface="IBM Plex Sans Medium"/>
                <a:cs typeface="IBM Plex Sans Medium"/>
                <a:sym typeface="IBM Plex Sans Medium"/>
              </a:defRPr>
            </a:lvl8pPr>
            <a:lvl9pPr lvl="8" algn="ctr" rtl="0">
              <a:lnSpc>
                <a:spcPct val="100000"/>
              </a:lnSpc>
              <a:spcBef>
                <a:spcPts val="0"/>
              </a:spcBef>
              <a:spcAft>
                <a:spcPts val="0"/>
              </a:spcAft>
              <a:buSzPts val="2000"/>
              <a:buFont typeface="IBM Plex Sans Medium"/>
              <a:buNone/>
              <a:defRPr sz="2000">
                <a:latin typeface="IBM Plex Sans Medium"/>
                <a:ea typeface="IBM Plex Sans Medium"/>
                <a:cs typeface="IBM Plex Sans Medium"/>
                <a:sym typeface="IBM Plex Sans Medium"/>
              </a:defRPr>
            </a:lvl9pPr>
          </a:lstStyle>
          <a:p>
            <a:endParaRPr/>
          </a:p>
        </p:txBody>
      </p:sp>
      <p:sp>
        <p:nvSpPr>
          <p:cNvPr id="516" name="Google Shape;516;p58"/>
          <p:cNvSpPr txBox="1">
            <a:spLocks noGrp="1"/>
          </p:cNvSpPr>
          <p:nvPr>
            <p:ph type="subTitle" idx="5"/>
          </p:nvPr>
        </p:nvSpPr>
        <p:spPr>
          <a:xfrm>
            <a:off x="652675" y="1666875"/>
            <a:ext cx="1582500" cy="411000"/>
          </a:xfrm>
          <a:prstGeom prst="rect">
            <a:avLst/>
          </a:prstGeom>
        </p:spPr>
        <p:txBody>
          <a:bodyPr spcFirstLastPara="1" wrap="square" lIns="0" tIns="0" rIns="0" bIns="0" anchor="ctr" anchorCtr="0">
            <a:normAutofit/>
          </a:bodyPr>
          <a:lstStyle>
            <a:lvl1pPr lvl="0" algn="ctr" rtl="0">
              <a:lnSpc>
                <a:spcPct val="100000"/>
              </a:lnSpc>
              <a:spcBef>
                <a:spcPts val="0"/>
              </a:spcBef>
              <a:spcAft>
                <a:spcPts val="0"/>
              </a:spcAft>
              <a:buClr>
                <a:schemeClr val="dk1"/>
              </a:buClr>
              <a:buSzPts val="1000"/>
              <a:buNone/>
              <a:defRPr sz="1000" b="1"/>
            </a:lvl1pPr>
            <a:lvl2pPr lvl="1" algn="ctr" rtl="0">
              <a:lnSpc>
                <a:spcPct val="100000"/>
              </a:lnSpc>
              <a:spcBef>
                <a:spcPts val="0"/>
              </a:spcBef>
              <a:spcAft>
                <a:spcPts val="0"/>
              </a:spcAft>
              <a:buSzPts val="2000"/>
              <a:buFont typeface="IBM Plex Sans Medium"/>
              <a:buNone/>
              <a:defRPr sz="2000">
                <a:latin typeface="IBM Plex Sans Medium"/>
                <a:ea typeface="IBM Plex Sans Medium"/>
                <a:cs typeface="IBM Plex Sans Medium"/>
                <a:sym typeface="IBM Plex Sans Medium"/>
              </a:defRPr>
            </a:lvl2pPr>
            <a:lvl3pPr lvl="2" algn="ctr" rtl="0">
              <a:lnSpc>
                <a:spcPct val="100000"/>
              </a:lnSpc>
              <a:spcBef>
                <a:spcPts val="0"/>
              </a:spcBef>
              <a:spcAft>
                <a:spcPts val="0"/>
              </a:spcAft>
              <a:buSzPts val="2000"/>
              <a:buFont typeface="IBM Plex Sans Medium"/>
              <a:buNone/>
              <a:defRPr sz="2000">
                <a:latin typeface="IBM Plex Sans Medium"/>
                <a:ea typeface="IBM Plex Sans Medium"/>
                <a:cs typeface="IBM Plex Sans Medium"/>
                <a:sym typeface="IBM Plex Sans Medium"/>
              </a:defRPr>
            </a:lvl3pPr>
            <a:lvl4pPr lvl="3" algn="ctr" rtl="0">
              <a:lnSpc>
                <a:spcPct val="100000"/>
              </a:lnSpc>
              <a:spcBef>
                <a:spcPts val="0"/>
              </a:spcBef>
              <a:spcAft>
                <a:spcPts val="0"/>
              </a:spcAft>
              <a:buSzPts val="2000"/>
              <a:buFont typeface="IBM Plex Sans Medium"/>
              <a:buNone/>
              <a:defRPr sz="2000">
                <a:latin typeface="IBM Plex Sans Medium"/>
                <a:ea typeface="IBM Plex Sans Medium"/>
                <a:cs typeface="IBM Plex Sans Medium"/>
                <a:sym typeface="IBM Plex Sans Medium"/>
              </a:defRPr>
            </a:lvl4pPr>
            <a:lvl5pPr lvl="4" algn="ctr" rtl="0">
              <a:lnSpc>
                <a:spcPct val="100000"/>
              </a:lnSpc>
              <a:spcBef>
                <a:spcPts val="0"/>
              </a:spcBef>
              <a:spcAft>
                <a:spcPts val="0"/>
              </a:spcAft>
              <a:buSzPts val="2000"/>
              <a:buFont typeface="IBM Plex Sans Medium"/>
              <a:buNone/>
              <a:defRPr sz="2000">
                <a:latin typeface="IBM Plex Sans Medium"/>
                <a:ea typeface="IBM Plex Sans Medium"/>
                <a:cs typeface="IBM Plex Sans Medium"/>
                <a:sym typeface="IBM Plex Sans Medium"/>
              </a:defRPr>
            </a:lvl5pPr>
            <a:lvl6pPr lvl="5" algn="ctr" rtl="0">
              <a:lnSpc>
                <a:spcPct val="100000"/>
              </a:lnSpc>
              <a:spcBef>
                <a:spcPts val="0"/>
              </a:spcBef>
              <a:spcAft>
                <a:spcPts val="0"/>
              </a:spcAft>
              <a:buSzPts val="2000"/>
              <a:buFont typeface="IBM Plex Sans Medium"/>
              <a:buNone/>
              <a:defRPr sz="2000">
                <a:latin typeface="IBM Plex Sans Medium"/>
                <a:ea typeface="IBM Plex Sans Medium"/>
                <a:cs typeface="IBM Plex Sans Medium"/>
                <a:sym typeface="IBM Plex Sans Medium"/>
              </a:defRPr>
            </a:lvl6pPr>
            <a:lvl7pPr lvl="6" algn="ctr" rtl="0">
              <a:lnSpc>
                <a:spcPct val="100000"/>
              </a:lnSpc>
              <a:spcBef>
                <a:spcPts val="0"/>
              </a:spcBef>
              <a:spcAft>
                <a:spcPts val="0"/>
              </a:spcAft>
              <a:buSzPts val="2000"/>
              <a:buFont typeface="IBM Plex Sans Medium"/>
              <a:buNone/>
              <a:defRPr sz="2000">
                <a:latin typeface="IBM Plex Sans Medium"/>
                <a:ea typeface="IBM Plex Sans Medium"/>
                <a:cs typeface="IBM Plex Sans Medium"/>
                <a:sym typeface="IBM Plex Sans Medium"/>
              </a:defRPr>
            </a:lvl7pPr>
            <a:lvl8pPr lvl="7" algn="ctr" rtl="0">
              <a:lnSpc>
                <a:spcPct val="100000"/>
              </a:lnSpc>
              <a:spcBef>
                <a:spcPts val="0"/>
              </a:spcBef>
              <a:spcAft>
                <a:spcPts val="0"/>
              </a:spcAft>
              <a:buSzPts val="2000"/>
              <a:buFont typeface="IBM Plex Sans Medium"/>
              <a:buNone/>
              <a:defRPr sz="2000">
                <a:latin typeface="IBM Plex Sans Medium"/>
                <a:ea typeface="IBM Plex Sans Medium"/>
                <a:cs typeface="IBM Plex Sans Medium"/>
                <a:sym typeface="IBM Plex Sans Medium"/>
              </a:defRPr>
            </a:lvl8pPr>
            <a:lvl9pPr lvl="8" algn="ctr" rtl="0">
              <a:lnSpc>
                <a:spcPct val="100000"/>
              </a:lnSpc>
              <a:spcBef>
                <a:spcPts val="0"/>
              </a:spcBef>
              <a:spcAft>
                <a:spcPts val="0"/>
              </a:spcAft>
              <a:buSzPts val="2000"/>
              <a:buFont typeface="IBM Plex Sans Medium"/>
              <a:buNone/>
              <a:defRPr sz="2000">
                <a:latin typeface="IBM Plex Sans Medium"/>
                <a:ea typeface="IBM Plex Sans Medium"/>
                <a:cs typeface="IBM Plex Sans Medium"/>
                <a:sym typeface="IBM Plex Sans Medium"/>
              </a:defRPr>
            </a:lvl9pPr>
          </a:lstStyle>
          <a:p>
            <a:endParaRPr/>
          </a:p>
        </p:txBody>
      </p:sp>
      <p:sp>
        <p:nvSpPr>
          <p:cNvPr id="517" name="Google Shape;517;p58"/>
          <p:cNvSpPr txBox="1">
            <a:spLocks noGrp="1"/>
          </p:cNvSpPr>
          <p:nvPr>
            <p:ph type="subTitle" idx="6"/>
          </p:nvPr>
        </p:nvSpPr>
        <p:spPr>
          <a:xfrm>
            <a:off x="652675" y="2254800"/>
            <a:ext cx="1582500" cy="411000"/>
          </a:xfrm>
          <a:prstGeom prst="rect">
            <a:avLst/>
          </a:prstGeom>
        </p:spPr>
        <p:txBody>
          <a:bodyPr spcFirstLastPara="1" wrap="square" lIns="0" tIns="0" rIns="0" bIns="0" anchor="ctr" anchorCtr="0">
            <a:normAutofit/>
          </a:bodyPr>
          <a:lstStyle>
            <a:lvl1pPr lvl="0" algn="ctr" rtl="0">
              <a:lnSpc>
                <a:spcPct val="100000"/>
              </a:lnSpc>
              <a:spcBef>
                <a:spcPts val="0"/>
              </a:spcBef>
              <a:spcAft>
                <a:spcPts val="0"/>
              </a:spcAft>
              <a:buClr>
                <a:schemeClr val="dk1"/>
              </a:buClr>
              <a:buSzPts val="1000"/>
              <a:buNone/>
              <a:defRPr sz="1000" b="1"/>
            </a:lvl1pPr>
            <a:lvl2pPr lvl="1" algn="ctr" rtl="0">
              <a:lnSpc>
                <a:spcPct val="100000"/>
              </a:lnSpc>
              <a:spcBef>
                <a:spcPts val="0"/>
              </a:spcBef>
              <a:spcAft>
                <a:spcPts val="0"/>
              </a:spcAft>
              <a:buSzPts val="2000"/>
              <a:buFont typeface="IBM Plex Sans Medium"/>
              <a:buNone/>
              <a:defRPr sz="2000">
                <a:latin typeface="IBM Plex Sans Medium"/>
                <a:ea typeface="IBM Plex Sans Medium"/>
                <a:cs typeface="IBM Plex Sans Medium"/>
                <a:sym typeface="IBM Plex Sans Medium"/>
              </a:defRPr>
            </a:lvl2pPr>
            <a:lvl3pPr lvl="2" algn="ctr" rtl="0">
              <a:lnSpc>
                <a:spcPct val="100000"/>
              </a:lnSpc>
              <a:spcBef>
                <a:spcPts val="0"/>
              </a:spcBef>
              <a:spcAft>
                <a:spcPts val="0"/>
              </a:spcAft>
              <a:buSzPts val="2000"/>
              <a:buFont typeface="IBM Plex Sans Medium"/>
              <a:buNone/>
              <a:defRPr sz="2000">
                <a:latin typeface="IBM Plex Sans Medium"/>
                <a:ea typeface="IBM Plex Sans Medium"/>
                <a:cs typeface="IBM Plex Sans Medium"/>
                <a:sym typeface="IBM Plex Sans Medium"/>
              </a:defRPr>
            </a:lvl3pPr>
            <a:lvl4pPr lvl="3" algn="ctr" rtl="0">
              <a:lnSpc>
                <a:spcPct val="100000"/>
              </a:lnSpc>
              <a:spcBef>
                <a:spcPts val="0"/>
              </a:spcBef>
              <a:spcAft>
                <a:spcPts val="0"/>
              </a:spcAft>
              <a:buSzPts val="2000"/>
              <a:buFont typeface="IBM Plex Sans Medium"/>
              <a:buNone/>
              <a:defRPr sz="2000">
                <a:latin typeface="IBM Plex Sans Medium"/>
                <a:ea typeface="IBM Plex Sans Medium"/>
                <a:cs typeface="IBM Plex Sans Medium"/>
                <a:sym typeface="IBM Plex Sans Medium"/>
              </a:defRPr>
            </a:lvl4pPr>
            <a:lvl5pPr lvl="4" algn="ctr" rtl="0">
              <a:lnSpc>
                <a:spcPct val="100000"/>
              </a:lnSpc>
              <a:spcBef>
                <a:spcPts val="0"/>
              </a:spcBef>
              <a:spcAft>
                <a:spcPts val="0"/>
              </a:spcAft>
              <a:buSzPts val="2000"/>
              <a:buFont typeface="IBM Plex Sans Medium"/>
              <a:buNone/>
              <a:defRPr sz="2000">
                <a:latin typeface="IBM Plex Sans Medium"/>
                <a:ea typeface="IBM Plex Sans Medium"/>
                <a:cs typeface="IBM Plex Sans Medium"/>
                <a:sym typeface="IBM Plex Sans Medium"/>
              </a:defRPr>
            </a:lvl5pPr>
            <a:lvl6pPr lvl="5" algn="ctr" rtl="0">
              <a:lnSpc>
                <a:spcPct val="100000"/>
              </a:lnSpc>
              <a:spcBef>
                <a:spcPts val="0"/>
              </a:spcBef>
              <a:spcAft>
                <a:spcPts val="0"/>
              </a:spcAft>
              <a:buSzPts val="2000"/>
              <a:buFont typeface="IBM Plex Sans Medium"/>
              <a:buNone/>
              <a:defRPr sz="2000">
                <a:latin typeface="IBM Plex Sans Medium"/>
                <a:ea typeface="IBM Plex Sans Medium"/>
                <a:cs typeface="IBM Plex Sans Medium"/>
                <a:sym typeface="IBM Plex Sans Medium"/>
              </a:defRPr>
            </a:lvl6pPr>
            <a:lvl7pPr lvl="6" algn="ctr" rtl="0">
              <a:lnSpc>
                <a:spcPct val="100000"/>
              </a:lnSpc>
              <a:spcBef>
                <a:spcPts val="0"/>
              </a:spcBef>
              <a:spcAft>
                <a:spcPts val="0"/>
              </a:spcAft>
              <a:buSzPts val="2000"/>
              <a:buFont typeface="IBM Plex Sans Medium"/>
              <a:buNone/>
              <a:defRPr sz="2000">
                <a:latin typeface="IBM Plex Sans Medium"/>
                <a:ea typeface="IBM Plex Sans Medium"/>
                <a:cs typeface="IBM Plex Sans Medium"/>
                <a:sym typeface="IBM Plex Sans Medium"/>
              </a:defRPr>
            </a:lvl7pPr>
            <a:lvl8pPr lvl="7" algn="ctr" rtl="0">
              <a:lnSpc>
                <a:spcPct val="100000"/>
              </a:lnSpc>
              <a:spcBef>
                <a:spcPts val="0"/>
              </a:spcBef>
              <a:spcAft>
                <a:spcPts val="0"/>
              </a:spcAft>
              <a:buSzPts val="2000"/>
              <a:buFont typeface="IBM Plex Sans Medium"/>
              <a:buNone/>
              <a:defRPr sz="2000">
                <a:latin typeface="IBM Plex Sans Medium"/>
                <a:ea typeface="IBM Plex Sans Medium"/>
                <a:cs typeface="IBM Plex Sans Medium"/>
                <a:sym typeface="IBM Plex Sans Medium"/>
              </a:defRPr>
            </a:lvl8pPr>
            <a:lvl9pPr lvl="8" algn="ctr" rtl="0">
              <a:lnSpc>
                <a:spcPct val="100000"/>
              </a:lnSpc>
              <a:spcBef>
                <a:spcPts val="0"/>
              </a:spcBef>
              <a:spcAft>
                <a:spcPts val="0"/>
              </a:spcAft>
              <a:buSzPts val="2000"/>
              <a:buFont typeface="IBM Plex Sans Medium"/>
              <a:buNone/>
              <a:defRPr sz="2000">
                <a:latin typeface="IBM Plex Sans Medium"/>
                <a:ea typeface="IBM Plex Sans Medium"/>
                <a:cs typeface="IBM Plex Sans Medium"/>
                <a:sym typeface="IBM Plex Sans Medium"/>
              </a:defRPr>
            </a:lvl9pPr>
          </a:lstStyle>
          <a:p>
            <a:endParaRPr/>
          </a:p>
        </p:txBody>
      </p:sp>
      <p:sp>
        <p:nvSpPr>
          <p:cNvPr id="518" name="Google Shape;518;p58"/>
          <p:cNvSpPr txBox="1">
            <a:spLocks noGrp="1"/>
          </p:cNvSpPr>
          <p:nvPr>
            <p:ph type="subTitle" idx="7"/>
          </p:nvPr>
        </p:nvSpPr>
        <p:spPr>
          <a:xfrm>
            <a:off x="652675" y="2842725"/>
            <a:ext cx="1582500" cy="411000"/>
          </a:xfrm>
          <a:prstGeom prst="rect">
            <a:avLst/>
          </a:prstGeom>
        </p:spPr>
        <p:txBody>
          <a:bodyPr spcFirstLastPara="1" wrap="square" lIns="0" tIns="0" rIns="0" bIns="0" anchor="ctr" anchorCtr="0">
            <a:normAutofit/>
          </a:bodyPr>
          <a:lstStyle>
            <a:lvl1pPr lvl="0" algn="ctr" rtl="0">
              <a:lnSpc>
                <a:spcPct val="100000"/>
              </a:lnSpc>
              <a:spcBef>
                <a:spcPts val="0"/>
              </a:spcBef>
              <a:spcAft>
                <a:spcPts val="0"/>
              </a:spcAft>
              <a:buClr>
                <a:schemeClr val="dk1"/>
              </a:buClr>
              <a:buSzPts val="1000"/>
              <a:buNone/>
              <a:defRPr sz="1000" b="1"/>
            </a:lvl1pPr>
            <a:lvl2pPr lvl="1" algn="ctr" rtl="0">
              <a:lnSpc>
                <a:spcPct val="100000"/>
              </a:lnSpc>
              <a:spcBef>
                <a:spcPts val="0"/>
              </a:spcBef>
              <a:spcAft>
                <a:spcPts val="0"/>
              </a:spcAft>
              <a:buSzPts val="2000"/>
              <a:buFont typeface="IBM Plex Sans Medium"/>
              <a:buNone/>
              <a:defRPr sz="2000">
                <a:latin typeface="IBM Plex Sans Medium"/>
                <a:ea typeface="IBM Plex Sans Medium"/>
                <a:cs typeface="IBM Plex Sans Medium"/>
                <a:sym typeface="IBM Plex Sans Medium"/>
              </a:defRPr>
            </a:lvl2pPr>
            <a:lvl3pPr lvl="2" algn="ctr" rtl="0">
              <a:lnSpc>
                <a:spcPct val="100000"/>
              </a:lnSpc>
              <a:spcBef>
                <a:spcPts val="0"/>
              </a:spcBef>
              <a:spcAft>
                <a:spcPts val="0"/>
              </a:spcAft>
              <a:buSzPts val="2000"/>
              <a:buFont typeface="IBM Plex Sans Medium"/>
              <a:buNone/>
              <a:defRPr sz="2000">
                <a:latin typeface="IBM Plex Sans Medium"/>
                <a:ea typeface="IBM Plex Sans Medium"/>
                <a:cs typeface="IBM Plex Sans Medium"/>
                <a:sym typeface="IBM Plex Sans Medium"/>
              </a:defRPr>
            </a:lvl3pPr>
            <a:lvl4pPr lvl="3" algn="ctr" rtl="0">
              <a:lnSpc>
                <a:spcPct val="100000"/>
              </a:lnSpc>
              <a:spcBef>
                <a:spcPts val="0"/>
              </a:spcBef>
              <a:spcAft>
                <a:spcPts val="0"/>
              </a:spcAft>
              <a:buSzPts val="2000"/>
              <a:buFont typeface="IBM Plex Sans Medium"/>
              <a:buNone/>
              <a:defRPr sz="2000">
                <a:latin typeface="IBM Plex Sans Medium"/>
                <a:ea typeface="IBM Plex Sans Medium"/>
                <a:cs typeface="IBM Plex Sans Medium"/>
                <a:sym typeface="IBM Plex Sans Medium"/>
              </a:defRPr>
            </a:lvl4pPr>
            <a:lvl5pPr lvl="4" algn="ctr" rtl="0">
              <a:lnSpc>
                <a:spcPct val="100000"/>
              </a:lnSpc>
              <a:spcBef>
                <a:spcPts val="0"/>
              </a:spcBef>
              <a:spcAft>
                <a:spcPts val="0"/>
              </a:spcAft>
              <a:buSzPts val="2000"/>
              <a:buFont typeface="IBM Plex Sans Medium"/>
              <a:buNone/>
              <a:defRPr sz="2000">
                <a:latin typeface="IBM Plex Sans Medium"/>
                <a:ea typeface="IBM Plex Sans Medium"/>
                <a:cs typeface="IBM Plex Sans Medium"/>
                <a:sym typeface="IBM Plex Sans Medium"/>
              </a:defRPr>
            </a:lvl5pPr>
            <a:lvl6pPr lvl="5" algn="ctr" rtl="0">
              <a:lnSpc>
                <a:spcPct val="100000"/>
              </a:lnSpc>
              <a:spcBef>
                <a:spcPts val="0"/>
              </a:spcBef>
              <a:spcAft>
                <a:spcPts val="0"/>
              </a:spcAft>
              <a:buSzPts val="2000"/>
              <a:buFont typeface="IBM Plex Sans Medium"/>
              <a:buNone/>
              <a:defRPr sz="2000">
                <a:latin typeface="IBM Plex Sans Medium"/>
                <a:ea typeface="IBM Plex Sans Medium"/>
                <a:cs typeface="IBM Plex Sans Medium"/>
                <a:sym typeface="IBM Plex Sans Medium"/>
              </a:defRPr>
            </a:lvl6pPr>
            <a:lvl7pPr lvl="6" algn="ctr" rtl="0">
              <a:lnSpc>
                <a:spcPct val="100000"/>
              </a:lnSpc>
              <a:spcBef>
                <a:spcPts val="0"/>
              </a:spcBef>
              <a:spcAft>
                <a:spcPts val="0"/>
              </a:spcAft>
              <a:buSzPts val="2000"/>
              <a:buFont typeface="IBM Plex Sans Medium"/>
              <a:buNone/>
              <a:defRPr sz="2000">
                <a:latin typeface="IBM Plex Sans Medium"/>
                <a:ea typeface="IBM Plex Sans Medium"/>
                <a:cs typeface="IBM Plex Sans Medium"/>
                <a:sym typeface="IBM Plex Sans Medium"/>
              </a:defRPr>
            </a:lvl7pPr>
            <a:lvl8pPr lvl="7" algn="ctr" rtl="0">
              <a:lnSpc>
                <a:spcPct val="100000"/>
              </a:lnSpc>
              <a:spcBef>
                <a:spcPts val="0"/>
              </a:spcBef>
              <a:spcAft>
                <a:spcPts val="0"/>
              </a:spcAft>
              <a:buSzPts val="2000"/>
              <a:buFont typeface="IBM Plex Sans Medium"/>
              <a:buNone/>
              <a:defRPr sz="2000">
                <a:latin typeface="IBM Plex Sans Medium"/>
                <a:ea typeface="IBM Plex Sans Medium"/>
                <a:cs typeface="IBM Plex Sans Medium"/>
                <a:sym typeface="IBM Plex Sans Medium"/>
              </a:defRPr>
            </a:lvl8pPr>
            <a:lvl9pPr lvl="8" algn="ctr" rtl="0">
              <a:lnSpc>
                <a:spcPct val="100000"/>
              </a:lnSpc>
              <a:spcBef>
                <a:spcPts val="0"/>
              </a:spcBef>
              <a:spcAft>
                <a:spcPts val="0"/>
              </a:spcAft>
              <a:buSzPts val="2000"/>
              <a:buFont typeface="IBM Plex Sans Medium"/>
              <a:buNone/>
              <a:defRPr sz="2000">
                <a:latin typeface="IBM Plex Sans Medium"/>
                <a:ea typeface="IBM Plex Sans Medium"/>
                <a:cs typeface="IBM Plex Sans Medium"/>
                <a:sym typeface="IBM Plex Sans Medium"/>
              </a:defRPr>
            </a:lvl9pPr>
          </a:lstStyle>
          <a:p>
            <a:endParaRPr/>
          </a:p>
        </p:txBody>
      </p:sp>
      <p:sp>
        <p:nvSpPr>
          <p:cNvPr id="519" name="Google Shape;519;p58"/>
          <p:cNvSpPr txBox="1">
            <a:spLocks noGrp="1"/>
          </p:cNvSpPr>
          <p:nvPr>
            <p:ph type="subTitle" idx="8"/>
          </p:nvPr>
        </p:nvSpPr>
        <p:spPr>
          <a:xfrm>
            <a:off x="652675" y="3430650"/>
            <a:ext cx="1582500" cy="411000"/>
          </a:xfrm>
          <a:prstGeom prst="rect">
            <a:avLst/>
          </a:prstGeom>
        </p:spPr>
        <p:txBody>
          <a:bodyPr spcFirstLastPara="1" wrap="square" lIns="0" tIns="0" rIns="0" bIns="0" anchor="ctr" anchorCtr="0">
            <a:normAutofit/>
          </a:bodyPr>
          <a:lstStyle>
            <a:lvl1pPr lvl="0" algn="ctr" rtl="0">
              <a:lnSpc>
                <a:spcPct val="100000"/>
              </a:lnSpc>
              <a:spcBef>
                <a:spcPts val="0"/>
              </a:spcBef>
              <a:spcAft>
                <a:spcPts val="0"/>
              </a:spcAft>
              <a:buClr>
                <a:schemeClr val="dk1"/>
              </a:buClr>
              <a:buSzPts val="1000"/>
              <a:buNone/>
              <a:defRPr sz="1000" b="1"/>
            </a:lvl1pPr>
            <a:lvl2pPr lvl="1" algn="ctr" rtl="0">
              <a:lnSpc>
                <a:spcPct val="100000"/>
              </a:lnSpc>
              <a:spcBef>
                <a:spcPts val="0"/>
              </a:spcBef>
              <a:spcAft>
                <a:spcPts val="0"/>
              </a:spcAft>
              <a:buSzPts val="2000"/>
              <a:buFont typeface="IBM Plex Sans Medium"/>
              <a:buNone/>
              <a:defRPr sz="2000">
                <a:latin typeface="IBM Plex Sans Medium"/>
                <a:ea typeface="IBM Plex Sans Medium"/>
                <a:cs typeface="IBM Plex Sans Medium"/>
                <a:sym typeface="IBM Plex Sans Medium"/>
              </a:defRPr>
            </a:lvl2pPr>
            <a:lvl3pPr lvl="2" algn="ctr" rtl="0">
              <a:lnSpc>
                <a:spcPct val="100000"/>
              </a:lnSpc>
              <a:spcBef>
                <a:spcPts val="0"/>
              </a:spcBef>
              <a:spcAft>
                <a:spcPts val="0"/>
              </a:spcAft>
              <a:buSzPts val="2000"/>
              <a:buFont typeface="IBM Plex Sans Medium"/>
              <a:buNone/>
              <a:defRPr sz="2000">
                <a:latin typeface="IBM Plex Sans Medium"/>
                <a:ea typeface="IBM Plex Sans Medium"/>
                <a:cs typeface="IBM Plex Sans Medium"/>
                <a:sym typeface="IBM Plex Sans Medium"/>
              </a:defRPr>
            </a:lvl3pPr>
            <a:lvl4pPr lvl="3" algn="ctr" rtl="0">
              <a:lnSpc>
                <a:spcPct val="100000"/>
              </a:lnSpc>
              <a:spcBef>
                <a:spcPts val="0"/>
              </a:spcBef>
              <a:spcAft>
                <a:spcPts val="0"/>
              </a:spcAft>
              <a:buSzPts val="2000"/>
              <a:buFont typeface="IBM Plex Sans Medium"/>
              <a:buNone/>
              <a:defRPr sz="2000">
                <a:latin typeface="IBM Plex Sans Medium"/>
                <a:ea typeface="IBM Plex Sans Medium"/>
                <a:cs typeface="IBM Plex Sans Medium"/>
                <a:sym typeface="IBM Plex Sans Medium"/>
              </a:defRPr>
            </a:lvl4pPr>
            <a:lvl5pPr lvl="4" algn="ctr" rtl="0">
              <a:lnSpc>
                <a:spcPct val="100000"/>
              </a:lnSpc>
              <a:spcBef>
                <a:spcPts val="0"/>
              </a:spcBef>
              <a:spcAft>
                <a:spcPts val="0"/>
              </a:spcAft>
              <a:buSzPts val="2000"/>
              <a:buFont typeface="IBM Plex Sans Medium"/>
              <a:buNone/>
              <a:defRPr sz="2000">
                <a:latin typeface="IBM Plex Sans Medium"/>
                <a:ea typeface="IBM Plex Sans Medium"/>
                <a:cs typeface="IBM Plex Sans Medium"/>
                <a:sym typeface="IBM Plex Sans Medium"/>
              </a:defRPr>
            </a:lvl5pPr>
            <a:lvl6pPr lvl="5" algn="ctr" rtl="0">
              <a:lnSpc>
                <a:spcPct val="100000"/>
              </a:lnSpc>
              <a:spcBef>
                <a:spcPts val="0"/>
              </a:spcBef>
              <a:spcAft>
                <a:spcPts val="0"/>
              </a:spcAft>
              <a:buSzPts val="2000"/>
              <a:buFont typeface="IBM Plex Sans Medium"/>
              <a:buNone/>
              <a:defRPr sz="2000">
                <a:latin typeface="IBM Plex Sans Medium"/>
                <a:ea typeface="IBM Plex Sans Medium"/>
                <a:cs typeface="IBM Plex Sans Medium"/>
                <a:sym typeface="IBM Plex Sans Medium"/>
              </a:defRPr>
            </a:lvl6pPr>
            <a:lvl7pPr lvl="6" algn="ctr" rtl="0">
              <a:lnSpc>
                <a:spcPct val="100000"/>
              </a:lnSpc>
              <a:spcBef>
                <a:spcPts val="0"/>
              </a:spcBef>
              <a:spcAft>
                <a:spcPts val="0"/>
              </a:spcAft>
              <a:buSzPts val="2000"/>
              <a:buFont typeface="IBM Plex Sans Medium"/>
              <a:buNone/>
              <a:defRPr sz="2000">
                <a:latin typeface="IBM Plex Sans Medium"/>
                <a:ea typeface="IBM Plex Sans Medium"/>
                <a:cs typeface="IBM Plex Sans Medium"/>
                <a:sym typeface="IBM Plex Sans Medium"/>
              </a:defRPr>
            </a:lvl7pPr>
            <a:lvl8pPr lvl="7" algn="ctr" rtl="0">
              <a:lnSpc>
                <a:spcPct val="100000"/>
              </a:lnSpc>
              <a:spcBef>
                <a:spcPts val="0"/>
              </a:spcBef>
              <a:spcAft>
                <a:spcPts val="0"/>
              </a:spcAft>
              <a:buSzPts val="2000"/>
              <a:buFont typeface="IBM Plex Sans Medium"/>
              <a:buNone/>
              <a:defRPr sz="2000">
                <a:latin typeface="IBM Plex Sans Medium"/>
                <a:ea typeface="IBM Plex Sans Medium"/>
                <a:cs typeface="IBM Plex Sans Medium"/>
                <a:sym typeface="IBM Plex Sans Medium"/>
              </a:defRPr>
            </a:lvl8pPr>
            <a:lvl9pPr lvl="8" algn="ctr" rtl="0">
              <a:lnSpc>
                <a:spcPct val="100000"/>
              </a:lnSpc>
              <a:spcBef>
                <a:spcPts val="0"/>
              </a:spcBef>
              <a:spcAft>
                <a:spcPts val="0"/>
              </a:spcAft>
              <a:buSzPts val="2000"/>
              <a:buFont typeface="IBM Plex Sans Medium"/>
              <a:buNone/>
              <a:defRPr sz="2000">
                <a:latin typeface="IBM Plex Sans Medium"/>
                <a:ea typeface="IBM Plex Sans Medium"/>
                <a:cs typeface="IBM Plex Sans Medium"/>
                <a:sym typeface="IBM Plex Sans Medium"/>
              </a:defRPr>
            </a:lvl9pPr>
          </a:lstStyle>
          <a:p>
            <a:endParaRPr/>
          </a:p>
        </p:txBody>
      </p:sp>
      <p:sp>
        <p:nvSpPr>
          <p:cNvPr id="520" name="Google Shape;520;p58"/>
          <p:cNvSpPr txBox="1">
            <a:spLocks noGrp="1"/>
          </p:cNvSpPr>
          <p:nvPr>
            <p:ph type="subTitle" idx="9"/>
          </p:nvPr>
        </p:nvSpPr>
        <p:spPr>
          <a:xfrm>
            <a:off x="652675" y="4018575"/>
            <a:ext cx="1582500" cy="411000"/>
          </a:xfrm>
          <a:prstGeom prst="rect">
            <a:avLst/>
          </a:prstGeom>
        </p:spPr>
        <p:txBody>
          <a:bodyPr spcFirstLastPara="1" wrap="square" lIns="0" tIns="0" rIns="0" bIns="0" anchor="ctr" anchorCtr="0">
            <a:normAutofit/>
          </a:bodyPr>
          <a:lstStyle>
            <a:lvl1pPr lvl="0" algn="ctr" rtl="0">
              <a:lnSpc>
                <a:spcPct val="100000"/>
              </a:lnSpc>
              <a:spcBef>
                <a:spcPts val="0"/>
              </a:spcBef>
              <a:spcAft>
                <a:spcPts val="0"/>
              </a:spcAft>
              <a:buClr>
                <a:schemeClr val="dk1"/>
              </a:buClr>
              <a:buSzPts val="1000"/>
              <a:buNone/>
              <a:defRPr sz="1000" b="1"/>
            </a:lvl1pPr>
            <a:lvl2pPr lvl="1" algn="ctr" rtl="0">
              <a:lnSpc>
                <a:spcPct val="100000"/>
              </a:lnSpc>
              <a:spcBef>
                <a:spcPts val="0"/>
              </a:spcBef>
              <a:spcAft>
                <a:spcPts val="0"/>
              </a:spcAft>
              <a:buSzPts val="2000"/>
              <a:buFont typeface="IBM Plex Sans Medium"/>
              <a:buNone/>
              <a:defRPr sz="2000">
                <a:latin typeface="IBM Plex Sans Medium"/>
                <a:ea typeface="IBM Plex Sans Medium"/>
                <a:cs typeface="IBM Plex Sans Medium"/>
                <a:sym typeface="IBM Plex Sans Medium"/>
              </a:defRPr>
            </a:lvl2pPr>
            <a:lvl3pPr lvl="2" algn="ctr" rtl="0">
              <a:lnSpc>
                <a:spcPct val="100000"/>
              </a:lnSpc>
              <a:spcBef>
                <a:spcPts val="0"/>
              </a:spcBef>
              <a:spcAft>
                <a:spcPts val="0"/>
              </a:spcAft>
              <a:buSzPts val="2000"/>
              <a:buFont typeface="IBM Plex Sans Medium"/>
              <a:buNone/>
              <a:defRPr sz="2000">
                <a:latin typeface="IBM Plex Sans Medium"/>
                <a:ea typeface="IBM Plex Sans Medium"/>
                <a:cs typeface="IBM Plex Sans Medium"/>
                <a:sym typeface="IBM Plex Sans Medium"/>
              </a:defRPr>
            </a:lvl3pPr>
            <a:lvl4pPr lvl="3" algn="ctr" rtl="0">
              <a:lnSpc>
                <a:spcPct val="100000"/>
              </a:lnSpc>
              <a:spcBef>
                <a:spcPts val="0"/>
              </a:spcBef>
              <a:spcAft>
                <a:spcPts val="0"/>
              </a:spcAft>
              <a:buSzPts val="2000"/>
              <a:buFont typeface="IBM Plex Sans Medium"/>
              <a:buNone/>
              <a:defRPr sz="2000">
                <a:latin typeface="IBM Plex Sans Medium"/>
                <a:ea typeface="IBM Plex Sans Medium"/>
                <a:cs typeface="IBM Plex Sans Medium"/>
                <a:sym typeface="IBM Plex Sans Medium"/>
              </a:defRPr>
            </a:lvl4pPr>
            <a:lvl5pPr lvl="4" algn="ctr" rtl="0">
              <a:lnSpc>
                <a:spcPct val="100000"/>
              </a:lnSpc>
              <a:spcBef>
                <a:spcPts val="0"/>
              </a:spcBef>
              <a:spcAft>
                <a:spcPts val="0"/>
              </a:spcAft>
              <a:buSzPts val="2000"/>
              <a:buFont typeface="IBM Plex Sans Medium"/>
              <a:buNone/>
              <a:defRPr sz="2000">
                <a:latin typeface="IBM Plex Sans Medium"/>
                <a:ea typeface="IBM Plex Sans Medium"/>
                <a:cs typeface="IBM Plex Sans Medium"/>
                <a:sym typeface="IBM Plex Sans Medium"/>
              </a:defRPr>
            </a:lvl5pPr>
            <a:lvl6pPr lvl="5" algn="ctr" rtl="0">
              <a:lnSpc>
                <a:spcPct val="100000"/>
              </a:lnSpc>
              <a:spcBef>
                <a:spcPts val="0"/>
              </a:spcBef>
              <a:spcAft>
                <a:spcPts val="0"/>
              </a:spcAft>
              <a:buSzPts val="2000"/>
              <a:buFont typeface="IBM Plex Sans Medium"/>
              <a:buNone/>
              <a:defRPr sz="2000">
                <a:latin typeface="IBM Plex Sans Medium"/>
                <a:ea typeface="IBM Plex Sans Medium"/>
                <a:cs typeface="IBM Plex Sans Medium"/>
                <a:sym typeface="IBM Plex Sans Medium"/>
              </a:defRPr>
            </a:lvl6pPr>
            <a:lvl7pPr lvl="6" algn="ctr" rtl="0">
              <a:lnSpc>
                <a:spcPct val="100000"/>
              </a:lnSpc>
              <a:spcBef>
                <a:spcPts val="0"/>
              </a:spcBef>
              <a:spcAft>
                <a:spcPts val="0"/>
              </a:spcAft>
              <a:buSzPts val="2000"/>
              <a:buFont typeface="IBM Plex Sans Medium"/>
              <a:buNone/>
              <a:defRPr sz="2000">
                <a:latin typeface="IBM Plex Sans Medium"/>
                <a:ea typeface="IBM Plex Sans Medium"/>
                <a:cs typeface="IBM Plex Sans Medium"/>
                <a:sym typeface="IBM Plex Sans Medium"/>
              </a:defRPr>
            </a:lvl7pPr>
            <a:lvl8pPr lvl="7" algn="ctr" rtl="0">
              <a:lnSpc>
                <a:spcPct val="100000"/>
              </a:lnSpc>
              <a:spcBef>
                <a:spcPts val="0"/>
              </a:spcBef>
              <a:spcAft>
                <a:spcPts val="0"/>
              </a:spcAft>
              <a:buSzPts val="2000"/>
              <a:buFont typeface="IBM Plex Sans Medium"/>
              <a:buNone/>
              <a:defRPr sz="2000">
                <a:latin typeface="IBM Plex Sans Medium"/>
                <a:ea typeface="IBM Plex Sans Medium"/>
                <a:cs typeface="IBM Plex Sans Medium"/>
                <a:sym typeface="IBM Plex Sans Medium"/>
              </a:defRPr>
            </a:lvl8pPr>
            <a:lvl9pPr lvl="8" algn="ctr" rtl="0">
              <a:lnSpc>
                <a:spcPct val="100000"/>
              </a:lnSpc>
              <a:spcBef>
                <a:spcPts val="0"/>
              </a:spcBef>
              <a:spcAft>
                <a:spcPts val="0"/>
              </a:spcAft>
              <a:buSzPts val="2000"/>
              <a:buFont typeface="IBM Plex Sans Medium"/>
              <a:buNone/>
              <a:defRPr sz="2000">
                <a:latin typeface="IBM Plex Sans Medium"/>
                <a:ea typeface="IBM Plex Sans Medium"/>
                <a:cs typeface="IBM Plex Sans Medium"/>
                <a:sym typeface="IBM Plex Sans Medium"/>
              </a:defRPr>
            </a:lvl9pPr>
          </a:lstStyle>
          <a:p>
            <a:endParaRPr/>
          </a:p>
        </p:txBody>
      </p:sp>
      <p:sp>
        <p:nvSpPr>
          <p:cNvPr id="521" name="Google Shape;521;p58"/>
          <p:cNvSpPr txBox="1">
            <a:spLocks noGrp="1"/>
          </p:cNvSpPr>
          <p:nvPr>
            <p:ph type="subTitle" idx="13"/>
          </p:nvPr>
        </p:nvSpPr>
        <p:spPr>
          <a:xfrm>
            <a:off x="2736100" y="1666875"/>
            <a:ext cx="1582500" cy="411000"/>
          </a:xfrm>
          <a:prstGeom prst="rect">
            <a:avLst/>
          </a:prstGeom>
        </p:spPr>
        <p:txBody>
          <a:bodyPr spcFirstLastPara="1" wrap="square" lIns="0" tIns="0" rIns="0" bIns="0" anchor="ctr" anchorCtr="0">
            <a:normAutofit/>
          </a:bodyPr>
          <a:lstStyle>
            <a:lvl1pPr lvl="0" algn="ctr" rtl="0">
              <a:lnSpc>
                <a:spcPct val="100000"/>
              </a:lnSpc>
              <a:spcBef>
                <a:spcPts val="0"/>
              </a:spcBef>
              <a:spcAft>
                <a:spcPts val="0"/>
              </a:spcAft>
              <a:buClr>
                <a:schemeClr val="dk1"/>
              </a:buClr>
              <a:buSzPts val="1000"/>
              <a:buNone/>
              <a:defRPr sz="1000" b="1"/>
            </a:lvl1pPr>
            <a:lvl2pPr lvl="1" algn="ctr" rtl="0">
              <a:lnSpc>
                <a:spcPct val="100000"/>
              </a:lnSpc>
              <a:spcBef>
                <a:spcPts val="0"/>
              </a:spcBef>
              <a:spcAft>
                <a:spcPts val="0"/>
              </a:spcAft>
              <a:buSzPts val="2000"/>
              <a:buFont typeface="IBM Plex Sans Medium"/>
              <a:buNone/>
              <a:defRPr sz="2000">
                <a:latin typeface="IBM Plex Sans Medium"/>
                <a:ea typeface="IBM Plex Sans Medium"/>
                <a:cs typeface="IBM Plex Sans Medium"/>
                <a:sym typeface="IBM Plex Sans Medium"/>
              </a:defRPr>
            </a:lvl2pPr>
            <a:lvl3pPr lvl="2" algn="ctr" rtl="0">
              <a:lnSpc>
                <a:spcPct val="100000"/>
              </a:lnSpc>
              <a:spcBef>
                <a:spcPts val="0"/>
              </a:spcBef>
              <a:spcAft>
                <a:spcPts val="0"/>
              </a:spcAft>
              <a:buSzPts val="2000"/>
              <a:buFont typeface="IBM Plex Sans Medium"/>
              <a:buNone/>
              <a:defRPr sz="2000">
                <a:latin typeface="IBM Plex Sans Medium"/>
                <a:ea typeface="IBM Plex Sans Medium"/>
                <a:cs typeface="IBM Plex Sans Medium"/>
                <a:sym typeface="IBM Plex Sans Medium"/>
              </a:defRPr>
            </a:lvl3pPr>
            <a:lvl4pPr lvl="3" algn="ctr" rtl="0">
              <a:lnSpc>
                <a:spcPct val="100000"/>
              </a:lnSpc>
              <a:spcBef>
                <a:spcPts val="0"/>
              </a:spcBef>
              <a:spcAft>
                <a:spcPts val="0"/>
              </a:spcAft>
              <a:buSzPts val="2000"/>
              <a:buFont typeface="IBM Plex Sans Medium"/>
              <a:buNone/>
              <a:defRPr sz="2000">
                <a:latin typeface="IBM Plex Sans Medium"/>
                <a:ea typeface="IBM Plex Sans Medium"/>
                <a:cs typeface="IBM Plex Sans Medium"/>
                <a:sym typeface="IBM Plex Sans Medium"/>
              </a:defRPr>
            </a:lvl4pPr>
            <a:lvl5pPr lvl="4" algn="ctr" rtl="0">
              <a:lnSpc>
                <a:spcPct val="100000"/>
              </a:lnSpc>
              <a:spcBef>
                <a:spcPts val="0"/>
              </a:spcBef>
              <a:spcAft>
                <a:spcPts val="0"/>
              </a:spcAft>
              <a:buSzPts val="2000"/>
              <a:buFont typeface="IBM Plex Sans Medium"/>
              <a:buNone/>
              <a:defRPr sz="2000">
                <a:latin typeface="IBM Plex Sans Medium"/>
                <a:ea typeface="IBM Plex Sans Medium"/>
                <a:cs typeface="IBM Plex Sans Medium"/>
                <a:sym typeface="IBM Plex Sans Medium"/>
              </a:defRPr>
            </a:lvl5pPr>
            <a:lvl6pPr lvl="5" algn="ctr" rtl="0">
              <a:lnSpc>
                <a:spcPct val="100000"/>
              </a:lnSpc>
              <a:spcBef>
                <a:spcPts val="0"/>
              </a:spcBef>
              <a:spcAft>
                <a:spcPts val="0"/>
              </a:spcAft>
              <a:buSzPts val="2000"/>
              <a:buFont typeface="IBM Plex Sans Medium"/>
              <a:buNone/>
              <a:defRPr sz="2000">
                <a:latin typeface="IBM Plex Sans Medium"/>
                <a:ea typeface="IBM Plex Sans Medium"/>
                <a:cs typeface="IBM Plex Sans Medium"/>
                <a:sym typeface="IBM Plex Sans Medium"/>
              </a:defRPr>
            </a:lvl6pPr>
            <a:lvl7pPr lvl="6" algn="ctr" rtl="0">
              <a:lnSpc>
                <a:spcPct val="100000"/>
              </a:lnSpc>
              <a:spcBef>
                <a:spcPts val="0"/>
              </a:spcBef>
              <a:spcAft>
                <a:spcPts val="0"/>
              </a:spcAft>
              <a:buSzPts val="2000"/>
              <a:buFont typeface="IBM Plex Sans Medium"/>
              <a:buNone/>
              <a:defRPr sz="2000">
                <a:latin typeface="IBM Plex Sans Medium"/>
                <a:ea typeface="IBM Plex Sans Medium"/>
                <a:cs typeface="IBM Plex Sans Medium"/>
                <a:sym typeface="IBM Plex Sans Medium"/>
              </a:defRPr>
            </a:lvl7pPr>
            <a:lvl8pPr lvl="7" algn="ctr" rtl="0">
              <a:lnSpc>
                <a:spcPct val="100000"/>
              </a:lnSpc>
              <a:spcBef>
                <a:spcPts val="0"/>
              </a:spcBef>
              <a:spcAft>
                <a:spcPts val="0"/>
              </a:spcAft>
              <a:buSzPts val="2000"/>
              <a:buFont typeface="IBM Plex Sans Medium"/>
              <a:buNone/>
              <a:defRPr sz="2000">
                <a:latin typeface="IBM Plex Sans Medium"/>
                <a:ea typeface="IBM Plex Sans Medium"/>
                <a:cs typeface="IBM Plex Sans Medium"/>
                <a:sym typeface="IBM Plex Sans Medium"/>
              </a:defRPr>
            </a:lvl8pPr>
            <a:lvl9pPr lvl="8" algn="ctr" rtl="0">
              <a:lnSpc>
                <a:spcPct val="100000"/>
              </a:lnSpc>
              <a:spcBef>
                <a:spcPts val="0"/>
              </a:spcBef>
              <a:spcAft>
                <a:spcPts val="0"/>
              </a:spcAft>
              <a:buSzPts val="2000"/>
              <a:buFont typeface="IBM Plex Sans Medium"/>
              <a:buNone/>
              <a:defRPr sz="2000">
                <a:latin typeface="IBM Plex Sans Medium"/>
                <a:ea typeface="IBM Plex Sans Medium"/>
                <a:cs typeface="IBM Plex Sans Medium"/>
                <a:sym typeface="IBM Plex Sans Medium"/>
              </a:defRPr>
            </a:lvl9pPr>
          </a:lstStyle>
          <a:p>
            <a:endParaRPr/>
          </a:p>
        </p:txBody>
      </p:sp>
      <p:sp>
        <p:nvSpPr>
          <p:cNvPr id="522" name="Google Shape;522;p58"/>
          <p:cNvSpPr txBox="1">
            <a:spLocks noGrp="1"/>
          </p:cNvSpPr>
          <p:nvPr>
            <p:ph type="subTitle" idx="14"/>
          </p:nvPr>
        </p:nvSpPr>
        <p:spPr>
          <a:xfrm>
            <a:off x="2736100" y="2254800"/>
            <a:ext cx="1582500" cy="411000"/>
          </a:xfrm>
          <a:prstGeom prst="rect">
            <a:avLst/>
          </a:prstGeom>
        </p:spPr>
        <p:txBody>
          <a:bodyPr spcFirstLastPara="1" wrap="square" lIns="0" tIns="0" rIns="0" bIns="0" anchor="ctr" anchorCtr="0">
            <a:normAutofit/>
          </a:bodyPr>
          <a:lstStyle>
            <a:lvl1pPr lvl="0" algn="ctr" rtl="0">
              <a:lnSpc>
                <a:spcPct val="100000"/>
              </a:lnSpc>
              <a:spcBef>
                <a:spcPts val="0"/>
              </a:spcBef>
              <a:spcAft>
                <a:spcPts val="0"/>
              </a:spcAft>
              <a:buClr>
                <a:schemeClr val="dk1"/>
              </a:buClr>
              <a:buSzPts val="1000"/>
              <a:buNone/>
              <a:defRPr sz="1000" b="1"/>
            </a:lvl1pPr>
            <a:lvl2pPr lvl="1" algn="ctr" rtl="0">
              <a:lnSpc>
                <a:spcPct val="100000"/>
              </a:lnSpc>
              <a:spcBef>
                <a:spcPts val="0"/>
              </a:spcBef>
              <a:spcAft>
                <a:spcPts val="0"/>
              </a:spcAft>
              <a:buSzPts val="2000"/>
              <a:buFont typeface="IBM Plex Sans Medium"/>
              <a:buNone/>
              <a:defRPr sz="2000">
                <a:latin typeface="IBM Plex Sans Medium"/>
                <a:ea typeface="IBM Plex Sans Medium"/>
                <a:cs typeface="IBM Plex Sans Medium"/>
                <a:sym typeface="IBM Plex Sans Medium"/>
              </a:defRPr>
            </a:lvl2pPr>
            <a:lvl3pPr lvl="2" algn="ctr" rtl="0">
              <a:lnSpc>
                <a:spcPct val="100000"/>
              </a:lnSpc>
              <a:spcBef>
                <a:spcPts val="0"/>
              </a:spcBef>
              <a:spcAft>
                <a:spcPts val="0"/>
              </a:spcAft>
              <a:buSzPts val="2000"/>
              <a:buFont typeface="IBM Plex Sans Medium"/>
              <a:buNone/>
              <a:defRPr sz="2000">
                <a:latin typeface="IBM Plex Sans Medium"/>
                <a:ea typeface="IBM Plex Sans Medium"/>
                <a:cs typeface="IBM Plex Sans Medium"/>
                <a:sym typeface="IBM Plex Sans Medium"/>
              </a:defRPr>
            </a:lvl3pPr>
            <a:lvl4pPr lvl="3" algn="ctr" rtl="0">
              <a:lnSpc>
                <a:spcPct val="100000"/>
              </a:lnSpc>
              <a:spcBef>
                <a:spcPts val="0"/>
              </a:spcBef>
              <a:spcAft>
                <a:spcPts val="0"/>
              </a:spcAft>
              <a:buSzPts val="2000"/>
              <a:buFont typeface="IBM Plex Sans Medium"/>
              <a:buNone/>
              <a:defRPr sz="2000">
                <a:latin typeface="IBM Plex Sans Medium"/>
                <a:ea typeface="IBM Plex Sans Medium"/>
                <a:cs typeface="IBM Plex Sans Medium"/>
                <a:sym typeface="IBM Plex Sans Medium"/>
              </a:defRPr>
            </a:lvl4pPr>
            <a:lvl5pPr lvl="4" algn="ctr" rtl="0">
              <a:lnSpc>
                <a:spcPct val="100000"/>
              </a:lnSpc>
              <a:spcBef>
                <a:spcPts val="0"/>
              </a:spcBef>
              <a:spcAft>
                <a:spcPts val="0"/>
              </a:spcAft>
              <a:buSzPts val="2000"/>
              <a:buFont typeface="IBM Plex Sans Medium"/>
              <a:buNone/>
              <a:defRPr sz="2000">
                <a:latin typeface="IBM Plex Sans Medium"/>
                <a:ea typeface="IBM Plex Sans Medium"/>
                <a:cs typeface="IBM Plex Sans Medium"/>
                <a:sym typeface="IBM Plex Sans Medium"/>
              </a:defRPr>
            </a:lvl5pPr>
            <a:lvl6pPr lvl="5" algn="ctr" rtl="0">
              <a:lnSpc>
                <a:spcPct val="100000"/>
              </a:lnSpc>
              <a:spcBef>
                <a:spcPts val="0"/>
              </a:spcBef>
              <a:spcAft>
                <a:spcPts val="0"/>
              </a:spcAft>
              <a:buSzPts val="2000"/>
              <a:buFont typeface="IBM Plex Sans Medium"/>
              <a:buNone/>
              <a:defRPr sz="2000">
                <a:latin typeface="IBM Plex Sans Medium"/>
                <a:ea typeface="IBM Plex Sans Medium"/>
                <a:cs typeface="IBM Plex Sans Medium"/>
                <a:sym typeface="IBM Plex Sans Medium"/>
              </a:defRPr>
            </a:lvl6pPr>
            <a:lvl7pPr lvl="6" algn="ctr" rtl="0">
              <a:lnSpc>
                <a:spcPct val="100000"/>
              </a:lnSpc>
              <a:spcBef>
                <a:spcPts val="0"/>
              </a:spcBef>
              <a:spcAft>
                <a:spcPts val="0"/>
              </a:spcAft>
              <a:buSzPts val="2000"/>
              <a:buFont typeface="IBM Plex Sans Medium"/>
              <a:buNone/>
              <a:defRPr sz="2000">
                <a:latin typeface="IBM Plex Sans Medium"/>
                <a:ea typeface="IBM Plex Sans Medium"/>
                <a:cs typeface="IBM Plex Sans Medium"/>
                <a:sym typeface="IBM Plex Sans Medium"/>
              </a:defRPr>
            </a:lvl7pPr>
            <a:lvl8pPr lvl="7" algn="ctr" rtl="0">
              <a:lnSpc>
                <a:spcPct val="100000"/>
              </a:lnSpc>
              <a:spcBef>
                <a:spcPts val="0"/>
              </a:spcBef>
              <a:spcAft>
                <a:spcPts val="0"/>
              </a:spcAft>
              <a:buSzPts val="2000"/>
              <a:buFont typeface="IBM Plex Sans Medium"/>
              <a:buNone/>
              <a:defRPr sz="2000">
                <a:latin typeface="IBM Plex Sans Medium"/>
                <a:ea typeface="IBM Plex Sans Medium"/>
                <a:cs typeface="IBM Plex Sans Medium"/>
                <a:sym typeface="IBM Plex Sans Medium"/>
              </a:defRPr>
            </a:lvl8pPr>
            <a:lvl9pPr lvl="8" algn="ctr" rtl="0">
              <a:lnSpc>
                <a:spcPct val="100000"/>
              </a:lnSpc>
              <a:spcBef>
                <a:spcPts val="0"/>
              </a:spcBef>
              <a:spcAft>
                <a:spcPts val="0"/>
              </a:spcAft>
              <a:buSzPts val="2000"/>
              <a:buFont typeface="IBM Plex Sans Medium"/>
              <a:buNone/>
              <a:defRPr sz="2000">
                <a:latin typeface="IBM Plex Sans Medium"/>
                <a:ea typeface="IBM Plex Sans Medium"/>
                <a:cs typeface="IBM Plex Sans Medium"/>
                <a:sym typeface="IBM Plex Sans Medium"/>
              </a:defRPr>
            </a:lvl9pPr>
          </a:lstStyle>
          <a:p>
            <a:endParaRPr/>
          </a:p>
        </p:txBody>
      </p:sp>
      <p:sp>
        <p:nvSpPr>
          <p:cNvPr id="523" name="Google Shape;523;p58"/>
          <p:cNvSpPr txBox="1">
            <a:spLocks noGrp="1"/>
          </p:cNvSpPr>
          <p:nvPr>
            <p:ph type="subTitle" idx="15"/>
          </p:nvPr>
        </p:nvSpPr>
        <p:spPr>
          <a:xfrm>
            <a:off x="2736100" y="2842725"/>
            <a:ext cx="1582500" cy="411000"/>
          </a:xfrm>
          <a:prstGeom prst="rect">
            <a:avLst/>
          </a:prstGeom>
        </p:spPr>
        <p:txBody>
          <a:bodyPr spcFirstLastPara="1" wrap="square" lIns="0" tIns="0" rIns="0" bIns="0" anchor="ctr" anchorCtr="0">
            <a:normAutofit/>
          </a:bodyPr>
          <a:lstStyle>
            <a:lvl1pPr lvl="0" algn="ctr" rtl="0">
              <a:lnSpc>
                <a:spcPct val="100000"/>
              </a:lnSpc>
              <a:spcBef>
                <a:spcPts val="0"/>
              </a:spcBef>
              <a:spcAft>
                <a:spcPts val="0"/>
              </a:spcAft>
              <a:buClr>
                <a:schemeClr val="dk1"/>
              </a:buClr>
              <a:buSzPts val="1000"/>
              <a:buNone/>
              <a:defRPr sz="1000" b="1"/>
            </a:lvl1pPr>
            <a:lvl2pPr lvl="1" algn="ctr" rtl="0">
              <a:lnSpc>
                <a:spcPct val="100000"/>
              </a:lnSpc>
              <a:spcBef>
                <a:spcPts val="0"/>
              </a:spcBef>
              <a:spcAft>
                <a:spcPts val="0"/>
              </a:spcAft>
              <a:buSzPts val="2000"/>
              <a:buFont typeface="IBM Plex Sans Medium"/>
              <a:buNone/>
              <a:defRPr sz="2000">
                <a:latin typeface="IBM Plex Sans Medium"/>
                <a:ea typeface="IBM Plex Sans Medium"/>
                <a:cs typeface="IBM Plex Sans Medium"/>
                <a:sym typeface="IBM Plex Sans Medium"/>
              </a:defRPr>
            </a:lvl2pPr>
            <a:lvl3pPr lvl="2" algn="ctr" rtl="0">
              <a:lnSpc>
                <a:spcPct val="100000"/>
              </a:lnSpc>
              <a:spcBef>
                <a:spcPts val="0"/>
              </a:spcBef>
              <a:spcAft>
                <a:spcPts val="0"/>
              </a:spcAft>
              <a:buSzPts val="2000"/>
              <a:buFont typeface="IBM Plex Sans Medium"/>
              <a:buNone/>
              <a:defRPr sz="2000">
                <a:latin typeface="IBM Plex Sans Medium"/>
                <a:ea typeface="IBM Plex Sans Medium"/>
                <a:cs typeface="IBM Plex Sans Medium"/>
                <a:sym typeface="IBM Plex Sans Medium"/>
              </a:defRPr>
            </a:lvl3pPr>
            <a:lvl4pPr lvl="3" algn="ctr" rtl="0">
              <a:lnSpc>
                <a:spcPct val="100000"/>
              </a:lnSpc>
              <a:spcBef>
                <a:spcPts val="0"/>
              </a:spcBef>
              <a:spcAft>
                <a:spcPts val="0"/>
              </a:spcAft>
              <a:buSzPts val="2000"/>
              <a:buFont typeface="IBM Plex Sans Medium"/>
              <a:buNone/>
              <a:defRPr sz="2000">
                <a:latin typeface="IBM Plex Sans Medium"/>
                <a:ea typeface="IBM Plex Sans Medium"/>
                <a:cs typeface="IBM Plex Sans Medium"/>
                <a:sym typeface="IBM Plex Sans Medium"/>
              </a:defRPr>
            </a:lvl4pPr>
            <a:lvl5pPr lvl="4" algn="ctr" rtl="0">
              <a:lnSpc>
                <a:spcPct val="100000"/>
              </a:lnSpc>
              <a:spcBef>
                <a:spcPts val="0"/>
              </a:spcBef>
              <a:spcAft>
                <a:spcPts val="0"/>
              </a:spcAft>
              <a:buSzPts val="2000"/>
              <a:buFont typeface="IBM Plex Sans Medium"/>
              <a:buNone/>
              <a:defRPr sz="2000">
                <a:latin typeface="IBM Plex Sans Medium"/>
                <a:ea typeface="IBM Plex Sans Medium"/>
                <a:cs typeface="IBM Plex Sans Medium"/>
                <a:sym typeface="IBM Plex Sans Medium"/>
              </a:defRPr>
            </a:lvl5pPr>
            <a:lvl6pPr lvl="5" algn="ctr" rtl="0">
              <a:lnSpc>
                <a:spcPct val="100000"/>
              </a:lnSpc>
              <a:spcBef>
                <a:spcPts val="0"/>
              </a:spcBef>
              <a:spcAft>
                <a:spcPts val="0"/>
              </a:spcAft>
              <a:buSzPts val="2000"/>
              <a:buFont typeface="IBM Plex Sans Medium"/>
              <a:buNone/>
              <a:defRPr sz="2000">
                <a:latin typeface="IBM Plex Sans Medium"/>
                <a:ea typeface="IBM Plex Sans Medium"/>
                <a:cs typeface="IBM Plex Sans Medium"/>
                <a:sym typeface="IBM Plex Sans Medium"/>
              </a:defRPr>
            </a:lvl6pPr>
            <a:lvl7pPr lvl="6" algn="ctr" rtl="0">
              <a:lnSpc>
                <a:spcPct val="100000"/>
              </a:lnSpc>
              <a:spcBef>
                <a:spcPts val="0"/>
              </a:spcBef>
              <a:spcAft>
                <a:spcPts val="0"/>
              </a:spcAft>
              <a:buSzPts val="2000"/>
              <a:buFont typeface="IBM Plex Sans Medium"/>
              <a:buNone/>
              <a:defRPr sz="2000">
                <a:latin typeface="IBM Plex Sans Medium"/>
                <a:ea typeface="IBM Plex Sans Medium"/>
                <a:cs typeface="IBM Plex Sans Medium"/>
                <a:sym typeface="IBM Plex Sans Medium"/>
              </a:defRPr>
            </a:lvl7pPr>
            <a:lvl8pPr lvl="7" algn="ctr" rtl="0">
              <a:lnSpc>
                <a:spcPct val="100000"/>
              </a:lnSpc>
              <a:spcBef>
                <a:spcPts val="0"/>
              </a:spcBef>
              <a:spcAft>
                <a:spcPts val="0"/>
              </a:spcAft>
              <a:buSzPts val="2000"/>
              <a:buFont typeface="IBM Plex Sans Medium"/>
              <a:buNone/>
              <a:defRPr sz="2000">
                <a:latin typeface="IBM Plex Sans Medium"/>
                <a:ea typeface="IBM Plex Sans Medium"/>
                <a:cs typeface="IBM Plex Sans Medium"/>
                <a:sym typeface="IBM Plex Sans Medium"/>
              </a:defRPr>
            </a:lvl8pPr>
            <a:lvl9pPr lvl="8" algn="ctr" rtl="0">
              <a:lnSpc>
                <a:spcPct val="100000"/>
              </a:lnSpc>
              <a:spcBef>
                <a:spcPts val="0"/>
              </a:spcBef>
              <a:spcAft>
                <a:spcPts val="0"/>
              </a:spcAft>
              <a:buSzPts val="2000"/>
              <a:buFont typeface="IBM Plex Sans Medium"/>
              <a:buNone/>
              <a:defRPr sz="2000">
                <a:latin typeface="IBM Plex Sans Medium"/>
                <a:ea typeface="IBM Plex Sans Medium"/>
                <a:cs typeface="IBM Plex Sans Medium"/>
                <a:sym typeface="IBM Plex Sans Medium"/>
              </a:defRPr>
            </a:lvl9pPr>
          </a:lstStyle>
          <a:p>
            <a:endParaRPr/>
          </a:p>
        </p:txBody>
      </p:sp>
      <p:sp>
        <p:nvSpPr>
          <p:cNvPr id="524" name="Google Shape;524;p58"/>
          <p:cNvSpPr txBox="1">
            <a:spLocks noGrp="1"/>
          </p:cNvSpPr>
          <p:nvPr>
            <p:ph type="subTitle" idx="16"/>
          </p:nvPr>
        </p:nvSpPr>
        <p:spPr>
          <a:xfrm>
            <a:off x="2736100" y="3430650"/>
            <a:ext cx="1582500" cy="411000"/>
          </a:xfrm>
          <a:prstGeom prst="rect">
            <a:avLst/>
          </a:prstGeom>
        </p:spPr>
        <p:txBody>
          <a:bodyPr spcFirstLastPara="1" wrap="square" lIns="0" tIns="0" rIns="0" bIns="0" anchor="ctr" anchorCtr="0">
            <a:normAutofit/>
          </a:bodyPr>
          <a:lstStyle>
            <a:lvl1pPr lvl="0" algn="ctr" rtl="0">
              <a:lnSpc>
                <a:spcPct val="100000"/>
              </a:lnSpc>
              <a:spcBef>
                <a:spcPts val="0"/>
              </a:spcBef>
              <a:spcAft>
                <a:spcPts val="0"/>
              </a:spcAft>
              <a:buClr>
                <a:schemeClr val="dk1"/>
              </a:buClr>
              <a:buSzPts val="1000"/>
              <a:buNone/>
              <a:defRPr sz="1000" b="1"/>
            </a:lvl1pPr>
            <a:lvl2pPr lvl="1" algn="ctr" rtl="0">
              <a:lnSpc>
                <a:spcPct val="100000"/>
              </a:lnSpc>
              <a:spcBef>
                <a:spcPts val="0"/>
              </a:spcBef>
              <a:spcAft>
                <a:spcPts val="0"/>
              </a:spcAft>
              <a:buSzPts val="2000"/>
              <a:buFont typeface="IBM Plex Sans Medium"/>
              <a:buNone/>
              <a:defRPr sz="2000">
                <a:latin typeface="IBM Plex Sans Medium"/>
                <a:ea typeface="IBM Plex Sans Medium"/>
                <a:cs typeface="IBM Plex Sans Medium"/>
                <a:sym typeface="IBM Plex Sans Medium"/>
              </a:defRPr>
            </a:lvl2pPr>
            <a:lvl3pPr lvl="2" algn="ctr" rtl="0">
              <a:lnSpc>
                <a:spcPct val="100000"/>
              </a:lnSpc>
              <a:spcBef>
                <a:spcPts val="0"/>
              </a:spcBef>
              <a:spcAft>
                <a:spcPts val="0"/>
              </a:spcAft>
              <a:buSzPts val="2000"/>
              <a:buFont typeface="IBM Plex Sans Medium"/>
              <a:buNone/>
              <a:defRPr sz="2000">
                <a:latin typeface="IBM Plex Sans Medium"/>
                <a:ea typeface="IBM Plex Sans Medium"/>
                <a:cs typeface="IBM Plex Sans Medium"/>
                <a:sym typeface="IBM Plex Sans Medium"/>
              </a:defRPr>
            </a:lvl3pPr>
            <a:lvl4pPr lvl="3" algn="ctr" rtl="0">
              <a:lnSpc>
                <a:spcPct val="100000"/>
              </a:lnSpc>
              <a:spcBef>
                <a:spcPts val="0"/>
              </a:spcBef>
              <a:spcAft>
                <a:spcPts val="0"/>
              </a:spcAft>
              <a:buSzPts val="2000"/>
              <a:buFont typeface="IBM Plex Sans Medium"/>
              <a:buNone/>
              <a:defRPr sz="2000">
                <a:latin typeface="IBM Plex Sans Medium"/>
                <a:ea typeface="IBM Plex Sans Medium"/>
                <a:cs typeface="IBM Plex Sans Medium"/>
                <a:sym typeface="IBM Plex Sans Medium"/>
              </a:defRPr>
            </a:lvl4pPr>
            <a:lvl5pPr lvl="4" algn="ctr" rtl="0">
              <a:lnSpc>
                <a:spcPct val="100000"/>
              </a:lnSpc>
              <a:spcBef>
                <a:spcPts val="0"/>
              </a:spcBef>
              <a:spcAft>
                <a:spcPts val="0"/>
              </a:spcAft>
              <a:buSzPts val="2000"/>
              <a:buFont typeface="IBM Plex Sans Medium"/>
              <a:buNone/>
              <a:defRPr sz="2000">
                <a:latin typeface="IBM Plex Sans Medium"/>
                <a:ea typeface="IBM Plex Sans Medium"/>
                <a:cs typeface="IBM Plex Sans Medium"/>
                <a:sym typeface="IBM Plex Sans Medium"/>
              </a:defRPr>
            </a:lvl5pPr>
            <a:lvl6pPr lvl="5" algn="ctr" rtl="0">
              <a:lnSpc>
                <a:spcPct val="100000"/>
              </a:lnSpc>
              <a:spcBef>
                <a:spcPts val="0"/>
              </a:spcBef>
              <a:spcAft>
                <a:spcPts val="0"/>
              </a:spcAft>
              <a:buSzPts val="2000"/>
              <a:buFont typeface="IBM Plex Sans Medium"/>
              <a:buNone/>
              <a:defRPr sz="2000">
                <a:latin typeface="IBM Plex Sans Medium"/>
                <a:ea typeface="IBM Plex Sans Medium"/>
                <a:cs typeface="IBM Plex Sans Medium"/>
                <a:sym typeface="IBM Plex Sans Medium"/>
              </a:defRPr>
            </a:lvl6pPr>
            <a:lvl7pPr lvl="6" algn="ctr" rtl="0">
              <a:lnSpc>
                <a:spcPct val="100000"/>
              </a:lnSpc>
              <a:spcBef>
                <a:spcPts val="0"/>
              </a:spcBef>
              <a:spcAft>
                <a:spcPts val="0"/>
              </a:spcAft>
              <a:buSzPts val="2000"/>
              <a:buFont typeface="IBM Plex Sans Medium"/>
              <a:buNone/>
              <a:defRPr sz="2000">
                <a:latin typeface="IBM Plex Sans Medium"/>
                <a:ea typeface="IBM Plex Sans Medium"/>
                <a:cs typeface="IBM Plex Sans Medium"/>
                <a:sym typeface="IBM Plex Sans Medium"/>
              </a:defRPr>
            </a:lvl7pPr>
            <a:lvl8pPr lvl="7" algn="ctr" rtl="0">
              <a:lnSpc>
                <a:spcPct val="100000"/>
              </a:lnSpc>
              <a:spcBef>
                <a:spcPts val="0"/>
              </a:spcBef>
              <a:spcAft>
                <a:spcPts val="0"/>
              </a:spcAft>
              <a:buSzPts val="2000"/>
              <a:buFont typeface="IBM Plex Sans Medium"/>
              <a:buNone/>
              <a:defRPr sz="2000">
                <a:latin typeface="IBM Plex Sans Medium"/>
                <a:ea typeface="IBM Plex Sans Medium"/>
                <a:cs typeface="IBM Plex Sans Medium"/>
                <a:sym typeface="IBM Plex Sans Medium"/>
              </a:defRPr>
            </a:lvl8pPr>
            <a:lvl9pPr lvl="8" algn="ctr" rtl="0">
              <a:lnSpc>
                <a:spcPct val="100000"/>
              </a:lnSpc>
              <a:spcBef>
                <a:spcPts val="0"/>
              </a:spcBef>
              <a:spcAft>
                <a:spcPts val="0"/>
              </a:spcAft>
              <a:buSzPts val="2000"/>
              <a:buFont typeface="IBM Plex Sans Medium"/>
              <a:buNone/>
              <a:defRPr sz="2000">
                <a:latin typeface="IBM Plex Sans Medium"/>
                <a:ea typeface="IBM Plex Sans Medium"/>
                <a:cs typeface="IBM Plex Sans Medium"/>
                <a:sym typeface="IBM Plex Sans Medium"/>
              </a:defRPr>
            </a:lvl9pPr>
          </a:lstStyle>
          <a:p>
            <a:endParaRPr/>
          </a:p>
        </p:txBody>
      </p:sp>
      <p:sp>
        <p:nvSpPr>
          <p:cNvPr id="525" name="Google Shape;525;p58"/>
          <p:cNvSpPr txBox="1">
            <a:spLocks noGrp="1"/>
          </p:cNvSpPr>
          <p:nvPr>
            <p:ph type="subTitle" idx="17"/>
          </p:nvPr>
        </p:nvSpPr>
        <p:spPr>
          <a:xfrm>
            <a:off x="2736100" y="4018575"/>
            <a:ext cx="1582500" cy="411000"/>
          </a:xfrm>
          <a:prstGeom prst="rect">
            <a:avLst/>
          </a:prstGeom>
        </p:spPr>
        <p:txBody>
          <a:bodyPr spcFirstLastPara="1" wrap="square" lIns="0" tIns="0" rIns="0" bIns="0" anchor="ctr" anchorCtr="0">
            <a:normAutofit/>
          </a:bodyPr>
          <a:lstStyle>
            <a:lvl1pPr lvl="0" algn="ctr" rtl="0">
              <a:lnSpc>
                <a:spcPct val="100000"/>
              </a:lnSpc>
              <a:spcBef>
                <a:spcPts val="0"/>
              </a:spcBef>
              <a:spcAft>
                <a:spcPts val="0"/>
              </a:spcAft>
              <a:buClr>
                <a:schemeClr val="dk1"/>
              </a:buClr>
              <a:buSzPts val="1000"/>
              <a:buNone/>
              <a:defRPr sz="1000" b="1"/>
            </a:lvl1pPr>
            <a:lvl2pPr lvl="1" algn="ctr" rtl="0">
              <a:lnSpc>
                <a:spcPct val="100000"/>
              </a:lnSpc>
              <a:spcBef>
                <a:spcPts val="0"/>
              </a:spcBef>
              <a:spcAft>
                <a:spcPts val="0"/>
              </a:spcAft>
              <a:buSzPts val="2000"/>
              <a:buFont typeface="IBM Plex Sans Medium"/>
              <a:buNone/>
              <a:defRPr sz="2000">
                <a:latin typeface="IBM Plex Sans Medium"/>
                <a:ea typeface="IBM Plex Sans Medium"/>
                <a:cs typeface="IBM Plex Sans Medium"/>
                <a:sym typeface="IBM Plex Sans Medium"/>
              </a:defRPr>
            </a:lvl2pPr>
            <a:lvl3pPr lvl="2" algn="ctr" rtl="0">
              <a:lnSpc>
                <a:spcPct val="100000"/>
              </a:lnSpc>
              <a:spcBef>
                <a:spcPts val="0"/>
              </a:spcBef>
              <a:spcAft>
                <a:spcPts val="0"/>
              </a:spcAft>
              <a:buSzPts val="2000"/>
              <a:buFont typeface="IBM Plex Sans Medium"/>
              <a:buNone/>
              <a:defRPr sz="2000">
                <a:latin typeface="IBM Plex Sans Medium"/>
                <a:ea typeface="IBM Plex Sans Medium"/>
                <a:cs typeface="IBM Plex Sans Medium"/>
                <a:sym typeface="IBM Plex Sans Medium"/>
              </a:defRPr>
            </a:lvl3pPr>
            <a:lvl4pPr lvl="3" algn="ctr" rtl="0">
              <a:lnSpc>
                <a:spcPct val="100000"/>
              </a:lnSpc>
              <a:spcBef>
                <a:spcPts val="0"/>
              </a:spcBef>
              <a:spcAft>
                <a:spcPts val="0"/>
              </a:spcAft>
              <a:buSzPts val="2000"/>
              <a:buFont typeface="IBM Plex Sans Medium"/>
              <a:buNone/>
              <a:defRPr sz="2000">
                <a:latin typeface="IBM Plex Sans Medium"/>
                <a:ea typeface="IBM Plex Sans Medium"/>
                <a:cs typeface="IBM Plex Sans Medium"/>
                <a:sym typeface="IBM Plex Sans Medium"/>
              </a:defRPr>
            </a:lvl4pPr>
            <a:lvl5pPr lvl="4" algn="ctr" rtl="0">
              <a:lnSpc>
                <a:spcPct val="100000"/>
              </a:lnSpc>
              <a:spcBef>
                <a:spcPts val="0"/>
              </a:spcBef>
              <a:spcAft>
                <a:spcPts val="0"/>
              </a:spcAft>
              <a:buSzPts val="2000"/>
              <a:buFont typeface="IBM Plex Sans Medium"/>
              <a:buNone/>
              <a:defRPr sz="2000">
                <a:latin typeface="IBM Plex Sans Medium"/>
                <a:ea typeface="IBM Plex Sans Medium"/>
                <a:cs typeface="IBM Plex Sans Medium"/>
                <a:sym typeface="IBM Plex Sans Medium"/>
              </a:defRPr>
            </a:lvl5pPr>
            <a:lvl6pPr lvl="5" algn="ctr" rtl="0">
              <a:lnSpc>
                <a:spcPct val="100000"/>
              </a:lnSpc>
              <a:spcBef>
                <a:spcPts val="0"/>
              </a:spcBef>
              <a:spcAft>
                <a:spcPts val="0"/>
              </a:spcAft>
              <a:buSzPts val="2000"/>
              <a:buFont typeface="IBM Plex Sans Medium"/>
              <a:buNone/>
              <a:defRPr sz="2000">
                <a:latin typeface="IBM Plex Sans Medium"/>
                <a:ea typeface="IBM Plex Sans Medium"/>
                <a:cs typeface="IBM Plex Sans Medium"/>
                <a:sym typeface="IBM Plex Sans Medium"/>
              </a:defRPr>
            </a:lvl6pPr>
            <a:lvl7pPr lvl="6" algn="ctr" rtl="0">
              <a:lnSpc>
                <a:spcPct val="100000"/>
              </a:lnSpc>
              <a:spcBef>
                <a:spcPts val="0"/>
              </a:spcBef>
              <a:spcAft>
                <a:spcPts val="0"/>
              </a:spcAft>
              <a:buSzPts val="2000"/>
              <a:buFont typeface="IBM Plex Sans Medium"/>
              <a:buNone/>
              <a:defRPr sz="2000">
                <a:latin typeface="IBM Plex Sans Medium"/>
                <a:ea typeface="IBM Plex Sans Medium"/>
                <a:cs typeface="IBM Plex Sans Medium"/>
                <a:sym typeface="IBM Plex Sans Medium"/>
              </a:defRPr>
            </a:lvl7pPr>
            <a:lvl8pPr lvl="7" algn="ctr" rtl="0">
              <a:lnSpc>
                <a:spcPct val="100000"/>
              </a:lnSpc>
              <a:spcBef>
                <a:spcPts val="0"/>
              </a:spcBef>
              <a:spcAft>
                <a:spcPts val="0"/>
              </a:spcAft>
              <a:buSzPts val="2000"/>
              <a:buFont typeface="IBM Plex Sans Medium"/>
              <a:buNone/>
              <a:defRPr sz="2000">
                <a:latin typeface="IBM Plex Sans Medium"/>
                <a:ea typeface="IBM Plex Sans Medium"/>
                <a:cs typeface="IBM Plex Sans Medium"/>
                <a:sym typeface="IBM Plex Sans Medium"/>
              </a:defRPr>
            </a:lvl8pPr>
            <a:lvl9pPr lvl="8" algn="ctr" rtl="0">
              <a:lnSpc>
                <a:spcPct val="100000"/>
              </a:lnSpc>
              <a:spcBef>
                <a:spcPts val="0"/>
              </a:spcBef>
              <a:spcAft>
                <a:spcPts val="0"/>
              </a:spcAft>
              <a:buSzPts val="2000"/>
              <a:buFont typeface="IBM Plex Sans Medium"/>
              <a:buNone/>
              <a:defRPr sz="2000">
                <a:latin typeface="IBM Plex Sans Medium"/>
                <a:ea typeface="IBM Plex Sans Medium"/>
                <a:cs typeface="IBM Plex Sans Medium"/>
                <a:sym typeface="IBM Plex Sans Medium"/>
              </a:defRPr>
            </a:lvl9pPr>
          </a:lstStyle>
          <a:p>
            <a:endParaRPr/>
          </a:p>
        </p:txBody>
      </p:sp>
      <p:sp>
        <p:nvSpPr>
          <p:cNvPr id="526" name="Google Shape;526;p58"/>
          <p:cNvSpPr txBox="1">
            <a:spLocks noGrp="1"/>
          </p:cNvSpPr>
          <p:nvPr>
            <p:ph type="subTitle" idx="18"/>
          </p:nvPr>
        </p:nvSpPr>
        <p:spPr>
          <a:xfrm>
            <a:off x="4819500" y="1666875"/>
            <a:ext cx="1582500" cy="411000"/>
          </a:xfrm>
          <a:prstGeom prst="rect">
            <a:avLst/>
          </a:prstGeom>
        </p:spPr>
        <p:txBody>
          <a:bodyPr spcFirstLastPara="1" wrap="square" lIns="0" tIns="0" rIns="0" bIns="0" anchor="ctr" anchorCtr="0">
            <a:normAutofit/>
          </a:bodyPr>
          <a:lstStyle>
            <a:lvl1pPr lvl="0" algn="ctr" rtl="0">
              <a:lnSpc>
                <a:spcPct val="100000"/>
              </a:lnSpc>
              <a:spcBef>
                <a:spcPts val="0"/>
              </a:spcBef>
              <a:spcAft>
                <a:spcPts val="0"/>
              </a:spcAft>
              <a:buClr>
                <a:schemeClr val="dk1"/>
              </a:buClr>
              <a:buSzPts val="1000"/>
              <a:buNone/>
              <a:defRPr sz="1000" b="1"/>
            </a:lvl1pPr>
            <a:lvl2pPr lvl="1" algn="ctr" rtl="0">
              <a:lnSpc>
                <a:spcPct val="100000"/>
              </a:lnSpc>
              <a:spcBef>
                <a:spcPts val="0"/>
              </a:spcBef>
              <a:spcAft>
                <a:spcPts val="0"/>
              </a:spcAft>
              <a:buSzPts val="2000"/>
              <a:buFont typeface="IBM Plex Sans Medium"/>
              <a:buNone/>
              <a:defRPr sz="2000">
                <a:latin typeface="IBM Plex Sans Medium"/>
                <a:ea typeface="IBM Plex Sans Medium"/>
                <a:cs typeface="IBM Plex Sans Medium"/>
                <a:sym typeface="IBM Plex Sans Medium"/>
              </a:defRPr>
            </a:lvl2pPr>
            <a:lvl3pPr lvl="2" algn="ctr" rtl="0">
              <a:lnSpc>
                <a:spcPct val="100000"/>
              </a:lnSpc>
              <a:spcBef>
                <a:spcPts val="0"/>
              </a:spcBef>
              <a:spcAft>
                <a:spcPts val="0"/>
              </a:spcAft>
              <a:buSzPts val="2000"/>
              <a:buFont typeface="IBM Plex Sans Medium"/>
              <a:buNone/>
              <a:defRPr sz="2000">
                <a:latin typeface="IBM Plex Sans Medium"/>
                <a:ea typeface="IBM Plex Sans Medium"/>
                <a:cs typeface="IBM Plex Sans Medium"/>
                <a:sym typeface="IBM Plex Sans Medium"/>
              </a:defRPr>
            </a:lvl3pPr>
            <a:lvl4pPr lvl="3" algn="ctr" rtl="0">
              <a:lnSpc>
                <a:spcPct val="100000"/>
              </a:lnSpc>
              <a:spcBef>
                <a:spcPts val="0"/>
              </a:spcBef>
              <a:spcAft>
                <a:spcPts val="0"/>
              </a:spcAft>
              <a:buSzPts val="2000"/>
              <a:buFont typeface="IBM Plex Sans Medium"/>
              <a:buNone/>
              <a:defRPr sz="2000">
                <a:latin typeface="IBM Plex Sans Medium"/>
                <a:ea typeface="IBM Plex Sans Medium"/>
                <a:cs typeface="IBM Plex Sans Medium"/>
                <a:sym typeface="IBM Plex Sans Medium"/>
              </a:defRPr>
            </a:lvl4pPr>
            <a:lvl5pPr lvl="4" algn="ctr" rtl="0">
              <a:lnSpc>
                <a:spcPct val="100000"/>
              </a:lnSpc>
              <a:spcBef>
                <a:spcPts val="0"/>
              </a:spcBef>
              <a:spcAft>
                <a:spcPts val="0"/>
              </a:spcAft>
              <a:buSzPts val="2000"/>
              <a:buFont typeface="IBM Plex Sans Medium"/>
              <a:buNone/>
              <a:defRPr sz="2000">
                <a:latin typeface="IBM Plex Sans Medium"/>
                <a:ea typeface="IBM Plex Sans Medium"/>
                <a:cs typeface="IBM Plex Sans Medium"/>
                <a:sym typeface="IBM Plex Sans Medium"/>
              </a:defRPr>
            </a:lvl5pPr>
            <a:lvl6pPr lvl="5" algn="ctr" rtl="0">
              <a:lnSpc>
                <a:spcPct val="100000"/>
              </a:lnSpc>
              <a:spcBef>
                <a:spcPts val="0"/>
              </a:spcBef>
              <a:spcAft>
                <a:spcPts val="0"/>
              </a:spcAft>
              <a:buSzPts val="2000"/>
              <a:buFont typeface="IBM Plex Sans Medium"/>
              <a:buNone/>
              <a:defRPr sz="2000">
                <a:latin typeface="IBM Plex Sans Medium"/>
                <a:ea typeface="IBM Plex Sans Medium"/>
                <a:cs typeface="IBM Plex Sans Medium"/>
                <a:sym typeface="IBM Plex Sans Medium"/>
              </a:defRPr>
            </a:lvl6pPr>
            <a:lvl7pPr lvl="6" algn="ctr" rtl="0">
              <a:lnSpc>
                <a:spcPct val="100000"/>
              </a:lnSpc>
              <a:spcBef>
                <a:spcPts val="0"/>
              </a:spcBef>
              <a:spcAft>
                <a:spcPts val="0"/>
              </a:spcAft>
              <a:buSzPts val="2000"/>
              <a:buFont typeface="IBM Plex Sans Medium"/>
              <a:buNone/>
              <a:defRPr sz="2000">
                <a:latin typeface="IBM Plex Sans Medium"/>
                <a:ea typeface="IBM Plex Sans Medium"/>
                <a:cs typeface="IBM Plex Sans Medium"/>
                <a:sym typeface="IBM Plex Sans Medium"/>
              </a:defRPr>
            </a:lvl7pPr>
            <a:lvl8pPr lvl="7" algn="ctr" rtl="0">
              <a:lnSpc>
                <a:spcPct val="100000"/>
              </a:lnSpc>
              <a:spcBef>
                <a:spcPts val="0"/>
              </a:spcBef>
              <a:spcAft>
                <a:spcPts val="0"/>
              </a:spcAft>
              <a:buSzPts val="2000"/>
              <a:buFont typeface="IBM Plex Sans Medium"/>
              <a:buNone/>
              <a:defRPr sz="2000">
                <a:latin typeface="IBM Plex Sans Medium"/>
                <a:ea typeface="IBM Plex Sans Medium"/>
                <a:cs typeface="IBM Plex Sans Medium"/>
                <a:sym typeface="IBM Plex Sans Medium"/>
              </a:defRPr>
            </a:lvl8pPr>
            <a:lvl9pPr lvl="8" algn="ctr" rtl="0">
              <a:lnSpc>
                <a:spcPct val="100000"/>
              </a:lnSpc>
              <a:spcBef>
                <a:spcPts val="0"/>
              </a:spcBef>
              <a:spcAft>
                <a:spcPts val="0"/>
              </a:spcAft>
              <a:buSzPts val="2000"/>
              <a:buFont typeface="IBM Plex Sans Medium"/>
              <a:buNone/>
              <a:defRPr sz="2000">
                <a:latin typeface="IBM Plex Sans Medium"/>
                <a:ea typeface="IBM Plex Sans Medium"/>
                <a:cs typeface="IBM Plex Sans Medium"/>
                <a:sym typeface="IBM Plex Sans Medium"/>
              </a:defRPr>
            </a:lvl9pPr>
          </a:lstStyle>
          <a:p>
            <a:endParaRPr/>
          </a:p>
        </p:txBody>
      </p:sp>
      <p:sp>
        <p:nvSpPr>
          <p:cNvPr id="527" name="Google Shape;527;p58"/>
          <p:cNvSpPr txBox="1">
            <a:spLocks noGrp="1"/>
          </p:cNvSpPr>
          <p:nvPr>
            <p:ph type="subTitle" idx="19"/>
          </p:nvPr>
        </p:nvSpPr>
        <p:spPr>
          <a:xfrm>
            <a:off x="4819500" y="2254800"/>
            <a:ext cx="1582500" cy="411000"/>
          </a:xfrm>
          <a:prstGeom prst="rect">
            <a:avLst/>
          </a:prstGeom>
        </p:spPr>
        <p:txBody>
          <a:bodyPr spcFirstLastPara="1" wrap="square" lIns="0" tIns="0" rIns="0" bIns="0" anchor="ctr" anchorCtr="0">
            <a:normAutofit/>
          </a:bodyPr>
          <a:lstStyle>
            <a:lvl1pPr lvl="0" algn="ctr" rtl="0">
              <a:lnSpc>
                <a:spcPct val="100000"/>
              </a:lnSpc>
              <a:spcBef>
                <a:spcPts val="0"/>
              </a:spcBef>
              <a:spcAft>
                <a:spcPts val="0"/>
              </a:spcAft>
              <a:buClr>
                <a:schemeClr val="dk1"/>
              </a:buClr>
              <a:buSzPts val="1000"/>
              <a:buNone/>
              <a:defRPr sz="1000" b="1"/>
            </a:lvl1pPr>
            <a:lvl2pPr lvl="1" algn="ctr" rtl="0">
              <a:lnSpc>
                <a:spcPct val="100000"/>
              </a:lnSpc>
              <a:spcBef>
                <a:spcPts val="0"/>
              </a:spcBef>
              <a:spcAft>
                <a:spcPts val="0"/>
              </a:spcAft>
              <a:buSzPts val="2000"/>
              <a:buFont typeface="IBM Plex Sans Medium"/>
              <a:buNone/>
              <a:defRPr sz="2000">
                <a:latin typeface="IBM Plex Sans Medium"/>
                <a:ea typeface="IBM Plex Sans Medium"/>
                <a:cs typeface="IBM Plex Sans Medium"/>
                <a:sym typeface="IBM Plex Sans Medium"/>
              </a:defRPr>
            </a:lvl2pPr>
            <a:lvl3pPr lvl="2" algn="ctr" rtl="0">
              <a:lnSpc>
                <a:spcPct val="100000"/>
              </a:lnSpc>
              <a:spcBef>
                <a:spcPts val="0"/>
              </a:spcBef>
              <a:spcAft>
                <a:spcPts val="0"/>
              </a:spcAft>
              <a:buSzPts val="2000"/>
              <a:buFont typeface="IBM Plex Sans Medium"/>
              <a:buNone/>
              <a:defRPr sz="2000">
                <a:latin typeface="IBM Plex Sans Medium"/>
                <a:ea typeface="IBM Plex Sans Medium"/>
                <a:cs typeface="IBM Plex Sans Medium"/>
                <a:sym typeface="IBM Plex Sans Medium"/>
              </a:defRPr>
            </a:lvl3pPr>
            <a:lvl4pPr lvl="3" algn="ctr" rtl="0">
              <a:lnSpc>
                <a:spcPct val="100000"/>
              </a:lnSpc>
              <a:spcBef>
                <a:spcPts val="0"/>
              </a:spcBef>
              <a:spcAft>
                <a:spcPts val="0"/>
              </a:spcAft>
              <a:buSzPts val="2000"/>
              <a:buFont typeface="IBM Plex Sans Medium"/>
              <a:buNone/>
              <a:defRPr sz="2000">
                <a:latin typeface="IBM Plex Sans Medium"/>
                <a:ea typeface="IBM Plex Sans Medium"/>
                <a:cs typeface="IBM Plex Sans Medium"/>
                <a:sym typeface="IBM Plex Sans Medium"/>
              </a:defRPr>
            </a:lvl4pPr>
            <a:lvl5pPr lvl="4" algn="ctr" rtl="0">
              <a:lnSpc>
                <a:spcPct val="100000"/>
              </a:lnSpc>
              <a:spcBef>
                <a:spcPts val="0"/>
              </a:spcBef>
              <a:spcAft>
                <a:spcPts val="0"/>
              </a:spcAft>
              <a:buSzPts val="2000"/>
              <a:buFont typeface="IBM Plex Sans Medium"/>
              <a:buNone/>
              <a:defRPr sz="2000">
                <a:latin typeface="IBM Plex Sans Medium"/>
                <a:ea typeface="IBM Plex Sans Medium"/>
                <a:cs typeface="IBM Plex Sans Medium"/>
                <a:sym typeface="IBM Plex Sans Medium"/>
              </a:defRPr>
            </a:lvl5pPr>
            <a:lvl6pPr lvl="5" algn="ctr" rtl="0">
              <a:lnSpc>
                <a:spcPct val="100000"/>
              </a:lnSpc>
              <a:spcBef>
                <a:spcPts val="0"/>
              </a:spcBef>
              <a:spcAft>
                <a:spcPts val="0"/>
              </a:spcAft>
              <a:buSzPts val="2000"/>
              <a:buFont typeface="IBM Plex Sans Medium"/>
              <a:buNone/>
              <a:defRPr sz="2000">
                <a:latin typeface="IBM Plex Sans Medium"/>
                <a:ea typeface="IBM Plex Sans Medium"/>
                <a:cs typeface="IBM Plex Sans Medium"/>
                <a:sym typeface="IBM Plex Sans Medium"/>
              </a:defRPr>
            </a:lvl6pPr>
            <a:lvl7pPr lvl="6" algn="ctr" rtl="0">
              <a:lnSpc>
                <a:spcPct val="100000"/>
              </a:lnSpc>
              <a:spcBef>
                <a:spcPts val="0"/>
              </a:spcBef>
              <a:spcAft>
                <a:spcPts val="0"/>
              </a:spcAft>
              <a:buSzPts val="2000"/>
              <a:buFont typeface="IBM Plex Sans Medium"/>
              <a:buNone/>
              <a:defRPr sz="2000">
                <a:latin typeface="IBM Plex Sans Medium"/>
                <a:ea typeface="IBM Plex Sans Medium"/>
                <a:cs typeface="IBM Plex Sans Medium"/>
                <a:sym typeface="IBM Plex Sans Medium"/>
              </a:defRPr>
            </a:lvl7pPr>
            <a:lvl8pPr lvl="7" algn="ctr" rtl="0">
              <a:lnSpc>
                <a:spcPct val="100000"/>
              </a:lnSpc>
              <a:spcBef>
                <a:spcPts val="0"/>
              </a:spcBef>
              <a:spcAft>
                <a:spcPts val="0"/>
              </a:spcAft>
              <a:buSzPts val="2000"/>
              <a:buFont typeface="IBM Plex Sans Medium"/>
              <a:buNone/>
              <a:defRPr sz="2000">
                <a:latin typeface="IBM Plex Sans Medium"/>
                <a:ea typeface="IBM Plex Sans Medium"/>
                <a:cs typeface="IBM Plex Sans Medium"/>
                <a:sym typeface="IBM Plex Sans Medium"/>
              </a:defRPr>
            </a:lvl8pPr>
            <a:lvl9pPr lvl="8" algn="ctr" rtl="0">
              <a:lnSpc>
                <a:spcPct val="100000"/>
              </a:lnSpc>
              <a:spcBef>
                <a:spcPts val="0"/>
              </a:spcBef>
              <a:spcAft>
                <a:spcPts val="0"/>
              </a:spcAft>
              <a:buSzPts val="2000"/>
              <a:buFont typeface="IBM Plex Sans Medium"/>
              <a:buNone/>
              <a:defRPr sz="2000">
                <a:latin typeface="IBM Plex Sans Medium"/>
                <a:ea typeface="IBM Plex Sans Medium"/>
                <a:cs typeface="IBM Plex Sans Medium"/>
                <a:sym typeface="IBM Plex Sans Medium"/>
              </a:defRPr>
            </a:lvl9pPr>
          </a:lstStyle>
          <a:p>
            <a:endParaRPr/>
          </a:p>
        </p:txBody>
      </p:sp>
      <p:sp>
        <p:nvSpPr>
          <p:cNvPr id="528" name="Google Shape;528;p58"/>
          <p:cNvSpPr txBox="1">
            <a:spLocks noGrp="1"/>
          </p:cNvSpPr>
          <p:nvPr>
            <p:ph type="subTitle" idx="20"/>
          </p:nvPr>
        </p:nvSpPr>
        <p:spPr>
          <a:xfrm>
            <a:off x="4819500" y="2842725"/>
            <a:ext cx="1582500" cy="411000"/>
          </a:xfrm>
          <a:prstGeom prst="rect">
            <a:avLst/>
          </a:prstGeom>
        </p:spPr>
        <p:txBody>
          <a:bodyPr spcFirstLastPara="1" wrap="square" lIns="0" tIns="0" rIns="0" bIns="0" anchor="ctr" anchorCtr="0">
            <a:normAutofit/>
          </a:bodyPr>
          <a:lstStyle>
            <a:lvl1pPr lvl="0" algn="ctr" rtl="0">
              <a:lnSpc>
                <a:spcPct val="100000"/>
              </a:lnSpc>
              <a:spcBef>
                <a:spcPts val="0"/>
              </a:spcBef>
              <a:spcAft>
                <a:spcPts val="0"/>
              </a:spcAft>
              <a:buClr>
                <a:schemeClr val="dk1"/>
              </a:buClr>
              <a:buSzPts val="1000"/>
              <a:buNone/>
              <a:defRPr sz="1000" b="1"/>
            </a:lvl1pPr>
            <a:lvl2pPr lvl="1" algn="ctr" rtl="0">
              <a:lnSpc>
                <a:spcPct val="100000"/>
              </a:lnSpc>
              <a:spcBef>
                <a:spcPts val="0"/>
              </a:spcBef>
              <a:spcAft>
                <a:spcPts val="0"/>
              </a:spcAft>
              <a:buSzPts val="2000"/>
              <a:buFont typeface="IBM Plex Sans Medium"/>
              <a:buNone/>
              <a:defRPr sz="2000">
                <a:latin typeface="IBM Plex Sans Medium"/>
                <a:ea typeface="IBM Plex Sans Medium"/>
                <a:cs typeface="IBM Plex Sans Medium"/>
                <a:sym typeface="IBM Plex Sans Medium"/>
              </a:defRPr>
            </a:lvl2pPr>
            <a:lvl3pPr lvl="2" algn="ctr" rtl="0">
              <a:lnSpc>
                <a:spcPct val="100000"/>
              </a:lnSpc>
              <a:spcBef>
                <a:spcPts val="0"/>
              </a:spcBef>
              <a:spcAft>
                <a:spcPts val="0"/>
              </a:spcAft>
              <a:buSzPts val="2000"/>
              <a:buFont typeface="IBM Plex Sans Medium"/>
              <a:buNone/>
              <a:defRPr sz="2000">
                <a:latin typeface="IBM Plex Sans Medium"/>
                <a:ea typeface="IBM Plex Sans Medium"/>
                <a:cs typeface="IBM Plex Sans Medium"/>
                <a:sym typeface="IBM Plex Sans Medium"/>
              </a:defRPr>
            </a:lvl3pPr>
            <a:lvl4pPr lvl="3" algn="ctr" rtl="0">
              <a:lnSpc>
                <a:spcPct val="100000"/>
              </a:lnSpc>
              <a:spcBef>
                <a:spcPts val="0"/>
              </a:spcBef>
              <a:spcAft>
                <a:spcPts val="0"/>
              </a:spcAft>
              <a:buSzPts val="2000"/>
              <a:buFont typeface="IBM Plex Sans Medium"/>
              <a:buNone/>
              <a:defRPr sz="2000">
                <a:latin typeface="IBM Plex Sans Medium"/>
                <a:ea typeface="IBM Plex Sans Medium"/>
                <a:cs typeface="IBM Plex Sans Medium"/>
                <a:sym typeface="IBM Plex Sans Medium"/>
              </a:defRPr>
            </a:lvl4pPr>
            <a:lvl5pPr lvl="4" algn="ctr" rtl="0">
              <a:lnSpc>
                <a:spcPct val="100000"/>
              </a:lnSpc>
              <a:spcBef>
                <a:spcPts val="0"/>
              </a:spcBef>
              <a:spcAft>
                <a:spcPts val="0"/>
              </a:spcAft>
              <a:buSzPts val="2000"/>
              <a:buFont typeface="IBM Plex Sans Medium"/>
              <a:buNone/>
              <a:defRPr sz="2000">
                <a:latin typeface="IBM Plex Sans Medium"/>
                <a:ea typeface="IBM Plex Sans Medium"/>
                <a:cs typeface="IBM Plex Sans Medium"/>
                <a:sym typeface="IBM Plex Sans Medium"/>
              </a:defRPr>
            </a:lvl5pPr>
            <a:lvl6pPr lvl="5" algn="ctr" rtl="0">
              <a:lnSpc>
                <a:spcPct val="100000"/>
              </a:lnSpc>
              <a:spcBef>
                <a:spcPts val="0"/>
              </a:spcBef>
              <a:spcAft>
                <a:spcPts val="0"/>
              </a:spcAft>
              <a:buSzPts val="2000"/>
              <a:buFont typeface="IBM Plex Sans Medium"/>
              <a:buNone/>
              <a:defRPr sz="2000">
                <a:latin typeface="IBM Plex Sans Medium"/>
                <a:ea typeface="IBM Plex Sans Medium"/>
                <a:cs typeface="IBM Plex Sans Medium"/>
                <a:sym typeface="IBM Plex Sans Medium"/>
              </a:defRPr>
            </a:lvl6pPr>
            <a:lvl7pPr lvl="6" algn="ctr" rtl="0">
              <a:lnSpc>
                <a:spcPct val="100000"/>
              </a:lnSpc>
              <a:spcBef>
                <a:spcPts val="0"/>
              </a:spcBef>
              <a:spcAft>
                <a:spcPts val="0"/>
              </a:spcAft>
              <a:buSzPts val="2000"/>
              <a:buFont typeface="IBM Plex Sans Medium"/>
              <a:buNone/>
              <a:defRPr sz="2000">
                <a:latin typeface="IBM Plex Sans Medium"/>
                <a:ea typeface="IBM Plex Sans Medium"/>
                <a:cs typeface="IBM Plex Sans Medium"/>
                <a:sym typeface="IBM Plex Sans Medium"/>
              </a:defRPr>
            </a:lvl7pPr>
            <a:lvl8pPr lvl="7" algn="ctr" rtl="0">
              <a:lnSpc>
                <a:spcPct val="100000"/>
              </a:lnSpc>
              <a:spcBef>
                <a:spcPts val="0"/>
              </a:spcBef>
              <a:spcAft>
                <a:spcPts val="0"/>
              </a:spcAft>
              <a:buSzPts val="2000"/>
              <a:buFont typeface="IBM Plex Sans Medium"/>
              <a:buNone/>
              <a:defRPr sz="2000">
                <a:latin typeface="IBM Plex Sans Medium"/>
                <a:ea typeface="IBM Plex Sans Medium"/>
                <a:cs typeface="IBM Plex Sans Medium"/>
                <a:sym typeface="IBM Plex Sans Medium"/>
              </a:defRPr>
            </a:lvl8pPr>
            <a:lvl9pPr lvl="8" algn="ctr" rtl="0">
              <a:lnSpc>
                <a:spcPct val="100000"/>
              </a:lnSpc>
              <a:spcBef>
                <a:spcPts val="0"/>
              </a:spcBef>
              <a:spcAft>
                <a:spcPts val="0"/>
              </a:spcAft>
              <a:buSzPts val="2000"/>
              <a:buFont typeface="IBM Plex Sans Medium"/>
              <a:buNone/>
              <a:defRPr sz="2000">
                <a:latin typeface="IBM Plex Sans Medium"/>
                <a:ea typeface="IBM Plex Sans Medium"/>
                <a:cs typeface="IBM Plex Sans Medium"/>
                <a:sym typeface="IBM Plex Sans Medium"/>
              </a:defRPr>
            </a:lvl9pPr>
          </a:lstStyle>
          <a:p>
            <a:endParaRPr/>
          </a:p>
        </p:txBody>
      </p:sp>
      <p:sp>
        <p:nvSpPr>
          <p:cNvPr id="529" name="Google Shape;529;p58"/>
          <p:cNvSpPr txBox="1">
            <a:spLocks noGrp="1"/>
          </p:cNvSpPr>
          <p:nvPr>
            <p:ph type="subTitle" idx="21"/>
          </p:nvPr>
        </p:nvSpPr>
        <p:spPr>
          <a:xfrm>
            <a:off x="4819500" y="3430650"/>
            <a:ext cx="1582500" cy="411000"/>
          </a:xfrm>
          <a:prstGeom prst="rect">
            <a:avLst/>
          </a:prstGeom>
        </p:spPr>
        <p:txBody>
          <a:bodyPr spcFirstLastPara="1" wrap="square" lIns="0" tIns="0" rIns="0" bIns="0" anchor="ctr" anchorCtr="0">
            <a:normAutofit/>
          </a:bodyPr>
          <a:lstStyle>
            <a:lvl1pPr lvl="0" algn="ctr" rtl="0">
              <a:lnSpc>
                <a:spcPct val="100000"/>
              </a:lnSpc>
              <a:spcBef>
                <a:spcPts val="0"/>
              </a:spcBef>
              <a:spcAft>
                <a:spcPts val="0"/>
              </a:spcAft>
              <a:buClr>
                <a:schemeClr val="dk1"/>
              </a:buClr>
              <a:buSzPts val="1000"/>
              <a:buNone/>
              <a:defRPr sz="1000" b="1"/>
            </a:lvl1pPr>
            <a:lvl2pPr lvl="1" algn="ctr" rtl="0">
              <a:lnSpc>
                <a:spcPct val="100000"/>
              </a:lnSpc>
              <a:spcBef>
                <a:spcPts val="0"/>
              </a:spcBef>
              <a:spcAft>
                <a:spcPts val="0"/>
              </a:spcAft>
              <a:buSzPts val="2000"/>
              <a:buFont typeface="IBM Plex Sans Medium"/>
              <a:buNone/>
              <a:defRPr sz="2000">
                <a:latin typeface="IBM Plex Sans Medium"/>
                <a:ea typeface="IBM Plex Sans Medium"/>
                <a:cs typeface="IBM Plex Sans Medium"/>
                <a:sym typeface="IBM Plex Sans Medium"/>
              </a:defRPr>
            </a:lvl2pPr>
            <a:lvl3pPr lvl="2" algn="ctr" rtl="0">
              <a:lnSpc>
                <a:spcPct val="100000"/>
              </a:lnSpc>
              <a:spcBef>
                <a:spcPts val="0"/>
              </a:spcBef>
              <a:spcAft>
                <a:spcPts val="0"/>
              </a:spcAft>
              <a:buSzPts val="2000"/>
              <a:buFont typeface="IBM Plex Sans Medium"/>
              <a:buNone/>
              <a:defRPr sz="2000">
                <a:latin typeface="IBM Plex Sans Medium"/>
                <a:ea typeface="IBM Plex Sans Medium"/>
                <a:cs typeface="IBM Plex Sans Medium"/>
                <a:sym typeface="IBM Plex Sans Medium"/>
              </a:defRPr>
            </a:lvl3pPr>
            <a:lvl4pPr lvl="3" algn="ctr" rtl="0">
              <a:lnSpc>
                <a:spcPct val="100000"/>
              </a:lnSpc>
              <a:spcBef>
                <a:spcPts val="0"/>
              </a:spcBef>
              <a:spcAft>
                <a:spcPts val="0"/>
              </a:spcAft>
              <a:buSzPts val="2000"/>
              <a:buFont typeface="IBM Plex Sans Medium"/>
              <a:buNone/>
              <a:defRPr sz="2000">
                <a:latin typeface="IBM Plex Sans Medium"/>
                <a:ea typeface="IBM Plex Sans Medium"/>
                <a:cs typeface="IBM Plex Sans Medium"/>
                <a:sym typeface="IBM Plex Sans Medium"/>
              </a:defRPr>
            </a:lvl4pPr>
            <a:lvl5pPr lvl="4" algn="ctr" rtl="0">
              <a:lnSpc>
                <a:spcPct val="100000"/>
              </a:lnSpc>
              <a:spcBef>
                <a:spcPts val="0"/>
              </a:spcBef>
              <a:spcAft>
                <a:spcPts val="0"/>
              </a:spcAft>
              <a:buSzPts val="2000"/>
              <a:buFont typeface="IBM Plex Sans Medium"/>
              <a:buNone/>
              <a:defRPr sz="2000">
                <a:latin typeface="IBM Plex Sans Medium"/>
                <a:ea typeface="IBM Plex Sans Medium"/>
                <a:cs typeface="IBM Plex Sans Medium"/>
                <a:sym typeface="IBM Plex Sans Medium"/>
              </a:defRPr>
            </a:lvl5pPr>
            <a:lvl6pPr lvl="5" algn="ctr" rtl="0">
              <a:lnSpc>
                <a:spcPct val="100000"/>
              </a:lnSpc>
              <a:spcBef>
                <a:spcPts val="0"/>
              </a:spcBef>
              <a:spcAft>
                <a:spcPts val="0"/>
              </a:spcAft>
              <a:buSzPts val="2000"/>
              <a:buFont typeface="IBM Plex Sans Medium"/>
              <a:buNone/>
              <a:defRPr sz="2000">
                <a:latin typeface="IBM Plex Sans Medium"/>
                <a:ea typeface="IBM Plex Sans Medium"/>
                <a:cs typeface="IBM Plex Sans Medium"/>
                <a:sym typeface="IBM Plex Sans Medium"/>
              </a:defRPr>
            </a:lvl6pPr>
            <a:lvl7pPr lvl="6" algn="ctr" rtl="0">
              <a:lnSpc>
                <a:spcPct val="100000"/>
              </a:lnSpc>
              <a:spcBef>
                <a:spcPts val="0"/>
              </a:spcBef>
              <a:spcAft>
                <a:spcPts val="0"/>
              </a:spcAft>
              <a:buSzPts val="2000"/>
              <a:buFont typeface="IBM Plex Sans Medium"/>
              <a:buNone/>
              <a:defRPr sz="2000">
                <a:latin typeface="IBM Plex Sans Medium"/>
                <a:ea typeface="IBM Plex Sans Medium"/>
                <a:cs typeface="IBM Plex Sans Medium"/>
                <a:sym typeface="IBM Plex Sans Medium"/>
              </a:defRPr>
            </a:lvl7pPr>
            <a:lvl8pPr lvl="7" algn="ctr" rtl="0">
              <a:lnSpc>
                <a:spcPct val="100000"/>
              </a:lnSpc>
              <a:spcBef>
                <a:spcPts val="0"/>
              </a:spcBef>
              <a:spcAft>
                <a:spcPts val="0"/>
              </a:spcAft>
              <a:buSzPts val="2000"/>
              <a:buFont typeface="IBM Plex Sans Medium"/>
              <a:buNone/>
              <a:defRPr sz="2000">
                <a:latin typeface="IBM Plex Sans Medium"/>
                <a:ea typeface="IBM Plex Sans Medium"/>
                <a:cs typeface="IBM Plex Sans Medium"/>
                <a:sym typeface="IBM Plex Sans Medium"/>
              </a:defRPr>
            </a:lvl8pPr>
            <a:lvl9pPr lvl="8" algn="ctr" rtl="0">
              <a:lnSpc>
                <a:spcPct val="100000"/>
              </a:lnSpc>
              <a:spcBef>
                <a:spcPts val="0"/>
              </a:spcBef>
              <a:spcAft>
                <a:spcPts val="0"/>
              </a:spcAft>
              <a:buSzPts val="2000"/>
              <a:buFont typeface="IBM Plex Sans Medium"/>
              <a:buNone/>
              <a:defRPr sz="2000">
                <a:latin typeface="IBM Plex Sans Medium"/>
                <a:ea typeface="IBM Plex Sans Medium"/>
                <a:cs typeface="IBM Plex Sans Medium"/>
                <a:sym typeface="IBM Plex Sans Medium"/>
              </a:defRPr>
            </a:lvl9pPr>
          </a:lstStyle>
          <a:p>
            <a:endParaRPr/>
          </a:p>
        </p:txBody>
      </p:sp>
      <p:sp>
        <p:nvSpPr>
          <p:cNvPr id="530" name="Google Shape;530;p58"/>
          <p:cNvSpPr txBox="1">
            <a:spLocks noGrp="1"/>
          </p:cNvSpPr>
          <p:nvPr>
            <p:ph type="subTitle" idx="22"/>
          </p:nvPr>
        </p:nvSpPr>
        <p:spPr>
          <a:xfrm>
            <a:off x="4819500" y="4018575"/>
            <a:ext cx="1582500" cy="411000"/>
          </a:xfrm>
          <a:prstGeom prst="rect">
            <a:avLst/>
          </a:prstGeom>
        </p:spPr>
        <p:txBody>
          <a:bodyPr spcFirstLastPara="1" wrap="square" lIns="0" tIns="0" rIns="0" bIns="0" anchor="ctr" anchorCtr="0">
            <a:normAutofit/>
          </a:bodyPr>
          <a:lstStyle>
            <a:lvl1pPr lvl="0" algn="ctr" rtl="0">
              <a:lnSpc>
                <a:spcPct val="100000"/>
              </a:lnSpc>
              <a:spcBef>
                <a:spcPts val="0"/>
              </a:spcBef>
              <a:spcAft>
                <a:spcPts val="0"/>
              </a:spcAft>
              <a:buClr>
                <a:schemeClr val="dk1"/>
              </a:buClr>
              <a:buSzPts val="1000"/>
              <a:buNone/>
              <a:defRPr sz="1000" b="1"/>
            </a:lvl1pPr>
            <a:lvl2pPr lvl="1" algn="ctr" rtl="0">
              <a:lnSpc>
                <a:spcPct val="100000"/>
              </a:lnSpc>
              <a:spcBef>
                <a:spcPts val="0"/>
              </a:spcBef>
              <a:spcAft>
                <a:spcPts val="0"/>
              </a:spcAft>
              <a:buSzPts val="2000"/>
              <a:buFont typeface="IBM Plex Sans Medium"/>
              <a:buNone/>
              <a:defRPr sz="2000">
                <a:latin typeface="IBM Plex Sans Medium"/>
                <a:ea typeface="IBM Plex Sans Medium"/>
                <a:cs typeface="IBM Plex Sans Medium"/>
                <a:sym typeface="IBM Plex Sans Medium"/>
              </a:defRPr>
            </a:lvl2pPr>
            <a:lvl3pPr lvl="2" algn="ctr" rtl="0">
              <a:lnSpc>
                <a:spcPct val="100000"/>
              </a:lnSpc>
              <a:spcBef>
                <a:spcPts val="0"/>
              </a:spcBef>
              <a:spcAft>
                <a:spcPts val="0"/>
              </a:spcAft>
              <a:buSzPts val="2000"/>
              <a:buFont typeface="IBM Plex Sans Medium"/>
              <a:buNone/>
              <a:defRPr sz="2000">
                <a:latin typeface="IBM Plex Sans Medium"/>
                <a:ea typeface="IBM Plex Sans Medium"/>
                <a:cs typeface="IBM Plex Sans Medium"/>
                <a:sym typeface="IBM Plex Sans Medium"/>
              </a:defRPr>
            </a:lvl3pPr>
            <a:lvl4pPr lvl="3" algn="ctr" rtl="0">
              <a:lnSpc>
                <a:spcPct val="100000"/>
              </a:lnSpc>
              <a:spcBef>
                <a:spcPts val="0"/>
              </a:spcBef>
              <a:spcAft>
                <a:spcPts val="0"/>
              </a:spcAft>
              <a:buSzPts val="2000"/>
              <a:buFont typeface="IBM Plex Sans Medium"/>
              <a:buNone/>
              <a:defRPr sz="2000">
                <a:latin typeface="IBM Plex Sans Medium"/>
                <a:ea typeface="IBM Plex Sans Medium"/>
                <a:cs typeface="IBM Plex Sans Medium"/>
                <a:sym typeface="IBM Plex Sans Medium"/>
              </a:defRPr>
            </a:lvl4pPr>
            <a:lvl5pPr lvl="4" algn="ctr" rtl="0">
              <a:lnSpc>
                <a:spcPct val="100000"/>
              </a:lnSpc>
              <a:spcBef>
                <a:spcPts val="0"/>
              </a:spcBef>
              <a:spcAft>
                <a:spcPts val="0"/>
              </a:spcAft>
              <a:buSzPts val="2000"/>
              <a:buFont typeface="IBM Plex Sans Medium"/>
              <a:buNone/>
              <a:defRPr sz="2000">
                <a:latin typeface="IBM Plex Sans Medium"/>
                <a:ea typeface="IBM Plex Sans Medium"/>
                <a:cs typeface="IBM Plex Sans Medium"/>
                <a:sym typeface="IBM Plex Sans Medium"/>
              </a:defRPr>
            </a:lvl5pPr>
            <a:lvl6pPr lvl="5" algn="ctr" rtl="0">
              <a:lnSpc>
                <a:spcPct val="100000"/>
              </a:lnSpc>
              <a:spcBef>
                <a:spcPts val="0"/>
              </a:spcBef>
              <a:spcAft>
                <a:spcPts val="0"/>
              </a:spcAft>
              <a:buSzPts val="2000"/>
              <a:buFont typeface="IBM Plex Sans Medium"/>
              <a:buNone/>
              <a:defRPr sz="2000">
                <a:latin typeface="IBM Plex Sans Medium"/>
                <a:ea typeface="IBM Plex Sans Medium"/>
                <a:cs typeface="IBM Plex Sans Medium"/>
                <a:sym typeface="IBM Plex Sans Medium"/>
              </a:defRPr>
            </a:lvl6pPr>
            <a:lvl7pPr lvl="6" algn="ctr" rtl="0">
              <a:lnSpc>
                <a:spcPct val="100000"/>
              </a:lnSpc>
              <a:spcBef>
                <a:spcPts val="0"/>
              </a:spcBef>
              <a:spcAft>
                <a:spcPts val="0"/>
              </a:spcAft>
              <a:buSzPts val="2000"/>
              <a:buFont typeface="IBM Plex Sans Medium"/>
              <a:buNone/>
              <a:defRPr sz="2000">
                <a:latin typeface="IBM Plex Sans Medium"/>
                <a:ea typeface="IBM Plex Sans Medium"/>
                <a:cs typeface="IBM Plex Sans Medium"/>
                <a:sym typeface="IBM Plex Sans Medium"/>
              </a:defRPr>
            </a:lvl7pPr>
            <a:lvl8pPr lvl="7" algn="ctr" rtl="0">
              <a:lnSpc>
                <a:spcPct val="100000"/>
              </a:lnSpc>
              <a:spcBef>
                <a:spcPts val="0"/>
              </a:spcBef>
              <a:spcAft>
                <a:spcPts val="0"/>
              </a:spcAft>
              <a:buSzPts val="2000"/>
              <a:buFont typeface="IBM Plex Sans Medium"/>
              <a:buNone/>
              <a:defRPr sz="2000">
                <a:latin typeface="IBM Plex Sans Medium"/>
                <a:ea typeface="IBM Plex Sans Medium"/>
                <a:cs typeface="IBM Plex Sans Medium"/>
                <a:sym typeface="IBM Plex Sans Medium"/>
              </a:defRPr>
            </a:lvl8pPr>
            <a:lvl9pPr lvl="8" algn="ctr" rtl="0">
              <a:lnSpc>
                <a:spcPct val="100000"/>
              </a:lnSpc>
              <a:spcBef>
                <a:spcPts val="0"/>
              </a:spcBef>
              <a:spcAft>
                <a:spcPts val="0"/>
              </a:spcAft>
              <a:buSzPts val="2000"/>
              <a:buFont typeface="IBM Plex Sans Medium"/>
              <a:buNone/>
              <a:defRPr sz="2000">
                <a:latin typeface="IBM Plex Sans Medium"/>
                <a:ea typeface="IBM Plex Sans Medium"/>
                <a:cs typeface="IBM Plex Sans Medium"/>
                <a:sym typeface="IBM Plex Sans Medium"/>
              </a:defRPr>
            </a:lvl9pPr>
          </a:lstStyle>
          <a:p>
            <a:endParaRPr/>
          </a:p>
        </p:txBody>
      </p:sp>
      <p:sp>
        <p:nvSpPr>
          <p:cNvPr id="531" name="Google Shape;531;p58"/>
          <p:cNvSpPr txBox="1">
            <a:spLocks noGrp="1"/>
          </p:cNvSpPr>
          <p:nvPr>
            <p:ph type="subTitle" idx="23"/>
          </p:nvPr>
        </p:nvSpPr>
        <p:spPr>
          <a:xfrm>
            <a:off x="6897000" y="1666875"/>
            <a:ext cx="1582500" cy="411000"/>
          </a:xfrm>
          <a:prstGeom prst="rect">
            <a:avLst/>
          </a:prstGeom>
        </p:spPr>
        <p:txBody>
          <a:bodyPr spcFirstLastPara="1" wrap="square" lIns="0" tIns="0" rIns="0" bIns="0" anchor="ctr" anchorCtr="0">
            <a:normAutofit/>
          </a:bodyPr>
          <a:lstStyle>
            <a:lvl1pPr lvl="0" algn="ctr" rtl="0">
              <a:lnSpc>
                <a:spcPct val="100000"/>
              </a:lnSpc>
              <a:spcBef>
                <a:spcPts val="0"/>
              </a:spcBef>
              <a:spcAft>
                <a:spcPts val="0"/>
              </a:spcAft>
              <a:buClr>
                <a:schemeClr val="dk1"/>
              </a:buClr>
              <a:buSzPts val="1000"/>
              <a:buNone/>
              <a:defRPr sz="1000" b="1"/>
            </a:lvl1pPr>
            <a:lvl2pPr lvl="1" algn="ctr" rtl="0">
              <a:lnSpc>
                <a:spcPct val="100000"/>
              </a:lnSpc>
              <a:spcBef>
                <a:spcPts val="0"/>
              </a:spcBef>
              <a:spcAft>
                <a:spcPts val="0"/>
              </a:spcAft>
              <a:buSzPts val="2000"/>
              <a:buFont typeface="IBM Plex Sans Medium"/>
              <a:buNone/>
              <a:defRPr sz="2000">
                <a:latin typeface="IBM Plex Sans Medium"/>
                <a:ea typeface="IBM Plex Sans Medium"/>
                <a:cs typeface="IBM Plex Sans Medium"/>
                <a:sym typeface="IBM Plex Sans Medium"/>
              </a:defRPr>
            </a:lvl2pPr>
            <a:lvl3pPr lvl="2" algn="ctr" rtl="0">
              <a:lnSpc>
                <a:spcPct val="100000"/>
              </a:lnSpc>
              <a:spcBef>
                <a:spcPts val="0"/>
              </a:spcBef>
              <a:spcAft>
                <a:spcPts val="0"/>
              </a:spcAft>
              <a:buSzPts val="2000"/>
              <a:buFont typeface="IBM Plex Sans Medium"/>
              <a:buNone/>
              <a:defRPr sz="2000">
                <a:latin typeface="IBM Plex Sans Medium"/>
                <a:ea typeface="IBM Plex Sans Medium"/>
                <a:cs typeface="IBM Plex Sans Medium"/>
                <a:sym typeface="IBM Plex Sans Medium"/>
              </a:defRPr>
            </a:lvl3pPr>
            <a:lvl4pPr lvl="3" algn="ctr" rtl="0">
              <a:lnSpc>
                <a:spcPct val="100000"/>
              </a:lnSpc>
              <a:spcBef>
                <a:spcPts val="0"/>
              </a:spcBef>
              <a:spcAft>
                <a:spcPts val="0"/>
              </a:spcAft>
              <a:buSzPts val="2000"/>
              <a:buFont typeface="IBM Plex Sans Medium"/>
              <a:buNone/>
              <a:defRPr sz="2000">
                <a:latin typeface="IBM Plex Sans Medium"/>
                <a:ea typeface="IBM Plex Sans Medium"/>
                <a:cs typeface="IBM Plex Sans Medium"/>
                <a:sym typeface="IBM Plex Sans Medium"/>
              </a:defRPr>
            </a:lvl4pPr>
            <a:lvl5pPr lvl="4" algn="ctr" rtl="0">
              <a:lnSpc>
                <a:spcPct val="100000"/>
              </a:lnSpc>
              <a:spcBef>
                <a:spcPts val="0"/>
              </a:spcBef>
              <a:spcAft>
                <a:spcPts val="0"/>
              </a:spcAft>
              <a:buSzPts val="2000"/>
              <a:buFont typeface="IBM Plex Sans Medium"/>
              <a:buNone/>
              <a:defRPr sz="2000">
                <a:latin typeface="IBM Plex Sans Medium"/>
                <a:ea typeface="IBM Plex Sans Medium"/>
                <a:cs typeface="IBM Plex Sans Medium"/>
                <a:sym typeface="IBM Plex Sans Medium"/>
              </a:defRPr>
            </a:lvl5pPr>
            <a:lvl6pPr lvl="5" algn="ctr" rtl="0">
              <a:lnSpc>
                <a:spcPct val="100000"/>
              </a:lnSpc>
              <a:spcBef>
                <a:spcPts val="0"/>
              </a:spcBef>
              <a:spcAft>
                <a:spcPts val="0"/>
              </a:spcAft>
              <a:buSzPts val="2000"/>
              <a:buFont typeface="IBM Plex Sans Medium"/>
              <a:buNone/>
              <a:defRPr sz="2000">
                <a:latin typeface="IBM Plex Sans Medium"/>
                <a:ea typeface="IBM Plex Sans Medium"/>
                <a:cs typeface="IBM Plex Sans Medium"/>
                <a:sym typeface="IBM Plex Sans Medium"/>
              </a:defRPr>
            </a:lvl6pPr>
            <a:lvl7pPr lvl="6" algn="ctr" rtl="0">
              <a:lnSpc>
                <a:spcPct val="100000"/>
              </a:lnSpc>
              <a:spcBef>
                <a:spcPts val="0"/>
              </a:spcBef>
              <a:spcAft>
                <a:spcPts val="0"/>
              </a:spcAft>
              <a:buSzPts val="2000"/>
              <a:buFont typeface="IBM Plex Sans Medium"/>
              <a:buNone/>
              <a:defRPr sz="2000">
                <a:latin typeface="IBM Plex Sans Medium"/>
                <a:ea typeface="IBM Plex Sans Medium"/>
                <a:cs typeface="IBM Plex Sans Medium"/>
                <a:sym typeface="IBM Plex Sans Medium"/>
              </a:defRPr>
            </a:lvl7pPr>
            <a:lvl8pPr lvl="7" algn="ctr" rtl="0">
              <a:lnSpc>
                <a:spcPct val="100000"/>
              </a:lnSpc>
              <a:spcBef>
                <a:spcPts val="0"/>
              </a:spcBef>
              <a:spcAft>
                <a:spcPts val="0"/>
              </a:spcAft>
              <a:buSzPts val="2000"/>
              <a:buFont typeface="IBM Plex Sans Medium"/>
              <a:buNone/>
              <a:defRPr sz="2000">
                <a:latin typeface="IBM Plex Sans Medium"/>
                <a:ea typeface="IBM Plex Sans Medium"/>
                <a:cs typeface="IBM Plex Sans Medium"/>
                <a:sym typeface="IBM Plex Sans Medium"/>
              </a:defRPr>
            </a:lvl8pPr>
            <a:lvl9pPr lvl="8" algn="ctr" rtl="0">
              <a:lnSpc>
                <a:spcPct val="100000"/>
              </a:lnSpc>
              <a:spcBef>
                <a:spcPts val="0"/>
              </a:spcBef>
              <a:spcAft>
                <a:spcPts val="0"/>
              </a:spcAft>
              <a:buSzPts val="2000"/>
              <a:buFont typeface="IBM Plex Sans Medium"/>
              <a:buNone/>
              <a:defRPr sz="2000">
                <a:latin typeface="IBM Plex Sans Medium"/>
                <a:ea typeface="IBM Plex Sans Medium"/>
                <a:cs typeface="IBM Plex Sans Medium"/>
                <a:sym typeface="IBM Plex Sans Medium"/>
              </a:defRPr>
            </a:lvl9pPr>
          </a:lstStyle>
          <a:p>
            <a:endParaRPr/>
          </a:p>
        </p:txBody>
      </p:sp>
      <p:sp>
        <p:nvSpPr>
          <p:cNvPr id="532" name="Google Shape;532;p58"/>
          <p:cNvSpPr txBox="1">
            <a:spLocks noGrp="1"/>
          </p:cNvSpPr>
          <p:nvPr>
            <p:ph type="subTitle" idx="24"/>
          </p:nvPr>
        </p:nvSpPr>
        <p:spPr>
          <a:xfrm>
            <a:off x="6897000" y="2254800"/>
            <a:ext cx="1582500" cy="411000"/>
          </a:xfrm>
          <a:prstGeom prst="rect">
            <a:avLst/>
          </a:prstGeom>
        </p:spPr>
        <p:txBody>
          <a:bodyPr spcFirstLastPara="1" wrap="square" lIns="0" tIns="0" rIns="0" bIns="0" anchor="ctr" anchorCtr="0">
            <a:normAutofit/>
          </a:bodyPr>
          <a:lstStyle>
            <a:lvl1pPr lvl="0" algn="ctr" rtl="0">
              <a:lnSpc>
                <a:spcPct val="100000"/>
              </a:lnSpc>
              <a:spcBef>
                <a:spcPts val="0"/>
              </a:spcBef>
              <a:spcAft>
                <a:spcPts val="0"/>
              </a:spcAft>
              <a:buClr>
                <a:schemeClr val="dk1"/>
              </a:buClr>
              <a:buSzPts val="1000"/>
              <a:buNone/>
              <a:defRPr sz="1000" b="1"/>
            </a:lvl1pPr>
            <a:lvl2pPr lvl="1" algn="ctr" rtl="0">
              <a:lnSpc>
                <a:spcPct val="100000"/>
              </a:lnSpc>
              <a:spcBef>
                <a:spcPts val="0"/>
              </a:spcBef>
              <a:spcAft>
                <a:spcPts val="0"/>
              </a:spcAft>
              <a:buSzPts val="2000"/>
              <a:buFont typeface="IBM Plex Sans Medium"/>
              <a:buNone/>
              <a:defRPr sz="2000">
                <a:latin typeface="IBM Plex Sans Medium"/>
                <a:ea typeface="IBM Plex Sans Medium"/>
                <a:cs typeface="IBM Plex Sans Medium"/>
                <a:sym typeface="IBM Plex Sans Medium"/>
              </a:defRPr>
            </a:lvl2pPr>
            <a:lvl3pPr lvl="2" algn="ctr" rtl="0">
              <a:lnSpc>
                <a:spcPct val="100000"/>
              </a:lnSpc>
              <a:spcBef>
                <a:spcPts val="0"/>
              </a:spcBef>
              <a:spcAft>
                <a:spcPts val="0"/>
              </a:spcAft>
              <a:buSzPts val="2000"/>
              <a:buFont typeface="IBM Plex Sans Medium"/>
              <a:buNone/>
              <a:defRPr sz="2000">
                <a:latin typeface="IBM Plex Sans Medium"/>
                <a:ea typeface="IBM Plex Sans Medium"/>
                <a:cs typeface="IBM Plex Sans Medium"/>
                <a:sym typeface="IBM Plex Sans Medium"/>
              </a:defRPr>
            </a:lvl3pPr>
            <a:lvl4pPr lvl="3" algn="ctr" rtl="0">
              <a:lnSpc>
                <a:spcPct val="100000"/>
              </a:lnSpc>
              <a:spcBef>
                <a:spcPts val="0"/>
              </a:spcBef>
              <a:spcAft>
                <a:spcPts val="0"/>
              </a:spcAft>
              <a:buSzPts val="2000"/>
              <a:buFont typeface="IBM Plex Sans Medium"/>
              <a:buNone/>
              <a:defRPr sz="2000">
                <a:latin typeface="IBM Plex Sans Medium"/>
                <a:ea typeface="IBM Plex Sans Medium"/>
                <a:cs typeface="IBM Plex Sans Medium"/>
                <a:sym typeface="IBM Plex Sans Medium"/>
              </a:defRPr>
            </a:lvl4pPr>
            <a:lvl5pPr lvl="4" algn="ctr" rtl="0">
              <a:lnSpc>
                <a:spcPct val="100000"/>
              </a:lnSpc>
              <a:spcBef>
                <a:spcPts val="0"/>
              </a:spcBef>
              <a:spcAft>
                <a:spcPts val="0"/>
              </a:spcAft>
              <a:buSzPts val="2000"/>
              <a:buFont typeface="IBM Plex Sans Medium"/>
              <a:buNone/>
              <a:defRPr sz="2000">
                <a:latin typeface="IBM Plex Sans Medium"/>
                <a:ea typeface="IBM Plex Sans Medium"/>
                <a:cs typeface="IBM Plex Sans Medium"/>
                <a:sym typeface="IBM Plex Sans Medium"/>
              </a:defRPr>
            </a:lvl5pPr>
            <a:lvl6pPr lvl="5" algn="ctr" rtl="0">
              <a:lnSpc>
                <a:spcPct val="100000"/>
              </a:lnSpc>
              <a:spcBef>
                <a:spcPts val="0"/>
              </a:spcBef>
              <a:spcAft>
                <a:spcPts val="0"/>
              </a:spcAft>
              <a:buSzPts val="2000"/>
              <a:buFont typeface="IBM Plex Sans Medium"/>
              <a:buNone/>
              <a:defRPr sz="2000">
                <a:latin typeface="IBM Plex Sans Medium"/>
                <a:ea typeface="IBM Plex Sans Medium"/>
                <a:cs typeface="IBM Plex Sans Medium"/>
                <a:sym typeface="IBM Plex Sans Medium"/>
              </a:defRPr>
            </a:lvl6pPr>
            <a:lvl7pPr lvl="6" algn="ctr" rtl="0">
              <a:lnSpc>
                <a:spcPct val="100000"/>
              </a:lnSpc>
              <a:spcBef>
                <a:spcPts val="0"/>
              </a:spcBef>
              <a:spcAft>
                <a:spcPts val="0"/>
              </a:spcAft>
              <a:buSzPts val="2000"/>
              <a:buFont typeface="IBM Plex Sans Medium"/>
              <a:buNone/>
              <a:defRPr sz="2000">
                <a:latin typeface="IBM Plex Sans Medium"/>
                <a:ea typeface="IBM Plex Sans Medium"/>
                <a:cs typeface="IBM Plex Sans Medium"/>
                <a:sym typeface="IBM Plex Sans Medium"/>
              </a:defRPr>
            </a:lvl7pPr>
            <a:lvl8pPr lvl="7" algn="ctr" rtl="0">
              <a:lnSpc>
                <a:spcPct val="100000"/>
              </a:lnSpc>
              <a:spcBef>
                <a:spcPts val="0"/>
              </a:spcBef>
              <a:spcAft>
                <a:spcPts val="0"/>
              </a:spcAft>
              <a:buSzPts val="2000"/>
              <a:buFont typeface="IBM Plex Sans Medium"/>
              <a:buNone/>
              <a:defRPr sz="2000">
                <a:latin typeface="IBM Plex Sans Medium"/>
                <a:ea typeface="IBM Plex Sans Medium"/>
                <a:cs typeface="IBM Plex Sans Medium"/>
                <a:sym typeface="IBM Plex Sans Medium"/>
              </a:defRPr>
            </a:lvl8pPr>
            <a:lvl9pPr lvl="8" algn="ctr" rtl="0">
              <a:lnSpc>
                <a:spcPct val="100000"/>
              </a:lnSpc>
              <a:spcBef>
                <a:spcPts val="0"/>
              </a:spcBef>
              <a:spcAft>
                <a:spcPts val="0"/>
              </a:spcAft>
              <a:buSzPts val="2000"/>
              <a:buFont typeface="IBM Plex Sans Medium"/>
              <a:buNone/>
              <a:defRPr sz="2000">
                <a:latin typeface="IBM Plex Sans Medium"/>
                <a:ea typeface="IBM Plex Sans Medium"/>
                <a:cs typeface="IBM Plex Sans Medium"/>
                <a:sym typeface="IBM Plex Sans Medium"/>
              </a:defRPr>
            </a:lvl9pPr>
          </a:lstStyle>
          <a:p>
            <a:endParaRPr/>
          </a:p>
        </p:txBody>
      </p:sp>
      <p:sp>
        <p:nvSpPr>
          <p:cNvPr id="533" name="Google Shape;533;p58"/>
          <p:cNvSpPr txBox="1">
            <a:spLocks noGrp="1"/>
          </p:cNvSpPr>
          <p:nvPr>
            <p:ph type="subTitle" idx="25"/>
          </p:nvPr>
        </p:nvSpPr>
        <p:spPr>
          <a:xfrm>
            <a:off x="6897000" y="2842725"/>
            <a:ext cx="1582500" cy="411000"/>
          </a:xfrm>
          <a:prstGeom prst="rect">
            <a:avLst/>
          </a:prstGeom>
        </p:spPr>
        <p:txBody>
          <a:bodyPr spcFirstLastPara="1" wrap="square" lIns="0" tIns="0" rIns="0" bIns="0" anchor="ctr" anchorCtr="0">
            <a:normAutofit/>
          </a:bodyPr>
          <a:lstStyle>
            <a:lvl1pPr lvl="0" algn="ctr" rtl="0">
              <a:lnSpc>
                <a:spcPct val="100000"/>
              </a:lnSpc>
              <a:spcBef>
                <a:spcPts val="0"/>
              </a:spcBef>
              <a:spcAft>
                <a:spcPts val="0"/>
              </a:spcAft>
              <a:buClr>
                <a:schemeClr val="dk1"/>
              </a:buClr>
              <a:buSzPts val="1000"/>
              <a:buNone/>
              <a:defRPr sz="1000" b="1"/>
            </a:lvl1pPr>
            <a:lvl2pPr lvl="1" algn="ctr" rtl="0">
              <a:lnSpc>
                <a:spcPct val="100000"/>
              </a:lnSpc>
              <a:spcBef>
                <a:spcPts val="0"/>
              </a:spcBef>
              <a:spcAft>
                <a:spcPts val="0"/>
              </a:spcAft>
              <a:buSzPts val="2000"/>
              <a:buFont typeface="IBM Plex Sans Medium"/>
              <a:buNone/>
              <a:defRPr sz="2000">
                <a:latin typeface="IBM Plex Sans Medium"/>
                <a:ea typeface="IBM Plex Sans Medium"/>
                <a:cs typeface="IBM Plex Sans Medium"/>
                <a:sym typeface="IBM Plex Sans Medium"/>
              </a:defRPr>
            </a:lvl2pPr>
            <a:lvl3pPr lvl="2" algn="ctr" rtl="0">
              <a:lnSpc>
                <a:spcPct val="100000"/>
              </a:lnSpc>
              <a:spcBef>
                <a:spcPts val="0"/>
              </a:spcBef>
              <a:spcAft>
                <a:spcPts val="0"/>
              </a:spcAft>
              <a:buSzPts val="2000"/>
              <a:buFont typeface="IBM Plex Sans Medium"/>
              <a:buNone/>
              <a:defRPr sz="2000">
                <a:latin typeface="IBM Plex Sans Medium"/>
                <a:ea typeface="IBM Plex Sans Medium"/>
                <a:cs typeface="IBM Plex Sans Medium"/>
                <a:sym typeface="IBM Plex Sans Medium"/>
              </a:defRPr>
            </a:lvl3pPr>
            <a:lvl4pPr lvl="3" algn="ctr" rtl="0">
              <a:lnSpc>
                <a:spcPct val="100000"/>
              </a:lnSpc>
              <a:spcBef>
                <a:spcPts val="0"/>
              </a:spcBef>
              <a:spcAft>
                <a:spcPts val="0"/>
              </a:spcAft>
              <a:buSzPts val="2000"/>
              <a:buFont typeface="IBM Plex Sans Medium"/>
              <a:buNone/>
              <a:defRPr sz="2000">
                <a:latin typeface="IBM Plex Sans Medium"/>
                <a:ea typeface="IBM Plex Sans Medium"/>
                <a:cs typeface="IBM Plex Sans Medium"/>
                <a:sym typeface="IBM Plex Sans Medium"/>
              </a:defRPr>
            </a:lvl4pPr>
            <a:lvl5pPr lvl="4" algn="ctr" rtl="0">
              <a:lnSpc>
                <a:spcPct val="100000"/>
              </a:lnSpc>
              <a:spcBef>
                <a:spcPts val="0"/>
              </a:spcBef>
              <a:spcAft>
                <a:spcPts val="0"/>
              </a:spcAft>
              <a:buSzPts val="2000"/>
              <a:buFont typeface="IBM Plex Sans Medium"/>
              <a:buNone/>
              <a:defRPr sz="2000">
                <a:latin typeface="IBM Plex Sans Medium"/>
                <a:ea typeface="IBM Plex Sans Medium"/>
                <a:cs typeface="IBM Plex Sans Medium"/>
                <a:sym typeface="IBM Plex Sans Medium"/>
              </a:defRPr>
            </a:lvl5pPr>
            <a:lvl6pPr lvl="5" algn="ctr" rtl="0">
              <a:lnSpc>
                <a:spcPct val="100000"/>
              </a:lnSpc>
              <a:spcBef>
                <a:spcPts val="0"/>
              </a:spcBef>
              <a:spcAft>
                <a:spcPts val="0"/>
              </a:spcAft>
              <a:buSzPts val="2000"/>
              <a:buFont typeface="IBM Plex Sans Medium"/>
              <a:buNone/>
              <a:defRPr sz="2000">
                <a:latin typeface="IBM Plex Sans Medium"/>
                <a:ea typeface="IBM Plex Sans Medium"/>
                <a:cs typeface="IBM Plex Sans Medium"/>
                <a:sym typeface="IBM Plex Sans Medium"/>
              </a:defRPr>
            </a:lvl6pPr>
            <a:lvl7pPr lvl="6" algn="ctr" rtl="0">
              <a:lnSpc>
                <a:spcPct val="100000"/>
              </a:lnSpc>
              <a:spcBef>
                <a:spcPts val="0"/>
              </a:spcBef>
              <a:spcAft>
                <a:spcPts val="0"/>
              </a:spcAft>
              <a:buSzPts val="2000"/>
              <a:buFont typeface="IBM Plex Sans Medium"/>
              <a:buNone/>
              <a:defRPr sz="2000">
                <a:latin typeface="IBM Plex Sans Medium"/>
                <a:ea typeface="IBM Plex Sans Medium"/>
                <a:cs typeface="IBM Plex Sans Medium"/>
                <a:sym typeface="IBM Plex Sans Medium"/>
              </a:defRPr>
            </a:lvl7pPr>
            <a:lvl8pPr lvl="7" algn="ctr" rtl="0">
              <a:lnSpc>
                <a:spcPct val="100000"/>
              </a:lnSpc>
              <a:spcBef>
                <a:spcPts val="0"/>
              </a:spcBef>
              <a:spcAft>
                <a:spcPts val="0"/>
              </a:spcAft>
              <a:buSzPts val="2000"/>
              <a:buFont typeface="IBM Plex Sans Medium"/>
              <a:buNone/>
              <a:defRPr sz="2000">
                <a:latin typeface="IBM Plex Sans Medium"/>
                <a:ea typeface="IBM Plex Sans Medium"/>
                <a:cs typeface="IBM Plex Sans Medium"/>
                <a:sym typeface="IBM Plex Sans Medium"/>
              </a:defRPr>
            </a:lvl8pPr>
            <a:lvl9pPr lvl="8" algn="ctr" rtl="0">
              <a:lnSpc>
                <a:spcPct val="100000"/>
              </a:lnSpc>
              <a:spcBef>
                <a:spcPts val="0"/>
              </a:spcBef>
              <a:spcAft>
                <a:spcPts val="0"/>
              </a:spcAft>
              <a:buSzPts val="2000"/>
              <a:buFont typeface="IBM Plex Sans Medium"/>
              <a:buNone/>
              <a:defRPr sz="2000">
                <a:latin typeface="IBM Plex Sans Medium"/>
                <a:ea typeface="IBM Plex Sans Medium"/>
                <a:cs typeface="IBM Plex Sans Medium"/>
                <a:sym typeface="IBM Plex Sans Medium"/>
              </a:defRPr>
            </a:lvl9pPr>
          </a:lstStyle>
          <a:p>
            <a:endParaRPr/>
          </a:p>
        </p:txBody>
      </p:sp>
      <p:sp>
        <p:nvSpPr>
          <p:cNvPr id="534" name="Google Shape;534;p58"/>
          <p:cNvSpPr txBox="1">
            <a:spLocks noGrp="1"/>
          </p:cNvSpPr>
          <p:nvPr>
            <p:ph type="subTitle" idx="26"/>
          </p:nvPr>
        </p:nvSpPr>
        <p:spPr>
          <a:xfrm>
            <a:off x="6897000" y="3430650"/>
            <a:ext cx="1582500" cy="411000"/>
          </a:xfrm>
          <a:prstGeom prst="rect">
            <a:avLst/>
          </a:prstGeom>
        </p:spPr>
        <p:txBody>
          <a:bodyPr spcFirstLastPara="1" wrap="square" lIns="0" tIns="0" rIns="0" bIns="0" anchor="ctr" anchorCtr="0">
            <a:normAutofit/>
          </a:bodyPr>
          <a:lstStyle>
            <a:lvl1pPr lvl="0" algn="ctr" rtl="0">
              <a:lnSpc>
                <a:spcPct val="100000"/>
              </a:lnSpc>
              <a:spcBef>
                <a:spcPts val="0"/>
              </a:spcBef>
              <a:spcAft>
                <a:spcPts val="0"/>
              </a:spcAft>
              <a:buClr>
                <a:schemeClr val="dk1"/>
              </a:buClr>
              <a:buSzPts val="1000"/>
              <a:buNone/>
              <a:defRPr sz="1000" b="1"/>
            </a:lvl1pPr>
            <a:lvl2pPr lvl="1" algn="ctr" rtl="0">
              <a:lnSpc>
                <a:spcPct val="100000"/>
              </a:lnSpc>
              <a:spcBef>
                <a:spcPts val="0"/>
              </a:spcBef>
              <a:spcAft>
                <a:spcPts val="0"/>
              </a:spcAft>
              <a:buSzPts val="2000"/>
              <a:buFont typeface="IBM Plex Sans Medium"/>
              <a:buNone/>
              <a:defRPr sz="2000">
                <a:latin typeface="IBM Plex Sans Medium"/>
                <a:ea typeface="IBM Plex Sans Medium"/>
                <a:cs typeface="IBM Plex Sans Medium"/>
                <a:sym typeface="IBM Plex Sans Medium"/>
              </a:defRPr>
            </a:lvl2pPr>
            <a:lvl3pPr lvl="2" algn="ctr" rtl="0">
              <a:lnSpc>
                <a:spcPct val="100000"/>
              </a:lnSpc>
              <a:spcBef>
                <a:spcPts val="0"/>
              </a:spcBef>
              <a:spcAft>
                <a:spcPts val="0"/>
              </a:spcAft>
              <a:buSzPts val="2000"/>
              <a:buFont typeface="IBM Plex Sans Medium"/>
              <a:buNone/>
              <a:defRPr sz="2000">
                <a:latin typeface="IBM Plex Sans Medium"/>
                <a:ea typeface="IBM Plex Sans Medium"/>
                <a:cs typeface="IBM Plex Sans Medium"/>
                <a:sym typeface="IBM Plex Sans Medium"/>
              </a:defRPr>
            </a:lvl3pPr>
            <a:lvl4pPr lvl="3" algn="ctr" rtl="0">
              <a:lnSpc>
                <a:spcPct val="100000"/>
              </a:lnSpc>
              <a:spcBef>
                <a:spcPts val="0"/>
              </a:spcBef>
              <a:spcAft>
                <a:spcPts val="0"/>
              </a:spcAft>
              <a:buSzPts val="2000"/>
              <a:buFont typeface="IBM Plex Sans Medium"/>
              <a:buNone/>
              <a:defRPr sz="2000">
                <a:latin typeface="IBM Plex Sans Medium"/>
                <a:ea typeface="IBM Plex Sans Medium"/>
                <a:cs typeface="IBM Plex Sans Medium"/>
                <a:sym typeface="IBM Plex Sans Medium"/>
              </a:defRPr>
            </a:lvl4pPr>
            <a:lvl5pPr lvl="4" algn="ctr" rtl="0">
              <a:lnSpc>
                <a:spcPct val="100000"/>
              </a:lnSpc>
              <a:spcBef>
                <a:spcPts val="0"/>
              </a:spcBef>
              <a:spcAft>
                <a:spcPts val="0"/>
              </a:spcAft>
              <a:buSzPts val="2000"/>
              <a:buFont typeface="IBM Plex Sans Medium"/>
              <a:buNone/>
              <a:defRPr sz="2000">
                <a:latin typeface="IBM Plex Sans Medium"/>
                <a:ea typeface="IBM Plex Sans Medium"/>
                <a:cs typeface="IBM Plex Sans Medium"/>
                <a:sym typeface="IBM Plex Sans Medium"/>
              </a:defRPr>
            </a:lvl5pPr>
            <a:lvl6pPr lvl="5" algn="ctr" rtl="0">
              <a:lnSpc>
                <a:spcPct val="100000"/>
              </a:lnSpc>
              <a:spcBef>
                <a:spcPts val="0"/>
              </a:spcBef>
              <a:spcAft>
                <a:spcPts val="0"/>
              </a:spcAft>
              <a:buSzPts val="2000"/>
              <a:buFont typeface="IBM Plex Sans Medium"/>
              <a:buNone/>
              <a:defRPr sz="2000">
                <a:latin typeface="IBM Plex Sans Medium"/>
                <a:ea typeface="IBM Plex Sans Medium"/>
                <a:cs typeface="IBM Plex Sans Medium"/>
                <a:sym typeface="IBM Plex Sans Medium"/>
              </a:defRPr>
            </a:lvl6pPr>
            <a:lvl7pPr lvl="6" algn="ctr" rtl="0">
              <a:lnSpc>
                <a:spcPct val="100000"/>
              </a:lnSpc>
              <a:spcBef>
                <a:spcPts val="0"/>
              </a:spcBef>
              <a:spcAft>
                <a:spcPts val="0"/>
              </a:spcAft>
              <a:buSzPts val="2000"/>
              <a:buFont typeface="IBM Plex Sans Medium"/>
              <a:buNone/>
              <a:defRPr sz="2000">
                <a:latin typeface="IBM Plex Sans Medium"/>
                <a:ea typeface="IBM Plex Sans Medium"/>
                <a:cs typeface="IBM Plex Sans Medium"/>
                <a:sym typeface="IBM Plex Sans Medium"/>
              </a:defRPr>
            </a:lvl7pPr>
            <a:lvl8pPr lvl="7" algn="ctr" rtl="0">
              <a:lnSpc>
                <a:spcPct val="100000"/>
              </a:lnSpc>
              <a:spcBef>
                <a:spcPts val="0"/>
              </a:spcBef>
              <a:spcAft>
                <a:spcPts val="0"/>
              </a:spcAft>
              <a:buSzPts val="2000"/>
              <a:buFont typeface="IBM Plex Sans Medium"/>
              <a:buNone/>
              <a:defRPr sz="2000">
                <a:latin typeface="IBM Plex Sans Medium"/>
                <a:ea typeface="IBM Plex Sans Medium"/>
                <a:cs typeface="IBM Plex Sans Medium"/>
                <a:sym typeface="IBM Plex Sans Medium"/>
              </a:defRPr>
            </a:lvl8pPr>
            <a:lvl9pPr lvl="8" algn="ctr" rtl="0">
              <a:lnSpc>
                <a:spcPct val="100000"/>
              </a:lnSpc>
              <a:spcBef>
                <a:spcPts val="0"/>
              </a:spcBef>
              <a:spcAft>
                <a:spcPts val="0"/>
              </a:spcAft>
              <a:buSzPts val="2000"/>
              <a:buFont typeface="IBM Plex Sans Medium"/>
              <a:buNone/>
              <a:defRPr sz="2000">
                <a:latin typeface="IBM Plex Sans Medium"/>
                <a:ea typeface="IBM Plex Sans Medium"/>
                <a:cs typeface="IBM Plex Sans Medium"/>
                <a:sym typeface="IBM Plex Sans Medium"/>
              </a:defRPr>
            </a:lvl9pPr>
          </a:lstStyle>
          <a:p>
            <a:endParaRPr/>
          </a:p>
        </p:txBody>
      </p:sp>
      <p:sp>
        <p:nvSpPr>
          <p:cNvPr id="535" name="Google Shape;535;p58"/>
          <p:cNvSpPr txBox="1">
            <a:spLocks noGrp="1"/>
          </p:cNvSpPr>
          <p:nvPr>
            <p:ph type="subTitle" idx="27"/>
          </p:nvPr>
        </p:nvSpPr>
        <p:spPr>
          <a:xfrm>
            <a:off x="6897000" y="4018575"/>
            <a:ext cx="1582500" cy="411000"/>
          </a:xfrm>
          <a:prstGeom prst="rect">
            <a:avLst/>
          </a:prstGeom>
        </p:spPr>
        <p:txBody>
          <a:bodyPr spcFirstLastPara="1" wrap="square" lIns="0" tIns="0" rIns="0" bIns="0" anchor="ctr" anchorCtr="0">
            <a:normAutofit/>
          </a:bodyPr>
          <a:lstStyle>
            <a:lvl1pPr lvl="0" algn="ctr" rtl="0">
              <a:lnSpc>
                <a:spcPct val="100000"/>
              </a:lnSpc>
              <a:spcBef>
                <a:spcPts val="0"/>
              </a:spcBef>
              <a:spcAft>
                <a:spcPts val="0"/>
              </a:spcAft>
              <a:buClr>
                <a:schemeClr val="dk1"/>
              </a:buClr>
              <a:buSzPts val="1000"/>
              <a:buNone/>
              <a:defRPr sz="1000" b="1"/>
            </a:lvl1pPr>
            <a:lvl2pPr lvl="1" algn="ctr" rtl="0">
              <a:lnSpc>
                <a:spcPct val="100000"/>
              </a:lnSpc>
              <a:spcBef>
                <a:spcPts val="0"/>
              </a:spcBef>
              <a:spcAft>
                <a:spcPts val="0"/>
              </a:spcAft>
              <a:buSzPts val="2000"/>
              <a:buFont typeface="IBM Plex Sans Medium"/>
              <a:buNone/>
              <a:defRPr sz="2000">
                <a:latin typeface="IBM Plex Sans Medium"/>
                <a:ea typeface="IBM Plex Sans Medium"/>
                <a:cs typeface="IBM Plex Sans Medium"/>
                <a:sym typeface="IBM Plex Sans Medium"/>
              </a:defRPr>
            </a:lvl2pPr>
            <a:lvl3pPr lvl="2" algn="ctr" rtl="0">
              <a:lnSpc>
                <a:spcPct val="100000"/>
              </a:lnSpc>
              <a:spcBef>
                <a:spcPts val="0"/>
              </a:spcBef>
              <a:spcAft>
                <a:spcPts val="0"/>
              </a:spcAft>
              <a:buSzPts val="2000"/>
              <a:buFont typeface="IBM Plex Sans Medium"/>
              <a:buNone/>
              <a:defRPr sz="2000">
                <a:latin typeface="IBM Plex Sans Medium"/>
                <a:ea typeface="IBM Plex Sans Medium"/>
                <a:cs typeface="IBM Plex Sans Medium"/>
                <a:sym typeface="IBM Plex Sans Medium"/>
              </a:defRPr>
            </a:lvl3pPr>
            <a:lvl4pPr lvl="3" algn="ctr" rtl="0">
              <a:lnSpc>
                <a:spcPct val="100000"/>
              </a:lnSpc>
              <a:spcBef>
                <a:spcPts val="0"/>
              </a:spcBef>
              <a:spcAft>
                <a:spcPts val="0"/>
              </a:spcAft>
              <a:buSzPts val="2000"/>
              <a:buFont typeface="IBM Plex Sans Medium"/>
              <a:buNone/>
              <a:defRPr sz="2000">
                <a:latin typeface="IBM Plex Sans Medium"/>
                <a:ea typeface="IBM Plex Sans Medium"/>
                <a:cs typeface="IBM Plex Sans Medium"/>
                <a:sym typeface="IBM Plex Sans Medium"/>
              </a:defRPr>
            </a:lvl4pPr>
            <a:lvl5pPr lvl="4" algn="ctr" rtl="0">
              <a:lnSpc>
                <a:spcPct val="100000"/>
              </a:lnSpc>
              <a:spcBef>
                <a:spcPts val="0"/>
              </a:spcBef>
              <a:spcAft>
                <a:spcPts val="0"/>
              </a:spcAft>
              <a:buSzPts val="2000"/>
              <a:buFont typeface="IBM Plex Sans Medium"/>
              <a:buNone/>
              <a:defRPr sz="2000">
                <a:latin typeface="IBM Plex Sans Medium"/>
                <a:ea typeface="IBM Plex Sans Medium"/>
                <a:cs typeface="IBM Plex Sans Medium"/>
                <a:sym typeface="IBM Plex Sans Medium"/>
              </a:defRPr>
            </a:lvl5pPr>
            <a:lvl6pPr lvl="5" algn="ctr" rtl="0">
              <a:lnSpc>
                <a:spcPct val="100000"/>
              </a:lnSpc>
              <a:spcBef>
                <a:spcPts val="0"/>
              </a:spcBef>
              <a:spcAft>
                <a:spcPts val="0"/>
              </a:spcAft>
              <a:buSzPts val="2000"/>
              <a:buFont typeface="IBM Plex Sans Medium"/>
              <a:buNone/>
              <a:defRPr sz="2000">
                <a:latin typeface="IBM Plex Sans Medium"/>
                <a:ea typeface="IBM Plex Sans Medium"/>
                <a:cs typeface="IBM Plex Sans Medium"/>
                <a:sym typeface="IBM Plex Sans Medium"/>
              </a:defRPr>
            </a:lvl6pPr>
            <a:lvl7pPr lvl="6" algn="ctr" rtl="0">
              <a:lnSpc>
                <a:spcPct val="100000"/>
              </a:lnSpc>
              <a:spcBef>
                <a:spcPts val="0"/>
              </a:spcBef>
              <a:spcAft>
                <a:spcPts val="0"/>
              </a:spcAft>
              <a:buSzPts val="2000"/>
              <a:buFont typeface="IBM Plex Sans Medium"/>
              <a:buNone/>
              <a:defRPr sz="2000">
                <a:latin typeface="IBM Plex Sans Medium"/>
                <a:ea typeface="IBM Plex Sans Medium"/>
                <a:cs typeface="IBM Plex Sans Medium"/>
                <a:sym typeface="IBM Plex Sans Medium"/>
              </a:defRPr>
            </a:lvl7pPr>
            <a:lvl8pPr lvl="7" algn="ctr" rtl="0">
              <a:lnSpc>
                <a:spcPct val="100000"/>
              </a:lnSpc>
              <a:spcBef>
                <a:spcPts val="0"/>
              </a:spcBef>
              <a:spcAft>
                <a:spcPts val="0"/>
              </a:spcAft>
              <a:buSzPts val="2000"/>
              <a:buFont typeface="IBM Plex Sans Medium"/>
              <a:buNone/>
              <a:defRPr sz="2000">
                <a:latin typeface="IBM Plex Sans Medium"/>
                <a:ea typeface="IBM Plex Sans Medium"/>
                <a:cs typeface="IBM Plex Sans Medium"/>
                <a:sym typeface="IBM Plex Sans Medium"/>
              </a:defRPr>
            </a:lvl8pPr>
            <a:lvl9pPr lvl="8" algn="ctr" rtl="0">
              <a:lnSpc>
                <a:spcPct val="100000"/>
              </a:lnSpc>
              <a:spcBef>
                <a:spcPts val="0"/>
              </a:spcBef>
              <a:spcAft>
                <a:spcPts val="0"/>
              </a:spcAft>
              <a:buSzPts val="2000"/>
              <a:buFont typeface="IBM Plex Sans Medium"/>
              <a:buNone/>
              <a:defRPr sz="2000">
                <a:latin typeface="IBM Plex Sans Medium"/>
                <a:ea typeface="IBM Plex Sans Medium"/>
                <a:cs typeface="IBM Plex Sans Medium"/>
                <a:sym typeface="IBM Plex Sans Medium"/>
              </a:defRPr>
            </a:lvl9pPr>
          </a:lstStyle>
          <a:p>
            <a:endParaRPr/>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matchingName="Title only - Spacecraft" type="titleOnly">
  <p:cSld name="TITLE_ONLY">
    <p:spTree>
      <p:nvGrpSpPr>
        <p:cNvPr id="1" name="Shape 536"/>
        <p:cNvGrpSpPr/>
        <p:nvPr/>
      </p:nvGrpSpPr>
      <p:grpSpPr>
        <a:xfrm>
          <a:off x="0" y="0"/>
          <a:ext cx="0" cy="0"/>
          <a:chOff x="0" y="0"/>
          <a:chExt cx="0" cy="0"/>
        </a:xfrm>
      </p:grpSpPr>
      <p:sp>
        <p:nvSpPr>
          <p:cNvPr id="537" name="Google Shape;537;p59"/>
          <p:cNvSpPr txBox="1">
            <a:spLocks noGrp="1"/>
          </p:cNvSpPr>
          <p:nvPr>
            <p:ph type="title"/>
          </p:nvPr>
        </p:nvSpPr>
        <p:spPr>
          <a:xfrm>
            <a:off x="457200" y="114300"/>
            <a:ext cx="8229600" cy="903300"/>
          </a:xfrm>
          <a:prstGeom prst="rect">
            <a:avLst/>
          </a:prstGeom>
        </p:spPr>
        <p:txBody>
          <a:bodyPr spcFirstLastPara="1" wrap="square" lIns="0" tIns="0" rIns="0" bIns="0" anchor="t" anchorCtr="0">
            <a:normAutofit/>
          </a:bodyPr>
          <a:lstStyle>
            <a:lvl1pPr lvl="0" rtl="0">
              <a:spcBef>
                <a:spcPts val="0"/>
              </a:spcBef>
              <a:spcAft>
                <a:spcPts val="0"/>
              </a:spcAft>
              <a:buSzPts val="34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538" name="Google Shape;538;p59"/>
          <p:cNvSpPr txBox="1">
            <a:spLocks noGrp="1"/>
          </p:cNvSpPr>
          <p:nvPr>
            <p:ph type="sldNum" idx="12"/>
          </p:nvPr>
        </p:nvSpPr>
        <p:spPr>
          <a:xfrm>
            <a:off x="8366700" y="4805546"/>
            <a:ext cx="548700" cy="215400"/>
          </a:xfrm>
          <a:prstGeom prst="rect">
            <a:avLst/>
          </a:prstGeom>
        </p:spPr>
        <p:txBody>
          <a:bodyPr spcFirstLastPara="1" wrap="square" lIns="0" tIns="0" rIns="0" bIns="0" anchor="b"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pic>
        <p:nvPicPr>
          <p:cNvPr id="539" name="Google Shape;539;p59"/>
          <p:cNvPicPr preferRelativeResize="0"/>
          <p:nvPr/>
        </p:nvPicPr>
        <p:blipFill>
          <a:blip r:embed="rId2">
            <a:alphaModFix/>
          </a:blip>
          <a:stretch>
            <a:fillRect/>
          </a:stretch>
        </p:blipFill>
        <p:spPr>
          <a:xfrm>
            <a:off x="8544852" y="62010"/>
            <a:ext cx="599140" cy="599141"/>
          </a:xfrm>
          <a:prstGeom prst="rect">
            <a:avLst/>
          </a:prstGeom>
          <a:noFill/>
          <a:ln>
            <a:noFill/>
          </a:ln>
        </p:spPr>
      </p:pic>
      <p:sp>
        <p:nvSpPr>
          <p:cNvPr id="540" name="Google Shape;540;p59"/>
          <p:cNvSpPr txBox="1">
            <a:spLocks noGrp="1"/>
          </p:cNvSpPr>
          <p:nvPr>
            <p:ph type="subTitle" idx="1"/>
          </p:nvPr>
        </p:nvSpPr>
        <p:spPr>
          <a:xfrm>
            <a:off x="467075" y="4814525"/>
            <a:ext cx="2326500" cy="206400"/>
          </a:xfrm>
          <a:prstGeom prst="rect">
            <a:avLst/>
          </a:prstGeom>
        </p:spPr>
        <p:txBody>
          <a:bodyPr spcFirstLastPara="1" wrap="square" lIns="0" tIns="0" rIns="0" bIns="0" anchor="b" anchorCtr="0">
            <a:normAutofit/>
          </a:bodyPr>
          <a:lstStyle>
            <a:lvl1pPr lvl="0" rtl="0">
              <a:spcBef>
                <a:spcPts val="0"/>
              </a:spcBef>
              <a:spcAft>
                <a:spcPts val="0"/>
              </a:spcAft>
              <a:buClr>
                <a:schemeClr val="dk2"/>
              </a:buClr>
              <a:buSzPts val="700"/>
              <a:buNone/>
              <a:defRPr sz="700">
                <a:solidFill>
                  <a:schemeClr val="dk2"/>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matchingName="Title only - Black">
  <p:cSld name="TITLE_ONLY_1">
    <p:bg>
      <p:bgPr>
        <a:solidFill>
          <a:schemeClr val="dk1"/>
        </a:solidFill>
        <a:effectLst/>
      </p:bgPr>
    </p:bg>
    <p:spTree>
      <p:nvGrpSpPr>
        <p:cNvPr id="1" name="Shape 541"/>
        <p:cNvGrpSpPr/>
        <p:nvPr/>
      </p:nvGrpSpPr>
      <p:grpSpPr>
        <a:xfrm>
          <a:off x="0" y="0"/>
          <a:ext cx="0" cy="0"/>
          <a:chOff x="0" y="0"/>
          <a:chExt cx="0" cy="0"/>
        </a:xfrm>
      </p:grpSpPr>
      <p:sp>
        <p:nvSpPr>
          <p:cNvPr id="542" name="Google Shape;542;p60"/>
          <p:cNvSpPr txBox="1">
            <a:spLocks noGrp="1"/>
          </p:cNvSpPr>
          <p:nvPr>
            <p:ph type="title"/>
          </p:nvPr>
        </p:nvSpPr>
        <p:spPr>
          <a:xfrm>
            <a:off x="457200" y="114300"/>
            <a:ext cx="8229600" cy="903300"/>
          </a:xfrm>
          <a:prstGeom prst="rect">
            <a:avLst/>
          </a:prstGeom>
        </p:spPr>
        <p:txBody>
          <a:bodyPr spcFirstLastPara="1" wrap="square" lIns="0" tIns="0" rIns="0" bIns="0" anchor="t" anchorCtr="0">
            <a:normAutofit/>
          </a:bodyPr>
          <a:lstStyle>
            <a:lvl1pPr lvl="0" rtl="0">
              <a:spcBef>
                <a:spcPts val="0"/>
              </a:spcBef>
              <a:spcAft>
                <a:spcPts val="0"/>
              </a:spcAft>
              <a:buClr>
                <a:schemeClr val="lt2"/>
              </a:buClr>
              <a:buSzPts val="3400"/>
              <a:buNone/>
              <a:defRPr>
                <a:solidFill>
                  <a:schemeClr val="lt2"/>
                </a:solidFill>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543" name="Google Shape;543;p60"/>
          <p:cNvSpPr txBox="1">
            <a:spLocks noGrp="1"/>
          </p:cNvSpPr>
          <p:nvPr>
            <p:ph type="sldNum" idx="12"/>
          </p:nvPr>
        </p:nvSpPr>
        <p:spPr>
          <a:xfrm>
            <a:off x="8366700" y="4805546"/>
            <a:ext cx="548700" cy="215400"/>
          </a:xfrm>
          <a:prstGeom prst="rect">
            <a:avLst/>
          </a:prstGeom>
        </p:spPr>
        <p:txBody>
          <a:bodyPr spcFirstLastPara="1" wrap="square" lIns="0" tIns="0" rIns="0" bIns="0" anchor="b" anchorCtr="0">
            <a:normAutofit/>
          </a:bodyPr>
          <a:lstStyle>
            <a:lvl1pPr lvl="0" rtl="0">
              <a:buNone/>
              <a:defRPr>
                <a:solidFill>
                  <a:schemeClr val="accent5"/>
                </a:solidFill>
              </a:defRPr>
            </a:lvl1pPr>
            <a:lvl2pPr lvl="1" rtl="0">
              <a:buNone/>
              <a:defRPr>
                <a:solidFill>
                  <a:schemeClr val="accent5"/>
                </a:solidFill>
              </a:defRPr>
            </a:lvl2pPr>
            <a:lvl3pPr lvl="2" rtl="0">
              <a:buNone/>
              <a:defRPr>
                <a:solidFill>
                  <a:schemeClr val="accent5"/>
                </a:solidFill>
              </a:defRPr>
            </a:lvl3pPr>
            <a:lvl4pPr lvl="3" rtl="0">
              <a:buNone/>
              <a:defRPr>
                <a:solidFill>
                  <a:schemeClr val="accent5"/>
                </a:solidFill>
              </a:defRPr>
            </a:lvl4pPr>
            <a:lvl5pPr lvl="4" rtl="0">
              <a:buNone/>
              <a:defRPr>
                <a:solidFill>
                  <a:schemeClr val="accent5"/>
                </a:solidFill>
              </a:defRPr>
            </a:lvl5pPr>
            <a:lvl6pPr lvl="5" rtl="0">
              <a:buNone/>
              <a:defRPr>
                <a:solidFill>
                  <a:schemeClr val="accent5"/>
                </a:solidFill>
              </a:defRPr>
            </a:lvl6pPr>
            <a:lvl7pPr lvl="6" rtl="0">
              <a:buNone/>
              <a:defRPr>
                <a:solidFill>
                  <a:schemeClr val="accent5"/>
                </a:solidFill>
              </a:defRPr>
            </a:lvl7pPr>
            <a:lvl8pPr lvl="7" rtl="0">
              <a:buNone/>
              <a:defRPr>
                <a:solidFill>
                  <a:schemeClr val="accent5"/>
                </a:solidFill>
              </a:defRPr>
            </a:lvl8pPr>
            <a:lvl9pPr lvl="8" rtl="0">
              <a:buNone/>
              <a:defRPr>
                <a:solidFill>
                  <a:schemeClr val="accent5"/>
                </a:solidFill>
              </a:defRPr>
            </a:lvl9pPr>
          </a:lstStyle>
          <a:p>
            <a:pPr marL="0" lvl="0" indent="0" algn="r" rtl="0">
              <a:spcBef>
                <a:spcPts val="0"/>
              </a:spcBef>
              <a:spcAft>
                <a:spcPts val="0"/>
              </a:spcAft>
              <a:buNone/>
            </a:pPr>
            <a:fld id="{00000000-1234-1234-1234-123412341234}" type="slidenum">
              <a:rPr lang="en"/>
              <a:t>‹#›</a:t>
            </a:fld>
            <a:endParaRPr/>
          </a:p>
        </p:txBody>
      </p:sp>
      <p:pic>
        <p:nvPicPr>
          <p:cNvPr id="544" name="Google Shape;544;p60"/>
          <p:cNvPicPr preferRelativeResize="0"/>
          <p:nvPr/>
        </p:nvPicPr>
        <p:blipFill>
          <a:blip r:embed="rId2">
            <a:alphaModFix/>
          </a:blip>
          <a:stretch>
            <a:fillRect/>
          </a:stretch>
        </p:blipFill>
        <p:spPr>
          <a:xfrm>
            <a:off x="8544859" y="62003"/>
            <a:ext cx="599140" cy="599141"/>
          </a:xfrm>
          <a:prstGeom prst="rect">
            <a:avLst/>
          </a:prstGeom>
          <a:noFill/>
          <a:ln>
            <a:noFill/>
          </a:ln>
        </p:spPr>
      </p:pic>
      <p:sp>
        <p:nvSpPr>
          <p:cNvPr id="545" name="Google Shape;545;p60"/>
          <p:cNvSpPr txBox="1">
            <a:spLocks noGrp="1"/>
          </p:cNvSpPr>
          <p:nvPr>
            <p:ph type="subTitle" idx="1"/>
          </p:nvPr>
        </p:nvSpPr>
        <p:spPr>
          <a:xfrm>
            <a:off x="467075" y="4814525"/>
            <a:ext cx="2326500" cy="206400"/>
          </a:xfrm>
          <a:prstGeom prst="rect">
            <a:avLst/>
          </a:prstGeom>
        </p:spPr>
        <p:txBody>
          <a:bodyPr spcFirstLastPara="1" wrap="square" lIns="0" tIns="0" rIns="0" bIns="0" anchor="b" anchorCtr="0">
            <a:normAutofit/>
          </a:bodyPr>
          <a:lstStyle>
            <a:lvl1pPr lvl="0" rtl="0">
              <a:spcBef>
                <a:spcPts val="0"/>
              </a:spcBef>
              <a:spcAft>
                <a:spcPts val="0"/>
              </a:spcAft>
              <a:buClr>
                <a:schemeClr val="accent5"/>
              </a:buClr>
              <a:buSzPts val="700"/>
              <a:buNone/>
              <a:defRPr sz="700">
                <a:solidFill>
                  <a:schemeClr val="accent5"/>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matchingName="Blank - Spacecraft">
  <p:cSld name="TITLE_ONLY_2">
    <p:spTree>
      <p:nvGrpSpPr>
        <p:cNvPr id="1" name="Shape 546"/>
        <p:cNvGrpSpPr/>
        <p:nvPr/>
      </p:nvGrpSpPr>
      <p:grpSpPr>
        <a:xfrm>
          <a:off x="0" y="0"/>
          <a:ext cx="0" cy="0"/>
          <a:chOff x="0" y="0"/>
          <a:chExt cx="0" cy="0"/>
        </a:xfrm>
      </p:grpSpPr>
      <p:sp>
        <p:nvSpPr>
          <p:cNvPr id="547" name="Google Shape;547;p61"/>
          <p:cNvSpPr txBox="1">
            <a:spLocks noGrp="1"/>
          </p:cNvSpPr>
          <p:nvPr>
            <p:ph type="sldNum" idx="12"/>
          </p:nvPr>
        </p:nvSpPr>
        <p:spPr>
          <a:xfrm>
            <a:off x="8366700" y="4805546"/>
            <a:ext cx="548700" cy="215400"/>
          </a:xfrm>
          <a:prstGeom prst="rect">
            <a:avLst/>
          </a:prstGeom>
        </p:spPr>
        <p:txBody>
          <a:bodyPr spcFirstLastPara="1" wrap="square" lIns="0" tIns="0" rIns="0" bIns="0" anchor="b"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pic>
        <p:nvPicPr>
          <p:cNvPr id="548" name="Google Shape;548;p61"/>
          <p:cNvPicPr preferRelativeResize="0"/>
          <p:nvPr/>
        </p:nvPicPr>
        <p:blipFill>
          <a:blip r:embed="rId2">
            <a:alphaModFix/>
          </a:blip>
          <a:stretch>
            <a:fillRect/>
          </a:stretch>
        </p:blipFill>
        <p:spPr>
          <a:xfrm>
            <a:off x="8544852" y="62010"/>
            <a:ext cx="599140" cy="599141"/>
          </a:xfrm>
          <a:prstGeom prst="rect">
            <a:avLst/>
          </a:prstGeom>
          <a:noFill/>
          <a:ln>
            <a:noFill/>
          </a:ln>
        </p:spPr>
      </p:pic>
      <p:sp>
        <p:nvSpPr>
          <p:cNvPr id="549" name="Google Shape;549;p61"/>
          <p:cNvSpPr txBox="1">
            <a:spLocks noGrp="1"/>
          </p:cNvSpPr>
          <p:nvPr>
            <p:ph type="subTitle" idx="1"/>
          </p:nvPr>
        </p:nvSpPr>
        <p:spPr>
          <a:xfrm>
            <a:off x="467075" y="4814525"/>
            <a:ext cx="2326500" cy="206400"/>
          </a:xfrm>
          <a:prstGeom prst="rect">
            <a:avLst/>
          </a:prstGeom>
        </p:spPr>
        <p:txBody>
          <a:bodyPr spcFirstLastPara="1" wrap="square" lIns="0" tIns="0" rIns="0" bIns="0" anchor="b" anchorCtr="0">
            <a:normAutofit/>
          </a:bodyPr>
          <a:lstStyle>
            <a:lvl1pPr lvl="0" rtl="0">
              <a:spcBef>
                <a:spcPts val="0"/>
              </a:spcBef>
              <a:spcAft>
                <a:spcPts val="0"/>
              </a:spcAft>
              <a:buClr>
                <a:schemeClr val="dk2"/>
              </a:buClr>
              <a:buSzPts val="700"/>
              <a:buNone/>
              <a:defRPr sz="700">
                <a:solidFill>
                  <a:schemeClr val="dk2"/>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matchingName="Blank - Black">
  <p:cSld name="TITLE_ONLY_1_2">
    <p:bg>
      <p:bgPr>
        <a:solidFill>
          <a:schemeClr val="dk1"/>
        </a:solidFill>
        <a:effectLst/>
      </p:bgPr>
    </p:bg>
    <p:spTree>
      <p:nvGrpSpPr>
        <p:cNvPr id="1" name="Shape 550"/>
        <p:cNvGrpSpPr/>
        <p:nvPr/>
      </p:nvGrpSpPr>
      <p:grpSpPr>
        <a:xfrm>
          <a:off x="0" y="0"/>
          <a:ext cx="0" cy="0"/>
          <a:chOff x="0" y="0"/>
          <a:chExt cx="0" cy="0"/>
        </a:xfrm>
      </p:grpSpPr>
      <p:sp>
        <p:nvSpPr>
          <p:cNvPr id="551" name="Google Shape;551;p62"/>
          <p:cNvSpPr txBox="1">
            <a:spLocks noGrp="1"/>
          </p:cNvSpPr>
          <p:nvPr>
            <p:ph type="sldNum" idx="12"/>
          </p:nvPr>
        </p:nvSpPr>
        <p:spPr>
          <a:xfrm>
            <a:off x="8366700" y="4805546"/>
            <a:ext cx="548700" cy="215400"/>
          </a:xfrm>
          <a:prstGeom prst="rect">
            <a:avLst/>
          </a:prstGeom>
        </p:spPr>
        <p:txBody>
          <a:bodyPr spcFirstLastPara="1" wrap="square" lIns="0" tIns="0" rIns="0" bIns="0" anchor="b" anchorCtr="0">
            <a:normAutofit/>
          </a:bodyPr>
          <a:lstStyle>
            <a:lvl1pPr lvl="0" rtl="0">
              <a:buNone/>
              <a:defRPr>
                <a:solidFill>
                  <a:schemeClr val="accent5"/>
                </a:solidFill>
              </a:defRPr>
            </a:lvl1pPr>
            <a:lvl2pPr lvl="1" rtl="0">
              <a:buNone/>
              <a:defRPr>
                <a:solidFill>
                  <a:schemeClr val="accent5"/>
                </a:solidFill>
              </a:defRPr>
            </a:lvl2pPr>
            <a:lvl3pPr lvl="2" rtl="0">
              <a:buNone/>
              <a:defRPr>
                <a:solidFill>
                  <a:schemeClr val="accent5"/>
                </a:solidFill>
              </a:defRPr>
            </a:lvl3pPr>
            <a:lvl4pPr lvl="3" rtl="0">
              <a:buNone/>
              <a:defRPr>
                <a:solidFill>
                  <a:schemeClr val="accent5"/>
                </a:solidFill>
              </a:defRPr>
            </a:lvl4pPr>
            <a:lvl5pPr lvl="4" rtl="0">
              <a:buNone/>
              <a:defRPr>
                <a:solidFill>
                  <a:schemeClr val="accent5"/>
                </a:solidFill>
              </a:defRPr>
            </a:lvl5pPr>
            <a:lvl6pPr lvl="5" rtl="0">
              <a:buNone/>
              <a:defRPr>
                <a:solidFill>
                  <a:schemeClr val="accent5"/>
                </a:solidFill>
              </a:defRPr>
            </a:lvl6pPr>
            <a:lvl7pPr lvl="6" rtl="0">
              <a:buNone/>
              <a:defRPr>
                <a:solidFill>
                  <a:schemeClr val="accent5"/>
                </a:solidFill>
              </a:defRPr>
            </a:lvl7pPr>
            <a:lvl8pPr lvl="7" rtl="0">
              <a:buNone/>
              <a:defRPr>
                <a:solidFill>
                  <a:schemeClr val="accent5"/>
                </a:solidFill>
              </a:defRPr>
            </a:lvl8pPr>
            <a:lvl9pPr lvl="8" rtl="0">
              <a:buNone/>
              <a:defRPr>
                <a:solidFill>
                  <a:schemeClr val="accent5"/>
                </a:solidFill>
              </a:defRPr>
            </a:lvl9pPr>
          </a:lstStyle>
          <a:p>
            <a:pPr marL="0" lvl="0" indent="0" algn="r" rtl="0">
              <a:spcBef>
                <a:spcPts val="0"/>
              </a:spcBef>
              <a:spcAft>
                <a:spcPts val="0"/>
              </a:spcAft>
              <a:buNone/>
            </a:pPr>
            <a:fld id="{00000000-1234-1234-1234-123412341234}" type="slidenum">
              <a:rPr lang="en"/>
              <a:t>‹#›</a:t>
            </a:fld>
            <a:endParaRPr/>
          </a:p>
        </p:txBody>
      </p:sp>
      <p:pic>
        <p:nvPicPr>
          <p:cNvPr id="552" name="Google Shape;552;p62"/>
          <p:cNvPicPr preferRelativeResize="0"/>
          <p:nvPr/>
        </p:nvPicPr>
        <p:blipFill>
          <a:blip r:embed="rId2">
            <a:alphaModFix/>
          </a:blip>
          <a:stretch>
            <a:fillRect/>
          </a:stretch>
        </p:blipFill>
        <p:spPr>
          <a:xfrm>
            <a:off x="8544859" y="62003"/>
            <a:ext cx="599140" cy="599141"/>
          </a:xfrm>
          <a:prstGeom prst="rect">
            <a:avLst/>
          </a:prstGeom>
          <a:noFill/>
          <a:ln>
            <a:noFill/>
          </a:ln>
        </p:spPr>
      </p:pic>
      <p:sp>
        <p:nvSpPr>
          <p:cNvPr id="553" name="Google Shape;553;p62"/>
          <p:cNvSpPr txBox="1">
            <a:spLocks noGrp="1"/>
          </p:cNvSpPr>
          <p:nvPr>
            <p:ph type="subTitle" idx="1"/>
          </p:nvPr>
        </p:nvSpPr>
        <p:spPr>
          <a:xfrm>
            <a:off x="467075" y="4814525"/>
            <a:ext cx="2326500" cy="206400"/>
          </a:xfrm>
          <a:prstGeom prst="rect">
            <a:avLst/>
          </a:prstGeom>
        </p:spPr>
        <p:txBody>
          <a:bodyPr spcFirstLastPara="1" wrap="square" lIns="0" tIns="0" rIns="0" bIns="0" anchor="b" anchorCtr="0">
            <a:normAutofit/>
          </a:bodyPr>
          <a:lstStyle>
            <a:lvl1pPr lvl="0" rtl="0">
              <a:spcBef>
                <a:spcPts val="0"/>
              </a:spcBef>
              <a:spcAft>
                <a:spcPts val="0"/>
              </a:spcAft>
              <a:buClr>
                <a:schemeClr val="accent5"/>
              </a:buClr>
              <a:buSzPts val="700"/>
              <a:buNone/>
              <a:defRPr sz="700">
                <a:solidFill>
                  <a:schemeClr val="accent5"/>
                </a:solidFill>
              </a:defRPr>
            </a:lvl1pPr>
            <a:lvl2pPr lvl="1" rtl="0">
              <a:spcBef>
                <a:spcPts val="0"/>
              </a:spcBef>
              <a:spcAft>
                <a:spcPts val="0"/>
              </a:spcAft>
              <a:buClr>
                <a:schemeClr val="accent5"/>
              </a:buClr>
              <a:buSzPts val="1400"/>
              <a:buNone/>
              <a:defRPr>
                <a:solidFill>
                  <a:schemeClr val="accent5"/>
                </a:solidFill>
              </a:defRPr>
            </a:lvl2pPr>
            <a:lvl3pPr lvl="2" rtl="0">
              <a:spcBef>
                <a:spcPts val="0"/>
              </a:spcBef>
              <a:spcAft>
                <a:spcPts val="0"/>
              </a:spcAft>
              <a:buClr>
                <a:schemeClr val="accent5"/>
              </a:buClr>
              <a:buSzPts val="1400"/>
              <a:buNone/>
              <a:defRPr>
                <a:solidFill>
                  <a:schemeClr val="accent5"/>
                </a:solidFill>
              </a:defRPr>
            </a:lvl3pPr>
            <a:lvl4pPr lvl="3" rtl="0">
              <a:spcBef>
                <a:spcPts val="0"/>
              </a:spcBef>
              <a:spcAft>
                <a:spcPts val="0"/>
              </a:spcAft>
              <a:buClr>
                <a:schemeClr val="accent5"/>
              </a:buClr>
              <a:buSzPts val="1400"/>
              <a:buNone/>
              <a:defRPr>
                <a:solidFill>
                  <a:schemeClr val="accent5"/>
                </a:solidFill>
              </a:defRPr>
            </a:lvl4pPr>
            <a:lvl5pPr lvl="4" rtl="0">
              <a:spcBef>
                <a:spcPts val="0"/>
              </a:spcBef>
              <a:spcAft>
                <a:spcPts val="0"/>
              </a:spcAft>
              <a:buClr>
                <a:schemeClr val="accent5"/>
              </a:buClr>
              <a:buSzPts val="1400"/>
              <a:buNone/>
              <a:defRPr>
                <a:solidFill>
                  <a:schemeClr val="accent5"/>
                </a:solidFill>
              </a:defRPr>
            </a:lvl5pPr>
            <a:lvl6pPr lvl="5" rtl="0">
              <a:spcBef>
                <a:spcPts val="0"/>
              </a:spcBef>
              <a:spcAft>
                <a:spcPts val="0"/>
              </a:spcAft>
              <a:buClr>
                <a:schemeClr val="accent5"/>
              </a:buClr>
              <a:buSzPts val="1400"/>
              <a:buNone/>
              <a:defRPr>
                <a:solidFill>
                  <a:schemeClr val="accent5"/>
                </a:solidFill>
              </a:defRPr>
            </a:lvl6pPr>
            <a:lvl7pPr lvl="6" rtl="0">
              <a:spcBef>
                <a:spcPts val="0"/>
              </a:spcBef>
              <a:spcAft>
                <a:spcPts val="0"/>
              </a:spcAft>
              <a:buClr>
                <a:schemeClr val="accent5"/>
              </a:buClr>
              <a:buSzPts val="1400"/>
              <a:buNone/>
              <a:defRPr>
                <a:solidFill>
                  <a:schemeClr val="accent5"/>
                </a:solidFill>
              </a:defRPr>
            </a:lvl7pPr>
            <a:lvl8pPr lvl="7" rtl="0">
              <a:spcBef>
                <a:spcPts val="0"/>
              </a:spcBef>
              <a:spcAft>
                <a:spcPts val="0"/>
              </a:spcAft>
              <a:buClr>
                <a:schemeClr val="accent5"/>
              </a:buClr>
              <a:buSzPts val="1400"/>
              <a:buNone/>
              <a:defRPr>
                <a:solidFill>
                  <a:schemeClr val="accent5"/>
                </a:solidFill>
              </a:defRPr>
            </a:lvl8pPr>
            <a:lvl9pPr lvl="8" rtl="0">
              <a:spcBef>
                <a:spcPts val="0"/>
              </a:spcBef>
              <a:spcAft>
                <a:spcPts val="0"/>
              </a:spcAft>
              <a:buClr>
                <a:schemeClr val="accent5"/>
              </a:buClr>
              <a:buSzPts val="1400"/>
              <a:buNone/>
              <a:defRPr>
                <a:solidFill>
                  <a:schemeClr val="accent5"/>
                </a:solidFill>
              </a:defRPr>
            </a:lvl9pPr>
          </a:lstStyle>
          <a:p>
            <a:endParaRPr/>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matchingName="Blank - Grey">
  <p:cSld name="TITLE_ONLY_1_2_1">
    <p:bg>
      <p:bgPr>
        <a:solidFill>
          <a:schemeClr val="dk2"/>
        </a:solidFill>
        <a:effectLst/>
      </p:bgPr>
    </p:bg>
    <p:spTree>
      <p:nvGrpSpPr>
        <p:cNvPr id="1" name="Shape 554"/>
        <p:cNvGrpSpPr/>
        <p:nvPr/>
      </p:nvGrpSpPr>
      <p:grpSpPr>
        <a:xfrm>
          <a:off x="0" y="0"/>
          <a:ext cx="0" cy="0"/>
          <a:chOff x="0" y="0"/>
          <a:chExt cx="0" cy="0"/>
        </a:xfrm>
      </p:grpSpPr>
      <p:sp>
        <p:nvSpPr>
          <p:cNvPr id="555" name="Google Shape;555;p63"/>
          <p:cNvSpPr txBox="1">
            <a:spLocks noGrp="1"/>
          </p:cNvSpPr>
          <p:nvPr>
            <p:ph type="sldNum" idx="12"/>
          </p:nvPr>
        </p:nvSpPr>
        <p:spPr>
          <a:xfrm>
            <a:off x="8366700" y="4805546"/>
            <a:ext cx="548700" cy="215400"/>
          </a:xfrm>
          <a:prstGeom prst="rect">
            <a:avLst/>
          </a:prstGeom>
        </p:spPr>
        <p:txBody>
          <a:bodyPr spcFirstLastPara="1" wrap="square" lIns="0" tIns="0" rIns="0" bIns="0" anchor="b" anchorCtr="0">
            <a:normAutofit/>
          </a:bodyPr>
          <a:lstStyle>
            <a:lvl1pPr lvl="0" rtl="0">
              <a:buNone/>
              <a:defRPr>
                <a:solidFill>
                  <a:schemeClr val="accent5"/>
                </a:solidFill>
              </a:defRPr>
            </a:lvl1pPr>
            <a:lvl2pPr lvl="1" rtl="0">
              <a:buNone/>
              <a:defRPr>
                <a:solidFill>
                  <a:schemeClr val="accent5"/>
                </a:solidFill>
              </a:defRPr>
            </a:lvl2pPr>
            <a:lvl3pPr lvl="2" rtl="0">
              <a:buNone/>
              <a:defRPr>
                <a:solidFill>
                  <a:schemeClr val="accent5"/>
                </a:solidFill>
              </a:defRPr>
            </a:lvl3pPr>
            <a:lvl4pPr lvl="3" rtl="0">
              <a:buNone/>
              <a:defRPr>
                <a:solidFill>
                  <a:schemeClr val="accent5"/>
                </a:solidFill>
              </a:defRPr>
            </a:lvl4pPr>
            <a:lvl5pPr lvl="4" rtl="0">
              <a:buNone/>
              <a:defRPr>
                <a:solidFill>
                  <a:schemeClr val="accent5"/>
                </a:solidFill>
              </a:defRPr>
            </a:lvl5pPr>
            <a:lvl6pPr lvl="5" rtl="0">
              <a:buNone/>
              <a:defRPr>
                <a:solidFill>
                  <a:schemeClr val="accent5"/>
                </a:solidFill>
              </a:defRPr>
            </a:lvl6pPr>
            <a:lvl7pPr lvl="6" rtl="0">
              <a:buNone/>
              <a:defRPr>
                <a:solidFill>
                  <a:schemeClr val="accent5"/>
                </a:solidFill>
              </a:defRPr>
            </a:lvl7pPr>
            <a:lvl8pPr lvl="7" rtl="0">
              <a:buNone/>
              <a:defRPr>
                <a:solidFill>
                  <a:schemeClr val="accent5"/>
                </a:solidFill>
              </a:defRPr>
            </a:lvl8pPr>
            <a:lvl9pPr lvl="8" rtl="0">
              <a:buNone/>
              <a:defRPr>
                <a:solidFill>
                  <a:schemeClr val="accent5"/>
                </a:solidFill>
              </a:defRPr>
            </a:lvl9pPr>
          </a:lstStyle>
          <a:p>
            <a:pPr marL="0" lvl="0" indent="0" algn="r" rtl="0">
              <a:spcBef>
                <a:spcPts val="0"/>
              </a:spcBef>
              <a:spcAft>
                <a:spcPts val="0"/>
              </a:spcAft>
              <a:buNone/>
            </a:pPr>
            <a:fld id="{00000000-1234-1234-1234-123412341234}" type="slidenum">
              <a:rPr lang="en"/>
              <a:t>‹#›</a:t>
            </a:fld>
            <a:endParaRPr/>
          </a:p>
        </p:txBody>
      </p:sp>
      <p:pic>
        <p:nvPicPr>
          <p:cNvPr id="556" name="Google Shape;556;p63"/>
          <p:cNvPicPr preferRelativeResize="0"/>
          <p:nvPr/>
        </p:nvPicPr>
        <p:blipFill>
          <a:blip r:embed="rId2">
            <a:alphaModFix/>
          </a:blip>
          <a:stretch>
            <a:fillRect/>
          </a:stretch>
        </p:blipFill>
        <p:spPr>
          <a:xfrm>
            <a:off x="8544859" y="62003"/>
            <a:ext cx="599140" cy="599141"/>
          </a:xfrm>
          <a:prstGeom prst="rect">
            <a:avLst/>
          </a:prstGeom>
          <a:noFill/>
          <a:ln>
            <a:noFill/>
          </a:ln>
        </p:spPr>
      </p:pic>
      <p:sp>
        <p:nvSpPr>
          <p:cNvPr id="557" name="Google Shape;557;p63"/>
          <p:cNvSpPr txBox="1">
            <a:spLocks noGrp="1"/>
          </p:cNvSpPr>
          <p:nvPr>
            <p:ph type="subTitle" idx="1"/>
          </p:nvPr>
        </p:nvSpPr>
        <p:spPr>
          <a:xfrm>
            <a:off x="467075" y="4814525"/>
            <a:ext cx="2326500" cy="206400"/>
          </a:xfrm>
          <a:prstGeom prst="rect">
            <a:avLst/>
          </a:prstGeom>
        </p:spPr>
        <p:txBody>
          <a:bodyPr spcFirstLastPara="1" wrap="square" lIns="0" tIns="0" rIns="0" bIns="0" anchor="b" anchorCtr="0">
            <a:normAutofit/>
          </a:bodyPr>
          <a:lstStyle>
            <a:lvl1pPr lvl="0" rtl="0">
              <a:spcBef>
                <a:spcPts val="0"/>
              </a:spcBef>
              <a:spcAft>
                <a:spcPts val="0"/>
              </a:spcAft>
              <a:buClr>
                <a:schemeClr val="accent5"/>
              </a:buClr>
              <a:buSzPts val="700"/>
              <a:buNone/>
              <a:defRPr sz="700">
                <a:solidFill>
                  <a:schemeClr val="accent5"/>
                </a:solidFill>
              </a:defRPr>
            </a:lvl1pPr>
            <a:lvl2pPr lvl="1" rtl="0">
              <a:spcBef>
                <a:spcPts val="0"/>
              </a:spcBef>
              <a:spcAft>
                <a:spcPts val="0"/>
              </a:spcAft>
              <a:buClr>
                <a:schemeClr val="accent5"/>
              </a:buClr>
              <a:buSzPts val="1400"/>
              <a:buNone/>
              <a:defRPr>
                <a:solidFill>
                  <a:schemeClr val="accent5"/>
                </a:solidFill>
              </a:defRPr>
            </a:lvl2pPr>
            <a:lvl3pPr lvl="2" rtl="0">
              <a:spcBef>
                <a:spcPts val="0"/>
              </a:spcBef>
              <a:spcAft>
                <a:spcPts val="0"/>
              </a:spcAft>
              <a:buClr>
                <a:schemeClr val="accent5"/>
              </a:buClr>
              <a:buSzPts val="1400"/>
              <a:buNone/>
              <a:defRPr>
                <a:solidFill>
                  <a:schemeClr val="accent5"/>
                </a:solidFill>
              </a:defRPr>
            </a:lvl3pPr>
            <a:lvl4pPr lvl="3" rtl="0">
              <a:spcBef>
                <a:spcPts val="0"/>
              </a:spcBef>
              <a:spcAft>
                <a:spcPts val="0"/>
              </a:spcAft>
              <a:buClr>
                <a:schemeClr val="accent5"/>
              </a:buClr>
              <a:buSzPts val="1400"/>
              <a:buNone/>
              <a:defRPr>
                <a:solidFill>
                  <a:schemeClr val="accent5"/>
                </a:solidFill>
              </a:defRPr>
            </a:lvl4pPr>
            <a:lvl5pPr lvl="4" rtl="0">
              <a:spcBef>
                <a:spcPts val="0"/>
              </a:spcBef>
              <a:spcAft>
                <a:spcPts val="0"/>
              </a:spcAft>
              <a:buClr>
                <a:schemeClr val="accent5"/>
              </a:buClr>
              <a:buSzPts val="1400"/>
              <a:buNone/>
              <a:defRPr>
                <a:solidFill>
                  <a:schemeClr val="accent5"/>
                </a:solidFill>
              </a:defRPr>
            </a:lvl5pPr>
            <a:lvl6pPr lvl="5" rtl="0">
              <a:spcBef>
                <a:spcPts val="0"/>
              </a:spcBef>
              <a:spcAft>
                <a:spcPts val="0"/>
              </a:spcAft>
              <a:buClr>
                <a:schemeClr val="accent5"/>
              </a:buClr>
              <a:buSzPts val="1400"/>
              <a:buNone/>
              <a:defRPr>
                <a:solidFill>
                  <a:schemeClr val="accent5"/>
                </a:solidFill>
              </a:defRPr>
            </a:lvl6pPr>
            <a:lvl7pPr lvl="6" rtl="0">
              <a:spcBef>
                <a:spcPts val="0"/>
              </a:spcBef>
              <a:spcAft>
                <a:spcPts val="0"/>
              </a:spcAft>
              <a:buClr>
                <a:schemeClr val="accent5"/>
              </a:buClr>
              <a:buSzPts val="1400"/>
              <a:buNone/>
              <a:defRPr>
                <a:solidFill>
                  <a:schemeClr val="accent5"/>
                </a:solidFill>
              </a:defRPr>
            </a:lvl7pPr>
            <a:lvl8pPr lvl="7" rtl="0">
              <a:spcBef>
                <a:spcPts val="0"/>
              </a:spcBef>
              <a:spcAft>
                <a:spcPts val="0"/>
              </a:spcAft>
              <a:buClr>
                <a:schemeClr val="accent5"/>
              </a:buClr>
              <a:buSzPts val="1400"/>
              <a:buNone/>
              <a:defRPr>
                <a:solidFill>
                  <a:schemeClr val="accent5"/>
                </a:solidFill>
              </a:defRPr>
            </a:lvl8pPr>
            <a:lvl9pPr lvl="8" rtl="0">
              <a:spcBef>
                <a:spcPts val="0"/>
              </a:spcBef>
              <a:spcAft>
                <a:spcPts val="0"/>
              </a:spcAft>
              <a:buClr>
                <a:schemeClr val="accent5"/>
              </a:buClr>
              <a:buSzPts val="1400"/>
              <a:buNone/>
              <a:defRPr>
                <a:solidFill>
                  <a:schemeClr val="accent5"/>
                </a:solidFill>
              </a:defRPr>
            </a:lvl9pPr>
          </a:lstStyle>
          <a:p>
            <a:endParaRPr/>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matchingName="Agenda">
  <p:cSld name="TITLE_ONLY_1_1">
    <p:bg>
      <p:bgPr>
        <a:solidFill>
          <a:schemeClr val="dk2"/>
        </a:solidFill>
        <a:effectLst/>
      </p:bgPr>
    </p:bg>
    <p:spTree>
      <p:nvGrpSpPr>
        <p:cNvPr id="1" name="Shape 558"/>
        <p:cNvGrpSpPr/>
        <p:nvPr/>
      </p:nvGrpSpPr>
      <p:grpSpPr>
        <a:xfrm>
          <a:off x="0" y="0"/>
          <a:ext cx="0" cy="0"/>
          <a:chOff x="0" y="0"/>
          <a:chExt cx="0" cy="0"/>
        </a:xfrm>
      </p:grpSpPr>
      <p:sp>
        <p:nvSpPr>
          <p:cNvPr id="559" name="Google Shape;559;p64"/>
          <p:cNvSpPr/>
          <p:nvPr/>
        </p:nvSpPr>
        <p:spPr>
          <a:xfrm>
            <a:off x="3048000" y="116775"/>
            <a:ext cx="5486400" cy="5064600"/>
          </a:xfrm>
          <a:prstGeom prst="round2SameRect">
            <a:avLst>
              <a:gd name="adj1" fmla="val 5745"/>
              <a:gd name="adj2" fmla="val 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0" name="Google Shape;560;p64"/>
          <p:cNvSpPr txBox="1">
            <a:spLocks noGrp="1"/>
          </p:cNvSpPr>
          <p:nvPr>
            <p:ph type="sldNum" idx="12"/>
          </p:nvPr>
        </p:nvSpPr>
        <p:spPr>
          <a:xfrm>
            <a:off x="8366700" y="4805546"/>
            <a:ext cx="548700" cy="215400"/>
          </a:xfrm>
          <a:prstGeom prst="rect">
            <a:avLst/>
          </a:prstGeom>
        </p:spPr>
        <p:txBody>
          <a:bodyPr spcFirstLastPara="1" wrap="square" lIns="0" tIns="0" rIns="0" bIns="0" anchor="b" anchorCtr="0">
            <a:normAutofit/>
          </a:bodyPr>
          <a:lstStyle>
            <a:lvl1pPr lvl="0" rtl="0">
              <a:buNone/>
              <a:defRPr>
                <a:solidFill>
                  <a:schemeClr val="accent5"/>
                </a:solidFill>
              </a:defRPr>
            </a:lvl1pPr>
            <a:lvl2pPr lvl="1" rtl="0">
              <a:buNone/>
              <a:defRPr>
                <a:solidFill>
                  <a:schemeClr val="accent5"/>
                </a:solidFill>
              </a:defRPr>
            </a:lvl2pPr>
            <a:lvl3pPr lvl="2" rtl="0">
              <a:buNone/>
              <a:defRPr>
                <a:solidFill>
                  <a:schemeClr val="accent5"/>
                </a:solidFill>
              </a:defRPr>
            </a:lvl3pPr>
            <a:lvl4pPr lvl="3" rtl="0">
              <a:buNone/>
              <a:defRPr>
                <a:solidFill>
                  <a:schemeClr val="accent5"/>
                </a:solidFill>
              </a:defRPr>
            </a:lvl4pPr>
            <a:lvl5pPr lvl="4" rtl="0">
              <a:buNone/>
              <a:defRPr>
                <a:solidFill>
                  <a:schemeClr val="accent5"/>
                </a:solidFill>
              </a:defRPr>
            </a:lvl5pPr>
            <a:lvl6pPr lvl="5" rtl="0">
              <a:buNone/>
              <a:defRPr>
                <a:solidFill>
                  <a:schemeClr val="accent5"/>
                </a:solidFill>
              </a:defRPr>
            </a:lvl6pPr>
            <a:lvl7pPr lvl="6" rtl="0">
              <a:buNone/>
              <a:defRPr>
                <a:solidFill>
                  <a:schemeClr val="accent5"/>
                </a:solidFill>
              </a:defRPr>
            </a:lvl7pPr>
            <a:lvl8pPr lvl="7" rtl="0">
              <a:buNone/>
              <a:defRPr>
                <a:solidFill>
                  <a:schemeClr val="accent5"/>
                </a:solidFill>
              </a:defRPr>
            </a:lvl8pPr>
            <a:lvl9pPr lvl="8" rtl="0">
              <a:buNone/>
              <a:defRPr>
                <a:solidFill>
                  <a:schemeClr val="accent5"/>
                </a:solidFill>
              </a:defRPr>
            </a:lvl9pPr>
          </a:lstStyle>
          <a:p>
            <a:pPr marL="0" lvl="0" indent="0" algn="r" rtl="0">
              <a:spcBef>
                <a:spcPts val="0"/>
              </a:spcBef>
              <a:spcAft>
                <a:spcPts val="0"/>
              </a:spcAft>
              <a:buNone/>
            </a:pPr>
            <a:fld id="{00000000-1234-1234-1234-123412341234}" type="slidenum">
              <a:rPr lang="en"/>
              <a:t>‹#›</a:t>
            </a:fld>
            <a:endParaRPr/>
          </a:p>
        </p:txBody>
      </p:sp>
      <p:pic>
        <p:nvPicPr>
          <p:cNvPr id="561" name="Google Shape;561;p64"/>
          <p:cNvPicPr preferRelativeResize="0"/>
          <p:nvPr/>
        </p:nvPicPr>
        <p:blipFill>
          <a:blip r:embed="rId2">
            <a:alphaModFix/>
          </a:blip>
          <a:stretch>
            <a:fillRect/>
          </a:stretch>
        </p:blipFill>
        <p:spPr>
          <a:xfrm>
            <a:off x="8544859" y="62003"/>
            <a:ext cx="599140" cy="599141"/>
          </a:xfrm>
          <a:prstGeom prst="rect">
            <a:avLst/>
          </a:prstGeom>
          <a:noFill/>
          <a:ln>
            <a:noFill/>
          </a:ln>
        </p:spPr>
      </p:pic>
      <p:sp>
        <p:nvSpPr>
          <p:cNvPr id="562" name="Google Shape;562;p64"/>
          <p:cNvSpPr txBox="1">
            <a:spLocks noGrp="1"/>
          </p:cNvSpPr>
          <p:nvPr>
            <p:ph type="subTitle" idx="1"/>
          </p:nvPr>
        </p:nvSpPr>
        <p:spPr>
          <a:xfrm>
            <a:off x="467075" y="4814525"/>
            <a:ext cx="2326500" cy="206400"/>
          </a:xfrm>
          <a:prstGeom prst="rect">
            <a:avLst/>
          </a:prstGeom>
        </p:spPr>
        <p:txBody>
          <a:bodyPr spcFirstLastPara="1" wrap="square" lIns="0" tIns="0" rIns="0" bIns="0" anchor="b" anchorCtr="0">
            <a:normAutofit/>
          </a:bodyPr>
          <a:lstStyle>
            <a:lvl1pPr lvl="0" rtl="0">
              <a:spcBef>
                <a:spcPts val="0"/>
              </a:spcBef>
              <a:spcAft>
                <a:spcPts val="0"/>
              </a:spcAft>
              <a:buClr>
                <a:schemeClr val="accent5"/>
              </a:buClr>
              <a:buSzPts val="700"/>
              <a:buNone/>
              <a:defRPr sz="700">
                <a:solidFill>
                  <a:schemeClr val="accent5"/>
                </a:solidFill>
              </a:defRPr>
            </a:lvl1pPr>
            <a:lvl2pPr lvl="1" rtl="0">
              <a:spcBef>
                <a:spcPts val="0"/>
              </a:spcBef>
              <a:spcAft>
                <a:spcPts val="0"/>
              </a:spcAft>
              <a:buClr>
                <a:schemeClr val="accent5"/>
              </a:buClr>
              <a:buSzPts val="1400"/>
              <a:buNone/>
              <a:defRPr>
                <a:solidFill>
                  <a:schemeClr val="accent5"/>
                </a:solidFill>
              </a:defRPr>
            </a:lvl2pPr>
            <a:lvl3pPr lvl="2" rtl="0">
              <a:spcBef>
                <a:spcPts val="0"/>
              </a:spcBef>
              <a:spcAft>
                <a:spcPts val="0"/>
              </a:spcAft>
              <a:buClr>
                <a:schemeClr val="accent5"/>
              </a:buClr>
              <a:buSzPts val="1400"/>
              <a:buNone/>
              <a:defRPr>
                <a:solidFill>
                  <a:schemeClr val="accent5"/>
                </a:solidFill>
              </a:defRPr>
            </a:lvl3pPr>
            <a:lvl4pPr lvl="3" rtl="0">
              <a:spcBef>
                <a:spcPts val="0"/>
              </a:spcBef>
              <a:spcAft>
                <a:spcPts val="0"/>
              </a:spcAft>
              <a:buClr>
                <a:schemeClr val="accent5"/>
              </a:buClr>
              <a:buSzPts val="1400"/>
              <a:buNone/>
              <a:defRPr>
                <a:solidFill>
                  <a:schemeClr val="accent5"/>
                </a:solidFill>
              </a:defRPr>
            </a:lvl4pPr>
            <a:lvl5pPr lvl="4" rtl="0">
              <a:spcBef>
                <a:spcPts val="0"/>
              </a:spcBef>
              <a:spcAft>
                <a:spcPts val="0"/>
              </a:spcAft>
              <a:buClr>
                <a:schemeClr val="accent5"/>
              </a:buClr>
              <a:buSzPts val="1400"/>
              <a:buNone/>
              <a:defRPr>
                <a:solidFill>
                  <a:schemeClr val="accent5"/>
                </a:solidFill>
              </a:defRPr>
            </a:lvl5pPr>
            <a:lvl6pPr lvl="5" rtl="0">
              <a:spcBef>
                <a:spcPts val="0"/>
              </a:spcBef>
              <a:spcAft>
                <a:spcPts val="0"/>
              </a:spcAft>
              <a:buClr>
                <a:schemeClr val="accent5"/>
              </a:buClr>
              <a:buSzPts val="1400"/>
              <a:buNone/>
              <a:defRPr>
                <a:solidFill>
                  <a:schemeClr val="accent5"/>
                </a:solidFill>
              </a:defRPr>
            </a:lvl6pPr>
            <a:lvl7pPr lvl="6" rtl="0">
              <a:spcBef>
                <a:spcPts val="0"/>
              </a:spcBef>
              <a:spcAft>
                <a:spcPts val="0"/>
              </a:spcAft>
              <a:buClr>
                <a:schemeClr val="accent5"/>
              </a:buClr>
              <a:buSzPts val="1400"/>
              <a:buNone/>
              <a:defRPr>
                <a:solidFill>
                  <a:schemeClr val="accent5"/>
                </a:solidFill>
              </a:defRPr>
            </a:lvl7pPr>
            <a:lvl8pPr lvl="7" rtl="0">
              <a:spcBef>
                <a:spcPts val="0"/>
              </a:spcBef>
              <a:spcAft>
                <a:spcPts val="0"/>
              </a:spcAft>
              <a:buClr>
                <a:schemeClr val="accent5"/>
              </a:buClr>
              <a:buSzPts val="1400"/>
              <a:buNone/>
              <a:defRPr>
                <a:solidFill>
                  <a:schemeClr val="accent5"/>
                </a:solidFill>
              </a:defRPr>
            </a:lvl8pPr>
            <a:lvl9pPr lvl="8" rtl="0">
              <a:spcBef>
                <a:spcPts val="0"/>
              </a:spcBef>
              <a:spcAft>
                <a:spcPts val="0"/>
              </a:spcAft>
              <a:buClr>
                <a:schemeClr val="accent5"/>
              </a:buClr>
              <a:buSzPts val="1400"/>
              <a:buNone/>
              <a:defRPr>
                <a:solidFill>
                  <a:schemeClr val="accent5"/>
                </a:solidFill>
              </a:defRPr>
            </a:lvl9pPr>
          </a:lstStyle>
          <a:p>
            <a:endParaRPr/>
          </a:p>
        </p:txBody>
      </p:sp>
      <p:sp>
        <p:nvSpPr>
          <p:cNvPr id="563" name="Google Shape;563;p64"/>
          <p:cNvSpPr/>
          <p:nvPr/>
        </p:nvSpPr>
        <p:spPr>
          <a:xfrm>
            <a:off x="296725" y="116775"/>
            <a:ext cx="2515200" cy="1483500"/>
          </a:xfrm>
          <a:prstGeom prst="roundRect">
            <a:avLst>
              <a:gd name="adj" fmla="val 15741"/>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4" name="Google Shape;564;p64"/>
          <p:cNvSpPr txBox="1"/>
          <p:nvPr/>
        </p:nvSpPr>
        <p:spPr>
          <a:xfrm>
            <a:off x="305725" y="116775"/>
            <a:ext cx="2497200" cy="14835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endParaRPr sz="3400" b="1">
              <a:solidFill>
                <a:schemeClr val="lt2"/>
              </a:solidFill>
              <a:latin typeface="IBM Plex Sans"/>
              <a:ea typeface="IBM Plex Sans"/>
              <a:cs typeface="IBM Plex Sans"/>
              <a:sym typeface="IBM Plex Sans"/>
            </a:endParaRPr>
          </a:p>
        </p:txBody>
      </p:sp>
      <p:sp>
        <p:nvSpPr>
          <p:cNvPr id="565" name="Google Shape;565;p64"/>
          <p:cNvSpPr txBox="1">
            <a:spLocks noGrp="1"/>
          </p:cNvSpPr>
          <p:nvPr>
            <p:ph type="body" idx="2"/>
          </p:nvPr>
        </p:nvSpPr>
        <p:spPr>
          <a:xfrm>
            <a:off x="3284075" y="419100"/>
            <a:ext cx="5016000" cy="4242900"/>
          </a:xfrm>
          <a:prstGeom prst="rect">
            <a:avLst/>
          </a:prstGeom>
        </p:spPr>
        <p:txBody>
          <a:bodyPr spcFirstLastPara="1" wrap="square" lIns="0" tIns="0" rIns="0" bIns="0" anchor="t" anchorCtr="0">
            <a:normAutofit/>
          </a:bodyPr>
          <a:lstStyle>
            <a:lvl1pPr marL="457200" lvl="0" indent="-330200" rtl="0">
              <a:spcBef>
                <a:spcPts val="0"/>
              </a:spcBef>
              <a:spcAft>
                <a:spcPts val="0"/>
              </a:spcAft>
              <a:buSzPts val="1600"/>
              <a:buChar char="■"/>
              <a:defRPr/>
            </a:lvl1pPr>
            <a:lvl2pPr marL="914400" lvl="1" indent="-317500" rtl="0">
              <a:spcBef>
                <a:spcPts val="0"/>
              </a:spcBef>
              <a:spcAft>
                <a:spcPts val="0"/>
              </a:spcAft>
              <a:buSzPts val="1400"/>
              <a:buChar char="■"/>
              <a:defRPr/>
            </a:lvl2pPr>
            <a:lvl3pPr marL="1371600" lvl="2" indent="-317500" rtl="0">
              <a:spcBef>
                <a:spcPts val="0"/>
              </a:spcBef>
              <a:spcAft>
                <a:spcPts val="0"/>
              </a:spcAft>
              <a:buSzPts val="1400"/>
              <a:buChar char="■"/>
              <a:defRPr/>
            </a:lvl3pPr>
            <a:lvl4pPr marL="1828800" lvl="3" indent="-317500" rtl="0">
              <a:spcBef>
                <a:spcPts val="0"/>
              </a:spcBef>
              <a:spcAft>
                <a:spcPts val="0"/>
              </a:spcAft>
              <a:buSzPts val="1400"/>
              <a:buChar char="●"/>
              <a:defRPr/>
            </a:lvl4pPr>
            <a:lvl5pPr marL="2286000" lvl="4" indent="-317500" rtl="0">
              <a:spcBef>
                <a:spcPts val="0"/>
              </a:spcBef>
              <a:spcAft>
                <a:spcPts val="0"/>
              </a:spcAft>
              <a:buSzPts val="1400"/>
              <a:buChar char="○"/>
              <a:defRPr/>
            </a:lvl5pPr>
            <a:lvl6pPr marL="2743200" lvl="5" indent="-317500" rtl="0">
              <a:spcBef>
                <a:spcPts val="0"/>
              </a:spcBef>
              <a:spcAft>
                <a:spcPts val="0"/>
              </a:spcAft>
              <a:buSzPts val="1400"/>
              <a:buChar char="■"/>
              <a:defRPr/>
            </a:lvl6pPr>
            <a:lvl7pPr marL="3200400" lvl="6" indent="-317500" rtl="0">
              <a:spcBef>
                <a:spcPts val="0"/>
              </a:spcBef>
              <a:spcAft>
                <a:spcPts val="0"/>
              </a:spcAft>
              <a:buSzPts val="1400"/>
              <a:buChar char="●"/>
              <a:defRPr/>
            </a:lvl7pPr>
            <a:lvl8pPr marL="3657600" lvl="7" indent="-317500" rtl="0">
              <a:spcBef>
                <a:spcPts val="0"/>
              </a:spcBef>
              <a:spcAft>
                <a:spcPts val="0"/>
              </a:spcAft>
              <a:buSzPts val="1400"/>
              <a:buChar char="○"/>
              <a:defRPr/>
            </a:lvl8pPr>
            <a:lvl9pPr marL="4114800" lvl="8" indent="-317500" rtl="0">
              <a:spcBef>
                <a:spcPts val="0"/>
              </a:spcBef>
              <a:spcAft>
                <a:spcPts val="0"/>
              </a:spcAft>
              <a:buSzPts val="1400"/>
              <a:buChar char="■"/>
              <a:defRPr/>
            </a:lvl9pPr>
          </a:lstStyle>
          <a:p>
            <a:endParaRPr/>
          </a:p>
        </p:txBody>
      </p:sp>
      <p:grpSp>
        <p:nvGrpSpPr>
          <p:cNvPr id="566" name="Google Shape;566;p64"/>
          <p:cNvGrpSpPr/>
          <p:nvPr/>
        </p:nvGrpSpPr>
        <p:grpSpPr>
          <a:xfrm>
            <a:off x="304811" y="2694788"/>
            <a:ext cx="1029335" cy="1025218"/>
            <a:chOff x="3000325" y="3156400"/>
            <a:chExt cx="881054" cy="877530"/>
          </a:xfrm>
        </p:grpSpPr>
        <p:sp>
          <p:nvSpPr>
            <p:cNvPr id="567" name="Google Shape;567;p64"/>
            <p:cNvSpPr/>
            <p:nvPr/>
          </p:nvSpPr>
          <p:spPr>
            <a:xfrm>
              <a:off x="3791679" y="3550315"/>
              <a:ext cx="89700" cy="89700"/>
            </a:xfrm>
            <a:prstGeom prst="ellipse">
              <a:avLst/>
            </a:prstGeom>
            <a:solidFill>
              <a:srgbClr val="FFC6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8" name="Google Shape;568;p64"/>
            <p:cNvSpPr/>
            <p:nvPr/>
          </p:nvSpPr>
          <p:spPr>
            <a:xfrm>
              <a:off x="3791679" y="3353358"/>
              <a:ext cx="89700" cy="89700"/>
            </a:xfrm>
            <a:prstGeom prst="ellipse">
              <a:avLst/>
            </a:prstGeom>
            <a:solidFill>
              <a:srgbClr val="FFC6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9" name="Google Shape;569;p64"/>
            <p:cNvSpPr/>
            <p:nvPr/>
          </p:nvSpPr>
          <p:spPr>
            <a:xfrm>
              <a:off x="3791679" y="3156400"/>
              <a:ext cx="89700" cy="89700"/>
            </a:xfrm>
            <a:prstGeom prst="ellipse">
              <a:avLst/>
            </a:prstGeom>
            <a:solidFill>
              <a:srgbClr val="FFC6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0" name="Google Shape;570;p64"/>
            <p:cNvSpPr/>
            <p:nvPr/>
          </p:nvSpPr>
          <p:spPr>
            <a:xfrm>
              <a:off x="3791679" y="3747273"/>
              <a:ext cx="89700" cy="89700"/>
            </a:xfrm>
            <a:prstGeom prst="ellipse">
              <a:avLst/>
            </a:prstGeom>
            <a:solidFill>
              <a:srgbClr val="FFC6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1" name="Google Shape;571;p64"/>
            <p:cNvSpPr/>
            <p:nvPr/>
          </p:nvSpPr>
          <p:spPr>
            <a:xfrm>
              <a:off x="3791679" y="3944230"/>
              <a:ext cx="89700" cy="89700"/>
            </a:xfrm>
            <a:prstGeom prst="ellipse">
              <a:avLst/>
            </a:prstGeom>
            <a:solidFill>
              <a:srgbClr val="FFC6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2" name="Google Shape;572;p64"/>
            <p:cNvSpPr/>
            <p:nvPr/>
          </p:nvSpPr>
          <p:spPr>
            <a:xfrm>
              <a:off x="3000325" y="3550315"/>
              <a:ext cx="89700" cy="89700"/>
            </a:xfrm>
            <a:prstGeom prst="ellipse">
              <a:avLst/>
            </a:prstGeom>
            <a:solidFill>
              <a:srgbClr val="FFC6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3" name="Google Shape;573;p64"/>
            <p:cNvSpPr/>
            <p:nvPr/>
          </p:nvSpPr>
          <p:spPr>
            <a:xfrm>
              <a:off x="3000325" y="3353358"/>
              <a:ext cx="89700" cy="89700"/>
            </a:xfrm>
            <a:prstGeom prst="ellipse">
              <a:avLst/>
            </a:prstGeom>
            <a:solidFill>
              <a:srgbClr val="FFC6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4" name="Google Shape;574;p64"/>
            <p:cNvSpPr/>
            <p:nvPr/>
          </p:nvSpPr>
          <p:spPr>
            <a:xfrm>
              <a:off x="3000325" y="3156400"/>
              <a:ext cx="89700" cy="89700"/>
            </a:xfrm>
            <a:prstGeom prst="ellipse">
              <a:avLst/>
            </a:prstGeom>
            <a:solidFill>
              <a:srgbClr val="FFC6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5" name="Google Shape;575;p64"/>
            <p:cNvSpPr/>
            <p:nvPr/>
          </p:nvSpPr>
          <p:spPr>
            <a:xfrm>
              <a:off x="3000325" y="3747273"/>
              <a:ext cx="89700" cy="89700"/>
            </a:xfrm>
            <a:prstGeom prst="ellipse">
              <a:avLst/>
            </a:prstGeom>
            <a:solidFill>
              <a:srgbClr val="FFC6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6" name="Google Shape;576;p64"/>
            <p:cNvSpPr/>
            <p:nvPr/>
          </p:nvSpPr>
          <p:spPr>
            <a:xfrm>
              <a:off x="3000325" y="3944230"/>
              <a:ext cx="89700" cy="89700"/>
            </a:xfrm>
            <a:prstGeom prst="ellipse">
              <a:avLst/>
            </a:prstGeom>
            <a:solidFill>
              <a:srgbClr val="FFC6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7" name="Google Shape;577;p64"/>
            <p:cNvSpPr/>
            <p:nvPr/>
          </p:nvSpPr>
          <p:spPr>
            <a:xfrm>
              <a:off x="3198163" y="3550315"/>
              <a:ext cx="89700" cy="89700"/>
            </a:xfrm>
            <a:prstGeom prst="ellipse">
              <a:avLst/>
            </a:prstGeom>
            <a:solidFill>
              <a:srgbClr val="FFC6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8" name="Google Shape;578;p64"/>
            <p:cNvSpPr/>
            <p:nvPr/>
          </p:nvSpPr>
          <p:spPr>
            <a:xfrm>
              <a:off x="3198163" y="3353358"/>
              <a:ext cx="89700" cy="89700"/>
            </a:xfrm>
            <a:prstGeom prst="ellipse">
              <a:avLst/>
            </a:prstGeom>
            <a:solidFill>
              <a:srgbClr val="FFC6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9" name="Google Shape;579;p64"/>
            <p:cNvSpPr/>
            <p:nvPr/>
          </p:nvSpPr>
          <p:spPr>
            <a:xfrm>
              <a:off x="3198163" y="3156400"/>
              <a:ext cx="89700" cy="89700"/>
            </a:xfrm>
            <a:prstGeom prst="ellipse">
              <a:avLst/>
            </a:prstGeom>
            <a:solidFill>
              <a:srgbClr val="FFC6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0" name="Google Shape;580;p64"/>
            <p:cNvSpPr/>
            <p:nvPr/>
          </p:nvSpPr>
          <p:spPr>
            <a:xfrm>
              <a:off x="3198163" y="3747273"/>
              <a:ext cx="89700" cy="89700"/>
            </a:xfrm>
            <a:prstGeom prst="ellipse">
              <a:avLst/>
            </a:prstGeom>
            <a:solidFill>
              <a:srgbClr val="FFC6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1" name="Google Shape;581;p64"/>
            <p:cNvSpPr/>
            <p:nvPr/>
          </p:nvSpPr>
          <p:spPr>
            <a:xfrm>
              <a:off x="3198163" y="3944230"/>
              <a:ext cx="89700" cy="89700"/>
            </a:xfrm>
            <a:prstGeom prst="ellipse">
              <a:avLst/>
            </a:prstGeom>
            <a:solidFill>
              <a:srgbClr val="FFC6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2" name="Google Shape;582;p64"/>
            <p:cNvSpPr/>
            <p:nvPr/>
          </p:nvSpPr>
          <p:spPr>
            <a:xfrm>
              <a:off x="3396002" y="3550315"/>
              <a:ext cx="89700" cy="89700"/>
            </a:xfrm>
            <a:prstGeom prst="ellipse">
              <a:avLst/>
            </a:prstGeom>
            <a:solidFill>
              <a:srgbClr val="FFC6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3" name="Google Shape;583;p64"/>
            <p:cNvSpPr/>
            <p:nvPr/>
          </p:nvSpPr>
          <p:spPr>
            <a:xfrm>
              <a:off x="3396002" y="3353358"/>
              <a:ext cx="89700" cy="89700"/>
            </a:xfrm>
            <a:prstGeom prst="ellipse">
              <a:avLst/>
            </a:prstGeom>
            <a:solidFill>
              <a:srgbClr val="FFC6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4" name="Google Shape;584;p64"/>
            <p:cNvSpPr/>
            <p:nvPr/>
          </p:nvSpPr>
          <p:spPr>
            <a:xfrm>
              <a:off x="3396002" y="3156400"/>
              <a:ext cx="89700" cy="89700"/>
            </a:xfrm>
            <a:prstGeom prst="ellipse">
              <a:avLst/>
            </a:prstGeom>
            <a:solidFill>
              <a:srgbClr val="FFC6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5" name="Google Shape;585;p64"/>
            <p:cNvSpPr/>
            <p:nvPr/>
          </p:nvSpPr>
          <p:spPr>
            <a:xfrm>
              <a:off x="3396002" y="3747273"/>
              <a:ext cx="89700" cy="89700"/>
            </a:xfrm>
            <a:prstGeom prst="ellipse">
              <a:avLst/>
            </a:prstGeom>
            <a:solidFill>
              <a:srgbClr val="FFC6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6" name="Google Shape;586;p64"/>
            <p:cNvSpPr/>
            <p:nvPr/>
          </p:nvSpPr>
          <p:spPr>
            <a:xfrm>
              <a:off x="3396002" y="3944230"/>
              <a:ext cx="89700" cy="89700"/>
            </a:xfrm>
            <a:prstGeom prst="ellipse">
              <a:avLst/>
            </a:prstGeom>
            <a:solidFill>
              <a:srgbClr val="FFC6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7" name="Google Shape;587;p64"/>
            <p:cNvSpPr/>
            <p:nvPr/>
          </p:nvSpPr>
          <p:spPr>
            <a:xfrm>
              <a:off x="3593840" y="3550315"/>
              <a:ext cx="89700" cy="89700"/>
            </a:xfrm>
            <a:prstGeom prst="ellipse">
              <a:avLst/>
            </a:prstGeom>
            <a:solidFill>
              <a:srgbClr val="FFC6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8" name="Google Shape;588;p64"/>
            <p:cNvSpPr/>
            <p:nvPr/>
          </p:nvSpPr>
          <p:spPr>
            <a:xfrm>
              <a:off x="3593840" y="3353358"/>
              <a:ext cx="89700" cy="89700"/>
            </a:xfrm>
            <a:prstGeom prst="ellipse">
              <a:avLst/>
            </a:prstGeom>
            <a:solidFill>
              <a:srgbClr val="FFC6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9" name="Google Shape;589;p64"/>
            <p:cNvSpPr/>
            <p:nvPr/>
          </p:nvSpPr>
          <p:spPr>
            <a:xfrm>
              <a:off x="3593840" y="3156400"/>
              <a:ext cx="89700" cy="89700"/>
            </a:xfrm>
            <a:prstGeom prst="ellipse">
              <a:avLst/>
            </a:prstGeom>
            <a:solidFill>
              <a:srgbClr val="FFC6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0" name="Google Shape;590;p64"/>
            <p:cNvSpPr/>
            <p:nvPr/>
          </p:nvSpPr>
          <p:spPr>
            <a:xfrm>
              <a:off x="3593840" y="3747273"/>
              <a:ext cx="89700" cy="89700"/>
            </a:xfrm>
            <a:prstGeom prst="ellipse">
              <a:avLst/>
            </a:prstGeom>
            <a:solidFill>
              <a:srgbClr val="FFC6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1" name="Google Shape;591;p64"/>
            <p:cNvSpPr/>
            <p:nvPr/>
          </p:nvSpPr>
          <p:spPr>
            <a:xfrm>
              <a:off x="3593840" y="3944230"/>
              <a:ext cx="89700" cy="89700"/>
            </a:xfrm>
            <a:prstGeom prst="ellipse">
              <a:avLst/>
            </a:prstGeom>
            <a:solidFill>
              <a:srgbClr val="FFC6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92" name="Google Shape;592;p64"/>
          <p:cNvSpPr txBox="1">
            <a:spLocks noGrp="1"/>
          </p:cNvSpPr>
          <p:nvPr>
            <p:ph type="title"/>
          </p:nvPr>
        </p:nvSpPr>
        <p:spPr>
          <a:xfrm>
            <a:off x="304798" y="373398"/>
            <a:ext cx="2497200" cy="903300"/>
          </a:xfrm>
          <a:prstGeom prst="rect">
            <a:avLst/>
          </a:prstGeom>
        </p:spPr>
        <p:txBody>
          <a:bodyPr spcFirstLastPara="1" wrap="square" lIns="0" tIns="0" rIns="0" bIns="0" anchor="ctr" anchorCtr="0">
            <a:normAutofit/>
          </a:bodyPr>
          <a:lstStyle>
            <a:lvl1pPr lvl="0" algn="ctr" rtl="0">
              <a:spcBef>
                <a:spcPts val="0"/>
              </a:spcBef>
              <a:spcAft>
                <a:spcPts val="0"/>
              </a:spcAft>
              <a:buClr>
                <a:schemeClr val="lt2"/>
              </a:buClr>
              <a:buSzPts val="3400"/>
              <a:buNone/>
              <a:defRPr>
                <a:solidFill>
                  <a:schemeClr val="lt2"/>
                </a:solidFill>
              </a:defRPr>
            </a:lvl1pPr>
            <a:lvl2pPr lvl="1" algn="ctr" rtl="0">
              <a:spcBef>
                <a:spcPts val="0"/>
              </a:spcBef>
              <a:spcAft>
                <a:spcPts val="0"/>
              </a:spcAft>
              <a:buSzPts val="2800"/>
              <a:buNone/>
              <a:defRPr/>
            </a:lvl2pPr>
            <a:lvl3pPr lvl="2" algn="ctr" rtl="0">
              <a:spcBef>
                <a:spcPts val="0"/>
              </a:spcBef>
              <a:spcAft>
                <a:spcPts val="0"/>
              </a:spcAft>
              <a:buSzPts val="2800"/>
              <a:buNone/>
              <a:defRPr/>
            </a:lvl3pPr>
            <a:lvl4pPr lvl="3" algn="ctr" rtl="0">
              <a:spcBef>
                <a:spcPts val="0"/>
              </a:spcBef>
              <a:spcAft>
                <a:spcPts val="0"/>
              </a:spcAft>
              <a:buSzPts val="2800"/>
              <a:buNone/>
              <a:defRPr/>
            </a:lvl4pPr>
            <a:lvl5pPr lvl="4" algn="ctr" rtl="0">
              <a:spcBef>
                <a:spcPts val="0"/>
              </a:spcBef>
              <a:spcAft>
                <a:spcPts val="0"/>
              </a:spcAft>
              <a:buSzPts val="2800"/>
              <a:buNone/>
              <a:defRPr/>
            </a:lvl5pPr>
            <a:lvl6pPr lvl="5" algn="ctr" rtl="0">
              <a:spcBef>
                <a:spcPts val="0"/>
              </a:spcBef>
              <a:spcAft>
                <a:spcPts val="0"/>
              </a:spcAft>
              <a:buSzPts val="2800"/>
              <a:buNone/>
              <a:defRPr/>
            </a:lvl6pPr>
            <a:lvl7pPr lvl="6" algn="ctr" rtl="0">
              <a:spcBef>
                <a:spcPts val="0"/>
              </a:spcBef>
              <a:spcAft>
                <a:spcPts val="0"/>
              </a:spcAft>
              <a:buSzPts val="2800"/>
              <a:buNone/>
              <a:defRPr/>
            </a:lvl7pPr>
            <a:lvl8pPr lvl="7" algn="ctr" rtl="0">
              <a:spcBef>
                <a:spcPts val="0"/>
              </a:spcBef>
              <a:spcAft>
                <a:spcPts val="0"/>
              </a:spcAft>
              <a:buSzPts val="2800"/>
              <a:buNone/>
              <a:defRPr/>
            </a:lvl8pPr>
            <a:lvl9pPr lvl="8" algn="ctr" rtl="0">
              <a:spcBef>
                <a:spcPts val="0"/>
              </a:spcBef>
              <a:spcAft>
                <a:spcPts val="0"/>
              </a:spcAft>
              <a:buSzPts val="2800"/>
              <a:buNone/>
              <a:defRPr/>
            </a:lvl9pPr>
          </a:lstStyle>
          <a:p>
            <a:endParaRPr/>
          </a:p>
        </p:txBody>
      </p:sp>
    </p:spTree>
  </p:cSld>
  <p:clrMapOvr>
    <a:masterClrMapping/>
  </p:clrMapOvr>
  <p:extLst>
    <p:ext uri="{DCECCB84-F9BA-43D5-87BE-67443E8EF086}">
      <p15:sldGuideLst xmlns:p15="http://schemas.microsoft.com/office/powerpoint/2012/main">
        <p15:guide id="1" pos="1867">
          <p15:clr>
            <a:srgbClr val="FA7B17"/>
          </p15:clr>
        </p15:guide>
        <p15:guide id="2" pos="2016">
          <p15:clr>
            <a:srgbClr val="FA7B17"/>
          </p15:clr>
        </p15:guide>
        <p15:guide id="3" pos="2165">
          <p15:clr>
            <a:srgbClr val="FA7B17"/>
          </p15:clr>
        </p15:guide>
      </p15:sldGuideLst>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matchingName="TOC - 3 Items">
  <p:cSld name="TITLE_ONLY_1_3_1">
    <p:bg>
      <p:bgPr>
        <a:solidFill>
          <a:schemeClr val="dk1"/>
        </a:solidFill>
        <a:effectLst/>
      </p:bgPr>
    </p:bg>
    <p:spTree>
      <p:nvGrpSpPr>
        <p:cNvPr id="1" name="Shape 593"/>
        <p:cNvGrpSpPr/>
        <p:nvPr/>
      </p:nvGrpSpPr>
      <p:grpSpPr>
        <a:xfrm>
          <a:off x="0" y="0"/>
          <a:ext cx="0" cy="0"/>
          <a:chOff x="0" y="0"/>
          <a:chExt cx="0" cy="0"/>
        </a:xfrm>
      </p:grpSpPr>
      <p:sp>
        <p:nvSpPr>
          <p:cNvPr id="594" name="Google Shape;594;p65"/>
          <p:cNvSpPr txBox="1">
            <a:spLocks noGrp="1"/>
          </p:cNvSpPr>
          <p:nvPr>
            <p:ph type="sldNum" idx="12"/>
          </p:nvPr>
        </p:nvSpPr>
        <p:spPr>
          <a:xfrm>
            <a:off x="8366700" y="4805546"/>
            <a:ext cx="548700" cy="215400"/>
          </a:xfrm>
          <a:prstGeom prst="rect">
            <a:avLst/>
          </a:prstGeom>
        </p:spPr>
        <p:txBody>
          <a:bodyPr spcFirstLastPara="1" wrap="square" lIns="0" tIns="0" rIns="0" bIns="0" anchor="b" anchorCtr="0">
            <a:normAutofit/>
          </a:bodyPr>
          <a:lstStyle>
            <a:lvl1pPr lvl="0" rtl="0">
              <a:buNone/>
              <a:defRPr>
                <a:solidFill>
                  <a:schemeClr val="accent5"/>
                </a:solidFill>
              </a:defRPr>
            </a:lvl1pPr>
            <a:lvl2pPr lvl="1" rtl="0">
              <a:buNone/>
              <a:defRPr>
                <a:solidFill>
                  <a:schemeClr val="accent5"/>
                </a:solidFill>
              </a:defRPr>
            </a:lvl2pPr>
            <a:lvl3pPr lvl="2" rtl="0">
              <a:buNone/>
              <a:defRPr>
                <a:solidFill>
                  <a:schemeClr val="accent5"/>
                </a:solidFill>
              </a:defRPr>
            </a:lvl3pPr>
            <a:lvl4pPr lvl="3" rtl="0">
              <a:buNone/>
              <a:defRPr>
                <a:solidFill>
                  <a:schemeClr val="accent5"/>
                </a:solidFill>
              </a:defRPr>
            </a:lvl4pPr>
            <a:lvl5pPr lvl="4" rtl="0">
              <a:buNone/>
              <a:defRPr>
                <a:solidFill>
                  <a:schemeClr val="accent5"/>
                </a:solidFill>
              </a:defRPr>
            </a:lvl5pPr>
            <a:lvl6pPr lvl="5" rtl="0">
              <a:buNone/>
              <a:defRPr>
                <a:solidFill>
                  <a:schemeClr val="accent5"/>
                </a:solidFill>
              </a:defRPr>
            </a:lvl6pPr>
            <a:lvl7pPr lvl="6" rtl="0">
              <a:buNone/>
              <a:defRPr>
                <a:solidFill>
                  <a:schemeClr val="accent5"/>
                </a:solidFill>
              </a:defRPr>
            </a:lvl7pPr>
            <a:lvl8pPr lvl="7" rtl="0">
              <a:buNone/>
              <a:defRPr>
                <a:solidFill>
                  <a:schemeClr val="accent5"/>
                </a:solidFill>
              </a:defRPr>
            </a:lvl8pPr>
            <a:lvl9pPr lvl="8" rtl="0">
              <a:buNone/>
              <a:defRPr>
                <a:solidFill>
                  <a:schemeClr val="accent5"/>
                </a:solidFill>
              </a:defRPr>
            </a:lvl9pPr>
          </a:lstStyle>
          <a:p>
            <a:pPr marL="0" lvl="0" indent="0" algn="r" rtl="0">
              <a:spcBef>
                <a:spcPts val="0"/>
              </a:spcBef>
              <a:spcAft>
                <a:spcPts val="0"/>
              </a:spcAft>
              <a:buNone/>
            </a:pPr>
            <a:fld id="{00000000-1234-1234-1234-123412341234}" type="slidenum">
              <a:rPr lang="en"/>
              <a:t>‹#›</a:t>
            </a:fld>
            <a:endParaRPr/>
          </a:p>
        </p:txBody>
      </p:sp>
      <p:pic>
        <p:nvPicPr>
          <p:cNvPr id="595" name="Google Shape;595;p65"/>
          <p:cNvPicPr preferRelativeResize="0"/>
          <p:nvPr/>
        </p:nvPicPr>
        <p:blipFill>
          <a:blip r:embed="rId2">
            <a:alphaModFix/>
          </a:blip>
          <a:stretch>
            <a:fillRect/>
          </a:stretch>
        </p:blipFill>
        <p:spPr>
          <a:xfrm>
            <a:off x="8544859" y="62003"/>
            <a:ext cx="599140" cy="599141"/>
          </a:xfrm>
          <a:prstGeom prst="rect">
            <a:avLst/>
          </a:prstGeom>
          <a:noFill/>
          <a:ln>
            <a:noFill/>
          </a:ln>
        </p:spPr>
      </p:pic>
      <p:sp>
        <p:nvSpPr>
          <p:cNvPr id="596" name="Google Shape;596;p65"/>
          <p:cNvSpPr/>
          <p:nvPr/>
        </p:nvSpPr>
        <p:spPr>
          <a:xfrm>
            <a:off x="0" y="-9000"/>
            <a:ext cx="3200400" cy="5152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7" name="Google Shape;597;p65"/>
          <p:cNvSpPr txBox="1">
            <a:spLocks noGrp="1"/>
          </p:cNvSpPr>
          <p:nvPr>
            <p:ph type="title"/>
          </p:nvPr>
        </p:nvSpPr>
        <p:spPr>
          <a:xfrm>
            <a:off x="457200" y="1753225"/>
            <a:ext cx="2273400" cy="1619100"/>
          </a:xfrm>
          <a:prstGeom prst="rect">
            <a:avLst/>
          </a:prstGeom>
        </p:spPr>
        <p:txBody>
          <a:bodyPr spcFirstLastPara="1" wrap="square" lIns="0" tIns="0" rIns="0" bIns="0" anchor="ctr" anchorCtr="0">
            <a:normAutofit/>
          </a:bodyPr>
          <a:lstStyle>
            <a:lvl1pPr lvl="0" rtl="0">
              <a:spcBef>
                <a:spcPts val="0"/>
              </a:spcBef>
              <a:spcAft>
                <a:spcPts val="0"/>
              </a:spcAft>
              <a:buSzPts val="34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598" name="Google Shape;598;p65"/>
          <p:cNvSpPr/>
          <p:nvPr/>
        </p:nvSpPr>
        <p:spPr>
          <a:xfrm>
            <a:off x="2895502" y="2274926"/>
            <a:ext cx="627000" cy="627000"/>
          </a:xfrm>
          <a:prstGeom prst="roundRect">
            <a:avLst>
              <a:gd name="adj" fmla="val 22637"/>
            </a:avLst>
          </a:prstGeom>
          <a:solidFill>
            <a:schemeClr val="accent2"/>
          </a:solidFill>
          <a:ln>
            <a:noFill/>
          </a:ln>
        </p:spPr>
        <p:txBody>
          <a:bodyPr spcFirstLastPara="1" wrap="square" lIns="0" tIns="0" rIns="0" bIns="0" anchor="ctr" anchorCtr="0">
            <a:noAutofit/>
          </a:bodyPr>
          <a:lstStyle/>
          <a:p>
            <a:pPr marL="0" lvl="0" indent="0" algn="ctr" rtl="0">
              <a:spcBef>
                <a:spcPts val="0"/>
              </a:spcBef>
              <a:spcAft>
                <a:spcPts val="0"/>
              </a:spcAft>
              <a:buNone/>
            </a:pPr>
            <a:endParaRPr sz="800" b="1">
              <a:solidFill>
                <a:srgbClr val="FFFFFF"/>
              </a:solidFill>
              <a:latin typeface="IBM Plex Sans"/>
              <a:ea typeface="IBM Plex Sans"/>
              <a:cs typeface="IBM Plex Sans"/>
              <a:sym typeface="IBM Plex Sans"/>
            </a:endParaRPr>
          </a:p>
        </p:txBody>
      </p:sp>
      <p:sp>
        <p:nvSpPr>
          <p:cNvPr id="599" name="Google Shape;599;p65"/>
          <p:cNvSpPr/>
          <p:nvPr/>
        </p:nvSpPr>
        <p:spPr>
          <a:xfrm rot="-2700000">
            <a:off x="2974401" y="3731778"/>
            <a:ext cx="452690" cy="449720"/>
          </a:xfrm>
          <a:prstGeom prst="roundRect">
            <a:avLst>
              <a:gd name="adj" fmla="val 5808"/>
            </a:avLst>
          </a:prstGeom>
          <a:solidFill>
            <a:schemeClr val="accent6"/>
          </a:solidFill>
          <a:ln>
            <a:noFill/>
          </a:ln>
        </p:spPr>
        <p:txBody>
          <a:bodyPr spcFirstLastPara="1" wrap="square" lIns="0" tIns="0" rIns="0" bIns="0" anchor="ctr" anchorCtr="0">
            <a:noAutofit/>
          </a:bodyPr>
          <a:lstStyle/>
          <a:p>
            <a:pPr marL="0" lvl="0" indent="0" algn="ctr" rtl="0">
              <a:spcBef>
                <a:spcPts val="0"/>
              </a:spcBef>
              <a:spcAft>
                <a:spcPts val="0"/>
              </a:spcAft>
              <a:buNone/>
            </a:pPr>
            <a:endParaRPr sz="800" b="1">
              <a:solidFill>
                <a:srgbClr val="FFFFFF"/>
              </a:solidFill>
              <a:latin typeface="IBM Plex Sans"/>
              <a:ea typeface="IBM Plex Sans"/>
              <a:cs typeface="IBM Plex Sans"/>
              <a:sym typeface="IBM Plex Sans"/>
            </a:endParaRPr>
          </a:p>
        </p:txBody>
      </p:sp>
      <p:sp>
        <p:nvSpPr>
          <p:cNvPr id="600" name="Google Shape;600;p65"/>
          <p:cNvSpPr/>
          <p:nvPr/>
        </p:nvSpPr>
        <p:spPr>
          <a:xfrm>
            <a:off x="2895501" y="867801"/>
            <a:ext cx="627000" cy="627000"/>
          </a:xfrm>
          <a:prstGeom prst="roundRect">
            <a:avLst>
              <a:gd name="adj" fmla="val 50000"/>
            </a:avLst>
          </a:prstGeom>
          <a:solidFill>
            <a:schemeClr val="accent1"/>
          </a:solidFill>
          <a:ln>
            <a:noFill/>
          </a:ln>
        </p:spPr>
        <p:txBody>
          <a:bodyPr spcFirstLastPara="1" wrap="square" lIns="0" tIns="0" rIns="0" bIns="0" anchor="ctr" anchorCtr="0">
            <a:noAutofit/>
          </a:bodyPr>
          <a:lstStyle/>
          <a:p>
            <a:pPr marL="0" lvl="0" indent="0" algn="ctr" rtl="0">
              <a:spcBef>
                <a:spcPts val="0"/>
              </a:spcBef>
              <a:spcAft>
                <a:spcPts val="0"/>
              </a:spcAft>
              <a:buNone/>
            </a:pPr>
            <a:endParaRPr sz="800" b="1">
              <a:solidFill>
                <a:srgbClr val="FFFFFF"/>
              </a:solidFill>
              <a:latin typeface="IBM Plex Sans"/>
              <a:ea typeface="IBM Plex Sans"/>
              <a:cs typeface="IBM Plex Sans"/>
              <a:sym typeface="IBM Plex Sans"/>
            </a:endParaRPr>
          </a:p>
        </p:txBody>
      </p:sp>
      <p:sp>
        <p:nvSpPr>
          <p:cNvPr id="601" name="Google Shape;601;p65"/>
          <p:cNvSpPr txBox="1">
            <a:spLocks noGrp="1"/>
          </p:cNvSpPr>
          <p:nvPr>
            <p:ph type="subTitle" idx="1"/>
          </p:nvPr>
        </p:nvSpPr>
        <p:spPr>
          <a:xfrm>
            <a:off x="3742200" y="3782488"/>
            <a:ext cx="4944600" cy="348300"/>
          </a:xfrm>
          <a:prstGeom prst="rect">
            <a:avLst/>
          </a:prstGeom>
        </p:spPr>
        <p:txBody>
          <a:bodyPr spcFirstLastPara="1" wrap="square" lIns="0" tIns="0" rIns="0" bIns="0" anchor="ctr" anchorCtr="0">
            <a:normAutofit/>
          </a:bodyPr>
          <a:lstStyle>
            <a:lvl1pPr lvl="0" rtl="0">
              <a:lnSpc>
                <a:spcPct val="100000"/>
              </a:lnSpc>
              <a:spcBef>
                <a:spcPts val="0"/>
              </a:spcBef>
              <a:spcAft>
                <a:spcPts val="0"/>
              </a:spcAft>
              <a:buClr>
                <a:schemeClr val="lt2"/>
              </a:buClr>
              <a:buSzPts val="2000"/>
              <a:buFont typeface="IBM Plex Sans Medium"/>
              <a:buNone/>
              <a:defRPr sz="2000">
                <a:solidFill>
                  <a:schemeClr val="lt2"/>
                </a:solidFill>
                <a:latin typeface="IBM Plex Sans Medium"/>
                <a:ea typeface="IBM Plex Sans Medium"/>
                <a:cs typeface="IBM Plex Sans Medium"/>
                <a:sym typeface="IBM Plex Sans Medium"/>
              </a:defRPr>
            </a:lvl1pPr>
            <a:lvl2pPr lvl="1" rtl="0">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2pPr>
            <a:lvl3pPr lvl="2" rtl="0">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3pPr>
            <a:lvl4pPr lvl="3" rtl="0">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4pPr>
            <a:lvl5pPr lvl="4" rtl="0">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5pPr>
            <a:lvl6pPr lvl="5" rtl="0">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6pPr>
            <a:lvl7pPr lvl="6" rtl="0">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7pPr>
            <a:lvl8pPr lvl="7" rtl="0">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8pPr>
            <a:lvl9pPr lvl="8" rtl="0">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9pPr>
          </a:lstStyle>
          <a:p>
            <a:endParaRPr/>
          </a:p>
        </p:txBody>
      </p:sp>
      <p:sp>
        <p:nvSpPr>
          <p:cNvPr id="602" name="Google Shape;602;p65"/>
          <p:cNvSpPr txBox="1">
            <a:spLocks noGrp="1"/>
          </p:cNvSpPr>
          <p:nvPr>
            <p:ph type="subTitle" idx="2"/>
          </p:nvPr>
        </p:nvSpPr>
        <p:spPr>
          <a:xfrm>
            <a:off x="3742200" y="2414263"/>
            <a:ext cx="4944600" cy="348300"/>
          </a:xfrm>
          <a:prstGeom prst="rect">
            <a:avLst/>
          </a:prstGeom>
        </p:spPr>
        <p:txBody>
          <a:bodyPr spcFirstLastPara="1" wrap="square" lIns="0" tIns="0" rIns="0" bIns="0" anchor="ctr" anchorCtr="0">
            <a:normAutofit/>
          </a:bodyPr>
          <a:lstStyle>
            <a:lvl1pPr lvl="0" rtl="0">
              <a:lnSpc>
                <a:spcPct val="100000"/>
              </a:lnSpc>
              <a:spcBef>
                <a:spcPts val="0"/>
              </a:spcBef>
              <a:spcAft>
                <a:spcPts val="0"/>
              </a:spcAft>
              <a:buClr>
                <a:schemeClr val="lt2"/>
              </a:buClr>
              <a:buSzPts val="2000"/>
              <a:buFont typeface="IBM Plex Sans Medium"/>
              <a:buNone/>
              <a:defRPr sz="2000">
                <a:solidFill>
                  <a:schemeClr val="lt2"/>
                </a:solidFill>
                <a:latin typeface="IBM Plex Sans Medium"/>
                <a:ea typeface="IBM Plex Sans Medium"/>
                <a:cs typeface="IBM Plex Sans Medium"/>
                <a:sym typeface="IBM Plex Sans Medium"/>
              </a:defRPr>
            </a:lvl1pPr>
            <a:lvl2pPr lvl="1" rtl="0">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2pPr>
            <a:lvl3pPr lvl="2" rtl="0">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3pPr>
            <a:lvl4pPr lvl="3" rtl="0">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4pPr>
            <a:lvl5pPr lvl="4" rtl="0">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5pPr>
            <a:lvl6pPr lvl="5" rtl="0">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6pPr>
            <a:lvl7pPr lvl="6" rtl="0">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7pPr>
            <a:lvl8pPr lvl="7" rtl="0">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8pPr>
            <a:lvl9pPr lvl="8" rtl="0">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9pPr>
          </a:lstStyle>
          <a:p>
            <a:endParaRPr/>
          </a:p>
        </p:txBody>
      </p:sp>
      <p:sp>
        <p:nvSpPr>
          <p:cNvPr id="603" name="Google Shape;603;p65"/>
          <p:cNvSpPr txBox="1">
            <a:spLocks noGrp="1"/>
          </p:cNvSpPr>
          <p:nvPr>
            <p:ph type="subTitle" idx="3"/>
          </p:nvPr>
        </p:nvSpPr>
        <p:spPr>
          <a:xfrm>
            <a:off x="3742200" y="1007138"/>
            <a:ext cx="4944600" cy="348300"/>
          </a:xfrm>
          <a:prstGeom prst="rect">
            <a:avLst/>
          </a:prstGeom>
        </p:spPr>
        <p:txBody>
          <a:bodyPr spcFirstLastPara="1" wrap="square" lIns="0" tIns="0" rIns="0" bIns="0" anchor="ctr" anchorCtr="0">
            <a:normAutofit/>
          </a:bodyPr>
          <a:lstStyle>
            <a:lvl1pPr lvl="0" rtl="0">
              <a:lnSpc>
                <a:spcPct val="100000"/>
              </a:lnSpc>
              <a:spcBef>
                <a:spcPts val="0"/>
              </a:spcBef>
              <a:spcAft>
                <a:spcPts val="0"/>
              </a:spcAft>
              <a:buClr>
                <a:schemeClr val="lt2"/>
              </a:buClr>
              <a:buSzPts val="2000"/>
              <a:buFont typeface="IBM Plex Sans Medium"/>
              <a:buNone/>
              <a:defRPr sz="2000">
                <a:solidFill>
                  <a:schemeClr val="lt2"/>
                </a:solidFill>
                <a:latin typeface="IBM Plex Sans Medium"/>
                <a:ea typeface="IBM Plex Sans Medium"/>
                <a:cs typeface="IBM Plex Sans Medium"/>
                <a:sym typeface="IBM Plex Sans Medium"/>
              </a:defRPr>
            </a:lvl1pPr>
            <a:lvl2pPr lvl="1" rtl="0">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2pPr>
            <a:lvl3pPr lvl="2" rtl="0">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3pPr>
            <a:lvl4pPr lvl="3" rtl="0">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4pPr>
            <a:lvl5pPr lvl="4" rtl="0">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5pPr>
            <a:lvl6pPr lvl="5" rtl="0">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6pPr>
            <a:lvl7pPr lvl="6" rtl="0">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7pPr>
            <a:lvl8pPr lvl="7" rtl="0">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8pPr>
            <a:lvl9pPr lvl="8" rtl="0">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9pPr>
          </a:lstStyle>
          <a:p>
            <a:endParaRPr/>
          </a:p>
        </p:txBody>
      </p:sp>
    </p:spTree>
  </p:cSld>
  <p:clrMapOvr>
    <a:masterClrMapping/>
  </p:clrMapOvr>
  <p:extLst>
    <p:ext uri="{DCECCB84-F9BA-43D5-87BE-67443E8EF086}">
      <p15:sldGuideLst xmlns:p15="http://schemas.microsoft.com/office/powerpoint/2012/main">
        <p15:guide id="1" pos="1872">
          <p15:clr>
            <a:srgbClr val="FA7B17"/>
          </p15:clr>
        </p15:guide>
        <p15:guide id="2" pos="2016">
          <p15:clr>
            <a:srgbClr val="FA7B17"/>
          </p15:clr>
        </p15:guide>
      </p15:sldGuideLst>
    </p:ext>
  </p:extLst>
</p:sldLayout>
</file>

<file path=ppt/slideLayouts/slideLayout54.xml><?xml version="1.0" encoding="utf-8"?>
<p:sldLayout xmlns:a="http://schemas.openxmlformats.org/drawingml/2006/main" xmlns:r="http://schemas.openxmlformats.org/officeDocument/2006/relationships" xmlns:p="http://schemas.openxmlformats.org/presentationml/2006/main" matchingName="TOC - 4 Items">
  <p:cSld name="TITLE_ONLY_1_3">
    <p:bg>
      <p:bgPr>
        <a:solidFill>
          <a:schemeClr val="dk1"/>
        </a:solidFill>
        <a:effectLst/>
      </p:bgPr>
    </p:bg>
    <p:spTree>
      <p:nvGrpSpPr>
        <p:cNvPr id="1" name="Shape 604"/>
        <p:cNvGrpSpPr/>
        <p:nvPr/>
      </p:nvGrpSpPr>
      <p:grpSpPr>
        <a:xfrm>
          <a:off x="0" y="0"/>
          <a:ext cx="0" cy="0"/>
          <a:chOff x="0" y="0"/>
          <a:chExt cx="0" cy="0"/>
        </a:xfrm>
      </p:grpSpPr>
      <p:sp>
        <p:nvSpPr>
          <p:cNvPr id="605" name="Google Shape;605;p66"/>
          <p:cNvSpPr txBox="1">
            <a:spLocks noGrp="1"/>
          </p:cNvSpPr>
          <p:nvPr>
            <p:ph type="sldNum" idx="12"/>
          </p:nvPr>
        </p:nvSpPr>
        <p:spPr>
          <a:xfrm>
            <a:off x="8366700" y="4805546"/>
            <a:ext cx="548700" cy="215400"/>
          </a:xfrm>
          <a:prstGeom prst="rect">
            <a:avLst/>
          </a:prstGeom>
        </p:spPr>
        <p:txBody>
          <a:bodyPr spcFirstLastPara="1" wrap="square" lIns="0" tIns="0" rIns="0" bIns="0" anchor="b" anchorCtr="0">
            <a:normAutofit/>
          </a:bodyPr>
          <a:lstStyle>
            <a:lvl1pPr lvl="0" rtl="0">
              <a:buNone/>
              <a:defRPr>
                <a:solidFill>
                  <a:schemeClr val="accent5"/>
                </a:solidFill>
              </a:defRPr>
            </a:lvl1pPr>
            <a:lvl2pPr lvl="1" rtl="0">
              <a:buNone/>
              <a:defRPr>
                <a:solidFill>
                  <a:schemeClr val="accent5"/>
                </a:solidFill>
              </a:defRPr>
            </a:lvl2pPr>
            <a:lvl3pPr lvl="2" rtl="0">
              <a:buNone/>
              <a:defRPr>
                <a:solidFill>
                  <a:schemeClr val="accent5"/>
                </a:solidFill>
              </a:defRPr>
            </a:lvl3pPr>
            <a:lvl4pPr lvl="3" rtl="0">
              <a:buNone/>
              <a:defRPr>
                <a:solidFill>
                  <a:schemeClr val="accent5"/>
                </a:solidFill>
              </a:defRPr>
            </a:lvl4pPr>
            <a:lvl5pPr lvl="4" rtl="0">
              <a:buNone/>
              <a:defRPr>
                <a:solidFill>
                  <a:schemeClr val="accent5"/>
                </a:solidFill>
              </a:defRPr>
            </a:lvl5pPr>
            <a:lvl6pPr lvl="5" rtl="0">
              <a:buNone/>
              <a:defRPr>
                <a:solidFill>
                  <a:schemeClr val="accent5"/>
                </a:solidFill>
              </a:defRPr>
            </a:lvl6pPr>
            <a:lvl7pPr lvl="6" rtl="0">
              <a:buNone/>
              <a:defRPr>
                <a:solidFill>
                  <a:schemeClr val="accent5"/>
                </a:solidFill>
              </a:defRPr>
            </a:lvl7pPr>
            <a:lvl8pPr lvl="7" rtl="0">
              <a:buNone/>
              <a:defRPr>
                <a:solidFill>
                  <a:schemeClr val="accent5"/>
                </a:solidFill>
              </a:defRPr>
            </a:lvl8pPr>
            <a:lvl9pPr lvl="8" rtl="0">
              <a:buNone/>
              <a:defRPr>
                <a:solidFill>
                  <a:schemeClr val="accent5"/>
                </a:solidFill>
              </a:defRPr>
            </a:lvl9pPr>
          </a:lstStyle>
          <a:p>
            <a:pPr marL="0" lvl="0" indent="0" algn="r" rtl="0">
              <a:spcBef>
                <a:spcPts val="0"/>
              </a:spcBef>
              <a:spcAft>
                <a:spcPts val="0"/>
              </a:spcAft>
              <a:buNone/>
            </a:pPr>
            <a:fld id="{00000000-1234-1234-1234-123412341234}" type="slidenum">
              <a:rPr lang="en"/>
              <a:t>‹#›</a:t>
            </a:fld>
            <a:endParaRPr/>
          </a:p>
        </p:txBody>
      </p:sp>
      <p:pic>
        <p:nvPicPr>
          <p:cNvPr id="606" name="Google Shape;606;p66"/>
          <p:cNvPicPr preferRelativeResize="0"/>
          <p:nvPr/>
        </p:nvPicPr>
        <p:blipFill>
          <a:blip r:embed="rId2">
            <a:alphaModFix/>
          </a:blip>
          <a:stretch>
            <a:fillRect/>
          </a:stretch>
        </p:blipFill>
        <p:spPr>
          <a:xfrm>
            <a:off x="8544859" y="62003"/>
            <a:ext cx="599140" cy="599141"/>
          </a:xfrm>
          <a:prstGeom prst="rect">
            <a:avLst/>
          </a:prstGeom>
          <a:noFill/>
          <a:ln>
            <a:noFill/>
          </a:ln>
        </p:spPr>
      </p:pic>
      <p:sp>
        <p:nvSpPr>
          <p:cNvPr id="607" name="Google Shape;607;p66"/>
          <p:cNvSpPr/>
          <p:nvPr/>
        </p:nvSpPr>
        <p:spPr>
          <a:xfrm>
            <a:off x="8975" y="-8975"/>
            <a:ext cx="3191400" cy="51525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8" name="Google Shape;608;p66"/>
          <p:cNvSpPr txBox="1">
            <a:spLocks noGrp="1"/>
          </p:cNvSpPr>
          <p:nvPr>
            <p:ph type="title"/>
          </p:nvPr>
        </p:nvSpPr>
        <p:spPr>
          <a:xfrm>
            <a:off x="457200" y="1753225"/>
            <a:ext cx="2273400" cy="1619100"/>
          </a:xfrm>
          <a:prstGeom prst="rect">
            <a:avLst/>
          </a:prstGeom>
        </p:spPr>
        <p:txBody>
          <a:bodyPr spcFirstLastPara="1" wrap="square" lIns="0" tIns="0" rIns="0" bIns="0" anchor="ctr" anchorCtr="0">
            <a:normAutofit/>
          </a:bodyPr>
          <a:lstStyle>
            <a:lvl1pPr lvl="0" rtl="0">
              <a:spcBef>
                <a:spcPts val="0"/>
              </a:spcBef>
              <a:spcAft>
                <a:spcPts val="0"/>
              </a:spcAft>
              <a:buSzPts val="34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609" name="Google Shape;609;p66"/>
          <p:cNvSpPr/>
          <p:nvPr/>
        </p:nvSpPr>
        <p:spPr>
          <a:xfrm>
            <a:off x="2895502" y="1745988"/>
            <a:ext cx="627000" cy="627000"/>
          </a:xfrm>
          <a:prstGeom prst="roundRect">
            <a:avLst>
              <a:gd name="adj" fmla="val 22637"/>
            </a:avLst>
          </a:prstGeom>
          <a:solidFill>
            <a:schemeClr val="accent2"/>
          </a:solidFill>
          <a:ln>
            <a:noFill/>
          </a:ln>
        </p:spPr>
        <p:txBody>
          <a:bodyPr spcFirstLastPara="1" wrap="square" lIns="0" tIns="0" rIns="0" bIns="0" anchor="ctr" anchorCtr="0">
            <a:noAutofit/>
          </a:bodyPr>
          <a:lstStyle/>
          <a:p>
            <a:pPr marL="0" lvl="0" indent="0" algn="ctr" rtl="0">
              <a:spcBef>
                <a:spcPts val="0"/>
              </a:spcBef>
              <a:spcAft>
                <a:spcPts val="0"/>
              </a:spcAft>
              <a:buNone/>
            </a:pPr>
            <a:endParaRPr sz="800" b="1">
              <a:solidFill>
                <a:srgbClr val="FFFFFF"/>
              </a:solidFill>
              <a:latin typeface="IBM Plex Sans"/>
              <a:ea typeface="IBM Plex Sans"/>
              <a:cs typeface="IBM Plex Sans"/>
              <a:sym typeface="IBM Plex Sans"/>
            </a:endParaRPr>
          </a:p>
        </p:txBody>
      </p:sp>
      <p:sp>
        <p:nvSpPr>
          <p:cNvPr id="610" name="Google Shape;610;p66"/>
          <p:cNvSpPr/>
          <p:nvPr/>
        </p:nvSpPr>
        <p:spPr>
          <a:xfrm>
            <a:off x="2895501" y="3872838"/>
            <a:ext cx="627000" cy="627000"/>
          </a:xfrm>
          <a:prstGeom prst="roundRect">
            <a:avLst>
              <a:gd name="adj" fmla="val 50000"/>
            </a:avLst>
          </a:prstGeom>
          <a:solidFill>
            <a:schemeClr val="accent5"/>
          </a:solidFill>
          <a:ln>
            <a:noFill/>
          </a:ln>
        </p:spPr>
        <p:txBody>
          <a:bodyPr spcFirstLastPara="1" wrap="square" lIns="0" tIns="0" rIns="0" bIns="0" anchor="ctr" anchorCtr="0">
            <a:noAutofit/>
          </a:bodyPr>
          <a:lstStyle/>
          <a:p>
            <a:pPr marL="0" lvl="0" indent="0" algn="ctr" rtl="0">
              <a:spcBef>
                <a:spcPts val="0"/>
              </a:spcBef>
              <a:spcAft>
                <a:spcPts val="0"/>
              </a:spcAft>
              <a:buNone/>
            </a:pPr>
            <a:endParaRPr sz="800" b="1">
              <a:solidFill>
                <a:srgbClr val="FFFFFF"/>
              </a:solidFill>
              <a:latin typeface="IBM Plex Sans"/>
              <a:ea typeface="IBM Plex Sans"/>
              <a:cs typeface="IBM Plex Sans"/>
              <a:sym typeface="IBM Plex Sans"/>
            </a:endParaRPr>
          </a:p>
        </p:txBody>
      </p:sp>
      <p:sp>
        <p:nvSpPr>
          <p:cNvPr id="611" name="Google Shape;611;p66"/>
          <p:cNvSpPr/>
          <p:nvPr/>
        </p:nvSpPr>
        <p:spPr>
          <a:xfrm rot="-2700000">
            <a:off x="2974401" y="2898040"/>
            <a:ext cx="452690" cy="449720"/>
          </a:xfrm>
          <a:prstGeom prst="roundRect">
            <a:avLst>
              <a:gd name="adj" fmla="val 5808"/>
            </a:avLst>
          </a:prstGeom>
          <a:solidFill>
            <a:schemeClr val="accent6"/>
          </a:solidFill>
          <a:ln>
            <a:noFill/>
          </a:ln>
        </p:spPr>
        <p:txBody>
          <a:bodyPr spcFirstLastPara="1" wrap="square" lIns="0" tIns="0" rIns="0" bIns="0" anchor="ctr" anchorCtr="0">
            <a:noAutofit/>
          </a:bodyPr>
          <a:lstStyle/>
          <a:p>
            <a:pPr marL="0" lvl="0" indent="0" algn="ctr" rtl="0">
              <a:spcBef>
                <a:spcPts val="0"/>
              </a:spcBef>
              <a:spcAft>
                <a:spcPts val="0"/>
              </a:spcAft>
              <a:buNone/>
            </a:pPr>
            <a:endParaRPr sz="800" b="1">
              <a:solidFill>
                <a:srgbClr val="FFFFFF"/>
              </a:solidFill>
              <a:latin typeface="IBM Plex Sans"/>
              <a:ea typeface="IBM Plex Sans"/>
              <a:cs typeface="IBM Plex Sans"/>
              <a:sym typeface="IBM Plex Sans"/>
            </a:endParaRPr>
          </a:p>
        </p:txBody>
      </p:sp>
      <p:sp>
        <p:nvSpPr>
          <p:cNvPr id="612" name="Google Shape;612;p66"/>
          <p:cNvSpPr/>
          <p:nvPr/>
        </p:nvSpPr>
        <p:spPr>
          <a:xfrm>
            <a:off x="2895501" y="643663"/>
            <a:ext cx="627000" cy="627000"/>
          </a:xfrm>
          <a:prstGeom prst="roundRect">
            <a:avLst>
              <a:gd name="adj" fmla="val 50000"/>
            </a:avLst>
          </a:prstGeom>
          <a:solidFill>
            <a:schemeClr val="accent1"/>
          </a:solidFill>
          <a:ln>
            <a:noFill/>
          </a:ln>
        </p:spPr>
        <p:txBody>
          <a:bodyPr spcFirstLastPara="1" wrap="square" lIns="0" tIns="0" rIns="0" bIns="0" anchor="ctr" anchorCtr="0">
            <a:noAutofit/>
          </a:bodyPr>
          <a:lstStyle/>
          <a:p>
            <a:pPr marL="0" lvl="0" indent="0" algn="ctr" rtl="0">
              <a:spcBef>
                <a:spcPts val="0"/>
              </a:spcBef>
              <a:spcAft>
                <a:spcPts val="0"/>
              </a:spcAft>
              <a:buNone/>
            </a:pPr>
            <a:endParaRPr sz="800" b="1">
              <a:solidFill>
                <a:srgbClr val="FFFFFF"/>
              </a:solidFill>
              <a:latin typeface="IBM Plex Sans"/>
              <a:ea typeface="IBM Plex Sans"/>
              <a:cs typeface="IBM Plex Sans"/>
              <a:sym typeface="IBM Plex Sans"/>
            </a:endParaRPr>
          </a:p>
        </p:txBody>
      </p:sp>
      <p:sp>
        <p:nvSpPr>
          <p:cNvPr id="613" name="Google Shape;613;p66"/>
          <p:cNvSpPr txBox="1">
            <a:spLocks noGrp="1"/>
          </p:cNvSpPr>
          <p:nvPr>
            <p:ph type="subTitle" idx="1"/>
          </p:nvPr>
        </p:nvSpPr>
        <p:spPr>
          <a:xfrm>
            <a:off x="3742200" y="783013"/>
            <a:ext cx="4944600" cy="348300"/>
          </a:xfrm>
          <a:prstGeom prst="rect">
            <a:avLst/>
          </a:prstGeom>
        </p:spPr>
        <p:txBody>
          <a:bodyPr spcFirstLastPara="1" wrap="square" lIns="0" tIns="0" rIns="0" bIns="0" anchor="ctr" anchorCtr="0">
            <a:normAutofit/>
          </a:bodyPr>
          <a:lstStyle>
            <a:lvl1pPr lvl="0" rtl="0">
              <a:lnSpc>
                <a:spcPct val="100000"/>
              </a:lnSpc>
              <a:spcBef>
                <a:spcPts val="0"/>
              </a:spcBef>
              <a:spcAft>
                <a:spcPts val="0"/>
              </a:spcAft>
              <a:buClr>
                <a:schemeClr val="lt2"/>
              </a:buClr>
              <a:buSzPts val="2000"/>
              <a:buFont typeface="IBM Plex Sans Medium"/>
              <a:buNone/>
              <a:defRPr sz="2000">
                <a:solidFill>
                  <a:schemeClr val="lt2"/>
                </a:solidFill>
                <a:latin typeface="IBM Plex Sans Medium"/>
                <a:ea typeface="IBM Plex Sans Medium"/>
                <a:cs typeface="IBM Plex Sans Medium"/>
                <a:sym typeface="IBM Plex Sans Medium"/>
              </a:defRPr>
            </a:lvl1pPr>
            <a:lvl2pPr lvl="1" rtl="0">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2pPr>
            <a:lvl3pPr lvl="2" rtl="0">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3pPr>
            <a:lvl4pPr lvl="3" rtl="0">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4pPr>
            <a:lvl5pPr lvl="4" rtl="0">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5pPr>
            <a:lvl6pPr lvl="5" rtl="0">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6pPr>
            <a:lvl7pPr lvl="6" rtl="0">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7pPr>
            <a:lvl8pPr lvl="7" rtl="0">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8pPr>
            <a:lvl9pPr lvl="8" rtl="0">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9pPr>
          </a:lstStyle>
          <a:p>
            <a:endParaRPr/>
          </a:p>
        </p:txBody>
      </p:sp>
      <p:sp>
        <p:nvSpPr>
          <p:cNvPr id="614" name="Google Shape;614;p66"/>
          <p:cNvSpPr txBox="1">
            <a:spLocks noGrp="1"/>
          </p:cNvSpPr>
          <p:nvPr>
            <p:ph type="subTitle" idx="2"/>
          </p:nvPr>
        </p:nvSpPr>
        <p:spPr>
          <a:xfrm>
            <a:off x="3742200" y="1885338"/>
            <a:ext cx="4944600" cy="348300"/>
          </a:xfrm>
          <a:prstGeom prst="rect">
            <a:avLst/>
          </a:prstGeom>
        </p:spPr>
        <p:txBody>
          <a:bodyPr spcFirstLastPara="1" wrap="square" lIns="0" tIns="0" rIns="0" bIns="0" anchor="ctr" anchorCtr="0">
            <a:normAutofit/>
          </a:bodyPr>
          <a:lstStyle>
            <a:lvl1pPr lvl="0" rtl="0">
              <a:lnSpc>
                <a:spcPct val="100000"/>
              </a:lnSpc>
              <a:spcBef>
                <a:spcPts val="0"/>
              </a:spcBef>
              <a:spcAft>
                <a:spcPts val="0"/>
              </a:spcAft>
              <a:buClr>
                <a:schemeClr val="lt2"/>
              </a:buClr>
              <a:buSzPts val="2000"/>
              <a:buFont typeface="IBM Plex Sans Medium"/>
              <a:buNone/>
              <a:defRPr sz="2000">
                <a:solidFill>
                  <a:schemeClr val="lt2"/>
                </a:solidFill>
                <a:latin typeface="IBM Plex Sans Medium"/>
                <a:ea typeface="IBM Plex Sans Medium"/>
                <a:cs typeface="IBM Plex Sans Medium"/>
                <a:sym typeface="IBM Plex Sans Medium"/>
              </a:defRPr>
            </a:lvl1pPr>
            <a:lvl2pPr lvl="1" rtl="0">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2pPr>
            <a:lvl3pPr lvl="2" rtl="0">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3pPr>
            <a:lvl4pPr lvl="3" rtl="0">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4pPr>
            <a:lvl5pPr lvl="4" rtl="0">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5pPr>
            <a:lvl6pPr lvl="5" rtl="0">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6pPr>
            <a:lvl7pPr lvl="6" rtl="0">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7pPr>
            <a:lvl8pPr lvl="7" rtl="0">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8pPr>
            <a:lvl9pPr lvl="8" rtl="0">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9pPr>
          </a:lstStyle>
          <a:p>
            <a:endParaRPr/>
          </a:p>
        </p:txBody>
      </p:sp>
      <p:sp>
        <p:nvSpPr>
          <p:cNvPr id="615" name="Google Shape;615;p66"/>
          <p:cNvSpPr txBox="1">
            <a:spLocks noGrp="1"/>
          </p:cNvSpPr>
          <p:nvPr>
            <p:ph type="subTitle" idx="3"/>
          </p:nvPr>
        </p:nvSpPr>
        <p:spPr>
          <a:xfrm>
            <a:off x="3742200" y="2948738"/>
            <a:ext cx="4944600" cy="348300"/>
          </a:xfrm>
          <a:prstGeom prst="rect">
            <a:avLst/>
          </a:prstGeom>
        </p:spPr>
        <p:txBody>
          <a:bodyPr spcFirstLastPara="1" wrap="square" lIns="0" tIns="0" rIns="0" bIns="0" anchor="ctr" anchorCtr="0">
            <a:normAutofit/>
          </a:bodyPr>
          <a:lstStyle>
            <a:lvl1pPr lvl="0" rtl="0">
              <a:lnSpc>
                <a:spcPct val="100000"/>
              </a:lnSpc>
              <a:spcBef>
                <a:spcPts val="0"/>
              </a:spcBef>
              <a:spcAft>
                <a:spcPts val="0"/>
              </a:spcAft>
              <a:buClr>
                <a:schemeClr val="lt2"/>
              </a:buClr>
              <a:buSzPts val="2000"/>
              <a:buFont typeface="IBM Plex Sans Medium"/>
              <a:buNone/>
              <a:defRPr sz="2000">
                <a:solidFill>
                  <a:schemeClr val="lt2"/>
                </a:solidFill>
                <a:latin typeface="IBM Plex Sans Medium"/>
                <a:ea typeface="IBM Plex Sans Medium"/>
                <a:cs typeface="IBM Plex Sans Medium"/>
                <a:sym typeface="IBM Plex Sans Medium"/>
              </a:defRPr>
            </a:lvl1pPr>
            <a:lvl2pPr lvl="1" rtl="0">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2pPr>
            <a:lvl3pPr lvl="2" rtl="0">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3pPr>
            <a:lvl4pPr lvl="3" rtl="0">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4pPr>
            <a:lvl5pPr lvl="4" rtl="0">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5pPr>
            <a:lvl6pPr lvl="5" rtl="0">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6pPr>
            <a:lvl7pPr lvl="6" rtl="0">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7pPr>
            <a:lvl8pPr lvl="7" rtl="0">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8pPr>
            <a:lvl9pPr lvl="8" rtl="0">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9pPr>
          </a:lstStyle>
          <a:p>
            <a:endParaRPr/>
          </a:p>
        </p:txBody>
      </p:sp>
      <p:sp>
        <p:nvSpPr>
          <p:cNvPr id="616" name="Google Shape;616;p66"/>
          <p:cNvSpPr txBox="1">
            <a:spLocks noGrp="1"/>
          </p:cNvSpPr>
          <p:nvPr>
            <p:ph type="subTitle" idx="4"/>
          </p:nvPr>
        </p:nvSpPr>
        <p:spPr>
          <a:xfrm>
            <a:off x="3742200" y="4012188"/>
            <a:ext cx="4944600" cy="348300"/>
          </a:xfrm>
          <a:prstGeom prst="rect">
            <a:avLst/>
          </a:prstGeom>
        </p:spPr>
        <p:txBody>
          <a:bodyPr spcFirstLastPara="1" wrap="square" lIns="0" tIns="0" rIns="0" bIns="0" anchor="ctr" anchorCtr="0">
            <a:normAutofit/>
          </a:bodyPr>
          <a:lstStyle>
            <a:lvl1pPr lvl="0" rtl="0">
              <a:lnSpc>
                <a:spcPct val="100000"/>
              </a:lnSpc>
              <a:spcBef>
                <a:spcPts val="0"/>
              </a:spcBef>
              <a:spcAft>
                <a:spcPts val="0"/>
              </a:spcAft>
              <a:buClr>
                <a:schemeClr val="lt2"/>
              </a:buClr>
              <a:buSzPts val="2000"/>
              <a:buFont typeface="IBM Plex Sans Medium"/>
              <a:buNone/>
              <a:defRPr sz="2000">
                <a:solidFill>
                  <a:schemeClr val="lt2"/>
                </a:solidFill>
                <a:latin typeface="IBM Plex Sans Medium"/>
                <a:ea typeface="IBM Plex Sans Medium"/>
                <a:cs typeface="IBM Plex Sans Medium"/>
                <a:sym typeface="IBM Plex Sans Medium"/>
              </a:defRPr>
            </a:lvl1pPr>
            <a:lvl2pPr lvl="1" rtl="0">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2pPr>
            <a:lvl3pPr lvl="2" rtl="0">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3pPr>
            <a:lvl4pPr lvl="3" rtl="0">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4pPr>
            <a:lvl5pPr lvl="4" rtl="0">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5pPr>
            <a:lvl6pPr lvl="5" rtl="0">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6pPr>
            <a:lvl7pPr lvl="6" rtl="0">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7pPr>
            <a:lvl8pPr lvl="7" rtl="0">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8pPr>
            <a:lvl9pPr lvl="8" rtl="0">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9pPr>
          </a:lstStyle>
          <a:p>
            <a:endParaRPr/>
          </a:p>
        </p:txBody>
      </p:sp>
    </p:spTree>
  </p:cSld>
  <p:clrMapOvr>
    <a:masterClrMapping/>
  </p:clrMapOvr>
  <p:extLst>
    <p:ext uri="{DCECCB84-F9BA-43D5-87BE-67443E8EF086}">
      <p15:sldGuideLst xmlns:p15="http://schemas.microsoft.com/office/powerpoint/2012/main">
        <p15:guide id="1" pos="1872">
          <p15:clr>
            <a:srgbClr val="FA7B17"/>
          </p15:clr>
        </p15:guide>
        <p15:guide id="2" pos="2016">
          <p15:clr>
            <a:srgbClr val="FA7B17"/>
          </p15:clr>
        </p15:guide>
      </p15:sldGuideLst>
    </p:ext>
  </p:extLst>
</p:sldLayout>
</file>

<file path=ppt/slideLayouts/slideLayout55.xml><?xml version="1.0" encoding="utf-8"?>
<p:sldLayout xmlns:a="http://schemas.openxmlformats.org/drawingml/2006/main" xmlns:r="http://schemas.openxmlformats.org/officeDocument/2006/relationships" xmlns:p="http://schemas.openxmlformats.org/presentationml/2006/main" matchingName="5 Topics">
  <p:cSld name="TITLE_ONLY_1_4">
    <p:bg>
      <p:bgPr>
        <a:solidFill>
          <a:schemeClr val="dk1"/>
        </a:solidFill>
        <a:effectLst/>
      </p:bgPr>
    </p:bg>
    <p:spTree>
      <p:nvGrpSpPr>
        <p:cNvPr id="1" name="Shape 617"/>
        <p:cNvGrpSpPr/>
        <p:nvPr/>
      </p:nvGrpSpPr>
      <p:grpSpPr>
        <a:xfrm>
          <a:off x="0" y="0"/>
          <a:ext cx="0" cy="0"/>
          <a:chOff x="0" y="0"/>
          <a:chExt cx="0" cy="0"/>
        </a:xfrm>
      </p:grpSpPr>
      <p:sp>
        <p:nvSpPr>
          <p:cNvPr id="618" name="Google Shape;618;p67"/>
          <p:cNvSpPr txBox="1">
            <a:spLocks noGrp="1"/>
          </p:cNvSpPr>
          <p:nvPr>
            <p:ph type="title"/>
          </p:nvPr>
        </p:nvSpPr>
        <p:spPr>
          <a:xfrm>
            <a:off x="457200" y="114300"/>
            <a:ext cx="8229600" cy="903300"/>
          </a:xfrm>
          <a:prstGeom prst="rect">
            <a:avLst/>
          </a:prstGeom>
        </p:spPr>
        <p:txBody>
          <a:bodyPr spcFirstLastPara="1" wrap="square" lIns="0" tIns="0" rIns="0" bIns="0" anchor="t" anchorCtr="0">
            <a:normAutofit/>
          </a:bodyPr>
          <a:lstStyle>
            <a:lvl1pPr lvl="0" rtl="0">
              <a:spcBef>
                <a:spcPts val="0"/>
              </a:spcBef>
              <a:spcAft>
                <a:spcPts val="0"/>
              </a:spcAft>
              <a:buClr>
                <a:schemeClr val="lt2"/>
              </a:buClr>
              <a:buSzPts val="3400"/>
              <a:buNone/>
              <a:defRPr>
                <a:solidFill>
                  <a:schemeClr val="lt2"/>
                </a:solidFill>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619" name="Google Shape;619;p67"/>
          <p:cNvSpPr txBox="1">
            <a:spLocks noGrp="1"/>
          </p:cNvSpPr>
          <p:nvPr>
            <p:ph type="sldNum" idx="12"/>
          </p:nvPr>
        </p:nvSpPr>
        <p:spPr>
          <a:xfrm>
            <a:off x="8366700" y="4805546"/>
            <a:ext cx="548700" cy="215400"/>
          </a:xfrm>
          <a:prstGeom prst="rect">
            <a:avLst/>
          </a:prstGeom>
        </p:spPr>
        <p:txBody>
          <a:bodyPr spcFirstLastPara="1" wrap="square" lIns="0" tIns="0" rIns="0" bIns="0" anchor="b" anchorCtr="0">
            <a:normAutofit/>
          </a:bodyPr>
          <a:lstStyle>
            <a:lvl1pPr lvl="0" rtl="0">
              <a:buNone/>
              <a:defRPr>
                <a:solidFill>
                  <a:schemeClr val="accent5"/>
                </a:solidFill>
              </a:defRPr>
            </a:lvl1pPr>
            <a:lvl2pPr lvl="1" rtl="0">
              <a:buNone/>
              <a:defRPr>
                <a:solidFill>
                  <a:schemeClr val="accent5"/>
                </a:solidFill>
              </a:defRPr>
            </a:lvl2pPr>
            <a:lvl3pPr lvl="2" rtl="0">
              <a:buNone/>
              <a:defRPr>
                <a:solidFill>
                  <a:schemeClr val="accent5"/>
                </a:solidFill>
              </a:defRPr>
            </a:lvl3pPr>
            <a:lvl4pPr lvl="3" rtl="0">
              <a:buNone/>
              <a:defRPr>
                <a:solidFill>
                  <a:schemeClr val="accent5"/>
                </a:solidFill>
              </a:defRPr>
            </a:lvl4pPr>
            <a:lvl5pPr lvl="4" rtl="0">
              <a:buNone/>
              <a:defRPr>
                <a:solidFill>
                  <a:schemeClr val="accent5"/>
                </a:solidFill>
              </a:defRPr>
            </a:lvl5pPr>
            <a:lvl6pPr lvl="5" rtl="0">
              <a:buNone/>
              <a:defRPr>
                <a:solidFill>
                  <a:schemeClr val="accent5"/>
                </a:solidFill>
              </a:defRPr>
            </a:lvl6pPr>
            <a:lvl7pPr lvl="6" rtl="0">
              <a:buNone/>
              <a:defRPr>
                <a:solidFill>
                  <a:schemeClr val="accent5"/>
                </a:solidFill>
              </a:defRPr>
            </a:lvl7pPr>
            <a:lvl8pPr lvl="7" rtl="0">
              <a:buNone/>
              <a:defRPr>
                <a:solidFill>
                  <a:schemeClr val="accent5"/>
                </a:solidFill>
              </a:defRPr>
            </a:lvl8pPr>
            <a:lvl9pPr lvl="8" rtl="0">
              <a:buNone/>
              <a:defRPr>
                <a:solidFill>
                  <a:schemeClr val="accent5"/>
                </a:solidFill>
              </a:defRPr>
            </a:lvl9pPr>
          </a:lstStyle>
          <a:p>
            <a:pPr marL="0" lvl="0" indent="0" algn="r" rtl="0">
              <a:spcBef>
                <a:spcPts val="0"/>
              </a:spcBef>
              <a:spcAft>
                <a:spcPts val="0"/>
              </a:spcAft>
              <a:buNone/>
            </a:pPr>
            <a:fld id="{00000000-1234-1234-1234-123412341234}" type="slidenum">
              <a:rPr lang="en"/>
              <a:t>‹#›</a:t>
            </a:fld>
            <a:endParaRPr/>
          </a:p>
        </p:txBody>
      </p:sp>
      <p:pic>
        <p:nvPicPr>
          <p:cNvPr id="620" name="Google Shape;620;p67"/>
          <p:cNvPicPr preferRelativeResize="0"/>
          <p:nvPr/>
        </p:nvPicPr>
        <p:blipFill>
          <a:blip r:embed="rId2">
            <a:alphaModFix/>
          </a:blip>
          <a:stretch>
            <a:fillRect/>
          </a:stretch>
        </p:blipFill>
        <p:spPr>
          <a:xfrm>
            <a:off x="8544859" y="62003"/>
            <a:ext cx="599140" cy="599141"/>
          </a:xfrm>
          <a:prstGeom prst="rect">
            <a:avLst/>
          </a:prstGeom>
          <a:noFill/>
          <a:ln>
            <a:noFill/>
          </a:ln>
        </p:spPr>
      </p:pic>
      <p:sp>
        <p:nvSpPr>
          <p:cNvPr id="621" name="Google Shape;621;p67"/>
          <p:cNvSpPr txBox="1">
            <a:spLocks noGrp="1"/>
          </p:cNvSpPr>
          <p:nvPr>
            <p:ph type="subTitle" idx="1"/>
          </p:nvPr>
        </p:nvSpPr>
        <p:spPr>
          <a:xfrm>
            <a:off x="467075" y="4814525"/>
            <a:ext cx="2326500" cy="206400"/>
          </a:xfrm>
          <a:prstGeom prst="rect">
            <a:avLst/>
          </a:prstGeom>
        </p:spPr>
        <p:txBody>
          <a:bodyPr spcFirstLastPara="1" wrap="square" lIns="0" tIns="0" rIns="0" bIns="0" anchor="b" anchorCtr="0">
            <a:normAutofit/>
          </a:bodyPr>
          <a:lstStyle>
            <a:lvl1pPr lvl="0" rtl="0">
              <a:spcBef>
                <a:spcPts val="0"/>
              </a:spcBef>
              <a:spcAft>
                <a:spcPts val="0"/>
              </a:spcAft>
              <a:buClr>
                <a:schemeClr val="accent5"/>
              </a:buClr>
              <a:buSzPts val="700"/>
              <a:buNone/>
              <a:defRPr sz="700">
                <a:solidFill>
                  <a:schemeClr val="accent5"/>
                </a:solidFill>
              </a:defRPr>
            </a:lvl1pPr>
            <a:lvl2pPr lvl="1" rtl="0">
              <a:spcBef>
                <a:spcPts val="0"/>
              </a:spcBef>
              <a:spcAft>
                <a:spcPts val="0"/>
              </a:spcAft>
              <a:buClr>
                <a:schemeClr val="accent5"/>
              </a:buClr>
              <a:buSzPts val="1400"/>
              <a:buNone/>
              <a:defRPr>
                <a:solidFill>
                  <a:schemeClr val="accent5"/>
                </a:solidFill>
              </a:defRPr>
            </a:lvl2pPr>
            <a:lvl3pPr lvl="2" rtl="0">
              <a:spcBef>
                <a:spcPts val="0"/>
              </a:spcBef>
              <a:spcAft>
                <a:spcPts val="0"/>
              </a:spcAft>
              <a:buClr>
                <a:schemeClr val="accent5"/>
              </a:buClr>
              <a:buSzPts val="1400"/>
              <a:buNone/>
              <a:defRPr>
                <a:solidFill>
                  <a:schemeClr val="accent5"/>
                </a:solidFill>
              </a:defRPr>
            </a:lvl3pPr>
            <a:lvl4pPr lvl="3" rtl="0">
              <a:spcBef>
                <a:spcPts val="0"/>
              </a:spcBef>
              <a:spcAft>
                <a:spcPts val="0"/>
              </a:spcAft>
              <a:buClr>
                <a:schemeClr val="accent5"/>
              </a:buClr>
              <a:buSzPts val="1400"/>
              <a:buNone/>
              <a:defRPr>
                <a:solidFill>
                  <a:schemeClr val="accent5"/>
                </a:solidFill>
              </a:defRPr>
            </a:lvl4pPr>
            <a:lvl5pPr lvl="4" rtl="0">
              <a:spcBef>
                <a:spcPts val="0"/>
              </a:spcBef>
              <a:spcAft>
                <a:spcPts val="0"/>
              </a:spcAft>
              <a:buClr>
                <a:schemeClr val="accent5"/>
              </a:buClr>
              <a:buSzPts val="1400"/>
              <a:buNone/>
              <a:defRPr>
                <a:solidFill>
                  <a:schemeClr val="accent5"/>
                </a:solidFill>
              </a:defRPr>
            </a:lvl5pPr>
            <a:lvl6pPr lvl="5" rtl="0">
              <a:spcBef>
                <a:spcPts val="0"/>
              </a:spcBef>
              <a:spcAft>
                <a:spcPts val="0"/>
              </a:spcAft>
              <a:buClr>
                <a:schemeClr val="accent5"/>
              </a:buClr>
              <a:buSzPts val="1400"/>
              <a:buNone/>
              <a:defRPr>
                <a:solidFill>
                  <a:schemeClr val="accent5"/>
                </a:solidFill>
              </a:defRPr>
            </a:lvl6pPr>
            <a:lvl7pPr lvl="6" rtl="0">
              <a:spcBef>
                <a:spcPts val="0"/>
              </a:spcBef>
              <a:spcAft>
                <a:spcPts val="0"/>
              </a:spcAft>
              <a:buClr>
                <a:schemeClr val="accent5"/>
              </a:buClr>
              <a:buSzPts val="1400"/>
              <a:buNone/>
              <a:defRPr>
                <a:solidFill>
                  <a:schemeClr val="accent5"/>
                </a:solidFill>
              </a:defRPr>
            </a:lvl7pPr>
            <a:lvl8pPr lvl="7" rtl="0">
              <a:spcBef>
                <a:spcPts val="0"/>
              </a:spcBef>
              <a:spcAft>
                <a:spcPts val="0"/>
              </a:spcAft>
              <a:buClr>
                <a:schemeClr val="accent5"/>
              </a:buClr>
              <a:buSzPts val="1400"/>
              <a:buNone/>
              <a:defRPr>
                <a:solidFill>
                  <a:schemeClr val="accent5"/>
                </a:solidFill>
              </a:defRPr>
            </a:lvl8pPr>
            <a:lvl9pPr lvl="8" rtl="0">
              <a:spcBef>
                <a:spcPts val="0"/>
              </a:spcBef>
              <a:spcAft>
                <a:spcPts val="0"/>
              </a:spcAft>
              <a:buClr>
                <a:schemeClr val="accent5"/>
              </a:buClr>
              <a:buSzPts val="1400"/>
              <a:buNone/>
              <a:defRPr>
                <a:solidFill>
                  <a:schemeClr val="accent5"/>
                </a:solidFill>
              </a:defRPr>
            </a:lvl9pPr>
          </a:lstStyle>
          <a:p>
            <a:endParaRPr/>
          </a:p>
        </p:txBody>
      </p:sp>
      <p:sp>
        <p:nvSpPr>
          <p:cNvPr id="622" name="Google Shape;622;p67"/>
          <p:cNvSpPr>
            <a:spLocks noGrp="1"/>
          </p:cNvSpPr>
          <p:nvPr>
            <p:ph type="pic" idx="2"/>
          </p:nvPr>
        </p:nvSpPr>
        <p:spPr>
          <a:xfrm>
            <a:off x="809350" y="1169100"/>
            <a:ext cx="898200" cy="746100"/>
          </a:xfrm>
          <a:prstGeom prst="rect">
            <a:avLst/>
          </a:prstGeom>
          <a:noFill/>
          <a:ln>
            <a:noFill/>
          </a:ln>
        </p:spPr>
      </p:sp>
      <p:sp>
        <p:nvSpPr>
          <p:cNvPr id="623" name="Google Shape;623;p67"/>
          <p:cNvSpPr>
            <a:spLocks noGrp="1"/>
          </p:cNvSpPr>
          <p:nvPr>
            <p:ph type="pic" idx="3"/>
          </p:nvPr>
        </p:nvSpPr>
        <p:spPr>
          <a:xfrm>
            <a:off x="4122900" y="1169100"/>
            <a:ext cx="898200" cy="746100"/>
          </a:xfrm>
          <a:prstGeom prst="rect">
            <a:avLst/>
          </a:prstGeom>
          <a:noFill/>
          <a:ln>
            <a:noFill/>
          </a:ln>
        </p:spPr>
      </p:sp>
      <p:sp>
        <p:nvSpPr>
          <p:cNvPr id="624" name="Google Shape;624;p67"/>
          <p:cNvSpPr>
            <a:spLocks noGrp="1"/>
          </p:cNvSpPr>
          <p:nvPr>
            <p:ph type="pic" idx="4"/>
          </p:nvPr>
        </p:nvSpPr>
        <p:spPr>
          <a:xfrm>
            <a:off x="7454075" y="1169100"/>
            <a:ext cx="898200" cy="746100"/>
          </a:xfrm>
          <a:prstGeom prst="rect">
            <a:avLst/>
          </a:prstGeom>
          <a:noFill/>
          <a:ln>
            <a:noFill/>
          </a:ln>
        </p:spPr>
      </p:sp>
      <p:sp>
        <p:nvSpPr>
          <p:cNvPr id="625" name="Google Shape;625;p67"/>
          <p:cNvSpPr>
            <a:spLocks noGrp="1"/>
          </p:cNvSpPr>
          <p:nvPr>
            <p:ph type="pic" idx="5"/>
          </p:nvPr>
        </p:nvSpPr>
        <p:spPr>
          <a:xfrm>
            <a:off x="2457313" y="2954138"/>
            <a:ext cx="898200" cy="746100"/>
          </a:xfrm>
          <a:prstGeom prst="rect">
            <a:avLst/>
          </a:prstGeom>
          <a:noFill/>
          <a:ln>
            <a:noFill/>
          </a:ln>
        </p:spPr>
      </p:sp>
      <p:sp>
        <p:nvSpPr>
          <p:cNvPr id="626" name="Google Shape;626;p67"/>
          <p:cNvSpPr>
            <a:spLocks noGrp="1"/>
          </p:cNvSpPr>
          <p:nvPr>
            <p:ph type="pic" idx="6"/>
          </p:nvPr>
        </p:nvSpPr>
        <p:spPr>
          <a:xfrm>
            <a:off x="5788488" y="2954138"/>
            <a:ext cx="898200" cy="746100"/>
          </a:xfrm>
          <a:prstGeom prst="rect">
            <a:avLst/>
          </a:prstGeom>
          <a:noFill/>
          <a:ln>
            <a:noFill/>
          </a:ln>
        </p:spPr>
      </p:sp>
      <p:cxnSp>
        <p:nvCxnSpPr>
          <p:cNvPr id="627" name="Google Shape;627;p67"/>
          <p:cNvCxnSpPr/>
          <p:nvPr/>
        </p:nvCxnSpPr>
        <p:spPr>
          <a:xfrm rot="10800000">
            <a:off x="4580832" y="2954150"/>
            <a:ext cx="0" cy="1590600"/>
          </a:xfrm>
          <a:prstGeom prst="straightConnector1">
            <a:avLst/>
          </a:prstGeom>
          <a:noFill/>
          <a:ln w="19050" cap="flat" cmpd="sng">
            <a:solidFill>
              <a:schemeClr val="lt1"/>
            </a:solidFill>
            <a:prstDash val="dash"/>
            <a:round/>
            <a:headEnd type="none" w="med" len="med"/>
            <a:tailEnd type="none" w="med" len="med"/>
          </a:ln>
        </p:spPr>
      </p:cxnSp>
      <p:cxnSp>
        <p:nvCxnSpPr>
          <p:cNvPr id="628" name="Google Shape;628;p67"/>
          <p:cNvCxnSpPr/>
          <p:nvPr/>
        </p:nvCxnSpPr>
        <p:spPr>
          <a:xfrm rot="10800000">
            <a:off x="2906432" y="1114375"/>
            <a:ext cx="0" cy="1590600"/>
          </a:xfrm>
          <a:prstGeom prst="straightConnector1">
            <a:avLst/>
          </a:prstGeom>
          <a:noFill/>
          <a:ln w="19050" cap="flat" cmpd="sng">
            <a:solidFill>
              <a:schemeClr val="lt1"/>
            </a:solidFill>
            <a:prstDash val="dash"/>
            <a:round/>
            <a:headEnd type="none" w="med" len="med"/>
            <a:tailEnd type="none" w="med" len="med"/>
          </a:ln>
        </p:spPr>
      </p:cxnSp>
      <p:cxnSp>
        <p:nvCxnSpPr>
          <p:cNvPr id="629" name="Google Shape;629;p67"/>
          <p:cNvCxnSpPr/>
          <p:nvPr/>
        </p:nvCxnSpPr>
        <p:spPr>
          <a:xfrm rot="10800000">
            <a:off x="6237607" y="1114375"/>
            <a:ext cx="0" cy="1590600"/>
          </a:xfrm>
          <a:prstGeom prst="straightConnector1">
            <a:avLst/>
          </a:prstGeom>
          <a:noFill/>
          <a:ln w="19050" cap="flat" cmpd="sng">
            <a:solidFill>
              <a:schemeClr val="lt1"/>
            </a:solidFill>
            <a:prstDash val="dash"/>
            <a:round/>
            <a:headEnd type="none" w="med" len="med"/>
            <a:tailEnd type="none" w="med" len="med"/>
          </a:ln>
        </p:spPr>
      </p:cxnSp>
      <p:sp>
        <p:nvSpPr>
          <p:cNvPr id="630" name="Google Shape;630;p67"/>
          <p:cNvSpPr txBox="1">
            <a:spLocks noGrp="1"/>
          </p:cNvSpPr>
          <p:nvPr>
            <p:ph type="subTitle" idx="7"/>
          </p:nvPr>
        </p:nvSpPr>
        <p:spPr>
          <a:xfrm>
            <a:off x="467075" y="2070950"/>
            <a:ext cx="1574700" cy="311400"/>
          </a:xfrm>
          <a:prstGeom prst="rect">
            <a:avLst/>
          </a:prstGeom>
        </p:spPr>
        <p:txBody>
          <a:bodyPr spcFirstLastPara="1" wrap="square" lIns="0" tIns="0" rIns="0" bIns="0" anchor="t" anchorCtr="0">
            <a:normAutofit/>
          </a:bodyPr>
          <a:lstStyle>
            <a:lvl1pPr lvl="0" algn="ctr" rtl="0">
              <a:lnSpc>
                <a:spcPct val="100000"/>
              </a:lnSpc>
              <a:spcBef>
                <a:spcPts val="0"/>
              </a:spcBef>
              <a:spcAft>
                <a:spcPts val="0"/>
              </a:spcAft>
              <a:buSzPts val="1600"/>
              <a:buFont typeface="IBM Plex Sans Medium"/>
              <a:buNone/>
              <a:defRPr sz="1600">
                <a:solidFill>
                  <a:schemeClr val="accent1"/>
                </a:solidFill>
                <a:latin typeface="IBM Plex Sans Medium"/>
                <a:ea typeface="IBM Plex Sans Medium"/>
                <a:cs typeface="IBM Plex Sans Medium"/>
                <a:sym typeface="IBM Plex Sans Medium"/>
              </a:defRPr>
            </a:lvl1pPr>
            <a:lvl2pPr lvl="1" algn="ctr" rtl="0">
              <a:lnSpc>
                <a:spcPct val="100000"/>
              </a:lnSpc>
              <a:spcBef>
                <a:spcPts val="0"/>
              </a:spcBef>
              <a:spcAft>
                <a:spcPts val="0"/>
              </a:spcAft>
              <a:buSzPts val="1600"/>
              <a:buFont typeface="IBM Plex Sans Medium"/>
              <a:buNone/>
              <a:defRPr sz="1600">
                <a:solidFill>
                  <a:schemeClr val="accent1"/>
                </a:solidFill>
                <a:latin typeface="IBM Plex Sans Medium"/>
                <a:ea typeface="IBM Plex Sans Medium"/>
                <a:cs typeface="IBM Plex Sans Medium"/>
                <a:sym typeface="IBM Plex Sans Medium"/>
              </a:defRPr>
            </a:lvl2pPr>
            <a:lvl3pPr lvl="2" algn="ctr" rtl="0">
              <a:lnSpc>
                <a:spcPct val="100000"/>
              </a:lnSpc>
              <a:spcBef>
                <a:spcPts val="0"/>
              </a:spcBef>
              <a:spcAft>
                <a:spcPts val="0"/>
              </a:spcAft>
              <a:buSzPts val="1600"/>
              <a:buFont typeface="IBM Plex Sans Medium"/>
              <a:buNone/>
              <a:defRPr sz="1600">
                <a:solidFill>
                  <a:schemeClr val="accent1"/>
                </a:solidFill>
                <a:latin typeface="IBM Plex Sans Medium"/>
                <a:ea typeface="IBM Plex Sans Medium"/>
                <a:cs typeface="IBM Plex Sans Medium"/>
                <a:sym typeface="IBM Plex Sans Medium"/>
              </a:defRPr>
            </a:lvl3pPr>
            <a:lvl4pPr lvl="3" algn="ctr" rtl="0">
              <a:lnSpc>
                <a:spcPct val="100000"/>
              </a:lnSpc>
              <a:spcBef>
                <a:spcPts val="0"/>
              </a:spcBef>
              <a:spcAft>
                <a:spcPts val="0"/>
              </a:spcAft>
              <a:buSzPts val="1600"/>
              <a:buFont typeface="IBM Plex Sans Medium"/>
              <a:buNone/>
              <a:defRPr sz="1600">
                <a:solidFill>
                  <a:schemeClr val="accent1"/>
                </a:solidFill>
                <a:latin typeface="IBM Plex Sans Medium"/>
                <a:ea typeface="IBM Plex Sans Medium"/>
                <a:cs typeface="IBM Plex Sans Medium"/>
                <a:sym typeface="IBM Plex Sans Medium"/>
              </a:defRPr>
            </a:lvl4pPr>
            <a:lvl5pPr lvl="4" algn="ctr" rtl="0">
              <a:lnSpc>
                <a:spcPct val="100000"/>
              </a:lnSpc>
              <a:spcBef>
                <a:spcPts val="0"/>
              </a:spcBef>
              <a:spcAft>
                <a:spcPts val="0"/>
              </a:spcAft>
              <a:buClr>
                <a:schemeClr val="accent1"/>
              </a:buClr>
              <a:buSzPts val="1600"/>
              <a:buFont typeface="IBM Plex Sans Medium"/>
              <a:buNone/>
              <a:defRPr sz="1600">
                <a:solidFill>
                  <a:schemeClr val="accent1"/>
                </a:solidFill>
                <a:latin typeface="IBM Plex Sans Medium"/>
                <a:ea typeface="IBM Plex Sans Medium"/>
                <a:cs typeface="IBM Plex Sans Medium"/>
                <a:sym typeface="IBM Plex Sans Medium"/>
              </a:defRPr>
            </a:lvl5pPr>
            <a:lvl6pPr lvl="5" algn="ctr" rtl="0">
              <a:lnSpc>
                <a:spcPct val="100000"/>
              </a:lnSpc>
              <a:spcBef>
                <a:spcPts val="0"/>
              </a:spcBef>
              <a:spcAft>
                <a:spcPts val="0"/>
              </a:spcAft>
              <a:buClr>
                <a:schemeClr val="accent1"/>
              </a:buClr>
              <a:buSzPts val="1600"/>
              <a:buFont typeface="IBM Plex Sans Medium"/>
              <a:buNone/>
              <a:defRPr sz="1600">
                <a:solidFill>
                  <a:schemeClr val="accent1"/>
                </a:solidFill>
                <a:latin typeface="IBM Plex Sans Medium"/>
                <a:ea typeface="IBM Plex Sans Medium"/>
                <a:cs typeface="IBM Plex Sans Medium"/>
                <a:sym typeface="IBM Plex Sans Medium"/>
              </a:defRPr>
            </a:lvl6pPr>
            <a:lvl7pPr lvl="6" algn="ctr" rtl="0">
              <a:lnSpc>
                <a:spcPct val="100000"/>
              </a:lnSpc>
              <a:spcBef>
                <a:spcPts val="0"/>
              </a:spcBef>
              <a:spcAft>
                <a:spcPts val="0"/>
              </a:spcAft>
              <a:buClr>
                <a:schemeClr val="accent1"/>
              </a:buClr>
              <a:buSzPts val="1600"/>
              <a:buFont typeface="IBM Plex Sans Medium"/>
              <a:buNone/>
              <a:defRPr sz="1600">
                <a:solidFill>
                  <a:schemeClr val="accent1"/>
                </a:solidFill>
                <a:latin typeface="IBM Plex Sans Medium"/>
                <a:ea typeface="IBM Plex Sans Medium"/>
                <a:cs typeface="IBM Plex Sans Medium"/>
                <a:sym typeface="IBM Plex Sans Medium"/>
              </a:defRPr>
            </a:lvl7pPr>
            <a:lvl8pPr lvl="7" algn="ctr" rtl="0">
              <a:lnSpc>
                <a:spcPct val="100000"/>
              </a:lnSpc>
              <a:spcBef>
                <a:spcPts val="0"/>
              </a:spcBef>
              <a:spcAft>
                <a:spcPts val="0"/>
              </a:spcAft>
              <a:buClr>
                <a:schemeClr val="accent1"/>
              </a:buClr>
              <a:buSzPts val="1600"/>
              <a:buFont typeface="IBM Plex Sans Medium"/>
              <a:buNone/>
              <a:defRPr sz="1600">
                <a:solidFill>
                  <a:schemeClr val="accent1"/>
                </a:solidFill>
                <a:latin typeface="IBM Plex Sans Medium"/>
                <a:ea typeface="IBM Plex Sans Medium"/>
                <a:cs typeface="IBM Plex Sans Medium"/>
                <a:sym typeface="IBM Plex Sans Medium"/>
              </a:defRPr>
            </a:lvl8pPr>
            <a:lvl9pPr lvl="8" algn="ctr" rtl="0">
              <a:lnSpc>
                <a:spcPct val="100000"/>
              </a:lnSpc>
              <a:spcBef>
                <a:spcPts val="0"/>
              </a:spcBef>
              <a:spcAft>
                <a:spcPts val="0"/>
              </a:spcAft>
              <a:buClr>
                <a:schemeClr val="accent1"/>
              </a:buClr>
              <a:buSzPts val="1600"/>
              <a:buFont typeface="IBM Plex Sans Medium"/>
              <a:buNone/>
              <a:defRPr sz="1600">
                <a:solidFill>
                  <a:schemeClr val="accent1"/>
                </a:solidFill>
                <a:latin typeface="IBM Plex Sans Medium"/>
                <a:ea typeface="IBM Plex Sans Medium"/>
                <a:cs typeface="IBM Plex Sans Medium"/>
                <a:sym typeface="IBM Plex Sans Medium"/>
              </a:defRPr>
            </a:lvl9pPr>
          </a:lstStyle>
          <a:p>
            <a:endParaRPr/>
          </a:p>
        </p:txBody>
      </p:sp>
      <p:sp>
        <p:nvSpPr>
          <p:cNvPr id="631" name="Google Shape;631;p67"/>
          <p:cNvSpPr txBox="1">
            <a:spLocks noGrp="1"/>
          </p:cNvSpPr>
          <p:nvPr>
            <p:ph type="body" idx="8"/>
          </p:nvPr>
        </p:nvSpPr>
        <p:spPr>
          <a:xfrm>
            <a:off x="474425" y="2369494"/>
            <a:ext cx="1575300" cy="783000"/>
          </a:xfrm>
          <a:prstGeom prst="rect">
            <a:avLst/>
          </a:prstGeom>
        </p:spPr>
        <p:txBody>
          <a:bodyPr spcFirstLastPara="1" wrap="square" lIns="0" tIns="0" rIns="0" bIns="0" anchor="t" anchorCtr="0">
            <a:normAutofit/>
          </a:bodyPr>
          <a:lstStyle>
            <a:lvl1pPr marL="457200" lvl="0" indent="-311150" algn="ctr" rtl="0">
              <a:spcBef>
                <a:spcPts val="0"/>
              </a:spcBef>
              <a:spcAft>
                <a:spcPts val="0"/>
              </a:spcAft>
              <a:buClr>
                <a:schemeClr val="lt1"/>
              </a:buClr>
              <a:buSzPts val="1300"/>
              <a:buChar char="■"/>
              <a:defRPr sz="1300">
                <a:solidFill>
                  <a:schemeClr val="lt1"/>
                </a:solidFill>
              </a:defRPr>
            </a:lvl1pPr>
            <a:lvl2pPr marL="914400" lvl="1" indent="-311150" algn="ctr" rtl="0">
              <a:spcBef>
                <a:spcPts val="0"/>
              </a:spcBef>
              <a:spcAft>
                <a:spcPts val="0"/>
              </a:spcAft>
              <a:buClr>
                <a:schemeClr val="lt1"/>
              </a:buClr>
              <a:buSzPts val="1300"/>
              <a:buChar char="■"/>
              <a:defRPr sz="1300">
                <a:solidFill>
                  <a:schemeClr val="lt1"/>
                </a:solidFill>
              </a:defRPr>
            </a:lvl2pPr>
            <a:lvl3pPr marL="1371600" lvl="2" indent="-311150" algn="ctr" rtl="0">
              <a:spcBef>
                <a:spcPts val="0"/>
              </a:spcBef>
              <a:spcAft>
                <a:spcPts val="0"/>
              </a:spcAft>
              <a:buSzPts val="1300"/>
              <a:buChar char="■"/>
              <a:defRPr sz="1300"/>
            </a:lvl3pPr>
            <a:lvl4pPr marL="1828800" lvl="3" indent="-311150" algn="ctr" rtl="0">
              <a:spcBef>
                <a:spcPts val="0"/>
              </a:spcBef>
              <a:spcAft>
                <a:spcPts val="0"/>
              </a:spcAft>
              <a:buSzPts val="1300"/>
              <a:buChar char="●"/>
              <a:defRPr sz="1300"/>
            </a:lvl4pPr>
            <a:lvl5pPr marL="2286000" lvl="4" indent="-311150" algn="ctr" rtl="0">
              <a:spcBef>
                <a:spcPts val="0"/>
              </a:spcBef>
              <a:spcAft>
                <a:spcPts val="0"/>
              </a:spcAft>
              <a:buSzPts val="1300"/>
              <a:buChar char="○"/>
              <a:defRPr sz="1300"/>
            </a:lvl5pPr>
            <a:lvl6pPr marL="2743200" lvl="5" indent="-311150" algn="ctr" rtl="0">
              <a:spcBef>
                <a:spcPts val="0"/>
              </a:spcBef>
              <a:spcAft>
                <a:spcPts val="0"/>
              </a:spcAft>
              <a:buSzPts val="1300"/>
              <a:buChar char="■"/>
              <a:defRPr sz="1300"/>
            </a:lvl6pPr>
            <a:lvl7pPr marL="3200400" lvl="6" indent="-311150" algn="ctr" rtl="0">
              <a:spcBef>
                <a:spcPts val="0"/>
              </a:spcBef>
              <a:spcAft>
                <a:spcPts val="0"/>
              </a:spcAft>
              <a:buSzPts val="1300"/>
              <a:buChar char="●"/>
              <a:defRPr sz="1300"/>
            </a:lvl7pPr>
            <a:lvl8pPr marL="3657600" lvl="7" indent="-311150" algn="ctr" rtl="0">
              <a:spcBef>
                <a:spcPts val="0"/>
              </a:spcBef>
              <a:spcAft>
                <a:spcPts val="0"/>
              </a:spcAft>
              <a:buSzPts val="1300"/>
              <a:buChar char="○"/>
              <a:defRPr sz="1300"/>
            </a:lvl8pPr>
            <a:lvl9pPr marL="4114800" lvl="8" indent="-311150" algn="ctr" rtl="0">
              <a:spcBef>
                <a:spcPts val="0"/>
              </a:spcBef>
              <a:spcAft>
                <a:spcPts val="0"/>
              </a:spcAft>
              <a:buSzPts val="1300"/>
              <a:buChar char="■"/>
              <a:defRPr sz="1300"/>
            </a:lvl9pPr>
          </a:lstStyle>
          <a:p>
            <a:endParaRPr/>
          </a:p>
        </p:txBody>
      </p:sp>
      <p:sp>
        <p:nvSpPr>
          <p:cNvPr id="632" name="Google Shape;632;p67"/>
          <p:cNvSpPr txBox="1">
            <a:spLocks noGrp="1"/>
          </p:cNvSpPr>
          <p:nvPr>
            <p:ph type="subTitle" idx="9"/>
          </p:nvPr>
        </p:nvSpPr>
        <p:spPr>
          <a:xfrm>
            <a:off x="3789500" y="2070950"/>
            <a:ext cx="1574700" cy="311400"/>
          </a:xfrm>
          <a:prstGeom prst="rect">
            <a:avLst/>
          </a:prstGeom>
        </p:spPr>
        <p:txBody>
          <a:bodyPr spcFirstLastPara="1" wrap="square" lIns="0" tIns="0" rIns="0" bIns="0" anchor="t" anchorCtr="0">
            <a:normAutofit/>
          </a:bodyPr>
          <a:lstStyle>
            <a:lvl1pPr lvl="0" algn="ctr" rtl="0">
              <a:lnSpc>
                <a:spcPct val="100000"/>
              </a:lnSpc>
              <a:spcBef>
                <a:spcPts val="0"/>
              </a:spcBef>
              <a:spcAft>
                <a:spcPts val="0"/>
              </a:spcAft>
              <a:buClr>
                <a:srgbClr val="FFC600"/>
              </a:buClr>
              <a:buSzPts val="1600"/>
              <a:buFont typeface="IBM Plex Sans Medium"/>
              <a:buNone/>
              <a:defRPr sz="1600">
                <a:solidFill>
                  <a:srgbClr val="FFC600"/>
                </a:solidFill>
                <a:latin typeface="IBM Plex Sans Medium"/>
                <a:ea typeface="IBM Plex Sans Medium"/>
                <a:cs typeface="IBM Plex Sans Medium"/>
                <a:sym typeface="IBM Plex Sans Medium"/>
              </a:defRPr>
            </a:lvl1pPr>
            <a:lvl2pPr lvl="1" algn="ctr" rtl="0">
              <a:lnSpc>
                <a:spcPct val="100000"/>
              </a:lnSpc>
              <a:spcBef>
                <a:spcPts val="0"/>
              </a:spcBef>
              <a:spcAft>
                <a:spcPts val="0"/>
              </a:spcAft>
              <a:buSzPts val="1600"/>
              <a:buFont typeface="IBM Plex Sans Medium"/>
              <a:buNone/>
              <a:defRPr sz="1600">
                <a:solidFill>
                  <a:schemeClr val="accent1"/>
                </a:solidFill>
                <a:latin typeface="IBM Plex Sans Medium"/>
                <a:ea typeface="IBM Plex Sans Medium"/>
                <a:cs typeface="IBM Plex Sans Medium"/>
                <a:sym typeface="IBM Plex Sans Medium"/>
              </a:defRPr>
            </a:lvl2pPr>
            <a:lvl3pPr lvl="2" algn="ctr" rtl="0">
              <a:lnSpc>
                <a:spcPct val="100000"/>
              </a:lnSpc>
              <a:spcBef>
                <a:spcPts val="0"/>
              </a:spcBef>
              <a:spcAft>
                <a:spcPts val="0"/>
              </a:spcAft>
              <a:buSzPts val="1600"/>
              <a:buFont typeface="IBM Plex Sans Medium"/>
              <a:buNone/>
              <a:defRPr sz="1600">
                <a:solidFill>
                  <a:schemeClr val="accent1"/>
                </a:solidFill>
                <a:latin typeface="IBM Plex Sans Medium"/>
                <a:ea typeface="IBM Plex Sans Medium"/>
                <a:cs typeface="IBM Plex Sans Medium"/>
                <a:sym typeface="IBM Plex Sans Medium"/>
              </a:defRPr>
            </a:lvl3pPr>
            <a:lvl4pPr lvl="3" algn="ctr" rtl="0">
              <a:lnSpc>
                <a:spcPct val="100000"/>
              </a:lnSpc>
              <a:spcBef>
                <a:spcPts val="0"/>
              </a:spcBef>
              <a:spcAft>
                <a:spcPts val="0"/>
              </a:spcAft>
              <a:buSzPts val="1600"/>
              <a:buFont typeface="IBM Plex Sans Medium"/>
              <a:buNone/>
              <a:defRPr sz="1600">
                <a:solidFill>
                  <a:schemeClr val="accent1"/>
                </a:solidFill>
                <a:latin typeface="IBM Plex Sans Medium"/>
                <a:ea typeface="IBM Plex Sans Medium"/>
                <a:cs typeface="IBM Plex Sans Medium"/>
                <a:sym typeface="IBM Plex Sans Medium"/>
              </a:defRPr>
            </a:lvl4pPr>
            <a:lvl5pPr lvl="4" algn="ctr" rtl="0">
              <a:lnSpc>
                <a:spcPct val="100000"/>
              </a:lnSpc>
              <a:spcBef>
                <a:spcPts val="0"/>
              </a:spcBef>
              <a:spcAft>
                <a:spcPts val="0"/>
              </a:spcAft>
              <a:buClr>
                <a:schemeClr val="accent1"/>
              </a:buClr>
              <a:buSzPts val="1600"/>
              <a:buFont typeface="IBM Plex Sans Medium"/>
              <a:buNone/>
              <a:defRPr sz="1600">
                <a:solidFill>
                  <a:schemeClr val="accent1"/>
                </a:solidFill>
                <a:latin typeface="IBM Plex Sans Medium"/>
                <a:ea typeface="IBM Plex Sans Medium"/>
                <a:cs typeface="IBM Plex Sans Medium"/>
                <a:sym typeface="IBM Plex Sans Medium"/>
              </a:defRPr>
            </a:lvl5pPr>
            <a:lvl6pPr lvl="5" algn="ctr" rtl="0">
              <a:lnSpc>
                <a:spcPct val="100000"/>
              </a:lnSpc>
              <a:spcBef>
                <a:spcPts val="0"/>
              </a:spcBef>
              <a:spcAft>
                <a:spcPts val="0"/>
              </a:spcAft>
              <a:buClr>
                <a:schemeClr val="accent1"/>
              </a:buClr>
              <a:buSzPts val="1600"/>
              <a:buFont typeface="IBM Plex Sans Medium"/>
              <a:buNone/>
              <a:defRPr sz="1600">
                <a:solidFill>
                  <a:schemeClr val="accent1"/>
                </a:solidFill>
                <a:latin typeface="IBM Plex Sans Medium"/>
                <a:ea typeface="IBM Plex Sans Medium"/>
                <a:cs typeface="IBM Plex Sans Medium"/>
                <a:sym typeface="IBM Plex Sans Medium"/>
              </a:defRPr>
            </a:lvl6pPr>
            <a:lvl7pPr lvl="6" algn="ctr" rtl="0">
              <a:lnSpc>
                <a:spcPct val="100000"/>
              </a:lnSpc>
              <a:spcBef>
                <a:spcPts val="0"/>
              </a:spcBef>
              <a:spcAft>
                <a:spcPts val="0"/>
              </a:spcAft>
              <a:buClr>
                <a:schemeClr val="accent1"/>
              </a:buClr>
              <a:buSzPts val="1600"/>
              <a:buFont typeface="IBM Plex Sans Medium"/>
              <a:buNone/>
              <a:defRPr sz="1600">
                <a:solidFill>
                  <a:schemeClr val="accent1"/>
                </a:solidFill>
                <a:latin typeface="IBM Plex Sans Medium"/>
                <a:ea typeface="IBM Plex Sans Medium"/>
                <a:cs typeface="IBM Plex Sans Medium"/>
                <a:sym typeface="IBM Plex Sans Medium"/>
              </a:defRPr>
            </a:lvl7pPr>
            <a:lvl8pPr lvl="7" algn="ctr" rtl="0">
              <a:lnSpc>
                <a:spcPct val="100000"/>
              </a:lnSpc>
              <a:spcBef>
                <a:spcPts val="0"/>
              </a:spcBef>
              <a:spcAft>
                <a:spcPts val="0"/>
              </a:spcAft>
              <a:buClr>
                <a:schemeClr val="accent1"/>
              </a:buClr>
              <a:buSzPts val="1600"/>
              <a:buFont typeface="IBM Plex Sans Medium"/>
              <a:buNone/>
              <a:defRPr sz="1600">
                <a:solidFill>
                  <a:schemeClr val="accent1"/>
                </a:solidFill>
                <a:latin typeface="IBM Plex Sans Medium"/>
                <a:ea typeface="IBM Plex Sans Medium"/>
                <a:cs typeface="IBM Plex Sans Medium"/>
                <a:sym typeface="IBM Plex Sans Medium"/>
              </a:defRPr>
            </a:lvl8pPr>
            <a:lvl9pPr lvl="8" algn="ctr" rtl="0">
              <a:lnSpc>
                <a:spcPct val="100000"/>
              </a:lnSpc>
              <a:spcBef>
                <a:spcPts val="0"/>
              </a:spcBef>
              <a:spcAft>
                <a:spcPts val="0"/>
              </a:spcAft>
              <a:buClr>
                <a:schemeClr val="accent1"/>
              </a:buClr>
              <a:buSzPts val="1600"/>
              <a:buFont typeface="IBM Plex Sans Medium"/>
              <a:buNone/>
              <a:defRPr sz="1600">
                <a:solidFill>
                  <a:schemeClr val="accent1"/>
                </a:solidFill>
                <a:latin typeface="IBM Plex Sans Medium"/>
                <a:ea typeface="IBM Plex Sans Medium"/>
                <a:cs typeface="IBM Plex Sans Medium"/>
                <a:sym typeface="IBM Plex Sans Medium"/>
              </a:defRPr>
            </a:lvl9pPr>
          </a:lstStyle>
          <a:p>
            <a:endParaRPr/>
          </a:p>
        </p:txBody>
      </p:sp>
      <p:sp>
        <p:nvSpPr>
          <p:cNvPr id="633" name="Google Shape;633;p67"/>
          <p:cNvSpPr txBox="1">
            <a:spLocks noGrp="1"/>
          </p:cNvSpPr>
          <p:nvPr>
            <p:ph type="body" idx="13"/>
          </p:nvPr>
        </p:nvSpPr>
        <p:spPr>
          <a:xfrm>
            <a:off x="3791936" y="2369494"/>
            <a:ext cx="1575300" cy="783000"/>
          </a:xfrm>
          <a:prstGeom prst="rect">
            <a:avLst/>
          </a:prstGeom>
        </p:spPr>
        <p:txBody>
          <a:bodyPr spcFirstLastPara="1" wrap="square" lIns="0" tIns="0" rIns="0" bIns="0" anchor="t" anchorCtr="0">
            <a:normAutofit/>
          </a:bodyPr>
          <a:lstStyle>
            <a:lvl1pPr marL="457200" lvl="0" indent="-311150" algn="ctr" rtl="0">
              <a:spcBef>
                <a:spcPts val="0"/>
              </a:spcBef>
              <a:spcAft>
                <a:spcPts val="0"/>
              </a:spcAft>
              <a:buClr>
                <a:schemeClr val="lt1"/>
              </a:buClr>
              <a:buSzPts val="1300"/>
              <a:buChar char="■"/>
              <a:defRPr sz="1300">
                <a:solidFill>
                  <a:schemeClr val="lt1"/>
                </a:solidFill>
              </a:defRPr>
            </a:lvl1pPr>
            <a:lvl2pPr marL="914400" lvl="1" indent="-311150" algn="ctr" rtl="0">
              <a:spcBef>
                <a:spcPts val="0"/>
              </a:spcBef>
              <a:spcAft>
                <a:spcPts val="0"/>
              </a:spcAft>
              <a:buClr>
                <a:schemeClr val="lt1"/>
              </a:buClr>
              <a:buSzPts val="1300"/>
              <a:buChar char="■"/>
              <a:defRPr sz="1300">
                <a:solidFill>
                  <a:schemeClr val="lt1"/>
                </a:solidFill>
              </a:defRPr>
            </a:lvl2pPr>
            <a:lvl3pPr marL="1371600" lvl="2" indent="-311150" algn="ctr" rtl="0">
              <a:spcBef>
                <a:spcPts val="0"/>
              </a:spcBef>
              <a:spcAft>
                <a:spcPts val="0"/>
              </a:spcAft>
              <a:buSzPts val="1300"/>
              <a:buChar char="■"/>
              <a:defRPr sz="1300"/>
            </a:lvl3pPr>
            <a:lvl4pPr marL="1828800" lvl="3" indent="-311150" algn="ctr" rtl="0">
              <a:spcBef>
                <a:spcPts val="0"/>
              </a:spcBef>
              <a:spcAft>
                <a:spcPts val="0"/>
              </a:spcAft>
              <a:buSzPts val="1300"/>
              <a:buChar char="●"/>
              <a:defRPr sz="1300"/>
            </a:lvl4pPr>
            <a:lvl5pPr marL="2286000" lvl="4" indent="-311150" algn="ctr" rtl="0">
              <a:spcBef>
                <a:spcPts val="0"/>
              </a:spcBef>
              <a:spcAft>
                <a:spcPts val="0"/>
              </a:spcAft>
              <a:buSzPts val="1300"/>
              <a:buChar char="○"/>
              <a:defRPr sz="1300"/>
            </a:lvl5pPr>
            <a:lvl6pPr marL="2743200" lvl="5" indent="-311150" algn="ctr" rtl="0">
              <a:spcBef>
                <a:spcPts val="0"/>
              </a:spcBef>
              <a:spcAft>
                <a:spcPts val="0"/>
              </a:spcAft>
              <a:buSzPts val="1300"/>
              <a:buChar char="■"/>
              <a:defRPr sz="1300"/>
            </a:lvl6pPr>
            <a:lvl7pPr marL="3200400" lvl="6" indent="-311150" algn="ctr" rtl="0">
              <a:spcBef>
                <a:spcPts val="0"/>
              </a:spcBef>
              <a:spcAft>
                <a:spcPts val="0"/>
              </a:spcAft>
              <a:buSzPts val="1300"/>
              <a:buChar char="●"/>
              <a:defRPr sz="1300"/>
            </a:lvl7pPr>
            <a:lvl8pPr marL="3657600" lvl="7" indent="-311150" algn="ctr" rtl="0">
              <a:spcBef>
                <a:spcPts val="0"/>
              </a:spcBef>
              <a:spcAft>
                <a:spcPts val="0"/>
              </a:spcAft>
              <a:buSzPts val="1300"/>
              <a:buChar char="○"/>
              <a:defRPr sz="1300"/>
            </a:lvl8pPr>
            <a:lvl9pPr marL="4114800" lvl="8" indent="-311150" algn="ctr" rtl="0">
              <a:spcBef>
                <a:spcPts val="0"/>
              </a:spcBef>
              <a:spcAft>
                <a:spcPts val="0"/>
              </a:spcAft>
              <a:buSzPts val="1300"/>
              <a:buChar char="■"/>
              <a:defRPr sz="1300"/>
            </a:lvl9pPr>
          </a:lstStyle>
          <a:p>
            <a:endParaRPr/>
          </a:p>
        </p:txBody>
      </p:sp>
      <p:sp>
        <p:nvSpPr>
          <p:cNvPr id="634" name="Google Shape;634;p67"/>
          <p:cNvSpPr txBox="1">
            <a:spLocks noGrp="1"/>
          </p:cNvSpPr>
          <p:nvPr>
            <p:ph type="subTitle" idx="14"/>
          </p:nvPr>
        </p:nvSpPr>
        <p:spPr>
          <a:xfrm>
            <a:off x="7119875" y="2070950"/>
            <a:ext cx="1574700" cy="311400"/>
          </a:xfrm>
          <a:prstGeom prst="rect">
            <a:avLst/>
          </a:prstGeom>
        </p:spPr>
        <p:txBody>
          <a:bodyPr spcFirstLastPara="1" wrap="square" lIns="0" tIns="0" rIns="0" bIns="0" anchor="t" anchorCtr="0">
            <a:normAutofit/>
          </a:bodyPr>
          <a:lstStyle>
            <a:lvl1pPr lvl="0" algn="ctr" rtl="0">
              <a:lnSpc>
                <a:spcPct val="100000"/>
              </a:lnSpc>
              <a:spcBef>
                <a:spcPts val="0"/>
              </a:spcBef>
              <a:spcAft>
                <a:spcPts val="0"/>
              </a:spcAft>
              <a:buClr>
                <a:srgbClr val="F93822"/>
              </a:buClr>
              <a:buSzPts val="1600"/>
              <a:buFont typeface="IBM Plex Sans Medium"/>
              <a:buNone/>
              <a:defRPr sz="1600">
                <a:solidFill>
                  <a:srgbClr val="F93822"/>
                </a:solidFill>
                <a:latin typeface="IBM Plex Sans Medium"/>
                <a:ea typeface="IBM Plex Sans Medium"/>
                <a:cs typeface="IBM Plex Sans Medium"/>
                <a:sym typeface="IBM Plex Sans Medium"/>
              </a:defRPr>
            </a:lvl1pPr>
            <a:lvl2pPr lvl="1" algn="ctr" rtl="0">
              <a:lnSpc>
                <a:spcPct val="100000"/>
              </a:lnSpc>
              <a:spcBef>
                <a:spcPts val="0"/>
              </a:spcBef>
              <a:spcAft>
                <a:spcPts val="0"/>
              </a:spcAft>
              <a:buSzPts val="1600"/>
              <a:buFont typeface="IBM Plex Sans Medium"/>
              <a:buNone/>
              <a:defRPr sz="1600">
                <a:solidFill>
                  <a:schemeClr val="accent1"/>
                </a:solidFill>
                <a:latin typeface="IBM Plex Sans Medium"/>
                <a:ea typeface="IBM Plex Sans Medium"/>
                <a:cs typeface="IBM Plex Sans Medium"/>
                <a:sym typeface="IBM Plex Sans Medium"/>
              </a:defRPr>
            </a:lvl2pPr>
            <a:lvl3pPr lvl="2" algn="ctr" rtl="0">
              <a:lnSpc>
                <a:spcPct val="100000"/>
              </a:lnSpc>
              <a:spcBef>
                <a:spcPts val="0"/>
              </a:spcBef>
              <a:spcAft>
                <a:spcPts val="0"/>
              </a:spcAft>
              <a:buSzPts val="1600"/>
              <a:buFont typeface="IBM Plex Sans Medium"/>
              <a:buNone/>
              <a:defRPr sz="1600">
                <a:solidFill>
                  <a:schemeClr val="accent1"/>
                </a:solidFill>
                <a:latin typeface="IBM Plex Sans Medium"/>
                <a:ea typeface="IBM Plex Sans Medium"/>
                <a:cs typeface="IBM Plex Sans Medium"/>
                <a:sym typeface="IBM Plex Sans Medium"/>
              </a:defRPr>
            </a:lvl3pPr>
            <a:lvl4pPr lvl="3" algn="ctr" rtl="0">
              <a:lnSpc>
                <a:spcPct val="100000"/>
              </a:lnSpc>
              <a:spcBef>
                <a:spcPts val="0"/>
              </a:spcBef>
              <a:spcAft>
                <a:spcPts val="0"/>
              </a:spcAft>
              <a:buSzPts val="1600"/>
              <a:buFont typeface="IBM Plex Sans Medium"/>
              <a:buNone/>
              <a:defRPr sz="1600">
                <a:solidFill>
                  <a:schemeClr val="accent1"/>
                </a:solidFill>
                <a:latin typeface="IBM Plex Sans Medium"/>
                <a:ea typeface="IBM Plex Sans Medium"/>
                <a:cs typeface="IBM Plex Sans Medium"/>
                <a:sym typeface="IBM Plex Sans Medium"/>
              </a:defRPr>
            </a:lvl4pPr>
            <a:lvl5pPr lvl="4" algn="ctr" rtl="0">
              <a:lnSpc>
                <a:spcPct val="100000"/>
              </a:lnSpc>
              <a:spcBef>
                <a:spcPts val="0"/>
              </a:spcBef>
              <a:spcAft>
                <a:spcPts val="0"/>
              </a:spcAft>
              <a:buClr>
                <a:schemeClr val="accent1"/>
              </a:buClr>
              <a:buSzPts val="1600"/>
              <a:buFont typeface="IBM Plex Sans Medium"/>
              <a:buNone/>
              <a:defRPr sz="1600">
                <a:solidFill>
                  <a:schemeClr val="accent1"/>
                </a:solidFill>
                <a:latin typeface="IBM Plex Sans Medium"/>
                <a:ea typeface="IBM Plex Sans Medium"/>
                <a:cs typeface="IBM Plex Sans Medium"/>
                <a:sym typeface="IBM Plex Sans Medium"/>
              </a:defRPr>
            </a:lvl5pPr>
            <a:lvl6pPr lvl="5" algn="ctr" rtl="0">
              <a:lnSpc>
                <a:spcPct val="100000"/>
              </a:lnSpc>
              <a:spcBef>
                <a:spcPts val="0"/>
              </a:spcBef>
              <a:spcAft>
                <a:spcPts val="0"/>
              </a:spcAft>
              <a:buClr>
                <a:schemeClr val="accent1"/>
              </a:buClr>
              <a:buSzPts val="1600"/>
              <a:buFont typeface="IBM Plex Sans Medium"/>
              <a:buNone/>
              <a:defRPr sz="1600">
                <a:solidFill>
                  <a:schemeClr val="accent1"/>
                </a:solidFill>
                <a:latin typeface="IBM Plex Sans Medium"/>
                <a:ea typeface="IBM Plex Sans Medium"/>
                <a:cs typeface="IBM Plex Sans Medium"/>
                <a:sym typeface="IBM Plex Sans Medium"/>
              </a:defRPr>
            </a:lvl6pPr>
            <a:lvl7pPr lvl="6" algn="ctr" rtl="0">
              <a:lnSpc>
                <a:spcPct val="100000"/>
              </a:lnSpc>
              <a:spcBef>
                <a:spcPts val="0"/>
              </a:spcBef>
              <a:spcAft>
                <a:spcPts val="0"/>
              </a:spcAft>
              <a:buClr>
                <a:schemeClr val="accent1"/>
              </a:buClr>
              <a:buSzPts val="1600"/>
              <a:buFont typeface="IBM Plex Sans Medium"/>
              <a:buNone/>
              <a:defRPr sz="1600">
                <a:solidFill>
                  <a:schemeClr val="accent1"/>
                </a:solidFill>
                <a:latin typeface="IBM Plex Sans Medium"/>
                <a:ea typeface="IBM Plex Sans Medium"/>
                <a:cs typeface="IBM Plex Sans Medium"/>
                <a:sym typeface="IBM Plex Sans Medium"/>
              </a:defRPr>
            </a:lvl7pPr>
            <a:lvl8pPr lvl="7" algn="ctr" rtl="0">
              <a:lnSpc>
                <a:spcPct val="100000"/>
              </a:lnSpc>
              <a:spcBef>
                <a:spcPts val="0"/>
              </a:spcBef>
              <a:spcAft>
                <a:spcPts val="0"/>
              </a:spcAft>
              <a:buClr>
                <a:schemeClr val="accent1"/>
              </a:buClr>
              <a:buSzPts val="1600"/>
              <a:buFont typeface="IBM Plex Sans Medium"/>
              <a:buNone/>
              <a:defRPr sz="1600">
                <a:solidFill>
                  <a:schemeClr val="accent1"/>
                </a:solidFill>
                <a:latin typeface="IBM Plex Sans Medium"/>
                <a:ea typeface="IBM Plex Sans Medium"/>
                <a:cs typeface="IBM Plex Sans Medium"/>
                <a:sym typeface="IBM Plex Sans Medium"/>
              </a:defRPr>
            </a:lvl8pPr>
            <a:lvl9pPr lvl="8" algn="ctr" rtl="0">
              <a:lnSpc>
                <a:spcPct val="100000"/>
              </a:lnSpc>
              <a:spcBef>
                <a:spcPts val="0"/>
              </a:spcBef>
              <a:spcAft>
                <a:spcPts val="0"/>
              </a:spcAft>
              <a:buClr>
                <a:schemeClr val="accent1"/>
              </a:buClr>
              <a:buSzPts val="1600"/>
              <a:buFont typeface="IBM Plex Sans Medium"/>
              <a:buNone/>
              <a:defRPr sz="1600">
                <a:solidFill>
                  <a:schemeClr val="accent1"/>
                </a:solidFill>
                <a:latin typeface="IBM Plex Sans Medium"/>
                <a:ea typeface="IBM Plex Sans Medium"/>
                <a:cs typeface="IBM Plex Sans Medium"/>
                <a:sym typeface="IBM Plex Sans Medium"/>
              </a:defRPr>
            </a:lvl9pPr>
          </a:lstStyle>
          <a:p>
            <a:endParaRPr/>
          </a:p>
        </p:txBody>
      </p:sp>
      <p:sp>
        <p:nvSpPr>
          <p:cNvPr id="635" name="Google Shape;635;p67"/>
          <p:cNvSpPr txBox="1">
            <a:spLocks noGrp="1"/>
          </p:cNvSpPr>
          <p:nvPr>
            <p:ph type="body" idx="15"/>
          </p:nvPr>
        </p:nvSpPr>
        <p:spPr>
          <a:xfrm>
            <a:off x="7119575" y="2369494"/>
            <a:ext cx="1575300" cy="783000"/>
          </a:xfrm>
          <a:prstGeom prst="rect">
            <a:avLst/>
          </a:prstGeom>
        </p:spPr>
        <p:txBody>
          <a:bodyPr spcFirstLastPara="1" wrap="square" lIns="0" tIns="0" rIns="0" bIns="0" anchor="t" anchorCtr="0">
            <a:normAutofit/>
          </a:bodyPr>
          <a:lstStyle>
            <a:lvl1pPr marL="457200" lvl="0" indent="-311150" algn="ctr" rtl="0">
              <a:spcBef>
                <a:spcPts val="0"/>
              </a:spcBef>
              <a:spcAft>
                <a:spcPts val="0"/>
              </a:spcAft>
              <a:buClr>
                <a:schemeClr val="lt1"/>
              </a:buClr>
              <a:buSzPts val="1300"/>
              <a:buChar char="■"/>
              <a:defRPr sz="1300">
                <a:solidFill>
                  <a:schemeClr val="lt1"/>
                </a:solidFill>
              </a:defRPr>
            </a:lvl1pPr>
            <a:lvl2pPr marL="914400" lvl="1" indent="-311150" algn="ctr" rtl="0">
              <a:spcBef>
                <a:spcPts val="0"/>
              </a:spcBef>
              <a:spcAft>
                <a:spcPts val="0"/>
              </a:spcAft>
              <a:buClr>
                <a:schemeClr val="lt1"/>
              </a:buClr>
              <a:buSzPts val="1300"/>
              <a:buChar char="■"/>
              <a:defRPr sz="1300">
                <a:solidFill>
                  <a:schemeClr val="lt1"/>
                </a:solidFill>
              </a:defRPr>
            </a:lvl2pPr>
            <a:lvl3pPr marL="1371600" lvl="2" indent="-311150" algn="ctr" rtl="0">
              <a:spcBef>
                <a:spcPts val="0"/>
              </a:spcBef>
              <a:spcAft>
                <a:spcPts val="0"/>
              </a:spcAft>
              <a:buSzPts val="1300"/>
              <a:buChar char="■"/>
              <a:defRPr sz="1300"/>
            </a:lvl3pPr>
            <a:lvl4pPr marL="1828800" lvl="3" indent="-311150" algn="ctr" rtl="0">
              <a:spcBef>
                <a:spcPts val="0"/>
              </a:spcBef>
              <a:spcAft>
                <a:spcPts val="0"/>
              </a:spcAft>
              <a:buSzPts val="1300"/>
              <a:buChar char="●"/>
              <a:defRPr sz="1300"/>
            </a:lvl4pPr>
            <a:lvl5pPr marL="2286000" lvl="4" indent="-311150" algn="ctr" rtl="0">
              <a:spcBef>
                <a:spcPts val="0"/>
              </a:spcBef>
              <a:spcAft>
                <a:spcPts val="0"/>
              </a:spcAft>
              <a:buSzPts val="1300"/>
              <a:buChar char="○"/>
              <a:defRPr sz="1300"/>
            </a:lvl5pPr>
            <a:lvl6pPr marL="2743200" lvl="5" indent="-311150" algn="ctr" rtl="0">
              <a:spcBef>
                <a:spcPts val="0"/>
              </a:spcBef>
              <a:spcAft>
                <a:spcPts val="0"/>
              </a:spcAft>
              <a:buSzPts val="1300"/>
              <a:buChar char="■"/>
              <a:defRPr sz="1300"/>
            </a:lvl6pPr>
            <a:lvl7pPr marL="3200400" lvl="6" indent="-311150" algn="ctr" rtl="0">
              <a:spcBef>
                <a:spcPts val="0"/>
              </a:spcBef>
              <a:spcAft>
                <a:spcPts val="0"/>
              </a:spcAft>
              <a:buSzPts val="1300"/>
              <a:buChar char="●"/>
              <a:defRPr sz="1300"/>
            </a:lvl7pPr>
            <a:lvl8pPr marL="3657600" lvl="7" indent="-311150" algn="ctr" rtl="0">
              <a:spcBef>
                <a:spcPts val="0"/>
              </a:spcBef>
              <a:spcAft>
                <a:spcPts val="0"/>
              </a:spcAft>
              <a:buSzPts val="1300"/>
              <a:buChar char="○"/>
              <a:defRPr sz="1300"/>
            </a:lvl8pPr>
            <a:lvl9pPr marL="4114800" lvl="8" indent="-311150" algn="ctr" rtl="0">
              <a:spcBef>
                <a:spcPts val="0"/>
              </a:spcBef>
              <a:spcAft>
                <a:spcPts val="0"/>
              </a:spcAft>
              <a:buSzPts val="1300"/>
              <a:buChar char="■"/>
              <a:defRPr sz="1300"/>
            </a:lvl9pPr>
          </a:lstStyle>
          <a:p>
            <a:endParaRPr/>
          </a:p>
        </p:txBody>
      </p:sp>
      <p:sp>
        <p:nvSpPr>
          <p:cNvPr id="636" name="Google Shape;636;p67"/>
          <p:cNvSpPr txBox="1">
            <a:spLocks noGrp="1"/>
          </p:cNvSpPr>
          <p:nvPr>
            <p:ph type="subTitle" idx="16"/>
          </p:nvPr>
        </p:nvSpPr>
        <p:spPr>
          <a:xfrm>
            <a:off x="5446275" y="3867473"/>
            <a:ext cx="1574700" cy="311400"/>
          </a:xfrm>
          <a:prstGeom prst="rect">
            <a:avLst/>
          </a:prstGeom>
        </p:spPr>
        <p:txBody>
          <a:bodyPr spcFirstLastPara="1" wrap="square" lIns="0" tIns="0" rIns="0" bIns="0" anchor="t" anchorCtr="0">
            <a:normAutofit/>
          </a:bodyPr>
          <a:lstStyle>
            <a:lvl1pPr lvl="0" algn="ctr" rtl="0">
              <a:lnSpc>
                <a:spcPct val="100000"/>
              </a:lnSpc>
              <a:spcBef>
                <a:spcPts val="0"/>
              </a:spcBef>
              <a:spcAft>
                <a:spcPts val="0"/>
              </a:spcAft>
              <a:buClr>
                <a:schemeClr val="accent3"/>
              </a:buClr>
              <a:buSzPts val="1600"/>
              <a:buFont typeface="IBM Plex Sans Medium"/>
              <a:buNone/>
              <a:defRPr sz="1600">
                <a:solidFill>
                  <a:schemeClr val="accent3"/>
                </a:solidFill>
                <a:latin typeface="IBM Plex Sans Medium"/>
                <a:ea typeface="IBM Plex Sans Medium"/>
                <a:cs typeface="IBM Plex Sans Medium"/>
                <a:sym typeface="IBM Plex Sans Medium"/>
              </a:defRPr>
            </a:lvl1pPr>
            <a:lvl2pPr lvl="1" algn="ctr" rtl="0">
              <a:lnSpc>
                <a:spcPct val="100000"/>
              </a:lnSpc>
              <a:spcBef>
                <a:spcPts val="0"/>
              </a:spcBef>
              <a:spcAft>
                <a:spcPts val="0"/>
              </a:spcAft>
              <a:buSzPts val="1600"/>
              <a:buNone/>
              <a:defRPr sz="1600">
                <a:solidFill>
                  <a:schemeClr val="accent1"/>
                </a:solidFill>
              </a:defRPr>
            </a:lvl2pPr>
            <a:lvl3pPr lvl="2" algn="ctr" rtl="0">
              <a:lnSpc>
                <a:spcPct val="100000"/>
              </a:lnSpc>
              <a:spcBef>
                <a:spcPts val="0"/>
              </a:spcBef>
              <a:spcAft>
                <a:spcPts val="0"/>
              </a:spcAft>
              <a:buSzPts val="1600"/>
              <a:buNone/>
              <a:defRPr sz="1600">
                <a:solidFill>
                  <a:schemeClr val="accent1"/>
                </a:solidFill>
              </a:defRPr>
            </a:lvl3pPr>
            <a:lvl4pPr lvl="3" algn="ctr" rtl="0">
              <a:lnSpc>
                <a:spcPct val="100000"/>
              </a:lnSpc>
              <a:spcBef>
                <a:spcPts val="0"/>
              </a:spcBef>
              <a:spcAft>
                <a:spcPts val="0"/>
              </a:spcAft>
              <a:buSzPts val="1600"/>
              <a:buNone/>
              <a:defRPr sz="1600">
                <a:solidFill>
                  <a:schemeClr val="accent1"/>
                </a:solidFill>
              </a:defRPr>
            </a:lvl4pPr>
            <a:lvl5pPr lvl="4" algn="ctr" rtl="0">
              <a:lnSpc>
                <a:spcPct val="100000"/>
              </a:lnSpc>
              <a:spcBef>
                <a:spcPts val="0"/>
              </a:spcBef>
              <a:spcAft>
                <a:spcPts val="0"/>
              </a:spcAft>
              <a:buClr>
                <a:schemeClr val="accent1"/>
              </a:buClr>
              <a:buSzPts val="1600"/>
              <a:buNone/>
              <a:defRPr sz="1600">
                <a:solidFill>
                  <a:schemeClr val="accent1"/>
                </a:solidFill>
              </a:defRPr>
            </a:lvl5pPr>
            <a:lvl6pPr lvl="5" algn="ctr" rtl="0">
              <a:lnSpc>
                <a:spcPct val="100000"/>
              </a:lnSpc>
              <a:spcBef>
                <a:spcPts val="0"/>
              </a:spcBef>
              <a:spcAft>
                <a:spcPts val="0"/>
              </a:spcAft>
              <a:buClr>
                <a:schemeClr val="accent1"/>
              </a:buClr>
              <a:buSzPts val="1600"/>
              <a:buNone/>
              <a:defRPr sz="1600">
                <a:solidFill>
                  <a:schemeClr val="accent1"/>
                </a:solidFill>
              </a:defRPr>
            </a:lvl6pPr>
            <a:lvl7pPr lvl="6" algn="ctr" rtl="0">
              <a:lnSpc>
                <a:spcPct val="100000"/>
              </a:lnSpc>
              <a:spcBef>
                <a:spcPts val="0"/>
              </a:spcBef>
              <a:spcAft>
                <a:spcPts val="0"/>
              </a:spcAft>
              <a:buClr>
                <a:schemeClr val="accent1"/>
              </a:buClr>
              <a:buSzPts val="1600"/>
              <a:buNone/>
              <a:defRPr sz="1600">
                <a:solidFill>
                  <a:schemeClr val="accent1"/>
                </a:solidFill>
              </a:defRPr>
            </a:lvl7pPr>
            <a:lvl8pPr lvl="7" algn="ctr" rtl="0">
              <a:lnSpc>
                <a:spcPct val="100000"/>
              </a:lnSpc>
              <a:spcBef>
                <a:spcPts val="0"/>
              </a:spcBef>
              <a:spcAft>
                <a:spcPts val="0"/>
              </a:spcAft>
              <a:buClr>
                <a:schemeClr val="accent1"/>
              </a:buClr>
              <a:buSzPts val="1600"/>
              <a:buNone/>
              <a:defRPr sz="1600">
                <a:solidFill>
                  <a:schemeClr val="accent1"/>
                </a:solidFill>
              </a:defRPr>
            </a:lvl8pPr>
            <a:lvl9pPr lvl="8" algn="ctr" rtl="0">
              <a:lnSpc>
                <a:spcPct val="100000"/>
              </a:lnSpc>
              <a:spcBef>
                <a:spcPts val="0"/>
              </a:spcBef>
              <a:spcAft>
                <a:spcPts val="0"/>
              </a:spcAft>
              <a:buClr>
                <a:schemeClr val="accent1"/>
              </a:buClr>
              <a:buSzPts val="1600"/>
              <a:buNone/>
              <a:defRPr sz="1600">
                <a:solidFill>
                  <a:schemeClr val="accent1"/>
                </a:solidFill>
              </a:defRPr>
            </a:lvl9pPr>
          </a:lstStyle>
          <a:p>
            <a:endParaRPr/>
          </a:p>
        </p:txBody>
      </p:sp>
      <p:sp>
        <p:nvSpPr>
          <p:cNvPr id="637" name="Google Shape;637;p67"/>
          <p:cNvSpPr txBox="1">
            <a:spLocks noGrp="1"/>
          </p:cNvSpPr>
          <p:nvPr>
            <p:ph type="body" idx="17"/>
          </p:nvPr>
        </p:nvSpPr>
        <p:spPr>
          <a:xfrm>
            <a:off x="5453625" y="4160430"/>
            <a:ext cx="1575300" cy="783000"/>
          </a:xfrm>
          <a:prstGeom prst="rect">
            <a:avLst/>
          </a:prstGeom>
        </p:spPr>
        <p:txBody>
          <a:bodyPr spcFirstLastPara="1" wrap="square" lIns="0" tIns="0" rIns="0" bIns="0" anchor="t" anchorCtr="0">
            <a:normAutofit/>
          </a:bodyPr>
          <a:lstStyle>
            <a:lvl1pPr marL="457200" lvl="0" indent="-311150" algn="ctr" rtl="0">
              <a:spcBef>
                <a:spcPts val="0"/>
              </a:spcBef>
              <a:spcAft>
                <a:spcPts val="0"/>
              </a:spcAft>
              <a:buClr>
                <a:schemeClr val="lt1"/>
              </a:buClr>
              <a:buSzPts val="1300"/>
              <a:buChar char="■"/>
              <a:defRPr sz="1300">
                <a:solidFill>
                  <a:schemeClr val="lt1"/>
                </a:solidFill>
              </a:defRPr>
            </a:lvl1pPr>
            <a:lvl2pPr marL="914400" lvl="1" indent="-311150" algn="ctr" rtl="0">
              <a:spcBef>
                <a:spcPts val="0"/>
              </a:spcBef>
              <a:spcAft>
                <a:spcPts val="0"/>
              </a:spcAft>
              <a:buClr>
                <a:schemeClr val="lt1"/>
              </a:buClr>
              <a:buSzPts val="1300"/>
              <a:buChar char="■"/>
              <a:defRPr sz="1300">
                <a:solidFill>
                  <a:schemeClr val="lt1"/>
                </a:solidFill>
              </a:defRPr>
            </a:lvl2pPr>
            <a:lvl3pPr marL="1371600" lvl="2" indent="-311150" algn="ctr" rtl="0">
              <a:spcBef>
                <a:spcPts val="0"/>
              </a:spcBef>
              <a:spcAft>
                <a:spcPts val="0"/>
              </a:spcAft>
              <a:buSzPts val="1300"/>
              <a:buChar char="■"/>
              <a:defRPr sz="1300"/>
            </a:lvl3pPr>
            <a:lvl4pPr marL="1828800" lvl="3" indent="-311150" algn="ctr" rtl="0">
              <a:spcBef>
                <a:spcPts val="0"/>
              </a:spcBef>
              <a:spcAft>
                <a:spcPts val="0"/>
              </a:spcAft>
              <a:buSzPts val="1300"/>
              <a:buChar char="●"/>
              <a:defRPr sz="1300"/>
            </a:lvl4pPr>
            <a:lvl5pPr marL="2286000" lvl="4" indent="-311150" algn="ctr" rtl="0">
              <a:spcBef>
                <a:spcPts val="0"/>
              </a:spcBef>
              <a:spcAft>
                <a:spcPts val="0"/>
              </a:spcAft>
              <a:buSzPts val="1300"/>
              <a:buChar char="○"/>
              <a:defRPr sz="1300"/>
            </a:lvl5pPr>
            <a:lvl6pPr marL="2743200" lvl="5" indent="-311150" algn="ctr" rtl="0">
              <a:spcBef>
                <a:spcPts val="0"/>
              </a:spcBef>
              <a:spcAft>
                <a:spcPts val="0"/>
              </a:spcAft>
              <a:buSzPts val="1300"/>
              <a:buChar char="■"/>
              <a:defRPr sz="1300"/>
            </a:lvl6pPr>
            <a:lvl7pPr marL="3200400" lvl="6" indent="-311150" algn="ctr" rtl="0">
              <a:spcBef>
                <a:spcPts val="0"/>
              </a:spcBef>
              <a:spcAft>
                <a:spcPts val="0"/>
              </a:spcAft>
              <a:buSzPts val="1300"/>
              <a:buChar char="●"/>
              <a:defRPr sz="1300"/>
            </a:lvl7pPr>
            <a:lvl8pPr marL="3657600" lvl="7" indent="-311150" algn="ctr" rtl="0">
              <a:spcBef>
                <a:spcPts val="0"/>
              </a:spcBef>
              <a:spcAft>
                <a:spcPts val="0"/>
              </a:spcAft>
              <a:buSzPts val="1300"/>
              <a:buChar char="○"/>
              <a:defRPr sz="1300"/>
            </a:lvl8pPr>
            <a:lvl9pPr marL="4114800" lvl="8" indent="-311150" algn="ctr" rtl="0">
              <a:spcBef>
                <a:spcPts val="0"/>
              </a:spcBef>
              <a:spcAft>
                <a:spcPts val="0"/>
              </a:spcAft>
              <a:buSzPts val="1300"/>
              <a:buChar char="■"/>
              <a:defRPr sz="1300"/>
            </a:lvl9pPr>
          </a:lstStyle>
          <a:p>
            <a:endParaRPr/>
          </a:p>
        </p:txBody>
      </p:sp>
      <p:sp>
        <p:nvSpPr>
          <p:cNvPr id="638" name="Google Shape;638;p67"/>
          <p:cNvSpPr txBox="1">
            <a:spLocks noGrp="1"/>
          </p:cNvSpPr>
          <p:nvPr>
            <p:ph type="subTitle" idx="18"/>
          </p:nvPr>
        </p:nvSpPr>
        <p:spPr>
          <a:xfrm>
            <a:off x="2115100" y="3867473"/>
            <a:ext cx="1574700" cy="311400"/>
          </a:xfrm>
          <a:prstGeom prst="rect">
            <a:avLst/>
          </a:prstGeom>
        </p:spPr>
        <p:txBody>
          <a:bodyPr spcFirstLastPara="1" wrap="square" lIns="0" tIns="0" rIns="0" bIns="0" anchor="t" anchorCtr="0">
            <a:normAutofit/>
          </a:bodyPr>
          <a:lstStyle>
            <a:lvl1pPr lvl="0" algn="ctr" rtl="0">
              <a:lnSpc>
                <a:spcPct val="100000"/>
              </a:lnSpc>
              <a:spcBef>
                <a:spcPts val="0"/>
              </a:spcBef>
              <a:spcAft>
                <a:spcPts val="0"/>
              </a:spcAft>
              <a:buClr>
                <a:schemeClr val="accent2"/>
              </a:buClr>
              <a:buSzPts val="1600"/>
              <a:buFont typeface="IBM Plex Sans Medium"/>
              <a:buNone/>
              <a:defRPr sz="1600">
                <a:solidFill>
                  <a:schemeClr val="accent2"/>
                </a:solidFill>
                <a:latin typeface="IBM Plex Sans Medium"/>
                <a:ea typeface="IBM Plex Sans Medium"/>
                <a:cs typeface="IBM Plex Sans Medium"/>
                <a:sym typeface="IBM Plex Sans Medium"/>
              </a:defRPr>
            </a:lvl1pPr>
            <a:lvl2pPr lvl="1" algn="ctr" rtl="0">
              <a:lnSpc>
                <a:spcPct val="100000"/>
              </a:lnSpc>
              <a:spcBef>
                <a:spcPts val="0"/>
              </a:spcBef>
              <a:spcAft>
                <a:spcPts val="0"/>
              </a:spcAft>
              <a:buSzPts val="1600"/>
              <a:buFont typeface="IBM Plex Sans Medium"/>
              <a:buNone/>
              <a:defRPr sz="1600">
                <a:solidFill>
                  <a:schemeClr val="accent1"/>
                </a:solidFill>
                <a:latin typeface="IBM Plex Sans Medium"/>
                <a:ea typeface="IBM Plex Sans Medium"/>
                <a:cs typeface="IBM Plex Sans Medium"/>
                <a:sym typeface="IBM Plex Sans Medium"/>
              </a:defRPr>
            </a:lvl2pPr>
            <a:lvl3pPr lvl="2" algn="ctr" rtl="0">
              <a:lnSpc>
                <a:spcPct val="100000"/>
              </a:lnSpc>
              <a:spcBef>
                <a:spcPts val="0"/>
              </a:spcBef>
              <a:spcAft>
                <a:spcPts val="0"/>
              </a:spcAft>
              <a:buSzPts val="1600"/>
              <a:buFont typeface="IBM Plex Sans Medium"/>
              <a:buNone/>
              <a:defRPr sz="1600">
                <a:solidFill>
                  <a:schemeClr val="accent1"/>
                </a:solidFill>
                <a:latin typeface="IBM Plex Sans Medium"/>
                <a:ea typeface="IBM Plex Sans Medium"/>
                <a:cs typeface="IBM Plex Sans Medium"/>
                <a:sym typeface="IBM Plex Sans Medium"/>
              </a:defRPr>
            </a:lvl3pPr>
            <a:lvl4pPr lvl="3" algn="ctr" rtl="0">
              <a:lnSpc>
                <a:spcPct val="100000"/>
              </a:lnSpc>
              <a:spcBef>
                <a:spcPts val="0"/>
              </a:spcBef>
              <a:spcAft>
                <a:spcPts val="0"/>
              </a:spcAft>
              <a:buSzPts val="1600"/>
              <a:buFont typeface="IBM Plex Sans Medium"/>
              <a:buNone/>
              <a:defRPr sz="1600">
                <a:solidFill>
                  <a:schemeClr val="accent1"/>
                </a:solidFill>
                <a:latin typeface="IBM Plex Sans Medium"/>
                <a:ea typeface="IBM Plex Sans Medium"/>
                <a:cs typeface="IBM Plex Sans Medium"/>
                <a:sym typeface="IBM Plex Sans Medium"/>
              </a:defRPr>
            </a:lvl4pPr>
            <a:lvl5pPr lvl="4" algn="ctr" rtl="0">
              <a:lnSpc>
                <a:spcPct val="100000"/>
              </a:lnSpc>
              <a:spcBef>
                <a:spcPts val="0"/>
              </a:spcBef>
              <a:spcAft>
                <a:spcPts val="0"/>
              </a:spcAft>
              <a:buClr>
                <a:schemeClr val="accent1"/>
              </a:buClr>
              <a:buSzPts val="1600"/>
              <a:buFont typeface="IBM Plex Sans Medium"/>
              <a:buNone/>
              <a:defRPr sz="1600">
                <a:solidFill>
                  <a:schemeClr val="accent1"/>
                </a:solidFill>
                <a:latin typeface="IBM Plex Sans Medium"/>
                <a:ea typeface="IBM Plex Sans Medium"/>
                <a:cs typeface="IBM Plex Sans Medium"/>
                <a:sym typeface="IBM Plex Sans Medium"/>
              </a:defRPr>
            </a:lvl5pPr>
            <a:lvl6pPr lvl="5" algn="ctr" rtl="0">
              <a:lnSpc>
                <a:spcPct val="100000"/>
              </a:lnSpc>
              <a:spcBef>
                <a:spcPts val="0"/>
              </a:spcBef>
              <a:spcAft>
                <a:spcPts val="0"/>
              </a:spcAft>
              <a:buClr>
                <a:schemeClr val="accent1"/>
              </a:buClr>
              <a:buSzPts val="1600"/>
              <a:buFont typeface="IBM Plex Sans Medium"/>
              <a:buNone/>
              <a:defRPr sz="1600">
                <a:solidFill>
                  <a:schemeClr val="accent1"/>
                </a:solidFill>
                <a:latin typeface="IBM Plex Sans Medium"/>
                <a:ea typeface="IBM Plex Sans Medium"/>
                <a:cs typeface="IBM Plex Sans Medium"/>
                <a:sym typeface="IBM Plex Sans Medium"/>
              </a:defRPr>
            </a:lvl6pPr>
            <a:lvl7pPr lvl="6" algn="ctr" rtl="0">
              <a:lnSpc>
                <a:spcPct val="100000"/>
              </a:lnSpc>
              <a:spcBef>
                <a:spcPts val="0"/>
              </a:spcBef>
              <a:spcAft>
                <a:spcPts val="0"/>
              </a:spcAft>
              <a:buClr>
                <a:schemeClr val="accent1"/>
              </a:buClr>
              <a:buSzPts val="1600"/>
              <a:buFont typeface="IBM Plex Sans Medium"/>
              <a:buNone/>
              <a:defRPr sz="1600">
                <a:solidFill>
                  <a:schemeClr val="accent1"/>
                </a:solidFill>
                <a:latin typeface="IBM Plex Sans Medium"/>
                <a:ea typeface="IBM Plex Sans Medium"/>
                <a:cs typeface="IBM Plex Sans Medium"/>
                <a:sym typeface="IBM Plex Sans Medium"/>
              </a:defRPr>
            </a:lvl7pPr>
            <a:lvl8pPr lvl="7" algn="ctr" rtl="0">
              <a:lnSpc>
                <a:spcPct val="100000"/>
              </a:lnSpc>
              <a:spcBef>
                <a:spcPts val="0"/>
              </a:spcBef>
              <a:spcAft>
                <a:spcPts val="0"/>
              </a:spcAft>
              <a:buClr>
                <a:schemeClr val="accent1"/>
              </a:buClr>
              <a:buSzPts val="1600"/>
              <a:buFont typeface="IBM Plex Sans Medium"/>
              <a:buNone/>
              <a:defRPr sz="1600">
                <a:solidFill>
                  <a:schemeClr val="accent1"/>
                </a:solidFill>
                <a:latin typeface="IBM Plex Sans Medium"/>
                <a:ea typeface="IBM Plex Sans Medium"/>
                <a:cs typeface="IBM Plex Sans Medium"/>
                <a:sym typeface="IBM Plex Sans Medium"/>
              </a:defRPr>
            </a:lvl8pPr>
            <a:lvl9pPr lvl="8" algn="ctr" rtl="0">
              <a:lnSpc>
                <a:spcPct val="100000"/>
              </a:lnSpc>
              <a:spcBef>
                <a:spcPts val="0"/>
              </a:spcBef>
              <a:spcAft>
                <a:spcPts val="0"/>
              </a:spcAft>
              <a:buClr>
                <a:schemeClr val="accent1"/>
              </a:buClr>
              <a:buSzPts val="1600"/>
              <a:buFont typeface="IBM Plex Sans Medium"/>
              <a:buNone/>
              <a:defRPr sz="1600">
                <a:solidFill>
                  <a:schemeClr val="accent1"/>
                </a:solidFill>
                <a:latin typeface="IBM Plex Sans Medium"/>
                <a:ea typeface="IBM Plex Sans Medium"/>
                <a:cs typeface="IBM Plex Sans Medium"/>
                <a:sym typeface="IBM Plex Sans Medium"/>
              </a:defRPr>
            </a:lvl9pPr>
          </a:lstStyle>
          <a:p>
            <a:endParaRPr/>
          </a:p>
        </p:txBody>
      </p:sp>
      <p:sp>
        <p:nvSpPr>
          <p:cNvPr id="639" name="Google Shape;639;p67"/>
          <p:cNvSpPr txBox="1">
            <a:spLocks noGrp="1"/>
          </p:cNvSpPr>
          <p:nvPr>
            <p:ph type="body" idx="19"/>
          </p:nvPr>
        </p:nvSpPr>
        <p:spPr>
          <a:xfrm>
            <a:off x="2122450" y="4160430"/>
            <a:ext cx="1575300" cy="783000"/>
          </a:xfrm>
          <a:prstGeom prst="rect">
            <a:avLst/>
          </a:prstGeom>
        </p:spPr>
        <p:txBody>
          <a:bodyPr spcFirstLastPara="1" wrap="square" lIns="0" tIns="0" rIns="0" bIns="0" anchor="t" anchorCtr="0">
            <a:normAutofit/>
          </a:bodyPr>
          <a:lstStyle>
            <a:lvl1pPr marL="457200" lvl="0" indent="-311150" algn="ctr" rtl="0">
              <a:spcBef>
                <a:spcPts val="0"/>
              </a:spcBef>
              <a:spcAft>
                <a:spcPts val="0"/>
              </a:spcAft>
              <a:buClr>
                <a:schemeClr val="lt1"/>
              </a:buClr>
              <a:buSzPts val="1300"/>
              <a:buChar char="■"/>
              <a:defRPr sz="1300">
                <a:solidFill>
                  <a:schemeClr val="lt1"/>
                </a:solidFill>
              </a:defRPr>
            </a:lvl1pPr>
            <a:lvl2pPr marL="914400" lvl="1" indent="-311150" algn="ctr" rtl="0">
              <a:spcBef>
                <a:spcPts val="0"/>
              </a:spcBef>
              <a:spcAft>
                <a:spcPts val="0"/>
              </a:spcAft>
              <a:buClr>
                <a:schemeClr val="lt1"/>
              </a:buClr>
              <a:buSzPts val="1300"/>
              <a:buChar char="■"/>
              <a:defRPr sz="1300">
                <a:solidFill>
                  <a:schemeClr val="lt1"/>
                </a:solidFill>
              </a:defRPr>
            </a:lvl2pPr>
            <a:lvl3pPr marL="1371600" lvl="2" indent="-311150" algn="ctr" rtl="0">
              <a:spcBef>
                <a:spcPts val="0"/>
              </a:spcBef>
              <a:spcAft>
                <a:spcPts val="0"/>
              </a:spcAft>
              <a:buSzPts val="1300"/>
              <a:buChar char="■"/>
              <a:defRPr sz="1300"/>
            </a:lvl3pPr>
            <a:lvl4pPr marL="1828800" lvl="3" indent="-311150" algn="ctr" rtl="0">
              <a:spcBef>
                <a:spcPts val="0"/>
              </a:spcBef>
              <a:spcAft>
                <a:spcPts val="0"/>
              </a:spcAft>
              <a:buSzPts val="1300"/>
              <a:buChar char="●"/>
              <a:defRPr sz="1300"/>
            </a:lvl4pPr>
            <a:lvl5pPr marL="2286000" lvl="4" indent="-311150" algn="ctr" rtl="0">
              <a:spcBef>
                <a:spcPts val="0"/>
              </a:spcBef>
              <a:spcAft>
                <a:spcPts val="0"/>
              </a:spcAft>
              <a:buSzPts val="1300"/>
              <a:buChar char="○"/>
              <a:defRPr sz="1300"/>
            </a:lvl5pPr>
            <a:lvl6pPr marL="2743200" lvl="5" indent="-311150" algn="ctr" rtl="0">
              <a:spcBef>
                <a:spcPts val="0"/>
              </a:spcBef>
              <a:spcAft>
                <a:spcPts val="0"/>
              </a:spcAft>
              <a:buSzPts val="1300"/>
              <a:buChar char="■"/>
              <a:defRPr sz="1300"/>
            </a:lvl6pPr>
            <a:lvl7pPr marL="3200400" lvl="6" indent="-311150" algn="ctr" rtl="0">
              <a:spcBef>
                <a:spcPts val="0"/>
              </a:spcBef>
              <a:spcAft>
                <a:spcPts val="0"/>
              </a:spcAft>
              <a:buSzPts val="1300"/>
              <a:buChar char="●"/>
              <a:defRPr sz="1300"/>
            </a:lvl7pPr>
            <a:lvl8pPr marL="3657600" lvl="7" indent="-311150" algn="ctr" rtl="0">
              <a:spcBef>
                <a:spcPts val="0"/>
              </a:spcBef>
              <a:spcAft>
                <a:spcPts val="0"/>
              </a:spcAft>
              <a:buSzPts val="1300"/>
              <a:buChar char="○"/>
              <a:defRPr sz="1300"/>
            </a:lvl8pPr>
            <a:lvl9pPr marL="4114800" lvl="8" indent="-311150" algn="ctr" rtl="0">
              <a:spcBef>
                <a:spcPts val="0"/>
              </a:spcBef>
              <a:spcAft>
                <a:spcPts val="0"/>
              </a:spcAft>
              <a:buSzPts val="1300"/>
              <a:buChar char="■"/>
              <a:defRPr sz="1300"/>
            </a:lvl9pPr>
          </a:lstStyle>
          <a:p>
            <a:endParaRPr/>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matchingName="6 Topics">
  <p:cSld name="TITLE_ONLY_1_4_1">
    <p:bg>
      <p:bgPr>
        <a:solidFill>
          <a:schemeClr val="dk1"/>
        </a:solidFill>
        <a:effectLst/>
      </p:bgPr>
    </p:bg>
    <p:spTree>
      <p:nvGrpSpPr>
        <p:cNvPr id="1" name="Shape 640"/>
        <p:cNvGrpSpPr/>
        <p:nvPr/>
      </p:nvGrpSpPr>
      <p:grpSpPr>
        <a:xfrm>
          <a:off x="0" y="0"/>
          <a:ext cx="0" cy="0"/>
          <a:chOff x="0" y="0"/>
          <a:chExt cx="0" cy="0"/>
        </a:xfrm>
      </p:grpSpPr>
      <p:sp>
        <p:nvSpPr>
          <p:cNvPr id="641" name="Google Shape;641;p68"/>
          <p:cNvSpPr txBox="1">
            <a:spLocks noGrp="1"/>
          </p:cNvSpPr>
          <p:nvPr>
            <p:ph type="title"/>
          </p:nvPr>
        </p:nvSpPr>
        <p:spPr>
          <a:xfrm>
            <a:off x="457200" y="114300"/>
            <a:ext cx="8229600" cy="903300"/>
          </a:xfrm>
          <a:prstGeom prst="rect">
            <a:avLst/>
          </a:prstGeom>
        </p:spPr>
        <p:txBody>
          <a:bodyPr spcFirstLastPara="1" wrap="square" lIns="0" tIns="0" rIns="0" bIns="0" anchor="t" anchorCtr="0">
            <a:normAutofit/>
          </a:bodyPr>
          <a:lstStyle>
            <a:lvl1pPr lvl="0" rtl="0">
              <a:spcBef>
                <a:spcPts val="0"/>
              </a:spcBef>
              <a:spcAft>
                <a:spcPts val="0"/>
              </a:spcAft>
              <a:buClr>
                <a:schemeClr val="lt2"/>
              </a:buClr>
              <a:buSzPts val="3400"/>
              <a:buNone/>
              <a:defRPr>
                <a:solidFill>
                  <a:schemeClr val="lt2"/>
                </a:solidFill>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642" name="Google Shape;642;p68"/>
          <p:cNvSpPr txBox="1">
            <a:spLocks noGrp="1"/>
          </p:cNvSpPr>
          <p:nvPr>
            <p:ph type="sldNum" idx="12"/>
          </p:nvPr>
        </p:nvSpPr>
        <p:spPr>
          <a:xfrm>
            <a:off x="8366700" y="4805546"/>
            <a:ext cx="548700" cy="215400"/>
          </a:xfrm>
          <a:prstGeom prst="rect">
            <a:avLst/>
          </a:prstGeom>
        </p:spPr>
        <p:txBody>
          <a:bodyPr spcFirstLastPara="1" wrap="square" lIns="0" tIns="0" rIns="0" bIns="0" anchor="b" anchorCtr="0">
            <a:normAutofit/>
          </a:bodyPr>
          <a:lstStyle>
            <a:lvl1pPr lvl="0" rtl="0">
              <a:buNone/>
              <a:defRPr>
                <a:solidFill>
                  <a:schemeClr val="accent5"/>
                </a:solidFill>
              </a:defRPr>
            </a:lvl1pPr>
            <a:lvl2pPr lvl="1" rtl="0">
              <a:buNone/>
              <a:defRPr>
                <a:solidFill>
                  <a:schemeClr val="accent5"/>
                </a:solidFill>
              </a:defRPr>
            </a:lvl2pPr>
            <a:lvl3pPr lvl="2" rtl="0">
              <a:buNone/>
              <a:defRPr>
                <a:solidFill>
                  <a:schemeClr val="accent5"/>
                </a:solidFill>
              </a:defRPr>
            </a:lvl3pPr>
            <a:lvl4pPr lvl="3" rtl="0">
              <a:buNone/>
              <a:defRPr>
                <a:solidFill>
                  <a:schemeClr val="accent5"/>
                </a:solidFill>
              </a:defRPr>
            </a:lvl4pPr>
            <a:lvl5pPr lvl="4" rtl="0">
              <a:buNone/>
              <a:defRPr>
                <a:solidFill>
                  <a:schemeClr val="accent5"/>
                </a:solidFill>
              </a:defRPr>
            </a:lvl5pPr>
            <a:lvl6pPr lvl="5" rtl="0">
              <a:buNone/>
              <a:defRPr>
                <a:solidFill>
                  <a:schemeClr val="accent5"/>
                </a:solidFill>
              </a:defRPr>
            </a:lvl6pPr>
            <a:lvl7pPr lvl="6" rtl="0">
              <a:buNone/>
              <a:defRPr>
                <a:solidFill>
                  <a:schemeClr val="accent5"/>
                </a:solidFill>
              </a:defRPr>
            </a:lvl7pPr>
            <a:lvl8pPr lvl="7" rtl="0">
              <a:buNone/>
              <a:defRPr>
                <a:solidFill>
                  <a:schemeClr val="accent5"/>
                </a:solidFill>
              </a:defRPr>
            </a:lvl8pPr>
            <a:lvl9pPr lvl="8" rtl="0">
              <a:buNone/>
              <a:defRPr>
                <a:solidFill>
                  <a:schemeClr val="accent5"/>
                </a:solidFill>
              </a:defRPr>
            </a:lvl9pPr>
          </a:lstStyle>
          <a:p>
            <a:pPr marL="0" lvl="0" indent="0" algn="r" rtl="0">
              <a:spcBef>
                <a:spcPts val="0"/>
              </a:spcBef>
              <a:spcAft>
                <a:spcPts val="0"/>
              </a:spcAft>
              <a:buNone/>
            </a:pPr>
            <a:fld id="{00000000-1234-1234-1234-123412341234}" type="slidenum">
              <a:rPr lang="en"/>
              <a:t>‹#›</a:t>
            </a:fld>
            <a:endParaRPr/>
          </a:p>
        </p:txBody>
      </p:sp>
      <p:pic>
        <p:nvPicPr>
          <p:cNvPr id="643" name="Google Shape;643;p68"/>
          <p:cNvPicPr preferRelativeResize="0"/>
          <p:nvPr/>
        </p:nvPicPr>
        <p:blipFill>
          <a:blip r:embed="rId2">
            <a:alphaModFix/>
          </a:blip>
          <a:stretch>
            <a:fillRect/>
          </a:stretch>
        </p:blipFill>
        <p:spPr>
          <a:xfrm>
            <a:off x="8544859" y="62003"/>
            <a:ext cx="599140" cy="599141"/>
          </a:xfrm>
          <a:prstGeom prst="rect">
            <a:avLst/>
          </a:prstGeom>
          <a:noFill/>
          <a:ln>
            <a:noFill/>
          </a:ln>
        </p:spPr>
      </p:pic>
      <p:sp>
        <p:nvSpPr>
          <p:cNvPr id="644" name="Google Shape;644;p68"/>
          <p:cNvSpPr txBox="1">
            <a:spLocks noGrp="1"/>
          </p:cNvSpPr>
          <p:nvPr>
            <p:ph type="subTitle" idx="1"/>
          </p:nvPr>
        </p:nvSpPr>
        <p:spPr>
          <a:xfrm>
            <a:off x="467075" y="4814525"/>
            <a:ext cx="2326500" cy="206400"/>
          </a:xfrm>
          <a:prstGeom prst="rect">
            <a:avLst/>
          </a:prstGeom>
        </p:spPr>
        <p:txBody>
          <a:bodyPr spcFirstLastPara="1" wrap="square" lIns="0" tIns="0" rIns="0" bIns="0" anchor="b" anchorCtr="0">
            <a:normAutofit/>
          </a:bodyPr>
          <a:lstStyle>
            <a:lvl1pPr lvl="0" rtl="0">
              <a:spcBef>
                <a:spcPts val="0"/>
              </a:spcBef>
              <a:spcAft>
                <a:spcPts val="0"/>
              </a:spcAft>
              <a:buClr>
                <a:schemeClr val="accent5"/>
              </a:buClr>
              <a:buSzPts val="700"/>
              <a:buNone/>
              <a:defRPr sz="700">
                <a:solidFill>
                  <a:schemeClr val="accent5"/>
                </a:solidFill>
              </a:defRPr>
            </a:lvl1pPr>
            <a:lvl2pPr lvl="1" rtl="0">
              <a:spcBef>
                <a:spcPts val="0"/>
              </a:spcBef>
              <a:spcAft>
                <a:spcPts val="0"/>
              </a:spcAft>
              <a:buClr>
                <a:schemeClr val="accent5"/>
              </a:buClr>
              <a:buSzPts val="1400"/>
              <a:buNone/>
              <a:defRPr>
                <a:solidFill>
                  <a:schemeClr val="accent5"/>
                </a:solidFill>
              </a:defRPr>
            </a:lvl2pPr>
            <a:lvl3pPr lvl="2" rtl="0">
              <a:spcBef>
                <a:spcPts val="0"/>
              </a:spcBef>
              <a:spcAft>
                <a:spcPts val="0"/>
              </a:spcAft>
              <a:buClr>
                <a:schemeClr val="accent5"/>
              </a:buClr>
              <a:buSzPts val="1400"/>
              <a:buNone/>
              <a:defRPr>
                <a:solidFill>
                  <a:schemeClr val="accent5"/>
                </a:solidFill>
              </a:defRPr>
            </a:lvl3pPr>
            <a:lvl4pPr lvl="3" rtl="0">
              <a:spcBef>
                <a:spcPts val="0"/>
              </a:spcBef>
              <a:spcAft>
                <a:spcPts val="0"/>
              </a:spcAft>
              <a:buClr>
                <a:schemeClr val="accent5"/>
              </a:buClr>
              <a:buSzPts val="1400"/>
              <a:buNone/>
              <a:defRPr>
                <a:solidFill>
                  <a:schemeClr val="accent5"/>
                </a:solidFill>
              </a:defRPr>
            </a:lvl4pPr>
            <a:lvl5pPr lvl="4" rtl="0">
              <a:spcBef>
                <a:spcPts val="0"/>
              </a:spcBef>
              <a:spcAft>
                <a:spcPts val="0"/>
              </a:spcAft>
              <a:buClr>
                <a:schemeClr val="accent5"/>
              </a:buClr>
              <a:buSzPts val="1400"/>
              <a:buNone/>
              <a:defRPr>
                <a:solidFill>
                  <a:schemeClr val="accent5"/>
                </a:solidFill>
              </a:defRPr>
            </a:lvl5pPr>
            <a:lvl6pPr lvl="5" rtl="0">
              <a:spcBef>
                <a:spcPts val="0"/>
              </a:spcBef>
              <a:spcAft>
                <a:spcPts val="0"/>
              </a:spcAft>
              <a:buClr>
                <a:schemeClr val="accent5"/>
              </a:buClr>
              <a:buSzPts val="1400"/>
              <a:buNone/>
              <a:defRPr>
                <a:solidFill>
                  <a:schemeClr val="accent5"/>
                </a:solidFill>
              </a:defRPr>
            </a:lvl6pPr>
            <a:lvl7pPr lvl="6" rtl="0">
              <a:spcBef>
                <a:spcPts val="0"/>
              </a:spcBef>
              <a:spcAft>
                <a:spcPts val="0"/>
              </a:spcAft>
              <a:buClr>
                <a:schemeClr val="accent5"/>
              </a:buClr>
              <a:buSzPts val="1400"/>
              <a:buNone/>
              <a:defRPr>
                <a:solidFill>
                  <a:schemeClr val="accent5"/>
                </a:solidFill>
              </a:defRPr>
            </a:lvl7pPr>
            <a:lvl8pPr lvl="7" rtl="0">
              <a:spcBef>
                <a:spcPts val="0"/>
              </a:spcBef>
              <a:spcAft>
                <a:spcPts val="0"/>
              </a:spcAft>
              <a:buClr>
                <a:schemeClr val="accent5"/>
              </a:buClr>
              <a:buSzPts val="1400"/>
              <a:buNone/>
              <a:defRPr>
                <a:solidFill>
                  <a:schemeClr val="accent5"/>
                </a:solidFill>
              </a:defRPr>
            </a:lvl8pPr>
            <a:lvl9pPr lvl="8" rtl="0">
              <a:spcBef>
                <a:spcPts val="0"/>
              </a:spcBef>
              <a:spcAft>
                <a:spcPts val="0"/>
              </a:spcAft>
              <a:buClr>
                <a:schemeClr val="accent5"/>
              </a:buClr>
              <a:buSzPts val="1400"/>
              <a:buNone/>
              <a:defRPr>
                <a:solidFill>
                  <a:schemeClr val="accent5"/>
                </a:solidFill>
              </a:defRPr>
            </a:lvl9pPr>
          </a:lstStyle>
          <a:p>
            <a:endParaRPr/>
          </a:p>
        </p:txBody>
      </p:sp>
      <p:sp>
        <p:nvSpPr>
          <p:cNvPr id="645" name="Google Shape;645;p68"/>
          <p:cNvSpPr>
            <a:spLocks noGrp="1"/>
          </p:cNvSpPr>
          <p:nvPr>
            <p:ph type="pic" idx="2"/>
          </p:nvPr>
        </p:nvSpPr>
        <p:spPr>
          <a:xfrm>
            <a:off x="4301325" y="1144224"/>
            <a:ext cx="548700" cy="455700"/>
          </a:xfrm>
          <a:prstGeom prst="rect">
            <a:avLst/>
          </a:prstGeom>
          <a:noFill/>
          <a:ln>
            <a:noFill/>
          </a:ln>
        </p:spPr>
      </p:sp>
      <p:sp>
        <p:nvSpPr>
          <p:cNvPr id="646" name="Google Shape;646;p68"/>
          <p:cNvSpPr txBox="1">
            <a:spLocks noGrp="1"/>
          </p:cNvSpPr>
          <p:nvPr>
            <p:ph type="subTitle" idx="3"/>
          </p:nvPr>
        </p:nvSpPr>
        <p:spPr>
          <a:xfrm>
            <a:off x="3780675" y="1749483"/>
            <a:ext cx="1574700" cy="311400"/>
          </a:xfrm>
          <a:prstGeom prst="rect">
            <a:avLst/>
          </a:prstGeom>
        </p:spPr>
        <p:txBody>
          <a:bodyPr spcFirstLastPara="1" wrap="square" lIns="0" tIns="0" rIns="0" bIns="0" anchor="t" anchorCtr="0">
            <a:normAutofit/>
          </a:bodyPr>
          <a:lstStyle>
            <a:lvl1pPr lvl="0" algn="ctr" rtl="0">
              <a:lnSpc>
                <a:spcPct val="100000"/>
              </a:lnSpc>
              <a:spcBef>
                <a:spcPts val="0"/>
              </a:spcBef>
              <a:spcAft>
                <a:spcPts val="0"/>
              </a:spcAft>
              <a:buClr>
                <a:schemeClr val="lt1"/>
              </a:buClr>
              <a:buSzPts val="1600"/>
              <a:buNone/>
              <a:defRPr b="1">
                <a:solidFill>
                  <a:schemeClr val="lt1"/>
                </a:solidFill>
              </a:defRPr>
            </a:lvl1pPr>
            <a:lvl2pPr lvl="1" algn="ctr" rtl="0">
              <a:lnSpc>
                <a:spcPct val="100000"/>
              </a:lnSpc>
              <a:spcBef>
                <a:spcPts val="0"/>
              </a:spcBef>
              <a:spcAft>
                <a:spcPts val="0"/>
              </a:spcAft>
              <a:buClr>
                <a:schemeClr val="lt1"/>
              </a:buClr>
              <a:buSzPts val="1600"/>
              <a:buFont typeface="IBM Plex Sans Medium"/>
              <a:buNone/>
              <a:defRPr sz="1600">
                <a:solidFill>
                  <a:schemeClr val="lt1"/>
                </a:solidFill>
                <a:latin typeface="IBM Plex Sans Medium"/>
                <a:ea typeface="IBM Plex Sans Medium"/>
                <a:cs typeface="IBM Plex Sans Medium"/>
                <a:sym typeface="IBM Plex Sans Medium"/>
              </a:defRPr>
            </a:lvl2pPr>
            <a:lvl3pPr lvl="2" algn="ctr" rtl="0">
              <a:lnSpc>
                <a:spcPct val="100000"/>
              </a:lnSpc>
              <a:spcBef>
                <a:spcPts val="0"/>
              </a:spcBef>
              <a:spcAft>
                <a:spcPts val="0"/>
              </a:spcAft>
              <a:buClr>
                <a:schemeClr val="lt1"/>
              </a:buClr>
              <a:buSzPts val="1600"/>
              <a:buFont typeface="IBM Plex Sans Medium"/>
              <a:buNone/>
              <a:defRPr sz="1600">
                <a:solidFill>
                  <a:schemeClr val="lt1"/>
                </a:solidFill>
                <a:latin typeface="IBM Plex Sans Medium"/>
                <a:ea typeface="IBM Plex Sans Medium"/>
                <a:cs typeface="IBM Plex Sans Medium"/>
                <a:sym typeface="IBM Plex Sans Medium"/>
              </a:defRPr>
            </a:lvl3pPr>
            <a:lvl4pPr lvl="3" algn="ctr" rtl="0">
              <a:lnSpc>
                <a:spcPct val="100000"/>
              </a:lnSpc>
              <a:spcBef>
                <a:spcPts val="0"/>
              </a:spcBef>
              <a:spcAft>
                <a:spcPts val="0"/>
              </a:spcAft>
              <a:buClr>
                <a:schemeClr val="lt1"/>
              </a:buClr>
              <a:buSzPts val="1600"/>
              <a:buFont typeface="IBM Plex Sans Medium"/>
              <a:buNone/>
              <a:defRPr sz="1600">
                <a:solidFill>
                  <a:schemeClr val="lt1"/>
                </a:solidFill>
                <a:latin typeface="IBM Plex Sans Medium"/>
                <a:ea typeface="IBM Plex Sans Medium"/>
                <a:cs typeface="IBM Plex Sans Medium"/>
                <a:sym typeface="IBM Plex Sans Medium"/>
              </a:defRPr>
            </a:lvl4pPr>
            <a:lvl5pPr lvl="4" algn="ctr" rtl="0">
              <a:lnSpc>
                <a:spcPct val="100000"/>
              </a:lnSpc>
              <a:spcBef>
                <a:spcPts val="0"/>
              </a:spcBef>
              <a:spcAft>
                <a:spcPts val="0"/>
              </a:spcAft>
              <a:buClr>
                <a:schemeClr val="lt1"/>
              </a:buClr>
              <a:buSzPts val="1600"/>
              <a:buFont typeface="IBM Plex Sans Medium"/>
              <a:buNone/>
              <a:defRPr sz="1600">
                <a:solidFill>
                  <a:schemeClr val="lt1"/>
                </a:solidFill>
                <a:latin typeface="IBM Plex Sans Medium"/>
                <a:ea typeface="IBM Plex Sans Medium"/>
                <a:cs typeface="IBM Plex Sans Medium"/>
                <a:sym typeface="IBM Plex Sans Medium"/>
              </a:defRPr>
            </a:lvl5pPr>
            <a:lvl6pPr lvl="5" algn="ctr" rtl="0">
              <a:lnSpc>
                <a:spcPct val="100000"/>
              </a:lnSpc>
              <a:spcBef>
                <a:spcPts val="0"/>
              </a:spcBef>
              <a:spcAft>
                <a:spcPts val="0"/>
              </a:spcAft>
              <a:buClr>
                <a:schemeClr val="lt1"/>
              </a:buClr>
              <a:buSzPts val="1600"/>
              <a:buFont typeface="IBM Plex Sans Medium"/>
              <a:buNone/>
              <a:defRPr sz="1600">
                <a:solidFill>
                  <a:schemeClr val="lt1"/>
                </a:solidFill>
                <a:latin typeface="IBM Plex Sans Medium"/>
                <a:ea typeface="IBM Plex Sans Medium"/>
                <a:cs typeface="IBM Plex Sans Medium"/>
                <a:sym typeface="IBM Plex Sans Medium"/>
              </a:defRPr>
            </a:lvl6pPr>
            <a:lvl7pPr lvl="6" algn="ctr" rtl="0">
              <a:lnSpc>
                <a:spcPct val="100000"/>
              </a:lnSpc>
              <a:spcBef>
                <a:spcPts val="0"/>
              </a:spcBef>
              <a:spcAft>
                <a:spcPts val="0"/>
              </a:spcAft>
              <a:buClr>
                <a:schemeClr val="lt1"/>
              </a:buClr>
              <a:buSzPts val="1600"/>
              <a:buFont typeface="IBM Plex Sans Medium"/>
              <a:buNone/>
              <a:defRPr sz="1600">
                <a:solidFill>
                  <a:schemeClr val="lt1"/>
                </a:solidFill>
                <a:latin typeface="IBM Plex Sans Medium"/>
                <a:ea typeface="IBM Plex Sans Medium"/>
                <a:cs typeface="IBM Plex Sans Medium"/>
                <a:sym typeface="IBM Plex Sans Medium"/>
              </a:defRPr>
            </a:lvl7pPr>
            <a:lvl8pPr lvl="7" algn="ctr" rtl="0">
              <a:lnSpc>
                <a:spcPct val="100000"/>
              </a:lnSpc>
              <a:spcBef>
                <a:spcPts val="0"/>
              </a:spcBef>
              <a:spcAft>
                <a:spcPts val="0"/>
              </a:spcAft>
              <a:buClr>
                <a:schemeClr val="lt1"/>
              </a:buClr>
              <a:buSzPts val="1600"/>
              <a:buFont typeface="IBM Plex Sans Medium"/>
              <a:buNone/>
              <a:defRPr sz="1600">
                <a:solidFill>
                  <a:schemeClr val="lt1"/>
                </a:solidFill>
                <a:latin typeface="IBM Plex Sans Medium"/>
                <a:ea typeface="IBM Plex Sans Medium"/>
                <a:cs typeface="IBM Plex Sans Medium"/>
                <a:sym typeface="IBM Plex Sans Medium"/>
              </a:defRPr>
            </a:lvl8pPr>
            <a:lvl9pPr lvl="8" algn="ctr" rtl="0">
              <a:lnSpc>
                <a:spcPct val="100000"/>
              </a:lnSpc>
              <a:spcBef>
                <a:spcPts val="0"/>
              </a:spcBef>
              <a:spcAft>
                <a:spcPts val="0"/>
              </a:spcAft>
              <a:buClr>
                <a:schemeClr val="lt1"/>
              </a:buClr>
              <a:buSzPts val="1600"/>
              <a:buFont typeface="IBM Plex Sans Medium"/>
              <a:buNone/>
              <a:defRPr sz="1600">
                <a:solidFill>
                  <a:schemeClr val="lt1"/>
                </a:solidFill>
                <a:latin typeface="IBM Plex Sans Medium"/>
                <a:ea typeface="IBM Plex Sans Medium"/>
                <a:cs typeface="IBM Plex Sans Medium"/>
                <a:sym typeface="IBM Plex Sans Medium"/>
              </a:defRPr>
            </a:lvl9pPr>
          </a:lstStyle>
          <a:p>
            <a:endParaRPr/>
          </a:p>
        </p:txBody>
      </p:sp>
      <p:sp>
        <p:nvSpPr>
          <p:cNvPr id="647" name="Google Shape;647;p68"/>
          <p:cNvSpPr txBox="1">
            <a:spLocks noGrp="1"/>
          </p:cNvSpPr>
          <p:nvPr>
            <p:ph type="body" idx="4"/>
          </p:nvPr>
        </p:nvSpPr>
        <p:spPr>
          <a:xfrm>
            <a:off x="3788025" y="2048027"/>
            <a:ext cx="1575300" cy="783000"/>
          </a:xfrm>
          <a:prstGeom prst="rect">
            <a:avLst/>
          </a:prstGeom>
        </p:spPr>
        <p:txBody>
          <a:bodyPr spcFirstLastPara="1" wrap="square" lIns="0" tIns="0" rIns="0" bIns="0" anchor="t" anchorCtr="0">
            <a:normAutofit/>
          </a:bodyPr>
          <a:lstStyle>
            <a:lvl1pPr marL="457200" lvl="0" indent="-298450" rtl="0">
              <a:spcBef>
                <a:spcPts val="0"/>
              </a:spcBef>
              <a:spcAft>
                <a:spcPts val="0"/>
              </a:spcAft>
              <a:buClr>
                <a:schemeClr val="lt1"/>
              </a:buClr>
              <a:buSzPts val="1100"/>
              <a:buChar char="■"/>
              <a:defRPr sz="1100">
                <a:solidFill>
                  <a:schemeClr val="lt1"/>
                </a:solidFill>
              </a:defRPr>
            </a:lvl1pPr>
            <a:lvl2pPr marL="914400" lvl="1" indent="-298450" rtl="0">
              <a:spcBef>
                <a:spcPts val="0"/>
              </a:spcBef>
              <a:spcAft>
                <a:spcPts val="0"/>
              </a:spcAft>
              <a:buClr>
                <a:schemeClr val="lt1"/>
              </a:buClr>
              <a:buSzPts val="1100"/>
              <a:buChar char="■"/>
              <a:defRPr sz="1100">
                <a:solidFill>
                  <a:schemeClr val="lt1"/>
                </a:solidFill>
              </a:defRPr>
            </a:lvl2pPr>
            <a:lvl3pPr marL="1371600" lvl="2" indent="-298450" rtl="0">
              <a:spcBef>
                <a:spcPts val="0"/>
              </a:spcBef>
              <a:spcAft>
                <a:spcPts val="0"/>
              </a:spcAft>
              <a:buSzPts val="1100"/>
              <a:buChar char="■"/>
              <a:defRPr sz="1100"/>
            </a:lvl3pPr>
            <a:lvl4pPr marL="1828800" lvl="3" indent="-298450" rtl="0">
              <a:spcBef>
                <a:spcPts val="0"/>
              </a:spcBef>
              <a:spcAft>
                <a:spcPts val="0"/>
              </a:spcAft>
              <a:buSzPts val="1100"/>
              <a:buChar char="●"/>
              <a:defRPr sz="1100"/>
            </a:lvl4pPr>
            <a:lvl5pPr marL="2286000" lvl="4" indent="-298450" rtl="0">
              <a:spcBef>
                <a:spcPts val="0"/>
              </a:spcBef>
              <a:spcAft>
                <a:spcPts val="0"/>
              </a:spcAft>
              <a:buSzPts val="1100"/>
              <a:buChar char="○"/>
              <a:defRPr sz="1100"/>
            </a:lvl5pPr>
            <a:lvl6pPr marL="2743200" lvl="5" indent="-298450" rtl="0">
              <a:spcBef>
                <a:spcPts val="0"/>
              </a:spcBef>
              <a:spcAft>
                <a:spcPts val="0"/>
              </a:spcAft>
              <a:buSzPts val="1100"/>
              <a:buChar char="■"/>
              <a:defRPr sz="1100"/>
            </a:lvl6pPr>
            <a:lvl7pPr marL="3200400" lvl="6" indent="-298450" rtl="0">
              <a:spcBef>
                <a:spcPts val="0"/>
              </a:spcBef>
              <a:spcAft>
                <a:spcPts val="0"/>
              </a:spcAft>
              <a:buSzPts val="1100"/>
              <a:buChar char="●"/>
              <a:defRPr sz="1100"/>
            </a:lvl7pPr>
            <a:lvl8pPr marL="3657600" lvl="7" indent="-298450" rtl="0">
              <a:spcBef>
                <a:spcPts val="0"/>
              </a:spcBef>
              <a:spcAft>
                <a:spcPts val="0"/>
              </a:spcAft>
              <a:buSzPts val="1100"/>
              <a:buChar char="○"/>
              <a:defRPr sz="1100"/>
            </a:lvl8pPr>
            <a:lvl9pPr marL="4114800" lvl="8" indent="-298450" rtl="0">
              <a:spcBef>
                <a:spcPts val="0"/>
              </a:spcBef>
              <a:spcAft>
                <a:spcPts val="0"/>
              </a:spcAft>
              <a:buSzPts val="1100"/>
              <a:buChar char="■"/>
              <a:defRPr sz="1100"/>
            </a:lvl9pPr>
          </a:lstStyle>
          <a:p>
            <a:endParaRPr/>
          </a:p>
        </p:txBody>
      </p:sp>
      <p:sp>
        <p:nvSpPr>
          <p:cNvPr id="648" name="Google Shape;648;p68"/>
          <p:cNvSpPr>
            <a:spLocks noGrp="1"/>
          </p:cNvSpPr>
          <p:nvPr>
            <p:ph type="pic" idx="5"/>
          </p:nvPr>
        </p:nvSpPr>
        <p:spPr>
          <a:xfrm>
            <a:off x="4305000" y="2986399"/>
            <a:ext cx="548700" cy="455700"/>
          </a:xfrm>
          <a:prstGeom prst="rect">
            <a:avLst/>
          </a:prstGeom>
          <a:noFill/>
          <a:ln>
            <a:noFill/>
          </a:ln>
        </p:spPr>
      </p:sp>
      <p:sp>
        <p:nvSpPr>
          <p:cNvPr id="649" name="Google Shape;649;p68"/>
          <p:cNvSpPr txBox="1">
            <a:spLocks noGrp="1"/>
          </p:cNvSpPr>
          <p:nvPr>
            <p:ph type="subTitle" idx="6"/>
          </p:nvPr>
        </p:nvSpPr>
        <p:spPr>
          <a:xfrm>
            <a:off x="3784350" y="3591658"/>
            <a:ext cx="1574700" cy="311400"/>
          </a:xfrm>
          <a:prstGeom prst="rect">
            <a:avLst/>
          </a:prstGeom>
        </p:spPr>
        <p:txBody>
          <a:bodyPr spcFirstLastPara="1" wrap="square" lIns="0" tIns="0" rIns="0" bIns="0" anchor="t" anchorCtr="0">
            <a:normAutofit/>
          </a:bodyPr>
          <a:lstStyle>
            <a:lvl1pPr lvl="0" algn="ctr" rtl="0">
              <a:lnSpc>
                <a:spcPct val="100000"/>
              </a:lnSpc>
              <a:spcBef>
                <a:spcPts val="0"/>
              </a:spcBef>
              <a:spcAft>
                <a:spcPts val="0"/>
              </a:spcAft>
              <a:buClr>
                <a:schemeClr val="lt1"/>
              </a:buClr>
              <a:buSzPts val="1600"/>
              <a:buNone/>
              <a:defRPr b="1">
                <a:solidFill>
                  <a:schemeClr val="lt1"/>
                </a:solidFill>
              </a:defRPr>
            </a:lvl1pPr>
            <a:lvl2pPr lvl="1" algn="ctr" rtl="0">
              <a:lnSpc>
                <a:spcPct val="100000"/>
              </a:lnSpc>
              <a:spcBef>
                <a:spcPts val="0"/>
              </a:spcBef>
              <a:spcAft>
                <a:spcPts val="0"/>
              </a:spcAft>
              <a:buClr>
                <a:schemeClr val="lt1"/>
              </a:buClr>
              <a:buSzPts val="1600"/>
              <a:buFont typeface="IBM Plex Sans Medium"/>
              <a:buNone/>
              <a:defRPr sz="1600">
                <a:solidFill>
                  <a:schemeClr val="lt1"/>
                </a:solidFill>
                <a:latin typeface="IBM Plex Sans Medium"/>
                <a:ea typeface="IBM Plex Sans Medium"/>
                <a:cs typeface="IBM Plex Sans Medium"/>
                <a:sym typeface="IBM Plex Sans Medium"/>
              </a:defRPr>
            </a:lvl2pPr>
            <a:lvl3pPr lvl="2" algn="ctr" rtl="0">
              <a:lnSpc>
                <a:spcPct val="100000"/>
              </a:lnSpc>
              <a:spcBef>
                <a:spcPts val="0"/>
              </a:spcBef>
              <a:spcAft>
                <a:spcPts val="0"/>
              </a:spcAft>
              <a:buClr>
                <a:schemeClr val="lt1"/>
              </a:buClr>
              <a:buSzPts val="1600"/>
              <a:buFont typeface="IBM Plex Sans Medium"/>
              <a:buNone/>
              <a:defRPr sz="1600">
                <a:solidFill>
                  <a:schemeClr val="lt1"/>
                </a:solidFill>
                <a:latin typeface="IBM Plex Sans Medium"/>
                <a:ea typeface="IBM Plex Sans Medium"/>
                <a:cs typeface="IBM Plex Sans Medium"/>
                <a:sym typeface="IBM Plex Sans Medium"/>
              </a:defRPr>
            </a:lvl3pPr>
            <a:lvl4pPr lvl="3" algn="ctr" rtl="0">
              <a:lnSpc>
                <a:spcPct val="100000"/>
              </a:lnSpc>
              <a:spcBef>
                <a:spcPts val="0"/>
              </a:spcBef>
              <a:spcAft>
                <a:spcPts val="0"/>
              </a:spcAft>
              <a:buClr>
                <a:schemeClr val="lt1"/>
              </a:buClr>
              <a:buSzPts val="1600"/>
              <a:buFont typeface="IBM Plex Sans Medium"/>
              <a:buNone/>
              <a:defRPr sz="1600">
                <a:solidFill>
                  <a:schemeClr val="lt1"/>
                </a:solidFill>
                <a:latin typeface="IBM Plex Sans Medium"/>
                <a:ea typeface="IBM Plex Sans Medium"/>
                <a:cs typeface="IBM Plex Sans Medium"/>
                <a:sym typeface="IBM Plex Sans Medium"/>
              </a:defRPr>
            </a:lvl4pPr>
            <a:lvl5pPr lvl="4" algn="ctr" rtl="0">
              <a:lnSpc>
                <a:spcPct val="100000"/>
              </a:lnSpc>
              <a:spcBef>
                <a:spcPts val="0"/>
              </a:spcBef>
              <a:spcAft>
                <a:spcPts val="0"/>
              </a:spcAft>
              <a:buClr>
                <a:schemeClr val="lt1"/>
              </a:buClr>
              <a:buSzPts val="1600"/>
              <a:buFont typeface="IBM Plex Sans Medium"/>
              <a:buNone/>
              <a:defRPr sz="1600">
                <a:solidFill>
                  <a:schemeClr val="lt1"/>
                </a:solidFill>
                <a:latin typeface="IBM Plex Sans Medium"/>
                <a:ea typeface="IBM Plex Sans Medium"/>
                <a:cs typeface="IBM Plex Sans Medium"/>
                <a:sym typeface="IBM Plex Sans Medium"/>
              </a:defRPr>
            </a:lvl5pPr>
            <a:lvl6pPr lvl="5" algn="ctr" rtl="0">
              <a:lnSpc>
                <a:spcPct val="100000"/>
              </a:lnSpc>
              <a:spcBef>
                <a:spcPts val="0"/>
              </a:spcBef>
              <a:spcAft>
                <a:spcPts val="0"/>
              </a:spcAft>
              <a:buClr>
                <a:schemeClr val="lt1"/>
              </a:buClr>
              <a:buSzPts val="1600"/>
              <a:buFont typeface="IBM Plex Sans Medium"/>
              <a:buNone/>
              <a:defRPr sz="1600">
                <a:solidFill>
                  <a:schemeClr val="lt1"/>
                </a:solidFill>
                <a:latin typeface="IBM Plex Sans Medium"/>
                <a:ea typeface="IBM Plex Sans Medium"/>
                <a:cs typeface="IBM Plex Sans Medium"/>
                <a:sym typeface="IBM Plex Sans Medium"/>
              </a:defRPr>
            </a:lvl6pPr>
            <a:lvl7pPr lvl="6" algn="ctr" rtl="0">
              <a:lnSpc>
                <a:spcPct val="100000"/>
              </a:lnSpc>
              <a:spcBef>
                <a:spcPts val="0"/>
              </a:spcBef>
              <a:spcAft>
                <a:spcPts val="0"/>
              </a:spcAft>
              <a:buClr>
                <a:schemeClr val="lt1"/>
              </a:buClr>
              <a:buSzPts val="1600"/>
              <a:buFont typeface="IBM Plex Sans Medium"/>
              <a:buNone/>
              <a:defRPr sz="1600">
                <a:solidFill>
                  <a:schemeClr val="lt1"/>
                </a:solidFill>
                <a:latin typeface="IBM Plex Sans Medium"/>
                <a:ea typeface="IBM Plex Sans Medium"/>
                <a:cs typeface="IBM Plex Sans Medium"/>
                <a:sym typeface="IBM Plex Sans Medium"/>
              </a:defRPr>
            </a:lvl7pPr>
            <a:lvl8pPr lvl="7" algn="ctr" rtl="0">
              <a:lnSpc>
                <a:spcPct val="100000"/>
              </a:lnSpc>
              <a:spcBef>
                <a:spcPts val="0"/>
              </a:spcBef>
              <a:spcAft>
                <a:spcPts val="0"/>
              </a:spcAft>
              <a:buClr>
                <a:schemeClr val="lt1"/>
              </a:buClr>
              <a:buSzPts val="1600"/>
              <a:buFont typeface="IBM Plex Sans Medium"/>
              <a:buNone/>
              <a:defRPr sz="1600">
                <a:solidFill>
                  <a:schemeClr val="lt1"/>
                </a:solidFill>
                <a:latin typeface="IBM Plex Sans Medium"/>
                <a:ea typeface="IBM Plex Sans Medium"/>
                <a:cs typeface="IBM Plex Sans Medium"/>
                <a:sym typeface="IBM Plex Sans Medium"/>
              </a:defRPr>
            </a:lvl8pPr>
            <a:lvl9pPr lvl="8" algn="ctr" rtl="0">
              <a:lnSpc>
                <a:spcPct val="100000"/>
              </a:lnSpc>
              <a:spcBef>
                <a:spcPts val="0"/>
              </a:spcBef>
              <a:spcAft>
                <a:spcPts val="0"/>
              </a:spcAft>
              <a:buClr>
                <a:schemeClr val="lt1"/>
              </a:buClr>
              <a:buSzPts val="1600"/>
              <a:buFont typeface="IBM Plex Sans Medium"/>
              <a:buNone/>
              <a:defRPr sz="1600">
                <a:solidFill>
                  <a:schemeClr val="lt1"/>
                </a:solidFill>
                <a:latin typeface="IBM Plex Sans Medium"/>
                <a:ea typeface="IBM Plex Sans Medium"/>
                <a:cs typeface="IBM Plex Sans Medium"/>
                <a:sym typeface="IBM Plex Sans Medium"/>
              </a:defRPr>
            </a:lvl9pPr>
          </a:lstStyle>
          <a:p>
            <a:endParaRPr/>
          </a:p>
        </p:txBody>
      </p:sp>
      <p:sp>
        <p:nvSpPr>
          <p:cNvPr id="650" name="Google Shape;650;p68"/>
          <p:cNvSpPr txBox="1">
            <a:spLocks noGrp="1"/>
          </p:cNvSpPr>
          <p:nvPr>
            <p:ph type="body" idx="7"/>
          </p:nvPr>
        </p:nvSpPr>
        <p:spPr>
          <a:xfrm>
            <a:off x="3791700" y="3890202"/>
            <a:ext cx="1575300" cy="783000"/>
          </a:xfrm>
          <a:prstGeom prst="rect">
            <a:avLst/>
          </a:prstGeom>
        </p:spPr>
        <p:txBody>
          <a:bodyPr spcFirstLastPara="1" wrap="square" lIns="0" tIns="0" rIns="0" bIns="0" anchor="t" anchorCtr="0">
            <a:normAutofit/>
          </a:bodyPr>
          <a:lstStyle>
            <a:lvl1pPr marL="457200" lvl="0" indent="-298450" rtl="0">
              <a:spcBef>
                <a:spcPts val="0"/>
              </a:spcBef>
              <a:spcAft>
                <a:spcPts val="0"/>
              </a:spcAft>
              <a:buClr>
                <a:schemeClr val="lt1"/>
              </a:buClr>
              <a:buSzPts val="1100"/>
              <a:buChar char="■"/>
              <a:defRPr sz="1100">
                <a:solidFill>
                  <a:schemeClr val="lt1"/>
                </a:solidFill>
              </a:defRPr>
            </a:lvl1pPr>
            <a:lvl2pPr marL="914400" lvl="1" indent="-298450" rtl="0">
              <a:spcBef>
                <a:spcPts val="0"/>
              </a:spcBef>
              <a:spcAft>
                <a:spcPts val="0"/>
              </a:spcAft>
              <a:buClr>
                <a:schemeClr val="lt1"/>
              </a:buClr>
              <a:buSzPts val="1100"/>
              <a:buChar char="■"/>
              <a:defRPr sz="1100">
                <a:solidFill>
                  <a:schemeClr val="lt1"/>
                </a:solidFill>
              </a:defRPr>
            </a:lvl2pPr>
            <a:lvl3pPr marL="1371600" lvl="2" indent="-298450" rtl="0">
              <a:spcBef>
                <a:spcPts val="0"/>
              </a:spcBef>
              <a:spcAft>
                <a:spcPts val="0"/>
              </a:spcAft>
              <a:buSzPts val="1100"/>
              <a:buChar char="■"/>
              <a:defRPr sz="1100"/>
            </a:lvl3pPr>
            <a:lvl4pPr marL="1828800" lvl="3" indent="-298450" rtl="0">
              <a:spcBef>
                <a:spcPts val="0"/>
              </a:spcBef>
              <a:spcAft>
                <a:spcPts val="0"/>
              </a:spcAft>
              <a:buSzPts val="1100"/>
              <a:buChar char="●"/>
              <a:defRPr sz="1100"/>
            </a:lvl4pPr>
            <a:lvl5pPr marL="2286000" lvl="4" indent="-298450" rtl="0">
              <a:spcBef>
                <a:spcPts val="0"/>
              </a:spcBef>
              <a:spcAft>
                <a:spcPts val="0"/>
              </a:spcAft>
              <a:buSzPts val="1100"/>
              <a:buChar char="○"/>
              <a:defRPr sz="1100"/>
            </a:lvl5pPr>
            <a:lvl6pPr marL="2743200" lvl="5" indent="-298450" rtl="0">
              <a:spcBef>
                <a:spcPts val="0"/>
              </a:spcBef>
              <a:spcAft>
                <a:spcPts val="0"/>
              </a:spcAft>
              <a:buSzPts val="1100"/>
              <a:buChar char="■"/>
              <a:defRPr sz="1100"/>
            </a:lvl6pPr>
            <a:lvl7pPr marL="3200400" lvl="6" indent="-298450" rtl="0">
              <a:spcBef>
                <a:spcPts val="0"/>
              </a:spcBef>
              <a:spcAft>
                <a:spcPts val="0"/>
              </a:spcAft>
              <a:buSzPts val="1100"/>
              <a:buChar char="●"/>
              <a:defRPr sz="1100"/>
            </a:lvl7pPr>
            <a:lvl8pPr marL="3657600" lvl="7" indent="-298450" rtl="0">
              <a:spcBef>
                <a:spcPts val="0"/>
              </a:spcBef>
              <a:spcAft>
                <a:spcPts val="0"/>
              </a:spcAft>
              <a:buSzPts val="1100"/>
              <a:buChar char="○"/>
              <a:defRPr sz="1100"/>
            </a:lvl8pPr>
            <a:lvl9pPr marL="4114800" lvl="8" indent="-298450" rtl="0">
              <a:spcBef>
                <a:spcPts val="0"/>
              </a:spcBef>
              <a:spcAft>
                <a:spcPts val="0"/>
              </a:spcAft>
              <a:buSzPts val="1100"/>
              <a:buChar char="■"/>
              <a:defRPr sz="1100"/>
            </a:lvl9pPr>
          </a:lstStyle>
          <a:p>
            <a:endParaRPr/>
          </a:p>
        </p:txBody>
      </p:sp>
      <p:sp>
        <p:nvSpPr>
          <p:cNvPr id="651" name="Google Shape;651;p68"/>
          <p:cNvSpPr>
            <a:spLocks noGrp="1"/>
          </p:cNvSpPr>
          <p:nvPr>
            <p:ph type="pic" idx="8"/>
          </p:nvPr>
        </p:nvSpPr>
        <p:spPr>
          <a:xfrm>
            <a:off x="2030325" y="1144224"/>
            <a:ext cx="548700" cy="455700"/>
          </a:xfrm>
          <a:prstGeom prst="rect">
            <a:avLst/>
          </a:prstGeom>
          <a:noFill/>
          <a:ln>
            <a:noFill/>
          </a:ln>
        </p:spPr>
      </p:sp>
      <p:sp>
        <p:nvSpPr>
          <p:cNvPr id="652" name="Google Shape;652;p68"/>
          <p:cNvSpPr txBox="1">
            <a:spLocks noGrp="1"/>
          </p:cNvSpPr>
          <p:nvPr>
            <p:ph type="subTitle" idx="9"/>
          </p:nvPr>
        </p:nvSpPr>
        <p:spPr>
          <a:xfrm>
            <a:off x="1509675" y="1749483"/>
            <a:ext cx="1574700" cy="311400"/>
          </a:xfrm>
          <a:prstGeom prst="rect">
            <a:avLst/>
          </a:prstGeom>
        </p:spPr>
        <p:txBody>
          <a:bodyPr spcFirstLastPara="1" wrap="square" lIns="0" tIns="0" rIns="0" bIns="0" anchor="t" anchorCtr="0">
            <a:normAutofit/>
          </a:bodyPr>
          <a:lstStyle>
            <a:lvl1pPr lvl="0" algn="ctr" rtl="0">
              <a:lnSpc>
                <a:spcPct val="100000"/>
              </a:lnSpc>
              <a:spcBef>
                <a:spcPts val="0"/>
              </a:spcBef>
              <a:spcAft>
                <a:spcPts val="0"/>
              </a:spcAft>
              <a:buClr>
                <a:schemeClr val="lt1"/>
              </a:buClr>
              <a:buSzPts val="1600"/>
              <a:buNone/>
              <a:defRPr b="1">
                <a:solidFill>
                  <a:schemeClr val="lt1"/>
                </a:solidFill>
              </a:defRPr>
            </a:lvl1pPr>
            <a:lvl2pPr lvl="1" algn="ctr" rtl="0">
              <a:lnSpc>
                <a:spcPct val="100000"/>
              </a:lnSpc>
              <a:spcBef>
                <a:spcPts val="0"/>
              </a:spcBef>
              <a:spcAft>
                <a:spcPts val="0"/>
              </a:spcAft>
              <a:buClr>
                <a:schemeClr val="lt1"/>
              </a:buClr>
              <a:buSzPts val="1600"/>
              <a:buFont typeface="IBM Plex Sans Medium"/>
              <a:buNone/>
              <a:defRPr sz="1600">
                <a:solidFill>
                  <a:schemeClr val="lt1"/>
                </a:solidFill>
                <a:latin typeface="IBM Plex Sans Medium"/>
                <a:ea typeface="IBM Plex Sans Medium"/>
                <a:cs typeface="IBM Plex Sans Medium"/>
                <a:sym typeface="IBM Plex Sans Medium"/>
              </a:defRPr>
            </a:lvl2pPr>
            <a:lvl3pPr lvl="2" algn="ctr" rtl="0">
              <a:lnSpc>
                <a:spcPct val="100000"/>
              </a:lnSpc>
              <a:spcBef>
                <a:spcPts val="0"/>
              </a:spcBef>
              <a:spcAft>
                <a:spcPts val="0"/>
              </a:spcAft>
              <a:buClr>
                <a:schemeClr val="lt1"/>
              </a:buClr>
              <a:buSzPts val="1600"/>
              <a:buFont typeface="IBM Plex Sans Medium"/>
              <a:buNone/>
              <a:defRPr sz="1600">
                <a:solidFill>
                  <a:schemeClr val="lt1"/>
                </a:solidFill>
                <a:latin typeface="IBM Plex Sans Medium"/>
                <a:ea typeface="IBM Plex Sans Medium"/>
                <a:cs typeface="IBM Plex Sans Medium"/>
                <a:sym typeface="IBM Plex Sans Medium"/>
              </a:defRPr>
            </a:lvl3pPr>
            <a:lvl4pPr lvl="3" algn="ctr" rtl="0">
              <a:lnSpc>
                <a:spcPct val="100000"/>
              </a:lnSpc>
              <a:spcBef>
                <a:spcPts val="0"/>
              </a:spcBef>
              <a:spcAft>
                <a:spcPts val="0"/>
              </a:spcAft>
              <a:buClr>
                <a:schemeClr val="lt1"/>
              </a:buClr>
              <a:buSzPts val="1600"/>
              <a:buFont typeface="IBM Plex Sans Medium"/>
              <a:buNone/>
              <a:defRPr sz="1600">
                <a:solidFill>
                  <a:schemeClr val="lt1"/>
                </a:solidFill>
                <a:latin typeface="IBM Plex Sans Medium"/>
                <a:ea typeface="IBM Plex Sans Medium"/>
                <a:cs typeface="IBM Plex Sans Medium"/>
                <a:sym typeface="IBM Plex Sans Medium"/>
              </a:defRPr>
            </a:lvl4pPr>
            <a:lvl5pPr lvl="4" algn="ctr" rtl="0">
              <a:lnSpc>
                <a:spcPct val="100000"/>
              </a:lnSpc>
              <a:spcBef>
                <a:spcPts val="0"/>
              </a:spcBef>
              <a:spcAft>
                <a:spcPts val="0"/>
              </a:spcAft>
              <a:buClr>
                <a:schemeClr val="lt1"/>
              </a:buClr>
              <a:buSzPts val="1600"/>
              <a:buFont typeface="IBM Plex Sans Medium"/>
              <a:buNone/>
              <a:defRPr sz="1600">
                <a:solidFill>
                  <a:schemeClr val="lt1"/>
                </a:solidFill>
                <a:latin typeface="IBM Plex Sans Medium"/>
                <a:ea typeface="IBM Plex Sans Medium"/>
                <a:cs typeface="IBM Plex Sans Medium"/>
                <a:sym typeface="IBM Plex Sans Medium"/>
              </a:defRPr>
            </a:lvl5pPr>
            <a:lvl6pPr lvl="5" algn="ctr" rtl="0">
              <a:lnSpc>
                <a:spcPct val="100000"/>
              </a:lnSpc>
              <a:spcBef>
                <a:spcPts val="0"/>
              </a:spcBef>
              <a:spcAft>
                <a:spcPts val="0"/>
              </a:spcAft>
              <a:buClr>
                <a:schemeClr val="lt1"/>
              </a:buClr>
              <a:buSzPts val="1600"/>
              <a:buFont typeface="IBM Plex Sans Medium"/>
              <a:buNone/>
              <a:defRPr sz="1600">
                <a:solidFill>
                  <a:schemeClr val="lt1"/>
                </a:solidFill>
                <a:latin typeface="IBM Plex Sans Medium"/>
                <a:ea typeface="IBM Plex Sans Medium"/>
                <a:cs typeface="IBM Plex Sans Medium"/>
                <a:sym typeface="IBM Plex Sans Medium"/>
              </a:defRPr>
            </a:lvl6pPr>
            <a:lvl7pPr lvl="6" algn="ctr" rtl="0">
              <a:lnSpc>
                <a:spcPct val="100000"/>
              </a:lnSpc>
              <a:spcBef>
                <a:spcPts val="0"/>
              </a:spcBef>
              <a:spcAft>
                <a:spcPts val="0"/>
              </a:spcAft>
              <a:buClr>
                <a:schemeClr val="lt1"/>
              </a:buClr>
              <a:buSzPts val="1600"/>
              <a:buFont typeface="IBM Plex Sans Medium"/>
              <a:buNone/>
              <a:defRPr sz="1600">
                <a:solidFill>
                  <a:schemeClr val="lt1"/>
                </a:solidFill>
                <a:latin typeface="IBM Plex Sans Medium"/>
                <a:ea typeface="IBM Plex Sans Medium"/>
                <a:cs typeface="IBM Plex Sans Medium"/>
                <a:sym typeface="IBM Plex Sans Medium"/>
              </a:defRPr>
            </a:lvl7pPr>
            <a:lvl8pPr lvl="7" algn="ctr" rtl="0">
              <a:lnSpc>
                <a:spcPct val="100000"/>
              </a:lnSpc>
              <a:spcBef>
                <a:spcPts val="0"/>
              </a:spcBef>
              <a:spcAft>
                <a:spcPts val="0"/>
              </a:spcAft>
              <a:buClr>
                <a:schemeClr val="lt1"/>
              </a:buClr>
              <a:buSzPts val="1600"/>
              <a:buFont typeface="IBM Plex Sans Medium"/>
              <a:buNone/>
              <a:defRPr sz="1600">
                <a:solidFill>
                  <a:schemeClr val="lt1"/>
                </a:solidFill>
                <a:latin typeface="IBM Plex Sans Medium"/>
                <a:ea typeface="IBM Plex Sans Medium"/>
                <a:cs typeface="IBM Plex Sans Medium"/>
                <a:sym typeface="IBM Plex Sans Medium"/>
              </a:defRPr>
            </a:lvl8pPr>
            <a:lvl9pPr lvl="8" algn="ctr" rtl="0">
              <a:lnSpc>
                <a:spcPct val="100000"/>
              </a:lnSpc>
              <a:spcBef>
                <a:spcPts val="0"/>
              </a:spcBef>
              <a:spcAft>
                <a:spcPts val="0"/>
              </a:spcAft>
              <a:buClr>
                <a:schemeClr val="lt1"/>
              </a:buClr>
              <a:buSzPts val="1600"/>
              <a:buFont typeface="IBM Plex Sans Medium"/>
              <a:buNone/>
              <a:defRPr sz="1600">
                <a:solidFill>
                  <a:schemeClr val="lt1"/>
                </a:solidFill>
                <a:latin typeface="IBM Plex Sans Medium"/>
                <a:ea typeface="IBM Plex Sans Medium"/>
                <a:cs typeface="IBM Plex Sans Medium"/>
                <a:sym typeface="IBM Plex Sans Medium"/>
              </a:defRPr>
            </a:lvl9pPr>
          </a:lstStyle>
          <a:p>
            <a:endParaRPr/>
          </a:p>
        </p:txBody>
      </p:sp>
      <p:sp>
        <p:nvSpPr>
          <p:cNvPr id="653" name="Google Shape;653;p68"/>
          <p:cNvSpPr txBox="1">
            <a:spLocks noGrp="1"/>
          </p:cNvSpPr>
          <p:nvPr>
            <p:ph type="body" idx="13"/>
          </p:nvPr>
        </p:nvSpPr>
        <p:spPr>
          <a:xfrm>
            <a:off x="1517025" y="2048027"/>
            <a:ext cx="1575300" cy="783000"/>
          </a:xfrm>
          <a:prstGeom prst="rect">
            <a:avLst/>
          </a:prstGeom>
        </p:spPr>
        <p:txBody>
          <a:bodyPr spcFirstLastPara="1" wrap="square" lIns="0" tIns="0" rIns="0" bIns="0" anchor="t" anchorCtr="0">
            <a:normAutofit/>
          </a:bodyPr>
          <a:lstStyle>
            <a:lvl1pPr marL="457200" lvl="0" indent="-298450" rtl="0">
              <a:spcBef>
                <a:spcPts val="0"/>
              </a:spcBef>
              <a:spcAft>
                <a:spcPts val="0"/>
              </a:spcAft>
              <a:buClr>
                <a:schemeClr val="lt1"/>
              </a:buClr>
              <a:buSzPts val="1100"/>
              <a:buChar char="■"/>
              <a:defRPr sz="1100">
                <a:solidFill>
                  <a:schemeClr val="lt1"/>
                </a:solidFill>
              </a:defRPr>
            </a:lvl1pPr>
            <a:lvl2pPr marL="914400" lvl="1" indent="-298450" rtl="0">
              <a:spcBef>
                <a:spcPts val="0"/>
              </a:spcBef>
              <a:spcAft>
                <a:spcPts val="0"/>
              </a:spcAft>
              <a:buClr>
                <a:schemeClr val="lt1"/>
              </a:buClr>
              <a:buSzPts val="1100"/>
              <a:buChar char="■"/>
              <a:defRPr sz="1100">
                <a:solidFill>
                  <a:schemeClr val="lt1"/>
                </a:solidFill>
              </a:defRPr>
            </a:lvl2pPr>
            <a:lvl3pPr marL="1371600" lvl="2" indent="-298450" rtl="0">
              <a:spcBef>
                <a:spcPts val="0"/>
              </a:spcBef>
              <a:spcAft>
                <a:spcPts val="0"/>
              </a:spcAft>
              <a:buSzPts val="1100"/>
              <a:buChar char="■"/>
              <a:defRPr sz="1100"/>
            </a:lvl3pPr>
            <a:lvl4pPr marL="1828800" lvl="3" indent="-298450" rtl="0">
              <a:spcBef>
                <a:spcPts val="0"/>
              </a:spcBef>
              <a:spcAft>
                <a:spcPts val="0"/>
              </a:spcAft>
              <a:buSzPts val="1100"/>
              <a:buChar char="●"/>
              <a:defRPr sz="1100"/>
            </a:lvl4pPr>
            <a:lvl5pPr marL="2286000" lvl="4" indent="-298450" rtl="0">
              <a:spcBef>
                <a:spcPts val="0"/>
              </a:spcBef>
              <a:spcAft>
                <a:spcPts val="0"/>
              </a:spcAft>
              <a:buSzPts val="1100"/>
              <a:buChar char="○"/>
              <a:defRPr sz="1100"/>
            </a:lvl5pPr>
            <a:lvl6pPr marL="2743200" lvl="5" indent="-298450" rtl="0">
              <a:spcBef>
                <a:spcPts val="0"/>
              </a:spcBef>
              <a:spcAft>
                <a:spcPts val="0"/>
              </a:spcAft>
              <a:buSzPts val="1100"/>
              <a:buChar char="■"/>
              <a:defRPr sz="1100"/>
            </a:lvl6pPr>
            <a:lvl7pPr marL="3200400" lvl="6" indent="-298450" rtl="0">
              <a:spcBef>
                <a:spcPts val="0"/>
              </a:spcBef>
              <a:spcAft>
                <a:spcPts val="0"/>
              </a:spcAft>
              <a:buSzPts val="1100"/>
              <a:buChar char="●"/>
              <a:defRPr sz="1100"/>
            </a:lvl7pPr>
            <a:lvl8pPr marL="3657600" lvl="7" indent="-298450" rtl="0">
              <a:spcBef>
                <a:spcPts val="0"/>
              </a:spcBef>
              <a:spcAft>
                <a:spcPts val="0"/>
              </a:spcAft>
              <a:buSzPts val="1100"/>
              <a:buChar char="○"/>
              <a:defRPr sz="1100"/>
            </a:lvl8pPr>
            <a:lvl9pPr marL="4114800" lvl="8" indent="-298450" rtl="0">
              <a:spcBef>
                <a:spcPts val="0"/>
              </a:spcBef>
              <a:spcAft>
                <a:spcPts val="0"/>
              </a:spcAft>
              <a:buSzPts val="1100"/>
              <a:buChar char="■"/>
              <a:defRPr sz="1100"/>
            </a:lvl9pPr>
          </a:lstStyle>
          <a:p>
            <a:endParaRPr/>
          </a:p>
        </p:txBody>
      </p:sp>
      <p:sp>
        <p:nvSpPr>
          <p:cNvPr id="654" name="Google Shape;654;p68"/>
          <p:cNvSpPr>
            <a:spLocks noGrp="1"/>
          </p:cNvSpPr>
          <p:nvPr>
            <p:ph type="pic" idx="14"/>
          </p:nvPr>
        </p:nvSpPr>
        <p:spPr>
          <a:xfrm>
            <a:off x="2034000" y="2986399"/>
            <a:ext cx="548700" cy="455700"/>
          </a:xfrm>
          <a:prstGeom prst="rect">
            <a:avLst/>
          </a:prstGeom>
          <a:noFill/>
          <a:ln>
            <a:noFill/>
          </a:ln>
        </p:spPr>
      </p:sp>
      <p:sp>
        <p:nvSpPr>
          <p:cNvPr id="655" name="Google Shape;655;p68"/>
          <p:cNvSpPr txBox="1">
            <a:spLocks noGrp="1"/>
          </p:cNvSpPr>
          <p:nvPr>
            <p:ph type="subTitle" idx="15"/>
          </p:nvPr>
        </p:nvSpPr>
        <p:spPr>
          <a:xfrm>
            <a:off x="1513350" y="3591658"/>
            <a:ext cx="1574700" cy="311400"/>
          </a:xfrm>
          <a:prstGeom prst="rect">
            <a:avLst/>
          </a:prstGeom>
        </p:spPr>
        <p:txBody>
          <a:bodyPr spcFirstLastPara="1" wrap="square" lIns="0" tIns="0" rIns="0" bIns="0" anchor="t" anchorCtr="0">
            <a:normAutofit/>
          </a:bodyPr>
          <a:lstStyle>
            <a:lvl1pPr lvl="0" algn="ctr" rtl="0">
              <a:lnSpc>
                <a:spcPct val="100000"/>
              </a:lnSpc>
              <a:spcBef>
                <a:spcPts val="0"/>
              </a:spcBef>
              <a:spcAft>
                <a:spcPts val="0"/>
              </a:spcAft>
              <a:buClr>
                <a:schemeClr val="lt1"/>
              </a:buClr>
              <a:buSzPts val="1600"/>
              <a:buNone/>
              <a:defRPr b="1">
                <a:solidFill>
                  <a:schemeClr val="lt1"/>
                </a:solidFill>
              </a:defRPr>
            </a:lvl1pPr>
            <a:lvl2pPr lvl="1" algn="ctr" rtl="0">
              <a:lnSpc>
                <a:spcPct val="100000"/>
              </a:lnSpc>
              <a:spcBef>
                <a:spcPts val="0"/>
              </a:spcBef>
              <a:spcAft>
                <a:spcPts val="0"/>
              </a:spcAft>
              <a:buClr>
                <a:schemeClr val="lt1"/>
              </a:buClr>
              <a:buSzPts val="1600"/>
              <a:buFont typeface="IBM Plex Sans Medium"/>
              <a:buNone/>
              <a:defRPr sz="1600">
                <a:solidFill>
                  <a:schemeClr val="lt1"/>
                </a:solidFill>
                <a:latin typeface="IBM Plex Sans Medium"/>
                <a:ea typeface="IBM Plex Sans Medium"/>
                <a:cs typeface="IBM Plex Sans Medium"/>
                <a:sym typeface="IBM Plex Sans Medium"/>
              </a:defRPr>
            </a:lvl2pPr>
            <a:lvl3pPr lvl="2" algn="ctr" rtl="0">
              <a:lnSpc>
                <a:spcPct val="100000"/>
              </a:lnSpc>
              <a:spcBef>
                <a:spcPts val="0"/>
              </a:spcBef>
              <a:spcAft>
                <a:spcPts val="0"/>
              </a:spcAft>
              <a:buClr>
                <a:schemeClr val="lt1"/>
              </a:buClr>
              <a:buSzPts val="1600"/>
              <a:buFont typeface="IBM Plex Sans Medium"/>
              <a:buNone/>
              <a:defRPr sz="1600">
                <a:solidFill>
                  <a:schemeClr val="lt1"/>
                </a:solidFill>
                <a:latin typeface="IBM Plex Sans Medium"/>
                <a:ea typeface="IBM Plex Sans Medium"/>
                <a:cs typeface="IBM Plex Sans Medium"/>
                <a:sym typeface="IBM Plex Sans Medium"/>
              </a:defRPr>
            </a:lvl3pPr>
            <a:lvl4pPr lvl="3" algn="ctr" rtl="0">
              <a:lnSpc>
                <a:spcPct val="100000"/>
              </a:lnSpc>
              <a:spcBef>
                <a:spcPts val="0"/>
              </a:spcBef>
              <a:spcAft>
                <a:spcPts val="0"/>
              </a:spcAft>
              <a:buClr>
                <a:schemeClr val="lt1"/>
              </a:buClr>
              <a:buSzPts val="1600"/>
              <a:buFont typeface="IBM Plex Sans Medium"/>
              <a:buNone/>
              <a:defRPr sz="1600">
                <a:solidFill>
                  <a:schemeClr val="lt1"/>
                </a:solidFill>
                <a:latin typeface="IBM Plex Sans Medium"/>
                <a:ea typeface="IBM Plex Sans Medium"/>
                <a:cs typeface="IBM Plex Sans Medium"/>
                <a:sym typeface="IBM Plex Sans Medium"/>
              </a:defRPr>
            </a:lvl4pPr>
            <a:lvl5pPr lvl="4" algn="ctr" rtl="0">
              <a:lnSpc>
                <a:spcPct val="100000"/>
              </a:lnSpc>
              <a:spcBef>
                <a:spcPts val="0"/>
              </a:spcBef>
              <a:spcAft>
                <a:spcPts val="0"/>
              </a:spcAft>
              <a:buClr>
                <a:schemeClr val="lt1"/>
              </a:buClr>
              <a:buSzPts val="1600"/>
              <a:buFont typeface="IBM Plex Sans Medium"/>
              <a:buNone/>
              <a:defRPr sz="1600">
                <a:solidFill>
                  <a:schemeClr val="lt1"/>
                </a:solidFill>
                <a:latin typeface="IBM Plex Sans Medium"/>
                <a:ea typeface="IBM Plex Sans Medium"/>
                <a:cs typeface="IBM Plex Sans Medium"/>
                <a:sym typeface="IBM Plex Sans Medium"/>
              </a:defRPr>
            </a:lvl5pPr>
            <a:lvl6pPr lvl="5" algn="ctr" rtl="0">
              <a:lnSpc>
                <a:spcPct val="100000"/>
              </a:lnSpc>
              <a:spcBef>
                <a:spcPts val="0"/>
              </a:spcBef>
              <a:spcAft>
                <a:spcPts val="0"/>
              </a:spcAft>
              <a:buClr>
                <a:schemeClr val="lt1"/>
              </a:buClr>
              <a:buSzPts val="1600"/>
              <a:buFont typeface="IBM Plex Sans Medium"/>
              <a:buNone/>
              <a:defRPr sz="1600">
                <a:solidFill>
                  <a:schemeClr val="lt1"/>
                </a:solidFill>
                <a:latin typeface="IBM Plex Sans Medium"/>
                <a:ea typeface="IBM Plex Sans Medium"/>
                <a:cs typeface="IBM Plex Sans Medium"/>
                <a:sym typeface="IBM Plex Sans Medium"/>
              </a:defRPr>
            </a:lvl6pPr>
            <a:lvl7pPr lvl="6" algn="ctr" rtl="0">
              <a:lnSpc>
                <a:spcPct val="100000"/>
              </a:lnSpc>
              <a:spcBef>
                <a:spcPts val="0"/>
              </a:spcBef>
              <a:spcAft>
                <a:spcPts val="0"/>
              </a:spcAft>
              <a:buClr>
                <a:schemeClr val="lt1"/>
              </a:buClr>
              <a:buSzPts val="1600"/>
              <a:buFont typeface="IBM Plex Sans Medium"/>
              <a:buNone/>
              <a:defRPr sz="1600">
                <a:solidFill>
                  <a:schemeClr val="lt1"/>
                </a:solidFill>
                <a:latin typeface="IBM Plex Sans Medium"/>
                <a:ea typeface="IBM Plex Sans Medium"/>
                <a:cs typeface="IBM Plex Sans Medium"/>
                <a:sym typeface="IBM Plex Sans Medium"/>
              </a:defRPr>
            </a:lvl7pPr>
            <a:lvl8pPr lvl="7" algn="ctr" rtl="0">
              <a:lnSpc>
                <a:spcPct val="100000"/>
              </a:lnSpc>
              <a:spcBef>
                <a:spcPts val="0"/>
              </a:spcBef>
              <a:spcAft>
                <a:spcPts val="0"/>
              </a:spcAft>
              <a:buClr>
                <a:schemeClr val="lt1"/>
              </a:buClr>
              <a:buSzPts val="1600"/>
              <a:buFont typeface="IBM Plex Sans Medium"/>
              <a:buNone/>
              <a:defRPr sz="1600">
                <a:solidFill>
                  <a:schemeClr val="lt1"/>
                </a:solidFill>
                <a:latin typeface="IBM Plex Sans Medium"/>
                <a:ea typeface="IBM Plex Sans Medium"/>
                <a:cs typeface="IBM Plex Sans Medium"/>
                <a:sym typeface="IBM Plex Sans Medium"/>
              </a:defRPr>
            </a:lvl8pPr>
            <a:lvl9pPr lvl="8" algn="ctr" rtl="0">
              <a:lnSpc>
                <a:spcPct val="100000"/>
              </a:lnSpc>
              <a:spcBef>
                <a:spcPts val="0"/>
              </a:spcBef>
              <a:spcAft>
                <a:spcPts val="0"/>
              </a:spcAft>
              <a:buClr>
                <a:schemeClr val="lt1"/>
              </a:buClr>
              <a:buSzPts val="1600"/>
              <a:buFont typeface="IBM Plex Sans Medium"/>
              <a:buNone/>
              <a:defRPr sz="1600">
                <a:solidFill>
                  <a:schemeClr val="lt1"/>
                </a:solidFill>
                <a:latin typeface="IBM Plex Sans Medium"/>
                <a:ea typeface="IBM Plex Sans Medium"/>
                <a:cs typeface="IBM Plex Sans Medium"/>
                <a:sym typeface="IBM Plex Sans Medium"/>
              </a:defRPr>
            </a:lvl9pPr>
          </a:lstStyle>
          <a:p>
            <a:endParaRPr/>
          </a:p>
        </p:txBody>
      </p:sp>
      <p:sp>
        <p:nvSpPr>
          <p:cNvPr id="656" name="Google Shape;656;p68"/>
          <p:cNvSpPr txBox="1">
            <a:spLocks noGrp="1"/>
          </p:cNvSpPr>
          <p:nvPr>
            <p:ph type="body" idx="16"/>
          </p:nvPr>
        </p:nvSpPr>
        <p:spPr>
          <a:xfrm>
            <a:off x="1520700" y="3890202"/>
            <a:ext cx="1575300" cy="783000"/>
          </a:xfrm>
          <a:prstGeom prst="rect">
            <a:avLst/>
          </a:prstGeom>
        </p:spPr>
        <p:txBody>
          <a:bodyPr spcFirstLastPara="1" wrap="square" lIns="0" tIns="0" rIns="0" bIns="0" anchor="t" anchorCtr="0">
            <a:normAutofit/>
          </a:bodyPr>
          <a:lstStyle>
            <a:lvl1pPr marL="457200" lvl="0" indent="-298450" rtl="0">
              <a:spcBef>
                <a:spcPts val="0"/>
              </a:spcBef>
              <a:spcAft>
                <a:spcPts val="0"/>
              </a:spcAft>
              <a:buClr>
                <a:schemeClr val="lt1"/>
              </a:buClr>
              <a:buSzPts val="1100"/>
              <a:buChar char="■"/>
              <a:defRPr sz="1100">
                <a:solidFill>
                  <a:schemeClr val="lt1"/>
                </a:solidFill>
              </a:defRPr>
            </a:lvl1pPr>
            <a:lvl2pPr marL="914400" lvl="1" indent="-298450" rtl="0">
              <a:spcBef>
                <a:spcPts val="0"/>
              </a:spcBef>
              <a:spcAft>
                <a:spcPts val="0"/>
              </a:spcAft>
              <a:buClr>
                <a:schemeClr val="lt1"/>
              </a:buClr>
              <a:buSzPts val="1100"/>
              <a:buChar char="■"/>
              <a:defRPr sz="1100">
                <a:solidFill>
                  <a:schemeClr val="lt1"/>
                </a:solidFill>
              </a:defRPr>
            </a:lvl2pPr>
            <a:lvl3pPr marL="1371600" lvl="2" indent="-298450" rtl="0">
              <a:spcBef>
                <a:spcPts val="0"/>
              </a:spcBef>
              <a:spcAft>
                <a:spcPts val="0"/>
              </a:spcAft>
              <a:buSzPts val="1100"/>
              <a:buChar char="■"/>
              <a:defRPr sz="1100"/>
            </a:lvl3pPr>
            <a:lvl4pPr marL="1828800" lvl="3" indent="-298450" rtl="0">
              <a:spcBef>
                <a:spcPts val="0"/>
              </a:spcBef>
              <a:spcAft>
                <a:spcPts val="0"/>
              </a:spcAft>
              <a:buSzPts val="1100"/>
              <a:buChar char="●"/>
              <a:defRPr sz="1100"/>
            </a:lvl4pPr>
            <a:lvl5pPr marL="2286000" lvl="4" indent="-298450" rtl="0">
              <a:spcBef>
                <a:spcPts val="0"/>
              </a:spcBef>
              <a:spcAft>
                <a:spcPts val="0"/>
              </a:spcAft>
              <a:buSzPts val="1100"/>
              <a:buChar char="○"/>
              <a:defRPr sz="1100"/>
            </a:lvl5pPr>
            <a:lvl6pPr marL="2743200" lvl="5" indent="-298450" rtl="0">
              <a:spcBef>
                <a:spcPts val="0"/>
              </a:spcBef>
              <a:spcAft>
                <a:spcPts val="0"/>
              </a:spcAft>
              <a:buSzPts val="1100"/>
              <a:buChar char="■"/>
              <a:defRPr sz="1100"/>
            </a:lvl6pPr>
            <a:lvl7pPr marL="3200400" lvl="6" indent="-298450" rtl="0">
              <a:spcBef>
                <a:spcPts val="0"/>
              </a:spcBef>
              <a:spcAft>
                <a:spcPts val="0"/>
              </a:spcAft>
              <a:buSzPts val="1100"/>
              <a:buChar char="●"/>
              <a:defRPr sz="1100"/>
            </a:lvl7pPr>
            <a:lvl8pPr marL="3657600" lvl="7" indent="-298450" rtl="0">
              <a:spcBef>
                <a:spcPts val="0"/>
              </a:spcBef>
              <a:spcAft>
                <a:spcPts val="0"/>
              </a:spcAft>
              <a:buSzPts val="1100"/>
              <a:buChar char="○"/>
              <a:defRPr sz="1100"/>
            </a:lvl8pPr>
            <a:lvl9pPr marL="4114800" lvl="8" indent="-298450" rtl="0">
              <a:spcBef>
                <a:spcPts val="0"/>
              </a:spcBef>
              <a:spcAft>
                <a:spcPts val="0"/>
              </a:spcAft>
              <a:buSzPts val="1100"/>
              <a:buChar char="■"/>
              <a:defRPr sz="1100"/>
            </a:lvl9pPr>
          </a:lstStyle>
          <a:p>
            <a:endParaRPr/>
          </a:p>
        </p:txBody>
      </p:sp>
      <p:sp>
        <p:nvSpPr>
          <p:cNvPr id="657" name="Google Shape;657;p68"/>
          <p:cNvSpPr>
            <a:spLocks noGrp="1"/>
          </p:cNvSpPr>
          <p:nvPr>
            <p:ph type="pic" idx="17"/>
          </p:nvPr>
        </p:nvSpPr>
        <p:spPr>
          <a:xfrm>
            <a:off x="6583350" y="1144224"/>
            <a:ext cx="548700" cy="455700"/>
          </a:xfrm>
          <a:prstGeom prst="rect">
            <a:avLst/>
          </a:prstGeom>
          <a:noFill/>
          <a:ln>
            <a:noFill/>
          </a:ln>
        </p:spPr>
      </p:sp>
      <p:sp>
        <p:nvSpPr>
          <p:cNvPr id="658" name="Google Shape;658;p68"/>
          <p:cNvSpPr txBox="1">
            <a:spLocks noGrp="1"/>
          </p:cNvSpPr>
          <p:nvPr>
            <p:ph type="subTitle" idx="18"/>
          </p:nvPr>
        </p:nvSpPr>
        <p:spPr>
          <a:xfrm>
            <a:off x="6062700" y="1749483"/>
            <a:ext cx="1574700" cy="311400"/>
          </a:xfrm>
          <a:prstGeom prst="rect">
            <a:avLst/>
          </a:prstGeom>
        </p:spPr>
        <p:txBody>
          <a:bodyPr spcFirstLastPara="1" wrap="square" lIns="0" tIns="0" rIns="0" bIns="0" anchor="t" anchorCtr="0">
            <a:normAutofit/>
          </a:bodyPr>
          <a:lstStyle>
            <a:lvl1pPr lvl="0" algn="ctr" rtl="0">
              <a:lnSpc>
                <a:spcPct val="100000"/>
              </a:lnSpc>
              <a:spcBef>
                <a:spcPts val="0"/>
              </a:spcBef>
              <a:spcAft>
                <a:spcPts val="0"/>
              </a:spcAft>
              <a:buClr>
                <a:schemeClr val="lt1"/>
              </a:buClr>
              <a:buSzPts val="1600"/>
              <a:buNone/>
              <a:defRPr b="1">
                <a:solidFill>
                  <a:schemeClr val="lt1"/>
                </a:solidFill>
              </a:defRPr>
            </a:lvl1pPr>
            <a:lvl2pPr lvl="1" algn="ctr" rtl="0">
              <a:lnSpc>
                <a:spcPct val="100000"/>
              </a:lnSpc>
              <a:spcBef>
                <a:spcPts val="0"/>
              </a:spcBef>
              <a:spcAft>
                <a:spcPts val="0"/>
              </a:spcAft>
              <a:buClr>
                <a:schemeClr val="lt1"/>
              </a:buClr>
              <a:buSzPts val="1600"/>
              <a:buFont typeface="IBM Plex Sans Medium"/>
              <a:buNone/>
              <a:defRPr sz="1600">
                <a:solidFill>
                  <a:schemeClr val="lt1"/>
                </a:solidFill>
                <a:latin typeface="IBM Plex Sans Medium"/>
                <a:ea typeface="IBM Plex Sans Medium"/>
                <a:cs typeface="IBM Plex Sans Medium"/>
                <a:sym typeface="IBM Plex Sans Medium"/>
              </a:defRPr>
            </a:lvl2pPr>
            <a:lvl3pPr lvl="2" algn="ctr" rtl="0">
              <a:lnSpc>
                <a:spcPct val="100000"/>
              </a:lnSpc>
              <a:spcBef>
                <a:spcPts val="0"/>
              </a:spcBef>
              <a:spcAft>
                <a:spcPts val="0"/>
              </a:spcAft>
              <a:buClr>
                <a:schemeClr val="lt1"/>
              </a:buClr>
              <a:buSzPts val="1600"/>
              <a:buFont typeface="IBM Plex Sans Medium"/>
              <a:buNone/>
              <a:defRPr sz="1600">
                <a:solidFill>
                  <a:schemeClr val="lt1"/>
                </a:solidFill>
                <a:latin typeface="IBM Plex Sans Medium"/>
                <a:ea typeface="IBM Plex Sans Medium"/>
                <a:cs typeface="IBM Plex Sans Medium"/>
                <a:sym typeface="IBM Plex Sans Medium"/>
              </a:defRPr>
            </a:lvl3pPr>
            <a:lvl4pPr lvl="3" algn="ctr" rtl="0">
              <a:lnSpc>
                <a:spcPct val="100000"/>
              </a:lnSpc>
              <a:spcBef>
                <a:spcPts val="0"/>
              </a:spcBef>
              <a:spcAft>
                <a:spcPts val="0"/>
              </a:spcAft>
              <a:buClr>
                <a:schemeClr val="lt1"/>
              </a:buClr>
              <a:buSzPts val="1600"/>
              <a:buFont typeface="IBM Plex Sans Medium"/>
              <a:buNone/>
              <a:defRPr sz="1600">
                <a:solidFill>
                  <a:schemeClr val="lt1"/>
                </a:solidFill>
                <a:latin typeface="IBM Plex Sans Medium"/>
                <a:ea typeface="IBM Plex Sans Medium"/>
                <a:cs typeface="IBM Plex Sans Medium"/>
                <a:sym typeface="IBM Plex Sans Medium"/>
              </a:defRPr>
            </a:lvl4pPr>
            <a:lvl5pPr lvl="4" algn="ctr" rtl="0">
              <a:lnSpc>
                <a:spcPct val="100000"/>
              </a:lnSpc>
              <a:spcBef>
                <a:spcPts val="0"/>
              </a:spcBef>
              <a:spcAft>
                <a:spcPts val="0"/>
              </a:spcAft>
              <a:buClr>
                <a:schemeClr val="lt1"/>
              </a:buClr>
              <a:buSzPts val="1600"/>
              <a:buFont typeface="IBM Plex Sans Medium"/>
              <a:buNone/>
              <a:defRPr sz="1600">
                <a:solidFill>
                  <a:schemeClr val="lt1"/>
                </a:solidFill>
                <a:latin typeface="IBM Plex Sans Medium"/>
                <a:ea typeface="IBM Plex Sans Medium"/>
                <a:cs typeface="IBM Plex Sans Medium"/>
                <a:sym typeface="IBM Plex Sans Medium"/>
              </a:defRPr>
            </a:lvl5pPr>
            <a:lvl6pPr lvl="5" algn="ctr" rtl="0">
              <a:lnSpc>
                <a:spcPct val="100000"/>
              </a:lnSpc>
              <a:spcBef>
                <a:spcPts val="0"/>
              </a:spcBef>
              <a:spcAft>
                <a:spcPts val="0"/>
              </a:spcAft>
              <a:buClr>
                <a:schemeClr val="lt1"/>
              </a:buClr>
              <a:buSzPts val="1600"/>
              <a:buFont typeface="IBM Plex Sans Medium"/>
              <a:buNone/>
              <a:defRPr sz="1600">
                <a:solidFill>
                  <a:schemeClr val="lt1"/>
                </a:solidFill>
                <a:latin typeface="IBM Plex Sans Medium"/>
                <a:ea typeface="IBM Plex Sans Medium"/>
                <a:cs typeface="IBM Plex Sans Medium"/>
                <a:sym typeface="IBM Plex Sans Medium"/>
              </a:defRPr>
            </a:lvl6pPr>
            <a:lvl7pPr lvl="6" algn="ctr" rtl="0">
              <a:lnSpc>
                <a:spcPct val="100000"/>
              </a:lnSpc>
              <a:spcBef>
                <a:spcPts val="0"/>
              </a:spcBef>
              <a:spcAft>
                <a:spcPts val="0"/>
              </a:spcAft>
              <a:buClr>
                <a:schemeClr val="lt1"/>
              </a:buClr>
              <a:buSzPts val="1600"/>
              <a:buFont typeface="IBM Plex Sans Medium"/>
              <a:buNone/>
              <a:defRPr sz="1600">
                <a:solidFill>
                  <a:schemeClr val="lt1"/>
                </a:solidFill>
                <a:latin typeface="IBM Plex Sans Medium"/>
                <a:ea typeface="IBM Plex Sans Medium"/>
                <a:cs typeface="IBM Plex Sans Medium"/>
                <a:sym typeface="IBM Plex Sans Medium"/>
              </a:defRPr>
            </a:lvl7pPr>
            <a:lvl8pPr lvl="7" algn="ctr" rtl="0">
              <a:lnSpc>
                <a:spcPct val="100000"/>
              </a:lnSpc>
              <a:spcBef>
                <a:spcPts val="0"/>
              </a:spcBef>
              <a:spcAft>
                <a:spcPts val="0"/>
              </a:spcAft>
              <a:buClr>
                <a:schemeClr val="lt1"/>
              </a:buClr>
              <a:buSzPts val="1600"/>
              <a:buFont typeface="IBM Plex Sans Medium"/>
              <a:buNone/>
              <a:defRPr sz="1600">
                <a:solidFill>
                  <a:schemeClr val="lt1"/>
                </a:solidFill>
                <a:latin typeface="IBM Plex Sans Medium"/>
                <a:ea typeface="IBM Plex Sans Medium"/>
                <a:cs typeface="IBM Plex Sans Medium"/>
                <a:sym typeface="IBM Plex Sans Medium"/>
              </a:defRPr>
            </a:lvl8pPr>
            <a:lvl9pPr lvl="8" algn="ctr" rtl="0">
              <a:lnSpc>
                <a:spcPct val="100000"/>
              </a:lnSpc>
              <a:spcBef>
                <a:spcPts val="0"/>
              </a:spcBef>
              <a:spcAft>
                <a:spcPts val="0"/>
              </a:spcAft>
              <a:buClr>
                <a:schemeClr val="lt1"/>
              </a:buClr>
              <a:buSzPts val="1600"/>
              <a:buFont typeface="IBM Plex Sans Medium"/>
              <a:buNone/>
              <a:defRPr sz="1600">
                <a:solidFill>
                  <a:schemeClr val="lt1"/>
                </a:solidFill>
                <a:latin typeface="IBM Plex Sans Medium"/>
                <a:ea typeface="IBM Plex Sans Medium"/>
                <a:cs typeface="IBM Plex Sans Medium"/>
                <a:sym typeface="IBM Plex Sans Medium"/>
              </a:defRPr>
            </a:lvl9pPr>
          </a:lstStyle>
          <a:p>
            <a:endParaRPr/>
          </a:p>
        </p:txBody>
      </p:sp>
      <p:sp>
        <p:nvSpPr>
          <p:cNvPr id="659" name="Google Shape;659;p68"/>
          <p:cNvSpPr txBox="1">
            <a:spLocks noGrp="1"/>
          </p:cNvSpPr>
          <p:nvPr>
            <p:ph type="body" idx="19"/>
          </p:nvPr>
        </p:nvSpPr>
        <p:spPr>
          <a:xfrm>
            <a:off x="6070050" y="2048027"/>
            <a:ext cx="1575300" cy="783000"/>
          </a:xfrm>
          <a:prstGeom prst="rect">
            <a:avLst/>
          </a:prstGeom>
        </p:spPr>
        <p:txBody>
          <a:bodyPr spcFirstLastPara="1" wrap="square" lIns="0" tIns="0" rIns="0" bIns="0" anchor="t" anchorCtr="0">
            <a:normAutofit/>
          </a:bodyPr>
          <a:lstStyle>
            <a:lvl1pPr marL="457200" lvl="0" indent="-298450" rtl="0">
              <a:spcBef>
                <a:spcPts val="0"/>
              </a:spcBef>
              <a:spcAft>
                <a:spcPts val="0"/>
              </a:spcAft>
              <a:buClr>
                <a:schemeClr val="lt1"/>
              </a:buClr>
              <a:buSzPts val="1100"/>
              <a:buChar char="■"/>
              <a:defRPr sz="1100">
                <a:solidFill>
                  <a:schemeClr val="lt1"/>
                </a:solidFill>
              </a:defRPr>
            </a:lvl1pPr>
            <a:lvl2pPr marL="914400" lvl="1" indent="-298450" rtl="0">
              <a:spcBef>
                <a:spcPts val="0"/>
              </a:spcBef>
              <a:spcAft>
                <a:spcPts val="0"/>
              </a:spcAft>
              <a:buClr>
                <a:schemeClr val="lt1"/>
              </a:buClr>
              <a:buSzPts val="1100"/>
              <a:buChar char="■"/>
              <a:defRPr sz="1100">
                <a:solidFill>
                  <a:schemeClr val="lt1"/>
                </a:solidFill>
              </a:defRPr>
            </a:lvl2pPr>
            <a:lvl3pPr marL="1371600" lvl="2" indent="-298450" rtl="0">
              <a:spcBef>
                <a:spcPts val="0"/>
              </a:spcBef>
              <a:spcAft>
                <a:spcPts val="0"/>
              </a:spcAft>
              <a:buSzPts val="1100"/>
              <a:buChar char="■"/>
              <a:defRPr sz="1100"/>
            </a:lvl3pPr>
            <a:lvl4pPr marL="1828800" lvl="3" indent="-298450" rtl="0">
              <a:spcBef>
                <a:spcPts val="0"/>
              </a:spcBef>
              <a:spcAft>
                <a:spcPts val="0"/>
              </a:spcAft>
              <a:buSzPts val="1100"/>
              <a:buChar char="●"/>
              <a:defRPr sz="1100"/>
            </a:lvl4pPr>
            <a:lvl5pPr marL="2286000" lvl="4" indent="-298450" rtl="0">
              <a:spcBef>
                <a:spcPts val="0"/>
              </a:spcBef>
              <a:spcAft>
                <a:spcPts val="0"/>
              </a:spcAft>
              <a:buSzPts val="1100"/>
              <a:buChar char="○"/>
              <a:defRPr sz="1100"/>
            </a:lvl5pPr>
            <a:lvl6pPr marL="2743200" lvl="5" indent="-298450" rtl="0">
              <a:spcBef>
                <a:spcPts val="0"/>
              </a:spcBef>
              <a:spcAft>
                <a:spcPts val="0"/>
              </a:spcAft>
              <a:buSzPts val="1100"/>
              <a:buChar char="■"/>
              <a:defRPr sz="1100"/>
            </a:lvl6pPr>
            <a:lvl7pPr marL="3200400" lvl="6" indent="-298450" rtl="0">
              <a:spcBef>
                <a:spcPts val="0"/>
              </a:spcBef>
              <a:spcAft>
                <a:spcPts val="0"/>
              </a:spcAft>
              <a:buSzPts val="1100"/>
              <a:buChar char="●"/>
              <a:defRPr sz="1100"/>
            </a:lvl7pPr>
            <a:lvl8pPr marL="3657600" lvl="7" indent="-298450" rtl="0">
              <a:spcBef>
                <a:spcPts val="0"/>
              </a:spcBef>
              <a:spcAft>
                <a:spcPts val="0"/>
              </a:spcAft>
              <a:buSzPts val="1100"/>
              <a:buChar char="○"/>
              <a:defRPr sz="1100"/>
            </a:lvl8pPr>
            <a:lvl9pPr marL="4114800" lvl="8" indent="-298450" rtl="0">
              <a:spcBef>
                <a:spcPts val="0"/>
              </a:spcBef>
              <a:spcAft>
                <a:spcPts val="0"/>
              </a:spcAft>
              <a:buSzPts val="1100"/>
              <a:buChar char="■"/>
              <a:defRPr sz="1100"/>
            </a:lvl9pPr>
          </a:lstStyle>
          <a:p>
            <a:endParaRPr/>
          </a:p>
        </p:txBody>
      </p:sp>
      <p:sp>
        <p:nvSpPr>
          <p:cNvPr id="660" name="Google Shape;660;p68"/>
          <p:cNvSpPr>
            <a:spLocks noGrp="1"/>
          </p:cNvSpPr>
          <p:nvPr>
            <p:ph type="pic" idx="20"/>
          </p:nvPr>
        </p:nvSpPr>
        <p:spPr>
          <a:xfrm>
            <a:off x="6587025" y="2986399"/>
            <a:ext cx="548700" cy="455700"/>
          </a:xfrm>
          <a:prstGeom prst="rect">
            <a:avLst/>
          </a:prstGeom>
          <a:noFill/>
          <a:ln>
            <a:noFill/>
          </a:ln>
        </p:spPr>
      </p:sp>
      <p:sp>
        <p:nvSpPr>
          <p:cNvPr id="661" name="Google Shape;661;p68"/>
          <p:cNvSpPr txBox="1">
            <a:spLocks noGrp="1"/>
          </p:cNvSpPr>
          <p:nvPr>
            <p:ph type="subTitle" idx="21"/>
          </p:nvPr>
        </p:nvSpPr>
        <p:spPr>
          <a:xfrm>
            <a:off x="6066375" y="3591658"/>
            <a:ext cx="1574700" cy="311400"/>
          </a:xfrm>
          <a:prstGeom prst="rect">
            <a:avLst/>
          </a:prstGeom>
        </p:spPr>
        <p:txBody>
          <a:bodyPr spcFirstLastPara="1" wrap="square" lIns="0" tIns="0" rIns="0" bIns="0" anchor="t" anchorCtr="0">
            <a:normAutofit/>
          </a:bodyPr>
          <a:lstStyle>
            <a:lvl1pPr lvl="0" algn="ctr" rtl="0">
              <a:lnSpc>
                <a:spcPct val="100000"/>
              </a:lnSpc>
              <a:spcBef>
                <a:spcPts val="0"/>
              </a:spcBef>
              <a:spcAft>
                <a:spcPts val="0"/>
              </a:spcAft>
              <a:buClr>
                <a:schemeClr val="lt1"/>
              </a:buClr>
              <a:buSzPts val="1600"/>
              <a:buNone/>
              <a:defRPr b="1">
                <a:solidFill>
                  <a:schemeClr val="lt1"/>
                </a:solidFill>
              </a:defRPr>
            </a:lvl1pPr>
            <a:lvl2pPr lvl="1" algn="ctr" rtl="0">
              <a:lnSpc>
                <a:spcPct val="100000"/>
              </a:lnSpc>
              <a:spcBef>
                <a:spcPts val="0"/>
              </a:spcBef>
              <a:spcAft>
                <a:spcPts val="0"/>
              </a:spcAft>
              <a:buClr>
                <a:schemeClr val="lt1"/>
              </a:buClr>
              <a:buSzPts val="1600"/>
              <a:buFont typeface="IBM Plex Sans Medium"/>
              <a:buNone/>
              <a:defRPr sz="1600">
                <a:solidFill>
                  <a:schemeClr val="lt1"/>
                </a:solidFill>
                <a:latin typeface="IBM Plex Sans Medium"/>
                <a:ea typeface="IBM Plex Sans Medium"/>
                <a:cs typeface="IBM Plex Sans Medium"/>
                <a:sym typeface="IBM Plex Sans Medium"/>
              </a:defRPr>
            </a:lvl2pPr>
            <a:lvl3pPr lvl="2" algn="ctr" rtl="0">
              <a:lnSpc>
                <a:spcPct val="100000"/>
              </a:lnSpc>
              <a:spcBef>
                <a:spcPts val="0"/>
              </a:spcBef>
              <a:spcAft>
                <a:spcPts val="0"/>
              </a:spcAft>
              <a:buClr>
                <a:schemeClr val="lt1"/>
              </a:buClr>
              <a:buSzPts val="1600"/>
              <a:buFont typeface="IBM Plex Sans Medium"/>
              <a:buNone/>
              <a:defRPr sz="1600">
                <a:solidFill>
                  <a:schemeClr val="lt1"/>
                </a:solidFill>
                <a:latin typeface="IBM Plex Sans Medium"/>
                <a:ea typeface="IBM Plex Sans Medium"/>
                <a:cs typeface="IBM Plex Sans Medium"/>
                <a:sym typeface="IBM Plex Sans Medium"/>
              </a:defRPr>
            </a:lvl3pPr>
            <a:lvl4pPr lvl="3" algn="ctr" rtl="0">
              <a:lnSpc>
                <a:spcPct val="100000"/>
              </a:lnSpc>
              <a:spcBef>
                <a:spcPts val="0"/>
              </a:spcBef>
              <a:spcAft>
                <a:spcPts val="0"/>
              </a:spcAft>
              <a:buClr>
                <a:schemeClr val="lt1"/>
              </a:buClr>
              <a:buSzPts val="1600"/>
              <a:buFont typeface="IBM Plex Sans Medium"/>
              <a:buNone/>
              <a:defRPr sz="1600">
                <a:solidFill>
                  <a:schemeClr val="lt1"/>
                </a:solidFill>
                <a:latin typeface="IBM Plex Sans Medium"/>
                <a:ea typeface="IBM Plex Sans Medium"/>
                <a:cs typeface="IBM Plex Sans Medium"/>
                <a:sym typeface="IBM Plex Sans Medium"/>
              </a:defRPr>
            </a:lvl4pPr>
            <a:lvl5pPr lvl="4" algn="ctr" rtl="0">
              <a:lnSpc>
                <a:spcPct val="100000"/>
              </a:lnSpc>
              <a:spcBef>
                <a:spcPts val="0"/>
              </a:spcBef>
              <a:spcAft>
                <a:spcPts val="0"/>
              </a:spcAft>
              <a:buClr>
                <a:schemeClr val="lt1"/>
              </a:buClr>
              <a:buSzPts val="1600"/>
              <a:buFont typeface="IBM Plex Sans Medium"/>
              <a:buNone/>
              <a:defRPr sz="1600">
                <a:solidFill>
                  <a:schemeClr val="lt1"/>
                </a:solidFill>
                <a:latin typeface="IBM Plex Sans Medium"/>
                <a:ea typeface="IBM Plex Sans Medium"/>
                <a:cs typeface="IBM Plex Sans Medium"/>
                <a:sym typeface="IBM Plex Sans Medium"/>
              </a:defRPr>
            </a:lvl5pPr>
            <a:lvl6pPr lvl="5" algn="ctr" rtl="0">
              <a:lnSpc>
                <a:spcPct val="100000"/>
              </a:lnSpc>
              <a:spcBef>
                <a:spcPts val="0"/>
              </a:spcBef>
              <a:spcAft>
                <a:spcPts val="0"/>
              </a:spcAft>
              <a:buClr>
                <a:schemeClr val="lt1"/>
              </a:buClr>
              <a:buSzPts val="1600"/>
              <a:buFont typeface="IBM Plex Sans Medium"/>
              <a:buNone/>
              <a:defRPr sz="1600">
                <a:solidFill>
                  <a:schemeClr val="lt1"/>
                </a:solidFill>
                <a:latin typeface="IBM Plex Sans Medium"/>
                <a:ea typeface="IBM Plex Sans Medium"/>
                <a:cs typeface="IBM Plex Sans Medium"/>
                <a:sym typeface="IBM Plex Sans Medium"/>
              </a:defRPr>
            </a:lvl6pPr>
            <a:lvl7pPr lvl="6" algn="ctr" rtl="0">
              <a:lnSpc>
                <a:spcPct val="100000"/>
              </a:lnSpc>
              <a:spcBef>
                <a:spcPts val="0"/>
              </a:spcBef>
              <a:spcAft>
                <a:spcPts val="0"/>
              </a:spcAft>
              <a:buClr>
                <a:schemeClr val="lt1"/>
              </a:buClr>
              <a:buSzPts val="1600"/>
              <a:buFont typeface="IBM Plex Sans Medium"/>
              <a:buNone/>
              <a:defRPr sz="1600">
                <a:solidFill>
                  <a:schemeClr val="lt1"/>
                </a:solidFill>
                <a:latin typeface="IBM Plex Sans Medium"/>
                <a:ea typeface="IBM Plex Sans Medium"/>
                <a:cs typeface="IBM Plex Sans Medium"/>
                <a:sym typeface="IBM Plex Sans Medium"/>
              </a:defRPr>
            </a:lvl7pPr>
            <a:lvl8pPr lvl="7" algn="ctr" rtl="0">
              <a:lnSpc>
                <a:spcPct val="100000"/>
              </a:lnSpc>
              <a:spcBef>
                <a:spcPts val="0"/>
              </a:spcBef>
              <a:spcAft>
                <a:spcPts val="0"/>
              </a:spcAft>
              <a:buClr>
                <a:schemeClr val="lt1"/>
              </a:buClr>
              <a:buSzPts val="1600"/>
              <a:buFont typeface="IBM Plex Sans Medium"/>
              <a:buNone/>
              <a:defRPr sz="1600">
                <a:solidFill>
                  <a:schemeClr val="lt1"/>
                </a:solidFill>
                <a:latin typeface="IBM Plex Sans Medium"/>
                <a:ea typeface="IBM Plex Sans Medium"/>
                <a:cs typeface="IBM Plex Sans Medium"/>
                <a:sym typeface="IBM Plex Sans Medium"/>
              </a:defRPr>
            </a:lvl8pPr>
            <a:lvl9pPr lvl="8" algn="ctr" rtl="0">
              <a:lnSpc>
                <a:spcPct val="100000"/>
              </a:lnSpc>
              <a:spcBef>
                <a:spcPts val="0"/>
              </a:spcBef>
              <a:spcAft>
                <a:spcPts val="0"/>
              </a:spcAft>
              <a:buClr>
                <a:schemeClr val="lt1"/>
              </a:buClr>
              <a:buSzPts val="1600"/>
              <a:buFont typeface="IBM Plex Sans Medium"/>
              <a:buNone/>
              <a:defRPr sz="1600">
                <a:solidFill>
                  <a:schemeClr val="lt1"/>
                </a:solidFill>
                <a:latin typeface="IBM Plex Sans Medium"/>
                <a:ea typeface="IBM Plex Sans Medium"/>
                <a:cs typeface="IBM Plex Sans Medium"/>
                <a:sym typeface="IBM Plex Sans Medium"/>
              </a:defRPr>
            </a:lvl9pPr>
          </a:lstStyle>
          <a:p>
            <a:endParaRPr/>
          </a:p>
        </p:txBody>
      </p:sp>
      <p:sp>
        <p:nvSpPr>
          <p:cNvPr id="662" name="Google Shape;662;p68"/>
          <p:cNvSpPr txBox="1">
            <a:spLocks noGrp="1"/>
          </p:cNvSpPr>
          <p:nvPr>
            <p:ph type="body" idx="22"/>
          </p:nvPr>
        </p:nvSpPr>
        <p:spPr>
          <a:xfrm>
            <a:off x="6073725" y="3890202"/>
            <a:ext cx="1575300" cy="783000"/>
          </a:xfrm>
          <a:prstGeom prst="rect">
            <a:avLst/>
          </a:prstGeom>
        </p:spPr>
        <p:txBody>
          <a:bodyPr spcFirstLastPara="1" wrap="square" lIns="0" tIns="0" rIns="0" bIns="0" anchor="t" anchorCtr="0">
            <a:normAutofit/>
          </a:bodyPr>
          <a:lstStyle>
            <a:lvl1pPr marL="457200" lvl="0" indent="-298450" rtl="0">
              <a:spcBef>
                <a:spcPts val="0"/>
              </a:spcBef>
              <a:spcAft>
                <a:spcPts val="0"/>
              </a:spcAft>
              <a:buClr>
                <a:schemeClr val="lt1"/>
              </a:buClr>
              <a:buSzPts val="1100"/>
              <a:buChar char="■"/>
              <a:defRPr sz="1100">
                <a:solidFill>
                  <a:schemeClr val="lt1"/>
                </a:solidFill>
              </a:defRPr>
            </a:lvl1pPr>
            <a:lvl2pPr marL="914400" lvl="1" indent="-298450" rtl="0">
              <a:spcBef>
                <a:spcPts val="0"/>
              </a:spcBef>
              <a:spcAft>
                <a:spcPts val="0"/>
              </a:spcAft>
              <a:buClr>
                <a:schemeClr val="lt1"/>
              </a:buClr>
              <a:buSzPts val="1100"/>
              <a:buChar char="■"/>
              <a:defRPr sz="1100">
                <a:solidFill>
                  <a:schemeClr val="lt1"/>
                </a:solidFill>
              </a:defRPr>
            </a:lvl2pPr>
            <a:lvl3pPr marL="1371600" lvl="2" indent="-298450" rtl="0">
              <a:spcBef>
                <a:spcPts val="0"/>
              </a:spcBef>
              <a:spcAft>
                <a:spcPts val="0"/>
              </a:spcAft>
              <a:buSzPts val="1100"/>
              <a:buChar char="■"/>
              <a:defRPr sz="1100"/>
            </a:lvl3pPr>
            <a:lvl4pPr marL="1828800" lvl="3" indent="-298450" rtl="0">
              <a:spcBef>
                <a:spcPts val="0"/>
              </a:spcBef>
              <a:spcAft>
                <a:spcPts val="0"/>
              </a:spcAft>
              <a:buSzPts val="1100"/>
              <a:buChar char="●"/>
              <a:defRPr sz="1100"/>
            </a:lvl4pPr>
            <a:lvl5pPr marL="2286000" lvl="4" indent="-298450" rtl="0">
              <a:spcBef>
                <a:spcPts val="0"/>
              </a:spcBef>
              <a:spcAft>
                <a:spcPts val="0"/>
              </a:spcAft>
              <a:buSzPts val="1100"/>
              <a:buChar char="○"/>
              <a:defRPr sz="1100"/>
            </a:lvl5pPr>
            <a:lvl6pPr marL="2743200" lvl="5" indent="-298450" rtl="0">
              <a:spcBef>
                <a:spcPts val="0"/>
              </a:spcBef>
              <a:spcAft>
                <a:spcPts val="0"/>
              </a:spcAft>
              <a:buSzPts val="1100"/>
              <a:buChar char="■"/>
              <a:defRPr sz="1100"/>
            </a:lvl6pPr>
            <a:lvl7pPr marL="3200400" lvl="6" indent="-298450" rtl="0">
              <a:spcBef>
                <a:spcPts val="0"/>
              </a:spcBef>
              <a:spcAft>
                <a:spcPts val="0"/>
              </a:spcAft>
              <a:buSzPts val="1100"/>
              <a:buChar char="●"/>
              <a:defRPr sz="1100"/>
            </a:lvl7pPr>
            <a:lvl8pPr marL="3657600" lvl="7" indent="-298450" rtl="0">
              <a:spcBef>
                <a:spcPts val="0"/>
              </a:spcBef>
              <a:spcAft>
                <a:spcPts val="0"/>
              </a:spcAft>
              <a:buSzPts val="1100"/>
              <a:buChar char="○"/>
              <a:defRPr sz="1100"/>
            </a:lvl8pPr>
            <a:lvl9pPr marL="4114800" lvl="8" indent="-298450" rtl="0">
              <a:spcBef>
                <a:spcPts val="0"/>
              </a:spcBef>
              <a:spcAft>
                <a:spcPts val="0"/>
              </a:spcAft>
              <a:buSzPts val="1100"/>
              <a:buChar char="■"/>
              <a:defRPr sz="1100"/>
            </a:lvl9pPr>
          </a:lstStyle>
          <a:p>
            <a:endParaRPr/>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matchingName="3 Topics - 1">
  <p:cSld name="TITLE_ONLY_3">
    <p:spTree>
      <p:nvGrpSpPr>
        <p:cNvPr id="1" name="Shape 663"/>
        <p:cNvGrpSpPr/>
        <p:nvPr/>
      </p:nvGrpSpPr>
      <p:grpSpPr>
        <a:xfrm>
          <a:off x="0" y="0"/>
          <a:ext cx="0" cy="0"/>
          <a:chOff x="0" y="0"/>
          <a:chExt cx="0" cy="0"/>
        </a:xfrm>
      </p:grpSpPr>
      <p:sp>
        <p:nvSpPr>
          <p:cNvPr id="664" name="Google Shape;664;p69"/>
          <p:cNvSpPr txBox="1">
            <a:spLocks noGrp="1"/>
          </p:cNvSpPr>
          <p:nvPr>
            <p:ph type="title"/>
          </p:nvPr>
        </p:nvSpPr>
        <p:spPr>
          <a:xfrm>
            <a:off x="457200" y="119850"/>
            <a:ext cx="8229600" cy="903300"/>
          </a:xfrm>
          <a:prstGeom prst="rect">
            <a:avLst/>
          </a:prstGeom>
        </p:spPr>
        <p:txBody>
          <a:bodyPr spcFirstLastPara="1" wrap="square" lIns="0" tIns="0" rIns="0" bIns="0" anchor="t" anchorCtr="0">
            <a:normAutofit/>
          </a:bodyPr>
          <a:lstStyle>
            <a:lvl1pPr lvl="0" rtl="0">
              <a:spcBef>
                <a:spcPts val="0"/>
              </a:spcBef>
              <a:spcAft>
                <a:spcPts val="0"/>
              </a:spcAft>
              <a:buSzPts val="34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665" name="Google Shape;665;p69"/>
          <p:cNvSpPr txBox="1">
            <a:spLocks noGrp="1"/>
          </p:cNvSpPr>
          <p:nvPr>
            <p:ph type="sldNum" idx="12"/>
          </p:nvPr>
        </p:nvSpPr>
        <p:spPr>
          <a:xfrm>
            <a:off x="8366700" y="4805546"/>
            <a:ext cx="548700" cy="215400"/>
          </a:xfrm>
          <a:prstGeom prst="rect">
            <a:avLst/>
          </a:prstGeom>
        </p:spPr>
        <p:txBody>
          <a:bodyPr spcFirstLastPara="1" wrap="square" lIns="0" tIns="0" rIns="0" bIns="0" anchor="b"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pic>
        <p:nvPicPr>
          <p:cNvPr id="666" name="Google Shape;666;p69"/>
          <p:cNvPicPr preferRelativeResize="0"/>
          <p:nvPr/>
        </p:nvPicPr>
        <p:blipFill>
          <a:blip r:embed="rId2">
            <a:alphaModFix/>
          </a:blip>
          <a:stretch>
            <a:fillRect/>
          </a:stretch>
        </p:blipFill>
        <p:spPr>
          <a:xfrm>
            <a:off x="8544852" y="62010"/>
            <a:ext cx="599140" cy="599141"/>
          </a:xfrm>
          <a:prstGeom prst="rect">
            <a:avLst/>
          </a:prstGeom>
          <a:noFill/>
          <a:ln>
            <a:noFill/>
          </a:ln>
        </p:spPr>
      </p:pic>
      <p:sp>
        <p:nvSpPr>
          <p:cNvPr id="667" name="Google Shape;667;p69"/>
          <p:cNvSpPr txBox="1">
            <a:spLocks noGrp="1"/>
          </p:cNvSpPr>
          <p:nvPr>
            <p:ph type="subTitle" idx="1"/>
          </p:nvPr>
        </p:nvSpPr>
        <p:spPr>
          <a:xfrm>
            <a:off x="467075" y="4814525"/>
            <a:ext cx="2326500" cy="206400"/>
          </a:xfrm>
          <a:prstGeom prst="rect">
            <a:avLst/>
          </a:prstGeom>
        </p:spPr>
        <p:txBody>
          <a:bodyPr spcFirstLastPara="1" wrap="square" lIns="0" tIns="0" rIns="0" bIns="0" anchor="b" anchorCtr="0">
            <a:normAutofit/>
          </a:bodyPr>
          <a:lstStyle>
            <a:lvl1pPr lvl="0" rtl="0">
              <a:spcBef>
                <a:spcPts val="0"/>
              </a:spcBef>
              <a:spcAft>
                <a:spcPts val="0"/>
              </a:spcAft>
              <a:buClr>
                <a:schemeClr val="dk2"/>
              </a:buClr>
              <a:buSzPts val="700"/>
              <a:buNone/>
              <a:defRPr sz="700">
                <a:solidFill>
                  <a:schemeClr val="dk2"/>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68" name="Google Shape;668;p69"/>
          <p:cNvSpPr/>
          <p:nvPr/>
        </p:nvSpPr>
        <p:spPr>
          <a:xfrm>
            <a:off x="467069" y="3491701"/>
            <a:ext cx="627000" cy="627000"/>
          </a:xfrm>
          <a:prstGeom prst="roundRect">
            <a:avLst>
              <a:gd name="adj" fmla="val 22637"/>
            </a:avLst>
          </a:prstGeom>
          <a:solidFill>
            <a:srgbClr val="FC5D0D"/>
          </a:solidFill>
          <a:ln>
            <a:noFill/>
          </a:ln>
        </p:spPr>
        <p:txBody>
          <a:bodyPr spcFirstLastPara="1" wrap="square" lIns="0" tIns="0" rIns="0" bIns="0" anchor="ctr" anchorCtr="0">
            <a:noAutofit/>
          </a:bodyPr>
          <a:lstStyle/>
          <a:p>
            <a:pPr marL="0" lvl="0" indent="0" algn="ctr" rtl="0">
              <a:spcBef>
                <a:spcPts val="0"/>
              </a:spcBef>
              <a:spcAft>
                <a:spcPts val="0"/>
              </a:spcAft>
              <a:buNone/>
            </a:pPr>
            <a:endParaRPr sz="800" b="1">
              <a:solidFill>
                <a:srgbClr val="FFFFFF"/>
              </a:solidFill>
              <a:latin typeface="IBM Plex Sans"/>
              <a:ea typeface="IBM Plex Sans"/>
              <a:cs typeface="IBM Plex Sans"/>
              <a:sym typeface="IBM Plex Sans"/>
            </a:endParaRPr>
          </a:p>
        </p:txBody>
      </p:sp>
      <p:sp>
        <p:nvSpPr>
          <p:cNvPr id="669" name="Google Shape;669;p69"/>
          <p:cNvSpPr/>
          <p:nvPr/>
        </p:nvSpPr>
        <p:spPr>
          <a:xfrm>
            <a:off x="467069" y="2306551"/>
            <a:ext cx="627000" cy="627000"/>
          </a:xfrm>
          <a:prstGeom prst="roundRect">
            <a:avLst>
              <a:gd name="adj" fmla="val 22637"/>
            </a:avLst>
          </a:prstGeom>
          <a:solidFill>
            <a:srgbClr val="FC5D0D"/>
          </a:solidFill>
          <a:ln>
            <a:noFill/>
          </a:ln>
        </p:spPr>
        <p:txBody>
          <a:bodyPr spcFirstLastPara="1" wrap="square" lIns="0" tIns="0" rIns="0" bIns="0" anchor="ctr" anchorCtr="0">
            <a:noAutofit/>
          </a:bodyPr>
          <a:lstStyle/>
          <a:p>
            <a:pPr marL="0" lvl="0" indent="0" algn="ctr" rtl="0">
              <a:spcBef>
                <a:spcPts val="0"/>
              </a:spcBef>
              <a:spcAft>
                <a:spcPts val="0"/>
              </a:spcAft>
              <a:buNone/>
            </a:pPr>
            <a:endParaRPr sz="800" b="1">
              <a:solidFill>
                <a:srgbClr val="FFFFFF"/>
              </a:solidFill>
              <a:latin typeface="IBM Plex Sans"/>
              <a:ea typeface="IBM Plex Sans"/>
              <a:cs typeface="IBM Plex Sans"/>
              <a:sym typeface="IBM Plex Sans"/>
            </a:endParaRPr>
          </a:p>
        </p:txBody>
      </p:sp>
      <p:sp>
        <p:nvSpPr>
          <p:cNvPr id="670" name="Google Shape;670;p69"/>
          <p:cNvSpPr/>
          <p:nvPr/>
        </p:nvSpPr>
        <p:spPr>
          <a:xfrm>
            <a:off x="467069" y="1152476"/>
            <a:ext cx="627000" cy="627000"/>
          </a:xfrm>
          <a:prstGeom prst="roundRect">
            <a:avLst>
              <a:gd name="adj" fmla="val 22637"/>
            </a:avLst>
          </a:prstGeom>
          <a:solidFill>
            <a:srgbClr val="FC5D0D"/>
          </a:solidFill>
          <a:ln>
            <a:noFill/>
          </a:ln>
        </p:spPr>
        <p:txBody>
          <a:bodyPr spcFirstLastPara="1" wrap="square" lIns="0" tIns="0" rIns="0" bIns="0" anchor="ctr" anchorCtr="0">
            <a:noAutofit/>
          </a:bodyPr>
          <a:lstStyle/>
          <a:p>
            <a:pPr marL="0" lvl="0" indent="0" algn="ctr" rtl="0">
              <a:spcBef>
                <a:spcPts val="0"/>
              </a:spcBef>
              <a:spcAft>
                <a:spcPts val="0"/>
              </a:spcAft>
              <a:buNone/>
            </a:pPr>
            <a:endParaRPr sz="800" b="1">
              <a:solidFill>
                <a:srgbClr val="FFFFFF"/>
              </a:solidFill>
              <a:latin typeface="IBM Plex Sans"/>
              <a:ea typeface="IBM Plex Sans"/>
              <a:cs typeface="IBM Plex Sans"/>
              <a:sym typeface="IBM Plex Sans"/>
            </a:endParaRPr>
          </a:p>
        </p:txBody>
      </p:sp>
      <p:sp>
        <p:nvSpPr>
          <p:cNvPr id="671" name="Google Shape;671;p69"/>
          <p:cNvSpPr txBox="1"/>
          <p:nvPr/>
        </p:nvSpPr>
        <p:spPr>
          <a:xfrm>
            <a:off x="644338" y="1204614"/>
            <a:ext cx="252600" cy="507900"/>
          </a:xfrm>
          <a:prstGeom prst="rect">
            <a:avLst/>
          </a:prstGeom>
          <a:noFill/>
          <a:ln>
            <a:noFill/>
          </a:ln>
        </p:spPr>
        <p:txBody>
          <a:bodyPr spcFirstLastPara="1" wrap="square" lIns="0" tIns="0" rIns="0" bIns="0" anchor="t" anchorCtr="0">
            <a:spAutoFit/>
          </a:bodyPr>
          <a:lstStyle/>
          <a:p>
            <a:pPr marL="0" lvl="0" indent="0" algn="l" rtl="0">
              <a:lnSpc>
                <a:spcPct val="115000"/>
              </a:lnSpc>
              <a:spcBef>
                <a:spcPts val="0"/>
              </a:spcBef>
              <a:spcAft>
                <a:spcPts val="1200"/>
              </a:spcAft>
              <a:buNone/>
            </a:pPr>
            <a:r>
              <a:rPr lang="en" sz="3300">
                <a:solidFill>
                  <a:srgbClr val="FFFFFF"/>
                </a:solidFill>
                <a:latin typeface="IBM Plex Mono SemiBold"/>
                <a:ea typeface="IBM Plex Mono SemiBold"/>
                <a:cs typeface="IBM Plex Mono SemiBold"/>
                <a:sym typeface="IBM Plex Mono SemiBold"/>
              </a:rPr>
              <a:t>1</a:t>
            </a:r>
            <a:endParaRPr sz="3300">
              <a:solidFill>
                <a:srgbClr val="FFFFFF"/>
              </a:solidFill>
              <a:latin typeface="IBM Plex Mono SemiBold"/>
              <a:ea typeface="IBM Plex Mono SemiBold"/>
              <a:cs typeface="IBM Plex Mono SemiBold"/>
              <a:sym typeface="IBM Plex Mono SemiBold"/>
            </a:endParaRPr>
          </a:p>
        </p:txBody>
      </p:sp>
      <p:sp>
        <p:nvSpPr>
          <p:cNvPr id="672" name="Google Shape;672;p69"/>
          <p:cNvSpPr txBox="1"/>
          <p:nvPr/>
        </p:nvSpPr>
        <p:spPr>
          <a:xfrm>
            <a:off x="653710" y="2368767"/>
            <a:ext cx="252600" cy="507900"/>
          </a:xfrm>
          <a:prstGeom prst="rect">
            <a:avLst/>
          </a:prstGeom>
          <a:noFill/>
          <a:ln>
            <a:noFill/>
          </a:ln>
        </p:spPr>
        <p:txBody>
          <a:bodyPr spcFirstLastPara="1" wrap="square" lIns="0" tIns="0" rIns="0" bIns="0" anchor="t" anchorCtr="0">
            <a:spAutoFit/>
          </a:bodyPr>
          <a:lstStyle/>
          <a:p>
            <a:pPr marL="0" lvl="0" indent="0" algn="l" rtl="0">
              <a:lnSpc>
                <a:spcPct val="115000"/>
              </a:lnSpc>
              <a:spcBef>
                <a:spcPts val="0"/>
              </a:spcBef>
              <a:spcAft>
                <a:spcPts val="1200"/>
              </a:spcAft>
              <a:buNone/>
            </a:pPr>
            <a:r>
              <a:rPr lang="en" sz="3300">
                <a:solidFill>
                  <a:srgbClr val="FFFFFF"/>
                </a:solidFill>
                <a:latin typeface="IBM Plex Mono SemiBold"/>
                <a:ea typeface="IBM Plex Mono SemiBold"/>
                <a:cs typeface="IBM Plex Mono SemiBold"/>
                <a:sym typeface="IBM Plex Mono SemiBold"/>
              </a:rPr>
              <a:t>2</a:t>
            </a:r>
            <a:endParaRPr sz="3300">
              <a:solidFill>
                <a:srgbClr val="FFFFFF"/>
              </a:solidFill>
              <a:latin typeface="IBM Plex Mono SemiBold"/>
              <a:ea typeface="IBM Plex Mono SemiBold"/>
              <a:cs typeface="IBM Plex Mono SemiBold"/>
              <a:sym typeface="IBM Plex Mono SemiBold"/>
            </a:endParaRPr>
          </a:p>
        </p:txBody>
      </p:sp>
      <p:sp>
        <p:nvSpPr>
          <p:cNvPr id="673" name="Google Shape;673;p69"/>
          <p:cNvSpPr txBox="1"/>
          <p:nvPr/>
        </p:nvSpPr>
        <p:spPr>
          <a:xfrm>
            <a:off x="653146" y="3542293"/>
            <a:ext cx="252600" cy="507900"/>
          </a:xfrm>
          <a:prstGeom prst="rect">
            <a:avLst/>
          </a:prstGeom>
          <a:noFill/>
          <a:ln>
            <a:noFill/>
          </a:ln>
        </p:spPr>
        <p:txBody>
          <a:bodyPr spcFirstLastPara="1" wrap="square" lIns="0" tIns="0" rIns="0" bIns="0" anchor="t" anchorCtr="0">
            <a:spAutoFit/>
          </a:bodyPr>
          <a:lstStyle/>
          <a:p>
            <a:pPr marL="0" lvl="0" indent="0" algn="l" rtl="0">
              <a:lnSpc>
                <a:spcPct val="115000"/>
              </a:lnSpc>
              <a:spcBef>
                <a:spcPts val="0"/>
              </a:spcBef>
              <a:spcAft>
                <a:spcPts val="1200"/>
              </a:spcAft>
              <a:buNone/>
            </a:pPr>
            <a:r>
              <a:rPr lang="en" sz="3300">
                <a:solidFill>
                  <a:srgbClr val="FFFFFF"/>
                </a:solidFill>
                <a:latin typeface="IBM Plex Mono SemiBold"/>
                <a:ea typeface="IBM Plex Mono SemiBold"/>
                <a:cs typeface="IBM Plex Mono SemiBold"/>
                <a:sym typeface="IBM Plex Mono SemiBold"/>
              </a:rPr>
              <a:t>3</a:t>
            </a:r>
            <a:endParaRPr sz="3300">
              <a:solidFill>
                <a:srgbClr val="FFFFFF"/>
              </a:solidFill>
              <a:latin typeface="IBM Plex Mono SemiBold"/>
              <a:ea typeface="IBM Plex Mono SemiBold"/>
              <a:cs typeface="IBM Plex Mono SemiBold"/>
              <a:sym typeface="IBM Plex Mono SemiBold"/>
            </a:endParaRPr>
          </a:p>
        </p:txBody>
      </p:sp>
      <p:grpSp>
        <p:nvGrpSpPr>
          <p:cNvPr id="674" name="Google Shape;674;p69"/>
          <p:cNvGrpSpPr/>
          <p:nvPr/>
        </p:nvGrpSpPr>
        <p:grpSpPr>
          <a:xfrm>
            <a:off x="6215029" y="1665341"/>
            <a:ext cx="2326466" cy="2384870"/>
            <a:chOff x="1982862" y="3613287"/>
            <a:chExt cx="819900" cy="840483"/>
          </a:xfrm>
        </p:grpSpPr>
        <p:sp>
          <p:nvSpPr>
            <p:cNvPr id="675" name="Google Shape;675;p69"/>
            <p:cNvSpPr/>
            <p:nvPr/>
          </p:nvSpPr>
          <p:spPr>
            <a:xfrm>
              <a:off x="1982862" y="3633870"/>
              <a:ext cx="819900" cy="8199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6" name="Google Shape;676;p69"/>
            <p:cNvSpPr/>
            <p:nvPr/>
          </p:nvSpPr>
          <p:spPr>
            <a:xfrm>
              <a:off x="2083370" y="3731983"/>
              <a:ext cx="623700" cy="623700"/>
            </a:xfrm>
            <a:prstGeom prst="ellipse">
              <a:avLst/>
            </a:prstGeom>
            <a:solidFill>
              <a:srgbClr val="00A7B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7" name="Google Shape;677;p69"/>
            <p:cNvSpPr/>
            <p:nvPr/>
          </p:nvSpPr>
          <p:spPr>
            <a:xfrm>
              <a:off x="2166919" y="3815537"/>
              <a:ext cx="456600" cy="456600"/>
            </a:xfrm>
            <a:prstGeom prst="ellipse">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8" name="Google Shape;678;p69"/>
            <p:cNvSpPr/>
            <p:nvPr/>
          </p:nvSpPr>
          <p:spPr>
            <a:xfrm>
              <a:off x="2080960" y="3732000"/>
              <a:ext cx="623700" cy="623700"/>
            </a:xfrm>
            <a:prstGeom prst="ellipse">
              <a:avLst/>
            </a:prstGeom>
            <a:noFill/>
            <a:ln w="19050" cap="flat" cmpd="sng">
              <a:solidFill>
                <a:srgbClr val="1F2A4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9" name="Google Shape;679;p69"/>
            <p:cNvSpPr/>
            <p:nvPr/>
          </p:nvSpPr>
          <p:spPr>
            <a:xfrm>
              <a:off x="2232411" y="3883453"/>
              <a:ext cx="320700" cy="320700"/>
            </a:xfrm>
            <a:prstGeom prst="ellipse">
              <a:avLst/>
            </a:prstGeom>
            <a:solidFill>
              <a:srgbClr val="FFC600"/>
            </a:solidFill>
            <a:ln w="19050" cap="flat" cmpd="sng">
              <a:solidFill>
                <a:srgbClr val="1F2A4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IBM Plex Sans Light"/>
                <a:ea typeface="IBM Plex Sans Light"/>
                <a:cs typeface="IBM Plex Sans Light"/>
                <a:sym typeface="IBM Plex Sans Light"/>
              </a:endParaRPr>
            </a:p>
          </p:txBody>
        </p:sp>
        <p:sp>
          <p:nvSpPr>
            <p:cNvPr id="680" name="Google Shape;680;p69"/>
            <p:cNvSpPr/>
            <p:nvPr/>
          </p:nvSpPr>
          <p:spPr>
            <a:xfrm>
              <a:off x="2322915" y="3971532"/>
              <a:ext cx="144600" cy="144600"/>
            </a:xfrm>
            <a:prstGeom prst="ellipse">
              <a:avLst/>
            </a:prstGeom>
            <a:solidFill>
              <a:srgbClr val="F93822"/>
            </a:solidFill>
            <a:ln w="19050" cap="flat" cmpd="sng">
              <a:solidFill>
                <a:srgbClr val="1F2A4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IBM Plex Sans Light"/>
                <a:ea typeface="IBM Plex Sans Light"/>
                <a:cs typeface="IBM Plex Sans Light"/>
                <a:sym typeface="IBM Plex Sans Light"/>
              </a:endParaRPr>
            </a:p>
          </p:txBody>
        </p:sp>
        <p:sp>
          <p:nvSpPr>
            <p:cNvPr id="681" name="Google Shape;681;p69"/>
            <p:cNvSpPr/>
            <p:nvPr/>
          </p:nvSpPr>
          <p:spPr>
            <a:xfrm rot="2279924">
              <a:off x="2497970" y="3682498"/>
              <a:ext cx="36547" cy="413728"/>
            </a:xfrm>
            <a:prstGeom prst="roundRect">
              <a:avLst>
                <a:gd name="adj" fmla="val 16667"/>
              </a:avLst>
            </a:prstGeom>
            <a:solidFill>
              <a:srgbClr val="1F2A4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2" name="Google Shape;682;p69"/>
            <p:cNvSpPr/>
            <p:nvPr/>
          </p:nvSpPr>
          <p:spPr>
            <a:xfrm rot="-6751234">
              <a:off x="2597281" y="3638302"/>
              <a:ext cx="102125" cy="116945"/>
            </a:xfrm>
            <a:custGeom>
              <a:avLst/>
              <a:gdLst/>
              <a:ahLst/>
              <a:cxnLst/>
              <a:rect l="l" t="t" r="r" b="b"/>
              <a:pathLst>
                <a:path w="184073" h="209550" extrusionOk="0">
                  <a:moveTo>
                    <a:pt x="7715" y="0"/>
                  </a:moveTo>
                  <a:lnTo>
                    <a:pt x="6638" y="359"/>
                  </a:lnTo>
                  <a:lnTo>
                    <a:pt x="5562" y="718"/>
                  </a:lnTo>
                  <a:lnTo>
                    <a:pt x="4665" y="1256"/>
                  </a:lnTo>
                  <a:lnTo>
                    <a:pt x="3588" y="1794"/>
                  </a:lnTo>
                  <a:lnTo>
                    <a:pt x="2691" y="2512"/>
                  </a:lnTo>
                  <a:lnTo>
                    <a:pt x="1973" y="3409"/>
                  </a:lnTo>
                  <a:lnTo>
                    <a:pt x="1435" y="4306"/>
                  </a:lnTo>
                  <a:lnTo>
                    <a:pt x="897" y="5382"/>
                  </a:lnTo>
                  <a:lnTo>
                    <a:pt x="359" y="6459"/>
                  </a:lnTo>
                  <a:lnTo>
                    <a:pt x="179" y="7715"/>
                  </a:lnTo>
                  <a:lnTo>
                    <a:pt x="0" y="8970"/>
                  </a:lnTo>
                  <a:lnTo>
                    <a:pt x="0" y="104775"/>
                  </a:lnTo>
                  <a:lnTo>
                    <a:pt x="0" y="200580"/>
                  </a:lnTo>
                  <a:lnTo>
                    <a:pt x="179" y="201835"/>
                  </a:lnTo>
                  <a:lnTo>
                    <a:pt x="359" y="203091"/>
                  </a:lnTo>
                  <a:lnTo>
                    <a:pt x="897" y="204168"/>
                  </a:lnTo>
                  <a:lnTo>
                    <a:pt x="1435" y="205244"/>
                  </a:lnTo>
                  <a:lnTo>
                    <a:pt x="1973" y="206141"/>
                  </a:lnTo>
                  <a:lnTo>
                    <a:pt x="2691" y="207038"/>
                  </a:lnTo>
                  <a:lnTo>
                    <a:pt x="3588" y="207756"/>
                  </a:lnTo>
                  <a:lnTo>
                    <a:pt x="4665" y="208294"/>
                  </a:lnTo>
                  <a:lnTo>
                    <a:pt x="5562" y="208832"/>
                  </a:lnTo>
                  <a:lnTo>
                    <a:pt x="6638" y="209191"/>
                  </a:lnTo>
                  <a:lnTo>
                    <a:pt x="7715" y="209550"/>
                  </a:lnTo>
                  <a:lnTo>
                    <a:pt x="10047" y="209550"/>
                  </a:lnTo>
                  <a:lnTo>
                    <a:pt x="11303" y="209371"/>
                  </a:lnTo>
                  <a:lnTo>
                    <a:pt x="12379" y="208832"/>
                  </a:lnTo>
                  <a:lnTo>
                    <a:pt x="13635" y="208294"/>
                  </a:lnTo>
                  <a:lnTo>
                    <a:pt x="179408" y="112669"/>
                  </a:lnTo>
                  <a:lnTo>
                    <a:pt x="180485" y="111951"/>
                  </a:lnTo>
                  <a:lnTo>
                    <a:pt x="181382" y="111054"/>
                  </a:lnTo>
                  <a:lnTo>
                    <a:pt x="182279" y="110157"/>
                  </a:lnTo>
                  <a:lnTo>
                    <a:pt x="182817" y="109081"/>
                  </a:lnTo>
                  <a:lnTo>
                    <a:pt x="183355" y="108184"/>
                  </a:lnTo>
                  <a:lnTo>
                    <a:pt x="183714" y="107107"/>
                  </a:lnTo>
                  <a:lnTo>
                    <a:pt x="183894" y="105851"/>
                  </a:lnTo>
                  <a:lnTo>
                    <a:pt x="184073" y="104775"/>
                  </a:lnTo>
                  <a:lnTo>
                    <a:pt x="183894" y="103699"/>
                  </a:lnTo>
                  <a:lnTo>
                    <a:pt x="183714" y="102443"/>
                  </a:lnTo>
                  <a:lnTo>
                    <a:pt x="183355" y="101366"/>
                  </a:lnTo>
                  <a:lnTo>
                    <a:pt x="182817" y="100469"/>
                  </a:lnTo>
                  <a:lnTo>
                    <a:pt x="182279" y="99393"/>
                  </a:lnTo>
                  <a:lnTo>
                    <a:pt x="181382" y="98496"/>
                  </a:lnTo>
                  <a:lnTo>
                    <a:pt x="180485" y="97599"/>
                  </a:lnTo>
                  <a:lnTo>
                    <a:pt x="179408" y="96881"/>
                  </a:lnTo>
                  <a:lnTo>
                    <a:pt x="13635" y="1256"/>
                  </a:lnTo>
                  <a:lnTo>
                    <a:pt x="12379" y="718"/>
                  </a:lnTo>
                  <a:lnTo>
                    <a:pt x="11303" y="179"/>
                  </a:lnTo>
                  <a:lnTo>
                    <a:pt x="10047" y="0"/>
                  </a:lnTo>
                  <a:close/>
                </a:path>
              </a:pathLst>
            </a:custGeom>
            <a:solidFill>
              <a:srgbClr val="1F2A4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3" name="Google Shape;683;p69"/>
            <p:cNvSpPr/>
            <p:nvPr/>
          </p:nvSpPr>
          <p:spPr>
            <a:xfrm rot="-6733056">
              <a:off x="2646895" y="3621297"/>
              <a:ext cx="70587" cy="80758"/>
            </a:xfrm>
            <a:custGeom>
              <a:avLst/>
              <a:gdLst/>
              <a:ahLst/>
              <a:cxnLst/>
              <a:rect l="l" t="t" r="r" b="b"/>
              <a:pathLst>
                <a:path w="184073" h="209550" extrusionOk="0">
                  <a:moveTo>
                    <a:pt x="7715" y="0"/>
                  </a:moveTo>
                  <a:lnTo>
                    <a:pt x="6638" y="359"/>
                  </a:lnTo>
                  <a:lnTo>
                    <a:pt x="5562" y="718"/>
                  </a:lnTo>
                  <a:lnTo>
                    <a:pt x="4665" y="1256"/>
                  </a:lnTo>
                  <a:lnTo>
                    <a:pt x="3588" y="1794"/>
                  </a:lnTo>
                  <a:lnTo>
                    <a:pt x="2691" y="2512"/>
                  </a:lnTo>
                  <a:lnTo>
                    <a:pt x="1973" y="3409"/>
                  </a:lnTo>
                  <a:lnTo>
                    <a:pt x="1435" y="4306"/>
                  </a:lnTo>
                  <a:lnTo>
                    <a:pt x="897" y="5382"/>
                  </a:lnTo>
                  <a:lnTo>
                    <a:pt x="359" y="6459"/>
                  </a:lnTo>
                  <a:lnTo>
                    <a:pt x="179" y="7715"/>
                  </a:lnTo>
                  <a:lnTo>
                    <a:pt x="0" y="8970"/>
                  </a:lnTo>
                  <a:lnTo>
                    <a:pt x="0" y="104775"/>
                  </a:lnTo>
                  <a:lnTo>
                    <a:pt x="0" y="200580"/>
                  </a:lnTo>
                  <a:lnTo>
                    <a:pt x="179" y="201835"/>
                  </a:lnTo>
                  <a:lnTo>
                    <a:pt x="359" y="203091"/>
                  </a:lnTo>
                  <a:lnTo>
                    <a:pt x="897" y="204168"/>
                  </a:lnTo>
                  <a:lnTo>
                    <a:pt x="1435" y="205244"/>
                  </a:lnTo>
                  <a:lnTo>
                    <a:pt x="1973" y="206141"/>
                  </a:lnTo>
                  <a:lnTo>
                    <a:pt x="2691" y="207038"/>
                  </a:lnTo>
                  <a:lnTo>
                    <a:pt x="3588" y="207756"/>
                  </a:lnTo>
                  <a:lnTo>
                    <a:pt x="4665" y="208294"/>
                  </a:lnTo>
                  <a:lnTo>
                    <a:pt x="5562" y="208832"/>
                  </a:lnTo>
                  <a:lnTo>
                    <a:pt x="6638" y="209191"/>
                  </a:lnTo>
                  <a:lnTo>
                    <a:pt x="7715" y="209550"/>
                  </a:lnTo>
                  <a:lnTo>
                    <a:pt x="10047" y="209550"/>
                  </a:lnTo>
                  <a:lnTo>
                    <a:pt x="11303" y="209371"/>
                  </a:lnTo>
                  <a:lnTo>
                    <a:pt x="12379" y="208832"/>
                  </a:lnTo>
                  <a:lnTo>
                    <a:pt x="13635" y="208294"/>
                  </a:lnTo>
                  <a:lnTo>
                    <a:pt x="179408" y="112669"/>
                  </a:lnTo>
                  <a:lnTo>
                    <a:pt x="180485" y="111951"/>
                  </a:lnTo>
                  <a:lnTo>
                    <a:pt x="181382" y="111054"/>
                  </a:lnTo>
                  <a:lnTo>
                    <a:pt x="182279" y="110157"/>
                  </a:lnTo>
                  <a:lnTo>
                    <a:pt x="182817" y="109081"/>
                  </a:lnTo>
                  <a:lnTo>
                    <a:pt x="183355" y="108184"/>
                  </a:lnTo>
                  <a:lnTo>
                    <a:pt x="183714" y="107107"/>
                  </a:lnTo>
                  <a:lnTo>
                    <a:pt x="183894" y="105851"/>
                  </a:lnTo>
                  <a:lnTo>
                    <a:pt x="184073" y="104775"/>
                  </a:lnTo>
                  <a:lnTo>
                    <a:pt x="183894" y="103699"/>
                  </a:lnTo>
                  <a:lnTo>
                    <a:pt x="183714" y="102443"/>
                  </a:lnTo>
                  <a:lnTo>
                    <a:pt x="183355" y="101366"/>
                  </a:lnTo>
                  <a:lnTo>
                    <a:pt x="182817" y="100469"/>
                  </a:lnTo>
                  <a:lnTo>
                    <a:pt x="182279" y="99393"/>
                  </a:lnTo>
                  <a:lnTo>
                    <a:pt x="181382" y="98496"/>
                  </a:lnTo>
                  <a:lnTo>
                    <a:pt x="180485" y="97599"/>
                  </a:lnTo>
                  <a:lnTo>
                    <a:pt x="179408" y="96881"/>
                  </a:lnTo>
                  <a:lnTo>
                    <a:pt x="13635" y="1256"/>
                  </a:lnTo>
                  <a:lnTo>
                    <a:pt x="12379" y="718"/>
                  </a:lnTo>
                  <a:lnTo>
                    <a:pt x="11303" y="179"/>
                  </a:lnTo>
                  <a:lnTo>
                    <a:pt x="10047" y="0"/>
                  </a:lnTo>
                  <a:close/>
                </a:path>
              </a:pathLst>
            </a:custGeom>
            <a:solidFill>
              <a:srgbClr val="1F2A4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84" name="Google Shape;684;p69"/>
          <p:cNvSpPr txBox="1">
            <a:spLocks noGrp="1"/>
          </p:cNvSpPr>
          <p:nvPr>
            <p:ph type="subTitle" idx="2"/>
          </p:nvPr>
        </p:nvSpPr>
        <p:spPr>
          <a:xfrm>
            <a:off x="1326725" y="1165200"/>
            <a:ext cx="3895800" cy="311400"/>
          </a:xfrm>
          <a:prstGeom prst="rect">
            <a:avLst/>
          </a:prstGeom>
        </p:spPr>
        <p:txBody>
          <a:bodyPr spcFirstLastPara="1" wrap="square" lIns="0" tIns="0" rIns="0" bIns="0" anchor="t" anchorCtr="0">
            <a:normAutofit/>
          </a:bodyPr>
          <a:lstStyle>
            <a:lvl1pPr lvl="0" rtl="0">
              <a:lnSpc>
                <a:spcPct val="100000"/>
              </a:lnSpc>
              <a:spcBef>
                <a:spcPts val="0"/>
              </a:spcBef>
              <a:spcAft>
                <a:spcPts val="0"/>
              </a:spcAft>
              <a:buClr>
                <a:schemeClr val="dk1"/>
              </a:buClr>
              <a:buSzPts val="2000"/>
              <a:buFont typeface="IBM Plex Sans SemiBold"/>
              <a:buNone/>
              <a:defRPr sz="2000">
                <a:latin typeface="IBM Plex Sans SemiBold"/>
                <a:ea typeface="IBM Plex Sans SemiBold"/>
                <a:cs typeface="IBM Plex Sans SemiBold"/>
                <a:sym typeface="IBM Plex Sans SemiBold"/>
              </a:defRPr>
            </a:lvl1pPr>
            <a:lvl2pPr lvl="1" rtl="0">
              <a:lnSpc>
                <a:spcPct val="100000"/>
              </a:lnSpc>
              <a:spcBef>
                <a:spcPts val="0"/>
              </a:spcBef>
              <a:spcAft>
                <a:spcPts val="0"/>
              </a:spcAft>
              <a:buClr>
                <a:schemeClr val="dk1"/>
              </a:buClr>
              <a:buSzPts val="1400"/>
              <a:buFont typeface="IBM Plex Sans SemiBold"/>
              <a:buNone/>
              <a:defRPr>
                <a:latin typeface="IBM Plex Sans SemiBold"/>
                <a:ea typeface="IBM Plex Sans SemiBold"/>
                <a:cs typeface="IBM Plex Sans SemiBold"/>
                <a:sym typeface="IBM Plex Sans SemiBold"/>
              </a:defRPr>
            </a:lvl2pPr>
            <a:lvl3pPr lvl="2" rtl="0">
              <a:lnSpc>
                <a:spcPct val="100000"/>
              </a:lnSpc>
              <a:spcBef>
                <a:spcPts val="0"/>
              </a:spcBef>
              <a:spcAft>
                <a:spcPts val="0"/>
              </a:spcAft>
              <a:buClr>
                <a:schemeClr val="dk1"/>
              </a:buClr>
              <a:buSzPts val="1400"/>
              <a:buFont typeface="IBM Plex Sans SemiBold"/>
              <a:buNone/>
              <a:defRPr>
                <a:latin typeface="IBM Plex Sans SemiBold"/>
                <a:ea typeface="IBM Plex Sans SemiBold"/>
                <a:cs typeface="IBM Plex Sans SemiBold"/>
                <a:sym typeface="IBM Plex Sans SemiBold"/>
              </a:defRPr>
            </a:lvl3pPr>
            <a:lvl4pPr lvl="3" rtl="0">
              <a:lnSpc>
                <a:spcPct val="100000"/>
              </a:lnSpc>
              <a:spcBef>
                <a:spcPts val="0"/>
              </a:spcBef>
              <a:spcAft>
                <a:spcPts val="0"/>
              </a:spcAft>
              <a:buClr>
                <a:schemeClr val="dk1"/>
              </a:buClr>
              <a:buSzPts val="1400"/>
              <a:buFont typeface="IBM Plex Sans SemiBold"/>
              <a:buNone/>
              <a:defRPr>
                <a:latin typeface="IBM Plex Sans SemiBold"/>
                <a:ea typeface="IBM Plex Sans SemiBold"/>
                <a:cs typeface="IBM Plex Sans SemiBold"/>
                <a:sym typeface="IBM Plex Sans SemiBold"/>
              </a:defRPr>
            </a:lvl4pPr>
            <a:lvl5pPr lvl="4" rtl="0">
              <a:lnSpc>
                <a:spcPct val="100000"/>
              </a:lnSpc>
              <a:spcBef>
                <a:spcPts val="0"/>
              </a:spcBef>
              <a:spcAft>
                <a:spcPts val="0"/>
              </a:spcAft>
              <a:buSzPts val="1400"/>
              <a:buFont typeface="IBM Plex Sans SemiBold"/>
              <a:buNone/>
              <a:defRPr>
                <a:latin typeface="IBM Plex Sans SemiBold"/>
                <a:ea typeface="IBM Plex Sans SemiBold"/>
                <a:cs typeface="IBM Plex Sans SemiBold"/>
                <a:sym typeface="IBM Plex Sans SemiBold"/>
              </a:defRPr>
            </a:lvl5pPr>
            <a:lvl6pPr lvl="5" rtl="0">
              <a:lnSpc>
                <a:spcPct val="100000"/>
              </a:lnSpc>
              <a:spcBef>
                <a:spcPts val="0"/>
              </a:spcBef>
              <a:spcAft>
                <a:spcPts val="0"/>
              </a:spcAft>
              <a:buSzPts val="1400"/>
              <a:buFont typeface="IBM Plex Sans SemiBold"/>
              <a:buNone/>
              <a:defRPr>
                <a:latin typeface="IBM Plex Sans SemiBold"/>
                <a:ea typeface="IBM Plex Sans SemiBold"/>
                <a:cs typeface="IBM Plex Sans SemiBold"/>
                <a:sym typeface="IBM Plex Sans SemiBold"/>
              </a:defRPr>
            </a:lvl6pPr>
            <a:lvl7pPr lvl="6" rtl="0">
              <a:lnSpc>
                <a:spcPct val="100000"/>
              </a:lnSpc>
              <a:spcBef>
                <a:spcPts val="0"/>
              </a:spcBef>
              <a:spcAft>
                <a:spcPts val="0"/>
              </a:spcAft>
              <a:buSzPts val="1400"/>
              <a:buFont typeface="IBM Plex Sans SemiBold"/>
              <a:buNone/>
              <a:defRPr>
                <a:latin typeface="IBM Plex Sans SemiBold"/>
                <a:ea typeface="IBM Plex Sans SemiBold"/>
                <a:cs typeface="IBM Plex Sans SemiBold"/>
                <a:sym typeface="IBM Plex Sans SemiBold"/>
              </a:defRPr>
            </a:lvl7pPr>
            <a:lvl8pPr lvl="7" rtl="0">
              <a:lnSpc>
                <a:spcPct val="100000"/>
              </a:lnSpc>
              <a:spcBef>
                <a:spcPts val="0"/>
              </a:spcBef>
              <a:spcAft>
                <a:spcPts val="0"/>
              </a:spcAft>
              <a:buSzPts val="1400"/>
              <a:buFont typeface="IBM Plex Sans SemiBold"/>
              <a:buNone/>
              <a:defRPr>
                <a:latin typeface="IBM Plex Sans SemiBold"/>
                <a:ea typeface="IBM Plex Sans SemiBold"/>
                <a:cs typeface="IBM Plex Sans SemiBold"/>
                <a:sym typeface="IBM Plex Sans SemiBold"/>
              </a:defRPr>
            </a:lvl8pPr>
            <a:lvl9pPr lvl="8" rtl="0">
              <a:lnSpc>
                <a:spcPct val="100000"/>
              </a:lnSpc>
              <a:spcBef>
                <a:spcPts val="0"/>
              </a:spcBef>
              <a:spcAft>
                <a:spcPts val="0"/>
              </a:spcAft>
              <a:buSzPts val="1400"/>
              <a:buFont typeface="IBM Plex Sans SemiBold"/>
              <a:buNone/>
              <a:defRPr>
                <a:latin typeface="IBM Plex Sans SemiBold"/>
                <a:ea typeface="IBM Plex Sans SemiBold"/>
                <a:cs typeface="IBM Plex Sans SemiBold"/>
                <a:sym typeface="IBM Plex Sans SemiBold"/>
              </a:defRPr>
            </a:lvl9pPr>
          </a:lstStyle>
          <a:p>
            <a:endParaRPr/>
          </a:p>
        </p:txBody>
      </p:sp>
      <p:sp>
        <p:nvSpPr>
          <p:cNvPr id="685" name="Google Shape;685;p69"/>
          <p:cNvSpPr txBox="1">
            <a:spLocks noGrp="1"/>
          </p:cNvSpPr>
          <p:nvPr>
            <p:ph type="body" idx="3"/>
          </p:nvPr>
        </p:nvSpPr>
        <p:spPr>
          <a:xfrm>
            <a:off x="1344925" y="1551839"/>
            <a:ext cx="3897600" cy="627000"/>
          </a:xfrm>
          <a:prstGeom prst="rect">
            <a:avLst/>
          </a:prstGeom>
        </p:spPr>
        <p:txBody>
          <a:bodyPr spcFirstLastPara="1" wrap="square" lIns="0" tIns="0" rIns="0" bIns="0" anchor="t" anchorCtr="0">
            <a:normAutofit/>
          </a:bodyPr>
          <a:lstStyle>
            <a:lvl1pPr marL="457200" lvl="0" indent="-311150" rtl="0">
              <a:spcBef>
                <a:spcPts val="0"/>
              </a:spcBef>
              <a:spcAft>
                <a:spcPts val="0"/>
              </a:spcAft>
              <a:buSzPts val="1300"/>
              <a:buChar char="■"/>
              <a:defRPr sz="1300"/>
            </a:lvl1pPr>
            <a:lvl2pPr marL="914400" lvl="1" indent="-311150" rtl="0">
              <a:spcBef>
                <a:spcPts val="0"/>
              </a:spcBef>
              <a:spcAft>
                <a:spcPts val="0"/>
              </a:spcAft>
              <a:buSzPts val="1300"/>
              <a:buChar char="■"/>
              <a:defRPr sz="1300"/>
            </a:lvl2pPr>
            <a:lvl3pPr marL="1371600" lvl="2" indent="-311150" rtl="0">
              <a:spcBef>
                <a:spcPts val="0"/>
              </a:spcBef>
              <a:spcAft>
                <a:spcPts val="0"/>
              </a:spcAft>
              <a:buSzPts val="1300"/>
              <a:buChar char="■"/>
              <a:defRPr sz="1300"/>
            </a:lvl3pPr>
            <a:lvl4pPr marL="1828800" lvl="3" indent="-311150" rtl="0">
              <a:spcBef>
                <a:spcPts val="0"/>
              </a:spcBef>
              <a:spcAft>
                <a:spcPts val="0"/>
              </a:spcAft>
              <a:buSzPts val="1300"/>
              <a:buChar char="●"/>
              <a:defRPr sz="1300"/>
            </a:lvl4pPr>
            <a:lvl5pPr marL="2286000" lvl="4" indent="-311150" rtl="0">
              <a:spcBef>
                <a:spcPts val="0"/>
              </a:spcBef>
              <a:spcAft>
                <a:spcPts val="0"/>
              </a:spcAft>
              <a:buSzPts val="1300"/>
              <a:buChar char="○"/>
              <a:defRPr sz="1300"/>
            </a:lvl5pPr>
            <a:lvl6pPr marL="2743200" lvl="5" indent="-311150" rtl="0">
              <a:spcBef>
                <a:spcPts val="0"/>
              </a:spcBef>
              <a:spcAft>
                <a:spcPts val="0"/>
              </a:spcAft>
              <a:buSzPts val="1300"/>
              <a:buChar char="■"/>
              <a:defRPr sz="1300"/>
            </a:lvl6pPr>
            <a:lvl7pPr marL="3200400" lvl="6" indent="-311150" rtl="0">
              <a:spcBef>
                <a:spcPts val="0"/>
              </a:spcBef>
              <a:spcAft>
                <a:spcPts val="0"/>
              </a:spcAft>
              <a:buSzPts val="1300"/>
              <a:buChar char="●"/>
              <a:defRPr sz="1300"/>
            </a:lvl7pPr>
            <a:lvl8pPr marL="3657600" lvl="7" indent="-311150" rtl="0">
              <a:spcBef>
                <a:spcPts val="0"/>
              </a:spcBef>
              <a:spcAft>
                <a:spcPts val="0"/>
              </a:spcAft>
              <a:buSzPts val="1300"/>
              <a:buChar char="○"/>
              <a:defRPr sz="1300"/>
            </a:lvl8pPr>
            <a:lvl9pPr marL="4114800" lvl="8" indent="-311150" rtl="0">
              <a:spcBef>
                <a:spcPts val="0"/>
              </a:spcBef>
              <a:spcAft>
                <a:spcPts val="0"/>
              </a:spcAft>
              <a:buSzPts val="1300"/>
              <a:buChar char="■"/>
              <a:defRPr sz="1300"/>
            </a:lvl9pPr>
          </a:lstStyle>
          <a:p>
            <a:endParaRPr/>
          </a:p>
        </p:txBody>
      </p:sp>
      <p:sp>
        <p:nvSpPr>
          <p:cNvPr id="686" name="Google Shape;686;p69"/>
          <p:cNvSpPr txBox="1">
            <a:spLocks noGrp="1"/>
          </p:cNvSpPr>
          <p:nvPr>
            <p:ph type="subTitle" idx="4"/>
          </p:nvPr>
        </p:nvSpPr>
        <p:spPr>
          <a:xfrm>
            <a:off x="1326725" y="2306550"/>
            <a:ext cx="3895800" cy="311400"/>
          </a:xfrm>
          <a:prstGeom prst="rect">
            <a:avLst/>
          </a:prstGeom>
        </p:spPr>
        <p:txBody>
          <a:bodyPr spcFirstLastPara="1" wrap="square" lIns="0" tIns="0" rIns="0" bIns="0" anchor="t" anchorCtr="0">
            <a:normAutofit/>
          </a:bodyPr>
          <a:lstStyle>
            <a:lvl1pPr lvl="0" rtl="0">
              <a:lnSpc>
                <a:spcPct val="100000"/>
              </a:lnSpc>
              <a:spcBef>
                <a:spcPts val="0"/>
              </a:spcBef>
              <a:spcAft>
                <a:spcPts val="0"/>
              </a:spcAft>
              <a:buClr>
                <a:schemeClr val="dk1"/>
              </a:buClr>
              <a:buSzPts val="2000"/>
              <a:buFont typeface="IBM Plex Sans SemiBold"/>
              <a:buNone/>
              <a:defRPr sz="2000">
                <a:latin typeface="IBM Plex Sans SemiBold"/>
                <a:ea typeface="IBM Plex Sans SemiBold"/>
                <a:cs typeface="IBM Plex Sans SemiBold"/>
                <a:sym typeface="IBM Plex Sans SemiBold"/>
              </a:defRPr>
            </a:lvl1pPr>
            <a:lvl2pPr lvl="1" rtl="0">
              <a:lnSpc>
                <a:spcPct val="100000"/>
              </a:lnSpc>
              <a:spcBef>
                <a:spcPts val="0"/>
              </a:spcBef>
              <a:spcAft>
                <a:spcPts val="0"/>
              </a:spcAft>
              <a:buClr>
                <a:schemeClr val="dk1"/>
              </a:buClr>
              <a:buSzPts val="1400"/>
              <a:buFont typeface="IBM Plex Sans SemiBold"/>
              <a:buNone/>
              <a:defRPr>
                <a:latin typeface="IBM Plex Sans SemiBold"/>
                <a:ea typeface="IBM Plex Sans SemiBold"/>
                <a:cs typeface="IBM Plex Sans SemiBold"/>
                <a:sym typeface="IBM Plex Sans SemiBold"/>
              </a:defRPr>
            </a:lvl2pPr>
            <a:lvl3pPr lvl="2" rtl="0">
              <a:lnSpc>
                <a:spcPct val="100000"/>
              </a:lnSpc>
              <a:spcBef>
                <a:spcPts val="0"/>
              </a:spcBef>
              <a:spcAft>
                <a:spcPts val="0"/>
              </a:spcAft>
              <a:buClr>
                <a:schemeClr val="dk1"/>
              </a:buClr>
              <a:buSzPts val="1400"/>
              <a:buFont typeface="IBM Plex Sans SemiBold"/>
              <a:buNone/>
              <a:defRPr>
                <a:latin typeface="IBM Plex Sans SemiBold"/>
                <a:ea typeface="IBM Plex Sans SemiBold"/>
                <a:cs typeface="IBM Plex Sans SemiBold"/>
                <a:sym typeface="IBM Plex Sans SemiBold"/>
              </a:defRPr>
            </a:lvl3pPr>
            <a:lvl4pPr lvl="3" rtl="0">
              <a:lnSpc>
                <a:spcPct val="100000"/>
              </a:lnSpc>
              <a:spcBef>
                <a:spcPts val="0"/>
              </a:spcBef>
              <a:spcAft>
                <a:spcPts val="0"/>
              </a:spcAft>
              <a:buClr>
                <a:schemeClr val="dk1"/>
              </a:buClr>
              <a:buSzPts val="1400"/>
              <a:buFont typeface="IBM Plex Sans SemiBold"/>
              <a:buNone/>
              <a:defRPr>
                <a:latin typeface="IBM Plex Sans SemiBold"/>
                <a:ea typeface="IBM Plex Sans SemiBold"/>
                <a:cs typeface="IBM Plex Sans SemiBold"/>
                <a:sym typeface="IBM Plex Sans SemiBold"/>
              </a:defRPr>
            </a:lvl4pPr>
            <a:lvl5pPr lvl="4" rtl="0">
              <a:lnSpc>
                <a:spcPct val="100000"/>
              </a:lnSpc>
              <a:spcBef>
                <a:spcPts val="0"/>
              </a:spcBef>
              <a:spcAft>
                <a:spcPts val="0"/>
              </a:spcAft>
              <a:buSzPts val="1400"/>
              <a:buFont typeface="IBM Plex Sans SemiBold"/>
              <a:buNone/>
              <a:defRPr>
                <a:latin typeface="IBM Plex Sans SemiBold"/>
                <a:ea typeface="IBM Plex Sans SemiBold"/>
                <a:cs typeface="IBM Plex Sans SemiBold"/>
                <a:sym typeface="IBM Plex Sans SemiBold"/>
              </a:defRPr>
            </a:lvl5pPr>
            <a:lvl6pPr lvl="5" rtl="0">
              <a:lnSpc>
                <a:spcPct val="100000"/>
              </a:lnSpc>
              <a:spcBef>
                <a:spcPts val="0"/>
              </a:spcBef>
              <a:spcAft>
                <a:spcPts val="0"/>
              </a:spcAft>
              <a:buSzPts val="1400"/>
              <a:buFont typeface="IBM Plex Sans SemiBold"/>
              <a:buNone/>
              <a:defRPr>
                <a:latin typeface="IBM Plex Sans SemiBold"/>
                <a:ea typeface="IBM Plex Sans SemiBold"/>
                <a:cs typeface="IBM Plex Sans SemiBold"/>
                <a:sym typeface="IBM Plex Sans SemiBold"/>
              </a:defRPr>
            </a:lvl6pPr>
            <a:lvl7pPr lvl="6" rtl="0">
              <a:lnSpc>
                <a:spcPct val="100000"/>
              </a:lnSpc>
              <a:spcBef>
                <a:spcPts val="0"/>
              </a:spcBef>
              <a:spcAft>
                <a:spcPts val="0"/>
              </a:spcAft>
              <a:buSzPts val="1400"/>
              <a:buFont typeface="IBM Plex Sans SemiBold"/>
              <a:buNone/>
              <a:defRPr>
                <a:latin typeface="IBM Plex Sans SemiBold"/>
                <a:ea typeface="IBM Plex Sans SemiBold"/>
                <a:cs typeface="IBM Plex Sans SemiBold"/>
                <a:sym typeface="IBM Plex Sans SemiBold"/>
              </a:defRPr>
            </a:lvl7pPr>
            <a:lvl8pPr lvl="7" rtl="0">
              <a:lnSpc>
                <a:spcPct val="100000"/>
              </a:lnSpc>
              <a:spcBef>
                <a:spcPts val="0"/>
              </a:spcBef>
              <a:spcAft>
                <a:spcPts val="0"/>
              </a:spcAft>
              <a:buSzPts val="1400"/>
              <a:buFont typeface="IBM Plex Sans SemiBold"/>
              <a:buNone/>
              <a:defRPr>
                <a:latin typeface="IBM Plex Sans SemiBold"/>
                <a:ea typeface="IBM Plex Sans SemiBold"/>
                <a:cs typeface="IBM Plex Sans SemiBold"/>
                <a:sym typeface="IBM Plex Sans SemiBold"/>
              </a:defRPr>
            </a:lvl8pPr>
            <a:lvl9pPr lvl="8" rtl="0">
              <a:lnSpc>
                <a:spcPct val="100000"/>
              </a:lnSpc>
              <a:spcBef>
                <a:spcPts val="0"/>
              </a:spcBef>
              <a:spcAft>
                <a:spcPts val="0"/>
              </a:spcAft>
              <a:buSzPts val="1400"/>
              <a:buFont typeface="IBM Plex Sans SemiBold"/>
              <a:buNone/>
              <a:defRPr>
                <a:latin typeface="IBM Plex Sans SemiBold"/>
                <a:ea typeface="IBM Plex Sans SemiBold"/>
                <a:cs typeface="IBM Plex Sans SemiBold"/>
                <a:sym typeface="IBM Plex Sans SemiBold"/>
              </a:defRPr>
            </a:lvl9pPr>
          </a:lstStyle>
          <a:p>
            <a:endParaRPr/>
          </a:p>
        </p:txBody>
      </p:sp>
      <p:sp>
        <p:nvSpPr>
          <p:cNvPr id="687" name="Google Shape;687;p69"/>
          <p:cNvSpPr txBox="1">
            <a:spLocks noGrp="1"/>
          </p:cNvSpPr>
          <p:nvPr>
            <p:ph type="body" idx="5"/>
          </p:nvPr>
        </p:nvSpPr>
        <p:spPr>
          <a:xfrm>
            <a:off x="1344925" y="2693189"/>
            <a:ext cx="3897600" cy="627000"/>
          </a:xfrm>
          <a:prstGeom prst="rect">
            <a:avLst/>
          </a:prstGeom>
        </p:spPr>
        <p:txBody>
          <a:bodyPr spcFirstLastPara="1" wrap="square" lIns="0" tIns="0" rIns="0" bIns="0" anchor="t" anchorCtr="0">
            <a:normAutofit/>
          </a:bodyPr>
          <a:lstStyle>
            <a:lvl1pPr marL="457200" lvl="0" indent="-311150" rtl="0">
              <a:spcBef>
                <a:spcPts val="0"/>
              </a:spcBef>
              <a:spcAft>
                <a:spcPts val="0"/>
              </a:spcAft>
              <a:buSzPts val="1300"/>
              <a:buChar char="■"/>
              <a:defRPr sz="1300"/>
            </a:lvl1pPr>
            <a:lvl2pPr marL="914400" lvl="1" indent="-311150" rtl="0">
              <a:spcBef>
                <a:spcPts val="0"/>
              </a:spcBef>
              <a:spcAft>
                <a:spcPts val="0"/>
              </a:spcAft>
              <a:buSzPts val="1300"/>
              <a:buChar char="■"/>
              <a:defRPr sz="1300"/>
            </a:lvl2pPr>
            <a:lvl3pPr marL="1371600" lvl="2" indent="-311150" rtl="0">
              <a:spcBef>
                <a:spcPts val="0"/>
              </a:spcBef>
              <a:spcAft>
                <a:spcPts val="0"/>
              </a:spcAft>
              <a:buSzPts val="1300"/>
              <a:buChar char="■"/>
              <a:defRPr sz="1300"/>
            </a:lvl3pPr>
            <a:lvl4pPr marL="1828800" lvl="3" indent="-311150" rtl="0">
              <a:spcBef>
                <a:spcPts val="0"/>
              </a:spcBef>
              <a:spcAft>
                <a:spcPts val="0"/>
              </a:spcAft>
              <a:buSzPts val="1300"/>
              <a:buChar char="●"/>
              <a:defRPr sz="1300"/>
            </a:lvl4pPr>
            <a:lvl5pPr marL="2286000" lvl="4" indent="-311150" rtl="0">
              <a:spcBef>
                <a:spcPts val="0"/>
              </a:spcBef>
              <a:spcAft>
                <a:spcPts val="0"/>
              </a:spcAft>
              <a:buSzPts val="1300"/>
              <a:buChar char="○"/>
              <a:defRPr sz="1300"/>
            </a:lvl5pPr>
            <a:lvl6pPr marL="2743200" lvl="5" indent="-311150" rtl="0">
              <a:spcBef>
                <a:spcPts val="0"/>
              </a:spcBef>
              <a:spcAft>
                <a:spcPts val="0"/>
              </a:spcAft>
              <a:buSzPts val="1300"/>
              <a:buChar char="■"/>
              <a:defRPr sz="1300"/>
            </a:lvl6pPr>
            <a:lvl7pPr marL="3200400" lvl="6" indent="-311150" rtl="0">
              <a:spcBef>
                <a:spcPts val="0"/>
              </a:spcBef>
              <a:spcAft>
                <a:spcPts val="0"/>
              </a:spcAft>
              <a:buSzPts val="1300"/>
              <a:buChar char="●"/>
              <a:defRPr sz="1300"/>
            </a:lvl7pPr>
            <a:lvl8pPr marL="3657600" lvl="7" indent="-311150" rtl="0">
              <a:spcBef>
                <a:spcPts val="0"/>
              </a:spcBef>
              <a:spcAft>
                <a:spcPts val="0"/>
              </a:spcAft>
              <a:buSzPts val="1300"/>
              <a:buChar char="○"/>
              <a:defRPr sz="1300"/>
            </a:lvl8pPr>
            <a:lvl9pPr marL="4114800" lvl="8" indent="-311150" rtl="0">
              <a:spcBef>
                <a:spcPts val="0"/>
              </a:spcBef>
              <a:spcAft>
                <a:spcPts val="0"/>
              </a:spcAft>
              <a:buSzPts val="1300"/>
              <a:buChar char="■"/>
              <a:defRPr sz="1300"/>
            </a:lvl9pPr>
          </a:lstStyle>
          <a:p>
            <a:endParaRPr/>
          </a:p>
        </p:txBody>
      </p:sp>
      <p:sp>
        <p:nvSpPr>
          <p:cNvPr id="688" name="Google Shape;688;p69"/>
          <p:cNvSpPr txBox="1">
            <a:spLocks noGrp="1"/>
          </p:cNvSpPr>
          <p:nvPr>
            <p:ph type="subTitle" idx="6"/>
          </p:nvPr>
        </p:nvSpPr>
        <p:spPr>
          <a:xfrm>
            <a:off x="1326725" y="3509325"/>
            <a:ext cx="3895800" cy="311400"/>
          </a:xfrm>
          <a:prstGeom prst="rect">
            <a:avLst/>
          </a:prstGeom>
        </p:spPr>
        <p:txBody>
          <a:bodyPr spcFirstLastPara="1" wrap="square" lIns="0" tIns="0" rIns="0" bIns="0" anchor="t" anchorCtr="0">
            <a:normAutofit/>
          </a:bodyPr>
          <a:lstStyle>
            <a:lvl1pPr lvl="0" rtl="0">
              <a:lnSpc>
                <a:spcPct val="100000"/>
              </a:lnSpc>
              <a:spcBef>
                <a:spcPts val="0"/>
              </a:spcBef>
              <a:spcAft>
                <a:spcPts val="0"/>
              </a:spcAft>
              <a:buClr>
                <a:schemeClr val="dk1"/>
              </a:buClr>
              <a:buSzPts val="2000"/>
              <a:buFont typeface="IBM Plex Sans SemiBold"/>
              <a:buNone/>
              <a:defRPr sz="2000">
                <a:latin typeface="IBM Plex Sans SemiBold"/>
                <a:ea typeface="IBM Plex Sans SemiBold"/>
                <a:cs typeface="IBM Plex Sans SemiBold"/>
                <a:sym typeface="IBM Plex Sans SemiBold"/>
              </a:defRPr>
            </a:lvl1pPr>
            <a:lvl2pPr lvl="1" rtl="0">
              <a:lnSpc>
                <a:spcPct val="100000"/>
              </a:lnSpc>
              <a:spcBef>
                <a:spcPts val="0"/>
              </a:spcBef>
              <a:spcAft>
                <a:spcPts val="0"/>
              </a:spcAft>
              <a:buClr>
                <a:schemeClr val="dk1"/>
              </a:buClr>
              <a:buSzPts val="1400"/>
              <a:buFont typeface="IBM Plex Sans SemiBold"/>
              <a:buNone/>
              <a:defRPr>
                <a:latin typeface="IBM Plex Sans SemiBold"/>
                <a:ea typeface="IBM Plex Sans SemiBold"/>
                <a:cs typeface="IBM Plex Sans SemiBold"/>
                <a:sym typeface="IBM Plex Sans SemiBold"/>
              </a:defRPr>
            </a:lvl2pPr>
            <a:lvl3pPr lvl="2" rtl="0">
              <a:lnSpc>
                <a:spcPct val="100000"/>
              </a:lnSpc>
              <a:spcBef>
                <a:spcPts val="0"/>
              </a:spcBef>
              <a:spcAft>
                <a:spcPts val="0"/>
              </a:spcAft>
              <a:buClr>
                <a:schemeClr val="dk1"/>
              </a:buClr>
              <a:buSzPts val="1400"/>
              <a:buFont typeface="IBM Plex Sans SemiBold"/>
              <a:buNone/>
              <a:defRPr>
                <a:latin typeface="IBM Plex Sans SemiBold"/>
                <a:ea typeface="IBM Plex Sans SemiBold"/>
                <a:cs typeface="IBM Plex Sans SemiBold"/>
                <a:sym typeface="IBM Plex Sans SemiBold"/>
              </a:defRPr>
            </a:lvl3pPr>
            <a:lvl4pPr lvl="3" rtl="0">
              <a:lnSpc>
                <a:spcPct val="100000"/>
              </a:lnSpc>
              <a:spcBef>
                <a:spcPts val="0"/>
              </a:spcBef>
              <a:spcAft>
                <a:spcPts val="0"/>
              </a:spcAft>
              <a:buClr>
                <a:schemeClr val="dk1"/>
              </a:buClr>
              <a:buSzPts val="1400"/>
              <a:buFont typeface="IBM Plex Sans SemiBold"/>
              <a:buNone/>
              <a:defRPr>
                <a:latin typeface="IBM Plex Sans SemiBold"/>
                <a:ea typeface="IBM Plex Sans SemiBold"/>
                <a:cs typeface="IBM Plex Sans SemiBold"/>
                <a:sym typeface="IBM Plex Sans SemiBold"/>
              </a:defRPr>
            </a:lvl4pPr>
            <a:lvl5pPr lvl="4" rtl="0">
              <a:lnSpc>
                <a:spcPct val="100000"/>
              </a:lnSpc>
              <a:spcBef>
                <a:spcPts val="0"/>
              </a:spcBef>
              <a:spcAft>
                <a:spcPts val="0"/>
              </a:spcAft>
              <a:buSzPts val="1400"/>
              <a:buFont typeface="IBM Plex Sans SemiBold"/>
              <a:buNone/>
              <a:defRPr>
                <a:latin typeface="IBM Plex Sans SemiBold"/>
                <a:ea typeface="IBM Plex Sans SemiBold"/>
                <a:cs typeface="IBM Plex Sans SemiBold"/>
                <a:sym typeface="IBM Plex Sans SemiBold"/>
              </a:defRPr>
            </a:lvl5pPr>
            <a:lvl6pPr lvl="5" rtl="0">
              <a:lnSpc>
                <a:spcPct val="100000"/>
              </a:lnSpc>
              <a:spcBef>
                <a:spcPts val="0"/>
              </a:spcBef>
              <a:spcAft>
                <a:spcPts val="0"/>
              </a:spcAft>
              <a:buSzPts val="1400"/>
              <a:buFont typeface="IBM Plex Sans SemiBold"/>
              <a:buNone/>
              <a:defRPr>
                <a:latin typeface="IBM Plex Sans SemiBold"/>
                <a:ea typeface="IBM Plex Sans SemiBold"/>
                <a:cs typeface="IBM Plex Sans SemiBold"/>
                <a:sym typeface="IBM Plex Sans SemiBold"/>
              </a:defRPr>
            </a:lvl6pPr>
            <a:lvl7pPr lvl="6" rtl="0">
              <a:lnSpc>
                <a:spcPct val="100000"/>
              </a:lnSpc>
              <a:spcBef>
                <a:spcPts val="0"/>
              </a:spcBef>
              <a:spcAft>
                <a:spcPts val="0"/>
              </a:spcAft>
              <a:buSzPts val="1400"/>
              <a:buFont typeface="IBM Plex Sans SemiBold"/>
              <a:buNone/>
              <a:defRPr>
                <a:latin typeface="IBM Plex Sans SemiBold"/>
                <a:ea typeface="IBM Plex Sans SemiBold"/>
                <a:cs typeface="IBM Plex Sans SemiBold"/>
                <a:sym typeface="IBM Plex Sans SemiBold"/>
              </a:defRPr>
            </a:lvl7pPr>
            <a:lvl8pPr lvl="7" rtl="0">
              <a:lnSpc>
                <a:spcPct val="100000"/>
              </a:lnSpc>
              <a:spcBef>
                <a:spcPts val="0"/>
              </a:spcBef>
              <a:spcAft>
                <a:spcPts val="0"/>
              </a:spcAft>
              <a:buSzPts val="1400"/>
              <a:buFont typeface="IBM Plex Sans SemiBold"/>
              <a:buNone/>
              <a:defRPr>
                <a:latin typeface="IBM Plex Sans SemiBold"/>
                <a:ea typeface="IBM Plex Sans SemiBold"/>
                <a:cs typeface="IBM Plex Sans SemiBold"/>
                <a:sym typeface="IBM Plex Sans SemiBold"/>
              </a:defRPr>
            </a:lvl8pPr>
            <a:lvl9pPr lvl="8" rtl="0">
              <a:lnSpc>
                <a:spcPct val="100000"/>
              </a:lnSpc>
              <a:spcBef>
                <a:spcPts val="0"/>
              </a:spcBef>
              <a:spcAft>
                <a:spcPts val="0"/>
              </a:spcAft>
              <a:buSzPts val="1400"/>
              <a:buFont typeface="IBM Plex Sans SemiBold"/>
              <a:buNone/>
              <a:defRPr>
                <a:latin typeface="IBM Plex Sans SemiBold"/>
                <a:ea typeface="IBM Plex Sans SemiBold"/>
                <a:cs typeface="IBM Plex Sans SemiBold"/>
                <a:sym typeface="IBM Plex Sans SemiBold"/>
              </a:defRPr>
            </a:lvl9pPr>
          </a:lstStyle>
          <a:p>
            <a:endParaRPr/>
          </a:p>
        </p:txBody>
      </p:sp>
      <p:sp>
        <p:nvSpPr>
          <p:cNvPr id="689" name="Google Shape;689;p69"/>
          <p:cNvSpPr txBox="1">
            <a:spLocks noGrp="1"/>
          </p:cNvSpPr>
          <p:nvPr>
            <p:ph type="body" idx="7"/>
          </p:nvPr>
        </p:nvSpPr>
        <p:spPr>
          <a:xfrm>
            <a:off x="1344925" y="3895964"/>
            <a:ext cx="3897600" cy="627000"/>
          </a:xfrm>
          <a:prstGeom prst="rect">
            <a:avLst/>
          </a:prstGeom>
        </p:spPr>
        <p:txBody>
          <a:bodyPr spcFirstLastPara="1" wrap="square" lIns="0" tIns="0" rIns="0" bIns="0" anchor="t" anchorCtr="0">
            <a:normAutofit/>
          </a:bodyPr>
          <a:lstStyle>
            <a:lvl1pPr marL="457200" lvl="0" indent="-311150" rtl="0">
              <a:spcBef>
                <a:spcPts val="0"/>
              </a:spcBef>
              <a:spcAft>
                <a:spcPts val="0"/>
              </a:spcAft>
              <a:buSzPts val="1300"/>
              <a:buChar char="■"/>
              <a:defRPr sz="1300"/>
            </a:lvl1pPr>
            <a:lvl2pPr marL="914400" lvl="1" indent="-311150" rtl="0">
              <a:spcBef>
                <a:spcPts val="0"/>
              </a:spcBef>
              <a:spcAft>
                <a:spcPts val="0"/>
              </a:spcAft>
              <a:buSzPts val="1300"/>
              <a:buChar char="■"/>
              <a:defRPr sz="1300"/>
            </a:lvl2pPr>
            <a:lvl3pPr marL="1371600" lvl="2" indent="-311150" rtl="0">
              <a:spcBef>
                <a:spcPts val="0"/>
              </a:spcBef>
              <a:spcAft>
                <a:spcPts val="0"/>
              </a:spcAft>
              <a:buSzPts val="1300"/>
              <a:buChar char="■"/>
              <a:defRPr sz="1300"/>
            </a:lvl3pPr>
            <a:lvl4pPr marL="1828800" lvl="3" indent="-311150" rtl="0">
              <a:spcBef>
                <a:spcPts val="0"/>
              </a:spcBef>
              <a:spcAft>
                <a:spcPts val="0"/>
              </a:spcAft>
              <a:buSzPts val="1300"/>
              <a:buChar char="●"/>
              <a:defRPr sz="1300"/>
            </a:lvl4pPr>
            <a:lvl5pPr marL="2286000" lvl="4" indent="-311150" rtl="0">
              <a:spcBef>
                <a:spcPts val="0"/>
              </a:spcBef>
              <a:spcAft>
                <a:spcPts val="0"/>
              </a:spcAft>
              <a:buSzPts val="1300"/>
              <a:buChar char="○"/>
              <a:defRPr sz="1300"/>
            </a:lvl5pPr>
            <a:lvl6pPr marL="2743200" lvl="5" indent="-311150" rtl="0">
              <a:spcBef>
                <a:spcPts val="0"/>
              </a:spcBef>
              <a:spcAft>
                <a:spcPts val="0"/>
              </a:spcAft>
              <a:buSzPts val="1300"/>
              <a:buChar char="■"/>
              <a:defRPr sz="1300"/>
            </a:lvl6pPr>
            <a:lvl7pPr marL="3200400" lvl="6" indent="-311150" rtl="0">
              <a:spcBef>
                <a:spcPts val="0"/>
              </a:spcBef>
              <a:spcAft>
                <a:spcPts val="0"/>
              </a:spcAft>
              <a:buSzPts val="1300"/>
              <a:buChar char="●"/>
              <a:defRPr sz="1300"/>
            </a:lvl7pPr>
            <a:lvl8pPr marL="3657600" lvl="7" indent="-311150" rtl="0">
              <a:spcBef>
                <a:spcPts val="0"/>
              </a:spcBef>
              <a:spcAft>
                <a:spcPts val="0"/>
              </a:spcAft>
              <a:buSzPts val="1300"/>
              <a:buChar char="○"/>
              <a:defRPr sz="1300"/>
            </a:lvl8pPr>
            <a:lvl9pPr marL="4114800" lvl="8" indent="-311150" rtl="0">
              <a:spcBef>
                <a:spcPts val="0"/>
              </a:spcBef>
              <a:spcAft>
                <a:spcPts val="0"/>
              </a:spcAft>
              <a:buSzPts val="1300"/>
              <a:buChar char="■"/>
              <a:defRPr sz="1300"/>
            </a:lvl9pPr>
          </a:lstStyle>
          <a:p>
            <a:endParaRPr/>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matchingName="4 Topics - 1">
  <p:cSld name="TITLE_ONLY_5">
    <p:spTree>
      <p:nvGrpSpPr>
        <p:cNvPr id="1" name="Shape 690"/>
        <p:cNvGrpSpPr/>
        <p:nvPr/>
      </p:nvGrpSpPr>
      <p:grpSpPr>
        <a:xfrm>
          <a:off x="0" y="0"/>
          <a:ext cx="0" cy="0"/>
          <a:chOff x="0" y="0"/>
          <a:chExt cx="0" cy="0"/>
        </a:xfrm>
      </p:grpSpPr>
      <p:sp>
        <p:nvSpPr>
          <p:cNvPr id="691" name="Google Shape;691;p70"/>
          <p:cNvSpPr/>
          <p:nvPr/>
        </p:nvSpPr>
        <p:spPr>
          <a:xfrm rot="-5400000">
            <a:off x="3023125" y="-1399625"/>
            <a:ext cx="3641400" cy="8762100"/>
          </a:xfrm>
          <a:prstGeom prst="round2SameRect">
            <a:avLst>
              <a:gd name="adj1" fmla="val 14166"/>
              <a:gd name="adj2" fmla="val 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2" name="Google Shape;692;p70"/>
          <p:cNvSpPr txBox="1">
            <a:spLocks noGrp="1"/>
          </p:cNvSpPr>
          <p:nvPr>
            <p:ph type="title"/>
          </p:nvPr>
        </p:nvSpPr>
        <p:spPr>
          <a:xfrm>
            <a:off x="457200" y="114300"/>
            <a:ext cx="8229600" cy="903300"/>
          </a:xfrm>
          <a:prstGeom prst="rect">
            <a:avLst/>
          </a:prstGeom>
        </p:spPr>
        <p:txBody>
          <a:bodyPr spcFirstLastPara="1" wrap="square" lIns="0" tIns="0" rIns="0" bIns="0" anchor="t" anchorCtr="0">
            <a:normAutofit/>
          </a:bodyPr>
          <a:lstStyle>
            <a:lvl1pPr lvl="0" rtl="0">
              <a:spcBef>
                <a:spcPts val="0"/>
              </a:spcBef>
              <a:spcAft>
                <a:spcPts val="0"/>
              </a:spcAft>
              <a:buSzPts val="34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693" name="Google Shape;693;p70"/>
          <p:cNvSpPr txBox="1">
            <a:spLocks noGrp="1"/>
          </p:cNvSpPr>
          <p:nvPr>
            <p:ph type="sldNum" idx="12"/>
          </p:nvPr>
        </p:nvSpPr>
        <p:spPr>
          <a:xfrm>
            <a:off x="8366700" y="4805546"/>
            <a:ext cx="548700" cy="215400"/>
          </a:xfrm>
          <a:prstGeom prst="rect">
            <a:avLst/>
          </a:prstGeom>
        </p:spPr>
        <p:txBody>
          <a:bodyPr spcFirstLastPara="1" wrap="square" lIns="0" tIns="0" rIns="0" bIns="0" anchor="b"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pic>
        <p:nvPicPr>
          <p:cNvPr id="694" name="Google Shape;694;p70"/>
          <p:cNvPicPr preferRelativeResize="0"/>
          <p:nvPr/>
        </p:nvPicPr>
        <p:blipFill>
          <a:blip r:embed="rId2">
            <a:alphaModFix/>
          </a:blip>
          <a:stretch>
            <a:fillRect/>
          </a:stretch>
        </p:blipFill>
        <p:spPr>
          <a:xfrm>
            <a:off x="8544852" y="62010"/>
            <a:ext cx="599140" cy="599141"/>
          </a:xfrm>
          <a:prstGeom prst="rect">
            <a:avLst/>
          </a:prstGeom>
          <a:noFill/>
          <a:ln>
            <a:noFill/>
          </a:ln>
        </p:spPr>
      </p:pic>
      <p:sp>
        <p:nvSpPr>
          <p:cNvPr id="695" name="Google Shape;695;p70"/>
          <p:cNvSpPr txBox="1">
            <a:spLocks noGrp="1"/>
          </p:cNvSpPr>
          <p:nvPr>
            <p:ph type="subTitle" idx="1"/>
          </p:nvPr>
        </p:nvSpPr>
        <p:spPr>
          <a:xfrm>
            <a:off x="467075" y="4814525"/>
            <a:ext cx="2326500" cy="206400"/>
          </a:xfrm>
          <a:prstGeom prst="rect">
            <a:avLst/>
          </a:prstGeom>
        </p:spPr>
        <p:txBody>
          <a:bodyPr spcFirstLastPara="1" wrap="square" lIns="0" tIns="0" rIns="0" bIns="0" anchor="b" anchorCtr="0">
            <a:normAutofit/>
          </a:bodyPr>
          <a:lstStyle>
            <a:lvl1pPr lvl="0" rtl="0">
              <a:spcBef>
                <a:spcPts val="0"/>
              </a:spcBef>
              <a:spcAft>
                <a:spcPts val="0"/>
              </a:spcAft>
              <a:buClr>
                <a:schemeClr val="dk2"/>
              </a:buClr>
              <a:buSzPts val="700"/>
              <a:buNone/>
              <a:defRPr sz="700">
                <a:solidFill>
                  <a:schemeClr val="dk2"/>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96" name="Google Shape;696;p70"/>
          <p:cNvSpPr>
            <a:spLocks noGrp="1"/>
          </p:cNvSpPr>
          <p:nvPr>
            <p:ph type="pic" idx="2"/>
          </p:nvPr>
        </p:nvSpPr>
        <p:spPr>
          <a:xfrm>
            <a:off x="956075" y="1560488"/>
            <a:ext cx="903300" cy="903300"/>
          </a:xfrm>
          <a:prstGeom prst="roundRect">
            <a:avLst>
              <a:gd name="adj" fmla="val 16667"/>
            </a:avLst>
          </a:prstGeom>
          <a:noFill/>
          <a:ln>
            <a:noFill/>
          </a:ln>
        </p:spPr>
      </p:sp>
      <p:sp>
        <p:nvSpPr>
          <p:cNvPr id="697" name="Google Shape;697;p70"/>
          <p:cNvSpPr>
            <a:spLocks noGrp="1"/>
          </p:cNvSpPr>
          <p:nvPr>
            <p:ph type="pic" idx="3"/>
          </p:nvPr>
        </p:nvSpPr>
        <p:spPr>
          <a:xfrm>
            <a:off x="956075" y="3091125"/>
            <a:ext cx="903300" cy="903300"/>
          </a:xfrm>
          <a:prstGeom prst="roundRect">
            <a:avLst>
              <a:gd name="adj" fmla="val 16667"/>
            </a:avLst>
          </a:prstGeom>
          <a:noFill/>
          <a:ln>
            <a:noFill/>
          </a:ln>
        </p:spPr>
      </p:sp>
      <p:sp>
        <p:nvSpPr>
          <p:cNvPr id="698" name="Google Shape;698;p70"/>
          <p:cNvSpPr>
            <a:spLocks noGrp="1"/>
          </p:cNvSpPr>
          <p:nvPr>
            <p:ph type="pic" idx="4"/>
          </p:nvPr>
        </p:nvSpPr>
        <p:spPr>
          <a:xfrm>
            <a:off x="4654925" y="1560500"/>
            <a:ext cx="903300" cy="903300"/>
          </a:xfrm>
          <a:prstGeom prst="roundRect">
            <a:avLst>
              <a:gd name="adj" fmla="val 16667"/>
            </a:avLst>
          </a:prstGeom>
          <a:noFill/>
          <a:ln>
            <a:noFill/>
          </a:ln>
        </p:spPr>
      </p:sp>
      <p:sp>
        <p:nvSpPr>
          <p:cNvPr id="699" name="Google Shape;699;p70"/>
          <p:cNvSpPr>
            <a:spLocks noGrp="1"/>
          </p:cNvSpPr>
          <p:nvPr>
            <p:ph type="pic" idx="5"/>
          </p:nvPr>
        </p:nvSpPr>
        <p:spPr>
          <a:xfrm>
            <a:off x="4654925" y="3091125"/>
            <a:ext cx="903300" cy="903300"/>
          </a:xfrm>
          <a:prstGeom prst="roundRect">
            <a:avLst>
              <a:gd name="adj" fmla="val 16667"/>
            </a:avLst>
          </a:prstGeom>
          <a:noFill/>
          <a:ln>
            <a:noFill/>
          </a:ln>
        </p:spPr>
      </p:sp>
      <p:sp>
        <p:nvSpPr>
          <p:cNvPr id="700" name="Google Shape;700;p70"/>
          <p:cNvSpPr txBox="1">
            <a:spLocks noGrp="1"/>
          </p:cNvSpPr>
          <p:nvPr>
            <p:ph type="subTitle" idx="6"/>
          </p:nvPr>
        </p:nvSpPr>
        <p:spPr>
          <a:xfrm>
            <a:off x="2011775" y="1569988"/>
            <a:ext cx="2466600" cy="311400"/>
          </a:xfrm>
          <a:prstGeom prst="rect">
            <a:avLst/>
          </a:prstGeom>
        </p:spPr>
        <p:txBody>
          <a:bodyPr spcFirstLastPara="1" wrap="square" lIns="0" tIns="0" rIns="0" bIns="0" anchor="t" anchorCtr="0">
            <a:normAutofit/>
          </a:bodyPr>
          <a:lstStyle>
            <a:lvl1pPr lvl="0" rtl="0">
              <a:lnSpc>
                <a:spcPct val="100000"/>
              </a:lnSpc>
              <a:spcBef>
                <a:spcPts val="0"/>
              </a:spcBef>
              <a:spcAft>
                <a:spcPts val="0"/>
              </a:spcAft>
              <a:buClr>
                <a:schemeClr val="lt2"/>
              </a:buClr>
              <a:buSzPts val="1600"/>
              <a:buFont typeface="IBM Plex Sans Medium"/>
              <a:buNone/>
              <a:defRPr>
                <a:solidFill>
                  <a:schemeClr val="lt2"/>
                </a:solidFill>
                <a:latin typeface="IBM Plex Sans Medium"/>
                <a:ea typeface="IBM Plex Sans Medium"/>
                <a:cs typeface="IBM Plex Sans Medium"/>
                <a:sym typeface="IBM Plex Sans Medium"/>
              </a:defRPr>
            </a:lvl1pPr>
            <a:lvl2pPr lvl="1" rtl="0">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2pPr>
            <a:lvl3pPr lvl="2" rtl="0">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3pPr>
            <a:lvl4pPr lvl="3" rtl="0">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4pPr>
            <a:lvl5pPr lvl="4" rtl="0">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5pPr>
            <a:lvl6pPr lvl="5" rtl="0">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6pPr>
            <a:lvl7pPr lvl="6" rtl="0">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7pPr>
            <a:lvl8pPr lvl="7" rtl="0">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8pPr>
            <a:lvl9pPr lvl="8" rtl="0">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9pPr>
          </a:lstStyle>
          <a:p>
            <a:endParaRPr/>
          </a:p>
        </p:txBody>
      </p:sp>
      <p:sp>
        <p:nvSpPr>
          <p:cNvPr id="701" name="Google Shape;701;p70"/>
          <p:cNvSpPr txBox="1">
            <a:spLocks noGrp="1"/>
          </p:cNvSpPr>
          <p:nvPr>
            <p:ph type="body" idx="7"/>
          </p:nvPr>
        </p:nvSpPr>
        <p:spPr>
          <a:xfrm>
            <a:off x="2023300" y="1973113"/>
            <a:ext cx="2467800" cy="903300"/>
          </a:xfrm>
          <a:prstGeom prst="rect">
            <a:avLst/>
          </a:prstGeom>
        </p:spPr>
        <p:txBody>
          <a:bodyPr spcFirstLastPara="1" wrap="square" lIns="0" tIns="0" rIns="0" bIns="0" anchor="t" anchorCtr="0">
            <a:normAutofit/>
          </a:bodyPr>
          <a:lstStyle>
            <a:lvl1pPr marL="457200" lvl="0" indent="-317500" rtl="0">
              <a:spcBef>
                <a:spcPts val="0"/>
              </a:spcBef>
              <a:spcAft>
                <a:spcPts val="0"/>
              </a:spcAft>
              <a:buClr>
                <a:schemeClr val="lt1"/>
              </a:buClr>
              <a:buSzPts val="1400"/>
              <a:buChar char="■"/>
              <a:defRPr sz="1400">
                <a:solidFill>
                  <a:schemeClr val="lt1"/>
                </a:solidFill>
              </a:defRPr>
            </a:lvl1pPr>
            <a:lvl2pPr marL="914400" lvl="1" indent="-317500" rtl="0">
              <a:spcBef>
                <a:spcPts val="0"/>
              </a:spcBef>
              <a:spcAft>
                <a:spcPts val="0"/>
              </a:spcAft>
              <a:buClr>
                <a:schemeClr val="lt1"/>
              </a:buClr>
              <a:buSzPts val="1400"/>
              <a:buChar char="■"/>
              <a:defRPr>
                <a:solidFill>
                  <a:schemeClr val="lt1"/>
                </a:solidFill>
              </a:defRPr>
            </a:lvl2pPr>
            <a:lvl3pPr marL="1371600" lvl="2" indent="-317500" rtl="0">
              <a:spcBef>
                <a:spcPts val="0"/>
              </a:spcBef>
              <a:spcAft>
                <a:spcPts val="0"/>
              </a:spcAft>
              <a:buSzPts val="1400"/>
              <a:buChar char="■"/>
              <a:defRPr/>
            </a:lvl3pPr>
            <a:lvl4pPr marL="1828800" lvl="3" indent="-317500" rtl="0">
              <a:spcBef>
                <a:spcPts val="0"/>
              </a:spcBef>
              <a:spcAft>
                <a:spcPts val="0"/>
              </a:spcAft>
              <a:buSzPts val="1400"/>
              <a:buChar char="●"/>
              <a:defRPr/>
            </a:lvl4pPr>
            <a:lvl5pPr marL="2286000" lvl="4" indent="-317500" rtl="0">
              <a:spcBef>
                <a:spcPts val="0"/>
              </a:spcBef>
              <a:spcAft>
                <a:spcPts val="0"/>
              </a:spcAft>
              <a:buSzPts val="1400"/>
              <a:buChar char="○"/>
              <a:defRPr/>
            </a:lvl5pPr>
            <a:lvl6pPr marL="2743200" lvl="5" indent="-317500" rtl="0">
              <a:spcBef>
                <a:spcPts val="0"/>
              </a:spcBef>
              <a:spcAft>
                <a:spcPts val="0"/>
              </a:spcAft>
              <a:buSzPts val="1400"/>
              <a:buChar char="■"/>
              <a:defRPr/>
            </a:lvl6pPr>
            <a:lvl7pPr marL="3200400" lvl="6" indent="-317500" rtl="0">
              <a:spcBef>
                <a:spcPts val="0"/>
              </a:spcBef>
              <a:spcAft>
                <a:spcPts val="0"/>
              </a:spcAft>
              <a:buSzPts val="1400"/>
              <a:buChar char="●"/>
              <a:defRPr/>
            </a:lvl7pPr>
            <a:lvl8pPr marL="3657600" lvl="7" indent="-317500" rtl="0">
              <a:spcBef>
                <a:spcPts val="0"/>
              </a:spcBef>
              <a:spcAft>
                <a:spcPts val="0"/>
              </a:spcAft>
              <a:buSzPts val="1400"/>
              <a:buChar char="○"/>
              <a:defRPr/>
            </a:lvl8pPr>
            <a:lvl9pPr marL="4114800" lvl="8" indent="-317500" rtl="0">
              <a:spcBef>
                <a:spcPts val="0"/>
              </a:spcBef>
              <a:spcAft>
                <a:spcPts val="0"/>
              </a:spcAft>
              <a:buSzPts val="1400"/>
              <a:buChar char="■"/>
              <a:defRPr/>
            </a:lvl9pPr>
          </a:lstStyle>
          <a:p>
            <a:endParaRPr/>
          </a:p>
        </p:txBody>
      </p:sp>
      <p:sp>
        <p:nvSpPr>
          <p:cNvPr id="702" name="Google Shape;702;p70"/>
          <p:cNvSpPr txBox="1">
            <a:spLocks noGrp="1"/>
          </p:cNvSpPr>
          <p:nvPr>
            <p:ph type="subTitle" idx="8"/>
          </p:nvPr>
        </p:nvSpPr>
        <p:spPr>
          <a:xfrm>
            <a:off x="2011775" y="3091138"/>
            <a:ext cx="2466600" cy="311400"/>
          </a:xfrm>
          <a:prstGeom prst="rect">
            <a:avLst/>
          </a:prstGeom>
        </p:spPr>
        <p:txBody>
          <a:bodyPr spcFirstLastPara="1" wrap="square" lIns="0" tIns="0" rIns="0" bIns="0" anchor="t" anchorCtr="0">
            <a:normAutofit/>
          </a:bodyPr>
          <a:lstStyle>
            <a:lvl1pPr lvl="0" rtl="0">
              <a:lnSpc>
                <a:spcPct val="100000"/>
              </a:lnSpc>
              <a:spcBef>
                <a:spcPts val="0"/>
              </a:spcBef>
              <a:spcAft>
                <a:spcPts val="0"/>
              </a:spcAft>
              <a:buClr>
                <a:schemeClr val="lt2"/>
              </a:buClr>
              <a:buSzPts val="1600"/>
              <a:buFont typeface="IBM Plex Sans Medium"/>
              <a:buNone/>
              <a:defRPr>
                <a:solidFill>
                  <a:schemeClr val="lt2"/>
                </a:solidFill>
                <a:latin typeface="IBM Plex Sans Medium"/>
                <a:ea typeface="IBM Plex Sans Medium"/>
                <a:cs typeface="IBM Plex Sans Medium"/>
                <a:sym typeface="IBM Plex Sans Medium"/>
              </a:defRPr>
            </a:lvl1pPr>
            <a:lvl2pPr lvl="1" rtl="0">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2pPr>
            <a:lvl3pPr lvl="2" rtl="0">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3pPr>
            <a:lvl4pPr lvl="3" rtl="0">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4pPr>
            <a:lvl5pPr lvl="4" rtl="0">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5pPr>
            <a:lvl6pPr lvl="5" rtl="0">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6pPr>
            <a:lvl7pPr lvl="6" rtl="0">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7pPr>
            <a:lvl8pPr lvl="7" rtl="0">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8pPr>
            <a:lvl9pPr lvl="8" rtl="0">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9pPr>
          </a:lstStyle>
          <a:p>
            <a:endParaRPr/>
          </a:p>
        </p:txBody>
      </p:sp>
      <p:sp>
        <p:nvSpPr>
          <p:cNvPr id="703" name="Google Shape;703;p70"/>
          <p:cNvSpPr txBox="1">
            <a:spLocks noGrp="1"/>
          </p:cNvSpPr>
          <p:nvPr>
            <p:ph type="body" idx="9"/>
          </p:nvPr>
        </p:nvSpPr>
        <p:spPr>
          <a:xfrm>
            <a:off x="2023300" y="3494263"/>
            <a:ext cx="2467800" cy="903300"/>
          </a:xfrm>
          <a:prstGeom prst="rect">
            <a:avLst/>
          </a:prstGeom>
        </p:spPr>
        <p:txBody>
          <a:bodyPr spcFirstLastPara="1" wrap="square" lIns="0" tIns="0" rIns="0" bIns="0" anchor="t" anchorCtr="0">
            <a:normAutofit/>
          </a:bodyPr>
          <a:lstStyle>
            <a:lvl1pPr marL="457200" lvl="0" indent="-317500" rtl="0">
              <a:spcBef>
                <a:spcPts val="0"/>
              </a:spcBef>
              <a:spcAft>
                <a:spcPts val="0"/>
              </a:spcAft>
              <a:buClr>
                <a:schemeClr val="lt1"/>
              </a:buClr>
              <a:buSzPts val="1400"/>
              <a:buChar char="■"/>
              <a:defRPr sz="1400">
                <a:solidFill>
                  <a:schemeClr val="lt1"/>
                </a:solidFill>
              </a:defRPr>
            </a:lvl1pPr>
            <a:lvl2pPr marL="914400" lvl="1" indent="-317500" rtl="0">
              <a:spcBef>
                <a:spcPts val="0"/>
              </a:spcBef>
              <a:spcAft>
                <a:spcPts val="0"/>
              </a:spcAft>
              <a:buClr>
                <a:schemeClr val="lt1"/>
              </a:buClr>
              <a:buSzPts val="1400"/>
              <a:buChar char="■"/>
              <a:defRPr>
                <a:solidFill>
                  <a:schemeClr val="lt1"/>
                </a:solidFill>
              </a:defRPr>
            </a:lvl2pPr>
            <a:lvl3pPr marL="1371600" lvl="2" indent="-317500" rtl="0">
              <a:spcBef>
                <a:spcPts val="0"/>
              </a:spcBef>
              <a:spcAft>
                <a:spcPts val="0"/>
              </a:spcAft>
              <a:buSzPts val="1400"/>
              <a:buChar char="■"/>
              <a:defRPr/>
            </a:lvl3pPr>
            <a:lvl4pPr marL="1828800" lvl="3" indent="-317500" rtl="0">
              <a:spcBef>
                <a:spcPts val="0"/>
              </a:spcBef>
              <a:spcAft>
                <a:spcPts val="0"/>
              </a:spcAft>
              <a:buSzPts val="1400"/>
              <a:buChar char="●"/>
              <a:defRPr/>
            </a:lvl4pPr>
            <a:lvl5pPr marL="2286000" lvl="4" indent="-317500" rtl="0">
              <a:spcBef>
                <a:spcPts val="0"/>
              </a:spcBef>
              <a:spcAft>
                <a:spcPts val="0"/>
              </a:spcAft>
              <a:buSzPts val="1400"/>
              <a:buChar char="○"/>
              <a:defRPr/>
            </a:lvl5pPr>
            <a:lvl6pPr marL="2743200" lvl="5" indent="-317500" rtl="0">
              <a:spcBef>
                <a:spcPts val="0"/>
              </a:spcBef>
              <a:spcAft>
                <a:spcPts val="0"/>
              </a:spcAft>
              <a:buSzPts val="1400"/>
              <a:buChar char="■"/>
              <a:defRPr/>
            </a:lvl6pPr>
            <a:lvl7pPr marL="3200400" lvl="6" indent="-317500" rtl="0">
              <a:spcBef>
                <a:spcPts val="0"/>
              </a:spcBef>
              <a:spcAft>
                <a:spcPts val="0"/>
              </a:spcAft>
              <a:buSzPts val="1400"/>
              <a:buChar char="●"/>
              <a:defRPr/>
            </a:lvl7pPr>
            <a:lvl8pPr marL="3657600" lvl="7" indent="-317500" rtl="0">
              <a:spcBef>
                <a:spcPts val="0"/>
              </a:spcBef>
              <a:spcAft>
                <a:spcPts val="0"/>
              </a:spcAft>
              <a:buSzPts val="1400"/>
              <a:buChar char="○"/>
              <a:defRPr/>
            </a:lvl8pPr>
            <a:lvl9pPr marL="4114800" lvl="8" indent="-317500" rtl="0">
              <a:spcBef>
                <a:spcPts val="0"/>
              </a:spcBef>
              <a:spcAft>
                <a:spcPts val="0"/>
              </a:spcAft>
              <a:buSzPts val="1400"/>
              <a:buChar char="■"/>
              <a:defRPr/>
            </a:lvl9pPr>
          </a:lstStyle>
          <a:p>
            <a:endParaRPr/>
          </a:p>
        </p:txBody>
      </p:sp>
      <p:sp>
        <p:nvSpPr>
          <p:cNvPr id="704" name="Google Shape;704;p70"/>
          <p:cNvSpPr txBox="1">
            <a:spLocks noGrp="1"/>
          </p:cNvSpPr>
          <p:nvPr>
            <p:ph type="subTitle" idx="13"/>
          </p:nvPr>
        </p:nvSpPr>
        <p:spPr>
          <a:xfrm>
            <a:off x="5722050" y="1569988"/>
            <a:ext cx="2466600" cy="311400"/>
          </a:xfrm>
          <a:prstGeom prst="rect">
            <a:avLst/>
          </a:prstGeom>
        </p:spPr>
        <p:txBody>
          <a:bodyPr spcFirstLastPara="1" wrap="square" lIns="0" tIns="0" rIns="0" bIns="0" anchor="t" anchorCtr="0">
            <a:normAutofit/>
          </a:bodyPr>
          <a:lstStyle>
            <a:lvl1pPr lvl="0" rtl="0">
              <a:lnSpc>
                <a:spcPct val="100000"/>
              </a:lnSpc>
              <a:spcBef>
                <a:spcPts val="0"/>
              </a:spcBef>
              <a:spcAft>
                <a:spcPts val="0"/>
              </a:spcAft>
              <a:buClr>
                <a:schemeClr val="lt2"/>
              </a:buClr>
              <a:buSzPts val="1600"/>
              <a:buFont typeface="IBM Plex Sans Medium"/>
              <a:buNone/>
              <a:defRPr>
                <a:solidFill>
                  <a:schemeClr val="lt2"/>
                </a:solidFill>
                <a:latin typeface="IBM Plex Sans Medium"/>
                <a:ea typeface="IBM Plex Sans Medium"/>
                <a:cs typeface="IBM Plex Sans Medium"/>
                <a:sym typeface="IBM Plex Sans Medium"/>
              </a:defRPr>
            </a:lvl1pPr>
            <a:lvl2pPr lvl="1" rtl="0">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2pPr>
            <a:lvl3pPr lvl="2" rtl="0">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3pPr>
            <a:lvl4pPr lvl="3" rtl="0">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4pPr>
            <a:lvl5pPr lvl="4" rtl="0">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5pPr>
            <a:lvl6pPr lvl="5" rtl="0">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6pPr>
            <a:lvl7pPr lvl="6" rtl="0">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7pPr>
            <a:lvl8pPr lvl="7" rtl="0">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8pPr>
            <a:lvl9pPr lvl="8" rtl="0">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9pPr>
          </a:lstStyle>
          <a:p>
            <a:endParaRPr/>
          </a:p>
        </p:txBody>
      </p:sp>
      <p:sp>
        <p:nvSpPr>
          <p:cNvPr id="705" name="Google Shape;705;p70"/>
          <p:cNvSpPr txBox="1">
            <a:spLocks noGrp="1"/>
          </p:cNvSpPr>
          <p:nvPr>
            <p:ph type="body" idx="14"/>
          </p:nvPr>
        </p:nvSpPr>
        <p:spPr>
          <a:xfrm>
            <a:off x="5733575" y="1973113"/>
            <a:ext cx="2467800" cy="903300"/>
          </a:xfrm>
          <a:prstGeom prst="rect">
            <a:avLst/>
          </a:prstGeom>
        </p:spPr>
        <p:txBody>
          <a:bodyPr spcFirstLastPara="1" wrap="square" lIns="0" tIns="0" rIns="0" bIns="0" anchor="t" anchorCtr="0">
            <a:normAutofit/>
          </a:bodyPr>
          <a:lstStyle>
            <a:lvl1pPr marL="457200" lvl="0" indent="-317500" rtl="0">
              <a:spcBef>
                <a:spcPts val="0"/>
              </a:spcBef>
              <a:spcAft>
                <a:spcPts val="0"/>
              </a:spcAft>
              <a:buClr>
                <a:schemeClr val="lt1"/>
              </a:buClr>
              <a:buSzPts val="1400"/>
              <a:buChar char="■"/>
              <a:defRPr sz="1400">
                <a:solidFill>
                  <a:schemeClr val="lt1"/>
                </a:solidFill>
              </a:defRPr>
            </a:lvl1pPr>
            <a:lvl2pPr marL="914400" lvl="1" indent="-317500" rtl="0">
              <a:spcBef>
                <a:spcPts val="0"/>
              </a:spcBef>
              <a:spcAft>
                <a:spcPts val="0"/>
              </a:spcAft>
              <a:buClr>
                <a:schemeClr val="lt1"/>
              </a:buClr>
              <a:buSzPts val="1400"/>
              <a:buChar char="■"/>
              <a:defRPr>
                <a:solidFill>
                  <a:schemeClr val="lt1"/>
                </a:solidFill>
              </a:defRPr>
            </a:lvl2pPr>
            <a:lvl3pPr marL="1371600" lvl="2" indent="-317500" rtl="0">
              <a:spcBef>
                <a:spcPts val="0"/>
              </a:spcBef>
              <a:spcAft>
                <a:spcPts val="0"/>
              </a:spcAft>
              <a:buSzPts val="1400"/>
              <a:buChar char="■"/>
              <a:defRPr/>
            </a:lvl3pPr>
            <a:lvl4pPr marL="1828800" lvl="3" indent="-317500" rtl="0">
              <a:spcBef>
                <a:spcPts val="0"/>
              </a:spcBef>
              <a:spcAft>
                <a:spcPts val="0"/>
              </a:spcAft>
              <a:buSzPts val="1400"/>
              <a:buChar char="●"/>
              <a:defRPr/>
            </a:lvl4pPr>
            <a:lvl5pPr marL="2286000" lvl="4" indent="-317500" rtl="0">
              <a:spcBef>
                <a:spcPts val="0"/>
              </a:spcBef>
              <a:spcAft>
                <a:spcPts val="0"/>
              </a:spcAft>
              <a:buSzPts val="1400"/>
              <a:buChar char="○"/>
              <a:defRPr/>
            </a:lvl5pPr>
            <a:lvl6pPr marL="2743200" lvl="5" indent="-317500" rtl="0">
              <a:spcBef>
                <a:spcPts val="0"/>
              </a:spcBef>
              <a:spcAft>
                <a:spcPts val="0"/>
              </a:spcAft>
              <a:buSzPts val="1400"/>
              <a:buChar char="■"/>
              <a:defRPr/>
            </a:lvl6pPr>
            <a:lvl7pPr marL="3200400" lvl="6" indent="-317500" rtl="0">
              <a:spcBef>
                <a:spcPts val="0"/>
              </a:spcBef>
              <a:spcAft>
                <a:spcPts val="0"/>
              </a:spcAft>
              <a:buSzPts val="1400"/>
              <a:buChar char="●"/>
              <a:defRPr/>
            </a:lvl7pPr>
            <a:lvl8pPr marL="3657600" lvl="7" indent="-317500" rtl="0">
              <a:spcBef>
                <a:spcPts val="0"/>
              </a:spcBef>
              <a:spcAft>
                <a:spcPts val="0"/>
              </a:spcAft>
              <a:buSzPts val="1400"/>
              <a:buChar char="○"/>
              <a:defRPr/>
            </a:lvl8pPr>
            <a:lvl9pPr marL="4114800" lvl="8" indent="-317500" rtl="0">
              <a:spcBef>
                <a:spcPts val="0"/>
              </a:spcBef>
              <a:spcAft>
                <a:spcPts val="0"/>
              </a:spcAft>
              <a:buSzPts val="1400"/>
              <a:buChar char="■"/>
              <a:defRPr/>
            </a:lvl9pPr>
          </a:lstStyle>
          <a:p>
            <a:endParaRPr/>
          </a:p>
        </p:txBody>
      </p:sp>
      <p:sp>
        <p:nvSpPr>
          <p:cNvPr id="706" name="Google Shape;706;p70"/>
          <p:cNvSpPr txBox="1">
            <a:spLocks noGrp="1"/>
          </p:cNvSpPr>
          <p:nvPr>
            <p:ph type="subTitle" idx="15"/>
          </p:nvPr>
        </p:nvSpPr>
        <p:spPr>
          <a:xfrm>
            <a:off x="5722050" y="3091138"/>
            <a:ext cx="2466600" cy="311400"/>
          </a:xfrm>
          <a:prstGeom prst="rect">
            <a:avLst/>
          </a:prstGeom>
        </p:spPr>
        <p:txBody>
          <a:bodyPr spcFirstLastPara="1" wrap="square" lIns="0" tIns="0" rIns="0" bIns="0" anchor="t" anchorCtr="0">
            <a:normAutofit/>
          </a:bodyPr>
          <a:lstStyle>
            <a:lvl1pPr lvl="0" rtl="0">
              <a:lnSpc>
                <a:spcPct val="100000"/>
              </a:lnSpc>
              <a:spcBef>
                <a:spcPts val="0"/>
              </a:spcBef>
              <a:spcAft>
                <a:spcPts val="0"/>
              </a:spcAft>
              <a:buClr>
                <a:schemeClr val="lt2"/>
              </a:buClr>
              <a:buSzPts val="1600"/>
              <a:buFont typeface="IBM Plex Sans Medium"/>
              <a:buNone/>
              <a:defRPr>
                <a:solidFill>
                  <a:schemeClr val="lt2"/>
                </a:solidFill>
                <a:latin typeface="IBM Plex Sans Medium"/>
                <a:ea typeface="IBM Plex Sans Medium"/>
                <a:cs typeface="IBM Plex Sans Medium"/>
                <a:sym typeface="IBM Plex Sans Medium"/>
              </a:defRPr>
            </a:lvl1pPr>
            <a:lvl2pPr lvl="1" rtl="0">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2pPr>
            <a:lvl3pPr lvl="2" rtl="0">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3pPr>
            <a:lvl4pPr lvl="3" rtl="0">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4pPr>
            <a:lvl5pPr lvl="4" rtl="0">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5pPr>
            <a:lvl6pPr lvl="5" rtl="0">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6pPr>
            <a:lvl7pPr lvl="6" rtl="0">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7pPr>
            <a:lvl8pPr lvl="7" rtl="0">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8pPr>
            <a:lvl9pPr lvl="8" rtl="0">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9pPr>
          </a:lstStyle>
          <a:p>
            <a:endParaRPr/>
          </a:p>
        </p:txBody>
      </p:sp>
      <p:sp>
        <p:nvSpPr>
          <p:cNvPr id="707" name="Google Shape;707;p70"/>
          <p:cNvSpPr txBox="1">
            <a:spLocks noGrp="1"/>
          </p:cNvSpPr>
          <p:nvPr>
            <p:ph type="body" idx="16"/>
          </p:nvPr>
        </p:nvSpPr>
        <p:spPr>
          <a:xfrm>
            <a:off x="5733575" y="3494263"/>
            <a:ext cx="2467800" cy="903300"/>
          </a:xfrm>
          <a:prstGeom prst="rect">
            <a:avLst/>
          </a:prstGeom>
        </p:spPr>
        <p:txBody>
          <a:bodyPr spcFirstLastPara="1" wrap="square" lIns="0" tIns="0" rIns="0" bIns="0" anchor="t" anchorCtr="0">
            <a:normAutofit/>
          </a:bodyPr>
          <a:lstStyle>
            <a:lvl1pPr marL="457200" lvl="0" indent="-317500" rtl="0">
              <a:spcBef>
                <a:spcPts val="0"/>
              </a:spcBef>
              <a:spcAft>
                <a:spcPts val="0"/>
              </a:spcAft>
              <a:buClr>
                <a:schemeClr val="lt1"/>
              </a:buClr>
              <a:buSzPts val="1400"/>
              <a:buChar char="■"/>
              <a:defRPr sz="1400">
                <a:solidFill>
                  <a:schemeClr val="lt1"/>
                </a:solidFill>
              </a:defRPr>
            </a:lvl1pPr>
            <a:lvl2pPr marL="914400" lvl="1" indent="-317500" rtl="0">
              <a:spcBef>
                <a:spcPts val="0"/>
              </a:spcBef>
              <a:spcAft>
                <a:spcPts val="0"/>
              </a:spcAft>
              <a:buClr>
                <a:schemeClr val="lt1"/>
              </a:buClr>
              <a:buSzPts val="1400"/>
              <a:buChar char="■"/>
              <a:defRPr>
                <a:solidFill>
                  <a:schemeClr val="lt1"/>
                </a:solidFill>
              </a:defRPr>
            </a:lvl2pPr>
            <a:lvl3pPr marL="1371600" lvl="2" indent="-317500" rtl="0">
              <a:spcBef>
                <a:spcPts val="0"/>
              </a:spcBef>
              <a:spcAft>
                <a:spcPts val="0"/>
              </a:spcAft>
              <a:buSzPts val="1400"/>
              <a:buChar char="■"/>
              <a:defRPr/>
            </a:lvl3pPr>
            <a:lvl4pPr marL="1828800" lvl="3" indent="-317500" rtl="0">
              <a:spcBef>
                <a:spcPts val="0"/>
              </a:spcBef>
              <a:spcAft>
                <a:spcPts val="0"/>
              </a:spcAft>
              <a:buSzPts val="1400"/>
              <a:buChar char="●"/>
              <a:defRPr/>
            </a:lvl4pPr>
            <a:lvl5pPr marL="2286000" lvl="4" indent="-317500" rtl="0">
              <a:spcBef>
                <a:spcPts val="0"/>
              </a:spcBef>
              <a:spcAft>
                <a:spcPts val="0"/>
              </a:spcAft>
              <a:buSzPts val="1400"/>
              <a:buChar char="○"/>
              <a:defRPr/>
            </a:lvl5pPr>
            <a:lvl6pPr marL="2743200" lvl="5" indent="-317500" rtl="0">
              <a:spcBef>
                <a:spcPts val="0"/>
              </a:spcBef>
              <a:spcAft>
                <a:spcPts val="0"/>
              </a:spcAft>
              <a:buSzPts val="1400"/>
              <a:buChar char="■"/>
              <a:defRPr/>
            </a:lvl6pPr>
            <a:lvl7pPr marL="3200400" lvl="6" indent="-317500" rtl="0">
              <a:spcBef>
                <a:spcPts val="0"/>
              </a:spcBef>
              <a:spcAft>
                <a:spcPts val="0"/>
              </a:spcAft>
              <a:buSzPts val="1400"/>
              <a:buChar char="●"/>
              <a:defRPr/>
            </a:lvl7pPr>
            <a:lvl8pPr marL="3657600" lvl="7" indent="-317500" rtl="0">
              <a:spcBef>
                <a:spcPts val="0"/>
              </a:spcBef>
              <a:spcAft>
                <a:spcPts val="0"/>
              </a:spcAft>
              <a:buSzPts val="1400"/>
              <a:buChar char="○"/>
              <a:defRPr/>
            </a:lvl8pPr>
            <a:lvl9pPr marL="4114800" lvl="8" indent="-317500" rtl="0">
              <a:spcBef>
                <a:spcPts val="0"/>
              </a:spcBef>
              <a:spcAft>
                <a:spcPts val="0"/>
              </a:spcAft>
              <a:buSzPts val="1400"/>
              <a:buChar char="■"/>
              <a:defRPr/>
            </a:lvl9pPr>
          </a:lstStyle>
          <a:p>
            <a:endParaRPr/>
          </a:p>
        </p:txBody>
      </p:sp>
      <p:grpSp>
        <p:nvGrpSpPr>
          <p:cNvPr id="708" name="Google Shape;708;p70"/>
          <p:cNvGrpSpPr/>
          <p:nvPr/>
        </p:nvGrpSpPr>
        <p:grpSpPr>
          <a:xfrm rot="5400000">
            <a:off x="-62746" y="3289838"/>
            <a:ext cx="881054" cy="483615"/>
            <a:chOff x="5988337" y="3156400"/>
            <a:chExt cx="881054" cy="483615"/>
          </a:xfrm>
        </p:grpSpPr>
        <p:sp>
          <p:nvSpPr>
            <p:cNvPr id="709" name="Google Shape;709;p70"/>
            <p:cNvSpPr/>
            <p:nvPr/>
          </p:nvSpPr>
          <p:spPr>
            <a:xfrm>
              <a:off x="6779691" y="3550315"/>
              <a:ext cx="89700" cy="89700"/>
            </a:xfrm>
            <a:prstGeom prst="ellipse">
              <a:avLst/>
            </a:prstGeom>
            <a:solidFill>
              <a:srgbClr val="FC5D0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0" name="Google Shape;710;p70"/>
            <p:cNvSpPr/>
            <p:nvPr/>
          </p:nvSpPr>
          <p:spPr>
            <a:xfrm>
              <a:off x="6779691" y="3353358"/>
              <a:ext cx="89700" cy="89700"/>
            </a:xfrm>
            <a:prstGeom prst="ellipse">
              <a:avLst/>
            </a:prstGeom>
            <a:solidFill>
              <a:srgbClr val="FC5D0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1" name="Google Shape;711;p70"/>
            <p:cNvSpPr/>
            <p:nvPr/>
          </p:nvSpPr>
          <p:spPr>
            <a:xfrm>
              <a:off x="6779691" y="3156400"/>
              <a:ext cx="89700" cy="89700"/>
            </a:xfrm>
            <a:prstGeom prst="ellipse">
              <a:avLst/>
            </a:prstGeom>
            <a:solidFill>
              <a:srgbClr val="FC5D0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2" name="Google Shape;712;p70"/>
            <p:cNvSpPr/>
            <p:nvPr/>
          </p:nvSpPr>
          <p:spPr>
            <a:xfrm>
              <a:off x="5988337" y="3550315"/>
              <a:ext cx="89700" cy="89700"/>
            </a:xfrm>
            <a:prstGeom prst="ellipse">
              <a:avLst/>
            </a:prstGeom>
            <a:solidFill>
              <a:srgbClr val="FC5D0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3" name="Google Shape;713;p70"/>
            <p:cNvSpPr/>
            <p:nvPr/>
          </p:nvSpPr>
          <p:spPr>
            <a:xfrm>
              <a:off x="5988337" y="3353358"/>
              <a:ext cx="89700" cy="89700"/>
            </a:xfrm>
            <a:prstGeom prst="ellipse">
              <a:avLst/>
            </a:prstGeom>
            <a:solidFill>
              <a:srgbClr val="FC5D0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4" name="Google Shape;714;p70"/>
            <p:cNvSpPr/>
            <p:nvPr/>
          </p:nvSpPr>
          <p:spPr>
            <a:xfrm>
              <a:off x="5988337" y="3156400"/>
              <a:ext cx="89700" cy="89700"/>
            </a:xfrm>
            <a:prstGeom prst="ellipse">
              <a:avLst/>
            </a:prstGeom>
            <a:solidFill>
              <a:srgbClr val="FC5D0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5" name="Google Shape;715;p70"/>
            <p:cNvSpPr/>
            <p:nvPr/>
          </p:nvSpPr>
          <p:spPr>
            <a:xfrm>
              <a:off x="6186176" y="3550315"/>
              <a:ext cx="89700" cy="89700"/>
            </a:xfrm>
            <a:prstGeom prst="ellipse">
              <a:avLst/>
            </a:prstGeom>
            <a:solidFill>
              <a:srgbClr val="FC5D0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6" name="Google Shape;716;p70"/>
            <p:cNvSpPr/>
            <p:nvPr/>
          </p:nvSpPr>
          <p:spPr>
            <a:xfrm>
              <a:off x="6186176" y="3353358"/>
              <a:ext cx="89700" cy="89700"/>
            </a:xfrm>
            <a:prstGeom prst="ellipse">
              <a:avLst/>
            </a:prstGeom>
            <a:solidFill>
              <a:srgbClr val="FC5D0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7" name="Google Shape;717;p70"/>
            <p:cNvSpPr/>
            <p:nvPr/>
          </p:nvSpPr>
          <p:spPr>
            <a:xfrm>
              <a:off x="6186176" y="3156400"/>
              <a:ext cx="89700" cy="89700"/>
            </a:xfrm>
            <a:prstGeom prst="ellipse">
              <a:avLst/>
            </a:prstGeom>
            <a:solidFill>
              <a:srgbClr val="FC5D0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8" name="Google Shape;718;p70"/>
            <p:cNvSpPr/>
            <p:nvPr/>
          </p:nvSpPr>
          <p:spPr>
            <a:xfrm>
              <a:off x="6384014" y="3550315"/>
              <a:ext cx="89700" cy="89700"/>
            </a:xfrm>
            <a:prstGeom prst="ellipse">
              <a:avLst/>
            </a:prstGeom>
            <a:solidFill>
              <a:srgbClr val="FC5D0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9" name="Google Shape;719;p70"/>
            <p:cNvSpPr/>
            <p:nvPr/>
          </p:nvSpPr>
          <p:spPr>
            <a:xfrm>
              <a:off x="6384014" y="3353358"/>
              <a:ext cx="89700" cy="89700"/>
            </a:xfrm>
            <a:prstGeom prst="ellipse">
              <a:avLst/>
            </a:prstGeom>
            <a:solidFill>
              <a:srgbClr val="FC5D0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0" name="Google Shape;720;p70"/>
            <p:cNvSpPr/>
            <p:nvPr/>
          </p:nvSpPr>
          <p:spPr>
            <a:xfrm>
              <a:off x="6384014" y="3156400"/>
              <a:ext cx="89700" cy="89700"/>
            </a:xfrm>
            <a:prstGeom prst="ellipse">
              <a:avLst/>
            </a:prstGeom>
            <a:solidFill>
              <a:srgbClr val="FC5D0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1" name="Google Shape;721;p70"/>
            <p:cNvSpPr/>
            <p:nvPr/>
          </p:nvSpPr>
          <p:spPr>
            <a:xfrm>
              <a:off x="6581853" y="3550315"/>
              <a:ext cx="89700" cy="89700"/>
            </a:xfrm>
            <a:prstGeom prst="ellipse">
              <a:avLst/>
            </a:prstGeom>
            <a:solidFill>
              <a:srgbClr val="FC5D0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2" name="Google Shape;722;p70"/>
            <p:cNvSpPr/>
            <p:nvPr/>
          </p:nvSpPr>
          <p:spPr>
            <a:xfrm>
              <a:off x="6581853" y="3353358"/>
              <a:ext cx="89700" cy="89700"/>
            </a:xfrm>
            <a:prstGeom prst="ellipse">
              <a:avLst/>
            </a:prstGeom>
            <a:solidFill>
              <a:srgbClr val="FC5D0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3" name="Google Shape;723;p70"/>
            <p:cNvSpPr/>
            <p:nvPr/>
          </p:nvSpPr>
          <p:spPr>
            <a:xfrm>
              <a:off x="6581853" y="3156400"/>
              <a:ext cx="89700" cy="89700"/>
            </a:xfrm>
            <a:prstGeom prst="ellipse">
              <a:avLst/>
            </a:prstGeom>
            <a:solidFill>
              <a:srgbClr val="FC5D0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matchingName="3 Topics - 2">
  <p:cSld name="TITLE_ONLY_1_5">
    <p:bg>
      <p:bgPr>
        <a:solidFill>
          <a:schemeClr val="dk1"/>
        </a:solidFill>
        <a:effectLst/>
      </p:bgPr>
    </p:bg>
    <p:spTree>
      <p:nvGrpSpPr>
        <p:cNvPr id="1" name="Shape 724"/>
        <p:cNvGrpSpPr/>
        <p:nvPr/>
      </p:nvGrpSpPr>
      <p:grpSpPr>
        <a:xfrm>
          <a:off x="0" y="0"/>
          <a:ext cx="0" cy="0"/>
          <a:chOff x="0" y="0"/>
          <a:chExt cx="0" cy="0"/>
        </a:xfrm>
      </p:grpSpPr>
      <p:sp>
        <p:nvSpPr>
          <p:cNvPr id="725" name="Google Shape;725;p71"/>
          <p:cNvSpPr/>
          <p:nvPr/>
        </p:nvSpPr>
        <p:spPr>
          <a:xfrm rot="5400000">
            <a:off x="2488000" y="-1388525"/>
            <a:ext cx="3657300" cy="8739300"/>
          </a:xfrm>
          <a:prstGeom prst="round2SameRect">
            <a:avLst>
              <a:gd name="adj1" fmla="val 7469"/>
              <a:gd name="adj2" fmla="val 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6" name="Google Shape;726;p71"/>
          <p:cNvSpPr txBox="1">
            <a:spLocks noGrp="1"/>
          </p:cNvSpPr>
          <p:nvPr>
            <p:ph type="title"/>
          </p:nvPr>
        </p:nvSpPr>
        <p:spPr>
          <a:xfrm>
            <a:off x="457200" y="114300"/>
            <a:ext cx="8229600" cy="903300"/>
          </a:xfrm>
          <a:prstGeom prst="rect">
            <a:avLst/>
          </a:prstGeom>
        </p:spPr>
        <p:txBody>
          <a:bodyPr spcFirstLastPara="1" wrap="square" lIns="0" tIns="0" rIns="0" bIns="0" anchor="t" anchorCtr="0">
            <a:normAutofit/>
          </a:bodyPr>
          <a:lstStyle>
            <a:lvl1pPr lvl="0" rtl="0">
              <a:spcBef>
                <a:spcPts val="0"/>
              </a:spcBef>
              <a:spcAft>
                <a:spcPts val="0"/>
              </a:spcAft>
              <a:buClr>
                <a:schemeClr val="lt2"/>
              </a:buClr>
              <a:buSzPts val="3400"/>
              <a:buNone/>
              <a:defRPr>
                <a:solidFill>
                  <a:schemeClr val="lt2"/>
                </a:solidFill>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727" name="Google Shape;727;p71"/>
          <p:cNvSpPr txBox="1">
            <a:spLocks noGrp="1"/>
          </p:cNvSpPr>
          <p:nvPr>
            <p:ph type="sldNum" idx="12"/>
          </p:nvPr>
        </p:nvSpPr>
        <p:spPr>
          <a:xfrm>
            <a:off x="8366700" y="4805546"/>
            <a:ext cx="548700" cy="215400"/>
          </a:xfrm>
          <a:prstGeom prst="rect">
            <a:avLst/>
          </a:prstGeom>
        </p:spPr>
        <p:txBody>
          <a:bodyPr spcFirstLastPara="1" wrap="square" lIns="0" tIns="0" rIns="0" bIns="0" anchor="b" anchorCtr="0">
            <a:normAutofit/>
          </a:bodyPr>
          <a:lstStyle>
            <a:lvl1pPr lvl="0" rtl="0">
              <a:buNone/>
              <a:defRPr>
                <a:solidFill>
                  <a:schemeClr val="accent5"/>
                </a:solidFill>
              </a:defRPr>
            </a:lvl1pPr>
            <a:lvl2pPr lvl="1" rtl="0">
              <a:buNone/>
              <a:defRPr>
                <a:solidFill>
                  <a:schemeClr val="accent5"/>
                </a:solidFill>
              </a:defRPr>
            </a:lvl2pPr>
            <a:lvl3pPr lvl="2" rtl="0">
              <a:buNone/>
              <a:defRPr>
                <a:solidFill>
                  <a:schemeClr val="accent5"/>
                </a:solidFill>
              </a:defRPr>
            </a:lvl3pPr>
            <a:lvl4pPr lvl="3" rtl="0">
              <a:buNone/>
              <a:defRPr>
                <a:solidFill>
                  <a:schemeClr val="accent5"/>
                </a:solidFill>
              </a:defRPr>
            </a:lvl4pPr>
            <a:lvl5pPr lvl="4" rtl="0">
              <a:buNone/>
              <a:defRPr>
                <a:solidFill>
                  <a:schemeClr val="accent5"/>
                </a:solidFill>
              </a:defRPr>
            </a:lvl5pPr>
            <a:lvl6pPr lvl="5" rtl="0">
              <a:buNone/>
              <a:defRPr>
                <a:solidFill>
                  <a:schemeClr val="accent5"/>
                </a:solidFill>
              </a:defRPr>
            </a:lvl6pPr>
            <a:lvl7pPr lvl="6" rtl="0">
              <a:buNone/>
              <a:defRPr>
                <a:solidFill>
                  <a:schemeClr val="accent5"/>
                </a:solidFill>
              </a:defRPr>
            </a:lvl7pPr>
            <a:lvl8pPr lvl="7" rtl="0">
              <a:buNone/>
              <a:defRPr>
                <a:solidFill>
                  <a:schemeClr val="accent5"/>
                </a:solidFill>
              </a:defRPr>
            </a:lvl8pPr>
            <a:lvl9pPr lvl="8" rtl="0">
              <a:buNone/>
              <a:defRPr>
                <a:solidFill>
                  <a:schemeClr val="accent5"/>
                </a:solidFill>
              </a:defRPr>
            </a:lvl9pPr>
          </a:lstStyle>
          <a:p>
            <a:pPr marL="0" lvl="0" indent="0" algn="r" rtl="0">
              <a:spcBef>
                <a:spcPts val="0"/>
              </a:spcBef>
              <a:spcAft>
                <a:spcPts val="0"/>
              </a:spcAft>
              <a:buNone/>
            </a:pPr>
            <a:fld id="{00000000-1234-1234-1234-123412341234}" type="slidenum">
              <a:rPr lang="en"/>
              <a:t>‹#›</a:t>
            </a:fld>
            <a:endParaRPr/>
          </a:p>
        </p:txBody>
      </p:sp>
      <p:pic>
        <p:nvPicPr>
          <p:cNvPr id="728" name="Google Shape;728;p71"/>
          <p:cNvPicPr preferRelativeResize="0"/>
          <p:nvPr/>
        </p:nvPicPr>
        <p:blipFill>
          <a:blip r:embed="rId2">
            <a:alphaModFix/>
          </a:blip>
          <a:stretch>
            <a:fillRect/>
          </a:stretch>
        </p:blipFill>
        <p:spPr>
          <a:xfrm>
            <a:off x="8544859" y="62003"/>
            <a:ext cx="599140" cy="599141"/>
          </a:xfrm>
          <a:prstGeom prst="rect">
            <a:avLst/>
          </a:prstGeom>
          <a:noFill/>
          <a:ln>
            <a:noFill/>
          </a:ln>
        </p:spPr>
      </p:pic>
      <p:sp>
        <p:nvSpPr>
          <p:cNvPr id="729" name="Google Shape;729;p71"/>
          <p:cNvSpPr txBox="1">
            <a:spLocks noGrp="1"/>
          </p:cNvSpPr>
          <p:nvPr>
            <p:ph type="subTitle" idx="1"/>
          </p:nvPr>
        </p:nvSpPr>
        <p:spPr>
          <a:xfrm>
            <a:off x="467075" y="4814525"/>
            <a:ext cx="2326500" cy="206400"/>
          </a:xfrm>
          <a:prstGeom prst="rect">
            <a:avLst/>
          </a:prstGeom>
        </p:spPr>
        <p:txBody>
          <a:bodyPr spcFirstLastPara="1" wrap="square" lIns="0" tIns="0" rIns="0" bIns="0" anchor="b" anchorCtr="0">
            <a:normAutofit/>
          </a:bodyPr>
          <a:lstStyle>
            <a:lvl1pPr lvl="0" rtl="0">
              <a:spcBef>
                <a:spcPts val="0"/>
              </a:spcBef>
              <a:spcAft>
                <a:spcPts val="0"/>
              </a:spcAft>
              <a:buClr>
                <a:schemeClr val="accent5"/>
              </a:buClr>
              <a:buSzPts val="700"/>
              <a:buNone/>
              <a:defRPr sz="700">
                <a:solidFill>
                  <a:schemeClr val="accent5"/>
                </a:solidFill>
              </a:defRPr>
            </a:lvl1pPr>
            <a:lvl2pPr lvl="1" rtl="0">
              <a:spcBef>
                <a:spcPts val="0"/>
              </a:spcBef>
              <a:spcAft>
                <a:spcPts val="0"/>
              </a:spcAft>
              <a:buClr>
                <a:schemeClr val="accent5"/>
              </a:buClr>
              <a:buSzPts val="1400"/>
              <a:buNone/>
              <a:defRPr>
                <a:solidFill>
                  <a:schemeClr val="accent5"/>
                </a:solidFill>
              </a:defRPr>
            </a:lvl2pPr>
            <a:lvl3pPr lvl="2" rtl="0">
              <a:spcBef>
                <a:spcPts val="0"/>
              </a:spcBef>
              <a:spcAft>
                <a:spcPts val="0"/>
              </a:spcAft>
              <a:buClr>
                <a:schemeClr val="accent5"/>
              </a:buClr>
              <a:buSzPts val="1400"/>
              <a:buNone/>
              <a:defRPr>
                <a:solidFill>
                  <a:schemeClr val="accent5"/>
                </a:solidFill>
              </a:defRPr>
            </a:lvl3pPr>
            <a:lvl4pPr lvl="3" rtl="0">
              <a:spcBef>
                <a:spcPts val="0"/>
              </a:spcBef>
              <a:spcAft>
                <a:spcPts val="0"/>
              </a:spcAft>
              <a:buClr>
                <a:schemeClr val="accent5"/>
              </a:buClr>
              <a:buSzPts val="1400"/>
              <a:buNone/>
              <a:defRPr>
                <a:solidFill>
                  <a:schemeClr val="accent5"/>
                </a:solidFill>
              </a:defRPr>
            </a:lvl4pPr>
            <a:lvl5pPr lvl="4" rtl="0">
              <a:spcBef>
                <a:spcPts val="0"/>
              </a:spcBef>
              <a:spcAft>
                <a:spcPts val="0"/>
              </a:spcAft>
              <a:buClr>
                <a:schemeClr val="accent5"/>
              </a:buClr>
              <a:buSzPts val="1400"/>
              <a:buNone/>
              <a:defRPr>
                <a:solidFill>
                  <a:schemeClr val="accent5"/>
                </a:solidFill>
              </a:defRPr>
            </a:lvl5pPr>
            <a:lvl6pPr lvl="5" rtl="0">
              <a:spcBef>
                <a:spcPts val="0"/>
              </a:spcBef>
              <a:spcAft>
                <a:spcPts val="0"/>
              </a:spcAft>
              <a:buClr>
                <a:schemeClr val="accent5"/>
              </a:buClr>
              <a:buSzPts val="1400"/>
              <a:buNone/>
              <a:defRPr>
                <a:solidFill>
                  <a:schemeClr val="accent5"/>
                </a:solidFill>
              </a:defRPr>
            </a:lvl6pPr>
            <a:lvl7pPr lvl="6" rtl="0">
              <a:spcBef>
                <a:spcPts val="0"/>
              </a:spcBef>
              <a:spcAft>
                <a:spcPts val="0"/>
              </a:spcAft>
              <a:buClr>
                <a:schemeClr val="accent5"/>
              </a:buClr>
              <a:buSzPts val="1400"/>
              <a:buNone/>
              <a:defRPr>
                <a:solidFill>
                  <a:schemeClr val="accent5"/>
                </a:solidFill>
              </a:defRPr>
            </a:lvl7pPr>
            <a:lvl8pPr lvl="7" rtl="0">
              <a:spcBef>
                <a:spcPts val="0"/>
              </a:spcBef>
              <a:spcAft>
                <a:spcPts val="0"/>
              </a:spcAft>
              <a:buClr>
                <a:schemeClr val="accent5"/>
              </a:buClr>
              <a:buSzPts val="1400"/>
              <a:buNone/>
              <a:defRPr>
                <a:solidFill>
                  <a:schemeClr val="accent5"/>
                </a:solidFill>
              </a:defRPr>
            </a:lvl8pPr>
            <a:lvl9pPr lvl="8" rtl="0">
              <a:spcBef>
                <a:spcPts val="0"/>
              </a:spcBef>
              <a:spcAft>
                <a:spcPts val="0"/>
              </a:spcAft>
              <a:buClr>
                <a:schemeClr val="accent5"/>
              </a:buClr>
              <a:buSzPts val="1400"/>
              <a:buNone/>
              <a:defRPr>
                <a:solidFill>
                  <a:schemeClr val="accent5"/>
                </a:solidFill>
              </a:defRPr>
            </a:lvl9pPr>
          </a:lstStyle>
          <a:p>
            <a:endParaRPr/>
          </a:p>
        </p:txBody>
      </p:sp>
      <p:sp>
        <p:nvSpPr>
          <p:cNvPr id="730" name="Google Shape;730;p71"/>
          <p:cNvSpPr>
            <a:spLocks noGrp="1"/>
          </p:cNvSpPr>
          <p:nvPr>
            <p:ph type="pic" idx="2"/>
          </p:nvPr>
        </p:nvSpPr>
        <p:spPr>
          <a:xfrm>
            <a:off x="956075" y="1560488"/>
            <a:ext cx="903300" cy="903300"/>
          </a:xfrm>
          <a:prstGeom prst="roundRect">
            <a:avLst>
              <a:gd name="adj" fmla="val 16667"/>
            </a:avLst>
          </a:prstGeom>
          <a:noFill/>
          <a:ln>
            <a:noFill/>
          </a:ln>
        </p:spPr>
      </p:sp>
      <p:sp>
        <p:nvSpPr>
          <p:cNvPr id="731" name="Google Shape;731;p71"/>
          <p:cNvSpPr txBox="1">
            <a:spLocks noGrp="1"/>
          </p:cNvSpPr>
          <p:nvPr>
            <p:ph type="subTitle" idx="3"/>
          </p:nvPr>
        </p:nvSpPr>
        <p:spPr>
          <a:xfrm>
            <a:off x="458625" y="2594850"/>
            <a:ext cx="1888500" cy="311400"/>
          </a:xfrm>
          <a:prstGeom prst="rect">
            <a:avLst/>
          </a:prstGeom>
        </p:spPr>
        <p:txBody>
          <a:bodyPr spcFirstLastPara="1" wrap="square" lIns="0" tIns="0" rIns="0" bIns="0" anchor="t" anchorCtr="0">
            <a:normAutofit/>
          </a:bodyPr>
          <a:lstStyle>
            <a:lvl1pPr lvl="0" algn="ctr" rtl="0">
              <a:lnSpc>
                <a:spcPct val="100000"/>
              </a:lnSpc>
              <a:spcBef>
                <a:spcPts val="0"/>
              </a:spcBef>
              <a:spcAft>
                <a:spcPts val="0"/>
              </a:spcAft>
              <a:buClr>
                <a:schemeClr val="accent4"/>
              </a:buClr>
              <a:buSzPts val="1800"/>
              <a:buFont typeface="IBM Plex Sans Medium"/>
              <a:buNone/>
              <a:defRPr sz="1800">
                <a:solidFill>
                  <a:schemeClr val="accent4"/>
                </a:solidFill>
                <a:latin typeface="IBM Plex Sans Medium"/>
                <a:ea typeface="IBM Plex Sans Medium"/>
                <a:cs typeface="IBM Plex Sans Medium"/>
                <a:sym typeface="IBM Plex Sans Medium"/>
              </a:defRPr>
            </a:lvl1pPr>
            <a:lvl2pPr lvl="1" algn="ctr" rtl="0">
              <a:lnSpc>
                <a:spcPct val="100000"/>
              </a:lnSpc>
              <a:spcBef>
                <a:spcPts val="0"/>
              </a:spcBef>
              <a:spcAft>
                <a:spcPts val="0"/>
              </a:spcAft>
              <a:buClr>
                <a:schemeClr val="accent4"/>
              </a:buClr>
              <a:buSzPts val="1800"/>
              <a:buFont typeface="IBM Plex Sans Medium"/>
              <a:buNone/>
              <a:defRPr sz="1800">
                <a:solidFill>
                  <a:schemeClr val="accent4"/>
                </a:solidFill>
                <a:latin typeface="IBM Plex Sans Medium"/>
                <a:ea typeface="IBM Plex Sans Medium"/>
                <a:cs typeface="IBM Plex Sans Medium"/>
                <a:sym typeface="IBM Plex Sans Medium"/>
              </a:defRPr>
            </a:lvl2pPr>
            <a:lvl3pPr lvl="2" algn="ctr" rtl="0">
              <a:lnSpc>
                <a:spcPct val="100000"/>
              </a:lnSpc>
              <a:spcBef>
                <a:spcPts val="0"/>
              </a:spcBef>
              <a:spcAft>
                <a:spcPts val="0"/>
              </a:spcAft>
              <a:buClr>
                <a:schemeClr val="accent4"/>
              </a:buClr>
              <a:buSzPts val="1800"/>
              <a:buFont typeface="IBM Plex Sans Medium"/>
              <a:buNone/>
              <a:defRPr sz="1800">
                <a:solidFill>
                  <a:schemeClr val="accent4"/>
                </a:solidFill>
                <a:latin typeface="IBM Plex Sans Medium"/>
                <a:ea typeface="IBM Plex Sans Medium"/>
                <a:cs typeface="IBM Plex Sans Medium"/>
                <a:sym typeface="IBM Plex Sans Medium"/>
              </a:defRPr>
            </a:lvl3pPr>
            <a:lvl4pPr lvl="3" algn="ctr" rtl="0">
              <a:lnSpc>
                <a:spcPct val="100000"/>
              </a:lnSpc>
              <a:spcBef>
                <a:spcPts val="0"/>
              </a:spcBef>
              <a:spcAft>
                <a:spcPts val="0"/>
              </a:spcAft>
              <a:buClr>
                <a:schemeClr val="accent4"/>
              </a:buClr>
              <a:buSzPts val="1800"/>
              <a:buFont typeface="IBM Plex Sans Medium"/>
              <a:buNone/>
              <a:defRPr sz="1800">
                <a:solidFill>
                  <a:schemeClr val="accent4"/>
                </a:solidFill>
                <a:latin typeface="IBM Plex Sans Medium"/>
                <a:ea typeface="IBM Plex Sans Medium"/>
                <a:cs typeface="IBM Plex Sans Medium"/>
                <a:sym typeface="IBM Plex Sans Medium"/>
              </a:defRPr>
            </a:lvl4pPr>
            <a:lvl5pPr lvl="4" algn="ctr" rtl="0">
              <a:lnSpc>
                <a:spcPct val="100000"/>
              </a:lnSpc>
              <a:spcBef>
                <a:spcPts val="0"/>
              </a:spcBef>
              <a:spcAft>
                <a:spcPts val="0"/>
              </a:spcAft>
              <a:buClr>
                <a:schemeClr val="accent4"/>
              </a:buClr>
              <a:buSzPts val="1800"/>
              <a:buFont typeface="IBM Plex Sans Medium"/>
              <a:buNone/>
              <a:defRPr sz="1800">
                <a:solidFill>
                  <a:schemeClr val="accent4"/>
                </a:solidFill>
                <a:latin typeface="IBM Plex Sans Medium"/>
                <a:ea typeface="IBM Plex Sans Medium"/>
                <a:cs typeface="IBM Plex Sans Medium"/>
                <a:sym typeface="IBM Plex Sans Medium"/>
              </a:defRPr>
            </a:lvl5pPr>
            <a:lvl6pPr lvl="5" algn="ctr" rtl="0">
              <a:lnSpc>
                <a:spcPct val="100000"/>
              </a:lnSpc>
              <a:spcBef>
                <a:spcPts val="0"/>
              </a:spcBef>
              <a:spcAft>
                <a:spcPts val="0"/>
              </a:spcAft>
              <a:buClr>
                <a:schemeClr val="accent4"/>
              </a:buClr>
              <a:buSzPts val="1800"/>
              <a:buFont typeface="IBM Plex Sans Medium"/>
              <a:buNone/>
              <a:defRPr sz="1800">
                <a:solidFill>
                  <a:schemeClr val="accent4"/>
                </a:solidFill>
                <a:latin typeface="IBM Plex Sans Medium"/>
                <a:ea typeface="IBM Plex Sans Medium"/>
                <a:cs typeface="IBM Plex Sans Medium"/>
                <a:sym typeface="IBM Plex Sans Medium"/>
              </a:defRPr>
            </a:lvl6pPr>
            <a:lvl7pPr lvl="6" algn="ctr" rtl="0">
              <a:lnSpc>
                <a:spcPct val="100000"/>
              </a:lnSpc>
              <a:spcBef>
                <a:spcPts val="0"/>
              </a:spcBef>
              <a:spcAft>
                <a:spcPts val="0"/>
              </a:spcAft>
              <a:buClr>
                <a:schemeClr val="accent4"/>
              </a:buClr>
              <a:buSzPts val="1800"/>
              <a:buFont typeface="IBM Plex Sans Medium"/>
              <a:buNone/>
              <a:defRPr sz="1800">
                <a:solidFill>
                  <a:schemeClr val="accent4"/>
                </a:solidFill>
                <a:latin typeface="IBM Plex Sans Medium"/>
                <a:ea typeface="IBM Plex Sans Medium"/>
                <a:cs typeface="IBM Plex Sans Medium"/>
                <a:sym typeface="IBM Plex Sans Medium"/>
              </a:defRPr>
            </a:lvl7pPr>
            <a:lvl8pPr lvl="7" algn="ctr" rtl="0">
              <a:lnSpc>
                <a:spcPct val="100000"/>
              </a:lnSpc>
              <a:spcBef>
                <a:spcPts val="0"/>
              </a:spcBef>
              <a:spcAft>
                <a:spcPts val="0"/>
              </a:spcAft>
              <a:buClr>
                <a:schemeClr val="accent4"/>
              </a:buClr>
              <a:buSzPts val="1800"/>
              <a:buFont typeface="IBM Plex Sans Medium"/>
              <a:buNone/>
              <a:defRPr sz="1800">
                <a:solidFill>
                  <a:schemeClr val="accent4"/>
                </a:solidFill>
                <a:latin typeface="IBM Plex Sans Medium"/>
                <a:ea typeface="IBM Plex Sans Medium"/>
                <a:cs typeface="IBM Plex Sans Medium"/>
                <a:sym typeface="IBM Plex Sans Medium"/>
              </a:defRPr>
            </a:lvl8pPr>
            <a:lvl9pPr lvl="8" algn="ctr" rtl="0">
              <a:lnSpc>
                <a:spcPct val="100000"/>
              </a:lnSpc>
              <a:spcBef>
                <a:spcPts val="0"/>
              </a:spcBef>
              <a:spcAft>
                <a:spcPts val="0"/>
              </a:spcAft>
              <a:buClr>
                <a:schemeClr val="accent4"/>
              </a:buClr>
              <a:buSzPts val="1800"/>
              <a:buFont typeface="IBM Plex Sans Medium"/>
              <a:buNone/>
              <a:defRPr sz="1800">
                <a:solidFill>
                  <a:schemeClr val="accent4"/>
                </a:solidFill>
                <a:latin typeface="IBM Plex Sans Medium"/>
                <a:ea typeface="IBM Plex Sans Medium"/>
                <a:cs typeface="IBM Plex Sans Medium"/>
                <a:sym typeface="IBM Plex Sans Medium"/>
              </a:defRPr>
            </a:lvl9pPr>
          </a:lstStyle>
          <a:p>
            <a:endParaRPr/>
          </a:p>
        </p:txBody>
      </p:sp>
      <p:sp>
        <p:nvSpPr>
          <p:cNvPr id="732" name="Google Shape;732;p71"/>
          <p:cNvSpPr txBox="1">
            <a:spLocks noGrp="1"/>
          </p:cNvSpPr>
          <p:nvPr>
            <p:ph type="body" idx="4"/>
          </p:nvPr>
        </p:nvSpPr>
        <p:spPr>
          <a:xfrm>
            <a:off x="467450" y="2997975"/>
            <a:ext cx="1889400" cy="1597200"/>
          </a:xfrm>
          <a:prstGeom prst="rect">
            <a:avLst/>
          </a:prstGeom>
        </p:spPr>
        <p:txBody>
          <a:bodyPr spcFirstLastPara="1" wrap="square" lIns="0" tIns="0" rIns="0" bIns="0" anchor="t" anchorCtr="0">
            <a:normAutofit/>
          </a:bodyPr>
          <a:lstStyle>
            <a:lvl1pPr marL="457200" lvl="0" indent="-330200" algn="ctr" rtl="0">
              <a:spcBef>
                <a:spcPts val="0"/>
              </a:spcBef>
              <a:spcAft>
                <a:spcPts val="0"/>
              </a:spcAft>
              <a:buSzPts val="1600"/>
              <a:buChar char="■"/>
              <a:defRPr sz="1600"/>
            </a:lvl1pPr>
            <a:lvl2pPr marL="914400" lvl="1" indent="-317500" algn="ctr" rtl="0">
              <a:spcBef>
                <a:spcPts val="0"/>
              </a:spcBef>
              <a:spcAft>
                <a:spcPts val="0"/>
              </a:spcAft>
              <a:buSzPts val="1400"/>
              <a:buChar char="■"/>
              <a:defRPr/>
            </a:lvl2pPr>
            <a:lvl3pPr marL="1371600" lvl="2" indent="-317500" algn="ctr" rtl="0">
              <a:spcBef>
                <a:spcPts val="0"/>
              </a:spcBef>
              <a:spcAft>
                <a:spcPts val="0"/>
              </a:spcAft>
              <a:buClr>
                <a:schemeClr val="dk1"/>
              </a:buClr>
              <a:buSzPts val="1400"/>
              <a:buChar char="■"/>
              <a:defRPr/>
            </a:lvl3pPr>
            <a:lvl4pPr marL="1828800" lvl="3" indent="-317500" algn="ctr" rtl="0">
              <a:spcBef>
                <a:spcPts val="0"/>
              </a:spcBef>
              <a:spcAft>
                <a:spcPts val="0"/>
              </a:spcAft>
              <a:buClr>
                <a:schemeClr val="dk1"/>
              </a:buClr>
              <a:buSzPts val="1400"/>
              <a:buChar char="●"/>
              <a:defRPr/>
            </a:lvl4pPr>
            <a:lvl5pPr marL="2286000" lvl="4" indent="-317500" algn="ctr" rtl="0">
              <a:spcBef>
                <a:spcPts val="0"/>
              </a:spcBef>
              <a:spcAft>
                <a:spcPts val="0"/>
              </a:spcAft>
              <a:buSzPts val="1400"/>
              <a:buChar char="○"/>
              <a:defRPr/>
            </a:lvl5pPr>
            <a:lvl6pPr marL="2743200" lvl="5" indent="-317500" algn="ctr" rtl="0">
              <a:spcBef>
                <a:spcPts val="0"/>
              </a:spcBef>
              <a:spcAft>
                <a:spcPts val="0"/>
              </a:spcAft>
              <a:buSzPts val="1400"/>
              <a:buChar char="■"/>
              <a:defRPr/>
            </a:lvl6pPr>
            <a:lvl7pPr marL="3200400" lvl="6" indent="-317500" algn="ctr" rtl="0">
              <a:spcBef>
                <a:spcPts val="0"/>
              </a:spcBef>
              <a:spcAft>
                <a:spcPts val="0"/>
              </a:spcAft>
              <a:buSzPts val="1400"/>
              <a:buChar char="●"/>
              <a:defRPr/>
            </a:lvl7pPr>
            <a:lvl8pPr marL="3657600" lvl="7" indent="-317500" algn="ctr" rtl="0">
              <a:spcBef>
                <a:spcPts val="0"/>
              </a:spcBef>
              <a:spcAft>
                <a:spcPts val="0"/>
              </a:spcAft>
              <a:buSzPts val="1400"/>
              <a:buChar char="○"/>
              <a:defRPr/>
            </a:lvl8pPr>
            <a:lvl9pPr marL="4114800" lvl="8" indent="-317500" algn="ctr" rtl="0">
              <a:spcBef>
                <a:spcPts val="0"/>
              </a:spcBef>
              <a:spcAft>
                <a:spcPts val="0"/>
              </a:spcAft>
              <a:buSzPts val="1400"/>
              <a:buChar char="■"/>
              <a:defRPr/>
            </a:lvl9pPr>
          </a:lstStyle>
          <a:p>
            <a:endParaRPr/>
          </a:p>
        </p:txBody>
      </p:sp>
      <p:sp>
        <p:nvSpPr>
          <p:cNvPr id="733" name="Google Shape;733;p71"/>
          <p:cNvSpPr>
            <a:spLocks noGrp="1"/>
          </p:cNvSpPr>
          <p:nvPr>
            <p:ph type="pic" idx="5"/>
          </p:nvPr>
        </p:nvSpPr>
        <p:spPr>
          <a:xfrm>
            <a:off x="3595638" y="1560488"/>
            <a:ext cx="903300" cy="903300"/>
          </a:xfrm>
          <a:prstGeom prst="roundRect">
            <a:avLst>
              <a:gd name="adj" fmla="val 16667"/>
            </a:avLst>
          </a:prstGeom>
          <a:noFill/>
          <a:ln>
            <a:noFill/>
          </a:ln>
        </p:spPr>
      </p:sp>
      <p:sp>
        <p:nvSpPr>
          <p:cNvPr id="734" name="Google Shape;734;p71"/>
          <p:cNvSpPr txBox="1">
            <a:spLocks noGrp="1"/>
          </p:cNvSpPr>
          <p:nvPr>
            <p:ph type="subTitle" idx="6"/>
          </p:nvPr>
        </p:nvSpPr>
        <p:spPr>
          <a:xfrm>
            <a:off x="3098188" y="2594850"/>
            <a:ext cx="1888500" cy="311400"/>
          </a:xfrm>
          <a:prstGeom prst="rect">
            <a:avLst/>
          </a:prstGeom>
        </p:spPr>
        <p:txBody>
          <a:bodyPr spcFirstLastPara="1" wrap="square" lIns="0" tIns="0" rIns="0" bIns="0" anchor="t" anchorCtr="0">
            <a:normAutofit/>
          </a:bodyPr>
          <a:lstStyle>
            <a:lvl1pPr lvl="0" algn="ctr" rtl="0">
              <a:lnSpc>
                <a:spcPct val="100000"/>
              </a:lnSpc>
              <a:spcBef>
                <a:spcPts val="0"/>
              </a:spcBef>
              <a:spcAft>
                <a:spcPts val="0"/>
              </a:spcAft>
              <a:buClr>
                <a:schemeClr val="accent4"/>
              </a:buClr>
              <a:buSzPts val="1800"/>
              <a:buFont typeface="IBM Plex Sans Medium"/>
              <a:buNone/>
              <a:defRPr sz="1800">
                <a:solidFill>
                  <a:schemeClr val="accent4"/>
                </a:solidFill>
                <a:latin typeface="IBM Plex Sans Medium"/>
                <a:ea typeface="IBM Plex Sans Medium"/>
                <a:cs typeface="IBM Plex Sans Medium"/>
                <a:sym typeface="IBM Plex Sans Medium"/>
              </a:defRPr>
            </a:lvl1pPr>
            <a:lvl2pPr lvl="1" algn="ctr" rtl="0">
              <a:lnSpc>
                <a:spcPct val="100000"/>
              </a:lnSpc>
              <a:spcBef>
                <a:spcPts val="0"/>
              </a:spcBef>
              <a:spcAft>
                <a:spcPts val="0"/>
              </a:spcAft>
              <a:buClr>
                <a:schemeClr val="accent4"/>
              </a:buClr>
              <a:buSzPts val="1800"/>
              <a:buFont typeface="IBM Plex Sans Medium"/>
              <a:buNone/>
              <a:defRPr sz="1800">
                <a:solidFill>
                  <a:schemeClr val="accent4"/>
                </a:solidFill>
                <a:latin typeface="IBM Plex Sans Medium"/>
                <a:ea typeface="IBM Plex Sans Medium"/>
                <a:cs typeface="IBM Plex Sans Medium"/>
                <a:sym typeface="IBM Plex Sans Medium"/>
              </a:defRPr>
            </a:lvl2pPr>
            <a:lvl3pPr lvl="2" algn="ctr" rtl="0">
              <a:lnSpc>
                <a:spcPct val="100000"/>
              </a:lnSpc>
              <a:spcBef>
                <a:spcPts val="0"/>
              </a:spcBef>
              <a:spcAft>
                <a:spcPts val="0"/>
              </a:spcAft>
              <a:buClr>
                <a:schemeClr val="accent4"/>
              </a:buClr>
              <a:buSzPts val="1800"/>
              <a:buFont typeface="IBM Plex Sans Medium"/>
              <a:buNone/>
              <a:defRPr sz="1800">
                <a:solidFill>
                  <a:schemeClr val="accent4"/>
                </a:solidFill>
                <a:latin typeface="IBM Plex Sans Medium"/>
                <a:ea typeface="IBM Plex Sans Medium"/>
                <a:cs typeface="IBM Plex Sans Medium"/>
                <a:sym typeface="IBM Plex Sans Medium"/>
              </a:defRPr>
            </a:lvl3pPr>
            <a:lvl4pPr lvl="3" algn="ctr" rtl="0">
              <a:lnSpc>
                <a:spcPct val="100000"/>
              </a:lnSpc>
              <a:spcBef>
                <a:spcPts val="0"/>
              </a:spcBef>
              <a:spcAft>
                <a:spcPts val="0"/>
              </a:spcAft>
              <a:buClr>
                <a:schemeClr val="accent4"/>
              </a:buClr>
              <a:buSzPts val="1800"/>
              <a:buFont typeface="IBM Plex Sans Medium"/>
              <a:buNone/>
              <a:defRPr sz="1800">
                <a:solidFill>
                  <a:schemeClr val="accent4"/>
                </a:solidFill>
                <a:latin typeface="IBM Plex Sans Medium"/>
                <a:ea typeface="IBM Plex Sans Medium"/>
                <a:cs typeface="IBM Plex Sans Medium"/>
                <a:sym typeface="IBM Plex Sans Medium"/>
              </a:defRPr>
            </a:lvl4pPr>
            <a:lvl5pPr lvl="4" algn="ctr" rtl="0">
              <a:lnSpc>
                <a:spcPct val="100000"/>
              </a:lnSpc>
              <a:spcBef>
                <a:spcPts val="0"/>
              </a:spcBef>
              <a:spcAft>
                <a:spcPts val="0"/>
              </a:spcAft>
              <a:buClr>
                <a:schemeClr val="accent4"/>
              </a:buClr>
              <a:buSzPts val="1800"/>
              <a:buFont typeface="IBM Plex Sans Medium"/>
              <a:buNone/>
              <a:defRPr sz="1800">
                <a:solidFill>
                  <a:schemeClr val="accent4"/>
                </a:solidFill>
                <a:latin typeface="IBM Plex Sans Medium"/>
                <a:ea typeface="IBM Plex Sans Medium"/>
                <a:cs typeface="IBM Plex Sans Medium"/>
                <a:sym typeface="IBM Plex Sans Medium"/>
              </a:defRPr>
            </a:lvl5pPr>
            <a:lvl6pPr lvl="5" algn="ctr" rtl="0">
              <a:lnSpc>
                <a:spcPct val="100000"/>
              </a:lnSpc>
              <a:spcBef>
                <a:spcPts val="0"/>
              </a:spcBef>
              <a:spcAft>
                <a:spcPts val="0"/>
              </a:spcAft>
              <a:buClr>
                <a:schemeClr val="accent4"/>
              </a:buClr>
              <a:buSzPts val="1800"/>
              <a:buFont typeface="IBM Plex Sans Medium"/>
              <a:buNone/>
              <a:defRPr sz="1800">
                <a:solidFill>
                  <a:schemeClr val="accent4"/>
                </a:solidFill>
                <a:latin typeface="IBM Plex Sans Medium"/>
                <a:ea typeface="IBM Plex Sans Medium"/>
                <a:cs typeface="IBM Plex Sans Medium"/>
                <a:sym typeface="IBM Plex Sans Medium"/>
              </a:defRPr>
            </a:lvl6pPr>
            <a:lvl7pPr lvl="6" algn="ctr" rtl="0">
              <a:lnSpc>
                <a:spcPct val="100000"/>
              </a:lnSpc>
              <a:spcBef>
                <a:spcPts val="0"/>
              </a:spcBef>
              <a:spcAft>
                <a:spcPts val="0"/>
              </a:spcAft>
              <a:buClr>
                <a:schemeClr val="accent4"/>
              </a:buClr>
              <a:buSzPts val="1800"/>
              <a:buFont typeface="IBM Plex Sans Medium"/>
              <a:buNone/>
              <a:defRPr sz="1800">
                <a:solidFill>
                  <a:schemeClr val="accent4"/>
                </a:solidFill>
                <a:latin typeface="IBM Plex Sans Medium"/>
                <a:ea typeface="IBM Plex Sans Medium"/>
                <a:cs typeface="IBM Plex Sans Medium"/>
                <a:sym typeface="IBM Plex Sans Medium"/>
              </a:defRPr>
            </a:lvl7pPr>
            <a:lvl8pPr lvl="7" algn="ctr" rtl="0">
              <a:lnSpc>
                <a:spcPct val="100000"/>
              </a:lnSpc>
              <a:spcBef>
                <a:spcPts val="0"/>
              </a:spcBef>
              <a:spcAft>
                <a:spcPts val="0"/>
              </a:spcAft>
              <a:buClr>
                <a:schemeClr val="accent4"/>
              </a:buClr>
              <a:buSzPts val="1800"/>
              <a:buFont typeface="IBM Plex Sans Medium"/>
              <a:buNone/>
              <a:defRPr sz="1800">
                <a:solidFill>
                  <a:schemeClr val="accent4"/>
                </a:solidFill>
                <a:latin typeface="IBM Plex Sans Medium"/>
                <a:ea typeface="IBM Plex Sans Medium"/>
                <a:cs typeface="IBM Plex Sans Medium"/>
                <a:sym typeface="IBM Plex Sans Medium"/>
              </a:defRPr>
            </a:lvl8pPr>
            <a:lvl9pPr lvl="8" algn="ctr" rtl="0">
              <a:lnSpc>
                <a:spcPct val="100000"/>
              </a:lnSpc>
              <a:spcBef>
                <a:spcPts val="0"/>
              </a:spcBef>
              <a:spcAft>
                <a:spcPts val="0"/>
              </a:spcAft>
              <a:buClr>
                <a:schemeClr val="accent4"/>
              </a:buClr>
              <a:buSzPts val="1800"/>
              <a:buFont typeface="IBM Plex Sans Medium"/>
              <a:buNone/>
              <a:defRPr sz="1800">
                <a:solidFill>
                  <a:schemeClr val="accent4"/>
                </a:solidFill>
                <a:latin typeface="IBM Plex Sans Medium"/>
                <a:ea typeface="IBM Plex Sans Medium"/>
                <a:cs typeface="IBM Plex Sans Medium"/>
                <a:sym typeface="IBM Plex Sans Medium"/>
              </a:defRPr>
            </a:lvl9pPr>
          </a:lstStyle>
          <a:p>
            <a:endParaRPr/>
          </a:p>
        </p:txBody>
      </p:sp>
      <p:sp>
        <p:nvSpPr>
          <p:cNvPr id="735" name="Google Shape;735;p71"/>
          <p:cNvSpPr txBox="1">
            <a:spLocks noGrp="1"/>
          </p:cNvSpPr>
          <p:nvPr>
            <p:ph type="body" idx="7"/>
          </p:nvPr>
        </p:nvSpPr>
        <p:spPr>
          <a:xfrm>
            <a:off x="3107008" y="2997975"/>
            <a:ext cx="1889400" cy="1597200"/>
          </a:xfrm>
          <a:prstGeom prst="rect">
            <a:avLst/>
          </a:prstGeom>
        </p:spPr>
        <p:txBody>
          <a:bodyPr spcFirstLastPara="1" wrap="square" lIns="0" tIns="0" rIns="0" bIns="0" anchor="t" anchorCtr="0">
            <a:normAutofit/>
          </a:bodyPr>
          <a:lstStyle>
            <a:lvl1pPr marL="457200" lvl="0" indent="-330200" algn="ctr" rtl="0">
              <a:spcBef>
                <a:spcPts val="0"/>
              </a:spcBef>
              <a:spcAft>
                <a:spcPts val="0"/>
              </a:spcAft>
              <a:buSzPts val="1600"/>
              <a:buChar char="■"/>
              <a:defRPr sz="1600"/>
            </a:lvl1pPr>
            <a:lvl2pPr marL="914400" lvl="1" indent="-317500" algn="ctr" rtl="0">
              <a:spcBef>
                <a:spcPts val="0"/>
              </a:spcBef>
              <a:spcAft>
                <a:spcPts val="0"/>
              </a:spcAft>
              <a:buSzPts val="1400"/>
              <a:buChar char="■"/>
              <a:defRPr/>
            </a:lvl2pPr>
            <a:lvl3pPr marL="1371600" lvl="2" indent="-317500" algn="ctr" rtl="0">
              <a:spcBef>
                <a:spcPts val="0"/>
              </a:spcBef>
              <a:spcAft>
                <a:spcPts val="0"/>
              </a:spcAft>
              <a:buClr>
                <a:schemeClr val="dk1"/>
              </a:buClr>
              <a:buSzPts val="1400"/>
              <a:buChar char="■"/>
              <a:defRPr/>
            </a:lvl3pPr>
            <a:lvl4pPr marL="1828800" lvl="3" indent="-317500" algn="ctr" rtl="0">
              <a:spcBef>
                <a:spcPts val="0"/>
              </a:spcBef>
              <a:spcAft>
                <a:spcPts val="0"/>
              </a:spcAft>
              <a:buClr>
                <a:schemeClr val="dk1"/>
              </a:buClr>
              <a:buSzPts val="1400"/>
              <a:buChar char="●"/>
              <a:defRPr/>
            </a:lvl4pPr>
            <a:lvl5pPr marL="2286000" lvl="4" indent="-317500" algn="ctr" rtl="0">
              <a:spcBef>
                <a:spcPts val="0"/>
              </a:spcBef>
              <a:spcAft>
                <a:spcPts val="0"/>
              </a:spcAft>
              <a:buSzPts val="1400"/>
              <a:buChar char="○"/>
              <a:defRPr/>
            </a:lvl5pPr>
            <a:lvl6pPr marL="2743200" lvl="5" indent="-317500" algn="ctr" rtl="0">
              <a:spcBef>
                <a:spcPts val="0"/>
              </a:spcBef>
              <a:spcAft>
                <a:spcPts val="0"/>
              </a:spcAft>
              <a:buSzPts val="1400"/>
              <a:buChar char="■"/>
              <a:defRPr/>
            </a:lvl6pPr>
            <a:lvl7pPr marL="3200400" lvl="6" indent="-317500" algn="ctr" rtl="0">
              <a:spcBef>
                <a:spcPts val="0"/>
              </a:spcBef>
              <a:spcAft>
                <a:spcPts val="0"/>
              </a:spcAft>
              <a:buSzPts val="1400"/>
              <a:buChar char="●"/>
              <a:defRPr/>
            </a:lvl7pPr>
            <a:lvl8pPr marL="3657600" lvl="7" indent="-317500" algn="ctr" rtl="0">
              <a:spcBef>
                <a:spcPts val="0"/>
              </a:spcBef>
              <a:spcAft>
                <a:spcPts val="0"/>
              </a:spcAft>
              <a:buSzPts val="1400"/>
              <a:buChar char="○"/>
              <a:defRPr/>
            </a:lvl8pPr>
            <a:lvl9pPr marL="4114800" lvl="8" indent="-317500" algn="ctr" rtl="0">
              <a:spcBef>
                <a:spcPts val="0"/>
              </a:spcBef>
              <a:spcAft>
                <a:spcPts val="0"/>
              </a:spcAft>
              <a:buSzPts val="1400"/>
              <a:buChar char="■"/>
              <a:defRPr/>
            </a:lvl9pPr>
          </a:lstStyle>
          <a:p>
            <a:endParaRPr/>
          </a:p>
        </p:txBody>
      </p:sp>
      <p:sp>
        <p:nvSpPr>
          <p:cNvPr id="736" name="Google Shape;736;p71"/>
          <p:cNvSpPr>
            <a:spLocks noGrp="1"/>
          </p:cNvSpPr>
          <p:nvPr>
            <p:ph type="pic" idx="8"/>
          </p:nvPr>
        </p:nvSpPr>
        <p:spPr>
          <a:xfrm>
            <a:off x="6235188" y="1560488"/>
            <a:ext cx="903300" cy="903300"/>
          </a:xfrm>
          <a:prstGeom prst="roundRect">
            <a:avLst>
              <a:gd name="adj" fmla="val 16667"/>
            </a:avLst>
          </a:prstGeom>
          <a:noFill/>
          <a:ln>
            <a:noFill/>
          </a:ln>
        </p:spPr>
      </p:sp>
      <p:sp>
        <p:nvSpPr>
          <p:cNvPr id="737" name="Google Shape;737;p71"/>
          <p:cNvSpPr txBox="1">
            <a:spLocks noGrp="1"/>
          </p:cNvSpPr>
          <p:nvPr>
            <p:ph type="subTitle" idx="9"/>
          </p:nvPr>
        </p:nvSpPr>
        <p:spPr>
          <a:xfrm>
            <a:off x="5737738" y="2594850"/>
            <a:ext cx="1888500" cy="311400"/>
          </a:xfrm>
          <a:prstGeom prst="rect">
            <a:avLst/>
          </a:prstGeom>
        </p:spPr>
        <p:txBody>
          <a:bodyPr spcFirstLastPara="1" wrap="square" lIns="0" tIns="0" rIns="0" bIns="0" anchor="t" anchorCtr="0">
            <a:normAutofit/>
          </a:bodyPr>
          <a:lstStyle>
            <a:lvl1pPr lvl="0" algn="ctr" rtl="0">
              <a:lnSpc>
                <a:spcPct val="100000"/>
              </a:lnSpc>
              <a:spcBef>
                <a:spcPts val="0"/>
              </a:spcBef>
              <a:spcAft>
                <a:spcPts val="0"/>
              </a:spcAft>
              <a:buClr>
                <a:schemeClr val="accent4"/>
              </a:buClr>
              <a:buSzPts val="1800"/>
              <a:buFont typeface="IBM Plex Sans Medium"/>
              <a:buNone/>
              <a:defRPr sz="1800">
                <a:solidFill>
                  <a:schemeClr val="accent4"/>
                </a:solidFill>
                <a:latin typeface="IBM Plex Sans Medium"/>
                <a:ea typeface="IBM Plex Sans Medium"/>
                <a:cs typeface="IBM Plex Sans Medium"/>
                <a:sym typeface="IBM Plex Sans Medium"/>
              </a:defRPr>
            </a:lvl1pPr>
            <a:lvl2pPr lvl="1" algn="ctr" rtl="0">
              <a:lnSpc>
                <a:spcPct val="100000"/>
              </a:lnSpc>
              <a:spcBef>
                <a:spcPts val="0"/>
              </a:spcBef>
              <a:spcAft>
                <a:spcPts val="0"/>
              </a:spcAft>
              <a:buClr>
                <a:schemeClr val="accent4"/>
              </a:buClr>
              <a:buSzPts val="1800"/>
              <a:buFont typeface="IBM Plex Sans Medium"/>
              <a:buNone/>
              <a:defRPr sz="1800">
                <a:solidFill>
                  <a:schemeClr val="accent4"/>
                </a:solidFill>
                <a:latin typeface="IBM Plex Sans Medium"/>
                <a:ea typeface="IBM Plex Sans Medium"/>
                <a:cs typeface="IBM Plex Sans Medium"/>
                <a:sym typeface="IBM Plex Sans Medium"/>
              </a:defRPr>
            </a:lvl2pPr>
            <a:lvl3pPr lvl="2" algn="ctr" rtl="0">
              <a:lnSpc>
                <a:spcPct val="100000"/>
              </a:lnSpc>
              <a:spcBef>
                <a:spcPts val="0"/>
              </a:spcBef>
              <a:spcAft>
                <a:spcPts val="0"/>
              </a:spcAft>
              <a:buClr>
                <a:schemeClr val="accent4"/>
              </a:buClr>
              <a:buSzPts val="1800"/>
              <a:buFont typeface="IBM Plex Sans Medium"/>
              <a:buNone/>
              <a:defRPr sz="1800">
                <a:solidFill>
                  <a:schemeClr val="accent4"/>
                </a:solidFill>
                <a:latin typeface="IBM Plex Sans Medium"/>
                <a:ea typeface="IBM Plex Sans Medium"/>
                <a:cs typeface="IBM Plex Sans Medium"/>
                <a:sym typeface="IBM Plex Sans Medium"/>
              </a:defRPr>
            </a:lvl3pPr>
            <a:lvl4pPr lvl="3" algn="ctr" rtl="0">
              <a:lnSpc>
                <a:spcPct val="100000"/>
              </a:lnSpc>
              <a:spcBef>
                <a:spcPts val="0"/>
              </a:spcBef>
              <a:spcAft>
                <a:spcPts val="0"/>
              </a:spcAft>
              <a:buClr>
                <a:schemeClr val="accent4"/>
              </a:buClr>
              <a:buSzPts val="1800"/>
              <a:buFont typeface="IBM Plex Sans Medium"/>
              <a:buNone/>
              <a:defRPr sz="1800">
                <a:solidFill>
                  <a:schemeClr val="accent4"/>
                </a:solidFill>
                <a:latin typeface="IBM Plex Sans Medium"/>
                <a:ea typeface="IBM Plex Sans Medium"/>
                <a:cs typeface="IBM Plex Sans Medium"/>
                <a:sym typeface="IBM Plex Sans Medium"/>
              </a:defRPr>
            </a:lvl4pPr>
            <a:lvl5pPr lvl="4" algn="ctr" rtl="0">
              <a:lnSpc>
                <a:spcPct val="100000"/>
              </a:lnSpc>
              <a:spcBef>
                <a:spcPts val="0"/>
              </a:spcBef>
              <a:spcAft>
                <a:spcPts val="0"/>
              </a:spcAft>
              <a:buClr>
                <a:schemeClr val="accent4"/>
              </a:buClr>
              <a:buSzPts val="1800"/>
              <a:buFont typeface="IBM Plex Sans Medium"/>
              <a:buNone/>
              <a:defRPr sz="1800">
                <a:solidFill>
                  <a:schemeClr val="accent4"/>
                </a:solidFill>
                <a:latin typeface="IBM Plex Sans Medium"/>
                <a:ea typeface="IBM Plex Sans Medium"/>
                <a:cs typeface="IBM Plex Sans Medium"/>
                <a:sym typeface="IBM Plex Sans Medium"/>
              </a:defRPr>
            </a:lvl5pPr>
            <a:lvl6pPr lvl="5" algn="ctr" rtl="0">
              <a:lnSpc>
                <a:spcPct val="100000"/>
              </a:lnSpc>
              <a:spcBef>
                <a:spcPts val="0"/>
              </a:spcBef>
              <a:spcAft>
                <a:spcPts val="0"/>
              </a:spcAft>
              <a:buClr>
                <a:schemeClr val="accent4"/>
              </a:buClr>
              <a:buSzPts val="1800"/>
              <a:buFont typeface="IBM Plex Sans Medium"/>
              <a:buNone/>
              <a:defRPr sz="1800">
                <a:solidFill>
                  <a:schemeClr val="accent4"/>
                </a:solidFill>
                <a:latin typeface="IBM Plex Sans Medium"/>
                <a:ea typeface="IBM Plex Sans Medium"/>
                <a:cs typeface="IBM Plex Sans Medium"/>
                <a:sym typeface="IBM Plex Sans Medium"/>
              </a:defRPr>
            </a:lvl6pPr>
            <a:lvl7pPr lvl="6" algn="ctr" rtl="0">
              <a:lnSpc>
                <a:spcPct val="100000"/>
              </a:lnSpc>
              <a:spcBef>
                <a:spcPts val="0"/>
              </a:spcBef>
              <a:spcAft>
                <a:spcPts val="0"/>
              </a:spcAft>
              <a:buClr>
                <a:schemeClr val="accent4"/>
              </a:buClr>
              <a:buSzPts val="1800"/>
              <a:buFont typeface="IBM Plex Sans Medium"/>
              <a:buNone/>
              <a:defRPr sz="1800">
                <a:solidFill>
                  <a:schemeClr val="accent4"/>
                </a:solidFill>
                <a:latin typeface="IBM Plex Sans Medium"/>
                <a:ea typeface="IBM Plex Sans Medium"/>
                <a:cs typeface="IBM Plex Sans Medium"/>
                <a:sym typeface="IBM Plex Sans Medium"/>
              </a:defRPr>
            </a:lvl7pPr>
            <a:lvl8pPr lvl="7" algn="ctr" rtl="0">
              <a:lnSpc>
                <a:spcPct val="100000"/>
              </a:lnSpc>
              <a:spcBef>
                <a:spcPts val="0"/>
              </a:spcBef>
              <a:spcAft>
                <a:spcPts val="0"/>
              </a:spcAft>
              <a:buClr>
                <a:schemeClr val="accent4"/>
              </a:buClr>
              <a:buSzPts val="1800"/>
              <a:buFont typeface="IBM Plex Sans Medium"/>
              <a:buNone/>
              <a:defRPr sz="1800">
                <a:solidFill>
                  <a:schemeClr val="accent4"/>
                </a:solidFill>
                <a:latin typeface="IBM Plex Sans Medium"/>
                <a:ea typeface="IBM Plex Sans Medium"/>
                <a:cs typeface="IBM Plex Sans Medium"/>
                <a:sym typeface="IBM Plex Sans Medium"/>
              </a:defRPr>
            </a:lvl8pPr>
            <a:lvl9pPr lvl="8" algn="ctr" rtl="0">
              <a:lnSpc>
                <a:spcPct val="100000"/>
              </a:lnSpc>
              <a:spcBef>
                <a:spcPts val="0"/>
              </a:spcBef>
              <a:spcAft>
                <a:spcPts val="0"/>
              </a:spcAft>
              <a:buClr>
                <a:schemeClr val="accent4"/>
              </a:buClr>
              <a:buSzPts val="1800"/>
              <a:buFont typeface="IBM Plex Sans Medium"/>
              <a:buNone/>
              <a:defRPr sz="1800">
                <a:solidFill>
                  <a:schemeClr val="accent4"/>
                </a:solidFill>
                <a:latin typeface="IBM Plex Sans Medium"/>
                <a:ea typeface="IBM Plex Sans Medium"/>
                <a:cs typeface="IBM Plex Sans Medium"/>
                <a:sym typeface="IBM Plex Sans Medium"/>
              </a:defRPr>
            </a:lvl9pPr>
          </a:lstStyle>
          <a:p>
            <a:endParaRPr/>
          </a:p>
        </p:txBody>
      </p:sp>
      <p:sp>
        <p:nvSpPr>
          <p:cNvPr id="738" name="Google Shape;738;p71"/>
          <p:cNvSpPr txBox="1">
            <a:spLocks noGrp="1"/>
          </p:cNvSpPr>
          <p:nvPr>
            <p:ph type="body" idx="13"/>
          </p:nvPr>
        </p:nvSpPr>
        <p:spPr>
          <a:xfrm>
            <a:off x="5746553" y="2997975"/>
            <a:ext cx="1889400" cy="1597200"/>
          </a:xfrm>
          <a:prstGeom prst="rect">
            <a:avLst/>
          </a:prstGeom>
        </p:spPr>
        <p:txBody>
          <a:bodyPr spcFirstLastPara="1" wrap="square" lIns="0" tIns="0" rIns="0" bIns="0" anchor="t" anchorCtr="0">
            <a:normAutofit/>
          </a:bodyPr>
          <a:lstStyle>
            <a:lvl1pPr marL="457200" lvl="0" indent="-330200" algn="ctr" rtl="0">
              <a:spcBef>
                <a:spcPts val="0"/>
              </a:spcBef>
              <a:spcAft>
                <a:spcPts val="0"/>
              </a:spcAft>
              <a:buSzPts val="1600"/>
              <a:buChar char="■"/>
              <a:defRPr sz="1600"/>
            </a:lvl1pPr>
            <a:lvl2pPr marL="914400" lvl="1" indent="-317500" algn="ctr" rtl="0">
              <a:spcBef>
                <a:spcPts val="0"/>
              </a:spcBef>
              <a:spcAft>
                <a:spcPts val="0"/>
              </a:spcAft>
              <a:buSzPts val="1400"/>
              <a:buChar char="■"/>
              <a:defRPr/>
            </a:lvl2pPr>
            <a:lvl3pPr marL="1371600" lvl="2" indent="-317500" algn="ctr" rtl="0">
              <a:spcBef>
                <a:spcPts val="0"/>
              </a:spcBef>
              <a:spcAft>
                <a:spcPts val="0"/>
              </a:spcAft>
              <a:buClr>
                <a:schemeClr val="dk1"/>
              </a:buClr>
              <a:buSzPts val="1400"/>
              <a:buChar char="■"/>
              <a:defRPr/>
            </a:lvl3pPr>
            <a:lvl4pPr marL="1828800" lvl="3" indent="-317500" algn="ctr" rtl="0">
              <a:spcBef>
                <a:spcPts val="0"/>
              </a:spcBef>
              <a:spcAft>
                <a:spcPts val="0"/>
              </a:spcAft>
              <a:buClr>
                <a:schemeClr val="dk1"/>
              </a:buClr>
              <a:buSzPts val="1400"/>
              <a:buChar char="●"/>
              <a:defRPr/>
            </a:lvl4pPr>
            <a:lvl5pPr marL="2286000" lvl="4" indent="-317500" algn="ctr" rtl="0">
              <a:spcBef>
                <a:spcPts val="0"/>
              </a:spcBef>
              <a:spcAft>
                <a:spcPts val="0"/>
              </a:spcAft>
              <a:buSzPts val="1400"/>
              <a:buChar char="○"/>
              <a:defRPr/>
            </a:lvl5pPr>
            <a:lvl6pPr marL="2743200" lvl="5" indent="-317500" algn="ctr" rtl="0">
              <a:spcBef>
                <a:spcPts val="0"/>
              </a:spcBef>
              <a:spcAft>
                <a:spcPts val="0"/>
              </a:spcAft>
              <a:buSzPts val="1400"/>
              <a:buChar char="■"/>
              <a:defRPr/>
            </a:lvl6pPr>
            <a:lvl7pPr marL="3200400" lvl="6" indent="-317500" algn="ctr" rtl="0">
              <a:spcBef>
                <a:spcPts val="0"/>
              </a:spcBef>
              <a:spcAft>
                <a:spcPts val="0"/>
              </a:spcAft>
              <a:buSzPts val="1400"/>
              <a:buChar char="●"/>
              <a:defRPr/>
            </a:lvl7pPr>
            <a:lvl8pPr marL="3657600" lvl="7" indent="-317500" algn="ctr" rtl="0">
              <a:spcBef>
                <a:spcPts val="0"/>
              </a:spcBef>
              <a:spcAft>
                <a:spcPts val="0"/>
              </a:spcAft>
              <a:buSzPts val="1400"/>
              <a:buChar char="○"/>
              <a:defRPr/>
            </a:lvl8pPr>
            <a:lvl9pPr marL="4114800" lvl="8" indent="-317500" algn="ctr" rtl="0">
              <a:spcBef>
                <a:spcPts val="0"/>
              </a:spcBef>
              <a:spcAft>
                <a:spcPts val="0"/>
              </a:spcAft>
              <a:buSzPts val="1400"/>
              <a:buChar char="■"/>
              <a:defRPr/>
            </a:lvl9pPr>
          </a:lstStyle>
          <a:p>
            <a:endParaRPr/>
          </a:p>
        </p:txBody>
      </p:sp>
      <p:grpSp>
        <p:nvGrpSpPr>
          <p:cNvPr id="739" name="Google Shape;739;p71"/>
          <p:cNvGrpSpPr/>
          <p:nvPr/>
        </p:nvGrpSpPr>
        <p:grpSpPr>
          <a:xfrm>
            <a:off x="7428504" y="1008605"/>
            <a:ext cx="881054" cy="483615"/>
            <a:chOff x="5988337" y="3156400"/>
            <a:chExt cx="881054" cy="483615"/>
          </a:xfrm>
        </p:grpSpPr>
        <p:sp>
          <p:nvSpPr>
            <p:cNvPr id="740" name="Google Shape;740;p71"/>
            <p:cNvSpPr/>
            <p:nvPr/>
          </p:nvSpPr>
          <p:spPr>
            <a:xfrm>
              <a:off x="6779691" y="3550315"/>
              <a:ext cx="89700" cy="897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1" name="Google Shape;741;p71"/>
            <p:cNvSpPr/>
            <p:nvPr/>
          </p:nvSpPr>
          <p:spPr>
            <a:xfrm>
              <a:off x="6779691" y="3353358"/>
              <a:ext cx="89700" cy="897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2" name="Google Shape;742;p71"/>
            <p:cNvSpPr/>
            <p:nvPr/>
          </p:nvSpPr>
          <p:spPr>
            <a:xfrm>
              <a:off x="6779691" y="3156400"/>
              <a:ext cx="89700" cy="897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3" name="Google Shape;743;p71"/>
            <p:cNvSpPr/>
            <p:nvPr/>
          </p:nvSpPr>
          <p:spPr>
            <a:xfrm>
              <a:off x="5988337" y="3550315"/>
              <a:ext cx="89700" cy="897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4" name="Google Shape;744;p71"/>
            <p:cNvSpPr/>
            <p:nvPr/>
          </p:nvSpPr>
          <p:spPr>
            <a:xfrm>
              <a:off x="5988337" y="3353358"/>
              <a:ext cx="89700" cy="897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5" name="Google Shape;745;p71"/>
            <p:cNvSpPr/>
            <p:nvPr/>
          </p:nvSpPr>
          <p:spPr>
            <a:xfrm>
              <a:off x="5988337" y="3156400"/>
              <a:ext cx="89700" cy="897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6" name="Google Shape;746;p71"/>
            <p:cNvSpPr/>
            <p:nvPr/>
          </p:nvSpPr>
          <p:spPr>
            <a:xfrm>
              <a:off x="6186176" y="3550315"/>
              <a:ext cx="89700" cy="897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7" name="Google Shape;747;p71"/>
            <p:cNvSpPr/>
            <p:nvPr/>
          </p:nvSpPr>
          <p:spPr>
            <a:xfrm>
              <a:off x="6186176" y="3353358"/>
              <a:ext cx="89700" cy="897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8" name="Google Shape;748;p71"/>
            <p:cNvSpPr/>
            <p:nvPr/>
          </p:nvSpPr>
          <p:spPr>
            <a:xfrm>
              <a:off x="6186176" y="3156400"/>
              <a:ext cx="89700" cy="897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9" name="Google Shape;749;p71"/>
            <p:cNvSpPr/>
            <p:nvPr/>
          </p:nvSpPr>
          <p:spPr>
            <a:xfrm>
              <a:off x="6384014" y="3550315"/>
              <a:ext cx="89700" cy="897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0" name="Google Shape;750;p71"/>
            <p:cNvSpPr/>
            <p:nvPr/>
          </p:nvSpPr>
          <p:spPr>
            <a:xfrm>
              <a:off x="6384014" y="3353358"/>
              <a:ext cx="89700" cy="897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1" name="Google Shape;751;p71"/>
            <p:cNvSpPr/>
            <p:nvPr/>
          </p:nvSpPr>
          <p:spPr>
            <a:xfrm>
              <a:off x="6384014" y="3156400"/>
              <a:ext cx="89700" cy="897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2" name="Google Shape;752;p71"/>
            <p:cNvSpPr/>
            <p:nvPr/>
          </p:nvSpPr>
          <p:spPr>
            <a:xfrm>
              <a:off x="6581853" y="3550315"/>
              <a:ext cx="89700" cy="897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3" name="Google Shape;753;p71"/>
            <p:cNvSpPr/>
            <p:nvPr/>
          </p:nvSpPr>
          <p:spPr>
            <a:xfrm>
              <a:off x="6581853" y="3353358"/>
              <a:ext cx="89700" cy="897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4" name="Google Shape;754;p71"/>
            <p:cNvSpPr/>
            <p:nvPr/>
          </p:nvSpPr>
          <p:spPr>
            <a:xfrm>
              <a:off x="6581853" y="3156400"/>
              <a:ext cx="89700" cy="897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matchingName="Content &amp; Image - Black">
  <p:cSld name="TITLE_ONLY_1_6">
    <p:bg>
      <p:bgPr>
        <a:solidFill>
          <a:schemeClr val="dk1"/>
        </a:solidFill>
        <a:effectLst/>
      </p:bgPr>
    </p:bg>
    <p:spTree>
      <p:nvGrpSpPr>
        <p:cNvPr id="1" name="Shape 755"/>
        <p:cNvGrpSpPr/>
        <p:nvPr/>
      </p:nvGrpSpPr>
      <p:grpSpPr>
        <a:xfrm>
          <a:off x="0" y="0"/>
          <a:ext cx="0" cy="0"/>
          <a:chOff x="0" y="0"/>
          <a:chExt cx="0" cy="0"/>
        </a:xfrm>
      </p:grpSpPr>
      <p:sp>
        <p:nvSpPr>
          <p:cNvPr id="756" name="Google Shape;756;p72"/>
          <p:cNvSpPr/>
          <p:nvPr/>
        </p:nvSpPr>
        <p:spPr>
          <a:xfrm>
            <a:off x="4383000" y="1311125"/>
            <a:ext cx="4314300" cy="3526800"/>
          </a:xfrm>
          <a:prstGeom prst="roundRect">
            <a:avLst>
              <a:gd name="adj" fmla="val 7142"/>
            </a:avLst>
          </a:prstGeom>
          <a:noFill/>
          <a:ln w="19050" cap="flat" cmpd="sng">
            <a:solidFill>
              <a:schemeClr val="accent1"/>
            </a:solidFill>
            <a:prstDash val="dash"/>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7" name="Google Shape;757;p72"/>
          <p:cNvSpPr txBox="1">
            <a:spLocks noGrp="1"/>
          </p:cNvSpPr>
          <p:nvPr>
            <p:ph type="title"/>
          </p:nvPr>
        </p:nvSpPr>
        <p:spPr>
          <a:xfrm>
            <a:off x="457200" y="114300"/>
            <a:ext cx="8229600" cy="903300"/>
          </a:xfrm>
          <a:prstGeom prst="rect">
            <a:avLst/>
          </a:prstGeom>
        </p:spPr>
        <p:txBody>
          <a:bodyPr spcFirstLastPara="1" wrap="square" lIns="0" tIns="0" rIns="0" bIns="0" anchor="t" anchorCtr="0">
            <a:normAutofit/>
          </a:bodyPr>
          <a:lstStyle>
            <a:lvl1pPr lvl="0" rtl="0">
              <a:spcBef>
                <a:spcPts val="0"/>
              </a:spcBef>
              <a:spcAft>
                <a:spcPts val="0"/>
              </a:spcAft>
              <a:buClr>
                <a:schemeClr val="lt2"/>
              </a:buClr>
              <a:buSzPts val="3400"/>
              <a:buNone/>
              <a:defRPr>
                <a:solidFill>
                  <a:schemeClr val="lt2"/>
                </a:solidFill>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758" name="Google Shape;758;p72"/>
          <p:cNvSpPr txBox="1">
            <a:spLocks noGrp="1"/>
          </p:cNvSpPr>
          <p:nvPr>
            <p:ph type="sldNum" idx="12"/>
          </p:nvPr>
        </p:nvSpPr>
        <p:spPr>
          <a:xfrm>
            <a:off x="8366700" y="4805546"/>
            <a:ext cx="548700" cy="215400"/>
          </a:xfrm>
          <a:prstGeom prst="rect">
            <a:avLst/>
          </a:prstGeom>
        </p:spPr>
        <p:txBody>
          <a:bodyPr spcFirstLastPara="1" wrap="square" lIns="0" tIns="0" rIns="0" bIns="0" anchor="b" anchorCtr="0">
            <a:normAutofit/>
          </a:bodyPr>
          <a:lstStyle>
            <a:lvl1pPr lvl="0" rtl="0">
              <a:buNone/>
              <a:defRPr>
                <a:solidFill>
                  <a:schemeClr val="accent5"/>
                </a:solidFill>
              </a:defRPr>
            </a:lvl1pPr>
            <a:lvl2pPr lvl="1" rtl="0">
              <a:buNone/>
              <a:defRPr>
                <a:solidFill>
                  <a:schemeClr val="accent5"/>
                </a:solidFill>
              </a:defRPr>
            </a:lvl2pPr>
            <a:lvl3pPr lvl="2" rtl="0">
              <a:buNone/>
              <a:defRPr>
                <a:solidFill>
                  <a:schemeClr val="accent5"/>
                </a:solidFill>
              </a:defRPr>
            </a:lvl3pPr>
            <a:lvl4pPr lvl="3" rtl="0">
              <a:buNone/>
              <a:defRPr>
                <a:solidFill>
                  <a:schemeClr val="accent5"/>
                </a:solidFill>
              </a:defRPr>
            </a:lvl4pPr>
            <a:lvl5pPr lvl="4" rtl="0">
              <a:buNone/>
              <a:defRPr>
                <a:solidFill>
                  <a:schemeClr val="accent5"/>
                </a:solidFill>
              </a:defRPr>
            </a:lvl5pPr>
            <a:lvl6pPr lvl="5" rtl="0">
              <a:buNone/>
              <a:defRPr>
                <a:solidFill>
                  <a:schemeClr val="accent5"/>
                </a:solidFill>
              </a:defRPr>
            </a:lvl6pPr>
            <a:lvl7pPr lvl="6" rtl="0">
              <a:buNone/>
              <a:defRPr>
                <a:solidFill>
                  <a:schemeClr val="accent5"/>
                </a:solidFill>
              </a:defRPr>
            </a:lvl7pPr>
            <a:lvl8pPr lvl="7" rtl="0">
              <a:buNone/>
              <a:defRPr>
                <a:solidFill>
                  <a:schemeClr val="accent5"/>
                </a:solidFill>
              </a:defRPr>
            </a:lvl8pPr>
            <a:lvl9pPr lvl="8" rtl="0">
              <a:buNone/>
              <a:defRPr>
                <a:solidFill>
                  <a:schemeClr val="accent5"/>
                </a:solidFill>
              </a:defRPr>
            </a:lvl9pPr>
          </a:lstStyle>
          <a:p>
            <a:pPr marL="0" lvl="0" indent="0" algn="r" rtl="0">
              <a:spcBef>
                <a:spcPts val="0"/>
              </a:spcBef>
              <a:spcAft>
                <a:spcPts val="0"/>
              </a:spcAft>
              <a:buNone/>
            </a:pPr>
            <a:fld id="{00000000-1234-1234-1234-123412341234}" type="slidenum">
              <a:rPr lang="en"/>
              <a:t>‹#›</a:t>
            </a:fld>
            <a:endParaRPr/>
          </a:p>
        </p:txBody>
      </p:sp>
      <p:pic>
        <p:nvPicPr>
          <p:cNvPr id="759" name="Google Shape;759;p72"/>
          <p:cNvPicPr preferRelativeResize="0"/>
          <p:nvPr/>
        </p:nvPicPr>
        <p:blipFill>
          <a:blip r:embed="rId2">
            <a:alphaModFix/>
          </a:blip>
          <a:stretch>
            <a:fillRect/>
          </a:stretch>
        </p:blipFill>
        <p:spPr>
          <a:xfrm>
            <a:off x="8544859" y="62003"/>
            <a:ext cx="599140" cy="599141"/>
          </a:xfrm>
          <a:prstGeom prst="rect">
            <a:avLst/>
          </a:prstGeom>
          <a:noFill/>
          <a:ln>
            <a:noFill/>
          </a:ln>
        </p:spPr>
      </p:pic>
      <p:sp>
        <p:nvSpPr>
          <p:cNvPr id="760" name="Google Shape;760;p72"/>
          <p:cNvSpPr txBox="1">
            <a:spLocks noGrp="1"/>
          </p:cNvSpPr>
          <p:nvPr>
            <p:ph type="subTitle" idx="1"/>
          </p:nvPr>
        </p:nvSpPr>
        <p:spPr>
          <a:xfrm>
            <a:off x="467075" y="4814525"/>
            <a:ext cx="2326500" cy="206400"/>
          </a:xfrm>
          <a:prstGeom prst="rect">
            <a:avLst/>
          </a:prstGeom>
        </p:spPr>
        <p:txBody>
          <a:bodyPr spcFirstLastPara="1" wrap="square" lIns="0" tIns="0" rIns="0" bIns="0" anchor="b" anchorCtr="0">
            <a:normAutofit/>
          </a:bodyPr>
          <a:lstStyle>
            <a:lvl1pPr lvl="0" rtl="0">
              <a:spcBef>
                <a:spcPts val="0"/>
              </a:spcBef>
              <a:spcAft>
                <a:spcPts val="0"/>
              </a:spcAft>
              <a:buClr>
                <a:schemeClr val="accent5"/>
              </a:buClr>
              <a:buSzPts val="700"/>
              <a:buNone/>
              <a:defRPr sz="700">
                <a:solidFill>
                  <a:schemeClr val="accent5"/>
                </a:solidFill>
              </a:defRPr>
            </a:lvl1pPr>
            <a:lvl2pPr lvl="1" rtl="0">
              <a:spcBef>
                <a:spcPts val="0"/>
              </a:spcBef>
              <a:spcAft>
                <a:spcPts val="0"/>
              </a:spcAft>
              <a:buClr>
                <a:schemeClr val="accent5"/>
              </a:buClr>
              <a:buSzPts val="1400"/>
              <a:buNone/>
              <a:defRPr>
                <a:solidFill>
                  <a:schemeClr val="accent5"/>
                </a:solidFill>
              </a:defRPr>
            </a:lvl2pPr>
            <a:lvl3pPr lvl="2" rtl="0">
              <a:spcBef>
                <a:spcPts val="0"/>
              </a:spcBef>
              <a:spcAft>
                <a:spcPts val="0"/>
              </a:spcAft>
              <a:buClr>
                <a:schemeClr val="accent5"/>
              </a:buClr>
              <a:buSzPts val="1400"/>
              <a:buNone/>
              <a:defRPr>
                <a:solidFill>
                  <a:schemeClr val="accent5"/>
                </a:solidFill>
              </a:defRPr>
            </a:lvl3pPr>
            <a:lvl4pPr lvl="3" rtl="0">
              <a:spcBef>
                <a:spcPts val="0"/>
              </a:spcBef>
              <a:spcAft>
                <a:spcPts val="0"/>
              </a:spcAft>
              <a:buClr>
                <a:schemeClr val="accent5"/>
              </a:buClr>
              <a:buSzPts val="1400"/>
              <a:buNone/>
              <a:defRPr>
                <a:solidFill>
                  <a:schemeClr val="accent5"/>
                </a:solidFill>
              </a:defRPr>
            </a:lvl4pPr>
            <a:lvl5pPr lvl="4" rtl="0">
              <a:spcBef>
                <a:spcPts val="0"/>
              </a:spcBef>
              <a:spcAft>
                <a:spcPts val="0"/>
              </a:spcAft>
              <a:buClr>
                <a:schemeClr val="accent5"/>
              </a:buClr>
              <a:buSzPts val="1400"/>
              <a:buNone/>
              <a:defRPr>
                <a:solidFill>
                  <a:schemeClr val="accent5"/>
                </a:solidFill>
              </a:defRPr>
            </a:lvl5pPr>
            <a:lvl6pPr lvl="5" rtl="0">
              <a:spcBef>
                <a:spcPts val="0"/>
              </a:spcBef>
              <a:spcAft>
                <a:spcPts val="0"/>
              </a:spcAft>
              <a:buClr>
                <a:schemeClr val="accent5"/>
              </a:buClr>
              <a:buSzPts val="1400"/>
              <a:buNone/>
              <a:defRPr>
                <a:solidFill>
                  <a:schemeClr val="accent5"/>
                </a:solidFill>
              </a:defRPr>
            </a:lvl6pPr>
            <a:lvl7pPr lvl="6" rtl="0">
              <a:spcBef>
                <a:spcPts val="0"/>
              </a:spcBef>
              <a:spcAft>
                <a:spcPts val="0"/>
              </a:spcAft>
              <a:buClr>
                <a:schemeClr val="accent5"/>
              </a:buClr>
              <a:buSzPts val="1400"/>
              <a:buNone/>
              <a:defRPr>
                <a:solidFill>
                  <a:schemeClr val="accent5"/>
                </a:solidFill>
              </a:defRPr>
            </a:lvl7pPr>
            <a:lvl8pPr lvl="7" rtl="0">
              <a:spcBef>
                <a:spcPts val="0"/>
              </a:spcBef>
              <a:spcAft>
                <a:spcPts val="0"/>
              </a:spcAft>
              <a:buClr>
                <a:schemeClr val="accent5"/>
              </a:buClr>
              <a:buSzPts val="1400"/>
              <a:buNone/>
              <a:defRPr>
                <a:solidFill>
                  <a:schemeClr val="accent5"/>
                </a:solidFill>
              </a:defRPr>
            </a:lvl8pPr>
            <a:lvl9pPr lvl="8" rtl="0">
              <a:spcBef>
                <a:spcPts val="0"/>
              </a:spcBef>
              <a:spcAft>
                <a:spcPts val="0"/>
              </a:spcAft>
              <a:buClr>
                <a:schemeClr val="accent5"/>
              </a:buClr>
              <a:buSzPts val="1400"/>
              <a:buNone/>
              <a:defRPr>
                <a:solidFill>
                  <a:schemeClr val="accent5"/>
                </a:solidFill>
              </a:defRPr>
            </a:lvl9pPr>
          </a:lstStyle>
          <a:p>
            <a:endParaRPr/>
          </a:p>
        </p:txBody>
      </p:sp>
      <p:sp>
        <p:nvSpPr>
          <p:cNvPr id="761" name="Google Shape;761;p72"/>
          <p:cNvSpPr>
            <a:spLocks noGrp="1"/>
          </p:cNvSpPr>
          <p:nvPr>
            <p:ph type="pic" idx="2"/>
          </p:nvPr>
        </p:nvSpPr>
        <p:spPr>
          <a:xfrm>
            <a:off x="4230675" y="1152475"/>
            <a:ext cx="4314300" cy="3536700"/>
          </a:xfrm>
          <a:prstGeom prst="roundRect">
            <a:avLst>
              <a:gd name="adj" fmla="val 7365"/>
            </a:avLst>
          </a:prstGeom>
          <a:noFill/>
          <a:ln>
            <a:noFill/>
          </a:ln>
        </p:spPr>
      </p:sp>
      <p:sp>
        <p:nvSpPr>
          <p:cNvPr id="762" name="Google Shape;762;p72"/>
          <p:cNvSpPr txBox="1">
            <a:spLocks noGrp="1"/>
          </p:cNvSpPr>
          <p:nvPr>
            <p:ph type="subTitle" idx="3"/>
          </p:nvPr>
        </p:nvSpPr>
        <p:spPr>
          <a:xfrm>
            <a:off x="467075" y="1149725"/>
            <a:ext cx="3197700" cy="450600"/>
          </a:xfrm>
          <a:prstGeom prst="rect">
            <a:avLst/>
          </a:prstGeom>
        </p:spPr>
        <p:txBody>
          <a:bodyPr spcFirstLastPara="1" wrap="square" lIns="0" tIns="0" rIns="0" bIns="0" anchor="t" anchorCtr="0">
            <a:normAutofit/>
          </a:bodyPr>
          <a:lstStyle>
            <a:lvl1pPr lvl="0" rtl="0">
              <a:lnSpc>
                <a:spcPct val="100000"/>
              </a:lnSpc>
              <a:spcBef>
                <a:spcPts val="0"/>
              </a:spcBef>
              <a:spcAft>
                <a:spcPts val="0"/>
              </a:spcAft>
              <a:buSzPts val="2000"/>
              <a:buFont typeface="IBM Plex Sans Medium"/>
              <a:buNone/>
              <a:defRPr sz="2000">
                <a:solidFill>
                  <a:schemeClr val="accent1"/>
                </a:solidFill>
                <a:latin typeface="IBM Plex Sans Medium"/>
                <a:ea typeface="IBM Plex Sans Medium"/>
                <a:cs typeface="IBM Plex Sans Medium"/>
                <a:sym typeface="IBM Plex Sans Medium"/>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63" name="Google Shape;763;p72"/>
          <p:cNvSpPr txBox="1">
            <a:spLocks noGrp="1"/>
          </p:cNvSpPr>
          <p:nvPr>
            <p:ph type="body" idx="4"/>
          </p:nvPr>
        </p:nvSpPr>
        <p:spPr>
          <a:xfrm>
            <a:off x="467075" y="1724600"/>
            <a:ext cx="3197700" cy="3081000"/>
          </a:xfrm>
          <a:prstGeom prst="rect">
            <a:avLst/>
          </a:prstGeom>
        </p:spPr>
        <p:txBody>
          <a:bodyPr spcFirstLastPara="1" wrap="square" lIns="0" tIns="0" rIns="0" bIns="0" anchor="t" anchorCtr="0">
            <a:normAutofit/>
          </a:bodyPr>
          <a:lstStyle>
            <a:lvl1pPr marL="457200" lvl="0" indent="-330200" rtl="0">
              <a:spcBef>
                <a:spcPts val="0"/>
              </a:spcBef>
              <a:spcAft>
                <a:spcPts val="0"/>
              </a:spcAft>
              <a:buClr>
                <a:schemeClr val="lt1"/>
              </a:buClr>
              <a:buSzPts val="1600"/>
              <a:buChar char="■"/>
              <a:defRPr>
                <a:solidFill>
                  <a:schemeClr val="lt1"/>
                </a:solidFill>
              </a:defRPr>
            </a:lvl1pPr>
            <a:lvl2pPr marL="914400" lvl="1" indent="-317500" rtl="0">
              <a:spcBef>
                <a:spcPts val="0"/>
              </a:spcBef>
              <a:spcAft>
                <a:spcPts val="0"/>
              </a:spcAft>
              <a:buClr>
                <a:schemeClr val="lt1"/>
              </a:buClr>
              <a:buSzPts val="1400"/>
              <a:buChar char="■"/>
              <a:defRPr>
                <a:solidFill>
                  <a:schemeClr val="lt1"/>
                </a:solidFill>
              </a:defRPr>
            </a:lvl2pPr>
            <a:lvl3pPr marL="1371600" lvl="2" indent="-317500" rtl="0">
              <a:spcBef>
                <a:spcPts val="0"/>
              </a:spcBef>
              <a:spcAft>
                <a:spcPts val="0"/>
              </a:spcAft>
              <a:buClr>
                <a:schemeClr val="lt1"/>
              </a:buClr>
              <a:buSzPts val="1400"/>
              <a:buChar char="■"/>
              <a:defRPr>
                <a:solidFill>
                  <a:schemeClr val="lt1"/>
                </a:solidFill>
              </a:defRPr>
            </a:lvl3pPr>
            <a:lvl4pPr marL="1828800" lvl="3" indent="-317500" rtl="0">
              <a:spcBef>
                <a:spcPts val="0"/>
              </a:spcBef>
              <a:spcAft>
                <a:spcPts val="0"/>
              </a:spcAft>
              <a:buClr>
                <a:schemeClr val="lt1"/>
              </a:buClr>
              <a:buSzPts val="1400"/>
              <a:buChar char="●"/>
              <a:defRPr>
                <a:solidFill>
                  <a:schemeClr val="lt1"/>
                </a:solidFill>
              </a:defRPr>
            </a:lvl4pPr>
            <a:lvl5pPr marL="2286000" lvl="4" indent="-317500" rtl="0">
              <a:spcBef>
                <a:spcPts val="0"/>
              </a:spcBef>
              <a:spcAft>
                <a:spcPts val="0"/>
              </a:spcAft>
              <a:buClr>
                <a:schemeClr val="lt1"/>
              </a:buClr>
              <a:buSzPts val="1400"/>
              <a:buChar char="○"/>
              <a:defRPr>
                <a:solidFill>
                  <a:schemeClr val="lt1"/>
                </a:solidFill>
              </a:defRPr>
            </a:lvl5pPr>
            <a:lvl6pPr marL="2743200" lvl="5" indent="-317500" rtl="0">
              <a:spcBef>
                <a:spcPts val="0"/>
              </a:spcBef>
              <a:spcAft>
                <a:spcPts val="0"/>
              </a:spcAft>
              <a:buClr>
                <a:schemeClr val="lt1"/>
              </a:buClr>
              <a:buSzPts val="1400"/>
              <a:buChar char="■"/>
              <a:defRPr>
                <a:solidFill>
                  <a:schemeClr val="lt1"/>
                </a:solidFill>
              </a:defRPr>
            </a:lvl6pPr>
            <a:lvl7pPr marL="3200400" lvl="6" indent="-317500" rtl="0">
              <a:spcBef>
                <a:spcPts val="0"/>
              </a:spcBef>
              <a:spcAft>
                <a:spcPts val="0"/>
              </a:spcAft>
              <a:buClr>
                <a:schemeClr val="lt1"/>
              </a:buClr>
              <a:buSzPts val="1400"/>
              <a:buChar char="●"/>
              <a:defRPr>
                <a:solidFill>
                  <a:schemeClr val="lt1"/>
                </a:solidFill>
              </a:defRPr>
            </a:lvl7pPr>
            <a:lvl8pPr marL="3657600" lvl="7" indent="-317500" rtl="0">
              <a:spcBef>
                <a:spcPts val="0"/>
              </a:spcBef>
              <a:spcAft>
                <a:spcPts val="0"/>
              </a:spcAft>
              <a:buClr>
                <a:schemeClr val="lt1"/>
              </a:buClr>
              <a:buSzPts val="1400"/>
              <a:buChar char="○"/>
              <a:defRPr>
                <a:solidFill>
                  <a:schemeClr val="lt1"/>
                </a:solidFill>
              </a:defRPr>
            </a:lvl8pPr>
            <a:lvl9pPr marL="4114800" lvl="8" indent="-317500" rtl="0">
              <a:spcBef>
                <a:spcPts val="0"/>
              </a:spcBef>
              <a:spcAft>
                <a:spcPts val="0"/>
              </a:spcAft>
              <a:buClr>
                <a:schemeClr val="lt1"/>
              </a:buClr>
              <a:buSzPts val="1400"/>
              <a:buChar char="■"/>
              <a:defRPr>
                <a:solidFill>
                  <a:schemeClr val="lt1"/>
                </a:solidFill>
              </a:defRPr>
            </a:lvl9pPr>
          </a:lstStyle>
          <a:p>
            <a:endParaRPr/>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matchingName="Content &amp; Image - Spacecraft">
  <p:cSld name="TITLE_ONLY_6">
    <p:spTree>
      <p:nvGrpSpPr>
        <p:cNvPr id="1" name="Shape 764"/>
        <p:cNvGrpSpPr/>
        <p:nvPr/>
      </p:nvGrpSpPr>
      <p:grpSpPr>
        <a:xfrm>
          <a:off x="0" y="0"/>
          <a:ext cx="0" cy="0"/>
          <a:chOff x="0" y="0"/>
          <a:chExt cx="0" cy="0"/>
        </a:xfrm>
      </p:grpSpPr>
      <p:sp>
        <p:nvSpPr>
          <p:cNvPr id="765" name="Google Shape;765;p73"/>
          <p:cNvSpPr txBox="1">
            <a:spLocks noGrp="1"/>
          </p:cNvSpPr>
          <p:nvPr>
            <p:ph type="title"/>
          </p:nvPr>
        </p:nvSpPr>
        <p:spPr>
          <a:xfrm>
            <a:off x="457200" y="114300"/>
            <a:ext cx="8229600" cy="903300"/>
          </a:xfrm>
          <a:prstGeom prst="rect">
            <a:avLst/>
          </a:prstGeom>
        </p:spPr>
        <p:txBody>
          <a:bodyPr spcFirstLastPara="1" wrap="square" lIns="0" tIns="0" rIns="0" bIns="0" anchor="t" anchorCtr="0">
            <a:normAutofit/>
          </a:bodyPr>
          <a:lstStyle>
            <a:lvl1pPr lvl="0" rtl="0">
              <a:spcBef>
                <a:spcPts val="0"/>
              </a:spcBef>
              <a:spcAft>
                <a:spcPts val="0"/>
              </a:spcAft>
              <a:buSzPts val="34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766" name="Google Shape;766;p73"/>
          <p:cNvSpPr txBox="1">
            <a:spLocks noGrp="1"/>
          </p:cNvSpPr>
          <p:nvPr>
            <p:ph type="sldNum" idx="12"/>
          </p:nvPr>
        </p:nvSpPr>
        <p:spPr>
          <a:xfrm>
            <a:off x="8366700" y="4805546"/>
            <a:ext cx="548700" cy="215400"/>
          </a:xfrm>
          <a:prstGeom prst="rect">
            <a:avLst/>
          </a:prstGeom>
        </p:spPr>
        <p:txBody>
          <a:bodyPr spcFirstLastPara="1" wrap="square" lIns="0" tIns="0" rIns="0" bIns="0" anchor="b"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pic>
        <p:nvPicPr>
          <p:cNvPr id="767" name="Google Shape;767;p73"/>
          <p:cNvPicPr preferRelativeResize="0"/>
          <p:nvPr/>
        </p:nvPicPr>
        <p:blipFill>
          <a:blip r:embed="rId2">
            <a:alphaModFix/>
          </a:blip>
          <a:stretch>
            <a:fillRect/>
          </a:stretch>
        </p:blipFill>
        <p:spPr>
          <a:xfrm>
            <a:off x="8544852" y="62010"/>
            <a:ext cx="599140" cy="599141"/>
          </a:xfrm>
          <a:prstGeom prst="rect">
            <a:avLst/>
          </a:prstGeom>
          <a:noFill/>
          <a:ln>
            <a:noFill/>
          </a:ln>
        </p:spPr>
      </p:pic>
      <p:sp>
        <p:nvSpPr>
          <p:cNvPr id="768" name="Google Shape;768;p73"/>
          <p:cNvSpPr txBox="1">
            <a:spLocks noGrp="1"/>
          </p:cNvSpPr>
          <p:nvPr>
            <p:ph type="subTitle" idx="1"/>
          </p:nvPr>
        </p:nvSpPr>
        <p:spPr>
          <a:xfrm>
            <a:off x="467075" y="4814525"/>
            <a:ext cx="2326500" cy="206400"/>
          </a:xfrm>
          <a:prstGeom prst="rect">
            <a:avLst/>
          </a:prstGeom>
        </p:spPr>
        <p:txBody>
          <a:bodyPr spcFirstLastPara="1" wrap="square" lIns="0" tIns="0" rIns="0" bIns="0" anchor="b" anchorCtr="0">
            <a:normAutofit/>
          </a:bodyPr>
          <a:lstStyle>
            <a:lvl1pPr lvl="0" rtl="0">
              <a:spcBef>
                <a:spcPts val="0"/>
              </a:spcBef>
              <a:spcAft>
                <a:spcPts val="0"/>
              </a:spcAft>
              <a:buClr>
                <a:schemeClr val="dk2"/>
              </a:buClr>
              <a:buSzPts val="700"/>
              <a:buNone/>
              <a:defRPr sz="700">
                <a:solidFill>
                  <a:schemeClr val="dk2"/>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69" name="Google Shape;769;p73"/>
          <p:cNvSpPr txBox="1">
            <a:spLocks noGrp="1"/>
          </p:cNvSpPr>
          <p:nvPr>
            <p:ph type="subTitle" idx="2"/>
          </p:nvPr>
        </p:nvSpPr>
        <p:spPr>
          <a:xfrm>
            <a:off x="5489100" y="1149725"/>
            <a:ext cx="3197700" cy="450600"/>
          </a:xfrm>
          <a:prstGeom prst="rect">
            <a:avLst/>
          </a:prstGeom>
        </p:spPr>
        <p:txBody>
          <a:bodyPr spcFirstLastPara="1" wrap="square" lIns="0" tIns="0" rIns="0" bIns="0" anchor="t" anchorCtr="0">
            <a:normAutofit/>
          </a:bodyPr>
          <a:lstStyle>
            <a:lvl1pPr lvl="0" rtl="0">
              <a:lnSpc>
                <a:spcPct val="100000"/>
              </a:lnSpc>
              <a:spcBef>
                <a:spcPts val="0"/>
              </a:spcBef>
              <a:spcAft>
                <a:spcPts val="0"/>
              </a:spcAft>
              <a:buClr>
                <a:schemeClr val="accent4"/>
              </a:buClr>
              <a:buSzPts val="2000"/>
              <a:buFont typeface="IBM Plex Sans Medium"/>
              <a:buNone/>
              <a:defRPr sz="2000">
                <a:solidFill>
                  <a:schemeClr val="accent4"/>
                </a:solidFill>
                <a:latin typeface="IBM Plex Sans Medium"/>
                <a:ea typeface="IBM Plex Sans Medium"/>
                <a:cs typeface="IBM Plex Sans Medium"/>
                <a:sym typeface="IBM Plex Sans Medium"/>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70" name="Google Shape;770;p73"/>
          <p:cNvSpPr txBox="1">
            <a:spLocks noGrp="1"/>
          </p:cNvSpPr>
          <p:nvPr>
            <p:ph type="body" idx="3"/>
          </p:nvPr>
        </p:nvSpPr>
        <p:spPr>
          <a:xfrm>
            <a:off x="5489100" y="1724600"/>
            <a:ext cx="3197700" cy="3081000"/>
          </a:xfrm>
          <a:prstGeom prst="rect">
            <a:avLst/>
          </a:prstGeom>
        </p:spPr>
        <p:txBody>
          <a:bodyPr spcFirstLastPara="1" wrap="square" lIns="0" tIns="0" rIns="0" bIns="0" anchor="t" anchorCtr="0">
            <a:normAutofit/>
          </a:bodyPr>
          <a:lstStyle>
            <a:lvl1pPr marL="457200" lvl="0" indent="-330200" rtl="0">
              <a:spcBef>
                <a:spcPts val="0"/>
              </a:spcBef>
              <a:spcAft>
                <a:spcPts val="0"/>
              </a:spcAft>
              <a:buSzPts val="1600"/>
              <a:buChar char="■"/>
              <a:defRPr/>
            </a:lvl1pPr>
            <a:lvl2pPr marL="914400" lvl="1" indent="-317500" rtl="0">
              <a:spcBef>
                <a:spcPts val="0"/>
              </a:spcBef>
              <a:spcAft>
                <a:spcPts val="0"/>
              </a:spcAft>
              <a:buSzPts val="1400"/>
              <a:buChar char="■"/>
              <a:defRPr/>
            </a:lvl2pPr>
            <a:lvl3pPr marL="1371600" lvl="2" indent="-317500" rtl="0">
              <a:spcBef>
                <a:spcPts val="0"/>
              </a:spcBef>
              <a:spcAft>
                <a:spcPts val="0"/>
              </a:spcAft>
              <a:buSzPts val="1400"/>
              <a:buChar char="■"/>
              <a:defRPr/>
            </a:lvl3pPr>
            <a:lvl4pPr marL="1828800" lvl="3" indent="-317500" rtl="0">
              <a:spcBef>
                <a:spcPts val="0"/>
              </a:spcBef>
              <a:spcAft>
                <a:spcPts val="0"/>
              </a:spcAft>
              <a:buClr>
                <a:schemeClr val="dk1"/>
              </a:buClr>
              <a:buSzPts val="1400"/>
              <a:buChar char="●"/>
              <a:defRPr/>
            </a:lvl4pPr>
            <a:lvl5pPr marL="2286000" lvl="4" indent="-317500" rtl="0">
              <a:spcBef>
                <a:spcPts val="0"/>
              </a:spcBef>
              <a:spcAft>
                <a:spcPts val="0"/>
              </a:spcAft>
              <a:buSzPts val="1400"/>
              <a:buChar char="○"/>
              <a:defRPr/>
            </a:lvl5pPr>
            <a:lvl6pPr marL="2743200" lvl="5" indent="-317500" rtl="0">
              <a:spcBef>
                <a:spcPts val="0"/>
              </a:spcBef>
              <a:spcAft>
                <a:spcPts val="0"/>
              </a:spcAft>
              <a:buSzPts val="1400"/>
              <a:buChar char="■"/>
              <a:defRPr/>
            </a:lvl6pPr>
            <a:lvl7pPr marL="3200400" lvl="6" indent="-317500" rtl="0">
              <a:spcBef>
                <a:spcPts val="0"/>
              </a:spcBef>
              <a:spcAft>
                <a:spcPts val="0"/>
              </a:spcAft>
              <a:buSzPts val="1400"/>
              <a:buChar char="●"/>
              <a:defRPr/>
            </a:lvl7pPr>
            <a:lvl8pPr marL="3657600" lvl="7" indent="-317500" rtl="0">
              <a:spcBef>
                <a:spcPts val="0"/>
              </a:spcBef>
              <a:spcAft>
                <a:spcPts val="0"/>
              </a:spcAft>
              <a:buSzPts val="1400"/>
              <a:buChar char="○"/>
              <a:defRPr/>
            </a:lvl8pPr>
            <a:lvl9pPr marL="4114800" lvl="8" indent="-317500" rtl="0">
              <a:spcBef>
                <a:spcPts val="0"/>
              </a:spcBef>
              <a:spcAft>
                <a:spcPts val="0"/>
              </a:spcAft>
              <a:buSzPts val="1400"/>
              <a:buChar char="■"/>
              <a:defRPr/>
            </a:lvl9pPr>
          </a:lstStyle>
          <a:p>
            <a:endParaRPr/>
          </a:p>
        </p:txBody>
      </p:sp>
      <p:grpSp>
        <p:nvGrpSpPr>
          <p:cNvPr id="771" name="Google Shape;771;p73"/>
          <p:cNvGrpSpPr/>
          <p:nvPr/>
        </p:nvGrpSpPr>
        <p:grpSpPr>
          <a:xfrm>
            <a:off x="457204" y="4169530"/>
            <a:ext cx="881054" cy="483615"/>
            <a:chOff x="5988337" y="3156400"/>
            <a:chExt cx="881054" cy="483615"/>
          </a:xfrm>
        </p:grpSpPr>
        <p:sp>
          <p:nvSpPr>
            <p:cNvPr id="772" name="Google Shape;772;p73"/>
            <p:cNvSpPr/>
            <p:nvPr/>
          </p:nvSpPr>
          <p:spPr>
            <a:xfrm>
              <a:off x="6779691" y="3550315"/>
              <a:ext cx="89700" cy="897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3" name="Google Shape;773;p73"/>
            <p:cNvSpPr/>
            <p:nvPr/>
          </p:nvSpPr>
          <p:spPr>
            <a:xfrm>
              <a:off x="6779691" y="3353358"/>
              <a:ext cx="89700" cy="897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4" name="Google Shape;774;p73"/>
            <p:cNvSpPr/>
            <p:nvPr/>
          </p:nvSpPr>
          <p:spPr>
            <a:xfrm>
              <a:off x="6779691" y="3156400"/>
              <a:ext cx="89700" cy="897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5" name="Google Shape;775;p73"/>
            <p:cNvSpPr/>
            <p:nvPr/>
          </p:nvSpPr>
          <p:spPr>
            <a:xfrm>
              <a:off x="5988337" y="3550315"/>
              <a:ext cx="89700" cy="897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6" name="Google Shape;776;p73"/>
            <p:cNvSpPr/>
            <p:nvPr/>
          </p:nvSpPr>
          <p:spPr>
            <a:xfrm>
              <a:off x="5988337" y="3353358"/>
              <a:ext cx="89700" cy="897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7" name="Google Shape;777;p73"/>
            <p:cNvSpPr/>
            <p:nvPr/>
          </p:nvSpPr>
          <p:spPr>
            <a:xfrm>
              <a:off x="5988337" y="3156400"/>
              <a:ext cx="89700" cy="897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8" name="Google Shape;778;p73"/>
            <p:cNvSpPr/>
            <p:nvPr/>
          </p:nvSpPr>
          <p:spPr>
            <a:xfrm>
              <a:off x="6186176" y="3550315"/>
              <a:ext cx="89700" cy="897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9" name="Google Shape;779;p73"/>
            <p:cNvSpPr/>
            <p:nvPr/>
          </p:nvSpPr>
          <p:spPr>
            <a:xfrm>
              <a:off x="6186176" y="3353358"/>
              <a:ext cx="89700" cy="897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0" name="Google Shape;780;p73"/>
            <p:cNvSpPr/>
            <p:nvPr/>
          </p:nvSpPr>
          <p:spPr>
            <a:xfrm>
              <a:off x="6186176" y="3156400"/>
              <a:ext cx="89700" cy="897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1" name="Google Shape;781;p73"/>
            <p:cNvSpPr/>
            <p:nvPr/>
          </p:nvSpPr>
          <p:spPr>
            <a:xfrm>
              <a:off x="6384014" y="3550315"/>
              <a:ext cx="89700" cy="897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2" name="Google Shape;782;p73"/>
            <p:cNvSpPr/>
            <p:nvPr/>
          </p:nvSpPr>
          <p:spPr>
            <a:xfrm>
              <a:off x="6384014" y="3353358"/>
              <a:ext cx="89700" cy="897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3" name="Google Shape;783;p73"/>
            <p:cNvSpPr/>
            <p:nvPr/>
          </p:nvSpPr>
          <p:spPr>
            <a:xfrm>
              <a:off x="6384014" y="3156400"/>
              <a:ext cx="89700" cy="897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4" name="Google Shape;784;p73"/>
            <p:cNvSpPr/>
            <p:nvPr/>
          </p:nvSpPr>
          <p:spPr>
            <a:xfrm>
              <a:off x="6581853" y="3550315"/>
              <a:ext cx="89700" cy="897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5" name="Google Shape;785;p73"/>
            <p:cNvSpPr/>
            <p:nvPr/>
          </p:nvSpPr>
          <p:spPr>
            <a:xfrm>
              <a:off x="6581853" y="3353358"/>
              <a:ext cx="89700" cy="897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6" name="Google Shape;786;p73"/>
            <p:cNvSpPr/>
            <p:nvPr/>
          </p:nvSpPr>
          <p:spPr>
            <a:xfrm>
              <a:off x="6581853" y="3156400"/>
              <a:ext cx="89700" cy="897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87" name="Google Shape;787;p73"/>
          <p:cNvSpPr>
            <a:spLocks noGrp="1"/>
          </p:cNvSpPr>
          <p:nvPr>
            <p:ph type="pic" idx="4"/>
          </p:nvPr>
        </p:nvSpPr>
        <p:spPr>
          <a:xfrm>
            <a:off x="467075" y="1152475"/>
            <a:ext cx="4563900" cy="2625900"/>
          </a:xfrm>
          <a:prstGeom prst="roundRect">
            <a:avLst>
              <a:gd name="adj" fmla="val 7365"/>
            </a:avLst>
          </a:prstGeom>
          <a:noFill/>
          <a:ln>
            <a:noFill/>
          </a:ln>
        </p:spPr>
      </p:sp>
    </p:spTree>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matchingName="Title &amp; body - 2 Topic Grey">
  <p:cSld name="TITLE_AND_BODY_1_1_1">
    <p:bg>
      <p:bgPr>
        <a:solidFill>
          <a:schemeClr val="dk2"/>
        </a:solidFill>
        <a:effectLst/>
      </p:bgPr>
    </p:bg>
    <p:spTree>
      <p:nvGrpSpPr>
        <p:cNvPr id="1" name="Shape 788"/>
        <p:cNvGrpSpPr/>
        <p:nvPr/>
      </p:nvGrpSpPr>
      <p:grpSpPr>
        <a:xfrm>
          <a:off x="0" y="0"/>
          <a:ext cx="0" cy="0"/>
          <a:chOff x="0" y="0"/>
          <a:chExt cx="0" cy="0"/>
        </a:xfrm>
      </p:grpSpPr>
      <p:sp>
        <p:nvSpPr>
          <p:cNvPr id="789" name="Google Shape;789;p74"/>
          <p:cNvSpPr/>
          <p:nvPr/>
        </p:nvSpPr>
        <p:spPr>
          <a:xfrm>
            <a:off x="4961325" y="1304875"/>
            <a:ext cx="3436500" cy="3653100"/>
          </a:xfrm>
          <a:prstGeom prst="roundRect">
            <a:avLst>
              <a:gd name="adj" fmla="val 7490"/>
            </a:avLst>
          </a:prstGeom>
          <a:noFill/>
          <a:ln w="19050" cap="flat" cmpd="sng">
            <a:solidFill>
              <a:schemeClr val="accent1"/>
            </a:solidFill>
            <a:prstDash val="dash"/>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0" name="Google Shape;790;p74"/>
          <p:cNvSpPr/>
          <p:nvPr/>
        </p:nvSpPr>
        <p:spPr>
          <a:xfrm>
            <a:off x="1051825" y="1304875"/>
            <a:ext cx="3436500" cy="3653100"/>
          </a:xfrm>
          <a:prstGeom prst="roundRect">
            <a:avLst>
              <a:gd name="adj" fmla="val 7554"/>
            </a:avLst>
          </a:prstGeom>
          <a:noFill/>
          <a:ln w="19050" cap="flat" cmpd="sng">
            <a:solidFill>
              <a:schemeClr val="accent1"/>
            </a:solidFill>
            <a:prstDash val="dash"/>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1" name="Google Shape;791;p74"/>
          <p:cNvSpPr/>
          <p:nvPr/>
        </p:nvSpPr>
        <p:spPr>
          <a:xfrm>
            <a:off x="899425" y="1152475"/>
            <a:ext cx="3436500" cy="3653100"/>
          </a:xfrm>
          <a:prstGeom prst="roundRect">
            <a:avLst>
              <a:gd name="adj" fmla="val 7545"/>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2" name="Google Shape;792;p74"/>
          <p:cNvSpPr txBox="1">
            <a:spLocks noGrp="1"/>
          </p:cNvSpPr>
          <p:nvPr>
            <p:ph type="title"/>
          </p:nvPr>
        </p:nvSpPr>
        <p:spPr>
          <a:xfrm>
            <a:off x="457200" y="114300"/>
            <a:ext cx="8229600" cy="903300"/>
          </a:xfrm>
          <a:prstGeom prst="rect">
            <a:avLst/>
          </a:prstGeom>
        </p:spPr>
        <p:txBody>
          <a:bodyPr spcFirstLastPara="1" wrap="square" lIns="0" tIns="0" rIns="0" bIns="0" anchor="t" anchorCtr="0">
            <a:normAutofit/>
          </a:bodyPr>
          <a:lstStyle>
            <a:lvl1pPr lvl="0" rtl="0">
              <a:spcBef>
                <a:spcPts val="0"/>
              </a:spcBef>
              <a:spcAft>
                <a:spcPts val="0"/>
              </a:spcAft>
              <a:buClr>
                <a:schemeClr val="lt2"/>
              </a:buClr>
              <a:buSzPts val="3400"/>
              <a:buNone/>
              <a:defRPr>
                <a:solidFill>
                  <a:schemeClr val="lt2"/>
                </a:solidFill>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793" name="Google Shape;793;p74"/>
          <p:cNvSpPr txBox="1">
            <a:spLocks noGrp="1"/>
          </p:cNvSpPr>
          <p:nvPr>
            <p:ph type="body" idx="1"/>
          </p:nvPr>
        </p:nvSpPr>
        <p:spPr>
          <a:xfrm>
            <a:off x="1157375" y="2902650"/>
            <a:ext cx="2920500" cy="1687200"/>
          </a:xfrm>
          <a:prstGeom prst="rect">
            <a:avLst/>
          </a:prstGeom>
        </p:spPr>
        <p:txBody>
          <a:bodyPr spcFirstLastPara="1" wrap="square" lIns="91425" tIns="91425" rIns="0" bIns="0" anchor="t" anchorCtr="0">
            <a:normAutofit/>
          </a:bodyPr>
          <a:lstStyle>
            <a:lvl1pPr marL="457200" lvl="0" indent="-330200" rtl="0">
              <a:spcBef>
                <a:spcPts val="0"/>
              </a:spcBef>
              <a:spcAft>
                <a:spcPts val="0"/>
              </a:spcAft>
              <a:buSzPts val="1600"/>
              <a:buChar char="■"/>
              <a:defRPr/>
            </a:lvl1pPr>
            <a:lvl2pPr marL="914400" lvl="1" indent="-317500" rtl="0">
              <a:spcBef>
                <a:spcPts val="0"/>
              </a:spcBef>
              <a:spcAft>
                <a:spcPts val="0"/>
              </a:spcAft>
              <a:buSzPts val="1400"/>
              <a:buChar char="■"/>
              <a:defRPr/>
            </a:lvl2pPr>
            <a:lvl3pPr marL="1371600" lvl="2" indent="-317500" rtl="0">
              <a:spcBef>
                <a:spcPts val="0"/>
              </a:spcBef>
              <a:spcAft>
                <a:spcPts val="0"/>
              </a:spcAft>
              <a:buSzPts val="1400"/>
              <a:buChar char="■"/>
              <a:defRPr/>
            </a:lvl3pPr>
            <a:lvl4pPr marL="1828800" lvl="3" indent="-317500" rtl="0">
              <a:spcBef>
                <a:spcPts val="0"/>
              </a:spcBef>
              <a:spcAft>
                <a:spcPts val="0"/>
              </a:spcAft>
              <a:buSzPts val="1400"/>
              <a:buChar char="●"/>
              <a:defRPr/>
            </a:lvl4pPr>
            <a:lvl5pPr marL="2286000" lvl="4" indent="-317500" rtl="0">
              <a:spcBef>
                <a:spcPts val="0"/>
              </a:spcBef>
              <a:spcAft>
                <a:spcPts val="0"/>
              </a:spcAft>
              <a:buSzPts val="1400"/>
              <a:buChar char="○"/>
              <a:defRPr/>
            </a:lvl5pPr>
            <a:lvl6pPr marL="2743200" lvl="5" indent="-317500" rtl="0">
              <a:spcBef>
                <a:spcPts val="0"/>
              </a:spcBef>
              <a:spcAft>
                <a:spcPts val="0"/>
              </a:spcAft>
              <a:buSzPts val="1400"/>
              <a:buChar char="■"/>
              <a:defRPr/>
            </a:lvl6pPr>
            <a:lvl7pPr marL="3200400" lvl="6" indent="-317500" rtl="0">
              <a:spcBef>
                <a:spcPts val="0"/>
              </a:spcBef>
              <a:spcAft>
                <a:spcPts val="0"/>
              </a:spcAft>
              <a:buSzPts val="1400"/>
              <a:buChar char="●"/>
              <a:defRPr/>
            </a:lvl7pPr>
            <a:lvl8pPr marL="3657600" lvl="7" indent="-317500" rtl="0">
              <a:spcBef>
                <a:spcPts val="0"/>
              </a:spcBef>
              <a:spcAft>
                <a:spcPts val="0"/>
              </a:spcAft>
              <a:buSzPts val="1400"/>
              <a:buChar char="○"/>
              <a:defRPr/>
            </a:lvl8pPr>
            <a:lvl9pPr marL="4114800" lvl="8" indent="-317500" rtl="0">
              <a:spcBef>
                <a:spcPts val="0"/>
              </a:spcBef>
              <a:spcAft>
                <a:spcPts val="0"/>
              </a:spcAft>
              <a:buSzPts val="1400"/>
              <a:buChar char="■"/>
              <a:defRPr/>
            </a:lvl9pPr>
          </a:lstStyle>
          <a:p>
            <a:endParaRPr/>
          </a:p>
        </p:txBody>
      </p:sp>
      <p:sp>
        <p:nvSpPr>
          <p:cNvPr id="794" name="Google Shape;794;p74"/>
          <p:cNvSpPr txBox="1">
            <a:spLocks noGrp="1"/>
          </p:cNvSpPr>
          <p:nvPr>
            <p:ph type="sldNum" idx="12"/>
          </p:nvPr>
        </p:nvSpPr>
        <p:spPr>
          <a:xfrm>
            <a:off x="8366700" y="4805546"/>
            <a:ext cx="548700" cy="215400"/>
          </a:xfrm>
          <a:prstGeom prst="rect">
            <a:avLst/>
          </a:prstGeom>
        </p:spPr>
        <p:txBody>
          <a:bodyPr spcFirstLastPara="1" wrap="square" lIns="0" tIns="0" rIns="0" bIns="0" anchor="b" anchorCtr="0">
            <a:normAutofit/>
          </a:bodyPr>
          <a:lstStyle>
            <a:lvl1pPr lvl="0" rtl="0">
              <a:buNone/>
              <a:defRPr>
                <a:solidFill>
                  <a:schemeClr val="accent5"/>
                </a:solidFill>
              </a:defRPr>
            </a:lvl1pPr>
            <a:lvl2pPr lvl="1" rtl="0">
              <a:buNone/>
              <a:defRPr>
                <a:solidFill>
                  <a:schemeClr val="accent5"/>
                </a:solidFill>
              </a:defRPr>
            </a:lvl2pPr>
            <a:lvl3pPr lvl="2" rtl="0">
              <a:buNone/>
              <a:defRPr>
                <a:solidFill>
                  <a:schemeClr val="accent5"/>
                </a:solidFill>
              </a:defRPr>
            </a:lvl3pPr>
            <a:lvl4pPr lvl="3" rtl="0">
              <a:buNone/>
              <a:defRPr>
                <a:solidFill>
                  <a:schemeClr val="accent5"/>
                </a:solidFill>
              </a:defRPr>
            </a:lvl4pPr>
            <a:lvl5pPr lvl="4" rtl="0">
              <a:buNone/>
              <a:defRPr>
                <a:solidFill>
                  <a:schemeClr val="accent5"/>
                </a:solidFill>
              </a:defRPr>
            </a:lvl5pPr>
            <a:lvl6pPr lvl="5" rtl="0">
              <a:buNone/>
              <a:defRPr>
                <a:solidFill>
                  <a:schemeClr val="accent5"/>
                </a:solidFill>
              </a:defRPr>
            </a:lvl6pPr>
            <a:lvl7pPr lvl="6" rtl="0">
              <a:buNone/>
              <a:defRPr>
                <a:solidFill>
                  <a:schemeClr val="accent5"/>
                </a:solidFill>
              </a:defRPr>
            </a:lvl7pPr>
            <a:lvl8pPr lvl="7" rtl="0">
              <a:buNone/>
              <a:defRPr>
                <a:solidFill>
                  <a:schemeClr val="accent5"/>
                </a:solidFill>
              </a:defRPr>
            </a:lvl8pPr>
            <a:lvl9pPr lvl="8" rtl="0">
              <a:buNone/>
              <a:defRPr>
                <a:solidFill>
                  <a:schemeClr val="accent5"/>
                </a:solidFill>
              </a:defRPr>
            </a:lvl9pPr>
          </a:lstStyle>
          <a:p>
            <a:pPr marL="0" lvl="0" indent="0" algn="r" rtl="0">
              <a:spcBef>
                <a:spcPts val="0"/>
              </a:spcBef>
              <a:spcAft>
                <a:spcPts val="0"/>
              </a:spcAft>
              <a:buNone/>
            </a:pPr>
            <a:fld id="{00000000-1234-1234-1234-123412341234}" type="slidenum">
              <a:rPr lang="en"/>
              <a:t>‹#›</a:t>
            </a:fld>
            <a:endParaRPr/>
          </a:p>
        </p:txBody>
      </p:sp>
      <p:pic>
        <p:nvPicPr>
          <p:cNvPr id="795" name="Google Shape;795;p74"/>
          <p:cNvPicPr preferRelativeResize="0"/>
          <p:nvPr/>
        </p:nvPicPr>
        <p:blipFill>
          <a:blip r:embed="rId2">
            <a:alphaModFix/>
          </a:blip>
          <a:stretch>
            <a:fillRect/>
          </a:stretch>
        </p:blipFill>
        <p:spPr>
          <a:xfrm>
            <a:off x="8549318" y="62670"/>
            <a:ext cx="599140" cy="600052"/>
          </a:xfrm>
          <a:prstGeom prst="rect">
            <a:avLst/>
          </a:prstGeom>
          <a:noFill/>
          <a:ln>
            <a:noFill/>
          </a:ln>
        </p:spPr>
      </p:pic>
      <p:sp>
        <p:nvSpPr>
          <p:cNvPr id="796" name="Google Shape;796;p74"/>
          <p:cNvSpPr/>
          <p:nvPr/>
        </p:nvSpPr>
        <p:spPr>
          <a:xfrm>
            <a:off x="4808922" y="1152475"/>
            <a:ext cx="3436500" cy="3653100"/>
          </a:xfrm>
          <a:prstGeom prst="roundRect">
            <a:avLst>
              <a:gd name="adj" fmla="val 7482"/>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7" name="Google Shape;797;p74"/>
          <p:cNvSpPr txBox="1">
            <a:spLocks noGrp="1"/>
          </p:cNvSpPr>
          <p:nvPr>
            <p:ph type="body" idx="2"/>
          </p:nvPr>
        </p:nvSpPr>
        <p:spPr>
          <a:xfrm>
            <a:off x="5021125" y="2902650"/>
            <a:ext cx="3012000" cy="1687200"/>
          </a:xfrm>
          <a:prstGeom prst="rect">
            <a:avLst/>
          </a:prstGeom>
        </p:spPr>
        <p:txBody>
          <a:bodyPr spcFirstLastPara="1" wrap="square" lIns="91425" tIns="91425" rIns="0" bIns="0" anchor="t" anchorCtr="0">
            <a:normAutofit/>
          </a:bodyPr>
          <a:lstStyle>
            <a:lvl1pPr marL="457200" lvl="0" indent="-330200" rtl="0">
              <a:spcBef>
                <a:spcPts val="0"/>
              </a:spcBef>
              <a:spcAft>
                <a:spcPts val="0"/>
              </a:spcAft>
              <a:buSzPts val="1600"/>
              <a:buChar char="■"/>
              <a:defRPr/>
            </a:lvl1pPr>
            <a:lvl2pPr marL="914400" lvl="1" indent="-317500" rtl="0">
              <a:spcBef>
                <a:spcPts val="0"/>
              </a:spcBef>
              <a:spcAft>
                <a:spcPts val="0"/>
              </a:spcAft>
              <a:buSzPts val="1400"/>
              <a:buChar char="■"/>
              <a:defRPr/>
            </a:lvl2pPr>
            <a:lvl3pPr marL="1371600" lvl="2" indent="-317500" rtl="0">
              <a:spcBef>
                <a:spcPts val="0"/>
              </a:spcBef>
              <a:spcAft>
                <a:spcPts val="0"/>
              </a:spcAft>
              <a:buSzPts val="1400"/>
              <a:buChar char="■"/>
              <a:defRPr/>
            </a:lvl3pPr>
            <a:lvl4pPr marL="1828800" lvl="3" indent="-317500" rtl="0">
              <a:spcBef>
                <a:spcPts val="0"/>
              </a:spcBef>
              <a:spcAft>
                <a:spcPts val="0"/>
              </a:spcAft>
              <a:buSzPts val="1400"/>
              <a:buChar char="●"/>
              <a:defRPr/>
            </a:lvl4pPr>
            <a:lvl5pPr marL="2286000" lvl="4" indent="-317500" rtl="0">
              <a:spcBef>
                <a:spcPts val="0"/>
              </a:spcBef>
              <a:spcAft>
                <a:spcPts val="0"/>
              </a:spcAft>
              <a:buSzPts val="1400"/>
              <a:buChar char="○"/>
              <a:defRPr/>
            </a:lvl5pPr>
            <a:lvl6pPr marL="2743200" lvl="5" indent="-317500" rtl="0">
              <a:spcBef>
                <a:spcPts val="0"/>
              </a:spcBef>
              <a:spcAft>
                <a:spcPts val="0"/>
              </a:spcAft>
              <a:buSzPts val="1400"/>
              <a:buChar char="■"/>
              <a:defRPr/>
            </a:lvl6pPr>
            <a:lvl7pPr marL="3200400" lvl="6" indent="-317500" rtl="0">
              <a:spcBef>
                <a:spcPts val="0"/>
              </a:spcBef>
              <a:spcAft>
                <a:spcPts val="0"/>
              </a:spcAft>
              <a:buSzPts val="1400"/>
              <a:buChar char="●"/>
              <a:defRPr/>
            </a:lvl7pPr>
            <a:lvl8pPr marL="3657600" lvl="7" indent="-317500" rtl="0">
              <a:spcBef>
                <a:spcPts val="0"/>
              </a:spcBef>
              <a:spcAft>
                <a:spcPts val="0"/>
              </a:spcAft>
              <a:buSzPts val="1400"/>
              <a:buChar char="○"/>
              <a:defRPr/>
            </a:lvl8pPr>
            <a:lvl9pPr marL="4114800" lvl="8" indent="-317500" rtl="0">
              <a:spcBef>
                <a:spcPts val="0"/>
              </a:spcBef>
              <a:spcAft>
                <a:spcPts val="0"/>
              </a:spcAft>
              <a:buSzPts val="1400"/>
              <a:buChar char="■"/>
              <a:defRPr/>
            </a:lvl9pPr>
          </a:lstStyle>
          <a:p>
            <a:endParaRPr/>
          </a:p>
        </p:txBody>
      </p:sp>
      <p:sp>
        <p:nvSpPr>
          <p:cNvPr id="798" name="Google Shape;798;p74"/>
          <p:cNvSpPr>
            <a:spLocks noGrp="1"/>
          </p:cNvSpPr>
          <p:nvPr>
            <p:ph type="pic" idx="3"/>
          </p:nvPr>
        </p:nvSpPr>
        <p:spPr>
          <a:xfrm>
            <a:off x="2064875" y="1342750"/>
            <a:ext cx="1105500" cy="1020000"/>
          </a:xfrm>
          <a:prstGeom prst="roundRect">
            <a:avLst>
              <a:gd name="adj" fmla="val 16667"/>
            </a:avLst>
          </a:prstGeom>
          <a:noFill/>
          <a:ln>
            <a:noFill/>
          </a:ln>
        </p:spPr>
      </p:sp>
      <p:sp>
        <p:nvSpPr>
          <p:cNvPr id="799" name="Google Shape;799;p74"/>
          <p:cNvSpPr>
            <a:spLocks noGrp="1"/>
          </p:cNvSpPr>
          <p:nvPr>
            <p:ph type="pic" idx="4"/>
          </p:nvPr>
        </p:nvSpPr>
        <p:spPr>
          <a:xfrm>
            <a:off x="5974425" y="1342750"/>
            <a:ext cx="1105500" cy="1020000"/>
          </a:xfrm>
          <a:prstGeom prst="roundRect">
            <a:avLst>
              <a:gd name="adj" fmla="val 16667"/>
            </a:avLst>
          </a:prstGeom>
          <a:noFill/>
          <a:ln>
            <a:noFill/>
          </a:ln>
        </p:spPr>
      </p:sp>
      <p:sp>
        <p:nvSpPr>
          <p:cNvPr id="800" name="Google Shape;800;p74"/>
          <p:cNvSpPr txBox="1">
            <a:spLocks noGrp="1"/>
          </p:cNvSpPr>
          <p:nvPr>
            <p:ph type="subTitle" idx="5"/>
          </p:nvPr>
        </p:nvSpPr>
        <p:spPr>
          <a:xfrm>
            <a:off x="1157375" y="2515050"/>
            <a:ext cx="2920500" cy="311400"/>
          </a:xfrm>
          <a:prstGeom prst="rect">
            <a:avLst/>
          </a:prstGeom>
        </p:spPr>
        <p:txBody>
          <a:bodyPr spcFirstLastPara="1" wrap="square" lIns="0" tIns="0" rIns="0" bIns="0" anchor="t" anchorCtr="0">
            <a:normAutofit/>
          </a:bodyPr>
          <a:lstStyle>
            <a:lvl1pPr lvl="0" algn="ctr" rtl="0">
              <a:lnSpc>
                <a:spcPct val="100000"/>
              </a:lnSpc>
              <a:spcBef>
                <a:spcPts val="0"/>
              </a:spcBef>
              <a:spcAft>
                <a:spcPts val="0"/>
              </a:spcAft>
              <a:buClr>
                <a:schemeClr val="accent4"/>
              </a:buClr>
              <a:buSzPts val="1800"/>
              <a:buFont typeface="IBM Plex Sans Medium"/>
              <a:buNone/>
              <a:defRPr sz="1800">
                <a:solidFill>
                  <a:schemeClr val="accent4"/>
                </a:solidFill>
                <a:latin typeface="IBM Plex Sans Medium"/>
                <a:ea typeface="IBM Plex Sans Medium"/>
                <a:cs typeface="IBM Plex Sans Medium"/>
                <a:sym typeface="IBM Plex Sans Medium"/>
              </a:defRPr>
            </a:lvl1pPr>
            <a:lvl2pPr lvl="1" algn="ctr" rtl="0">
              <a:lnSpc>
                <a:spcPct val="100000"/>
              </a:lnSpc>
              <a:spcBef>
                <a:spcPts val="0"/>
              </a:spcBef>
              <a:spcAft>
                <a:spcPts val="0"/>
              </a:spcAft>
              <a:buClr>
                <a:schemeClr val="accent4"/>
              </a:buClr>
              <a:buSzPts val="1800"/>
              <a:buFont typeface="IBM Plex Sans Medium"/>
              <a:buNone/>
              <a:defRPr sz="1800">
                <a:solidFill>
                  <a:schemeClr val="accent4"/>
                </a:solidFill>
                <a:latin typeface="IBM Plex Sans Medium"/>
                <a:ea typeface="IBM Plex Sans Medium"/>
                <a:cs typeface="IBM Plex Sans Medium"/>
                <a:sym typeface="IBM Plex Sans Medium"/>
              </a:defRPr>
            </a:lvl2pPr>
            <a:lvl3pPr lvl="2" algn="ctr" rtl="0">
              <a:lnSpc>
                <a:spcPct val="100000"/>
              </a:lnSpc>
              <a:spcBef>
                <a:spcPts val="0"/>
              </a:spcBef>
              <a:spcAft>
                <a:spcPts val="0"/>
              </a:spcAft>
              <a:buClr>
                <a:schemeClr val="accent4"/>
              </a:buClr>
              <a:buSzPts val="1800"/>
              <a:buFont typeface="IBM Plex Sans Medium"/>
              <a:buNone/>
              <a:defRPr sz="1800">
                <a:solidFill>
                  <a:schemeClr val="accent4"/>
                </a:solidFill>
                <a:latin typeface="IBM Plex Sans Medium"/>
                <a:ea typeface="IBM Plex Sans Medium"/>
                <a:cs typeface="IBM Plex Sans Medium"/>
                <a:sym typeface="IBM Plex Sans Medium"/>
              </a:defRPr>
            </a:lvl3pPr>
            <a:lvl4pPr lvl="3" algn="ctr" rtl="0">
              <a:lnSpc>
                <a:spcPct val="100000"/>
              </a:lnSpc>
              <a:spcBef>
                <a:spcPts val="0"/>
              </a:spcBef>
              <a:spcAft>
                <a:spcPts val="0"/>
              </a:spcAft>
              <a:buClr>
                <a:schemeClr val="accent4"/>
              </a:buClr>
              <a:buSzPts val="1800"/>
              <a:buFont typeface="IBM Plex Sans Medium"/>
              <a:buNone/>
              <a:defRPr sz="1800">
                <a:solidFill>
                  <a:schemeClr val="accent4"/>
                </a:solidFill>
                <a:latin typeface="IBM Plex Sans Medium"/>
                <a:ea typeface="IBM Plex Sans Medium"/>
                <a:cs typeface="IBM Plex Sans Medium"/>
                <a:sym typeface="IBM Plex Sans Medium"/>
              </a:defRPr>
            </a:lvl4pPr>
            <a:lvl5pPr lvl="4" algn="ctr" rtl="0">
              <a:lnSpc>
                <a:spcPct val="100000"/>
              </a:lnSpc>
              <a:spcBef>
                <a:spcPts val="0"/>
              </a:spcBef>
              <a:spcAft>
                <a:spcPts val="0"/>
              </a:spcAft>
              <a:buClr>
                <a:schemeClr val="accent4"/>
              </a:buClr>
              <a:buSzPts val="1800"/>
              <a:buFont typeface="IBM Plex Sans Medium"/>
              <a:buNone/>
              <a:defRPr sz="1800">
                <a:solidFill>
                  <a:schemeClr val="accent4"/>
                </a:solidFill>
                <a:latin typeface="IBM Plex Sans Medium"/>
                <a:ea typeface="IBM Plex Sans Medium"/>
                <a:cs typeface="IBM Plex Sans Medium"/>
                <a:sym typeface="IBM Plex Sans Medium"/>
              </a:defRPr>
            </a:lvl5pPr>
            <a:lvl6pPr lvl="5" algn="ctr" rtl="0">
              <a:lnSpc>
                <a:spcPct val="100000"/>
              </a:lnSpc>
              <a:spcBef>
                <a:spcPts val="0"/>
              </a:spcBef>
              <a:spcAft>
                <a:spcPts val="0"/>
              </a:spcAft>
              <a:buClr>
                <a:schemeClr val="accent4"/>
              </a:buClr>
              <a:buSzPts val="1800"/>
              <a:buFont typeface="IBM Plex Sans Medium"/>
              <a:buNone/>
              <a:defRPr sz="1800">
                <a:solidFill>
                  <a:schemeClr val="accent4"/>
                </a:solidFill>
                <a:latin typeface="IBM Plex Sans Medium"/>
                <a:ea typeface="IBM Plex Sans Medium"/>
                <a:cs typeface="IBM Plex Sans Medium"/>
                <a:sym typeface="IBM Plex Sans Medium"/>
              </a:defRPr>
            </a:lvl6pPr>
            <a:lvl7pPr lvl="6" algn="ctr" rtl="0">
              <a:lnSpc>
                <a:spcPct val="100000"/>
              </a:lnSpc>
              <a:spcBef>
                <a:spcPts val="0"/>
              </a:spcBef>
              <a:spcAft>
                <a:spcPts val="0"/>
              </a:spcAft>
              <a:buClr>
                <a:schemeClr val="accent4"/>
              </a:buClr>
              <a:buSzPts val="1800"/>
              <a:buFont typeface="IBM Plex Sans Medium"/>
              <a:buNone/>
              <a:defRPr sz="1800">
                <a:solidFill>
                  <a:schemeClr val="accent4"/>
                </a:solidFill>
                <a:latin typeface="IBM Plex Sans Medium"/>
                <a:ea typeface="IBM Plex Sans Medium"/>
                <a:cs typeface="IBM Plex Sans Medium"/>
                <a:sym typeface="IBM Plex Sans Medium"/>
              </a:defRPr>
            </a:lvl7pPr>
            <a:lvl8pPr lvl="7" algn="ctr" rtl="0">
              <a:lnSpc>
                <a:spcPct val="100000"/>
              </a:lnSpc>
              <a:spcBef>
                <a:spcPts val="0"/>
              </a:spcBef>
              <a:spcAft>
                <a:spcPts val="0"/>
              </a:spcAft>
              <a:buClr>
                <a:schemeClr val="accent4"/>
              </a:buClr>
              <a:buSzPts val="1800"/>
              <a:buFont typeface="IBM Plex Sans Medium"/>
              <a:buNone/>
              <a:defRPr sz="1800">
                <a:solidFill>
                  <a:schemeClr val="accent4"/>
                </a:solidFill>
                <a:latin typeface="IBM Plex Sans Medium"/>
                <a:ea typeface="IBM Plex Sans Medium"/>
                <a:cs typeface="IBM Plex Sans Medium"/>
                <a:sym typeface="IBM Plex Sans Medium"/>
              </a:defRPr>
            </a:lvl8pPr>
            <a:lvl9pPr lvl="8" algn="ctr" rtl="0">
              <a:lnSpc>
                <a:spcPct val="100000"/>
              </a:lnSpc>
              <a:spcBef>
                <a:spcPts val="0"/>
              </a:spcBef>
              <a:spcAft>
                <a:spcPts val="0"/>
              </a:spcAft>
              <a:buClr>
                <a:schemeClr val="accent4"/>
              </a:buClr>
              <a:buSzPts val="1800"/>
              <a:buFont typeface="IBM Plex Sans Medium"/>
              <a:buNone/>
              <a:defRPr sz="1800">
                <a:solidFill>
                  <a:schemeClr val="accent4"/>
                </a:solidFill>
                <a:latin typeface="IBM Plex Sans Medium"/>
                <a:ea typeface="IBM Plex Sans Medium"/>
                <a:cs typeface="IBM Plex Sans Medium"/>
                <a:sym typeface="IBM Plex Sans Medium"/>
              </a:defRPr>
            </a:lvl9pPr>
          </a:lstStyle>
          <a:p>
            <a:endParaRPr/>
          </a:p>
        </p:txBody>
      </p:sp>
      <p:sp>
        <p:nvSpPr>
          <p:cNvPr id="801" name="Google Shape;801;p74"/>
          <p:cNvSpPr txBox="1">
            <a:spLocks noGrp="1"/>
          </p:cNvSpPr>
          <p:nvPr>
            <p:ph type="subTitle" idx="6"/>
          </p:nvPr>
        </p:nvSpPr>
        <p:spPr>
          <a:xfrm>
            <a:off x="5021132" y="2515050"/>
            <a:ext cx="2920500" cy="311400"/>
          </a:xfrm>
          <a:prstGeom prst="rect">
            <a:avLst/>
          </a:prstGeom>
        </p:spPr>
        <p:txBody>
          <a:bodyPr spcFirstLastPara="1" wrap="square" lIns="0" tIns="0" rIns="0" bIns="0" anchor="t" anchorCtr="0">
            <a:normAutofit/>
          </a:bodyPr>
          <a:lstStyle>
            <a:lvl1pPr lvl="0" algn="ctr" rtl="0">
              <a:lnSpc>
                <a:spcPct val="100000"/>
              </a:lnSpc>
              <a:spcBef>
                <a:spcPts val="0"/>
              </a:spcBef>
              <a:spcAft>
                <a:spcPts val="0"/>
              </a:spcAft>
              <a:buClr>
                <a:schemeClr val="accent4"/>
              </a:buClr>
              <a:buSzPts val="1800"/>
              <a:buFont typeface="IBM Plex Sans Medium"/>
              <a:buNone/>
              <a:defRPr sz="1800">
                <a:solidFill>
                  <a:schemeClr val="accent4"/>
                </a:solidFill>
                <a:latin typeface="IBM Plex Sans Medium"/>
                <a:ea typeface="IBM Plex Sans Medium"/>
                <a:cs typeface="IBM Plex Sans Medium"/>
                <a:sym typeface="IBM Plex Sans Medium"/>
              </a:defRPr>
            </a:lvl1pPr>
            <a:lvl2pPr lvl="1" algn="ctr" rtl="0">
              <a:lnSpc>
                <a:spcPct val="100000"/>
              </a:lnSpc>
              <a:spcBef>
                <a:spcPts val="0"/>
              </a:spcBef>
              <a:spcAft>
                <a:spcPts val="0"/>
              </a:spcAft>
              <a:buClr>
                <a:schemeClr val="accent4"/>
              </a:buClr>
              <a:buSzPts val="1800"/>
              <a:buFont typeface="IBM Plex Sans Medium"/>
              <a:buNone/>
              <a:defRPr sz="1800">
                <a:solidFill>
                  <a:schemeClr val="accent4"/>
                </a:solidFill>
                <a:latin typeface="IBM Plex Sans Medium"/>
                <a:ea typeface="IBM Plex Sans Medium"/>
                <a:cs typeface="IBM Plex Sans Medium"/>
                <a:sym typeface="IBM Plex Sans Medium"/>
              </a:defRPr>
            </a:lvl2pPr>
            <a:lvl3pPr lvl="2" algn="ctr" rtl="0">
              <a:lnSpc>
                <a:spcPct val="100000"/>
              </a:lnSpc>
              <a:spcBef>
                <a:spcPts val="0"/>
              </a:spcBef>
              <a:spcAft>
                <a:spcPts val="0"/>
              </a:spcAft>
              <a:buClr>
                <a:schemeClr val="accent4"/>
              </a:buClr>
              <a:buSzPts val="1800"/>
              <a:buFont typeface="IBM Plex Sans Medium"/>
              <a:buNone/>
              <a:defRPr sz="1800">
                <a:solidFill>
                  <a:schemeClr val="accent4"/>
                </a:solidFill>
                <a:latin typeface="IBM Plex Sans Medium"/>
                <a:ea typeface="IBM Plex Sans Medium"/>
                <a:cs typeface="IBM Plex Sans Medium"/>
                <a:sym typeface="IBM Plex Sans Medium"/>
              </a:defRPr>
            </a:lvl3pPr>
            <a:lvl4pPr lvl="3" algn="ctr" rtl="0">
              <a:lnSpc>
                <a:spcPct val="100000"/>
              </a:lnSpc>
              <a:spcBef>
                <a:spcPts val="0"/>
              </a:spcBef>
              <a:spcAft>
                <a:spcPts val="0"/>
              </a:spcAft>
              <a:buClr>
                <a:schemeClr val="accent4"/>
              </a:buClr>
              <a:buSzPts val="1800"/>
              <a:buFont typeface="IBM Plex Sans Medium"/>
              <a:buNone/>
              <a:defRPr sz="1800">
                <a:solidFill>
                  <a:schemeClr val="accent4"/>
                </a:solidFill>
                <a:latin typeface="IBM Plex Sans Medium"/>
                <a:ea typeface="IBM Plex Sans Medium"/>
                <a:cs typeface="IBM Plex Sans Medium"/>
                <a:sym typeface="IBM Plex Sans Medium"/>
              </a:defRPr>
            </a:lvl4pPr>
            <a:lvl5pPr lvl="4" algn="ctr" rtl="0">
              <a:lnSpc>
                <a:spcPct val="100000"/>
              </a:lnSpc>
              <a:spcBef>
                <a:spcPts val="0"/>
              </a:spcBef>
              <a:spcAft>
                <a:spcPts val="0"/>
              </a:spcAft>
              <a:buClr>
                <a:schemeClr val="accent4"/>
              </a:buClr>
              <a:buSzPts val="1800"/>
              <a:buFont typeface="IBM Plex Sans Medium"/>
              <a:buNone/>
              <a:defRPr sz="1800">
                <a:solidFill>
                  <a:schemeClr val="accent4"/>
                </a:solidFill>
                <a:latin typeface="IBM Plex Sans Medium"/>
                <a:ea typeface="IBM Plex Sans Medium"/>
                <a:cs typeface="IBM Plex Sans Medium"/>
                <a:sym typeface="IBM Plex Sans Medium"/>
              </a:defRPr>
            </a:lvl5pPr>
            <a:lvl6pPr lvl="5" algn="ctr" rtl="0">
              <a:lnSpc>
                <a:spcPct val="100000"/>
              </a:lnSpc>
              <a:spcBef>
                <a:spcPts val="0"/>
              </a:spcBef>
              <a:spcAft>
                <a:spcPts val="0"/>
              </a:spcAft>
              <a:buClr>
                <a:schemeClr val="accent4"/>
              </a:buClr>
              <a:buSzPts val="1800"/>
              <a:buFont typeface="IBM Plex Sans Medium"/>
              <a:buNone/>
              <a:defRPr sz="1800">
                <a:solidFill>
                  <a:schemeClr val="accent4"/>
                </a:solidFill>
                <a:latin typeface="IBM Plex Sans Medium"/>
                <a:ea typeface="IBM Plex Sans Medium"/>
                <a:cs typeface="IBM Plex Sans Medium"/>
                <a:sym typeface="IBM Plex Sans Medium"/>
              </a:defRPr>
            </a:lvl6pPr>
            <a:lvl7pPr lvl="6" algn="ctr" rtl="0">
              <a:lnSpc>
                <a:spcPct val="100000"/>
              </a:lnSpc>
              <a:spcBef>
                <a:spcPts val="0"/>
              </a:spcBef>
              <a:spcAft>
                <a:spcPts val="0"/>
              </a:spcAft>
              <a:buClr>
                <a:schemeClr val="accent4"/>
              </a:buClr>
              <a:buSzPts val="1800"/>
              <a:buFont typeface="IBM Plex Sans Medium"/>
              <a:buNone/>
              <a:defRPr sz="1800">
                <a:solidFill>
                  <a:schemeClr val="accent4"/>
                </a:solidFill>
                <a:latin typeface="IBM Plex Sans Medium"/>
                <a:ea typeface="IBM Plex Sans Medium"/>
                <a:cs typeface="IBM Plex Sans Medium"/>
                <a:sym typeface="IBM Plex Sans Medium"/>
              </a:defRPr>
            </a:lvl7pPr>
            <a:lvl8pPr lvl="7" algn="ctr" rtl="0">
              <a:lnSpc>
                <a:spcPct val="100000"/>
              </a:lnSpc>
              <a:spcBef>
                <a:spcPts val="0"/>
              </a:spcBef>
              <a:spcAft>
                <a:spcPts val="0"/>
              </a:spcAft>
              <a:buClr>
                <a:schemeClr val="accent4"/>
              </a:buClr>
              <a:buSzPts val="1800"/>
              <a:buFont typeface="IBM Plex Sans Medium"/>
              <a:buNone/>
              <a:defRPr sz="1800">
                <a:solidFill>
                  <a:schemeClr val="accent4"/>
                </a:solidFill>
                <a:latin typeface="IBM Plex Sans Medium"/>
                <a:ea typeface="IBM Plex Sans Medium"/>
                <a:cs typeface="IBM Plex Sans Medium"/>
                <a:sym typeface="IBM Plex Sans Medium"/>
              </a:defRPr>
            </a:lvl8pPr>
            <a:lvl9pPr lvl="8" algn="ctr" rtl="0">
              <a:lnSpc>
                <a:spcPct val="100000"/>
              </a:lnSpc>
              <a:spcBef>
                <a:spcPts val="0"/>
              </a:spcBef>
              <a:spcAft>
                <a:spcPts val="0"/>
              </a:spcAft>
              <a:buClr>
                <a:schemeClr val="accent4"/>
              </a:buClr>
              <a:buSzPts val="1800"/>
              <a:buFont typeface="IBM Plex Sans Medium"/>
              <a:buNone/>
              <a:defRPr sz="1800">
                <a:solidFill>
                  <a:schemeClr val="accent4"/>
                </a:solidFill>
                <a:latin typeface="IBM Plex Sans Medium"/>
                <a:ea typeface="IBM Plex Sans Medium"/>
                <a:cs typeface="IBM Plex Sans Medium"/>
                <a:sym typeface="IBM Plex Sans Medium"/>
              </a:defRPr>
            </a:lvl9pPr>
          </a:lstStyle>
          <a:p>
            <a:endParaRPr/>
          </a:p>
        </p:txBody>
      </p:sp>
    </p:spTree>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matchingName="4 Topics - 3">
  <p:cSld name="TITLE_ONLY_1_7">
    <p:bg>
      <p:bgPr>
        <a:solidFill>
          <a:schemeClr val="dk2"/>
        </a:solidFill>
        <a:effectLst/>
      </p:bgPr>
    </p:bg>
    <p:spTree>
      <p:nvGrpSpPr>
        <p:cNvPr id="1" name="Shape 802"/>
        <p:cNvGrpSpPr/>
        <p:nvPr/>
      </p:nvGrpSpPr>
      <p:grpSpPr>
        <a:xfrm>
          <a:off x="0" y="0"/>
          <a:ext cx="0" cy="0"/>
          <a:chOff x="0" y="0"/>
          <a:chExt cx="0" cy="0"/>
        </a:xfrm>
      </p:grpSpPr>
      <p:sp>
        <p:nvSpPr>
          <p:cNvPr id="803" name="Google Shape;803;p75"/>
          <p:cNvSpPr txBox="1">
            <a:spLocks noGrp="1"/>
          </p:cNvSpPr>
          <p:nvPr>
            <p:ph type="title"/>
          </p:nvPr>
        </p:nvSpPr>
        <p:spPr>
          <a:xfrm>
            <a:off x="457200" y="114300"/>
            <a:ext cx="8229600" cy="903300"/>
          </a:xfrm>
          <a:prstGeom prst="rect">
            <a:avLst/>
          </a:prstGeom>
        </p:spPr>
        <p:txBody>
          <a:bodyPr spcFirstLastPara="1" wrap="square" lIns="0" tIns="0" rIns="0" bIns="0" anchor="t" anchorCtr="0">
            <a:normAutofit/>
          </a:bodyPr>
          <a:lstStyle>
            <a:lvl1pPr lvl="0" rtl="0">
              <a:spcBef>
                <a:spcPts val="0"/>
              </a:spcBef>
              <a:spcAft>
                <a:spcPts val="0"/>
              </a:spcAft>
              <a:buClr>
                <a:schemeClr val="lt2"/>
              </a:buClr>
              <a:buSzPts val="3400"/>
              <a:buNone/>
              <a:defRPr>
                <a:solidFill>
                  <a:schemeClr val="lt2"/>
                </a:solidFill>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804" name="Google Shape;804;p75"/>
          <p:cNvSpPr txBox="1">
            <a:spLocks noGrp="1"/>
          </p:cNvSpPr>
          <p:nvPr>
            <p:ph type="sldNum" idx="12"/>
          </p:nvPr>
        </p:nvSpPr>
        <p:spPr>
          <a:xfrm>
            <a:off x="8366700" y="4805546"/>
            <a:ext cx="548700" cy="215400"/>
          </a:xfrm>
          <a:prstGeom prst="rect">
            <a:avLst/>
          </a:prstGeom>
        </p:spPr>
        <p:txBody>
          <a:bodyPr spcFirstLastPara="1" wrap="square" lIns="0" tIns="0" rIns="0" bIns="0" anchor="b" anchorCtr="0">
            <a:normAutofit/>
          </a:bodyPr>
          <a:lstStyle>
            <a:lvl1pPr lvl="0" rtl="0">
              <a:buNone/>
              <a:defRPr>
                <a:solidFill>
                  <a:schemeClr val="accent5"/>
                </a:solidFill>
              </a:defRPr>
            </a:lvl1pPr>
            <a:lvl2pPr lvl="1" rtl="0">
              <a:buNone/>
              <a:defRPr>
                <a:solidFill>
                  <a:schemeClr val="accent5"/>
                </a:solidFill>
              </a:defRPr>
            </a:lvl2pPr>
            <a:lvl3pPr lvl="2" rtl="0">
              <a:buNone/>
              <a:defRPr>
                <a:solidFill>
                  <a:schemeClr val="accent5"/>
                </a:solidFill>
              </a:defRPr>
            </a:lvl3pPr>
            <a:lvl4pPr lvl="3" rtl="0">
              <a:buNone/>
              <a:defRPr>
                <a:solidFill>
                  <a:schemeClr val="accent5"/>
                </a:solidFill>
              </a:defRPr>
            </a:lvl4pPr>
            <a:lvl5pPr lvl="4" rtl="0">
              <a:buNone/>
              <a:defRPr>
                <a:solidFill>
                  <a:schemeClr val="accent5"/>
                </a:solidFill>
              </a:defRPr>
            </a:lvl5pPr>
            <a:lvl6pPr lvl="5" rtl="0">
              <a:buNone/>
              <a:defRPr>
                <a:solidFill>
                  <a:schemeClr val="accent5"/>
                </a:solidFill>
              </a:defRPr>
            </a:lvl6pPr>
            <a:lvl7pPr lvl="6" rtl="0">
              <a:buNone/>
              <a:defRPr>
                <a:solidFill>
                  <a:schemeClr val="accent5"/>
                </a:solidFill>
              </a:defRPr>
            </a:lvl7pPr>
            <a:lvl8pPr lvl="7" rtl="0">
              <a:buNone/>
              <a:defRPr>
                <a:solidFill>
                  <a:schemeClr val="accent5"/>
                </a:solidFill>
              </a:defRPr>
            </a:lvl8pPr>
            <a:lvl9pPr lvl="8" rtl="0">
              <a:buNone/>
              <a:defRPr>
                <a:solidFill>
                  <a:schemeClr val="accent5"/>
                </a:solidFill>
              </a:defRPr>
            </a:lvl9pPr>
          </a:lstStyle>
          <a:p>
            <a:pPr marL="0" lvl="0" indent="0" algn="r" rtl="0">
              <a:spcBef>
                <a:spcPts val="0"/>
              </a:spcBef>
              <a:spcAft>
                <a:spcPts val="0"/>
              </a:spcAft>
              <a:buNone/>
            </a:pPr>
            <a:fld id="{00000000-1234-1234-1234-123412341234}" type="slidenum">
              <a:rPr lang="en"/>
              <a:t>‹#›</a:t>
            </a:fld>
            <a:endParaRPr/>
          </a:p>
        </p:txBody>
      </p:sp>
      <p:pic>
        <p:nvPicPr>
          <p:cNvPr id="805" name="Google Shape;805;p75"/>
          <p:cNvPicPr preferRelativeResize="0"/>
          <p:nvPr/>
        </p:nvPicPr>
        <p:blipFill>
          <a:blip r:embed="rId2">
            <a:alphaModFix/>
          </a:blip>
          <a:stretch>
            <a:fillRect/>
          </a:stretch>
        </p:blipFill>
        <p:spPr>
          <a:xfrm>
            <a:off x="8544859" y="62003"/>
            <a:ext cx="599140" cy="599141"/>
          </a:xfrm>
          <a:prstGeom prst="rect">
            <a:avLst/>
          </a:prstGeom>
          <a:noFill/>
          <a:ln>
            <a:noFill/>
          </a:ln>
        </p:spPr>
      </p:pic>
      <p:sp>
        <p:nvSpPr>
          <p:cNvPr id="806" name="Google Shape;806;p75"/>
          <p:cNvSpPr>
            <a:spLocks noGrp="1"/>
          </p:cNvSpPr>
          <p:nvPr>
            <p:ph type="pic" idx="2"/>
          </p:nvPr>
        </p:nvSpPr>
        <p:spPr>
          <a:xfrm>
            <a:off x="466515" y="1028700"/>
            <a:ext cx="783000" cy="712500"/>
          </a:xfrm>
          <a:prstGeom prst="roundRect">
            <a:avLst>
              <a:gd name="adj" fmla="val 16667"/>
            </a:avLst>
          </a:prstGeom>
          <a:noFill/>
          <a:ln>
            <a:noFill/>
          </a:ln>
        </p:spPr>
      </p:sp>
      <p:sp>
        <p:nvSpPr>
          <p:cNvPr id="807" name="Google Shape;807;p75"/>
          <p:cNvSpPr txBox="1">
            <a:spLocks noGrp="1"/>
          </p:cNvSpPr>
          <p:nvPr>
            <p:ph type="subTitle" idx="1"/>
          </p:nvPr>
        </p:nvSpPr>
        <p:spPr>
          <a:xfrm>
            <a:off x="1531021" y="1028700"/>
            <a:ext cx="7142700" cy="260400"/>
          </a:xfrm>
          <a:prstGeom prst="rect">
            <a:avLst/>
          </a:prstGeom>
        </p:spPr>
        <p:txBody>
          <a:bodyPr spcFirstLastPara="1" wrap="square" lIns="0" tIns="0" rIns="0" bIns="0" anchor="t" anchorCtr="0">
            <a:normAutofit/>
          </a:bodyPr>
          <a:lstStyle>
            <a:lvl1pPr lvl="0" rtl="0">
              <a:lnSpc>
                <a:spcPct val="100000"/>
              </a:lnSpc>
              <a:spcBef>
                <a:spcPts val="0"/>
              </a:spcBef>
              <a:spcAft>
                <a:spcPts val="0"/>
              </a:spcAft>
              <a:buSzPts val="1600"/>
              <a:buFont typeface="IBM Plex Sans Medium"/>
              <a:buNone/>
              <a:defRPr>
                <a:solidFill>
                  <a:schemeClr val="accent1"/>
                </a:solidFill>
                <a:latin typeface="IBM Plex Sans Medium"/>
                <a:ea typeface="IBM Plex Sans Medium"/>
                <a:cs typeface="IBM Plex Sans Medium"/>
                <a:sym typeface="IBM Plex Sans Medium"/>
              </a:defRPr>
            </a:lvl1pPr>
            <a:lvl2pPr lvl="1" rtl="0">
              <a:lnSpc>
                <a:spcPct val="100000"/>
              </a:lnSpc>
              <a:spcBef>
                <a:spcPts val="0"/>
              </a:spcBef>
              <a:spcAft>
                <a:spcPts val="0"/>
              </a:spcAft>
              <a:buSzPts val="1800"/>
              <a:buFont typeface="IBM Plex Sans Medium"/>
              <a:buNone/>
              <a:defRPr sz="1800">
                <a:latin typeface="IBM Plex Sans Medium"/>
                <a:ea typeface="IBM Plex Sans Medium"/>
                <a:cs typeface="IBM Plex Sans Medium"/>
                <a:sym typeface="IBM Plex Sans Medium"/>
              </a:defRPr>
            </a:lvl2pPr>
            <a:lvl3pPr lvl="2" rtl="0">
              <a:lnSpc>
                <a:spcPct val="100000"/>
              </a:lnSpc>
              <a:spcBef>
                <a:spcPts val="0"/>
              </a:spcBef>
              <a:spcAft>
                <a:spcPts val="0"/>
              </a:spcAft>
              <a:buSzPts val="1800"/>
              <a:buFont typeface="IBM Plex Sans Medium"/>
              <a:buNone/>
              <a:defRPr sz="1800">
                <a:latin typeface="IBM Plex Sans Medium"/>
                <a:ea typeface="IBM Plex Sans Medium"/>
                <a:cs typeface="IBM Plex Sans Medium"/>
                <a:sym typeface="IBM Plex Sans Medium"/>
              </a:defRPr>
            </a:lvl3pPr>
            <a:lvl4pPr lvl="3" rtl="0">
              <a:lnSpc>
                <a:spcPct val="100000"/>
              </a:lnSpc>
              <a:spcBef>
                <a:spcPts val="0"/>
              </a:spcBef>
              <a:spcAft>
                <a:spcPts val="0"/>
              </a:spcAft>
              <a:buSzPts val="1800"/>
              <a:buFont typeface="IBM Plex Sans Medium"/>
              <a:buNone/>
              <a:defRPr sz="1800">
                <a:latin typeface="IBM Plex Sans Medium"/>
                <a:ea typeface="IBM Plex Sans Medium"/>
                <a:cs typeface="IBM Plex Sans Medium"/>
                <a:sym typeface="IBM Plex Sans Medium"/>
              </a:defRPr>
            </a:lvl4pPr>
            <a:lvl5pPr lvl="4" rtl="0">
              <a:lnSpc>
                <a:spcPct val="100000"/>
              </a:lnSpc>
              <a:spcBef>
                <a:spcPts val="0"/>
              </a:spcBef>
              <a:spcAft>
                <a:spcPts val="0"/>
              </a:spcAft>
              <a:buSzPts val="1800"/>
              <a:buFont typeface="IBM Plex Sans Medium"/>
              <a:buNone/>
              <a:defRPr sz="1800">
                <a:latin typeface="IBM Plex Sans Medium"/>
                <a:ea typeface="IBM Plex Sans Medium"/>
                <a:cs typeface="IBM Plex Sans Medium"/>
                <a:sym typeface="IBM Plex Sans Medium"/>
              </a:defRPr>
            </a:lvl5pPr>
            <a:lvl6pPr lvl="5" rtl="0">
              <a:lnSpc>
                <a:spcPct val="100000"/>
              </a:lnSpc>
              <a:spcBef>
                <a:spcPts val="0"/>
              </a:spcBef>
              <a:spcAft>
                <a:spcPts val="0"/>
              </a:spcAft>
              <a:buSzPts val="1800"/>
              <a:buFont typeface="IBM Plex Sans Medium"/>
              <a:buNone/>
              <a:defRPr sz="1800">
                <a:latin typeface="IBM Plex Sans Medium"/>
                <a:ea typeface="IBM Plex Sans Medium"/>
                <a:cs typeface="IBM Plex Sans Medium"/>
                <a:sym typeface="IBM Plex Sans Medium"/>
              </a:defRPr>
            </a:lvl6pPr>
            <a:lvl7pPr lvl="6" rtl="0">
              <a:lnSpc>
                <a:spcPct val="100000"/>
              </a:lnSpc>
              <a:spcBef>
                <a:spcPts val="0"/>
              </a:spcBef>
              <a:spcAft>
                <a:spcPts val="0"/>
              </a:spcAft>
              <a:buSzPts val="1800"/>
              <a:buFont typeface="IBM Plex Sans Medium"/>
              <a:buNone/>
              <a:defRPr sz="1800">
                <a:latin typeface="IBM Plex Sans Medium"/>
                <a:ea typeface="IBM Plex Sans Medium"/>
                <a:cs typeface="IBM Plex Sans Medium"/>
                <a:sym typeface="IBM Plex Sans Medium"/>
              </a:defRPr>
            </a:lvl7pPr>
            <a:lvl8pPr lvl="7" rtl="0">
              <a:lnSpc>
                <a:spcPct val="100000"/>
              </a:lnSpc>
              <a:spcBef>
                <a:spcPts val="0"/>
              </a:spcBef>
              <a:spcAft>
                <a:spcPts val="0"/>
              </a:spcAft>
              <a:buSzPts val="1800"/>
              <a:buFont typeface="IBM Plex Sans Medium"/>
              <a:buNone/>
              <a:defRPr sz="1800">
                <a:latin typeface="IBM Plex Sans Medium"/>
                <a:ea typeface="IBM Plex Sans Medium"/>
                <a:cs typeface="IBM Plex Sans Medium"/>
                <a:sym typeface="IBM Plex Sans Medium"/>
              </a:defRPr>
            </a:lvl8pPr>
            <a:lvl9pPr lvl="8" rtl="0">
              <a:lnSpc>
                <a:spcPct val="100000"/>
              </a:lnSpc>
              <a:spcBef>
                <a:spcPts val="0"/>
              </a:spcBef>
              <a:spcAft>
                <a:spcPts val="0"/>
              </a:spcAft>
              <a:buSzPts val="1800"/>
              <a:buFont typeface="IBM Plex Sans Medium"/>
              <a:buNone/>
              <a:defRPr sz="1800">
                <a:latin typeface="IBM Plex Sans Medium"/>
                <a:ea typeface="IBM Plex Sans Medium"/>
                <a:cs typeface="IBM Plex Sans Medium"/>
                <a:sym typeface="IBM Plex Sans Medium"/>
              </a:defRPr>
            </a:lvl9pPr>
          </a:lstStyle>
          <a:p>
            <a:endParaRPr/>
          </a:p>
        </p:txBody>
      </p:sp>
      <p:sp>
        <p:nvSpPr>
          <p:cNvPr id="808" name="Google Shape;808;p75"/>
          <p:cNvSpPr txBox="1">
            <a:spLocks noGrp="1"/>
          </p:cNvSpPr>
          <p:nvPr>
            <p:ph type="body" idx="3"/>
          </p:nvPr>
        </p:nvSpPr>
        <p:spPr>
          <a:xfrm>
            <a:off x="1545097" y="1354424"/>
            <a:ext cx="7142700" cy="386700"/>
          </a:xfrm>
          <a:prstGeom prst="rect">
            <a:avLst/>
          </a:prstGeom>
        </p:spPr>
        <p:txBody>
          <a:bodyPr spcFirstLastPara="1" wrap="square" lIns="0" tIns="0" rIns="0" bIns="0" anchor="t" anchorCtr="0">
            <a:normAutofit/>
          </a:bodyPr>
          <a:lstStyle>
            <a:lvl1pPr marL="457200" lvl="0" indent="-304800" rtl="0">
              <a:spcBef>
                <a:spcPts val="0"/>
              </a:spcBef>
              <a:spcAft>
                <a:spcPts val="0"/>
              </a:spcAft>
              <a:buClr>
                <a:schemeClr val="lt2"/>
              </a:buClr>
              <a:buSzPts val="1200"/>
              <a:buChar char="■"/>
              <a:defRPr sz="1200">
                <a:solidFill>
                  <a:schemeClr val="lt2"/>
                </a:solidFill>
              </a:defRPr>
            </a:lvl1pPr>
            <a:lvl2pPr marL="914400" lvl="1" indent="-304800" rtl="0">
              <a:spcBef>
                <a:spcPts val="0"/>
              </a:spcBef>
              <a:spcAft>
                <a:spcPts val="0"/>
              </a:spcAft>
              <a:buClr>
                <a:schemeClr val="lt2"/>
              </a:buClr>
              <a:buSzPts val="1200"/>
              <a:buChar char="■"/>
              <a:defRPr sz="1200">
                <a:solidFill>
                  <a:schemeClr val="lt2"/>
                </a:solidFill>
              </a:defRPr>
            </a:lvl2pPr>
            <a:lvl3pPr marL="1371600" lvl="2" indent="-304800" rtl="0">
              <a:spcBef>
                <a:spcPts val="0"/>
              </a:spcBef>
              <a:spcAft>
                <a:spcPts val="0"/>
              </a:spcAft>
              <a:buClr>
                <a:schemeClr val="lt2"/>
              </a:buClr>
              <a:buSzPts val="1200"/>
              <a:buChar char="■"/>
              <a:defRPr sz="1200">
                <a:solidFill>
                  <a:schemeClr val="lt2"/>
                </a:solidFill>
              </a:defRPr>
            </a:lvl3pPr>
            <a:lvl4pPr marL="1828800" lvl="3" indent="-304800" rtl="0">
              <a:spcBef>
                <a:spcPts val="0"/>
              </a:spcBef>
              <a:spcAft>
                <a:spcPts val="0"/>
              </a:spcAft>
              <a:buClr>
                <a:schemeClr val="lt2"/>
              </a:buClr>
              <a:buSzPts val="1200"/>
              <a:buChar char="●"/>
              <a:defRPr sz="1200">
                <a:solidFill>
                  <a:schemeClr val="lt2"/>
                </a:solidFill>
              </a:defRPr>
            </a:lvl4pPr>
            <a:lvl5pPr marL="2286000" lvl="4" indent="-304800" rtl="0">
              <a:spcBef>
                <a:spcPts val="0"/>
              </a:spcBef>
              <a:spcAft>
                <a:spcPts val="0"/>
              </a:spcAft>
              <a:buClr>
                <a:schemeClr val="lt2"/>
              </a:buClr>
              <a:buSzPts val="1200"/>
              <a:buChar char="○"/>
              <a:defRPr sz="1200">
                <a:solidFill>
                  <a:schemeClr val="lt2"/>
                </a:solidFill>
              </a:defRPr>
            </a:lvl5pPr>
            <a:lvl6pPr marL="2743200" lvl="5" indent="-304800" rtl="0">
              <a:spcBef>
                <a:spcPts val="0"/>
              </a:spcBef>
              <a:spcAft>
                <a:spcPts val="0"/>
              </a:spcAft>
              <a:buClr>
                <a:schemeClr val="lt2"/>
              </a:buClr>
              <a:buSzPts val="1200"/>
              <a:buChar char="■"/>
              <a:defRPr sz="1200">
                <a:solidFill>
                  <a:schemeClr val="lt2"/>
                </a:solidFill>
              </a:defRPr>
            </a:lvl6pPr>
            <a:lvl7pPr marL="3200400" lvl="6" indent="-304800" rtl="0">
              <a:spcBef>
                <a:spcPts val="0"/>
              </a:spcBef>
              <a:spcAft>
                <a:spcPts val="0"/>
              </a:spcAft>
              <a:buClr>
                <a:schemeClr val="lt2"/>
              </a:buClr>
              <a:buSzPts val="1200"/>
              <a:buChar char="●"/>
              <a:defRPr sz="1200">
                <a:solidFill>
                  <a:schemeClr val="lt2"/>
                </a:solidFill>
              </a:defRPr>
            </a:lvl7pPr>
            <a:lvl8pPr marL="3657600" lvl="7" indent="-304800" rtl="0">
              <a:spcBef>
                <a:spcPts val="0"/>
              </a:spcBef>
              <a:spcAft>
                <a:spcPts val="0"/>
              </a:spcAft>
              <a:buClr>
                <a:schemeClr val="lt2"/>
              </a:buClr>
              <a:buSzPts val="1200"/>
              <a:buChar char="○"/>
              <a:defRPr sz="1200">
                <a:solidFill>
                  <a:schemeClr val="lt2"/>
                </a:solidFill>
              </a:defRPr>
            </a:lvl8pPr>
            <a:lvl9pPr marL="4114800" lvl="8" indent="-304800" rtl="0">
              <a:spcBef>
                <a:spcPts val="0"/>
              </a:spcBef>
              <a:spcAft>
                <a:spcPts val="0"/>
              </a:spcAft>
              <a:buClr>
                <a:schemeClr val="lt2"/>
              </a:buClr>
              <a:buSzPts val="1200"/>
              <a:buChar char="■"/>
              <a:defRPr sz="1200">
                <a:solidFill>
                  <a:schemeClr val="lt2"/>
                </a:solidFill>
              </a:defRPr>
            </a:lvl9pPr>
          </a:lstStyle>
          <a:p>
            <a:endParaRPr/>
          </a:p>
        </p:txBody>
      </p:sp>
      <p:sp>
        <p:nvSpPr>
          <p:cNvPr id="809" name="Google Shape;809;p75"/>
          <p:cNvSpPr>
            <a:spLocks noGrp="1"/>
          </p:cNvSpPr>
          <p:nvPr>
            <p:ph type="pic" idx="4"/>
          </p:nvPr>
        </p:nvSpPr>
        <p:spPr>
          <a:xfrm>
            <a:off x="466515" y="2060371"/>
            <a:ext cx="783000" cy="712500"/>
          </a:xfrm>
          <a:prstGeom prst="roundRect">
            <a:avLst>
              <a:gd name="adj" fmla="val 16667"/>
            </a:avLst>
          </a:prstGeom>
          <a:noFill/>
          <a:ln>
            <a:noFill/>
          </a:ln>
        </p:spPr>
      </p:sp>
      <p:sp>
        <p:nvSpPr>
          <p:cNvPr id="810" name="Google Shape;810;p75"/>
          <p:cNvSpPr txBox="1">
            <a:spLocks noGrp="1"/>
          </p:cNvSpPr>
          <p:nvPr>
            <p:ph type="subTitle" idx="5"/>
          </p:nvPr>
        </p:nvSpPr>
        <p:spPr>
          <a:xfrm>
            <a:off x="1531021" y="2060371"/>
            <a:ext cx="7142700" cy="260400"/>
          </a:xfrm>
          <a:prstGeom prst="rect">
            <a:avLst/>
          </a:prstGeom>
        </p:spPr>
        <p:txBody>
          <a:bodyPr spcFirstLastPara="1" wrap="square" lIns="0" tIns="0" rIns="0" bIns="0" anchor="t" anchorCtr="0">
            <a:normAutofit/>
          </a:bodyPr>
          <a:lstStyle>
            <a:lvl1pPr lvl="0" rtl="0">
              <a:lnSpc>
                <a:spcPct val="100000"/>
              </a:lnSpc>
              <a:spcBef>
                <a:spcPts val="0"/>
              </a:spcBef>
              <a:spcAft>
                <a:spcPts val="0"/>
              </a:spcAft>
              <a:buSzPts val="1600"/>
              <a:buFont typeface="IBM Plex Sans Medium"/>
              <a:buNone/>
              <a:defRPr>
                <a:solidFill>
                  <a:schemeClr val="accent1"/>
                </a:solidFill>
                <a:latin typeface="IBM Plex Sans Medium"/>
                <a:ea typeface="IBM Plex Sans Medium"/>
                <a:cs typeface="IBM Plex Sans Medium"/>
                <a:sym typeface="IBM Plex Sans Medium"/>
              </a:defRPr>
            </a:lvl1pPr>
            <a:lvl2pPr lvl="1" rtl="0">
              <a:lnSpc>
                <a:spcPct val="100000"/>
              </a:lnSpc>
              <a:spcBef>
                <a:spcPts val="0"/>
              </a:spcBef>
              <a:spcAft>
                <a:spcPts val="0"/>
              </a:spcAft>
              <a:buSzPts val="1800"/>
              <a:buFont typeface="IBM Plex Sans Medium"/>
              <a:buNone/>
              <a:defRPr sz="1800">
                <a:latin typeface="IBM Plex Sans Medium"/>
                <a:ea typeface="IBM Plex Sans Medium"/>
                <a:cs typeface="IBM Plex Sans Medium"/>
                <a:sym typeface="IBM Plex Sans Medium"/>
              </a:defRPr>
            </a:lvl2pPr>
            <a:lvl3pPr lvl="2" rtl="0">
              <a:lnSpc>
                <a:spcPct val="100000"/>
              </a:lnSpc>
              <a:spcBef>
                <a:spcPts val="0"/>
              </a:spcBef>
              <a:spcAft>
                <a:spcPts val="0"/>
              </a:spcAft>
              <a:buSzPts val="1800"/>
              <a:buFont typeface="IBM Plex Sans Medium"/>
              <a:buNone/>
              <a:defRPr sz="1800">
                <a:latin typeface="IBM Plex Sans Medium"/>
                <a:ea typeface="IBM Plex Sans Medium"/>
                <a:cs typeface="IBM Plex Sans Medium"/>
                <a:sym typeface="IBM Plex Sans Medium"/>
              </a:defRPr>
            </a:lvl3pPr>
            <a:lvl4pPr lvl="3" rtl="0">
              <a:lnSpc>
                <a:spcPct val="100000"/>
              </a:lnSpc>
              <a:spcBef>
                <a:spcPts val="0"/>
              </a:spcBef>
              <a:spcAft>
                <a:spcPts val="0"/>
              </a:spcAft>
              <a:buSzPts val="1800"/>
              <a:buFont typeface="IBM Plex Sans Medium"/>
              <a:buNone/>
              <a:defRPr sz="1800">
                <a:latin typeface="IBM Plex Sans Medium"/>
                <a:ea typeface="IBM Plex Sans Medium"/>
                <a:cs typeface="IBM Plex Sans Medium"/>
                <a:sym typeface="IBM Plex Sans Medium"/>
              </a:defRPr>
            </a:lvl4pPr>
            <a:lvl5pPr lvl="4" rtl="0">
              <a:lnSpc>
                <a:spcPct val="100000"/>
              </a:lnSpc>
              <a:spcBef>
                <a:spcPts val="0"/>
              </a:spcBef>
              <a:spcAft>
                <a:spcPts val="0"/>
              </a:spcAft>
              <a:buSzPts val="1800"/>
              <a:buFont typeface="IBM Plex Sans Medium"/>
              <a:buNone/>
              <a:defRPr sz="1800">
                <a:latin typeface="IBM Plex Sans Medium"/>
                <a:ea typeface="IBM Plex Sans Medium"/>
                <a:cs typeface="IBM Plex Sans Medium"/>
                <a:sym typeface="IBM Plex Sans Medium"/>
              </a:defRPr>
            </a:lvl5pPr>
            <a:lvl6pPr lvl="5" rtl="0">
              <a:lnSpc>
                <a:spcPct val="100000"/>
              </a:lnSpc>
              <a:spcBef>
                <a:spcPts val="0"/>
              </a:spcBef>
              <a:spcAft>
                <a:spcPts val="0"/>
              </a:spcAft>
              <a:buSzPts val="1800"/>
              <a:buFont typeface="IBM Plex Sans Medium"/>
              <a:buNone/>
              <a:defRPr sz="1800">
                <a:latin typeface="IBM Plex Sans Medium"/>
                <a:ea typeface="IBM Plex Sans Medium"/>
                <a:cs typeface="IBM Plex Sans Medium"/>
                <a:sym typeface="IBM Plex Sans Medium"/>
              </a:defRPr>
            </a:lvl6pPr>
            <a:lvl7pPr lvl="6" rtl="0">
              <a:lnSpc>
                <a:spcPct val="100000"/>
              </a:lnSpc>
              <a:spcBef>
                <a:spcPts val="0"/>
              </a:spcBef>
              <a:spcAft>
                <a:spcPts val="0"/>
              </a:spcAft>
              <a:buSzPts val="1800"/>
              <a:buFont typeface="IBM Plex Sans Medium"/>
              <a:buNone/>
              <a:defRPr sz="1800">
                <a:latin typeface="IBM Plex Sans Medium"/>
                <a:ea typeface="IBM Plex Sans Medium"/>
                <a:cs typeface="IBM Plex Sans Medium"/>
                <a:sym typeface="IBM Plex Sans Medium"/>
              </a:defRPr>
            </a:lvl7pPr>
            <a:lvl8pPr lvl="7" rtl="0">
              <a:lnSpc>
                <a:spcPct val="100000"/>
              </a:lnSpc>
              <a:spcBef>
                <a:spcPts val="0"/>
              </a:spcBef>
              <a:spcAft>
                <a:spcPts val="0"/>
              </a:spcAft>
              <a:buSzPts val="1800"/>
              <a:buFont typeface="IBM Plex Sans Medium"/>
              <a:buNone/>
              <a:defRPr sz="1800">
                <a:latin typeface="IBM Plex Sans Medium"/>
                <a:ea typeface="IBM Plex Sans Medium"/>
                <a:cs typeface="IBM Plex Sans Medium"/>
                <a:sym typeface="IBM Plex Sans Medium"/>
              </a:defRPr>
            </a:lvl8pPr>
            <a:lvl9pPr lvl="8" rtl="0">
              <a:lnSpc>
                <a:spcPct val="100000"/>
              </a:lnSpc>
              <a:spcBef>
                <a:spcPts val="0"/>
              </a:spcBef>
              <a:spcAft>
                <a:spcPts val="0"/>
              </a:spcAft>
              <a:buSzPts val="1800"/>
              <a:buFont typeface="IBM Plex Sans Medium"/>
              <a:buNone/>
              <a:defRPr sz="1800">
                <a:latin typeface="IBM Plex Sans Medium"/>
                <a:ea typeface="IBM Plex Sans Medium"/>
                <a:cs typeface="IBM Plex Sans Medium"/>
                <a:sym typeface="IBM Plex Sans Medium"/>
              </a:defRPr>
            </a:lvl9pPr>
          </a:lstStyle>
          <a:p>
            <a:endParaRPr/>
          </a:p>
        </p:txBody>
      </p:sp>
      <p:sp>
        <p:nvSpPr>
          <p:cNvPr id="811" name="Google Shape;811;p75"/>
          <p:cNvSpPr txBox="1">
            <a:spLocks noGrp="1"/>
          </p:cNvSpPr>
          <p:nvPr>
            <p:ph type="body" idx="6"/>
          </p:nvPr>
        </p:nvSpPr>
        <p:spPr>
          <a:xfrm>
            <a:off x="1545097" y="2386095"/>
            <a:ext cx="7142700" cy="386700"/>
          </a:xfrm>
          <a:prstGeom prst="rect">
            <a:avLst/>
          </a:prstGeom>
        </p:spPr>
        <p:txBody>
          <a:bodyPr spcFirstLastPara="1" wrap="square" lIns="0" tIns="0" rIns="0" bIns="0" anchor="t" anchorCtr="0">
            <a:normAutofit/>
          </a:bodyPr>
          <a:lstStyle>
            <a:lvl1pPr marL="457200" lvl="0" indent="-304800" rtl="0">
              <a:spcBef>
                <a:spcPts val="0"/>
              </a:spcBef>
              <a:spcAft>
                <a:spcPts val="0"/>
              </a:spcAft>
              <a:buClr>
                <a:schemeClr val="lt2"/>
              </a:buClr>
              <a:buSzPts val="1200"/>
              <a:buChar char="■"/>
              <a:defRPr sz="1200">
                <a:solidFill>
                  <a:schemeClr val="lt2"/>
                </a:solidFill>
              </a:defRPr>
            </a:lvl1pPr>
            <a:lvl2pPr marL="914400" lvl="1" indent="-304800" rtl="0">
              <a:spcBef>
                <a:spcPts val="0"/>
              </a:spcBef>
              <a:spcAft>
                <a:spcPts val="0"/>
              </a:spcAft>
              <a:buClr>
                <a:schemeClr val="lt2"/>
              </a:buClr>
              <a:buSzPts val="1200"/>
              <a:buChar char="■"/>
              <a:defRPr sz="1200">
                <a:solidFill>
                  <a:schemeClr val="lt2"/>
                </a:solidFill>
              </a:defRPr>
            </a:lvl2pPr>
            <a:lvl3pPr marL="1371600" lvl="2" indent="-304800" rtl="0">
              <a:spcBef>
                <a:spcPts val="0"/>
              </a:spcBef>
              <a:spcAft>
                <a:spcPts val="0"/>
              </a:spcAft>
              <a:buClr>
                <a:schemeClr val="lt2"/>
              </a:buClr>
              <a:buSzPts val="1200"/>
              <a:buChar char="■"/>
              <a:defRPr sz="1200">
                <a:solidFill>
                  <a:schemeClr val="lt2"/>
                </a:solidFill>
              </a:defRPr>
            </a:lvl3pPr>
            <a:lvl4pPr marL="1828800" lvl="3" indent="-304800" rtl="0">
              <a:spcBef>
                <a:spcPts val="0"/>
              </a:spcBef>
              <a:spcAft>
                <a:spcPts val="0"/>
              </a:spcAft>
              <a:buClr>
                <a:schemeClr val="lt2"/>
              </a:buClr>
              <a:buSzPts val="1200"/>
              <a:buChar char="●"/>
              <a:defRPr sz="1200">
                <a:solidFill>
                  <a:schemeClr val="lt2"/>
                </a:solidFill>
              </a:defRPr>
            </a:lvl4pPr>
            <a:lvl5pPr marL="2286000" lvl="4" indent="-304800" rtl="0">
              <a:spcBef>
                <a:spcPts val="0"/>
              </a:spcBef>
              <a:spcAft>
                <a:spcPts val="0"/>
              </a:spcAft>
              <a:buClr>
                <a:schemeClr val="lt2"/>
              </a:buClr>
              <a:buSzPts val="1200"/>
              <a:buChar char="○"/>
              <a:defRPr sz="1200">
                <a:solidFill>
                  <a:schemeClr val="lt2"/>
                </a:solidFill>
              </a:defRPr>
            </a:lvl5pPr>
            <a:lvl6pPr marL="2743200" lvl="5" indent="-304800" rtl="0">
              <a:spcBef>
                <a:spcPts val="0"/>
              </a:spcBef>
              <a:spcAft>
                <a:spcPts val="0"/>
              </a:spcAft>
              <a:buClr>
                <a:schemeClr val="lt2"/>
              </a:buClr>
              <a:buSzPts val="1200"/>
              <a:buChar char="■"/>
              <a:defRPr sz="1200">
                <a:solidFill>
                  <a:schemeClr val="lt2"/>
                </a:solidFill>
              </a:defRPr>
            </a:lvl6pPr>
            <a:lvl7pPr marL="3200400" lvl="6" indent="-304800" rtl="0">
              <a:spcBef>
                <a:spcPts val="0"/>
              </a:spcBef>
              <a:spcAft>
                <a:spcPts val="0"/>
              </a:spcAft>
              <a:buClr>
                <a:schemeClr val="lt2"/>
              </a:buClr>
              <a:buSzPts val="1200"/>
              <a:buChar char="●"/>
              <a:defRPr sz="1200">
                <a:solidFill>
                  <a:schemeClr val="lt2"/>
                </a:solidFill>
              </a:defRPr>
            </a:lvl7pPr>
            <a:lvl8pPr marL="3657600" lvl="7" indent="-304800" rtl="0">
              <a:spcBef>
                <a:spcPts val="0"/>
              </a:spcBef>
              <a:spcAft>
                <a:spcPts val="0"/>
              </a:spcAft>
              <a:buClr>
                <a:schemeClr val="lt2"/>
              </a:buClr>
              <a:buSzPts val="1200"/>
              <a:buChar char="○"/>
              <a:defRPr sz="1200">
                <a:solidFill>
                  <a:schemeClr val="lt2"/>
                </a:solidFill>
              </a:defRPr>
            </a:lvl8pPr>
            <a:lvl9pPr marL="4114800" lvl="8" indent="-304800" rtl="0">
              <a:spcBef>
                <a:spcPts val="0"/>
              </a:spcBef>
              <a:spcAft>
                <a:spcPts val="0"/>
              </a:spcAft>
              <a:buClr>
                <a:schemeClr val="lt2"/>
              </a:buClr>
              <a:buSzPts val="1200"/>
              <a:buChar char="■"/>
              <a:defRPr sz="1200">
                <a:solidFill>
                  <a:schemeClr val="lt2"/>
                </a:solidFill>
              </a:defRPr>
            </a:lvl9pPr>
          </a:lstStyle>
          <a:p>
            <a:endParaRPr/>
          </a:p>
        </p:txBody>
      </p:sp>
      <p:sp>
        <p:nvSpPr>
          <p:cNvPr id="812" name="Google Shape;812;p75"/>
          <p:cNvSpPr>
            <a:spLocks noGrp="1"/>
          </p:cNvSpPr>
          <p:nvPr>
            <p:ph type="pic" idx="7"/>
          </p:nvPr>
        </p:nvSpPr>
        <p:spPr>
          <a:xfrm>
            <a:off x="466515" y="3092042"/>
            <a:ext cx="783000" cy="712500"/>
          </a:xfrm>
          <a:prstGeom prst="roundRect">
            <a:avLst>
              <a:gd name="adj" fmla="val 16667"/>
            </a:avLst>
          </a:prstGeom>
          <a:noFill/>
          <a:ln>
            <a:noFill/>
          </a:ln>
        </p:spPr>
      </p:sp>
      <p:sp>
        <p:nvSpPr>
          <p:cNvPr id="813" name="Google Shape;813;p75"/>
          <p:cNvSpPr txBox="1">
            <a:spLocks noGrp="1"/>
          </p:cNvSpPr>
          <p:nvPr>
            <p:ph type="subTitle" idx="8"/>
          </p:nvPr>
        </p:nvSpPr>
        <p:spPr>
          <a:xfrm>
            <a:off x="1531021" y="3092042"/>
            <a:ext cx="7142700" cy="260400"/>
          </a:xfrm>
          <a:prstGeom prst="rect">
            <a:avLst/>
          </a:prstGeom>
        </p:spPr>
        <p:txBody>
          <a:bodyPr spcFirstLastPara="1" wrap="square" lIns="0" tIns="0" rIns="0" bIns="0" anchor="t" anchorCtr="0">
            <a:normAutofit/>
          </a:bodyPr>
          <a:lstStyle>
            <a:lvl1pPr lvl="0" rtl="0">
              <a:lnSpc>
                <a:spcPct val="100000"/>
              </a:lnSpc>
              <a:spcBef>
                <a:spcPts val="0"/>
              </a:spcBef>
              <a:spcAft>
                <a:spcPts val="0"/>
              </a:spcAft>
              <a:buSzPts val="1600"/>
              <a:buFont typeface="IBM Plex Sans Medium"/>
              <a:buNone/>
              <a:defRPr>
                <a:solidFill>
                  <a:schemeClr val="accent1"/>
                </a:solidFill>
                <a:latin typeface="IBM Plex Sans Medium"/>
                <a:ea typeface="IBM Plex Sans Medium"/>
                <a:cs typeface="IBM Plex Sans Medium"/>
                <a:sym typeface="IBM Plex Sans Medium"/>
              </a:defRPr>
            </a:lvl1pPr>
            <a:lvl2pPr lvl="1" rtl="0">
              <a:lnSpc>
                <a:spcPct val="100000"/>
              </a:lnSpc>
              <a:spcBef>
                <a:spcPts val="0"/>
              </a:spcBef>
              <a:spcAft>
                <a:spcPts val="0"/>
              </a:spcAft>
              <a:buSzPts val="1800"/>
              <a:buFont typeface="IBM Plex Sans Medium"/>
              <a:buNone/>
              <a:defRPr sz="1800">
                <a:latin typeface="IBM Plex Sans Medium"/>
                <a:ea typeface="IBM Plex Sans Medium"/>
                <a:cs typeface="IBM Plex Sans Medium"/>
                <a:sym typeface="IBM Plex Sans Medium"/>
              </a:defRPr>
            </a:lvl2pPr>
            <a:lvl3pPr lvl="2" rtl="0">
              <a:lnSpc>
                <a:spcPct val="100000"/>
              </a:lnSpc>
              <a:spcBef>
                <a:spcPts val="0"/>
              </a:spcBef>
              <a:spcAft>
                <a:spcPts val="0"/>
              </a:spcAft>
              <a:buSzPts val="1800"/>
              <a:buFont typeface="IBM Plex Sans Medium"/>
              <a:buNone/>
              <a:defRPr sz="1800">
                <a:latin typeface="IBM Plex Sans Medium"/>
                <a:ea typeface="IBM Plex Sans Medium"/>
                <a:cs typeface="IBM Plex Sans Medium"/>
                <a:sym typeface="IBM Plex Sans Medium"/>
              </a:defRPr>
            </a:lvl3pPr>
            <a:lvl4pPr lvl="3" rtl="0">
              <a:lnSpc>
                <a:spcPct val="100000"/>
              </a:lnSpc>
              <a:spcBef>
                <a:spcPts val="0"/>
              </a:spcBef>
              <a:spcAft>
                <a:spcPts val="0"/>
              </a:spcAft>
              <a:buSzPts val="1800"/>
              <a:buFont typeface="IBM Plex Sans Medium"/>
              <a:buNone/>
              <a:defRPr sz="1800">
                <a:latin typeface="IBM Plex Sans Medium"/>
                <a:ea typeface="IBM Plex Sans Medium"/>
                <a:cs typeface="IBM Plex Sans Medium"/>
                <a:sym typeface="IBM Plex Sans Medium"/>
              </a:defRPr>
            </a:lvl4pPr>
            <a:lvl5pPr lvl="4" rtl="0">
              <a:lnSpc>
                <a:spcPct val="100000"/>
              </a:lnSpc>
              <a:spcBef>
                <a:spcPts val="0"/>
              </a:spcBef>
              <a:spcAft>
                <a:spcPts val="0"/>
              </a:spcAft>
              <a:buSzPts val="1800"/>
              <a:buFont typeface="IBM Plex Sans Medium"/>
              <a:buNone/>
              <a:defRPr sz="1800">
                <a:latin typeface="IBM Plex Sans Medium"/>
                <a:ea typeface="IBM Plex Sans Medium"/>
                <a:cs typeface="IBM Plex Sans Medium"/>
                <a:sym typeface="IBM Plex Sans Medium"/>
              </a:defRPr>
            </a:lvl5pPr>
            <a:lvl6pPr lvl="5" rtl="0">
              <a:lnSpc>
                <a:spcPct val="100000"/>
              </a:lnSpc>
              <a:spcBef>
                <a:spcPts val="0"/>
              </a:spcBef>
              <a:spcAft>
                <a:spcPts val="0"/>
              </a:spcAft>
              <a:buSzPts val="1800"/>
              <a:buFont typeface="IBM Plex Sans Medium"/>
              <a:buNone/>
              <a:defRPr sz="1800">
                <a:latin typeface="IBM Plex Sans Medium"/>
                <a:ea typeface="IBM Plex Sans Medium"/>
                <a:cs typeface="IBM Plex Sans Medium"/>
                <a:sym typeface="IBM Plex Sans Medium"/>
              </a:defRPr>
            </a:lvl6pPr>
            <a:lvl7pPr lvl="6" rtl="0">
              <a:lnSpc>
                <a:spcPct val="100000"/>
              </a:lnSpc>
              <a:spcBef>
                <a:spcPts val="0"/>
              </a:spcBef>
              <a:spcAft>
                <a:spcPts val="0"/>
              </a:spcAft>
              <a:buSzPts val="1800"/>
              <a:buFont typeface="IBM Plex Sans Medium"/>
              <a:buNone/>
              <a:defRPr sz="1800">
                <a:latin typeface="IBM Plex Sans Medium"/>
                <a:ea typeface="IBM Plex Sans Medium"/>
                <a:cs typeface="IBM Plex Sans Medium"/>
                <a:sym typeface="IBM Plex Sans Medium"/>
              </a:defRPr>
            </a:lvl7pPr>
            <a:lvl8pPr lvl="7" rtl="0">
              <a:lnSpc>
                <a:spcPct val="100000"/>
              </a:lnSpc>
              <a:spcBef>
                <a:spcPts val="0"/>
              </a:spcBef>
              <a:spcAft>
                <a:spcPts val="0"/>
              </a:spcAft>
              <a:buSzPts val="1800"/>
              <a:buFont typeface="IBM Plex Sans Medium"/>
              <a:buNone/>
              <a:defRPr sz="1800">
                <a:latin typeface="IBM Plex Sans Medium"/>
                <a:ea typeface="IBM Plex Sans Medium"/>
                <a:cs typeface="IBM Plex Sans Medium"/>
                <a:sym typeface="IBM Plex Sans Medium"/>
              </a:defRPr>
            </a:lvl8pPr>
            <a:lvl9pPr lvl="8" rtl="0">
              <a:lnSpc>
                <a:spcPct val="100000"/>
              </a:lnSpc>
              <a:spcBef>
                <a:spcPts val="0"/>
              </a:spcBef>
              <a:spcAft>
                <a:spcPts val="0"/>
              </a:spcAft>
              <a:buSzPts val="1800"/>
              <a:buFont typeface="IBM Plex Sans Medium"/>
              <a:buNone/>
              <a:defRPr sz="1800">
                <a:latin typeface="IBM Plex Sans Medium"/>
                <a:ea typeface="IBM Plex Sans Medium"/>
                <a:cs typeface="IBM Plex Sans Medium"/>
                <a:sym typeface="IBM Plex Sans Medium"/>
              </a:defRPr>
            </a:lvl9pPr>
          </a:lstStyle>
          <a:p>
            <a:endParaRPr/>
          </a:p>
        </p:txBody>
      </p:sp>
      <p:sp>
        <p:nvSpPr>
          <p:cNvPr id="814" name="Google Shape;814;p75"/>
          <p:cNvSpPr txBox="1">
            <a:spLocks noGrp="1"/>
          </p:cNvSpPr>
          <p:nvPr>
            <p:ph type="body" idx="9"/>
          </p:nvPr>
        </p:nvSpPr>
        <p:spPr>
          <a:xfrm>
            <a:off x="1545097" y="3417766"/>
            <a:ext cx="7142700" cy="386700"/>
          </a:xfrm>
          <a:prstGeom prst="rect">
            <a:avLst/>
          </a:prstGeom>
        </p:spPr>
        <p:txBody>
          <a:bodyPr spcFirstLastPara="1" wrap="square" lIns="0" tIns="0" rIns="0" bIns="0" anchor="t" anchorCtr="0">
            <a:normAutofit/>
          </a:bodyPr>
          <a:lstStyle>
            <a:lvl1pPr marL="457200" lvl="0" indent="-304800" rtl="0">
              <a:spcBef>
                <a:spcPts val="0"/>
              </a:spcBef>
              <a:spcAft>
                <a:spcPts val="0"/>
              </a:spcAft>
              <a:buClr>
                <a:schemeClr val="lt2"/>
              </a:buClr>
              <a:buSzPts val="1200"/>
              <a:buChar char="■"/>
              <a:defRPr sz="1200">
                <a:solidFill>
                  <a:schemeClr val="lt2"/>
                </a:solidFill>
              </a:defRPr>
            </a:lvl1pPr>
            <a:lvl2pPr marL="914400" lvl="1" indent="-304800" rtl="0">
              <a:spcBef>
                <a:spcPts val="0"/>
              </a:spcBef>
              <a:spcAft>
                <a:spcPts val="0"/>
              </a:spcAft>
              <a:buClr>
                <a:schemeClr val="lt2"/>
              </a:buClr>
              <a:buSzPts val="1200"/>
              <a:buChar char="■"/>
              <a:defRPr sz="1200">
                <a:solidFill>
                  <a:schemeClr val="lt2"/>
                </a:solidFill>
              </a:defRPr>
            </a:lvl2pPr>
            <a:lvl3pPr marL="1371600" lvl="2" indent="-304800" rtl="0">
              <a:spcBef>
                <a:spcPts val="0"/>
              </a:spcBef>
              <a:spcAft>
                <a:spcPts val="0"/>
              </a:spcAft>
              <a:buClr>
                <a:schemeClr val="lt2"/>
              </a:buClr>
              <a:buSzPts val="1200"/>
              <a:buChar char="■"/>
              <a:defRPr sz="1200">
                <a:solidFill>
                  <a:schemeClr val="lt2"/>
                </a:solidFill>
              </a:defRPr>
            </a:lvl3pPr>
            <a:lvl4pPr marL="1828800" lvl="3" indent="-304800" rtl="0">
              <a:spcBef>
                <a:spcPts val="0"/>
              </a:spcBef>
              <a:spcAft>
                <a:spcPts val="0"/>
              </a:spcAft>
              <a:buClr>
                <a:schemeClr val="lt2"/>
              </a:buClr>
              <a:buSzPts val="1200"/>
              <a:buChar char="●"/>
              <a:defRPr sz="1200">
                <a:solidFill>
                  <a:schemeClr val="lt2"/>
                </a:solidFill>
              </a:defRPr>
            </a:lvl4pPr>
            <a:lvl5pPr marL="2286000" lvl="4" indent="-304800" rtl="0">
              <a:spcBef>
                <a:spcPts val="0"/>
              </a:spcBef>
              <a:spcAft>
                <a:spcPts val="0"/>
              </a:spcAft>
              <a:buClr>
                <a:schemeClr val="lt2"/>
              </a:buClr>
              <a:buSzPts val="1200"/>
              <a:buChar char="○"/>
              <a:defRPr sz="1200">
                <a:solidFill>
                  <a:schemeClr val="lt2"/>
                </a:solidFill>
              </a:defRPr>
            </a:lvl5pPr>
            <a:lvl6pPr marL="2743200" lvl="5" indent="-304800" rtl="0">
              <a:spcBef>
                <a:spcPts val="0"/>
              </a:spcBef>
              <a:spcAft>
                <a:spcPts val="0"/>
              </a:spcAft>
              <a:buClr>
                <a:schemeClr val="lt2"/>
              </a:buClr>
              <a:buSzPts val="1200"/>
              <a:buChar char="■"/>
              <a:defRPr sz="1200">
                <a:solidFill>
                  <a:schemeClr val="lt2"/>
                </a:solidFill>
              </a:defRPr>
            </a:lvl6pPr>
            <a:lvl7pPr marL="3200400" lvl="6" indent="-304800" rtl="0">
              <a:spcBef>
                <a:spcPts val="0"/>
              </a:spcBef>
              <a:spcAft>
                <a:spcPts val="0"/>
              </a:spcAft>
              <a:buClr>
                <a:schemeClr val="lt2"/>
              </a:buClr>
              <a:buSzPts val="1200"/>
              <a:buChar char="●"/>
              <a:defRPr sz="1200">
                <a:solidFill>
                  <a:schemeClr val="lt2"/>
                </a:solidFill>
              </a:defRPr>
            </a:lvl7pPr>
            <a:lvl8pPr marL="3657600" lvl="7" indent="-304800" rtl="0">
              <a:spcBef>
                <a:spcPts val="0"/>
              </a:spcBef>
              <a:spcAft>
                <a:spcPts val="0"/>
              </a:spcAft>
              <a:buClr>
                <a:schemeClr val="lt2"/>
              </a:buClr>
              <a:buSzPts val="1200"/>
              <a:buChar char="○"/>
              <a:defRPr sz="1200">
                <a:solidFill>
                  <a:schemeClr val="lt2"/>
                </a:solidFill>
              </a:defRPr>
            </a:lvl8pPr>
            <a:lvl9pPr marL="4114800" lvl="8" indent="-304800" rtl="0">
              <a:spcBef>
                <a:spcPts val="0"/>
              </a:spcBef>
              <a:spcAft>
                <a:spcPts val="0"/>
              </a:spcAft>
              <a:buClr>
                <a:schemeClr val="lt2"/>
              </a:buClr>
              <a:buSzPts val="1200"/>
              <a:buChar char="■"/>
              <a:defRPr sz="1200">
                <a:solidFill>
                  <a:schemeClr val="lt2"/>
                </a:solidFill>
              </a:defRPr>
            </a:lvl9pPr>
          </a:lstStyle>
          <a:p>
            <a:endParaRPr/>
          </a:p>
        </p:txBody>
      </p:sp>
      <p:cxnSp>
        <p:nvCxnSpPr>
          <p:cNvPr id="815" name="Google Shape;815;p75"/>
          <p:cNvCxnSpPr/>
          <p:nvPr/>
        </p:nvCxnSpPr>
        <p:spPr>
          <a:xfrm>
            <a:off x="458100" y="1907233"/>
            <a:ext cx="8229000" cy="0"/>
          </a:xfrm>
          <a:prstGeom prst="straightConnector1">
            <a:avLst/>
          </a:prstGeom>
          <a:noFill/>
          <a:ln w="9525" cap="flat" cmpd="sng">
            <a:solidFill>
              <a:schemeClr val="lt2"/>
            </a:solidFill>
            <a:prstDash val="dash"/>
            <a:round/>
            <a:headEnd type="none" w="med" len="med"/>
            <a:tailEnd type="none" w="med" len="med"/>
          </a:ln>
        </p:spPr>
      </p:cxnSp>
      <p:cxnSp>
        <p:nvCxnSpPr>
          <p:cNvPr id="816" name="Google Shape;816;p75"/>
          <p:cNvCxnSpPr/>
          <p:nvPr/>
        </p:nvCxnSpPr>
        <p:spPr>
          <a:xfrm>
            <a:off x="458100" y="2933820"/>
            <a:ext cx="8229000" cy="0"/>
          </a:xfrm>
          <a:prstGeom prst="straightConnector1">
            <a:avLst/>
          </a:prstGeom>
          <a:noFill/>
          <a:ln w="9525" cap="flat" cmpd="sng">
            <a:solidFill>
              <a:schemeClr val="lt2"/>
            </a:solidFill>
            <a:prstDash val="dash"/>
            <a:round/>
            <a:headEnd type="none" w="med" len="med"/>
            <a:tailEnd type="none" w="med" len="med"/>
          </a:ln>
        </p:spPr>
      </p:cxnSp>
      <p:sp>
        <p:nvSpPr>
          <p:cNvPr id="817" name="Google Shape;817;p75"/>
          <p:cNvSpPr>
            <a:spLocks noGrp="1"/>
          </p:cNvSpPr>
          <p:nvPr>
            <p:ph type="pic" idx="13"/>
          </p:nvPr>
        </p:nvSpPr>
        <p:spPr>
          <a:xfrm>
            <a:off x="466515" y="4102050"/>
            <a:ext cx="783000" cy="712500"/>
          </a:xfrm>
          <a:prstGeom prst="roundRect">
            <a:avLst>
              <a:gd name="adj" fmla="val 16667"/>
            </a:avLst>
          </a:prstGeom>
          <a:noFill/>
          <a:ln>
            <a:noFill/>
          </a:ln>
        </p:spPr>
      </p:sp>
      <p:sp>
        <p:nvSpPr>
          <p:cNvPr id="818" name="Google Shape;818;p75"/>
          <p:cNvSpPr txBox="1">
            <a:spLocks noGrp="1"/>
          </p:cNvSpPr>
          <p:nvPr>
            <p:ph type="subTitle" idx="14"/>
          </p:nvPr>
        </p:nvSpPr>
        <p:spPr>
          <a:xfrm>
            <a:off x="1531021" y="4102050"/>
            <a:ext cx="7142700" cy="260400"/>
          </a:xfrm>
          <a:prstGeom prst="rect">
            <a:avLst/>
          </a:prstGeom>
        </p:spPr>
        <p:txBody>
          <a:bodyPr spcFirstLastPara="1" wrap="square" lIns="0" tIns="0" rIns="0" bIns="0" anchor="t" anchorCtr="0">
            <a:normAutofit/>
          </a:bodyPr>
          <a:lstStyle>
            <a:lvl1pPr lvl="0" rtl="0">
              <a:lnSpc>
                <a:spcPct val="100000"/>
              </a:lnSpc>
              <a:spcBef>
                <a:spcPts val="0"/>
              </a:spcBef>
              <a:spcAft>
                <a:spcPts val="0"/>
              </a:spcAft>
              <a:buSzPts val="1600"/>
              <a:buFont typeface="IBM Plex Sans Medium"/>
              <a:buNone/>
              <a:defRPr>
                <a:solidFill>
                  <a:schemeClr val="accent1"/>
                </a:solidFill>
                <a:latin typeface="IBM Plex Sans Medium"/>
                <a:ea typeface="IBM Plex Sans Medium"/>
                <a:cs typeface="IBM Plex Sans Medium"/>
                <a:sym typeface="IBM Plex Sans Medium"/>
              </a:defRPr>
            </a:lvl1pPr>
            <a:lvl2pPr lvl="1" rtl="0">
              <a:lnSpc>
                <a:spcPct val="100000"/>
              </a:lnSpc>
              <a:spcBef>
                <a:spcPts val="0"/>
              </a:spcBef>
              <a:spcAft>
                <a:spcPts val="0"/>
              </a:spcAft>
              <a:buSzPts val="1800"/>
              <a:buFont typeface="IBM Plex Sans Medium"/>
              <a:buNone/>
              <a:defRPr sz="1800">
                <a:latin typeface="IBM Plex Sans Medium"/>
                <a:ea typeface="IBM Plex Sans Medium"/>
                <a:cs typeface="IBM Plex Sans Medium"/>
                <a:sym typeface="IBM Plex Sans Medium"/>
              </a:defRPr>
            </a:lvl2pPr>
            <a:lvl3pPr lvl="2" rtl="0">
              <a:lnSpc>
                <a:spcPct val="100000"/>
              </a:lnSpc>
              <a:spcBef>
                <a:spcPts val="0"/>
              </a:spcBef>
              <a:spcAft>
                <a:spcPts val="0"/>
              </a:spcAft>
              <a:buSzPts val="1800"/>
              <a:buFont typeface="IBM Plex Sans Medium"/>
              <a:buNone/>
              <a:defRPr sz="1800">
                <a:latin typeface="IBM Plex Sans Medium"/>
                <a:ea typeface="IBM Plex Sans Medium"/>
                <a:cs typeface="IBM Plex Sans Medium"/>
                <a:sym typeface="IBM Plex Sans Medium"/>
              </a:defRPr>
            </a:lvl3pPr>
            <a:lvl4pPr lvl="3" rtl="0">
              <a:lnSpc>
                <a:spcPct val="100000"/>
              </a:lnSpc>
              <a:spcBef>
                <a:spcPts val="0"/>
              </a:spcBef>
              <a:spcAft>
                <a:spcPts val="0"/>
              </a:spcAft>
              <a:buSzPts val="1800"/>
              <a:buFont typeface="IBM Plex Sans Medium"/>
              <a:buNone/>
              <a:defRPr sz="1800">
                <a:latin typeface="IBM Plex Sans Medium"/>
                <a:ea typeface="IBM Plex Sans Medium"/>
                <a:cs typeface="IBM Plex Sans Medium"/>
                <a:sym typeface="IBM Plex Sans Medium"/>
              </a:defRPr>
            </a:lvl4pPr>
            <a:lvl5pPr lvl="4" rtl="0">
              <a:lnSpc>
                <a:spcPct val="100000"/>
              </a:lnSpc>
              <a:spcBef>
                <a:spcPts val="0"/>
              </a:spcBef>
              <a:spcAft>
                <a:spcPts val="0"/>
              </a:spcAft>
              <a:buSzPts val="1800"/>
              <a:buFont typeface="IBM Plex Sans Medium"/>
              <a:buNone/>
              <a:defRPr sz="1800">
                <a:latin typeface="IBM Plex Sans Medium"/>
                <a:ea typeface="IBM Plex Sans Medium"/>
                <a:cs typeface="IBM Plex Sans Medium"/>
                <a:sym typeface="IBM Plex Sans Medium"/>
              </a:defRPr>
            </a:lvl5pPr>
            <a:lvl6pPr lvl="5" rtl="0">
              <a:lnSpc>
                <a:spcPct val="100000"/>
              </a:lnSpc>
              <a:spcBef>
                <a:spcPts val="0"/>
              </a:spcBef>
              <a:spcAft>
                <a:spcPts val="0"/>
              </a:spcAft>
              <a:buSzPts val="1800"/>
              <a:buFont typeface="IBM Plex Sans Medium"/>
              <a:buNone/>
              <a:defRPr sz="1800">
                <a:latin typeface="IBM Plex Sans Medium"/>
                <a:ea typeface="IBM Plex Sans Medium"/>
                <a:cs typeface="IBM Plex Sans Medium"/>
                <a:sym typeface="IBM Plex Sans Medium"/>
              </a:defRPr>
            </a:lvl6pPr>
            <a:lvl7pPr lvl="6" rtl="0">
              <a:lnSpc>
                <a:spcPct val="100000"/>
              </a:lnSpc>
              <a:spcBef>
                <a:spcPts val="0"/>
              </a:spcBef>
              <a:spcAft>
                <a:spcPts val="0"/>
              </a:spcAft>
              <a:buSzPts val="1800"/>
              <a:buFont typeface="IBM Plex Sans Medium"/>
              <a:buNone/>
              <a:defRPr sz="1800">
                <a:latin typeface="IBM Plex Sans Medium"/>
                <a:ea typeface="IBM Plex Sans Medium"/>
                <a:cs typeface="IBM Plex Sans Medium"/>
                <a:sym typeface="IBM Plex Sans Medium"/>
              </a:defRPr>
            </a:lvl7pPr>
            <a:lvl8pPr lvl="7" rtl="0">
              <a:lnSpc>
                <a:spcPct val="100000"/>
              </a:lnSpc>
              <a:spcBef>
                <a:spcPts val="0"/>
              </a:spcBef>
              <a:spcAft>
                <a:spcPts val="0"/>
              </a:spcAft>
              <a:buSzPts val="1800"/>
              <a:buFont typeface="IBM Plex Sans Medium"/>
              <a:buNone/>
              <a:defRPr sz="1800">
                <a:latin typeface="IBM Plex Sans Medium"/>
                <a:ea typeface="IBM Plex Sans Medium"/>
                <a:cs typeface="IBM Plex Sans Medium"/>
                <a:sym typeface="IBM Plex Sans Medium"/>
              </a:defRPr>
            </a:lvl8pPr>
            <a:lvl9pPr lvl="8" rtl="0">
              <a:lnSpc>
                <a:spcPct val="100000"/>
              </a:lnSpc>
              <a:spcBef>
                <a:spcPts val="0"/>
              </a:spcBef>
              <a:spcAft>
                <a:spcPts val="0"/>
              </a:spcAft>
              <a:buSzPts val="1800"/>
              <a:buFont typeface="IBM Plex Sans Medium"/>
              <a:buNone/>
              <a:defRPr sz="1800">
                <a:latin typeface="IBM Plex Sans Medium"/>
                <a:ea typeface="IBM Plex Sans Medium"/>
                <a:cs typeface="IBM Plex Sans Medium"/>
                <a:sym typeface="IBM Plex Sans Medium"/>
              </a:defRPr>
            </a:lvl9pPr>
          </a:lstStyle>
          <a:p>
            <a:endParaRPr/>
          </a:p>
        </p:txBody>
      </p:sp>
      <p:sp>
        <p:nvSpPr>
          <p:cNvPr id="819" name="Google Shape;819;p75"/>
          <p:cNvSpPr txBox="1">
            <a:spLocks noGrp="1"/>
          </p:cNvSpPr>
          <p:nvPr>
            <p:ph type="body" idx="15"/>
          </p:nvPr>
        </p:nvSpPr>
        <p:spPr>
          <a:xfrm>
            <a:off x="1531475" y="4438650"/>
            <a:ext cx="7141800" cy="386700"/>
          </a:xfrm>
          <a:prstGeom prst="rect">
            <a:avLst/>
          </a:prstGeom>
        </p:spPr>
        <p:txBody>
          <a:bodyPr spcFirstLastPara="1" wrap="square" lIns="0" tIns="0" rIns="0" bIns="0" anchor="t" anchorCtr="0">
            <a:normAutofit/>
          </a:bodyPr>
          <a:lstStyle>
            <a:lvl1pPr marL="457200" lvl="0" indent="-304800" rtl="0">
              <a:spcBef>
                <a:spcPts val="0"/>
              </a:spcBef>
              <a:spcAft>
                <a:spcPts val="0"/>
              </a:spcAft>
              <a:buClr>
                <a:schemeClr val="lt2"/>
              </a:buClr>
              <a:buSzPts val="1200"/>
              <a:buChar char="■"/>
              <a:defRPr sz="1200">
                <a:solidFill>
                  <a:schemeClr val="lt2"/>
                </a:solidFill>
              </a:defRPr>
            </a:lvl1pPr>
            <a:lvl2pPr marL="914400" lvl="1" indent="-304800" rtl="0">
              <a:spcBef>
                <a:spcPts val="0"/>
              </a:spcBef>
              <a:spcAft>
                <a:spcPts val="0"/>
              </a:spcAft>
              <a:buClr>
                <a:schemeClr val="lt2"/>
              </a:buClr>
              <a:buSzPts val="1200"/>
              <a:buChar char="■"/>
              <a:defRPr sz="1200">
                <a:solidFill>
                  <a:schemeClr val="lt2"/>
                </a:solidFill>
              </a:defRPr>
            </a:lvl2pPr>
            <a:lvl3pPr marL="1371600" lvl="2" indent="-304800" rtl="0">
              <a:spcBef>
                <a:spcPts val="0"/>
              </a:spcBef>
              <a:spcAft>
                <a:spcPts val="0"/>
              </a:spcAft>
              <a:buClr>
                <a:schemeClr val="lt2"/>
              </a:buClr>
              <a:buSzPts val="1200"/>
              <a:buChar char="■"/>
              <a:defRPr sz="1200">
                <a:solidFill>
                  <a:schemeClr val="lt2"/>
                </a:solidFill>
              </a:defRPr>
            </a:lvl3pPr>
            <a:lvl4pPr marL="1828800" lvl="3" indent="-304800" rtl="0">
              <a:spcBef>
                <a:spcPts val="0"/>
              </a:spcBef>
              <a:spcAft>
                <a:spcPts val="0"/>
              </a:spcAft>
              <a:buClr>
                <a:schemeClr val="lt2"/>
              </a:buClr>
              <a:buSzPts val="1200"/>
              <a:buChar char="●"/>
              <a:defRPr sz="1200">
                <a:solidFill>
                  <a:schemeClr val="lt2"/>
                </a:solidFill>
              </a:defRPr>
            </a:lvl4pPr>
            <a:lvl5pPr marL="2286000" lvl="4" indent="-304800" rtl="0">
              <a:spcBef>
                <a:spcPts val="0"/>
              </a:spcBef>
              <a:spcAft>
                <a:spcPts val="0"/>
              </a:spcAft>
              <a:buClr>
                <a:schemeClr val="lt2"/>
              </a:buClr>
              <a:buSzPts val="1200"/>
              <a:buChar char="○"/>
              <a:defRPr sz="1200">
                <a:solidFill>
                  <a:schemeClr val="lt2"/>
                </a:solidFill>
              </a:defRPr>
            </a:lvl5pPr>
            <a:lvl6pPr marL="2743200" lvl="5" indent="-304800" rtl="0">
              <a:spcBef>
                <a:spcPts val="0"/>
              </a:spcBef>
              <a:spcAft>
                <a:spcPts val="0"/>
              </a:spcAft>
              <a:buClr>
                <a:schemeClr val="lt2"/>
              </a:buClr>
              <a:buSzPts val="1200"/>
              <a:buChar char="■"/>
              <a:defRPr sz="1200">
                <a:solidFill>
                  <a:schemeClr val="lt2"/>
                </a:solidFill>
              </a:defRPr>
            </a:lvl6pPr>
            <a:lvl7pPr marL="3200400" lvl="6" indent="-304800" rtl="0">
              <a:spcBef>
                <a:spcPts val="0"/>
              </a:spcBef>
              <a:spcAft>
                <a:spcPts val="0"/>
              </a:spcAft>
              <a:buClr>
                <a:schemeClr val="lt2"/>
              </a:buClr>
              <a:buSzPts val="1200"/>
              <a:buChar char="●"/>
              <a:defRPr sz="1200">
                <a:solidFill>
                  <a:schemeClr val="lt2"/>
                </a:solidFill>
              </a:defRPr>
            </a:lvl7pPr>
            <a:lvl8pPr marL="3657600" lvl="7" indent="-304800" rtl="0">
              <a:spcBef>
                <a:spcPts val="0"/>
              </a:spcBef>
              <a:spcAft>
                <a:spcPts val="0"/>
              </a:spcAft>
              <a:buClr>
                <a:schemeClr val="lt2"/>
              </a:buClr>
              <a:buSzPts val="1200"/>
              <a:buChar char="○"/>
              <a:defRPr sz="1200">
                <a:solidFill>
                  <a:schemeClr val="lt2"/>
                </a:solidFill>
              </a:defRPr>
            </a:lvl8pPr>
            <a:lvl9pPr marL="4114800" lvl="8" indent="-304800" rtl="0">
              <a:spcBef>
                <a:spcPts val="0"/>
              </a:spcBef>
              <a:spcAft>
                <a:spcPts val="0"/>
              </a:spcAft>
              <a:buClr>
                <a:schemeClr val="lt2"/>
              </a:buClr>
              <a:buSzPts val="1200"/>
              <a:buChar char="■"/>
              <a:defRPr sz="1200">
                <a:solidFill>
                  <a:schemeClr val="lt2"/>
                </a:solidFill>
              </a:defRPr>
            </a:lvl9pPr>
          </a:lstStyle>
          <a:p>
            <a:endParaRPr/>
          </a:p>
        </p:txBody>
      </p:sp>
      <p:cxnSp>
        <p:nvCxnSpPr>
          <p:cNvPr id="820" name="Google Shape;820;p75"/>
          <p:cNvCxnSpPr/>
          <p:nvPr/>
        </p:nvCxnSpPr>
        <p:spPr>
          <a:xfrm>
            <a:off x="458100" y="3943828"/>
            <a:ext cx="8229000" cy="0"/>
          </a:xfrm>
          <a:prstGeom prst="straightConnector1">
            <a:avLst/>
          </a:prstGeom>
          <a:noFill/>
          <a:ln w="9525" cap="flat" cmpd="sng">
            <a:solidFill>
              <a:schemeClr val="lt2"/>
            </a:solidFill>
            <a:prstDash val="dash"/>
            <a:round/>
            <a:headEnd type="none" w="med" len="med"/>
            <a:tailEnd type="none" w="med" len="med"/>
          </a:ln>
        </p:spPr>
      </p:cxnSp>
    </p:spTree>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matchingName="4 Topics - 2">
  <p:cSld name="TITLE_ONLY_1_7_1">
    <p:bg>
      <p:bgPr>
        <a:solidFill>
          <a:schemeClr val="lt2"/>
        </a:solidFill>
        <a:effectLst/>
      </p:bgPr>
    </p:bg>
    <p:spTree>
      <p:nvGrpSpPr>
        <p:cNvPr id="1" name="Shape 821"/>
        <p:cNvGrpSpPr/>
        <p:nvPr/>
      </p:nvGrpSpPr>
      <p:grpSpPr>
        <a:xfrm>
          <a:off x="0" y="0"/>
          <a:ext cx="0" cy="0"/>
          <a:chOff x="0" y="0"/>
          <a:chExt cx="0" cy="0"/>
        </a:xfrm>
      </p:grpSpPr>
      <p:sp>
        <p:nvSpPr>
          <p:cNvPr id="822" name="Google Shape;822;p76"/>
          <p:cNvSpPr txBox="1">
            <a:spLocks noGrp="1"/>
          </p:cNvSpPr>
          <p:nvPr>
            <p:ph type="title"/>
          </p:nvPr>
        </p:nvSpPr>
        <p:spPr>
          <a:xfrm>
            <a:off x="457200" y="114300"/>
            <a:ext cx="8229600" cy="903300"/>
          </a:xfrm>
          <a:prstGeom prst="rect">
            <a:avLst/>
          </a:prstGeom>
        </p:spPr>
        <p:txBody>
          <a:bodyPr spcFirstLastPara="1" wrap="square" lIns="0" tIns="0" rIns="0" bIns="0" anchor="t" anchorCtr="0">
            <a:normAutofit/>
          </a:bodyPr>
          <a:lstStyle>
            <a:lvl1pPr lvl="0" rtl="0">
              <a:spcBef>
                <a:spcPts val="0"/>
              </a:spcBef>
              <a:spcAft>
                <a:spcPts val="0"/>
              </a:spcAft>
              <a:buSzPts val="34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823" name="Google Shape;823;p76"/>
          <p:cNvSpPr txBox="1">
            <a:spLocks noGrp="1"/>
          </p:cNvSpPr>
          <p:nvPr>
            <p:ph type="sldNum" idx="12"/>
          </p:nvPr>
        </p:nvSpPr>
        <p:spPr>
          <a:xfrm>
            <a:off x="8366700" y="4805546"/>
            <a:ext cx="548700" cy="215400"/>
          </a:xfrm>
          <a:prstGeom prst="rect">
            <a:avLst/>
          </a:prstGeom>
        </p:spPr>
        <p:txBody>
          <a:bodyPr spcFirstLastPara="1" wrap="square" lIns="0" tIns="0" rIns="0" bIns="0" anchor="b" anchorCtr="0">
            <a:normAutofit/>
          </a:bodyPr>
          <a:lstStyle>
            <a:lvl1pPr lvl="0" rtl="0">
              <a:buNone/>
              <a:defRPr>
                <a:solidFill>
                  <a:schemeClr val="accent5"/>
                </a:solidFill>
              </a:defRPr>
            </a:lvl1pPr>
            <a:lvl2pPr lvl="1" rtl="0">
              <a:buNone/>
              <a:defRPr>
                <a:solidFill>
                  <a:schemeClr val="accent5"/>
                </a:solidFill>
              </a:defRPr>
            </a:lvl2pPr>
            <a:lvl3pPr lvl="2" rtl="0">
              <a:buNone/>
              <a:defRPr>
                <a:solidFill>
                  <a:schemeClr val="accent5"/>
                </a:solidFill>
              </a:defRPr>
            </a:lvl3pPr>
            <a:lvl4pPr lvl="3" rtl="0">
              <a:buNone/>
              <a:defRPr>
                <a:solidFill>
                  <a:schemeClr val="accent5"/>
                </a:solidFill>
              </a:defRPr>
            </a:lvl4pPr>
            <a:lvl5pPr lvl="4" rtl="0">
              <a:buNone/>
              <a:defRPr>
                <a:solidFill>
                  <a:schemeClr val="accent5"/>
                </a:solidFill>
              </a:defRPr>
            </a:lvl5pPr>
            <a:lvl6pPr lvl="5" rtl="0">
              <a:buNone/>
              <a:defRPr>
                <a:solidFill>
                  <a:schemeClr val="accent5"/>
                </a:solidFill>
              </a:defRPr>
            </a:lvl6pPr>
            <a:lvl7pPr lvl="6" rtl="0">
              <a:buNone/>
              <a:defRPr>
                <a:solidFill>
                  <a:schemeClr val="accent5"/>
                </a:solidFill>
              </a:defRPr>
            </a:lvl7pPr>
            <a:lvl8pPr lvl="7" rtl="0">
              <a:buNone/>
              <a:defRPr>
                <a:solidFill>
                  <a:schemeClr val="accent5"/>
                </a:solidFill>
              </a:defRPr>
            </a:lvl8pPr>
            <a:lvl9pPr lvl="8" rtl="0">
              <a:buNone/>
              <a:defRPr>
                <a:solidFill>
                  <a:schemeClr val="accent5"/>
                </a:solidFill>
              </a:defRPr>
            </a:lvl9pPr>
          </a:lstStyle>
          <a:p>
            <a:pPr marL="0" lvl="0" indent="0" algn="r" rtl="0">
              <a:spcBef>
                <a:spcPts val="0"/>
              </a:spcBef>
              <a:spcAft>
                <a:spcPts val="0"/>
              </a:spcAft>
              <a:buNone/>
            </a:pPr>
            <a:fld id="{00000000-1234-1234-1234-123412341234}" type="slidenum">
              <a:rPr lang="en"/>
              <a:t>‹#›</a:t>
            </a:fld>
            <a:endParaRPr/>
          </a:p>
        </p:txBody>
      </p:sp>
      <p:sp>
        <p:nvSpPr>
          <p:cNvPr id="824" name="Google Shape;824;p76"/>
          <p:cNvSpPr>
            <a:spLocks noGrp="1"/>
          </p:cNvSpPr>
          <p:nvPr>
            <p:ph type="pic" idx="2"/>
          </p:nvPr>
        </p:nvSpPr>
        <p:spPr>
          <a:xfrm>
            <a:off x="466515" y="1028700"/>
            <a:ext cx="783000" cy="712500"/>
          </a:xfrm>
          <a:prstGeom prst="roundRect">
            <a:avLst>
              <a:gd name="adj" fmla="val 16667"/>
            </a:avLst>
          </a:prstGeom>
          <a:noFill/>
          <a:ln>
            <a:noFill/>
          </a:ln>
        </p:spPr>
      </p:sp>
      <p:sp>
        <p:nvSpPr>
          <p:cNvPr id="825" name="Google Shape;825;p76"/>
          <p:cNvSpPr txBox="1">
            <a:spLocks noGrp="1"/>
          </p:cNvSpPr>
          <p:nvPr>
            <p:ph type="subTitle" idx="1"/>
          </p:nvPr>
        </p:nvSpPr>
        <p:spPr>
          <a:xfrm>
            <a:off x="1531021" y="1028700"/>
            <a:ext cx="7142700" cy="260400"/>
          </a:xfrm>
          <a:prstGeom prst="rect">
            <a:avLst/>
          </a:prstGeom>
        </p:spPr>
        <p:txBody>
          <a:bodyPr spcFirstLastPara="1" wrap="square" lIns="0" tIns="0" rIns="0" bIns="0" anchor="t" anchorCtr="0">
            <a:normAutofit/>
          </a:bodyPr>
          <a:lstStyle>
            <a:lvl1pPr lvl="0" rtl="0">
              <a:lnSpc>
                <a:spcPct val="100000"/>
              </a:lnSpc>
              <a:spcBef>
                <a:spcPts val="0"/>
              </a:spcBef>
              <a:spcAft>
                <a:spcPts val="0"/>
              </a:spcAft>
              <a:buSzPts val="1600"/>
              <a:buFont typeface="IBM Plex Sans Medium"/>
              <a:buNone/>
              <a:defRPr>
                <a:solidFill>
                  <a:schemeClr val="accent1"/>
                </a:solidFill>
                <a:latin typeface="IBM Plex Sans Medium"/>
                <a:ea typeface="IBM Plex Sans Medium"/>
                <a:cs typeface="IBM Plex Sans Medium"/>
                <a:sym typeface="IBM Plex Sans Medium"/>
              </a:defRPr>
            </a:lvl1pPr>
            <a:lvl2pPr lvl="1" rtl="0">
              <a:lnSpc>
                <a:spcPct val="100000"/>
              </a:lnSpc>
              <a:spcBef>
                <a:spcPts val="0"/>
              </a:spcBef>
              <a:spcAft>
                <a:spcPts val="0"/>
              </a:spcAft>
              <a:buSzPts val="1800"/>
              <a:buFont typeface="IBM Plex Sans Medium"/>
              <a:buNone/>
              <a:defRPr sz="1800">
                <a:latin typeface="IBM Plex Sans Medium"/>
                <a:ea typeface="IBM Plex Sans Medium"/>
                <a:cs typeface="IBM Plex Sans Medium"/>
                <a:sym typeface="IBM Plex Sans Medium"/>
              </a:defRPr>
            </a:lvl2pPr>
            <a:lvl3pPr lvl="2" rtl="0">
              <a:lnSpc>
                <a:spcPct val="100000"/>
              </a:lnSpc>
              <a:spcBef>
                <a:spcPts val="0"/>
              </a:spcBef>
              <a:spcAft>
                <a:spcPts val="0"/>
              </a:spcAft>
              <a:buSzPts val="1800"/>
              <a:buFont typeface="IBM Plex Sans Medium"/>
              <a:buNone/>
              <a:defRPr sz="1800">
                <a:latin typeface="IBM Plex Sans Medium"/>
                <a:ea typeface="IBM Plex Sans Medium"/>
                <a:cs typeface="IBM Plex Sans Medium"/>
                <a:sym typeface="IBM Plex Sans Medium"/>
              </a:defRPr>
            </a:lvl3pPr>
            <a:lvl4pPr lvl="3" rtl="0">
              <a:lnSpc>
                <a:spcPct val="100000"/>
              </a:lnSpc>
              <a:spcBef>
                <a:spcPts val="0"/>
              </a:spcBef>
              <a:spcAft>
                <a:spcPts val="0"/>
              </a:spcAft>
              <a:buSzPts val="1800"/>
              <a:buFont typeface="IBM Plex Sans Medium"/>
              <a:buNone/>
              <a:defRPr sz="1800">
                <a:latin typeface="IBM Plex Sans Medium"/>
                <a:ea typeface="IBM Plex Sans Medium"/>
                <a:cs typeface="IBM Plex Sans Medium"/>
                <a:sym typeface="IBM Plex Sans Medium"/>
              </a:defRPr>
            </a:lvl4pPr>
            <a:lvl5pPr lvl="4" rtl="0">
              <a:lnSpc>
                <a:spcPct val="100000"/>
              </a:lnSpc>
              <a:spcBef>
                <a:spcPts val="0"/>
              </a:spcBef>
              <a:spcAft>
                <a:spcPts val="0"/>
              </a:spcAft>
              <a:buSzPts val="1800"/>
              <a:buFont typeface="IBM Plex Sans Medium"/>
              <a:buNone/>
              <a:defRPr sz="1800">
                <a:latin typeface="IBM Plex Sans Medium"/>
                <a:ea typeface="IBM Plex Sans Medium"/>
                <a:cs typeface="IBM Plex Sans Medium"/>
                <a:sym typeface="IBM Plex Sans Medium"/>
              </a:defRPr>
            </a:lvl5pPr>
            <a:lvl6pPr lvl="5" rtl="0">
              <a:lnSpc>
                <a:spcPct val="100000"/>
              </a:lnSpc>
              <a:spcBef>
                <a:spcPts val="0"/>
              </a:spcBef>
              <a:spcAft>
                <a:spcPts val="0"/>
              </a:spcAft>
              <a:buSzPts val="1800"/>
              <a:buFont typeface="IBM Plex Sans Medium"/>
              <a:buNone/>
              <a:defRPr sz="1800">
                <a:latin typeface="IBM Plex Sans Medium"/>
                <a:ea typeface="IBM Plex Sans Medium"/>
                <a:cs typeface="IBM Plex Sans Medium"/>
                <a:sym typeface="IBM Plex Sans Medium"/>
              </a:defRPr>
            </a:lvl6pPr>
            <a:lvl7pPr lvl="6" rtl="0">
              <a:lnSpc>
                <a:spcPct val="100000"/>
              </a:lnSpc>
              <a:spcBef>
                <a:spcPts val="0"/>
              </a:spcBef>
              <a:spcAft>
                <a:spcPts val="0"/>
              </a:spcAft>
              <a:buSzPts val="1800"/>
              <a:buFont typeface="IBM Plex Sans Medium"/>
              <a:buNone/>
              <a:defRPr sz="1800">
                <a:latin typeface="IBM Plex Sans Medium"/>
                <a:ea typeface="IBM Plex Sans Medium"/>
                <a:cs typeface="IBM Plex Sans Medium"/>
                <a:sym typeface="IBM Plex Sans Medium"/>
              </a:defRPr>
            </a:lvl7pPr>
            <a:lvl8pPr lvl="7" rtl="0">
              <a:lnSpc>
                <a:spcPct val="100000"/>
              </a:lnSpc>
              <a:spcBef>
                <a:spcPts val="0"/>
              </a:spcBef>
              <a:spcAft>
                <a:spcPts val="0"/>
              </a:spcAft>
              <a:buSzPts val="1800"/>
              <a:buFont typeface="IBM Plex Sans Medium"/>
              <a:buNone/>
              <a:defRPr sz="1800">
                <a:latin typeface="IBM Plex Sans Medium"/>
                <a:ea typeface="IBM Plex Sans Medium"/>
                <a:cs typeface="IBM Plex Sans Medium"/>
                <a:sym typeface="IBM Plex Sans Medium"/>
              </a:defRPr>
            </a:lvl8pPr>
            <a:lvl9pPr lvl="8" rtl="0">
              <a:lnSpc>
                <a:spcPct val="100000"/>
              </a:lnSpc>
              <a:spcBef>
                <a:spcPts val="0"/>
              </a:spcBef>
              <a:spcAft>
                <a:spcPts val="0"/>
              </a:spcAft>
              <a:buSzPts val="1800"/>
              <a:buFont typeface="IBM Plex Sans Medium"/>
              <a:buNone/>
              <a:defRPr sz="1800">
                <a:latin typeface="IBM Plex Sans Medium"/>
                <a:ea typeface="IBM Plex Sans Medium"/>
                <a:cs typeface="IBM Plex Sans Medium"/>
                <a:sym typeface="IBM Plex Sans Medium"/>
              </a:defRPr>
            </a:lvl9pPr>
          </a:lstStyle>
          <a:p>
            <a:endParaRPr/>
          </a:p>
        </p:txBody>
      </p:sp>
      <p:sp>
        <p:nvSpPr>
          <p:cNvPr id="826" name="Google Shape;826;p76"/>
          <p:cNvSpPr txBox="1">
            <a:spLocks noGrp="1"/>
          </p:cNvSpPr>
          <p:nvPr>
            <p:ph type="body" idx="3"/>
          </p:nvPr>
        </p:nvSpPr>
        <p:spPr>
          <a:xfrm>
            <a:off x="1545097" y="1354424"/>
            <a:ext cx="7142700" cy="386700"/>
          </a:xfrm>
          <a:prstGeom prst="rect">
            <a:avLst/>
          </a:prstGeom>
        </p:spPr>
        <p:txBody>
          <a:bodyPr spcFirstLastPara="1" wrap="square" lIns="0" tIns="0" rIns="0" bIns="0" anchor="t" anchorCtr="0">
            <a:normAutofit/>
          </a:bodyPr>
          <a:lstStyle>
            <a:lvl1pPr marL="457200" lvl="0" indent="-304800" rtl="0">
              <a:spcBef>
                <a:spcPts val="0"/>
              </a:spcBef>
              <a:spcAft>
                <a:spcPts val="0"/>
              </a:spcAft>
              <a:buClr>
                <a:schemeClr val="dk1"/>
              </a:buClr>
              <a:buSzPts val="1200"/>
              <a:buChar char="■"/>
              <a:defRPr sz="1200"/>
            </a:lvl1pPr>
            <a:lvl2pPr marL="914400" lvl="1" indent="-304800" rtl="0">
              <a:spcBef>
                <a:spcPts val="0"/>
              </a:spcBef>
              <a:spcAft>
                <a:spcPts val="0"/>
              </a:spcAft>
              <a:buClr>
                <a:schemeClr val="dk1"/>
              </a:buClr>
              <a:buSzPts val="1200"/>
              <a:buChar char="■"/>
              <a:defRPr sz="1200"/>
            </a:lvl2pPr>
            <a:lvl3pPr marL="1371600" lvl="2" indent="-304800" rtl="0">
              <a:spcBef>
                <a:spcPts val="0"/>
              </a:spcBef>
              <a:spcAft>
                <a:spcPts val="0"/>
              </a:spcAft>
              <a:buClr>
                <a:schemeClr val="dk1"/>
              </a:buClr>
              <a:buSzPts val="1200"/>
              <a:buChar char="■"/>
              <a:defRPr sz="1200"/>
            </a:lvl3pPr>
            <a:lvl4pPr marL="1828800" lvl="3" indent="-304800" rtl="0">
              <a:spcBef>
                <a:spcPts val="0"/>
              </a:spcBef>
              <a:spcAft>
                <a:spcPts val="0"/>
              </a:spcAft>
              <a:buClr>
                <a:schemeClr val="dk1"/>
              </a:buClr>
              <a:buSzPts val="1200"/>
              <a:buChar char="●"/>
              <a:defRPr sz="1200"/>
            </a:lvl4pPr>
            <a:lvl5pPr marL="2286000" lvl="4" indent="-304800" rtl="0">
              <a:spcBef>
                <a:spcPts val="0"/>
              </a:spcBef>
              <a:spcAft>
                <a:spcPts val="0"/>
              </a:spcAft>
              <a:buSzPts val="1200"/>
              <a:buChar char="○"/>
              <a:defRPr sz="1200"/>
            </a:lvl5pPr>
            <a:lvl6pPr marL="2743200" lvl="5" indent="-304800" rtl="0">
              <a:spcBef>
                <a:spcPts val="0"/>
              </a:spcBef>
              <a:spcAft>
                <a:spcPts val="0"/>
              </a:spcAft>
              <a:buSzPts val="1200"/>
              <a:buChar char="■"/>
              <a:defRPr sz="1200"/>
            </a:lvl6pPr>
            <a:lvl7pPr marL="3200400" lvl="6" indent="-304800" rtl="0">
              <a:spcBef>
                <a:spcPts val="0"/>
              </a:spcBef>
              <a:spcAft>
                <a:spcPts val="0"/>
              </a:spcAft>
              <a:buSzPts val="1200"/>
              <a:buChar char="●"/>
              <a:defRPr sz="1200"/>
            </a:lvl7pPr>
            <a:lvl8pPr marL="3657600" lvl="7" indent="-304800" rtl="0">
              <a:spcBef>
                <a:spcPts val="0"/>
              </a:spcBef>
              <a:spcAft>
                <a:spcPts val="0"/>
              </a:spcAft>
              <a:buSzPts val="1200"/>
              <a:buChar char="○"/>
              <a:defRPr sz="1200"/>
            </a:lvl8pPr>
            <a:lvl9pPr marL="4114800" lvl="8" indent="-304800" rtl="0">
              <a:spcBef>
                <a:spcPts val="0"/>
              </a:spcBef>
              <a:spcAft>
                <a:spcPts val="0"/>
              </a:spcAft>
              <a:buSzPts val="1200"/>
              <a:buChar char="■"/>
              <a:defRPr sz="1200"/>
            </a:lvl9pPr>
          </a:lstStyle>
          <a:p>
            <a:endParaRPr/>
          </a:p>
        </p:txBody>
      </p:sp>
      <p:sp>
        <p:nvSpPr>
          <p:cNvPr id="827" name="Google Shape;827;p76"/>
          <p:cNvSpPr>
            <a:spLocks noGrp="1"/>
          </p:cNvSpPr>
          <p:nvPr>
            <p:ph type="pic" idx="4"/>
          </p:nvPr>
        </p:nvSpPr>
        <p:spPr>
          <a:xfrm>
            <a:off x="466515" y="2060371"/>
            <a:ext cx="783000" cy="712500"/>
          </a:xfrm>
          <a:prstGeom prst="roundRect">
            <a:avLst>
              <a:gd name="adj" fmla="val 16667"/>
            </a:avLst>
          </a:prstGeom>
          <a:noFill/>
          <a:ln>
            <a:noFill/>
          </a:ln>
        </p:spPr>
      </p:sp>
      <p:sp>
        <p:nvSpPr>
          <p:cNvPr id="828" name="Google Shape;828;p76"/>
          <p:cNvSpPr txBox="1">
            <a:spLocks noGrp="1"/>
          </p:cNvSpPr>
          <p:nvPr>
            <p:ph type="subTitle" idx="5"/>
          </p:nvPr>
        </p:nvSpPr>
        <p:spPr>
          <a:xfrm>
            <a:off x="1531021" y="2060371"/>
            <a:ext cx="7142700" cy="260400"/>
          </a:xfrm>
          <a:prstGeom prst="rect">
            <a:avLst/>
          </a:prstGeom>
        </p:spPr>
        <p:txBody>
          <a:bodyPr spcFirstLastPara="1" wrap="square" lIns="0" tIns="0" rIns="0" bIns="0" anchor="t" anchorCtr="0">
            <a:normAutofit/>
          </a:bodyPr>
          <a:lstStyle>
            <a:lvl1pPr lvl="0" rtl="0">
              <a:lnSpc>
                <a:spcPct val="100000"/>
              </a:lnSpc>
              <a:spcBef>
                <a:spcPts val="0"/>
              </a:spcBef>
              <a:spcAft>
                <a:spcPts val="0"/>
              </a:spcAft>
              <a:buClr>
                <a:schemeClr val="accent6"/>
              </a:buClr>
              <a:buSzPts val="1600"/>
              <a:buFont typeface="IBM Plex Sans Medium"/>
              <a:buNone/>
              <a:defRPr>
                <a:solidFill>
                  <a:schemeClr val="accent6"/>
                </a:solidFill>
                <a:latin typeface="IBM Plex Sans Medium"/>
                <a:ea typeface="IBM Plex Sans Medium"/>
                <a:cs typeface="IBM Plex Sans Medium"/>
                <a:sym typeface="IBM Plex Sans Medium"/>
              </a:defRPr>
            </a:lvl1pPr>
            <a:lvl2pPr lvl="1" rtl="0">
              <a:lnSpc>
                <a:spcPct val="100000"/>
              </a:lnSpc>
              <a:spcBef>
                <a:spcPts val="0"/>
              </a:spcBef>
              <a:spcAft>
                <a:spcPts val="0"/>
              </a:spcAft>
              <a:buSzPts val="1800"/>
              <a:buFont typeface="IBM Plex Sans Medium"/>
              <a:buNone/>
              <a:defRPr sz="1800">
                <a:latin typeface="IBM Plex Sans Medium"/>
                <a:ea typeface="IBM Plex Sans Medium"/>
                <a:cs typeface="IBM Plex Sans Medium"/>
                <a:sym typeface="IBM Plex Sans Medium"/>
              </a:defRPr>
            </a:lvl2pPr>
            <a:lvl3pPr lvl="2" rtl="0">
              <a:lnSpc>
                <a:spcPct val="100000"/>
              </a:lnSpc>
              <a:spcBef>
                <a:spcPts val="0"/>
              </a:spcBef>
              <a:spcAft>
                <a:spcPts val="0"/>
              </a:spcAft>
              <a:buSzPts val="1800"/>
              <a:buFont typeface="IBM Plex Sans Medium"/>
              <a:buNone/>
              <a:defRPr sz="1800">
                <a:latin typeface="IBM Plex Sans Medium"/>
                <a:ea typeface="IBM Plex Sans Medium"/>
                <a:cs typeface="IBM Plex Sans Medium"/>
                <a:sym typeface="IBM Plex Sans Medium"/>
              </a:defRPr>
            </a:lvl3pPr>
            <a:lvl4pPr lvl="3" rtl="0">
              <a:lnSpc>
                <a:spcPct val="100000"/>
              </a:lnSpc>
              <a:spcBef>
                <a:spcPts val="0"/>
              </a:spcBef>
              <a:spcAft>
                <a:spcPts val="0"/>
              </a:spcAft>
              <a:buSzPts val="1800"/>
              <a:buFont typeface="IBM Plex Sans Medium"/>
              <a:buNone/>
              <a:defRPr sz="1800">
                <a:latin typeface="IBM Plex Sans Medium"/>
                <a:ea typeface="IBM Plex Sans Medium"/>
                <a:cs typeface="IBM Plex Sans Medium"/>
                <a:sym typeface="IBM Plex Sans Medium"/>
              </a:defRPr>
            </a:lvl4pPr>
            <a:lvl5pPr lvl="4" rtl="0">
              <a:lnSpc>
                <a:spcPct val="100000"/>
              </a:lnSpc>
              <a:spcBef>
                <a:spcPts val="0"/>
              </a:spcBef>
              <a:spcAft>
                <a:spcPts val="0"/>
              </a:spcAft>
              <a:buSzPts val="1800"/>
              <a:buFont typeface="IBM Plex Sans Medium"/>
              <a:buNone/>
              <a:defRPr sz="1800">
                <a:latin typeface="IBM Plex Sans Medium"/>
                <a:ea typeface="IBM Plex Sans Medium"/>
                <a:cs typeface="IBM Plex Sans Medium"/>
                <a:sym typeface="IBM Plex Sans Medium"/>
              </a:defRPr>
            </a:lvl5pPr>
            <a:lvl6pPr lvl="5" rtl="0">
              <a:lnSpc>
                <a:spcPct val="100000"/>
              </a:lnSpc>
              <a:spcBef>
                <a:spcPts val="0"/>
              </a:spcBef>
              <a:spcAft>
                <a:spcPts val="0"/>
              </a:spcAft>
              <a:buSzPts val="1800"/>
              <a:buFont typeface="IBM Plex Sans Medium"/>
              <a:buNone/>
              <a:defRPr sz="1800">
                <a:latin typeface="IBM Plex Sans Medium"/>
                <a:ea typeface="IBM Plex Sans Medium"/>
                <a:cs typeface="IBM Plex Sans Medium"/>
                <a:sym typeface="IBM Plex Sans Medium"/>
              </a:defRPr>
            </a:lvl6pPr>
            <a:lvl7pPr lvl="6" rtl="0">
              <a:lnSpc>
                <a:spcPct val="100000"/>
              </a:lnSpc>
              <a:spcBef>
                <a:spcPts val="0"/>
              </a:spcBef>
              <a:spcAft>
                <a:spcPts val="0"/>
              </a:spcAft>
              <a:buSzPts val="1800"/>
              <a:buFont typeface="IBM Plex Sans Medium"/>
              <a:buNone/>
              <a:defRPr sz="1800">
                <a:latin typeface="IBM Plex Sans Medium"/>
                <a:ea typeface="IBM Plex Sans Medium"/>
                <a:cs typeface="IBM Plex Sans Medium"/>
                <a:sym typeface="IBM Plex Sans Medium"/>
              </a:defRPr>
            </a:lvl7pPr>
            <a:lvl8pPr lvl="7" rtl="0">
              <a:lnSpc>
                <a:spcPct val="100000"/>
              </a:lnSpc>
              <a:spcBef>
                <a:spcPts val="0"/>
              </a:spcBef>
              <a:spcAft>
                <a:spcPts val="0"/>
              </a:spcAft>
              <a:buSzPts val="1800"/>
              <a:buFont typeface="IBM Plex Sans Medium"/>
              <a:buNone/>
              <a:defRPr sz="1800">
                <a:latin typeface="IBM Plex Sans Medium"/>
                <a:ea typeface="IBM Plex Sans Medium"/>
                <a:cs typeface="IBM Plex Sans Medium"/>
                <a:sym typeface="IBM Plex Sans Medium"/>
              </a:defRPr>
            </a:lvl8pPr>
            <a:lvl9pPr lvl="8" rtl="0">
              <a:lnSpc>
                <a:spcPct val="100000"/>
              </a:lnSpc>
              <a:spcBef>
                <a:spcPts val="0"/>
              </a:spcBef>
              <a:spcAft>
                <a:spcPts val="0"/>
              </a:spcAft>
              <a:buSzPts val="1800"/>
              <a:buFont typeface="IBM Plex Sans Medium"/>
              <a:buNone/>
              <a:defRPr sz="1800">
                <a:latin typeface="IBM Plex Sans Medium"/>
                <a:ea typeface="IBM Plex Sans Medium"/>
                <a:cs typeface="IBM Plex Sans Medium"/>
                <a:sym typeface="IBM Plex Sans Medium"/>
              </a:defRPr>
            </a:lvl9pPr>
          </a:lstStyle>
          <a:p>
            <a:endParaRPr/>
          </a:p>
        </p:txBody>
      </p:sp>
      <p:sp>
        <p:nvSpPr>
          <p:cNvPr id="829" name="Google Shape;829;p76"/>
          <p:cNvSpPr txBox="1">
            <a:spLocks noGrp="1"/>
          </p:cNvSpPr>
          <p:nvPr>
            <p:ph type="body" idx="6"/>
          </p:nvPr>
        </p:nvSpPr>
        <p:spPr>
          <a:xfrm>
            <a:off x="1545097" y="2386095"/>
            <a:ext cx="7142700" cy="386700"/>
          </a:xfrm>
          <a:prstGeom prst="rect">
            <a:avLst/>
          </a:prstGeom>
        </p:spPr>
        <p:txBody>
          <a:bodyPr spcFirstLastPara="1" wrap="square" lIns="0" tIns="0" rIns="0" bIns="0" anchor="t" anchorCtr="0">
            <a:normAutofit/>
          </a:bodyPr>
          <a:lstStyle>
            <a:lvl1pPr marL="457200" lvl="0" indent="-304800" rtl="0">
              <a:spcBef>
                <a:spcPts val="0"/>
              </a:spcBef>
              <a:spcAft>
                <a:spcPts val="0"/>
              </a:spcAft>
              <a:buClr>
                <a:schemeClr val="dk1"/>
              </a:buClr>
              <a:buSzPts val="1200"/>
              <a:buChar char="■"/>
              <a:defRPr sz="1200"/>
            </a:lvl1pPr>
            <a:lvl2pPr marL="914400" lvl="1" indent="-304800" rtl="0">
              <a:spcBef>
                <a:spcPts val="0"/>
              </a:spcBef>
              <a:spcAft>
                <a:spcPts val="0"/>
              </a:spcAft>
              <a:buClr>
                <a:schemeClr val="dk1"/>
              </a:buClr>
              <a:buSzPts val="1200"/>
              <a:buChar char="■"/>
              <a:defRPr sz="1200"/>
            </a:lvl2pPr>
            <a:lvl3pPr marL="1371600" lvl="2" indent="-304800" rtl="0">
              <a:spcBef>
                <a:spcPts val="0"/>
              </a:spcBef>
              <a:spcAft>
                <a:spcPts val="0"/>
              </a:spcAft>
              <a:buClr>
                <a:schemeClr val="dk1"/>
              </a:buClr>
              <a:buSzPts val="1200"/>
              <a:buChar char="■"/>
              <a:defRPr sz="1200"/>
            </a:lvl3pPr>
            <a:lvl4pPr marL="1828800" lvl="3" indent="-304800" rtl="0">
              <a:spcBef>
                <a:spcPts val="0"/>
              </a:spcBef>
              <a:spcAft>
                <a:spcPts val="0"/>
              </a:spcAft>
              <a:buClr>
                <a:schemeClr val="dk1"/>
              </a:buClr>
              <a:buSzPts val="1200"/>
              <a:buChar char="●"/>
              <a:defRPr sz="1200"/>
            </a:lvl4pPr>
            <a:lvl5pPr marL="2286000" lvl="4" indent="-304800" rtl="0">
              <a:spcBef>
                <a:spcPts val="0"/>
              </a:spcBef>
              <a:spcAft>
                <a:spcPts val="0"/>
              </a:spcAft>
              <a:buSzPts val="1200"/>
              <a:buChar char="○"/>
              <a:defRPr sz="1200"/>
            </a:lvl5pPr>
            <a:lvl6pPr marL="2743200" lvl="5" indent="-304800" rtl="0">
              <a:spcBef>
                <a:spcPts val="0"/>
              </a:spcBef>
              <a:spcAft>
                <a:spcPts val="0"/>
              </a:spcAft>
              <a:buSzPts val="1200"/>
              <a:buChar char="■"/>
              <a:defRPr sz="1200"/>
            </a:lvl6pPr>
            <a:lvl7pPr marL="3200400" lvl="6" indent="-304800" rtl="0">
              <a:spcBef>
                <a:spcPts val="0"/>
              </a:spcBef>
              <a:spcAft>
                <a:spcPts val="0"/>
              </a:spcAft>
              <a:buSzPts val="1200"/>
              <a:buChar char="●"/>
              <a:defRPr sz="1200"/>
            </a:lvl7pPr>
            <a:lvl8pPr marL="3657600" lvl="7" indent="-304800" rtl="0">
              <a:spcBef>
                <a:spcPts val="0"/>
              </a:spcBef>
              <a:spcAft>
                <a:spcPts val="0"/>
              </a:spcAft>
              <a:buSzPts val="1200"/>
              <a:buChar char="○"/>
              <a:defRPr sz="1200"/>
            </a:lvl8pPr>
            <a:lvl9pPr marL="4114800" lvl="8" indent="-304800" rtl="0">
              <a:spcBef>
                <a:spcPts val="0"/>
              </a:spcBef>
              <a:spcAft>
                <a:spcPts val="0"/>
              </a:spcAft>
              <a:buSzPts val="1200"/>
              <a:buChar char="■"/>
              <a:defRPr sz="1200"/>
            </a:lvl9pPr>
          </a:lstStyle>
          <a:p>
            <a:endParaRPr/>
          </a:p>
        </p:txBody>
      </p:sp>
      <p:sp>
        <p:nvSpPr>
          <p:cNvPr id="830" name="Google Shape;830;p76"/>
          <p:cNvSpPr>
            <a:spLocks noGrp="1"/>
          </p:cNvSpPr>
          <p:nvPr>
            <p:ph type="pic" idx="7"/>
          </p:nvPr>
        </p:nvSpPr>
        <p:spPr>
          <a:xfrm>
            <a:off x="466515" y="3092042"/>
            <a:ext cx="783000" cy="712500"/>
          </a:xfrm>
          <a:prstGeom prst="roundRect">
            <a:avLst>
              <a:gd name="adj" fmla="val 16667"/>
            </a:avLst>
          </a:prstGeom>
          <a:noFill/>
          <a:ln>
            <a:noFill/>
          </a:ln>
        </p:spPr>
      </p:sp>
      <p:sp>
        <p:nvSpPr>
          <p:cNvPr id="831" name="Google Shape;831;p76"/>
          <p:cNvSpPr txBox="1">
            <a:spLocks noGrp="1"/>
          </p:cNvSpPr>
          <p:nvPr>
            <p:ph type="subTitle" idx="8"/>
          </p:nvPr>
        </p:nvSpPr>
        <p:spPr>
          <a:xfrm>
            <a:off x="1531021" y="3092042"/>
            <a:ext cx="7142700" cy="260400"/>
          </a:xfrm>
          <a:prstGeom prst="rect">
            <a:avLst/>
          </a:prstGeom>
        </p:spPr>
        <p:txBody>
          <a:bodyPr spcFirstLastPara="1" wrap="square" lIns="0" tIns="0" rIns="0" bIns="0" anchor="t" anchorCtr="0">
            <a:normAutofit/>
          </a:bodyPr>
          <a:lstStyle>
            <a:lvl1pPr lvl="0" rtl="0">
              <a:lnSpc>
                <a:spcPct val="100000"/>
              </a:lnSpc>
              <a:spcBef>
                <a:spcPts val="0"/>
              </a:spcBef>
              <a:spcAft>
                <a:spcPts val="0"/>
              </a:spcAft>
              <a:buClr>
                <a:schemeClr val="accent2"/>
              </a:buClr>
              <a:buSzPts val="1600"/>
              <a:buFont typeface="IBM Plex Sans Medium"/>
              <a:buNone/>
              <a:defRPr>
                <a:solidFill>
                  <a:schemeClr val="accent2"/>
                </a:solidFill>
                <a:latin typeface="IBM Plex Sans Medium"/>
                <a:ea typeface="IBM Plex Sans Medium"/>
                <a:cs typeface="IBM Plex Sans Medium"/>
                <a:sym typeface="IBM Plex Sans Medium"/>
              </a:defRPr>
            </a:lvl1pPr>
            <a:lvl2pPr lvl="1" rtl="0">
              <a:lnSpc>
                <a:spcPct val="100000"/>
              </a:lnSpc>
              <a:spcBef>
                <a:spcPts val="0"/>
              </a:spcBef>
              <a:spcAft>
                <a:spcPts val="0"/>
              </a:spcAft>
              <a:buSzPts val="1800"/>
              <a:buFont typeface="IBM Plex Sans Medium"/>
              <a:buNone/>
              <a:defRPr sz="1800">
                <a:latin typeface="IBM Plex Sans Medium"/>
                <a:ea typeface="IBM Plex Sans Medium"/>
                <a:cs typeface="IBM Plex Sans Medium"/>
                <a:sym typeface="IBM Plex Sans Medium"/>
              </a:defRPr>
            </a:lvl2pPr>
            <a:lvl3pPr lvl="2" rtl="0">
              <a:lnSpc>
                <a:spcPct val="100000"/>
              </a:lnSpc>
              <a:spcBef>
                <a:spcPts val="0"/>
              </a:spcBef>
              <a:spcAft>
                <a:spcPts val="0"/>
              </a:spcAft>
              <a:buSzPts val="1800"/>
              <a:buFont typeface="IBM Plex Sans Medium"/>
              <a:buNone/>
              <a:defRPr sz="1800">
                <a:latin typeface="IBM Plex Sans Medium"/>
                <a:ea typeface="IBM Plex Sans Medium"/>
                <a:cs typeface="IBM Plex Sans Medium"/>
                <a:sym typeface="IBM Plex Sans Medium"/>
              </a:defRPr>
            </a:lvl3pPr>
            <a:lvl4pPr lvl="3" rtl="0">
              <a:lnSpc>
                <a:spcPct val="100000"/>
              </a:lnSpc>
              <a:spcBef>
                <a:spcPts val="0"/>
              </a:spcBef>
              <a:spcAft>
                <a:spcPts val="0"/>
              </a:spcAft>
              <a:buSzPts val="1800"/>
              <a:buFont typeface="IBM Plex Sans Medium"/>
              <a:buNone/>
              <a:defRPr sz="1800">
                <a:latin typeface="IBM Plex Sans Medium"/>
                <a:ea typeface="IBM Plex Sans Medium"/>
                <a:cs typeface="IBM Plex Sans Medium"/>
                <a:sym typeface="IBM Plex Sans Medium"/>
              </a:defRPr>
            </a:lvl4pPr>
            <a:lvl5pPr lvl="4" rtl="0">
              <a:lnSpc>
                <a:spcPct val="100000"/>
              </a:lnSpc>
              <a:spcBef>
                <a:spcPts val="0"/>
              </a:spcBef>
              <a:spcAft>
                <a:spcPts val="0"/>
              </a:spcAft>
              <a:buSzPts val="1800"/>
              <a:buFont typeface="IBM Plex Sans Medium"/>
              <a:buNone/>
              <a:defRPr sz="1800">
                <a:latin typeface="IBM Plex Sans Medium"/>
                <a:ea typeface="IBM Plex Sans Medium"/>
                <a:cs typeface="IBM Plex Sans Medium"/>
                <a:sym typeface="IBM Plex Sans Medium"/>
              </a:defRPr>
            </a:lvl5pPr>
            <a:lvl6pPr lvl="5" rtl="0">
              <a:lnSpc>
                <a:spcPct val="100000"/>
              </a:lnSpc>
              <a:spcBef>
                <a:spcPts val="0"/>
              </a:spcBef>
              <a:spcAft>
                <a:spcPts val="0"/>
              </a:spcAft>
              <a:buSzPts val="1800"/>
              <a:buFont typeface="IBM Plex Sans Medium"/>
              <a:buNone/>
              <a:defRPr sz="1800">
                <a:latin typeface="IBM Plex Sans Medium"/>
                <a:ea typeface="IBM Plex Sans Medium"/>
                <a:cs typeface="IBM Plex Sans Medium"/>
                <a:sym typeface="IBM Plex Sans Medium"/>
              </a:defRPr>
            </a:lvl6pPr>
            <a:lvl7pPr lvl="6" rtl="0">
              <a:lnSpc>
                <a:spcPct val="100000"/>
              </a:lnSpc>
              <a:spcBef>
                <a:spcPts val="0"/>
              </a:spcBef>
              <a:spcAft>
                <a:spcPts val="0"/>
              </a:spcAft>
              <a:buSzPts val="1800"/>
              <a:buFont typeface="IBM Plex Sans Medium"/>
              <a:buNone/>
              <a:defRPr sz="1800">
                <a:latin typeface="IBM Plex Sans Medium"/>
                <a:ea typeface="IBM Plex Sans Medium"/>
                <a:cs typeface="IBM Plex Sans Medium"/>
                <a:sym typeface="IBM Plex Sans Medium"/>
              </a:defRPr>
            </a:lvl7pPr>
            <a:lvl8pPr lvl="7" rtl="0">
              <a:lnSpc>
                <a:spcPct val="100000"/>
              </a:lnSpc>
              <a:spcBef>
                <a:spcPts val="0"/>
              </a:spcBef>
              <a:spcAft>
                <a:spcPts val="0"/>
              </a:spcAft>
              <a:buSzPts val="1800"/>
              <a:buFont typeface="IBM Plex Sans Medium"/>
              <a:buNone/>
              <a:defRPr sz="1800">
                <a:latin typeface="IBM Plex Sans Medium"/>
                <a:ea typeface="IBM Plex Sans Medium"/>
                <a:cs typeface="IBM Plex Sans Medium"/>
                <a:sym typeface="IBM Plex Sans Medium"/>
              </a:defRPr>
            </a:lvl8pPr>
            <a:lvl9pPr lvl="8" rtl="0">
              <a:lnSpc>
                <a:spcPct val="100000"/>
              </a:lnSpc>
              <a:spcBef>
                <a:spcPts val="0"/>
              </a:spcBef>
              <a:spcAft>
                <a:spcPts val="0"/>
              </a:spcAft>
              <a:buSzPts val="1800"/>
              <a:buFont typeface="IBM Plex Sans Medium"/>
              <a:buNone/>
              <a:defRPr sz="1800">
                <a:latin typeface="IBM Plex Sans Medium"/>
                <a:ea typeface="IBM Plex Sans Medium"/>
                <a:cs typeface="IBM Plex Sans Medium"/>
                <a:sym typeface="IBM Plex Sans Medium"/>
              </a:defRPr>
            </a:lvl9pPr>
          </a:lstStyle>
          <a:p>
            <a:endParaRPr/>
          </a:p>
        </p:txBody>
      </p:sp>
      <p:sp>
        <p:nvSpPr>
          <p:cNvPr id="832" name="Google Shape;832;p76"/>
          <p:cNvSpPr txBox="1">
            <a:spLocks noGrp="1"/>
          </p:cNvSpPr>
          <p:nvPr>
            <p:ph type="body" idx="9"/>
          </p:nvPr>
        </p:nvSpPr>
        <p:spPr>
          <a:xfrm>
            <a:off x="1545097" y="3417766"/>
            <a:ext cx="7142700" cy="386700"/>
          </a:xfrm>
          <a:prstGeom prst="rect">
            <a:avLst/>
          </a:prstGeom>
        </p:spPr>
        <p:txBody>
          <a:bodyPr spcFirstLastPara="1" wrap="square" lIns="0" tIns="0" rIns="0" bIns="0" anchor="t" anchorCtr="0">
            <a:normAutofit/>
          </a:bodyPr>
          <a:lstStyle>
            <a:lvl1pPr marL="457200" lvl="0" indent="-304800" rtl="0">
              <a:spcBef>
                <a:spcPts val="0"/>
              </a:spcBef>
              <a:spcAft>
                <a:spcPts val="0"/>
              </a:spcAft>
              <a:buClr>
                <a:schemeClr val="dk1"/>
              </a:buClr>
              <a:buSzPts val="1200"/>
              <a:buChar char="■"/>
              <a:defRPr sz="1200"/>
            </a:lvl1pPr>
            <a:lvl2pPr marL="914400" lvl="1" indent="-304800" rtl="0">
              <a:spcBef>
                <a:spcPts val="0"/>
              </a:spcBef>
              <a:spcAft>
                <a:spcPts val="0"/>
              </a:spcAft>
              <a:buClr>
                <a:schemeClr val="dk1"/>
              </a:buClr>
              <a:buSzPts val="1200"/>
              <a:buChar char="■"/>
              <a:defRPr sz="1200"/>
            </a:lvl2pPr>
            <a:lvl3pPr marL="1371600" lvl="2" indent="-304800" rtl="0">
              <a:spcBef>
                <a:spcPts val="0"/>
              </a:spcBef>
              <a:spcAft>
                <a:spcPts val="0"/>
              </a:spcAft>
              <a:buClr>
                <a:schemeClr val="dk1"/>
              </a:buClr>
              <a:buSzPts val="1200"/>
              <a:buChar char="■"/>
              <a:defRPr sz="1200"/>
            </a:lvl3pPr>
            <a:lvl4pPr marL="1828800" lvl="3" indent="-304800" rtl="0">
              <a:spcBef>
                <a:spcPts val="0"/>
              </a:spcBef>
              <a:spcAft>
                <a:spcPts val="0"/>
              </a:spcAft>
              <a:buClr>
                <a:schemeClr val="dk1"/>
              </a:buClr>
              <a:buSzPts val="1200"/>
              <a:buChar char="●"/>
              <a:defRPr sz="1200"/>
            </a:lvl4pPr>
            <a:lvl5pPr marL="2286000" lvl="4" indent="-304800" rtl="0">
              <a:spcBef>
                <a:spcPts val="0"/>
              </a:spcBef>
              <a:spcAft>
                <a:spcPts val="0"/>
              </a:spcAft>
              <a:buSzPts val="1200"/>
              <a:buChar char="○"/>
              <a:defRPr sz="1200"/>
            </a:lvl5pPr>
            <a:lvl6pPr marL="2743200" lvl="5" indent="-304800" rtl="0">
              <a:spcBef>
                <a:spcPts val="0"/>
              </a:spcBef>
              <a:spcAft>
                <a:spcPts val="0"/>
              </a:spcAft>
              <a:buSzPts val="1200"/>
              <a:buChar char="■"/>
              <a:defRPr sz="1200"/>
            </a:lvl6pPr>
            <a:lvl7pPr marL="3200400" lvl="6" indent="-304800" rtl="0">
              <a:spcBef>
                <a:spcPts val="0"/>
              </a:spcBef>
              <a:spcAft>
                <a:spcPts val="0"/>
              </a:spcAft>
              <a:buSzPts val="1200"/>
              <a:buChar char="●"/>
              <a:defRPr sz="1200"/>
            </a:lvl7pPr>
            <a:lvl8pPr marL="3657600" lvl="7" indent="-304800" rtl="0">
              <a:spcBef>
                <a:spcPts val="0"/>
              </a:spcBef>
              <a:spcAft>
                <a:spcPts val="0"/>
              </a:spcAft>
              <a:buSzPts val="1200"/>
              <a:buChar char="○"/>
              <a:defRPr sz="1200"/>
            </a:lvl8pPr>
            <a:lvl9pPr marL="4114800" lvl="8" indent="-304800" rtl="0">
              <a:spcBef>
                <a:spcPts val="0"/>
              </a:spcBef>
              <a:spcAft>
                <a:spcPts val="0"/>
              </a:spcAft>
              <a:buSzPts val="1200"/>
              <a:buChar char="■"/>
              <a:defRPr sz="1200"/>
            </a:lvl9pPr>
          </a:lstStyle>
          <a:p>
            <a:endParaRPr/>
          </a:p>
        </p:txBody>
      </p:sp>
      <p:cxnSp>
        <p:nvCxnSpPr>
          <p:cNvPr id="833" name="Google Shape;833;p76"/>
          <p:cNvCxnSpPr/>
          <p:nvPr/>
        </p:nvCxnSpPr>
        <p:spPr>
          <a:xfrm>
            <a:off x="458100" y="1907233"/>
            <a:ext cx="8229000" cy="0"/>
          </a:xfrm>
          <a:prstGeom prst="straightConnector1">
            <a:avLst/>
          </a:prstGeom>
          <a:noFill/>
          <a:ln w="9525" cap="flat" cmpd="sng">
            <a:solidFill>
              <a:schemeClr val="accent5"/>
            </a:solidFill>
            <a:prstDash val="dash"/>
            <a:round/>
            <a:headEnd type="none" w="med" len="med"/>
            <a:tailEnd type="none" w="med" len="med"/>
          </a:ln>
        </p:spPr>
      </p:cxnSp>
      <p:cxnSp>
        <p:nvCxnSpPr>
          <p:cNvPr id="834" name="Google Shape;834;p76"/>
          <p:cNvCxnSpPr/>
          <p:nvPr/>
        </p:nvCxnSpPr>
        <p:spPr>
          <a:xfrm>
            <a:off x="458100" y="2933820"/>
            <a:ext cx="8229000" cy="0"/>
          </a:xfrm>
          <a:prstGeom prst="straightConnector1">
            <a:avLst/>
          </a:prstGeom>
          <a:noFill/>
          <a:ln w="9525" cap="flat" cmpd="sng">
            <a:solidFill>
              <a:schemeClr val="accent5"/>
            </a:solidFill>
            <a:prstDash val="dash"/>
            <a:round/>
            <a:headEnd type="none" w="med" len="med"/>
            <a:tailEnd type="none" w="med" len="med"/>
          </a:ln>
        </p:spPr>
      </p:cxnSp>
      <p:sp>
        <p:nvSpPr>
          <p:cNvPr id="835" name="Google Shape;835;p76"/>
          <p:cNvSpPr>
            <a:spLocks noGrp="1"/>
          </p:cNvSpPr>
          <p:nvPr>
            <p:ph type="pic" idx="13"/>
          </p:nvPr>
        </p:nvSpPr>
        <p:spPr>
          <a:xfrm>
            <a:off x="466515" y="4102050"/>
            <a:ext cx="783000" cy="712500"/>
          </a:xfrm>
          <a:prstGeom prst="roundRect">
            <a:avLst>
              <a:gd name="adj" fmla="val 16667"/>
            </a:avLst>
          </a:prstGeom>
          <a:noFill/>
          <a:ln>
            <a:noFill/>
          </a:ln>
        </p:spPr>
      </p:sp>
      <p:sp>
        <p:nvSpPr>
          <p:cNvPr id="836" name="Google Shape;836;p76"/>
          <p:cNvSpPr txBox="1">
            <a:spLocks noGrp="1"/>
          </p:cNvSpPr>
          <p:nvPr>
            <p:ph type="subTitle" idx="14"/>
          </p:nvPr>
        </p:nvSpPr>
        <p:spPr>
          <a:xfrm>
            <a:off x="1531021" y="4102050"/>
            <a:ext cx="7142700" cy="260400"/>
          </a:xfrm>
          <a:prstGeom prst="rect">
            <a:avLst/>
          </a:prstGeom>
        </p:spPr>
        <p:txBody>
          <a:bodyPr spcFirstLastPara="1" wrap="square" lIns="0" tIns="0" rIns="0" bIns="0" anchor="t" anchorCtr="0">
            <a:normAutofit/>
          </a:bodyPr>
          <a:lstStyle>
            <a:lvl1pPr lvl="0" rtl="0">
              <a:lnSpc>
                <a:spcPct val="100000"/>
              </a:lnSpc>
              <a:spcBef>
                <a:spcPts val="0"/>
              </a:spcBef>
              <a:spcAft>
                <a:spcPts val="0"/>
              </a:spcAft>
              <a:buClr>
                <a:schemeClr val="accent4"/>
              </a:buClr>
              <a:buSzPts val="1600"/>
              <a:buFont typeface="IBM Plex Sans Medium"/>
              <a:buNone/>
              <a:defRPr>
                <a:solidFill>
                  <a:schemeClr val="accent4"/>
                </a:solidFill>
                <a:latin typeface="IBM Plex Sans Medium"/>
                <a:ea typeface="IBM Plex Sans Medium"/>
                <a:cs typeface="IBM Plex Sans Medium"/>
                <a:sym typeface="IBM Plex Sans Medium"/>
              </a:defRPr>
            </a:lvl1pPr>
            <a:lvl2pPr lvl="1" rtl="0">
              <a:lnSpc>
                <a:spcPct val="100000"/>
              </a:lnSpc>
              <a:spcBef>
                <a:spcPts val="0"/>
              </a:spcBef>
              <a:spcAft>
                <a:spcPts val="0"/>
              </a:spcAft>
              <a:buSzPts val="1800"/>
              <a:buFont typeface="IBM Plex Sans Medium"/>
              <a:buNone/>
              <a:defRPr sz="1800">
                <a:latin typeface="IBM Plex Sans Medium"/>
                <a:ea typeface="IBM Plex Sans Medium"/>
                <a:cs typeface="IBM Plex Sans Medium"/>
                <a:sym typeface="IBM Plex Sans Medium"/>
              </a:defRPr>
            </a:lvl2pPr>
            <a:lvl3pPr lvl="2" rtl="0">
              <a:lnSpc>
                <a:spcPct val="100000"/>
              </a:lnSpc>
              <a:spcBef>
                <a:spcPts val="0"/>
              </a:spcBef>
              <a:spcAft>
                <a:spcPts val="0"/>
              </a:spcAft>
              <a:buSzPts val="1800"/>
              <a:buFont typeface="IBM Plex Sans Medium"/>
              <a:buNone/>
              <a:defRPr sz="1800">
                <a:latin typeface="IBM Plex Sans Medium"/>
                <a:ea typeface="IBM Plex Sans Medium"/>
                <a:cs typeface="IBM Plex Sans Medium"/>
                <a:sym typeface="IBM Plex Sans Medium"/>
              </a:defRPr>
            </a:lvl3pPr>
            <a:lvl4pPr lvl="3" rtl="0">
              <a:lnSpc>
                <a:spcPct val="100000"/>
              </a:lnSpc>
              <a:spcBef>
                <a:spcPts val="0"/>
              </a:spcBef>
              <a:spcAft>
                <a:spcPts val="0"/>
              </a:spcAft>
              <a:buSzPts val="1800"/>
              <a:buFont typeface="IBM Plex Sans Medium"/>
              <a:buNone/>
              <a:defRPr sz="1800">
                <a:latin typeface="IBM Plex Sans Medium"/>
                <a:ea typeface="IBM Plex Sans Medium"/>
                <a:cs typeface="IBM Plex Sans Medium"/>
                <a:sym typeface="IBM Plex Sans Medium"/>
              </a:defRPr>
            </a:lvl4pPr>
            <a:lvl5pPr lvl="4" rtl="0">
              <a:lnSpc>
                <a:spcPct val="100000"/>
              </a:lnSpc>
              <a:spcBef>
                <a:spcPts val="0"/>
              </a:spcBef>
              <a:spcAft>
                <a:spcPts val="0"/>
              </a:spcAft>
              <a:buSzPts val="1800"/>
              <a:buFont typeface="IBM Plex Sans Medium"/>
              <a:buNone/>
              <a:defRPr sz="1800">
                <a:latin typeface="IBM Plex Sans Medium"/>
                <a:ea typeface="IBM Plex Sans Medium"/>
                <a:cs typeface="IBM Plex Sans Medium"/>
                <a:sym typeface="IBM Plex Sans Medium"/>
              </a:defRPr>
            </a:lvl5pPr>
            <a:lvl6pPr lvl="5" rtl="0">
              <a:lnSpc>
                <a:spcPct val="100000"/>
              </a:lnSpc>
              <a:spcBef>
                <a:spcPts val="0"/>
              </a:spcBef>
              <a:spcAft>
                <a:spcPts val="0"/>
              </a:spcAft>
              <a:buSzPts val="1800"/>
              <a:buFont typeface="IBM Plex Sans Medium"/>
              <a:buNone/>
              <a:defRPr sz="1800">
                <a:latin typeface="IBM Plex Sans Medium"/>
                <a:ea typeface="IBM Plex Sans Medium"/>
                <a:cs typeface="IBM Plex Sans Medium"/>
                <a:sym typeface="IBM Plex Sans Medium"/>
              </a:defRPr>
            </a:lvl6pPr>
            <a:lvl7pPr lvl="6" rtl="0">
              <a:lnSpc>
                <a:spcPct val="100000"/>
              </a:lnSpc>
              <a:spcBef>
                <a:spcPts val="0"/>
              </a:spcBef>
              <a:spcAft>
                <a:spcPts val="0"/>
              </a:spcAft>
              <a:buSzPts val="1800"/>
              <a:buFont typeface="IBM Plex Sans Medium"/>
              <a:buNone/>
              <a:defRPr sz="1800">
                <a:latin typeface="IBM Plex Sans Medium"/>
                <a:ea typeface="IBM Plex Sans Medium"/>
                <a:cs typeface="IBM Plex Sans Medium"/>
                <a:sym typeface="IBM Plex Sans Medium"/>
              </a:defRPr>
            </a:lvl7pPr>
            <a:lvl8pPr lvl="7" rtl="0">
              <a:lnSpc>
                <a:spcPct val="100000"/>
              </a:lnSpc>
              <a:spcBef>
                <a:spcPts val="0"/>
              </a:spcBef>
              <a:spcAft>
                <a:spcPts val="0"/>
              </a:spcAft>
              <a:buSzPts val="1800"/>
              <a:buFont typeface="IBM Plex Sans Medium"/>
              <a:buNone/>
              <a:defRPr sz="1800">
                <a:latin typeface="IBM Plex Sans Medium"/>
                <a:ea typeface="IBM Plex Sans Medium"/>
                <a:cs typeface="IBM Plex Sans Medium"/>
                <a:sym typeface="IBM Plex Sans Medium"/>
              </a:defRPr>
            </a:lvl8pPr>
            <a:lvl9pPr lvl="8" rtl="0">
              <a:lnSpc>
                <a:spcPct val="100000"/>
              </a:lnSpc>
              <a:spcBef>
                <a:spcPts val="0"/>
              </a:spcBef>
              <a:spcAft>
                <a:spcPts val="0"/>
              </a:spcAft>
              <a:buSzPts val="1800"/>
              <a:buFont typeface="IBM Plex Sans Medium"/>
              <a:buNone/>
              <a:defRPr sz="1800">
                <a:latin typeface="IBM Plex Sans Medium"/>
                <a:ea typeface="IBM Plex Sans Medium"/>
                <a:cs typeface="IBM Plex Sans Medium"/>
                <a:sym typeface="IBM Plex Sans Medium"/>
              </a:defRPr>
            </a:lvl9pPr>
          </a:lstStyle>
          <a:p>
            <a:endParaRPr/>
          </a:p>
        </p:txBody>
      </p:sp>
      <p:sp>
        <p:nvSpPr>
          <p:cNvPr id="837" name="Google Shape;837;p76"/>
          <p:cNvSpPr txBox="1">
            <a:spLocks noGrp="1"/>
          </p:cNvSpPr>
          <p:nvPr>
            <p:ph type="body" idx="15"/>
          </p:nvPr>
        </p:nvSpPr>
        <p:spPr>
          <a:xfrm>
            <a:off x="1531475" y="4438650"/>
            <a:ext cx="7141800" cy="386700"/>
          </a:xfrm>
          <a:prstGeom prst="rect">
            <a:avLst/>
          </a:prstGeom>
        </p:spPr>
        <p:txBody>
          <a:bodyPr spcFirstLastPara="1" wrap="square" lIns="0" tIns="0" rIns="0" bIns="0" anchor="t" anchorCtr="0">
            <a:normAutofit/>
          </a:bodyPr>
          <a:lstStyle>
            <a:lvl1pPr marL="457200" lvl="0" indent="-304800" rtl="0">
              <a:spcBef>
                <a:spcPts val="0"/>
              </a:spcBef>
              <a:spcAft>
                <a:spcPts val="0"/>
              </a:spcAft>
              <a:buClr>
                <a:schemeClr val="dk1"/>
              </a:buClr>
              <a:buSzPts val="1200"/>
              <a:buChar char="■"/>
              <a:defRPr sz="1200"/>
            </a:lvl1pPr>
            <a:lvl2pPr marL="914400" lvl="1" indent="-304800" rtl="0">
              <a:spcBef>
                <a:spcPts val="0"/>
              </a:spcBef>
              <a:spcAft>
                <a:spcPts val="0"/>
              </a:spcAft>
              <a:buClr>
                <a:schemeClr val="dk1"/>
              </a:buClr>
              <a:buSzPts val="1200"/>
              <a:buChar char="■"/>
              <a:defRPr sz="1200"/>
            </a:lvl2pPr>
            <a:lvl3pPr marL="1371600" lvl="2" indent="-304800" rtl="0">
              <a:spcBef>
                <a:spcPts val="0"/>
              </a:spcBef>
              <a:spcAft>
                <a:spcPts val="0"/>
              </a:spcAft>
              <a:buClr>
                <a:schemeClr val="dk1"/>
              </a:buClr>
              <a:buSzPts val="1200"/>
              <a:buChar char="■"/>
              <a:defRPr sz="1200"/>
            </a:lvl3pPr>
            <a:lvl4pPr marL="1828800" lvl="3" indent="-304800" rtl="0">
              <a:spcBef>
                <a:spcPts val="0"/>
              </a:spcBef>
              <a:spcAft>
                <a:spcPts val="0"/>
              </a:spcAft>
              <a:buClr>
                <a:schemeClr val="dk1"/>
              </a:buClr>
              <a:buSzPts val="1200"/>
              <a:buChar char="●"/>
              <a:defRPr sz="1200"/>
            </a:lvl4pPr>
            <a:lvl5pPr marL="2286000" lvl="4" indent="-304800" rtl="0">
              <a:spcBef>
                <a:spcPts val="0"/>
              </a:spcBef>
              <a:spcAft>
                <a:spcPts val="0"/>
              </a:spcAft>
              <a:buSzPts val="1200"/>
              <a:buChar char="○"/>
              <a:defRPr sz="1200"/>
            </a:lvl5pPr>
            <a:lvl6pPr marL="2743200" lvl="5" indent="-304800" rtl="0">
              <a:spcBef>
                <a:spcPts val="0"/>
              </a:spcBef>
              <a:spcAft>
                <a:spcPts val="0"/>
              </a:spcAft>
              <a:buSzPts val="1200"/>
              <a:buChar char="■"/>
              <a:defRPr sz="1200"/>
            </a:lvl6pPr>
            <a:lvl7pPr marL="3200400" lvl="6" indent="-304800" rtl="0">
              <a:spcBef>
                <a:spcPts val="0"/>
              </a:spcBef>
              <a:spcAft>
                <a:spcPts val="0"/>
              </a:spcAft>
              <a:buSzPts val="1200"/>
              <a:buChar char="●"/>
              <a:defRPr sz="1200"/>
            </a:lvl7pPr>
            <a:lvl8pPr marL="3657600" lvl="7" indent="-304800" rtl="0">
              <a:spcBef>
                <a:spcPts val="0"/>
              </a:spcBef>
              <a:spcAft>
                <a:spcPts val="0"/>
              </a:spcAft>
              <a:buSzPts val="1200"/>
              <a:buChar char="○"/>
              <a:defRPr sz="1200"/>
            </a:lvl8pPr>
            <a:lvl9pPr marL="4114800" lvl="8" indent="-304800" rtl="0">
              <a:spcBef>
                <a:spcPts val="0"/>
              </a:spcBef>
              <a:spcAft>
                <a:spcPts val="0"/>
              </a:spcAft>
              <a:buSzPts val="1200"/>
              <a:buChar char="■"/>
              <a:defRPr sz="1200"/>
            </a:lvl9pPr>
          </a:lstStyle>
          <a:p>
            <a:endParaRPr/>
          </a:p>
        </p:txBody>
      </p:sp>
      <p:cxnSp>
        <p:nvCxnSpPr>
          <p:cNvPr id="838" name="Google Shape;838;p76"/>
          <p:cNvCxnSpPr/>
          <p:nvPr/>
        </p:nvCxnSpPr>
        <p:spPr>
          <a:xfrm>
            <a:off x="458100" y="3943828"/>
            <a:ext cx="8229000" cy="0"/>
          </a:xfrm>
          <a:prstGeom prst="straightConnector1">
            <a:avLst/>
          </a:prstGeom>
          <a:noFill/>
          <a:ln w="9525" cap="flat" cmpd="sng">
            <a:solidFill>
              <a:schemeClr val="accent5"/>
            </a:solidFill>
            <a:prstDash val="dash"/>
            <a:round/>
            <a:headEnd type="none" w="med" len="med"/>
            <a:tailEnd type="none" w="med" len="med"/>
          </a:ln>
        </p:spPr>
      </p:cxnSp>
      <p:pic>
        <p:nvPicPr>
          <p:cNvPr id="839" name="Google Shape;839;p76"/>
          <p:cNvPicPr preferRelativeResize="0"/>
          <p:nvPr/>
        </p:nvPicPr>
        <p:blipFill>
          <a:blip r:embed="rId2">
            <a:alphaModFix/>
          </a:blip>
          <a:stretch>
            <a:fillRect/>
          </a:stretch>
        </p:blipFill>
        <p:spPr>
          <a:xfrm>
            <a:off x="8544852" y="62010"/>
            <a:ext cx="599140" cy="599141"/>
          </a:xfrm>
          <a:prstGeom prst="rect">
            <a:avLst/>
          </a:prstGeom>
          <a:noFill/>
          <a:ln>
            <a:noFill/>
          </a:ln>
        </p:spPr>
      </p:pic>
    </p:spTree>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matchingName="4 Topics &amp; Image">
  <p:cSld name="TITLE_ONLY_4">
    <p:spTree>
      <p:nvGrpSpPr>
        <p:cNvPr id="1" name="Shape 840"/>
        <p:cNvGrpSpPr/>
        <p:nvPr/>
      </p:nvGrpSpPr>
      <p:grpSpPr>
        <a:xfrm>
          <a:off x="0" y="0"/>
          <a:ext cx="0" cy="0"/>
          <a:chOff x="0" y="0"/>
          <a:chExt cx="0" cy="0"/>
        </a:xfrm>
      </p:grpSpPr>
      <p:sp>
        <p:nvSpPr>
          <p:cNvPr id="841" name="Google Shape;841;p77"/>
          <p:cNvSpPr txBox="1">
            <a:spLocks noGrp="1"/>
          </p:cNvSpPr>
          <p:nvPr>
            <p:ph type="subTitle" idx="1"/>
          </p:nvPr>
        </p:nvSpPr>
        <p:spPr>
          <a:xfrm>
            <a:off x="461600" y="1137500"/>
            <a:ext cx="7962600" cy="599100"/>
          </a:xfrm>
          <a:prstGeom prst="rect">
            <a:avLst/>
          </a:prstGeom>
        </p:spPr>
        <p:txBody>
          <a:bodyPr spcFirstLastPara="1" wrap="square" lIns="0" tIns="0" rIns="0" bIns="0" anchor="t" anchorCtr="0">
            <a:normAutofit/>
          </a:bodyPr>
          <a:lstStyle>
            <a:lvl1pPr lvl="0" rtl="0">
              <a:spcBef>
                <a:spcPts val="0"/>
              </a:spcBef>
              <a:spcAft>
                <a:spcPts val="0"/>
              </a:spcAft>
              <a:buClr>
                <a:schemeClr val="accent4"/>
              </a:buClr>
              <a:buSzPts val="1500"/>
              <a:buFont typeface="IBM Plex Sans Medium"/>
              <a:buNone/>
              <a:defRPr sz="1500">
                <a:solidFill>
                  <a:schemeClr val="accent4"/>
                </a:solidFill>
                <a:latin typeface="IBM Plex Sans Medium"/>
                <a:ea typeface="IBM Plex Sans Medium"/>
                <a:cs typeface="IBM Plex Sans Medium"/>
                <a:sym typeface="IBM Plex Sans Medium"/>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842" name="Google Shape;842;p77"/>
          <p:cNvSpPr/>
          <p:nvPr/>
        </p:nvSpPr>
        <p:spPr>
          <a:xfrm>
            <a:off x="591600" y="2013275"/>
            <a:ext cx="4149900" cy="2664300"/>
          </a:xfrm>
          <a:prstGeom prst="roundRect">
            <a:avLst>
              <a:gd name="adj" fmla="val 10160"/>
            </a:avLst>
          </a:prstGeom>
          <a:noFill/>
          <a:ln w="19050" cap="flat" cmpd="sng">
            <a:solidFill>
              <a:schemeClr val="accent1"/>
            </a:solidFill>
            <a:prstDash val="dash"/>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3" name="Google Shape;843;p77"/>
          <p:cNvSpPr>
            <a:spLocks noGrp="1"/>
          </p:cNvSpPr>
          <p:nvPr>
            <p:ph type="pic" idx="2"/>
          </p:nvPr>
        </p:nvSpPr>
        <p:spPr>
          <a:xfrm>
            <a:off x="457200" y="1860875"/>
            <a:ext cx="4113900" cy="2664300"/>
          </a:xfrm>
          <a:prstGeom prst="roundRect">
            <a:avLst>
              <a:gd name="adj" fmla="val 10485"/>
            </a:avLst>
          </a:prstGeom>
          <a:noFill/>
          <a:ln>
            <a:noFill/>
          </a:ln>
        </p:spPr>
      </p:sp>
      <p:sp>
        <p:nvSpPr>
          <p:cNvPr id="844" name="Google Shape;844;p77"/>
          <p:cNvSpPr txBox="1">
            <a:spLocks noGrp="1"/>
          </p:cNvSpPr>
          <p:nvPr>
            <p:ph type="sldNum" idx="12"/>
          </p:nvPr>
        </p:nvSpPr>
        <p:spPr>
          <a:xfrm>
            <a:off x="8366700" y="4805546"/>
            <a:ext cx="548700" cy="215400"/>
          </a:xfrm>
          <a:prstGeom prst="rect">
            <a:avLst/>
          </a:prstGeom>
        </p:spPr>
        <p:txBody>
          <a:bodyPr spcFirstLastPara="1" wrap="square" lIns="0" tIns="0" rIns="0" bIns="0" anchor="b"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pic>
        <p:nvPicPr>
          <p:cNvPr id="845" name="Google Shape;845;p77"/>
          <p:cNvPicPr preferRelativeResize="0"/>
          <p:nvPr/>
        </p:nvPicPr>
        <p:blipFill>
          <a:blip r:embed="rId2">
            <a:alphaModFix/>
          </a:blip>
          <a:stretch>
            <a:fillRect/>
          </a:stretch>
        </p:blipFill>
        <p:spPr>
          <a:xfrm>
            <a:off x="8544852" y="62010"/>
            <a:ext cx="599140" cy="599141"/>
          </a:xfrm>
          <a:prstGeom prst="rect">
            <a:avLst/>
          </a:prstGeom>
          <a:noFill/>
          <a:ln>
            <a:noFill/>
          </a:ln>
        </p:spPr>
      </p:pic>
      <p:sp>
        <p:nvSpPr>
          <p:cNvPr id="846" name="Google Shape;846;p77"/>
          <p:cNvSpPr txBox="1">
            <a:spLocks noGrp="1"/>
          </p:cNvSpPr>
          <p:nvPr>
            <p:ph type="subTitle" idx="3"/>
          </p:nvPr>
        </p:nvSpPr>
        <p:spPr>
          <a:xfrm>
            <a:off x="467075" y="4814525"/>
            <a:ext cx="2326500" cy="206400"/>
          </a:xfrm>
          <a:prstGeom prst="rect">
            <a:avLst/>
          </a:prstGeom>
        </p:spPr>
        <p:txBody>
          <a:bodyPr spcFirstLastPara="1" wrap="square" lIns="0" tIns="0" rIns="0" bIns="0" anchor="b" anchorCtr="0">
            <a:normAutofit/>
          </a:bodyPr>
          <a:lstStyle>
            <a:lvl1pPr lvl="0" rtl="0">
              <a:spcBef>
                <a:spcPts val="0"/>
              </a:spcBef>
              <a:spcAft>
                <a:spcPts val="0"/>
              </a:spcAft>
              <a:buClr>
                <a:schemeClr val="dk2"/>
              </a:buClr>
              <a:buSzPts val="700"/>
              <a:buNone/>
              <a:defRPr sz="700">
                <a:solidFill>
                  <a:schemeClr val="dk2"/>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cxnSp>
        <p:nvCxnSpPr>
          <p:cNvPr id="847" name="Google Shape;847;p77"/>
          <p:cNvCxnSpPr>
            <a:endCxn id="848" idx="0"/>
          </p:cNvCxnSpPr>
          <p:nvPr/>
        </p:nvCxnSpPr>
        <p:spPr>
          <a:xfrm flipH="1">
            <a:off x="5343848" y="2068933"/>
            <a:ext cx="5700" cy="2029800"/>
          </a:xfrm>
          <a:prstGeom prst="straightConnector1">
            <a:avLst/>
          </a:prstGeom>
          <a:noFill/>
          <a:ln w="9525" cap="flat" cmpd="sng">
            <a:solidFill>
              <a:srgbClr val="BBBCBC"/>
            </a:solidFill>
            <a:prstDash val="dash"/>
            <a:round/>
            <a:headEnd type="none" w="med" len="med"/>
            <a:tailEnd type="none" w="med" len="med"/>
          </a:ln>
        </p:spPr>
      </p:cxnSp>
      <p:sp>
        <p:nvSpPr>
          <p:cNvPr id="849" name="Google Shape;849;p77"/>
          <p:cNvSpPr/>
          <p:nvPr/>
        </p:nvSpPr>
        <p:spPr>
          <a:xfrm>
            <a:off x="5130523" y="1860873"/>
            <a:ext cx="426600" cy="426600"/>
          </a:xfrm>
          <a:prstGeom prst="roundRect">
            <a:avLst>
              <a:gd name="adj" fmla="val 50000"/>
            </a:avLst>
          </a:prstGeom>
          <a:solidFill>
            <a:srgbClr val="FC5D0D"/>
          </a:solidFill>
          <a:ln>
            <a:noFill/>
          </a:ln>
        </p:spPr>
        <p:txBody>
          <a:bodyPr spcFirstLastPara="1" wrap="square" lIns="57150" tIns="57150" rIns="57150" bIns="57150" anchor="ctr" anchorCtr="0">
            <a:noAutofit/>
          </a:bodyPr>
          <a:lstStyle/>
          <a:p>
            <a:pPr marL="0" lvl="0" indent="0" algn="ctr" rtl="0">
              <a:spcBef>
                <a:spcPts val="0"/>
              </a:spcBef>
              <a:spcAft>
                <a:spcPts val="0"/>
              </a:spcAft>
              <a:buNone/>
            </a:pPr>
            <a:endParaRPr sz="800" b="1">
              <a:solidFill>
                <a:srgbClr val="FFFFFF"/>
              </a:solidFill>
              <a:latin typeface="IBM Plex Sans"/>
              <a:ea typeface="IBM Plex Sans"/>
              <a:cs typeface="IBM Plex Sans"/>
              <a:sym typeface="IBM Plex Sans"/>
            </a:endParaRPr>
          </a:p>
        </p:txBody>
      </p:sp>
      <p:sp>
        <p:nvSpPr>
          <p:cNvPr id="850" name="Google Shape;850;p77"/>
          <p:cNvSpPr/>
          <p:nvPr/>
        </p:nvSpPr>
        <p:spPr>
          <a:xfrm>
            <a:off x="5130523" y="2589926"/>
            <a:ext cx="426600" cy="426600"/>
          </a:xfrm>
          <a:prstGeom prst="roundRect">
            <a:avLst>
              <a:gd name="adj" fmla="val 22637"/>
            </a:avLst>
          </a:prstGeom>
          <a:solidFill>
            <a:srgbClr val="26D07C"/>
          </a:solidFill>
          <a:ln>
            <a:noFill/>
          </a:ln>
        </p:spPr>
        <p:txBody>
          <a:bodyPr spcFirstLastPara="1" wrap="square" lIns="57150" tIns="57150" rIns="57150" bIns="57150" anchor="ctr" anchorCtr="0">
            <a:noAutofit/>
          </a:bodyPr>
          <a:lstStyle/>
          <a:p>
            <a:pPr marL="0" lvl="0" indent="0" algn="ctr" rtl="0">
              <a:spcBef>
                <a:spcPts val="0"/>
              </a:spcBef>
              <a:spcAft>
                <a:spcPts val="0"/>
              </a:spcAft>
              <a:buNone/>
            </a:pPr>
            <a:endParaRPr sz="800" b="1">
              <a:solidFill>
                <a:srgbClr val="FFFFFF"/>
              </a:solidFill>
              <a:latin typeface="IBM Plex Sans"/>
              <a:ea typeface="IBM Plex Sans"/>
              <a:cs typeface="IBM Plex Sans"/>
              <a:sym typeface="IBM Plex Sans"/>
            </a:endParaRPr>
          </a:p>
        </p:txBody>
      </p:sp>
      <p:sp>
        <p:nvSpPr>
          <p:cNvPr id="851" name="Google Shape;851;p77"/>
          <p:cNvSpPr/>
          <p:nvPr/>
        </p:nvSpPr>
        <p:spPr>
          <a:xfrm rot="-2700000">
            <a:off x="5174567" y="3389409"/>
            <a:ext cx="338563" cy="336441"/>
          </a:xfrm>
          <a:prstGeom prst="roundRect">
            <a:avLst>
              <a:gd name="adj" fmla="val 5808"/>
            </a:avLst>
          </a:prstGeom>
          <a:solidFill>
            <a:srgbClr val="0072CE"/>
          </a:solidFill>
          <a:ln>
            <a:noFill/>
          </a:ln>
        </p:spPr>
        <p:txBody>
          <a:bodyPr spcFirstLastPara="1" wrap="square" lIns="57150" tIns="57150" rIns="57150" bIns="57150" anchor="ctr" anchorCtr="0">
            <a:noAutofit/>
          </a:bodyPr>
          <a:lstStyle/>
          <a:p>
            <a:pPr marL="0" lvl="0" indent="0" algn="ctr" rtl="0">
              <a:spcBef>
                <a:spcPts val="0"/>
              </a:spcBef>
              <a:spcAft>
                <a:spcPts val="0"/>
              </a:spcAft>
              <a:buNone/>
            </a:pPr>
            <a:endParaRPr sz="800" b="1">
              <a:solidFill>
                <a:srgbClr val="FFFFFF"/>
              </a:solidFill>
              <a:latin typeface="IBM Plex Sans"/>
              <a:ea typeface="IBM Plex Sans"/>
              <a:cs typeface="IBM Plex Sans"/>
              <a:sym typeface="IBM Plex Sans"/>
            </a:endParaRPr>
          </a:p>
        </p:txBody>
      </p:sp>
      <p:sp>
        <p:nvSpPr>
          <p:cNvPr id="848" name="Google Shape;848;p77"/>
          <p:cNvSpPr/>
          <p:nvPr/>
        </p:nvSpPr>
        <p:spPr>
          <a:xfrm>
            <a:off x="5130548" y="4098733"/>
            <a:ext cx="426600" cy="426600"/>
          </a:xfrm>
          <a:prstGeom prst="roundRect">
            <a:avLst>
              <a:gd name="adj" fmla="val 50000"/>
            </a:avLst>
          </a:prstGeom>
          <a:solidFill>
            <a:srgbClr val="888B8D"/>
          </a:solidFill>
          <a:ln>
            <a:noFill/>
          </a:ln>
        </p:spPr>
        <p:txBody>
          <a:bodyPr spcFirstLastPara="1" wrap="square" lIns="57150" tIns="57150" rIns="57150" bIns="57150" anchor="ctr" anchorCtr="0">
            <a:noAutofit/>
          </a:bodyPr>
          <a:lstStyle/>
          <a:p>
            <a:pPr marL="0" lvl="0" indent="0" algn="ctr" rtl="0">
              <a:spcBef>
                <a:spcPts val="0"/>
              </a:spcBef>
              <a:spcAft>
                <a:spcPts val="0"/>
              </a:spcAft>
              <a:buNone/>
            </a:pPr>
            <a:endParaRPr sz="800" b="1">
              <a:solidFill>
                <a:srgbClr val="FFFFFF"/>
              </a:solidFill>
              <a:latin typeface="IBM Plex Sans"/>
              <a:ea typeface="IBM Plex Sans"/>
              <a:cs typeface="IBM Plex Sans"/>
              <a:sym typeface="IBM Plex Sans"/>
            </a:endParaRPr>
          </a:p>
        </p:txBody>
      </p:sp>
      <p:sp>
        <p:nvSpPr>
          <p:cNvPr id="852" name="Google Shape;852;p77"/>
          <p:cNvSpPr txBox="1">
            <a:spLocks noGrp="1"/>
          </p:cNvSpPr>
          <p:nvPr>
            <p:ph type="subTitle" idx="4"/>
          </p:nvPr>
        </p:nvSpPr>
        <p:spPr>
          <a:xfrm>
            <a:off x="5758750" y="1970975"/>
            <a:ext cx="2786100" cy="206400"/>
          </a:xfrm>
          <a:prstGeom prst="rect">
            <a:avLst/>
          </a:prstGeom>
        </p:spPr>
        <p:txBody>
          <a:bodyPr spcFirstLastPara="1" wrap="square" lIns="0" tIns="0" rIns="0" bIns="0" anchor="t" anchorCtr="0">
            <a:normAutofit/>
          </a:bodyPr>
          <a:lstStyle>
            <a:lvl1pPr lvl="0" rtl="0">
              <a:spcBef>
                <a:spcPts val="0"/>
              </a:spcBef>
              <a:spcAft>
                <a:spcPts val="0"/>
              </a:spcAft>
              <a:buSzPts val="1200"/>
              <a:buFont typeface="IBM Plex Sans Medium"/>
              <a:buNone/>
              <a:defRPr sz="1200">
                <a:latin typeface="IBM Plex Sans Medium"/>
                <a:ea typeface="IBM Plex Sans Medium"/>
                <a:cs typeface="IBM Plex Sans Medium"/>
                <a:sym typeface="IBM Plex Sans Medium"/>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853" name="Google Shape;853;p77"/>
          <p:cNvSpPr txBox="1">
            <a:spLocks noGrp="1"/>
          </p:cNvSpPr>
          <p:nvPr>
            <p:ph type="subTitle" idx="5"/>
          </p:nvPr>
        </p:nvSpPr>
        <p:spPr>
          <a:xfrm>
            <a:off x="5758750" y="2700025"/>
            <a:ext cx="2786100" cy="206400"/>
          </a:xfrm>
          <a:prstGeom prst="rect">
            <a:avLst/>
          </a:prstGeom>
        </p:spPr>
        <p:txBody>
          <a:bodyPr spcFirstLastPara="1" wrap="square" lIns="0" tIns="0" rIns="0" bIns="0" anchor="t" anchorCtr="0">
            <a:normAutofit/>
          </a:bodyPr>
          <a:lstStyle>
            <a:lvl1pPr lvl="0" rtl="0">
              <a:spcBef>
                <a:spcPts val="0"/>
              </a:spcBef>
              <a:spcAft>
                <a:spcPts val="0"/>
              </a:spcAft>
              <a:buSzPts val="1200"/>
              <a:buFont typeface="IBM Plex Sans Medium"/>
              <a:buNone/>
              <a:defRPr sz="1200">
                <a:latin typeface="IBM Plex Sans Medium"/>
                <a:ea typeface="IBM Plex Sans Medium"/>
                <a:cs typeface="IBM Plex Sans Medium"/>
                <a:sym typeface="IBM Plex Sans Medium"/>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854" name="Google Shape;854;p77"/>
          <p:cNvSpPr txBox="1">
            <a:spLocks noGrp="1"/>
          </p:cNvSpPr>
          <p:nvPr>
            <p:ph type="subTitle" idx="6"/>
          </p:nvPr>
        </p:nvSpPr>
        <p:spPr>
          <a:xfrm>
            <a:off x="5758750" y="3453803"/>
            <a:ext cx="2786100" cy="206400"/>
          </a:xfrm>
          <a:prstGeom prst="rect">
            <a:avLst/>
          </a:prstGeom>
        </p:spPr>
        <p:txBody>
          <a:bodyPr spcFirstLastPara="1" wrap="square" lIns="0" tIns="0" rIns="0" bIns="0" anchor="t" anchorCtr="0">
            <a:normAutofit/>
          </a:bodyPr>
          <a:lstStyle>
            <a:lvl1pPr lvl="0" rtl="0">
              <a:spcBef>
                <a:spcPts val="0"/>
              </a:spcBef>
              <a:spcAft>
                <a:spcPts val="0"/>
              </a:spcAft>
              <a:buSzPts val="1200"/>
              <a:buFont typeface="IBM Plex Sans Medium"/>
              <a:buNone/>
              <a:defRPr sz="1200">
                <a:latin typeface="IBM Plex Sans Medium"/>
                <a:ea typeface="IBM Plex Sans Medium"/>
                <a:cs typeface="IBM Plex Sans Medium"/>
                <a:sym typeface="IBM Plex Sans Medium"/>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855" name="Google Shape;855;p77"/>
          <p:cNvSpPr txBox="1">
            <a:spLocks noGrp="1"/>
          </p:cNvSpPr>
          <p:nvPr>
            <p:ph type="subTitle" idx="7"/>
          </p:nvPr>
        </p:nvSpPr>
        <p:spPr>
          <a:xfrm>
            <a:off x="5758750" y="4224064"/>
            <a:ext cx="2786100" cy="206400"/>
          </a:xfrm>
          <a:prstGeom prst="rect">
            <a:avLst/>
          </a:prstGeom>
        </p:spPr>
        <p:txBody>
          <a:bodyPr spcFirstLastPara="1" wrap="square" lIns="0" tIns="0" rIns="0" bIns="0" anchor="t" anchorCtr="0">
            <a:normAutofit/>
          </a:bodyPr>
          <a:lstStyle>
            <a:lvl1pPr lvl="0" rtl="0">
              <a:spcBef>
                <a:spcPts val="0"/>
              </a:spcBef>
              <a:spcAft>
                <a:spcPts val="0"/>
              </a:spcAft>
              <a:buSzPts val="1200"/>
              <a:buFont typeface="IBM Plex Sans Medium"/>
              <a:buNone/>
              <a:defRPr sz="1200">
                <a:latin typeface="IBM Plex Sans Medium"/>
                <a:ea typeface="IBM Plex Sans Medium"/>
                <a:cs typeface="IBM Plex Sans Medium"/>
                <a:sym typeface="IBM Plex Sans Medium"/>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856" name="Google Shape;856;p77"/>
          <p:cNvSpPr txBox="1">
            <a:spLocks noGrp="1"/>
          </p:cNvSpPr>
          <p:nvPr>
            <p:ph type="title"/>
          </p:nvPr>
        </p:nvSpPr>
        <p:spPr>
          <a:xfrm>
            <a:off x="457200" y="114300"/>
            <a:ext cx="8229600" cy="903300"/>
          </a:xfrm>
          <a:prstGeom prst="rect">
            <a:avLst/>
          </a:prstGeom>
        </p:spPr>
        <p:txBody>
          <a:bodyPr spcFirstLastPara="1" wrap="square" lIns="0" tIns="0" rIns="0" bIns="0" anchor="t" anchorCtr="0">
            <a:normAutofit/>
          </a:bodyPr>
          <a:lstStyle>
            <a:lvl1pPr lvl="0" rtl="0">
              <a:spcBef>
                <a:spcPts val="0"/>
              </a:spcBef>
              <a:spcAft>
                <a:spcPts val="0"/>
              </a:spcAft>
              <a:buSzPts val="34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Tree>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matchingName="About Camunda">
  <p:cSld name="TITLE_AND_BODY_3_1">
    <p:bg>
      <p:bgPr>
        <a:solidFill>
          <a:schemeClr val="dk1"/>
        </a:solidFill>
        <a:effectLst/>
      </p:bgPr>
    </p:bg>
    <p:spTree>
      <p:nvGrpSpPr>
        <p:cNvPr id="1" name="Shape 857"/>
        <p:cNvGrpSpPr/>
        <p:nvPr/>
      </p:nvGrpSpPr>
      <p:grpSpPr>
        <a:xfrm>
          <a:off x="0" y="0"/>
          <a:ext cx="0" cy="0"/>
          <a:chOff x="0" y="0"/>
          <a:chExt cx="0" cy="0"/>
        </a:xfrm>
      </p:grpSpPr>
      <p:sp>
        <p:nvSpPr>
          <p:cNvPr id="858" name="Google Shape;858;p78"/>
          <p:cNvSpPr/>
          <p:nvPr/>
        </p:nvSpPr>
        <p:spPr>
          <a:xfrm>
            <a:off x="235175" y="2138100"/>
            <a:ext cx="8451600" cy="3126900"/>
          </a:xfrm>
          <a:prstGeom prst="round2SameRect">
            <a:avLst>
              <a:gd name="adj1" fmla="val 6841"/>
              <a:gd name="adj2" fmla="val 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9" name="Google Shape;859;p78"/>
          <p:cNvSpPr txBox="1">
            <a:spLocks noGrp="1"/>
          </p:cNvSpPr>
          <p:nvPr>
            <p:ph type="body" idx="1"/>
          </p:nvPr>
        </p:nvSpPr>
        <p:spPr>
          <a:xfrm>
            <a:off x="457200" y="3054300"/>
            <a:ext cx="4114800" cy="1365300"/>
          </a:xfrm>
          <a:prstGeom prst="rect">
            <a:avLst/>
          </a:prstGeom>
        </p:spPr>
        <p:txBody>
          <a:bodyPr spcFirstLastPara="1" wrap="square" lIns="0" tIns="0" rIns="0" bIns="0" anchor="t" anchorCtr="0">
            <a:normAutofit/>
          </a:bodyPr>
          <a:lstStyle>
            <a:lvl1pPr marL="457200" lvl="0" indent="-330200" rtl="0">
              <a:spcBef>
                <a:spcPts val="0"/>
              </a:spcBef>
              <a:spcAft>
                <a:spcPts val="0"/>
              </a:spcAft>
              <a:buSzPts val="1600"/>
              <a:buChar char="■"/>
              <a:defRPr sz="1600"/>
            </a:lvl1pPr>
            <a:lvl2pPr marL="914400" lvl="1" indent="-317500" rtl="0">
              <a:spcBef>
                <a:spcPts val="0"/>
              </a:spcBef>
              <a:spcAft>
                <a:spcPts val="0"/>
              </a:spcAft>
              <a:buSzPts val="1400"/>
              <a:buChar char="■"/>
              <a:defRPr/>
            </a:lvl2pPr>
            <a:lvl3pPr marL="1371600" lvl="2" indent="-317500" rtl="0">
              <a:spcBef>
                <a:spcPts val="0"/>
              </a:spcBef>
              <a:spcAft>
                <a:spcPts val="0"/>
              </a:spcAft>
              <a:buSzPts val="1400"/>
              <a:buChar char="■"/>
              <a:defRPr/>
            </a:lvl3pPr>
            <a:lvl4pPr marL="1828800" lvl="3" indent="-317500" rtl="0">
              <a:spcBef>
                <a:spcPts val="0"/>
              </a:spcBef>
              <a:spcAft>
                <a:spcPts val="0"/>
              </a:spcAft>
              <a:buSzPts val="1400"/>
              <a:buChar char="●"/>
              <a:defRPr/>
            </a:lvl4pPr>
            <a:lvl5pPr marL="2286000" lvl="4" indent="-317500" rtl="0">
              <a:spcBef>
                <a:spcPts val="0"/>
              </a:spcBef>
              <a:spcAft>
                <a:spcPts val="0"/>
              </a:spcAft>
              <a:buSzPts val="1400"/>
              <a:buChar char="○"/>
              <a:defRPr/>
            </a:lvl5pPr>
            <a:lvl6pPr marL="2743200" lvl="5" indent="-317500" rtl="0">
              <a:spcBef>
                <a:spcPts val="0"/>
              </a:spcBef>
              <a:spcAft>
                <a:spcPts val="0"/>
              </a:spcAft>
              <a:buSzPts val="1400"/>
              <a:buChar char="■"/>
              <a:defRPr/>
            </a:lvl6pPr>
            <a:lvl7pPr marL="3200400" lvl="6" indent="-317500" rtl="0">
              <a:spcBef>
                <a:spcPts val="0"/>
              </a:spcBef>
              <a:spcAft>
                <a:spcPts val="0"/>
              </a:spcAft>
              <a:buSzPts val="1400"/>
              <a:buChar char="●"/>
              <a:defRPr/>
            </a:lvl7pPr>
            <a:lvl8pPr marL="3657600" lvl="7" indent="-317500" rtl="0">
              <a:spcBef>
                <a:spcPts val="0"/>
              </a:spcBef>
              <a:spcAft>
                <a:spcPts val="0"/>
              </a:spcAft>
              <a:buSzPts val="1400"/>
              <a:buChar char="○"/>
              <a:defRPr/>
            </a:lvl8pPr>
            <a:lvl9pPr marL="4114800" lvl="8" indent="-317500" rtl="0">
              <a:spcBef>
                <a:spcPts val="0"/>
              </a:spcBef>
              <a:spcAft>
                <a:spcPts val="0"/>
              </a:spcAft>
              <a:buSzPts val="1400"/>
              <a:buChar char="■"/>
              <a:defRPr/>
            </a:lvl9pPr>
          </a:lstStyle>
          <a:p>
            <a:endParaRPr/>
          </a:p>
        </p:txBody>
      </p:sp>
      <p:sp>
        <p:nvSpPr>
          <p:cNvPr id="860" name="Google Shape;860;p78"/>
          <p:cNvSpPr txBox="1">
            <a:spLocks noGrp="1"/>
          </p:cNvSpPr>
          <p:nvPr>
            <p:ph type="subTitle" idx="2"/>
          </p:nvPr>
        </p:nvSpPr>
        <p:spPr>
          <a:xfrm>
            <a:off x="467075" y="4662125"/>
            <a:ext cx="2326500" cy="206400"/>
          </a:xfrm>
          <a:prstGeom prst="rect">
            <a:avLst/>
          </a:prstGeom>
        </p:spPr>
        <p:txBody>
          <a:bodyPr spcFirstLastPara="1" wrap="square" lIns="0" tIns="0" rIns="0" bIns="0" anchor="b" anchorCtr="0">
            <a:normAutofit/>
          </a:bodyPr>
          <a:lstStyle>
            <a:lvl1pPr lvl="0" rtl="0">
              <a:spcBef>
                <a:spcPts val="0"/>
              </a:spcBef>
              <a:spcAft>
                <a:spcPts val="0"/>
              </a:spcAft>
              <a:buClr>
                <a:schemeClr val="dk2"/>
              </a:buClr>
              <a:buSzPts val="700"/>
              <a:buNone/>
              <a:defRPr sz="700">
                <a:solidFill>
                  <a:schemeClr val="dk2"/>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pic>
        <p:nvPicPr>
          <p:cNvPr id="861" name="Google Shape;861;p78"/>
          <p:cNvPicPr preferRelativeResize="0"/>
          <p:nvPr/>
        </p:nvPicPr>
        <p:blipFill>
          <a:blip r:embed="rId2">
            <a:alphaModFix/>
          </a:blip>
          <a:stretch>
            <a:fillRect/>
          </a:stretch>
        </p:blipFill>
        <p:spPr>
          <a:xfrm>
            <a:off x="8549318" y="62670"/>
            <a:ext cx="599140" cy="600052"/>
          </a:xfrm>
          <a:prstGeom prst="rect">
            <a:avLst/>
          </a:prstGeom>
          <a:noFill/>
          <a:ln>
            <a:noFill/>
          </a:ln>
        </p:spPr>
      </p:pic>
      <p:pic>
        <p:nvPicPr>
          <p:cNvPr id="862" name="Google Shape;862;p78"/>
          <p:cNvPicPr preferRelativeResize="0"/>
          <p:nvPr/>
        </p:nvPicPr>
        <p:blipFill>
          <a:blip r:embed="rId3">
            <a:alphaModFix/>
          </a:blip>
          <a:stretch>
            <a:fillRect/>
          </a:stretch>
        </p:blipFill>
        <p:spPr>
          <a:xfrm>
            <a:off x="457200" y="662723"/>
            <a:ext cx="2738847" cy="937475"/>
          </a:xfrm>
          <a:prstGeom prst="rect">
            <a:avLst/>
          </a:prstGeom>
          <a:noFill/>
          <a:ln>
            <a:noFill/>
          </a:ln>
        </p:spPr>
      </p:pic>
      <p:sp>
        <p:nvSpPr>
          <p:cNvPr id="863" name="Google Shape;863;p78"/>
          <p:cNvSpPr txBox="1"/>
          <p:nvPr/>
        </p:nvSpPr>
        <p:spPr>
          <a:xfrm>
            <a:off x="467075" y="107800"/>
            <a:ext cx="3853500" cy="5232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r>
              <a:rPr lang="en" sz="3400" b="1">
                <a:solidFill>
                  <a:schemeClr val="lt1"/>
                </a:solidFill>
                <a:latin typeface="IBM Plex Sans"/>
                <a:ea typeface="IBM Plex Sans"/>
                <a:cs typeface="IBM Plex Sans"/>
                <a:sym typeface="IBM Plex Sans"/>
              </a:rPr>
              <a:t>About</a:t>
            </a:r>
            <a:endParaRPr sz="3400" b="1">
              <a:solidFill>
                <a:schemeClr val="lt1"/>
              </a:solidFill>
              <a:latin typeface="IBM Plex Sans"/>
              <a:ea typeface="IBM Plex Sans"/>
              <a:cs typeface="IBM Plex Sans"/>
              <a:sym typeface="IBM Plex Sans"/>
            </a:endParaRPr>
          </a:p>
        </p:txBody>
      </p:sp>
      <p:sp>
        <p:nvSpPr>
          <p:cNvPr id="864" name="Google Shape;864;p78"/>
          <p:cNvSpPr txBox="1">
            <a:spLocks noGrp="1"/>
          </p:cNvSpPr>
          <p:nvPr>
            <p:ph type="subTitle" idx="3"/>
          </p:nvPr>
        </p:nvSpPr>
        <p:spPr>
          <a:xfrm>
            <a:off x="457200" y="2310150"/>
            <a:ext cx="4114800" cy="523200"/>
          </a:xfrm>
          <a:prstGeom prst="rect">
            <a:avLst/>
          </a:prstGeom>
        </p:spPr>
        <p:txBody>
          <a:bodyPr spcFirstLastPara="1" wrap="square" lIns="0" tIns="0" rIns="0" bIns="0" anchor="b" anchorCtr="0">
            <a:normAutofit/>
          </a:bodyPr>
          <a:lstStyle>
            <a:lvl1pPr lvl="0" rtl="0">
              <a:lnSpc>
                <a:spcPct val="100000"/>
              </a:lnSpc>
              <a:spcBef>
                <a:spcPts val="0"/>
              </a:spcBef>
              <a:spcAft>
                <a:spcPts val="0"/>
              </a:spcAft>
              <a:buSzPts val="2000"/>
              <a:buFont typeface="IBM Plex Sans Medium"/>
              <a:buNone/>
              <a:defRPr sz="2000">
                <a:solidFill>
                  <a:schemeClr val="accent1"/>
                </a:solidFill>
                <a:latin typeface="IBM Plex Sans Medium"/>
                <a:ea typeface="IBM Plex Sans Medium"/>
                <a:cs typeface="IBM Plex Sans Medium"/>
                <a:sym typeface="IBM Plex Sans Medium"/>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865" name="Google Shape;865;p78"/>
          <p:cNvSpPr txBox="1"/>
          <p:nvPr/>
        </p:nvSpPr>
        <p:spPr>
          <a:xfrm>
            <a:off x="467075" y="1724250"/>
            <a:ext cx="3144000" cy="211800"/>
          </a:xfrm>
          <a:prstGeom prst="rect">
            <a:avLst/>
          </a:prstGeom>
          <a:noFill/>
          <a:ln>
            <a:noFill/>
          </a:ln>
        </p:spPr>
        <p:txBody>
          <a:bodyPr spcFirstLastPara="1" wrap="square" lIns="0" tIns="0" rIns="0" bIns="0" anchor="b" anchorCtr="0">
            <a:noAutofit/>
          </a:bodyPr>
          <a:lstStyle/>
          <a:p>
            <a:pPr marL="0" lvl="0" indent="0" algn="l" rtl="0">
              <a:lnSpc>
                <a:spcPct val="115000"/>
              </a:lnSpc>
              <a:spcBef>
                <a:spcPts val="0"/>
              </a:spcBef>
              <a:spcAft>
                <a:spcPts val="1200"/>
              </a:spcAft>
              <a:buNone/>
            </a:pPr>
            <a:r>
              <a:rPr lang="en" sz="1350">
                <a:solidFill>
                  <a:srgbClr val="F7F7F7"/>
                </a:solidFill>
                <a:latin typeface="IBM Plex Sans Medium"/>
                <a:ea typeface="IBM Plex Sans Medium"/>
                <a:cs typeface="IBM Plex Sans Medium"/>
                <a:sym typeface="IBM Plex Sans Medium"/>
              </a:rPr>
              <a:t>Orchestrate. Automate. Transform.</a:t>
            </a:r>
            <a:endParaRPr sz="1350">
              <a:solidFill>
                <a:srgbClr val="F7F7F7"/>
              </a:solidFill>
              <a:latin typeface="IBM Plex Sans Medium"/>
              <a:ea typeface="IBM Plex Sans Medium"/>
              <a:cs typeface="IBM Plex Sans Medium"/>
              <a:sym typeface="IBM Plex Sans Medium"/>
            </a:endParaRPr>
          </a:p>
        </p:txBody>
      </p:sp>
      <p:grpSp>
        <p:nvGrpSpPr>
          <p:cNvPr id="866" name="Google Shape;866;p78"/>
          <p:cNvGrpSpPr/>
          <p:nvPr/>
        </p:nvGrpSpPr>
        <p:grpSpPr>
          <a:xfrm>
            <a:off x="3857135" y="510229"/>
            <a:ext cx="3922807" cy="1166248"/>
            <a:chOff x="4932575" y="3084725"/>
            <a:chExt cx="3928700" cy="1168000"/>
          </a:xfrm>
        </p:grpSpPr>
        <p:cxnSp>
          <p:nvCxnSpPr>
            <p:cNvPr id="867" name="Google Shape;867;p78"/>
            <p:cNvCxnSpPr/>
            <p:nvPr/>
          </p:nvCxnSpPr>
          <p:spPr>
            <a:xfrm>
              <a:off x="5681125" y="3991125"/>
              <a:ext cx="1563900" cy="0"/>
            </a:xfrm>
            <a:prstGeom prst="straightConnector1">
              <a:avLst/>
            </a:prstGeom>
            <a:noFill/>
            <a:ln w="19050" cap="flat" cmpd="sng">
              <a:solidFill>
                <a:schemeClr val="accent1"/>
              </a:solidFill>
              <a:prstDash val="dash"/>
              <a:round/>
              <a:headEnd type="none" w="med" len="med"/>
              <a:tailEnd type="none" w="med" len="med"/>
            </a:ln>
          </p:spPr>
        </p:cxnSp>
        <p:cxnSp>
          <p:nvCxnSpPr>
            <p:cNvPr id="868" name="Google Shape;868;p78"/>
            <p:cNvCxnSpPr>
              <a:stCxn id="869" idx="6"/>
              <a:endCxn id="870" idx="2"/>
            </p:cNvCxnSpPr>
            <p:nvPr/>
          </p:nvCxnSpPr>
          <p:spPr>
            <a:xfrm>
              <a:off x="5214275" y="3346325"/>
              <a:ext cx="3365400" cy="0"/>
            </a:xfrm>
            <a:prstGeom prst="straightConnector1">
              <a:avLst/>
            </a:prstGeom>
            <a:noFill/>
            <a:ln w="19050" cap="flat" cmpd="sng">
              <a:solidFill>
                <a:schemeClr val="accent1"/>
              </a:solidFill>
              <a:prstDash val="dash"/>
              <a:round/>
              <a:headEnd type="none" w="med" len="med"/>
              <a:tailEnd type="none" w="med" len="med"/>
            </a:ln>
          </p:spPr>
        </p:cxnSp>
        <p:sp>
          <p:nvSpPr>
            <p:cNvPr id="869" name="Google Shape;869;p78"/>
            <p:cNvSpPr/>
            <p:nvPr/>
          </p:nvSpPr>
          <p:spPr>
            <a:xfrm>
              <a:off x="4932575" y="3205475"/>
              <a:ext cx="281700" cy="2817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0" name="Google Shape;870;p78"/>
            <p:cNvSpPr/>
            <p:nvPr/>
          </p:nvSpPr>
          <p:spPr>
            <a:xfrm>
              <a:off x="8579575" y="3205475"/>
              <a:ext cx="281700" cy="2817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1" name="Google Shape;871;p78"/>
            <p:cNvSpPr/>
            <p:nvPr/>
          </p:nvSpPr>
          <p:spPr>
            <a:xfrm rot="2700000">
              <a:off x="5526360" y="3205477"/>
              <a:ext cx="281711" cy="281711"/>
            </a:xfrm>
            <a:prstGeom prst="roundRect">
              <a:avLst>
                <a:gd name="adj" fmla="val 16667"/>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2" name="Google Shape;872;p78"/>
            <p:cNvSpPr/>
            <p:nvPr/>
          </p:nvSpPr>
          <p:spPr>
            <a:xfrm rot="2700000">
              <a:off x="7071978" y="3205477"/>
              <a:ext cx="281711" cy="281711"/>
            </a:xfrm>
            <a:prstGeom prst="roundRect">
              <a:avLst>
                <a:gd name="adj" fmla="val 16667"/>
              </a:avLst>
            </a:prstGeom>
            <a:solidFill>
              <a:srgbClr val="FFC6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3" name="Google Shape;873;p78"/>
            <p:cNvSpPr/>
            <p:nvPr/>
          </p:nvSpPr>
          <p:spPr>
            <a:xfrm>
              <a:off x="6108675" y="3084725"/>
              <a:ext cx="662700" cy="523200"/>
            </a:xfrm>
            <a:prstGeom prst="roundRect">
              <a:avLst>
                <a:gd name="adj" fmla="val 16667"/>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4" name="Google Shape;874;p78"/>
            <p:cNvSpPr/>
            <p:nvPr/>
          </p:nvSpPr>
          <p:spPr>
            <a:xfrm>
              <a:off x="6350925" y="3729525"/>
              <a:ext cx="662700" cy="523200"/>
            </a:xfrm>
            <a:prstGeom prst="roundRect">
              <a:avLst>
                <a:gd name="adj" fmla="val 16667"/>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5" name="Google Shape;875;p78"/>
            <p:cNvSpPr/>
            <p:nvPr/>
          </p:nvSpPr>
          <p:spPr>
            <a:xfrm>
              <a:off x="7664450" y="3084725"/>
              <a:ext cx="662700" cy="523200"/>
            </a:xfrm>
            <a:prstGeom prst="roundRect">
              <a:avLst>
                <a:gd name="adj" fmla="val 16667"/>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876" name="Google Shape;876;p78"/>
            <p:cNvCxnSpPr/>
            <p:nvPr/>
          </p:nvCxnSpPr>
          <p:spPr>
            <a:xfrm>
              <a:off x="5667225" y="3545525"/>
              <a:ext cx="0" cy="445500"/>
            </a:xfrm>
            <a:prstGeom prst="straightConnector1">
              <a:avLst/>
            </a:prstGeom>
            <a:noFill/>
            <a:ln w="19050" cap="flat" cmpd="sng">
              <a:solidFill>
                <a:schemeClr val="accent1"/>
              </a:solidFill>
              <a:prstDash val="dash"/>
              <a:round/>
              <a:headEnd type="none" w="med" len="med"/>
              <a:tailEnd type="none" w="med" len="med"/>
            </a:ln>
          </p:spPr>
        </p:cxnSp>
        <p:cxnSp>
          <p:nvCxnSpPr>
            <p:cNvPr id="877" name="Google Shape;877;p78"/>
            <p:cNvCxnSpPr/>
            <p:nvPr/>
          </p:nvCxnSpPr>
          <p:spPr>
            <a:xfrm>
              <a:off x="7212825" y="3545525"/>
              <a:ext cx="0" cy="445500"/>
            </a:xfrm>
            <a:prstGeom prst="straightConnector1">
              <a:avLst/>
            </a:prstGeom>
            <a:noFill/>
            <a:ln w="19050" cap="flat" cmpd="sng">
              <a:solidFill>
                <a:schemeClr val="accent1"/>
              </a:solidFill>
              <a:prstDash val="dash"/>
              <a:round/>
              <a:headEnd type="none" w="med" len="med"/>
              <a:tailEnd type="none" w="med" len="med"/>
            </a:ln>
          </p:spPr>
        </p:cxnSp>
      </p:grpSp>
    </p:spTree>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matchingName="Case Study - 1">
  <p:cSld name="TITLE_ONLY_7">
    <p:spTree>
      <p:nvGrpSpPr>
        <p:cNvPr id="1" name="Shape 878"/>
        <p:cNvGrpSpPr/>
        <p:nvPr/>
      </p:nvGrpSpPr>
      <p:grpSpPr>
        <a:xfrm>
          <a:off x="0" y="0"/>
          <a:ext cx="0" cy="0"/>
          <a:chOff x="0" y="0"/>
          <a:chExt cx="0" cy="0"/>
        </a:xfrm>
      </p:grpSpPr>
      <p:sp>
        <p:nvSpPr>
          <p:cNvPr id="879" name="Google Shape;879;p79"/>
          <p:cNvSpPr/>
          <p:nvPr/>
        </p:nvSpPr>
        <p:spPr>
          <a:xfrm>
            <a:off x="5218738" y="2431300"/>
            <a:ext cx="4176600" cy="1023900"/>
          </a:xfrm>
          <a:prstGeom prst="roundRect">
            <a:avLst>
              <a:gd name="adj" fmla="val 24562"/>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0" name="Google Shape;880;p79"/>
          <p:cNvSpPr/>
          <p:nvPr/>
        </p:nvSpPr>
        <p:spPr>
          <a:xfrm>
            <a:off x="5218738" y="3772475"/>
            <a:ext cx="4176600" cy="1023900"/>
          </a:xfrm>
          <a:prstGeom prst="roundRect">
            <a:avLst>
              <a:gd name="adj" fmla="val 24562"/>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1" name="Google Shape;881;p79"/>
          <p:cNvSpPr txBox="1">
            <a:spLocks noGrp="1"/>
          </p:cNvSpPr>
          <p:nvPr>
            <p:ph type="title"/>
          </p:nvPr>
        </p:nvSpPr>
        <p:spPr>
          <a:xfrm>
            <a:off x="457200" y="114300"/>
            <a:ext cx="8229600" cy="903300"/>
          </a:xfrm>
          <a:prstGeom prst="rect">
            <a:avLst/>
          </a:prstGeom>
        </p:spPr>
        <p:txBody>
          <a:bodyPr spcFirstLastPara="1" wrap="square" lIns="0" tIns="0" rIns="0" bIns="0" anchor="t" anchorCtr="0">
            <a:normAutofit/>
          </a:bodyPr>
          <a:lstStyle>
            <a:lvl1pPr lvl="0" rtl="0">
              <a:spcBef>
                <a:spcPts val="0"/>
              </a:spcBef>
              <a:spcAft>
                <a:spcPts val="0"/>
              </a:spcAft>
              <a:buSzPts val="34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882" name="Google Shape;882;p79"/>
          <p:cNvSpPr txBox="1">
            <a:spLocks noGrp="1"/>
          </p:cNvSpPr>
          <p:nvPr>
            <p:ph type="sldNum" idx="12"/>
          </p:nvPr>
        </p:nvSpPr>
        <p:spPr>
          <a:xfrm>
            <a:off x="8366700" y="4805546"/>
            <a:ext cx="548700" cy="215400"/>
          </a:xfrm>
          <a:prstGeom prst="rect">
            <a:avLst/>
          </a:prstGeom>
        </p:spPr>
        <p:txBody>
          <a:bodyPr spcFirstLastPara="1" wrap="square" lIns="0" tIns="0" rIns="0" bIns="0" anchor="b"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pic>
        <p:nvPicPr>
          <p:cNvPr id="883" name="Google Shape;883;p79"/>
          <p:cNvPicPr preferRelativeResize="0"/>
          <p:nvPr/>
        </p:nvPicPr>
        <p:blipFill>
          <a:blip r:embed="rId2">
            <a:alphaModFix/>
          </a:blip>
          <a:stretch>
            <a:fillRect/>
          </a:stretch>
        </p:blipFill>
        <p:spPr>
          <a:xfrm>
            <a:off x="8544852" y="62010"/>
            <a:ext cx="599140" cy="599141"/>
          </a:xfrm>
          <a:prstGeom prst="rect">
            <a:avLst/>
          </a:prstGeom>
          <a:noFill/>
          <a:ln>
            <a:noFill/>
          </a:ln>
        </p:spPr>
      </p:pic>
      <p:sp>
        <p:nvSpPr>
          <p:cNvPr id="884" name="Google Shape;884;p79"/>
          <p:cNvSpPr txBox="1">
            <a:spLocks noGrp="1"/>
          </p:cNvSpPr>
          <p:nvPr>
            <p:ph type="subTitle" idx="1"/>
          </p:nvPr>
        </p:nvSpPr>
        <p:spPr>
          <a:xfrm>
            <a:off x="467075" y="4814525"/>
            <a:ext cx="2326500" cy="206400"/>
          </a:xfrm>
          <a:prstGeom prst="rect">
            <a:avLst/>
          </a:prstGeom>
        </p:spPr>
        <p:txBody>
          <a:bodyPr spcFirstLastPara="1" wrap="square" lIns="0" tIns="0" rIns="0" bIns="0" anchor="b" anchorCtr="0">
            <a:normAutofit/>
          </a:bodyPr>
          <a:lstStyle>
            <a:lvl1pPr lvl="0" rtl="0">
              <a:spcBef>
                <a:spcPts val="0"/>
              </a:spcBef>
              <a:spcAft>
                <a:spcPts val="0"/>
              </a:spcAft>
              <a:buClr>
                <a:schemeClr val="dk2"/>
              </a:buClr>
              <a:buSzPts val="700"/>
              <a:buNone/>
              <a:defRPr sz="700">
                <a:solidFill>
                  <a:schemeClr val="dk2"/>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885" name="Google Shape;885;p79"/>
          <p:cNvSpPr txBox="1">
            <a:spLocks noGrp="1"/>
          </p:cNvSpPr>
          <p:nvPr>
            <p:ph type="subTitle" idx="2"/>
          </p:nvPr>
        </p:nvSpPr>
        <p:spPr>
          <a:xfrm>
            <a:off x="476075" y="1158725"/>
            <a:ext cx="3862500" cy="441600"/>
          </a:xfrm>
          <a:prstGeom prst="rect">
            <a:avLst/>
          </a:prstGeom>
        </p:spPr>
        <p:txBody>
          <a:bodyPr spcFirstLastPara="1" wrap="square" lIns="0" tIns="0" rIns="0" bIns="0" anchor="t" anchorCtr="0">
            <a:normAutofit/>
          </a:bodyPr>
          <a:lstStyle>
            <a:lvl1pPr lvl="0" rtl="0">
              <a:lnSpc>
                <a:spcPct val="100000"/>
              </a:lnSpc>
              <a:spcBef>
                <a:spcPts val="0"/>
              </a:spcBef>
              <a:spcAft>
                <a:spcPts val="0"/>
              </a:spcAft>
              <a:buSzPts val="2000"/>
              <a:buFont typeface="IBM Plex Sans Medium"/>
              <a:buNone/>
              <a:defRPr sz="2000">
                <a:solidFill>
                  <a:schemeClr val="accent1"/>
                </a:solidFill>
                <a:latin typeface="IBM Plex Sans Medium"/>
                <a:ea typeface="IBM Plex Sans Medium"/>
                <a:cs typeface="IBM Plex Sans Medium"/>
                <a:sym typeface="IBM Plex Sans Medium"/>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886" name="Google Shape;886;p79"/>
          <p:cNvSpPr txBox="1">
            <a:spLocks noGrp="1"/>
          </p:cNvSpPr>
          <p:nvPr>
            <p:ph type="body" idx="3"/>
          </p:nvPr>
        </p:nvSpPr>
        <p:spPr>
          <a:xfrm>
            <a:off x="476075" y="1724600"/>
            <a:ext cx="3862500" cy="3090000"/>
          </a:xfrm>
          <a:prstGeom prst="rect">
            <a:avLst/>
          </a:prstGeom>
        </p:spPr>
        <p:txBody>
          <a:bodyPr spcFirstLastPara="1" wrap="square" lIns="0" tIns="0" rIns="0" bIns="0" anchor="t" anchorCtr="0">
            <a:normAutofit/>
          </a:bodyPr>
          <a:lstStyle>
            <a:lvl1pPr marL="457200" lvl="0" indent="-330200" rtl="0">
              <a:spcBef>
                <a:spcPts val="0"/>
              </a:spcBef>
              <a:spcAft>
                <a:spcPts val="0"/>
              </a:spcAft>
              <a:buSzPts val="1600"/>
              <a:buChar char="■"/>
              <a:defRPr/>
            </a:lvl1pPr>
            <a:lvl2pPr marL="914400" lvl="1" indent="-317500" rtl="0">
              <a:spcBef>
                <a:spcPts val="0"/>
              </a:spcBef>
              <a:spcAft>
                <a:spcPts val="0"/>
              </a:spcAft>
              <a:buSzPts val="1400"/>
              <a:buChar char="■"/>
              <a:defRPr/>
            </a:lvl2pPr>
            <a:lvl3pPr marL="1371600" lvl="2" indent="-317500" rtl="0">
              <a:spcBef>
                <a:spcPts val="0"/>
              </a:spcBef>
              <a:spcAft>
                <a:spcPts val="0"/>
              </a:spcAft>
              <a:buSzPts val="1400"/>
              <a:buChar char="■"/>
              <a:defRPr/>
            </a:lvl3pPr>
            <a:lvl4pPr marL="1828800" lvl="3" indent="-317500" rtl="0">
              <a:spcBef>
                <a:spcPts val="0"/>
              </a:spcBef>
              <a:spcAft>
                <a:spcPts val="0"/>
              </a:spcAft>
              <a:buSzPts val="1400"/>
              <a:buChar char="●"/>
              <a:defRPr/>
            </a:lvl4pPr>
            <a:lvl5pPr marL="2286000" lvl="4" indent="-317500" rtl="0">
              <a:spcBef>
                <a:spcPts val="0"/>
              </a:spcBef>
              <a:spcAft>
                <a:spcPts val="0"/>
              </a:spcAft>
              <a:buSzPts val="1400"/>
              <a:buChar char="○"/>
              <a:defRPr/>
            </a:lvl5pPr>
            <a:lvl6pPr marL="2743200" lvl="5" indent="-317500" rtl="0">
              <a:spcBef>
                <a:spcPts val="0"/>
              </a:spcBef>
              <a:spcAft>
                <a:spcPts val="0"/>
              </a:spcAft>
              <a:buSzPts val="1400"/>
              <a:buChar char="■"/>
              <a:defRPr/>
            </a:lvl6pPr>
            <a:lvl7pPr marL="3200400" lvl="6" indent="-317500" rtl="0">
              <a:spcBef>
                <a:spcPts val="0"/>
              </a:spcBef>
              <a:spcAft>
                <a:spcPts val="0"/>
              </a:spcAft>
              <a:buSzPts val="1400"/>
              <a:buChar char="●"/>
              <a:defRPr/>
            </a:lvl7pPr>
            <a:lvl8pPr marL="3657600" lvl="7" indent="-317500" rtl="0">
              <a:spcBef>
                <a:spcPts val="0"/>
              </a:spcBef>
              <a:spcAft>
                <a:spcPts val="0"/>
              </a:spcAft>
              <a:buSzPts val="1400"/>
              <a:buChar char="○"/>
              <a:defRPr/>
            </a:lvl8pPr>
            <a:lvl9pPr marL="4114800" lvl="8" indent="-317500" rtl="0">
              <a:spcBef>
                <a:spcPts val="0"/>
              </a:spcBef>
              <a:spcAft>
                <a:spcPts val="0"/>
              </a:spcAft>
              <a:buSzPts val="1400"/>
              <a:buChar char="■"/>
              <a:defRPr/>
            </a:lvl9pPr>
          </a:lstStyle>
          <a:p>
            <a:endParaRPr/>
          </a:p>
        </p:txBody>
      </p:sp>
      <p:sp>
        <p:nvSpPr>
          <p:cNvPr id="887" name="Google Shape;887;p79"/>
          <p:cNvSpPr/>
          <p:nvPr/>
        </p:nvSpPr>
        <p:spPr>
          <a:xfrm>
            <a:off x="5218738" y="1176675"/>
            <a:ext cx="4176600" cy="1023900"/>
          </a:xfrm>
          <a:prstGeom prst="roundRect">
            <a:avLst>
              <a:gd name="adj" fmla="val 24562"/>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8" name="Google Shape;888;p79"/>
          <p:cNvSpPr/>
          <p:nvPr/>
        </p:nvSpPr>
        <p:spPr>
          <a:xfrm>
            <a:off x="4853798" y="1268027"/>
            <a:ext cx="758400" cy="758400"/>
          </a:xfrm>
          <a:prstGeom prst="roundRect">
            <a:avLst>
              <a:gd name="adj" fmla="val 50000"/>
            </a:avLst>
          </a:prstGeom>
          <a:solidFill>
            <a:srgbClr val="FC5D0D"/>
          </a:solidFill>
          <a:ln>
            <a:noFill/>
          </a:ln>
        </p:spPr>
        <p:txBody>
          <a:bodyPr spcFirstLastPara="1" wrap="square" lIns="57150" tIns="57150" rIns="57150" bIns="57150" anchor="ctr" anchorCtr="0">
            <a:noAutofit/>
          </a:bodyPr>
          <a:lstStyle/>
          <a:p>
            <a:pPr marL="0" lvl="0" indent="0" algn="ctr" rtl="0">
              <a:spcBef>
                <a:spcPts val="0"/>
              </a:spcBef>
              <a:spcAft>
                <a:spcPts val="0"/>
              </a:spcAft>
              <a:buNone/>
            </a:pPr>
            <a:endParaRPr sz="800" b="1">
              <a:solidFill>
                <a:srgbClr val="FFFFFF"/>
              </a:solidFill>
              <a:latin typeface="IBM Plex Sans"/>
              <a:ea typeface="IBM Plex Sans"/>
              <a:cs typeface="IBM Plex Sans"/>
              <a:sym typeface="IBM Plex Sans"/>
            </a:endParaRPr>
          </a:p>
        </p:txBody>
      </p:sp>
      <p:sp>
        <p:nvSpPr>
          <p:cNvPr id="889" name="Google Shape;889;p79"/>
          <p:cNvSpPr/>
          <p:nvPr/>
        </p:nvSpPr>
        <p:spPr>
          <a:xfrm>
            <a:off x="4853798" y="2564104"/>
            <a:ext cx="758400" cy="758400"/>
          </a:xfrm>
          <a:prstGeom prst="roundRect">
            <a:avLst>
              <a:gd name="adj" fmla="val 22637"/>
            </a:avLst>
          </a:prstGeom>
          <a:solidFill>
            <a:srgbClr val="26D07C"/>
          </a:solidFill>
          <a:ln>
            <a:noFill/>
          </a:ln>
        </p:spPr>
        <p:txBody>
          <a:bodyPr spcFirstLastPara="1" wrap="square" lIns="57150" tIns="57150" rIns="57150" bIns="57150" anchor="ctr" anchorCtr="0">
            <a:noAutofit/>
          </a:bodyPr>
          <a:lstStyle/>
          <a:p>
            <a:pPr marL="0" lvl="0" indent="0" algn="ctr" rtl="0">
              <a:spcBef>
                <a:spcPts val="0"/>
              </a:spcBef>
              <a:spcAft>
                <a:spcPts val="0"/>
              </a:spcAft>
              <a:buNone/>
            </a:pPr>
            <a:endParaRPr sz="800" b="1">
              <a:solidFill>
                <a:srgbClr val="FFFFFF"/>
              </a:solidFill>
              <a:latin typeface="IBM Plex Sans"/>
              <a:ea typeface="IBM Plex Sans"/>
              <a:cs typeface="IBM Plex Sans"/>
              <a:sym typeface="IBM Plex Sans"/>
            </a:endParaRPr>
          </a:p>
        </p:txBody>
      </p:sp>
      <p:sp>
        <p:nvSpPr>
          <p:cNvPr id="890" name="Google Shape;890;p79"/>
          <p:cNvSpPr/>
          <p:nvPr/>
        </p:nvSpPr>
        <p:spPr>
          <a:xfrm rot="-2700000">
            <a:off x="4932111" y="3985320"/>
            <a:ext cx="602031" cy="598212"/>
          </a:xfrm>
          <a:prstGeom prst="roundRect">
            <a:avLst>
              <a:gd name="adj" fmla="val 5808"/>
            </a:avLst>
          </a:prstGeom>
          <a:solidFill>
            <a:schemeClr val="accent3"/>
          </a:solidFill>
          <a:ln>
            <a:noFill/>
          </a:ln>
        </p:spPr>
        <p:txBody>
          <a:bodyPr spcFirstLastPara="1" wrap="square" lIns="57150" tIns="57150" rIns="57150" bIns="57150" anchor="ctr" anchorCtr="0">
            <a:noAutofit/>
          </a:bodyPr>
          <a:lstStyle/>
          <a:p>
            <a:pPr marL="0" lvl="0" indent="0" algn="ctr" rtl="0">
              <a:spcBef>
                <a:spcPts val="0"/>
              </a:spcBef>
              <a:spcAft>
                <a:spcPts val="0"/>
              </a:spcAft>
              <a:buNone/>
            </a:pPr>
            <a:endParaRPr sz="800" b="1">
              <a:solidFill>
                <a:srgbClr val="FFFFFF"/>
              </a:solidFill>
              <a:latin typeface="IBM Plex Sans"/>
              <a:ea typeface="IBM Plex Sans"/>
              <a:cs typeface="IBM Plex Sans"/>
              <a:sym typeface="IBM Plex Sans"/>
            </a:endParaRPr>
          </a:p>
        </p:txBody>
      </p:sp>
      <p:sp>
        <p:nvSpPr>
          <p:cNvPr id="891" name="Google Shape;891;p79"/>
          <p:cNvSpPr>
            <a:spLocks noGrp="1"/>
          </p:cNvSpPr>
          <p:nvPr>
            <p:ph type="pic" idx="4"/>
          </p:nvPr>
        </p:nvSpPr>
        <p:spPr>
          <a:xfrm>
            <a:off x="4939050" y="1346125"/>
            <a:ext cx="599100" cy="599100"/>
          </a:xfrm>
          <a:prstGeom prst="roundRect">
            <a:avLst>
              <a:gd name="adj" fmla="val 16667"/>
            </a:avLst>
          </a:prstGeom>
          <a:noFill/>
          <a:ln>
            <a:noFill/>
          </a:ln>
        </p:spPr>
      </p:sp>
      <p:sp>
        <p:nvSpPr>
          <p:cNvPr id="892" name="Google Shape;892;p79"/>
          <p:cNvSpPr>
            <a:spLocks noGrp="1"/>
          </p:cNvSpPr>
          <p:nvPr>
            <p:ph type="pic" idx="5"/>
          </p:nvPr>
        </p:nvSpPr>
        <p:spPr>
          <a:xfrm>
            <a:off x="4939050" y="2643700"/>
            <a:ext cx="599100" cy="599100"/>
          </a:xfrm>
          <a:prstGeom prst="roundRect">
            <a:avLst>
              <a:gd name="adj" fmla="val 16667"/>
            </a:avLst>
          </a:prstGeom>
          <a:noFill/>
          <a:ln>
            <a:noFill/>
          </a:ln>
        </p:spPr>
      </p:sp>
      <p:sp>
        <p:nvSpPr>
          <p:cNvPr id="893" name="Google Shape;893;p79"/>
          <p:cNvSpPr>
            <a:spLocks noGrp="1"/>
          </p:cNvSpPr>
          <p:nvPr>
            <p:ph type="pic" idx="6"/>
          </p:nvPr>
        </p:nvSpPr>
        <p:spPr>
          <a:xfrm>
            <a:off x="4939050" y="3984875"/>
            <a:ext cx="599100" cy="599100"/>
          </a:xfrm>
          <a:prstGeom prst="roundRect">
            <a:avLst>
              <a:gd name="adj" fmla="val 16667"/>
            </a:avLst>
          </a:prstGeom>
          <a:noFill/>
          <a:ln>
            <a:noFill/>
          </a:ln>
        </p:spPr>
      </p:sp>
      <p:sp>
        <p:nvSpPr>
          <p:cNvPr id="894" name="Google Shape;894;p79"/>
          <p:cNvSpPr txBox="1">
            <a:spLocks noGrp="1"/>
          </p:cNvSpPr>
          <p:nvPr>
            <p:ph type="subTitle" idx="7"/>
          </p:nvPr>
        </p:nvSpPr>
        <p:spPr>
          <a:xfrm>
            <a:off x="5802575" y="1268025"/>
            <a:ext cx="2884200" cy="332100"/>
          </a:xfrm>
          <a:prstGeom prst="rect">
            <a:avLst/>
          </a:prstGeom>
        </p:spPr>
        <p:txBody>
          <a:bodyPr spcFirstLastPara="1" wrap="square" lIns="0" tIns="0" rIns="0" bIns="0" anchor="t" anchorCtr="0">
            <a:normAutofit/>
          </a:bodyPr>
          <a:lstStyle>
            <a:lvl1pPr lvl="0" rtl="0">
              <a:lnSpc>
                <a:spcPct val="100000"/>
              </a:lnSpc>
              <a:spcBef>
                <a:spcPts val="0"/>
              </a:spcBef>
              <a:spcAft>
                <a:spcPts val="0"/>
              </a:spcAft>
              <a:buSzPts val="1600"/>
              <a:buNone/>
              <a:defRPr sz="1600" b="1">
                <a:solidFill>
                  <a:schemeClr val="accent1"/>
                </a:solidFill>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895" name="Google Shape;895;p79"/>
          <p:cNvSpPr txBox="1">
            <a:spLocks noGrp="1"/>
          </p:cNvSpPr>
          <p:nvPr>
            <p:ph type="body" idx="8"/>
          </p:nvPr>
        </p:nvSpPr>
        <p:spPr>
          <a:xfrm>
            <a:off x="5802575" y="1600325"/>
            <a:ext cx="2884200" cy="513600"/>
          </a:xfrm>
          <a:prstGeom prst="rect">
            <a:avLst/>
          </a:prstGeom>
        </p:spPr>
        <p:txBody>
          <a:bodyPr spcFirstLastPara="1" wrap="square" lIns="0" tIns="0" rIns="0" bIns="0" anchor="t" anchorCtr="0">
            <a:normAutofit/>
          </a:bodyPr>
          <a:lstStyle>
            <a:lvl1pPr marL="457200" lvl="0" indent="-304800" rtl="0">
              <a:spcBef>
                <a:spcPts val="0"/>
              </a:spcBef>
              <a:spcAft>
                <a:spcPts val="0"/>
              </a:spcAft>
              <a:buClr>
                <a:schemeClr val="lt1"/>
              </a:buClr>
              <a:buSzPts val="1200"/>
              <a:buChar char="■"/>
              <a:defRPr sz="1200">
                <a:solidFill>
                  <a:schemeClr val="lt1"/>
                </a:solidFill>
              </a:defRPr>
            </a:lvl1pPr>
            <a:lvl2pPr marL="914400" lvl="1" indent="-304800" rtl="0">
              <a:spcBef>
                <a:spcPts val="0"/>
              </a:spcBef>
              <a:spcAft>
                <a:spcPts val="0"/>
              </a:spcAft>
              <a:buClr>
                <a:schemeClr val="lt1"/>
              </a:buClr>
              <a:buSzPts val="1200"/>
              <a:buChar char="■"/>
              <a:defRPr sz="1200">
                <a:solidFill>
                  <a:schemeClr val="lt1"/>
                </a:solidFill>
              </a:defRPr>
            </a:lvl2pPr>
            <a:lvl3pPr marL="1371600" lvl="2" indent="-304800" rtl="0">
              <a:spcBef>
                <a:spcPts val="0"/>
              </a:spcBef>
              <a:spcAft>
                <a:spcPts val="0"/>
              </a:spcAft>
              <a:buClr>
                <a:schemeClr val="lt1"/>
              </a:buClr>
              <a:buSzPts val="1200"/>
              <a:buChar char="■"/>
              <a:defRPr sz="1200">
                <a:solidFill>
                  <a:schemeClr val="lt1"/>
                </a:solidFill>
              </a:defRPr>
            </a:lvl3pPr>
            <a:lvl4pPr marL="1828800" lvl="3" indent="-304800" rtl="0">
              <a:spcBef>
                <a:spcPts val="0"/>
              </a:spcBef>
              <a:spcAft>
                <a:spcPts val="0"/>
              </a:spcAft>
              <a:buClr>
                <a:schemeClr val="lt1"/>
              </a:buClr>
              <a:buSzPts val="1200"/>
              <a:buChar char="●"/>
              <a:defRPr sz="1200">
                <a:solidFill>
                  <a:schemeClr val="lt1"/>
                </a:solidFill>
              </a:defRPr>
            </a:lvl4pPr>
            <a:lvl5pPr marL="2286000" lvl="4" indent="-304800" rtl="0">
              <a:spcBef>
                <a:spcPts val="0"/>
              </a:spcBef>
              <a:spcAft>
                <a:spcPts val="0"/>
              </a:spcAft>
              <a:buClr>
                <a:schemeClr val="lt1"/>
              </a:buClr>
              <a:buSzPts val="1200"/>
              <a:buChar char="○"/>
              <a:defRPr sz="1200">
                <a:solidFill>
                  <a:schemeClr val="lt1"/>
                </a:solidFill>
              </a:defRPr>
            </a:lvl5pPr>
            <a:lvl6pPr marL="2743200" lvl="5" indent="-304800" rtl="0">
              <a:spcBef>
                <a:spcPts val="0"/>
              </a:spcBef>
              <a:spcAft>
                <a:spcPts val="0"/>
              </a:spcAft>
              <a:buClr>
                <a:schemeClr val="lt1"/>
              </a:buClr>
              <a:buSzPts val="1200"/>
              <a:buChar char="■"/>
              <a:defRPr sz="1200">
                <a:solidFill>
                  <a:schemeClr val="lt1"/>
                </a:solidFill>
              </a:defRPr>
            </a:lvl6pPr>
            <a:lvl7pPr marL="3200400" lvl="6" indent="-304800" rtl="0">
              <a:spcBef>
                <a:spcPts val="0"/>
              </a:spcBef>
              <a:spcAft>
                <a:spcPts val="0"/>
              </a:spcAft>
              <a:buClr>
                <a:schemeClr val="lt1"/>
              </a:buClr>
              <a:buSzPts val="1200"/>
              <a:buChar char="●"/>
              <a:defRPr sz="1200">
                <a:solidFill>
                  <a:schemeClr val="lt1"/>
                </a:solidFill>
              </a:defRPr>
            </a:lvl7pPr>
            <a:lvl8pPr marL="3657600" lvl="7" indent="-304800" rtl="0">
              <a:spcBef>
                <a:spcPts val="0"/>
              </a:spcBef>
              <a:spcAft>
                <a:spcPts val="0"/>
              </a:spcAft>
              <a:buClr>
                <a:schemeClr val="lt1"/>
              </a:buClr>
              <a:buSzPts val="1200"/>
              <a:buChar char="○"/>
              <a:defRPr sz="1200">
                <a:solidFill>
                  <a:schemeClr val="lt1"/>
                </a:solidFill>
              </a:defRPr>
            </a:lvl8pPr>
            <a:lvl9pPr marL="4114800" lvl="8" indent="-304800" rtl="0">
              <a:spcBef>
                <a:spcPts val="0"/>
              </a:spcBef>
              <a:spcAft>
                <a:spcPts val="0"/>
              </a:spcAft>
              <a:buClr>
                <a:schemeClr val="lt1"/>
              </a:buClr>
              <a:buSzPts val="1200"/>
              <a:buChar char="■"/>
              <a:defRPr sz="1200">
                <a:solidFill>
                  <a:schemeClr val="lt1"/>
                </a:solidFill>
              </a:defRPr>
            </a:lvl9pPr>
          </a:lstStyle>
          <a:p>
            <a:endParaRPr/>
          </a:p>
        </p:txBody>
      </p:sp>
      <p:sp>
        <p:nvSpPr>
          <p:cNvPr id="896" name="Google Shape;896;p79"/>
          <p:cNvSpPr txBox="1">
            <a:spLocks noGrp="1"/>
          </p:cNvSpPr>
          <p:nvPr>
            <p:ph type="subTitle" idx="9"/>
          </p:nvPr>
        </p:nvSpPr>
        <p:spPr>
          <a:xfrm>
            <a:off x="5802575" y="2520250"/>
            <a:ext cx="2884200" cy="332100"/>
          </a:xfrm>
          <a:prstGeom prst="rect">
            <a:avLst/>
          </a:prstGeom>
        </p:spPr>
        <p:txBody>
          <a:bodyPr spcFirstLastPara="1" wrap="square" lIns="0" tIns="0" rIns="0" bIns="0" anchor="t" anchorCtr="0">
            <a:normAutofit/>
          </a:bodyPr>
          <a:lstStyle>
            <a:lvl1pPr lvl="0" rtl="0">
              <a:lnSpc>
                <a:spcPct val="100000"/>
              </a:lnSpc>
              <a:spcBef>
                <a:spcPts val="0"/>
              </a:spcBef>
              <a:spcAft>
                <a:spcPts val="0"/>
              </a:spcAft>
              <a:buClr>
                <a:schemeClr val="accent2"/>
              </a:buClr>
              <a:buSzPts val="1600"/>
              <a:buNone/>
              <a:defRPr sz="1600" b="1">
                <a:solidFill>
                  <a:schemeClr val="accent2"/>
                </a:solidFill>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897" name="Google Shape;897;p79"/>
          <p:cNvSpPr txBox="1">
            <a:spLocks noGrp="1"/>
          </p:cNvSpPr>
          <p:nvPr>
            <p:ph type="body" idx="13"/>
          </p:nvPr>
        </p:nvSpPr>
        <p:spPr>
          <a:xfrm>
            <a:off x="5802575" y="2852550"/>
            <a:ext cx="2884200" cy="513600"/>
          </a:xfrm>
          <a:prstGeom prst="rect">
            <a:avLst/>
          </a:prstGeom>
        </p:spPr>
        <p:txBody>
          <a:bodyPr spcFirstLastPara="1" wrap="square" lIns="0" tIns="0" rIns="0" bIns="0" anchor="t" anchorCtr="0">
            <a:normAutofit/>
          </a:bodyPr>
          <a:lstStyle>
            <a:lvl1pPr marL="457200" lvl="0" indent="-304800" rtl="0">
              <a:spcBef>
                <a:spcPts val="0"/>
              </a:spcBef>
              <a:spcAft>
                <a:spcPts val="0"/>
              </a:spcAft>
              <a:buClr>
                <a:schemeClr val="lt1"/>
              </a:buClr>
              <a:buSzPts val="1200"/>
              <a:buChar char="■"/>
              <a:defRPr sz="1200">
                <a:solidFill>
                  <a:schemeClr val="lt1"/>
                </a:solidFill>
              </a:defRPr>
            </a:lvl1pPr>
            <a:lvl2pPr marL="914400" lvl="1" indent="-304800" rtl="0">
              <a:spcBef>
                <a:spcPts val="0"/>
              </a:spcBef>
              <a:spcAft>
                <a:spcPts val="0"/>
              </a:spcAft>
              <a:buClr>
                <a:schemeClr val="lt1"/>
              </a:buClr>
              <a:buSzPts val="1200"/>
              <a:buChar char="■"/>
              <a:defRPr sz="1200">
                <a:solidFill>
                  <a:schemeClr val="lt1"/>
                </a:solidFill>
              </a:defRPr>
            </a:lvl2pPr>
            <a:lvl3pPr marL="1371600" lvl="2" indent="-304800" rtl="0">
              <a:spcBef>
                <a:spcPts val="0"/>
              </a:spcBef>
              <a:spcAft>
                <a:spcPts val="0"/>
              </a:spcAft>
              <a:buClr>
                <a:schemeClr val="lt1"/>
              </a:buClr>
              <a:buSzPts val="1200"/>
              <a:buChar char="■"/>
              <a:defRPr sz="1200">
                <a:solidFill>
                  <a:schemeClr val="lt1"/>
                </a:solidFill>
              </a:defRPr>
            </a:lvl3pPr>
            <a:lvl4pPr marL="1828800" lvl="3" indent="-304800" rtl="0">
              <a:spcBef>
                <a:spcPts val="0"/>
              </a:spcBef>
              <a:spcAft>
                <a:spcPts val="0"/>
              </a:spcAft>
              <a:buClr>
                <a:schemeClr val="lt1"/>
              </a:buClr>
              <a:buSzPts val="1200"/>
              <a:buChar char="●"/>
              <a:defRPr sz="1200">
                <a:solidFill>
                  <a:schemeClr val="lt1"/>
                </a:solidFill>
              </a:defRPr>
            </a:lvl4pPr>
            <a:lvl5pPr marL="2286000" lvl="4" indent="-304800" rtl="0">
              <a:spcBef>
                <a:spcPts val="0"/>
              </a:spcBef>
              <a:spcAft>
                <a:spcPts val="0"/>
              </a:spcAft>
              <a:buClr>
                <a:schemeClr val="lt1"/>
              </a:buClr>
              <a:buSzPts val="1200"/>
              <a:buChar char="○"/>
              <a:defRPr sz="1200">
                <a:solidFill>
                  <a:schemeClr val="lt1"/>
                </a:solidFill>
              </a:defRPr>
            </a:lvl5pPr>
            <a:lvl6pPr marL="2743200" lvl="5" indent="-304800" rtl="0">
              <a:spcBef>
                <a:spcPts val="0"/>
              </a:spcBef>
              <a:spcAft>
                <a:spcPts val="0"/>
              </a:spcAft>
              <a:buClr>
                <a:schemeClr val="lt1"/>
              </a:buClr>
              <a:buSzPts val="1200"/>
              <a:buChar char="■"/>
              <a:defRPr sz="1200">
                <a:solidFill>
                  <a:schemeClr val="lt1"/>
                </a:solidFill>
              </a:defRPr>
            </a:lvl6pPr>
            <a:lvl7pPr marL="3200400" lvl="6" indent="-304800" rtl="0">
              <a:spcBef>
                <a:spcPts val="0"/>
              </a:spcBef>
              <a:spcAft>
                <a:spcPts val="0"/>
              </a:spcAft>
              <a:buClr>
                <a:schemeClr val="lt1"/>
              </a:buClr>
              <a:buSzPts val="1200"/>
              <a:buChar char="●"/>
              <a:defRPr sz="1200">
                <a:solidFill>
                  <a:schemeClr val="lt1"/>
                </a:solidFill>
              </a:defRPr>
            </a:lvl7pPr>
            <a:lvl8pPr marL="3657600" lvl="7" indent="-304800" rtl="0">
              <a:spcBef>
                <a:spcPts val="0"/>
              </a:spcBef>
              <a:spcAft>
                <a:spcPts val="0"/>
              </a:spcAft>
              <a:buClr>
                <a:schemeClr val="lt1"/>
              </a:buClr>
              <a:buSzPts val="1200"/>
              <a:buChar char="○"/>
              <a:defRPr sz="1200">
                <a:solidFill>
                  <a:schemeClr val="lt1"/>
                </a:solidFill>
              </a:defRPr>
            </a:lvl8pPr>
            <a:lvl9pPr marL="4114800" lvl="8" indent="-304800" rtl="0">
              <a:spcBef>
                <a:spcPts val="0"/>
              </a:spcBef>
              <a:spcAft>
                <a:spcPts val="0"/>
              </a:spcAft>
              <a:buClr>
                <a:schemeClr val="lt1"/>
              </a:buClr>
              <a:buSzPts val="1200"/>
              <a:buChar char="■"/>
              <a:defRPr sz="1200">
                <a:solidFill>
                  <a:schemeClr val="lt1"/>
                </a:solidFill>
              </a:defRPr>
            </a:lvl9pPr>
          </a:lstStyle>
          <a:p>
            <a:endParaRPr/>
          </a:p>
        </p:txBody>
      </p:sp>
      <p:sp>
        <p:nvSpPr>
          <p:cNvPr id="898" name="Google Shape;898;p79"/>
          <p:cNvSpPr txBox="1">
            <a:spLocks noGrp="1"/>
          </p:cNvSpPr>
          <p:nvPr>
            <p:ph type="subTitle" idx="14"/>
          </p:nvPr>
        </p:nvSpPr>
        <p:spPr>
          <a:xfrm>
            <a:off x="5802575" y="3861475"/>
            <a:ext cx="2884200" cy="332100"/>
          </a:xfrm>
          <a:prstGeom prst="rect">
            <a:avLst/>
          </a:prstGeom>
        </p:spPr>
        <p:txBody>
          <a:bodyPr spcFirstLastPara="1" wrap="square" lIns="0" tIns="0" rIns="0" bIns="0" anchor="t" anchorCtr="0">
            <a:normAutofit/>
          </a:bodyPr>
          <a:lstStyle>
            <a:lvl1pPr lvl="0" rtl="0">
              <a:lnSpc>
                <a:spcPct val="100000"/>
              </a:lnSpc>
              <a:spcBef>
                <a:spcPts val="0"/>
              </a:spcBef>
              <a:spcAft>
                <a:spcPts val="0"/>
              </a:spcAft>
              <a:buClr>
                <a:schemeClr val="accent3"/>
              </a:buClr>
              <a:buSzPts val="1600"/>
              <a:buNone/>
              <a:defRPr sz="1600" b="1">
                <a:solidFill>
                  <a:schemeClr val="accent3"/>
                </a:solidFill>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899" name="Google Shape;899;p79"/>
          <p:cNvSpPr txBox="1">
            <a:spLocks noGrp="1"/>
          </p:cNvSpPr>
          <p:nvPr>
            <p:ph type="body" idx="15"/>
          </p:nvPr>
        </p:nvSpPr>
        <p:spPr>
          <a:xfrm>
            <a:off x="5802575" y="4193775"/>
            <a:ext cx="2884200" cy="513600"/>
          </a:xfrm>
          <a:prstGeom prst="rect">
            <a:avLst/>
          </a:prstGeom>
        </p:spPr>
        <p:txBody>
          <a:bodyPr spcFirstLastPara="1" wrap="square" lIns="0" tIns="0" rIns="0" bIns="0" anchor="t" anchorCtr="0">
            <a:normAutofit/>
          </a:bodyPr>
          <a:lstStyle>
            <a:lvl1pPr marL="457200" lvl="0" indent="-304800" rtl="0">
              <a:spcBef>
                <a:spcPts val="0"/>
              </a:spcBef>
              <a:spcAft>
                <a:spcPts val="0"/>
              </a:spcAft>
              <a:buClr>
                <a:schemeClr val="lt1"/>
              </a:buClr>
              <a:buSzPts val="1200"/>
              <a:buChar char="■"/>
              <a:defRPr sz="1200">
                <a:solidFill>
                  <a:schemeClr val="lt1"/>
                </a:solidFill>
              </a:defRPr>
            </a:lvl1pPr>
            <a:lvl2pPr marL="914400" lvl="1" indent="-304800" rtl="0">
              <a:spcBef>
                <a:spcPts val="0"/>
              </a:spcBef>
              <a:spcAft>
                <a:spcPts val="0"/>
              </a:spcAft>
              <a:buClr>
                <a:schemeClr val="lt1"/>
              </a:buClr>
              <a:buSzPts val="1200"/>
              <a:buChar char="■"/>
              <a:defRPr sz="1200">
                <a:solidFill>
                  <a:schemeClr val="lt1"/>
                </a:solidFill>
              </a:defRPr>
            </a:lvl2pPr>
            <a:lvl3pPr marL="1371600" lvl="2" indent="-304800" rtl="0">
              <a:spcBef>
                <a:spcPts val="0"/>
              </a:spcBef>
              <a:spcAft>
                <a:spcPts val="0"/>
              </a:spcAft>
              <a:buClr>
                <a:schemeClr val="lt1"/>
              </a:buClr>
              <a:buSzPts val="1200"/>
              <a:buChar char="■"/>
              <a:defRPr sz="1200">
                <a:solidFill>
                  <a:schemeClr val="lt1"/>
                </a:solidFill>
              </a:defRPr>
            </a:lvl3pPr>
            <a:lvl4pPr marL="1828800" lvl="3" indent="-304800" rtl="0">
              <a:spcBef>
                <a:spcPts val="0"/>
              </a:spcBef>
              <a:spcAft>
                <a:spcPts val="0"/>
              </a:spcAft>
              <a:buClr>
                <a:schemeClr val="lt1"/>
              </a:buClr>
              <a:buSzPts val="1200"/>
              <a:buChar char="●"/>
              <a:defRPr sz="1200">
                <a:solidFill>
                  <a:schemeClr val="lt1"/>
                </a:solidFill>
              </a:defRPr>
            </a:lvl4pPr>
            <a:lvl5pPr marL="2286000" lvl="4" indent="-304800" rtl="0">
              <a:spcBef>
                <a:spcPts val="0"/>
              </a:spcBef>
              <a:spcAft>
                <a:spcPts val="0"/>
              </a:spcAft>
              <a:buClr>
                <a:schemeClr val="lt1"/>
              </a:buClr>
              <a:buSzPts val="1200"/>
              <a:buChar char="○"/>
              <a:defRPr sz="1200">
                <a:solidFill>
                  <a:schemeClr val="lt1"/>
                </a:solidFill>
              </a:defRPr>
            </a:lvl5pPr>
            <a:lvl6pPr marL="2743200" lvl="5" indent="-304800" rtl="0">
              <a:spcBef>
                <a:spcPts val="0"/>
              </a:spcBef>
              <a:spcAft>
                <a:spcPts val="0"/>
              </a:spcAft>
              <a:buClr>
                <a:schemeClr val="lt1"/>
              </a:buClr>
              <a:buSzPts val="1200"/>
              <a:buChar char="■"/>
              <a:defRPr sz="1200">
                <a:solidFill>
                  <a:schemeClr val="lt1"/>
                </a:solidFill>
              </a:defRPr>
            </a:lvl6pPr>
            <a:lvl7pPr marL="3200400" lvl="6" indent="-304800" rtl="0">
              <a:spcBef>
                <a:spcPts val="0"/>
              </a:spcBef>
              <a:spcAft>
                <a:spcPts val="0"/>
              </a:spcAft>
              <a:buClr>
                <a:schemeClr val="lt1"/>
              </a:buClr>
              <a:buSzPts val="1200"/>
              <a:buChar char="●"/>
              <a:defRPr sz="1200">
                <a:solidFill>
                  <a:schemeClr val="lt1"/>
                </a:solidFill>
              </a:defRPr>
            </a:lvl7pPr>
            <a:lvl8pPr marL="3657600" lvl="7" indent="-304800" rtl="0">
              <a:spcBef>
                <a:spcPts val="0"/>
              </a:spcBef>
              <a:spcAft>
                <a:spcPts val="0"/>
              </a:spcAft>
              <a:buClr>
                <a:schemeClr val="lt1"/>
              </a:buClr>
              <a:buSzPts val="1200"/>
              <a:buChar char="○"/>
              <a:defRPr sz="1200">
                <a:solidFill>
                  <a:schemeClr val="lt1"/>
                </a:solidFill>
              </a:defRPr>
            </a:lvl8pPr>
            <a:lvl9pPr marL="4114800" lvl="8" indent="-304800" rtl="0">
              <a:spcBef>
                <a:spcPts val="0"/>
              </a:spcBef>
              <a:spcAft>
                <a:spcPts val="0"/>
              </a:spcAft>
              <a:buClr>
                <a:schemeClr val="lt1"/>
              </a:buClr>
              <a:buSzPts val="1200"/>
              <a:buChar char="■"/>
              <a:defRPr sz="1200">
                <a:solidFill>
                  <a:schemeClr val="lt1"/>
                </a:solidFill>
              </a:defRPr>
            </a:lvl9pPr>
          </a:lstStyle>
          <a:p>
            <a:endParaRPr/>
          </a:p>
        </p:txBody>
      </p:sp>
    </p:spTree>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matchingName="Case Study - 3">
  <p:cSld name="TITLE_ONLY_7_1">
    <p:spTree>
      <p:nvGrpSpPr>
        <p:cNvPr id="1" name="Shape 900"/>
        <p:cNvGrpSpPr/>
        <p:nvPr/>
      </p:nvGrpSpPr>
      <p:grpSpPr>
        <a:xfrm>
          <a:off x="0" y="0"/>
          <a:ext cx="0" cy="0"/>
          <a:chOff x="0" y="0"/>
          <a:chExt cx="0" cy="0"/>
        </a:xfrm>
      </p:grpSpPr>
      <p:sp>
        <p:nvSpPr>
          <p:cNvPr id="901" name="Google Shape;901;p80"/>
          <p:cNvSpPr txBox="1">
            <a:spLocks noGrp="1"/>
          </p:cNvSpPr>
          <p:nvPr>
            <p:ph type="title"/>
          </p:nvPr>
        </p:nvSpPr>
        <p:spPr>
          <a:xfrm>
            <a:off x="457200" y="114300"/>
            <a:ext cx="8229600" cy="903300"/>
          </a:xfrm>
          <a:prstGeom prst="rect">
            <a:avLst/>
          </a:prstGeom>
        </p:spPr>
        <p:txBody>
          <a:bodyPr spcFirstLastPara="1" wrap="square" lIns="0" tIns="0" rIns="0" bIns="0" anchor="t" anchorCtr="0">
            <a:normAutofit/>
          </a:bodyPr>
          <a:lstStyle>
            <a:lvl1pPr lvl="0" rtl="0">
              <a:spcBef>
                <a:spcPts val="0"/>
              </a:spcBef>
              <a:spcAft>
                <a:spcPts val="0"/>
              </a:spcAft>
              <a:buSzPts val="34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pic>
        <p:nvPicPr>
          <p:cNvPr id="902" name="Google Shape;902;p80"/>
          <p:cNvPicPr preferRelativeResize="0"/>
          <p:nvPr/>
        </p:nvPicPr>
        <p:blipFill>
          <a:blip r:embed="rId2">
            <a:alphaModFix/>
          </a:blip>
          <a:stretch>
            <a:fillRect/>
          </a:stretch>
        </p:blipFill>
        <p:spPr>
          <a:xfrm>
            <a:off x="8544852" y="62010"/>
            <a:ext cx="599140" cy="599141"/>
          </a:xfrm>
          <a:prstGeom prst="rect">
            <a:avLst/>
          </a:prstGeom>
          <a:noFill/>
          <a:ln>
            <a:noFill/>
          </a:ln>
        </p:spPr>
      </p:pic>
      <p:sp>
        <p:nvSpPr>
          <p:cNvPr id="903" name="Google Shape;903;p80"/>
          <p:cNvSpPr txBox="1">
            <a:spLocks noGrp="1"/>
          </p:cNvSpPr>
          <p:nvPr>
            <p:ph type="subTitle" idx="1"/>
          </p:nvPr>
        </p:nvSpPr>
        <p:spPr>
          <a:xfrm>
            <a:off x="467075" y="4814525"/>
            <a:ext cx="2326500" cy="206400"/>
          </a:xfrm>
          <a:prstGeom prst="rect">
            <a:avLst/>
          </a:prstGeom>
        </p:spPr>
        <p:txBody>
          <a:bodyPr spcFirstLastPara="1" wrap="square" lIns="0" tIns="0" rIns="0" bIns="0" anchor="b" anchorCtr="0">
            <a:normAutofit/>
          </a:bodyPr>
          <a:lstStyle>
            <a:lvl1pPr lvl="0" rtl="0">
              <a:spcBef>
                <a:spcPts val="0"/>
              </a:spcBef>
              <a:spcAft>
                <a:spcPts val="0"/>
              </a:spcAft>
              <a:buClr>
                <a:schemeClr val="dk2"/>
              </a:buClr>
              <a:buSzPts val="700"/>
              <a:buNone/>
              <a:defRPr sz="700">
                <a:solidFill>
                  <a:schemeClr val="dk2"/>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904" name="Google Shape;904;p80"/>
          <p:cNvSpPr txBox="1">
            <a:spLocks noGrp="1"/>
          </p:cNvSpPr>
          <p:nvPr>
            <p:ph type="subTitle" idx="2"/>
          </p:nvPr>
        </p:nvSpPr>
        <p:spPr>
          <a:xfrm>
            <a:off x="2640742" y="1130847"/>
            <a:ext cx="3862500" cy="441600"/>
          </a:xfrm>
          <a:prstGeom prst="rect">
            <a:avLst/>
          </a:prstGeom>
        </p:spPr>
        <p:txBody>
          <a:bodyPr spcFirstLastPara="1" wrap="square" lIns="0" tIns="0" rIns="0" bIns="0" anchor="t" anchorCtr="0">
            <a:normAutofit/>
          </a:bodyPr>
          <a:lstStyle>
            <a:lvl1pPr lvl="0" algn="ctr" rtl="0">
              <a:lnSpc>
                <a:spcPct val="100000"/>
              </a:lnSpc>
              <a:spcBef>
                <a:spcPts val="0"/>
              </a:spcBef>
              <a:spcAft>
                <a:spcPts val="0"/>
              </a:spcAft>
              <a:buSzPts val="2000"/>
              <a:buNone/>
              <a:defRPr sz="2000" b="1">
                <a:solidFill>
                  <a:schemeClr val="accent1"/>
                </a:solidFill>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905" name="Google Shape;905;p80"/>
          <p:cNvSpPr/>
          <p:nvPr/>
        </p:nvSpPr>
        <p:spPr>
          <a:xfrm>
            <a:off x="1193675" y="2039375"/>
            <a:ext cx="6756600" cy="1961100"/>
          </a:xfrm>
          <a:prstGeom prst="roundRect">
            <a:avLst>
              <a:gd name="adj" fmla="val 11847"/>
            </a:avLst>
          </a:prstGeom>
          <a:solidFill>
            <a:srgbClr val="434343"/>
          </a:solidFill>
          <a:ln>
            <a:noFill/>
          </a:ln>
        </p:spPr>
        <p:txBody>
          <a:bodyPr spcFirstLastPara="1" wrap="square" lIns="57150" tIns="57150" rIns="57150" bIns="57150" anchor="t" anchorCtr="0">
            <a:noAutofit/>
          </a:bodyPr>
          <a:lstStyle/>
          <a:p>
            <a:pPr marL="0" lvl="0" indent="0" algn="l" rtl="0">
              <a:spcBef>
                <a:spcPts val="0"/>
              </a:spcBef>
              <a:spcAft>
                <a:spcPts val="0"/>
              </a:spcAft>
              <a:buNone/>
            </a:pPr>
            <a:endParaRPr sz="900" b="1"/>
          </a:p>
        </p:txBody>
      </p:sp>
      <p:sp>
        <p:nvSpPr>
          <p:cNvPr id="906" name="Google Shape;906;p80"/>
          <p:cNvSpPr txBox="1">
            <a:spLocks noGrp="1"/>
          </p:cNvSpPr>
          <p:nvPr>
            <p:ph type="subTitle" idx="3"/>
          </p:nvPr>
        </p:nvSpPr>
        <p:spPr>
          <a:xfrm>
            <a:off x="2640742" y="1547000"/>
            <a:ext cx="3862500" cy="441600"/>
          </a:xfrm>
          <a:prstGeom prst="rect">
            <a:avLst/>
          </a:prstGeom>
        </p:spPr>
        <p:txBody>
          <a:bodyPr spcFirstLastPara="1" wrap="square" lIns="0" tIns="0" rIns="0" bIns="0" anchor="t" anchorCtr="0">
            <a:normAutofit/>
          </a:bodyPr>
          <a:lstStyle>
            <a:lvl1pPr lvl="0" algn="ctr" rtl="0">
              <a:lnSpc>
                <a:spcPct val="100000"/>
              </a:lnSpc>
              <a:spcBef>
                <a:spcPts val="0"/>
              </a:spcBef>
              <a:spcAft>
                <a:spcPts val="0"/>
              </a:spcAft>
              <a:buClr>
                <a:schemeClr val="accent4"/>
              </a:buClr>
              <a:buSzPts val="1600"/>
              <a:buFont typeface="IBM Plex Sans Medium"/>
              <a:buNone/>
              <a:defRPr>
                <a:solidFill>
                  <a:schemeClr val="accent4"/>
                </a:solidFill>
                <a:latin typeface="IBM Plex Sans Medium"/>
                <a:ea typeface="IBM Plex Sans Medium"/>
                <a:cs typeface="IBM Plex Sans Medium"/>
                <a:sym typeface="IBM Plex Sans Medium"/>
              </a:defRPr>
            </a:lvl1pPr>
            <a:lvl2pPr lvl="1" algn="ctr" rtl="0">
              <a:lnSpc>
                <a:spcPct val="100000"/>
              </a:lnSpc>
              <a:spcBef>
                <a:spcPts val="0"/>
              </a:spcBef>
              <a:spcAft>
                <a:spcPts val="0"/>
              </a:spcAft>
              <a:buClr>
                <a:schemeClr val="accent4"/>
              </a:buClr>
              <a:buSzPts val="1100"/>
              <a:buFont typeface="IBM Plex Sans Medium"/>
              <a:buNone/>
              <a:defRPr sz="1100">
                <a:solidFill>
                  <a:schemeClr val="accent4"/>
                </a:solidFill>
                <a:latin typeface="IBM Plex Sans Medium"/>
                <a:ea typeface="IBM Plex Sans Medium"/>
                <a:cs typeface="IBM Plex Sans Medium"/>
                <a:sym typeface="IBM Plex Sans Medium"/>
              </a:defRPr>
            </a:lvl2pPr>
            <a:lvl3pPr lvl="2" algn="ctr" rtl="0">
              <a:lnSpc>
                <a:spcPct val="100000"/>
              </a:lnSpc>
              <a:spcBef>
                <a:spcPts val="0"/>
              </a:spcBef>
              <a:spcAft>
                <a:spcPts val="0"/>
              </a:spcAft>
              <a:buClr>
                <a:schemeClr val="accent4"/>
              </a:buClr>
              <a:buSzPts val="1100"/>
              <a:buFont typeface="IBM Plex Sans Medium"/>
              <a:buNone/>
              <a:defRPr sz="1100">
                <a:solidFill>
                  <a:schemeClr val="accent4"/>
                </a:solidFill>
                <a:latin typeface="IBM Plex Sans Medium"/>
                <a:ea typeface="IBM Plex Sans Medium"/>
                <a:cs typeface="IBM Plex Sans Medium"/>
                <a:sym typeface="IBM Plex Sans Medium"/>
              </a:defRPr>
            </a:lvl3pPr>
            <a:lvl4pPr lvl="3" algn="ctr" rtl="0">
              <a:lnSpc>
                <a:spcPct val="100000"/>
              </a:lnSpc>
              <a:spcBef>
                <a:spcPts val="0"/>
              </a:spcBef>
              <a:spcAft>
                <a:spcPts val="0"/>
              </a:spcAft>
              <a:buClr>
                <a:schemeClr val="accent4"/>
              </a:buClr>
              <a:buSzPts val="1100"/>
              <a:buFont typeface="IBM Plex Sans Medium"/>
              <a:buNone/>
              <a:defRPr sz="1100">
                <a:solidFill>
                  <a:schemeClr val="accent4"/>
                </a:solidFill>
                <a:latin typeface="IBM Plex Sans Medium"/>
                <a:ea typeface="IBM Plex Sans Medium"/>
                <a:cs typeface="IBM Plex Sans Medium"/>
                <a:sym typeface="IBM Plex Sans Medium"/>
              </a:defRPr>
            </a:lvl4pPr>
            <a:lvl5pPr lvl="4" algn="ctr" rtl="0">
              <a:lnSpc>
                <a:spcPct val="100000"/>
              </a:lnSpc>
              <a:spcBef>
                <a:spcPts val="0"/>
              </a:spcBef>
              <a:spcAft>
                <a:spcPts val="0"/>
              </a:spcAft>
              <a:buClr>
                <a:schemeClr val="accent4"/>
              </a:buClr>
              <a:buSzPts val="1100"/>
              <a:buFont typeface="IBM Plex Sans Medium"/>
              <a:buNone/>
              <a:defRPr sz="1100">
                <a:solidFill>
                  <a:schemeClr val="accent4"/>
                </a:solidFill>
                <a:latin typeface="IBM Plex Sans Medium"/>
                <a:ea typeface="IBM Plex Sans Medium"/>
                <a:cs typeface="IBM Plex Sans Medium"/>
                <a:sym typeface="IBM Plex Sans Medium"/>
              </a:defRPr>
            </a:lvl5pPr>
            <a:lvl6pPr lvl="5" algn="ctr" rtl="0">
              <a:lnSpc>
                <a:spcPct val="100000"/>
              </a:lnSpc>
              <a:spcBef>
                <a:spcPts val="0"/>
              </a:spcBef>
              <a:spcAft>
                <a:spcPts val="0"/>
              </a:spcAft>
              <a:buClr>
                <a:schemeClr val="accent4"/>
              </a:buClr>
              <a:buSzPts val="1100"/>
              <a:buFont typeface="IBM Plex Sans Medium"/>
              <a:buNone/>
              <a:defRPr sz="1100">
                <a:solidFill>
                  <a:schemeClr val="accent4"/>
                </a:solidFill>
                <a:latin typeface="IBM Plex Sans Medium"/>
                <a:ea typeface="IBM Plex Sans Medium"/>
                <a:cs typeface="IBM Plex Sans Medium"/>
                <a:sym typeface="IBM Plex Sans Medium"/>
              </a:defRPr>
            </a:lvl6pPr>
            <a:lvl7pPr lvl="6" algn="ctr" rtl="0">
              <a:lnSpc>
                <a:spcPct val="100000"/>
              </a:lnSpc>
              <a:spcBef>
                <a:spcPts val="0"/>
              </a:spcBef>
              <a:spcAft>
                <a:spcPts val="0"/>
              </a:spcAft>
              <a:buClr>
                <a:schemeClr val="accent4"/>
              </a:buClr>
              <a:buSzPts val="1100"/>
              <a:buFont typeface="IBM Plex Sans Medium"/>
              <a:buNone/>
              <a:defRPr sz="1100">
                <a:solidFill>
                  <a:schemeClr val="accent4"/>
                </a:solidFill>
                <a:latin typeface="IBM Plex Sans Medium"/>
                <a:ea typeface="IBM Plex Sans Medium"/>
                <a:cs typeface="IBM Plex Sans Medium"/>
                <a:sym typeface="IBM Plex Sans Medium"/>
              </a:defRPr>
            </a:lvl7pPr>
            <a:lvl8pPr lvl="7" algn="ctr" rtl="0">
              <a:lnSpc>
                <a:spcPct val="100000"/>
              </a:lnSpc>
              <a:spcBef>
                <a:spcPts val="0"/>
              </a:spcBef>
              <a:spcAft>
                <a:spcPts val="0"/>
              </a:spcAft>
              <a:buClr>
                <a:schemeClr val="accent4"/>
              </a:buClr>
              <a:buSzPts val="1100"/>
              <a:buFont typeface="IBM Plex Sans Medium"/>
              <a:buNone/>
              <a:defRPr sz="1100">
                <a:solidFill>
                  <a:schemeClr val="accent4"/>
                </a:solidFill>
                <a:latin typeface="IBM Plex Sans Medium"/>
                <a:ea typeface="IBM Plex Sans Medium"/>
                <a:cs typeface="IBM Plex Sans Medium"/>
                <a:sym typeface="IBM Plex Sans Medium"/>
              </a:defRPr>
            </a:lvl8pPr>
            <a:lvl9pPr lvl="8" algn="ctr" rtl="0">
              <a:lnSpc>
                <a:spcPct val="100000"/>
              </a:lnSpc>
              <a:spcBef>
                <a:spcPts val="0"/>
              </a:spcBef>
              <a:spcAft>
                <a:spcPts val="0"/>
              </a:spcAft>
              <a:buClr>
                <a:schemeClr val="accent4"/>
              </a:buClr>
              <a:buSzPts val="1100"/>
              <a:buFont typeface="IBM Plex Sans Medium"/>
              <a:buNone/>
              <a:defRPr sz="1100">
                <a:solidFill>
                  <a:schemeClr val="accent4"/>
                </a:solidFill>
                <a:latin typeface="IBM Plex Sans Medium"/>
                <a:ea typeface="IBM Plex Sans Medium"/>
                <a:cs typeface="IBM Plex Sans Medium"/>
                <a:sym typeface="IBM Plex Sans Medium"/>
              </a:defRPr>
            </a:lvl9pPr>
          </a:lstStyle>
          <a:p>
            <a:endParaRPr/>
          </a:p>
        </p:txBody>
      </p:sp>
      <p:sp>
        <p:nvSpPr>
          <p:cNvPr id="907" name="Google Shape;907;p80"/>
          <p:cNvSpPr txBox="1">
            <a:spLocks noGrp="1"/>
          </p:cNvSpPr>
          <p:nvPr>
            <p:ph type="body" idx="4"/>
          </p:nvPr>
        </p:nvSpPr>
        <p:spPr>
          <a:xfrm>
            <a:off x="1582650" y="3120047"/>
            <a:ext cx="1739100" cy="704700"/>
          </a:xfrm>
          <a:prstGeom prst="rect">
            <a:avLst/>
          </a:prstGeom>
        </p:spPr>
        <p:txBody>
          <a:bodyPr spcFirstLastPara="1" wrap="square" lIns="0" tIns="0" rIns="0" bIns="0" anchor="t" anchorCtr="0">
            <a:normAutofit/>
          </a:bodyPr>
          <a:lstStyle>
            <a:lvl1pPr marL="457200" lvl="0" indent="-285750" algn="ctr" rtl="0">
              <a:spcBef>
                <a:spcPts val="0"/>
              </a:spcBef>
              <a:spcAft>
                <a:spcPts val="0"/>
              </a:spcAft>
              <a:buClr>
                <a:schemeClr val="lt1"/>
              </a:buClr>
              <a:buSzPts val="900"/>
              <a:buChar char="■"/>
              <a:defRPr sz="900">
                <a:solidFill>
                  <a:schemeClr val="lt1"/>
                </a:solidFill>
              </a:defRPr>
            </a:lvl1pPr>
            <a:lvl2pPr marL="914400" lvl="1" indent="-285750" algn="ctr" rtl="0">
              <a:spcBef>
                <a:spcPts val="0"/>
              </a:spcBef>
              <a:spcAft>
                <a:spcPts val="0"/>
              </a:spcAft>
              <a:buClr>
                <a:schemeClr val="lt1"/>
              </a:buClr>
              <a:buSzPts val="900"/>
              <a:buChar char="■"/>
              <a:defRPr sz="900">
                <a:solidFill>
                  <a:schemeClr val="lt1"/>
                </a:solidFill>
              </a:defRPr>
            </a:lvl2pPr>
            <a:lvl3pPr marL="1371600" lvl="2" indent="-285750" algn="ctr" rtl="0">
              <a:spcBef>
                <a:spcPts val="0"/>
              </a:spcBef>
              <a:spcAft>
                <a:spcPts val="0"/>
              </a:spcAft>
              <a:buClr>
                <a:schemeClr val="lt1"/>
              </a:buClr>
              <a:buSzPts val="900"/>
              <a:buChar char="■"/>
              <a:defRPr sz="900">
                <a:solidFill>
                  <a:schemeClr val="lt1"/>
                </a:solidFill>
              </a:defRPr>
            </a:lvl3pPr>
            <a:lvl4pPr marL="1828800" lvl="3" indent="-285750" algn="ctr" rtl="0">
              <a:spcBef>
                <a:spcPts val="0"/>
              </a:spcBef>
              <a:spcAft>
                <a:spcPts val="0"/>
              </a:spcAft>
              <a:buClr>
                <a:schemeClr val="lt1"/>
              </a:buClr>
              <a:buSzPts val="900"/>
              <a:buChar char="●"/>
              <a:defRPr sz="900">
                <a:solidFill>
                  <a:schemeClr val="lt1"/>
                </a:solidFill>
              </a:defRPr>
            </a:lvl4pPr>
            <a:lvl5pPr marL="2286000" lvl="4" indent="-285750" algn="ctr" rtl="0">
              <a:spcBef>
                <a:spcPts val="0"/>
              </a:spcBef>
              <a:spcAft>
                <a:spcPts val="0"/>
              </a:spcAft>
              <a:buClr>
                <a:schemeClr val="lt1"/>
              </a:buClr>
              <a:buSzPts val="900"/>
              <a:buChar char="○"/>
              <a:defRPr sz="900">
                <a:solidFill>
                  <a:schemeClr val="lt1"/>
                </a:solidFill>
              </a:defRPr>
            </a:lvl5pPr>
            <a:lvl6pPr marL="2743200" lvl="5" indent="-285750" algn="ctr" rtl="0">
              <a:spcBef>
                <a:spcPts val="0"/>
              </a:spcBef>
              <a:spcAft>
                <a:spcPts val="0"/>
              </a:spcAft>
              <a:buClr>
                <a:schemeClr val="lt1"/>
              </a:buClr>
              <a:buSzPts val="900"/>
              <a:buChar char="■"/>
              <a:defRPr sz="900">
                <a:solidFill>
                  <a:schemeClr val="lt1"/>
                </a:solidFill>
              </a:defRPr>
            </a:lvl6pPr>
            <a:lvl7pPr marL="3200400" lvl="6" indent="-285750" algn="ctr" rtl="0">
              <a:spcBef>
                <a:spcPts val="0"/>
              </a:spcBef>
              <a:spcAft>
                <a:spcPts val="0"/>
              </a:spcAft>
              <a:buClr>
                <a:schemeClr val="lt1"/>
              </a:buClr>
              <a:buSzPts val="900"/>
              <a:buChar char="●"/>
              <a:defRPr sz="900">
                <a:solidFill>
                  <a:schemeClr val="lt1"/>
                </a:solidFill>
              </a:defRPr>
            </a:lvl7pPr>
            <a:lvl8pPr marL="3657600" lvl="7" indent="-285750" algn="ctr" rtl="0">
              <a:spcBef>
                <a:spcPts val="0"/>
              </a:spcBef>
              <a:spcAft>
                <a:spcPts val="0"/>
              </a:spcAft>
              <a:buClr>
                <a:schemeClr val="lt1"/>
              </a:buClr>
              <a:buSzPts val="900"/>
              <a:buChar char="○"/>
              <a:defRPr sz="900">
                <a:solidFill>
                  <a:schemeClr val="lt1"/>
                </a:solidFill>
              </a:defRPr>
            </a:lvl8pPr>
            <a:lvl9pPr marL="4114800" lvl="8" indent="-285750" algn="ctr" rtl="0">
              <a:spcBef>
                <a:spcPts val="0"/>
              </a:spcBef>
              <a:spcAft>
                <a:spcPts val="0"/>
              </a:spcAft>
              <a:buClr>
                <a:schemeClr val="lt1"/>
              </a:buClr>
              <a:buSzPts val="900"/>
              <a:buChar char="■"/>
              <a:defRPr sz="900">
                <a:solidFill>
                  <a:schemeClr val="lt1"/>
                </a:solidFill>
              </a:defRPr>
            </a:lvl9pPr>
          </a:lstStyle>
          <a:p>
            <a:endParaRPr/>
          </a:p>
        </p:txBody>
      </p:sp>
      <p:sp>
        <p:nvSpPr>
          <p:cNvPr id="908" name="Google Shape;908;p80"/>
          <p:cNvSpPr>
            <a:spLocks noGrp="1"/>
          </p:cNvSpPr>
          <p:nvPr>
            <p:ph type="pic" idx="5"/>
          </p:nvPr>
        </p:nvSpPr>
        <p:spPr>
          <a:xfrm>
            <a:off x="2172532" y="2225911"/>
            <a:ext cx="599100" cy="599100"/>
          </a:xfrm>
          <a:prstGeom prst="roundRect">
            <a:avLst>
              <a:gd name="adj" fmla="val 16667"/>
            </a:avLst>
          </a:prstGeom>
          <a:noFill/>
          <a:ln>
            <a:noFill/>
          </a:ln>
        </p:spPr>
      </p:sp>
      <p:sp>
        <p:nvSpPr>
          <p:cNvPr id="909" name="Google Shape;909;p80"/>
          <p:cNvSpPr txBox="1">
            <a:spLocks noGrp="1"/>
          </p:cNvSpPr>
          <p:nvPr>
            <p:ph type="subTitle" idx="6"/>
          </p:nvPr>
        </p:nvSpPr>
        <p:spPr>
          <a:xfrm>
            <a:off x="1582625" y="2899211"/>
            <a:ext cx="1739100" cy="206400"/>
          </a:xfrm>
          <a:prstGeom prst="rect">
            <a:avLst/>
          </a:prstGeom>
        </p:spPr>
        <p:txBody>
          <a:bodyPr spcFirstLastPara="1" wrap="square" lIns="0" tIns="0" rIns="0" bIns="0" anchor="t" anchorCtr="0">
            <a:spAutoFit/>
          </a:bodyPr>
          <a:lstStyle>
            <a:lvl1pPr lvl="0" algn="ctr" rtl="0">
              <a:lnSpc>
                <a:spcPct val="100000"/>
              </a:lnSpc>
              <a:spcBef>
                <a:spcPts val="0"/>
              </a:spcBef>
              <a:spcAft>
                <a:spcPts val="0"/>
              </a:spcAft>
              <a:buClr>
                <a:schemeClr val="accent2"/>
              </a:buClr>
              <a:buSzPts val="1250"/>
              <a:buFont typeface="IBM Plex Sans Medium"/>
              <a:buNone/>
              <a:defRPr sz="1250">
                <a:solidFill>
                  <a:schemeClr val="accent2"/>
                </a:solidFill>
                <a:latin typeface="IBM Plex Sans Medium"/>
                <a:ea typeface="IBM Plex Sans Medium"/>
                <a:cs typeface="IBM Plex Sans Medium"/>
                <a:sym typeface="IBM Plex Sans Medium"/>
              </a:defRPr>
            </a:lvl1pPr>
            <a:lvl2pPr lvl="1" rtl="0">
              <a:lnSpc>
                <a:spcPct val="100000"/>
              </a:lnSpc>
              <a:spcBef>
                <a:spcPts val="0"/>
              </a:spcBef>
              <a:spcAft>
                <a:spcPts val="0"/>
              </a:spcAft>
              <a:buClr>
                <a:schemeClr val="accent2"/>
              </a:buClr>
              <a:buSzPts val="700"/>
              <a:buFont typeface="IBM Plex Sans Medium"/>
              <a:buNone/>
              <a:defRPr sz="700">
                <a:solidFill>
                  <a:schemeClr val="accent2"/>
                </a:solidFill>
                <a:latin typeface="IBM Plex Sans Medium"/>
                <a:ea typeface="IBM Plex Sans Medium"/>
                <a:cs typeface="IBM Plex Sans Medium"/>
                <a:sym typeface="IBM Plex Sans Medium"/>
              </a:defRPr>
            </a:lvl2pPr>
            <a:lvl3pPr lvl="2" rtl="0">
              <a:lnSpc>
                <a:spcPct val="100000"/>
              </a:lnSpc>
              <a:spcBef>
                <a:spcPts val="0"/>
              </a:spcBef>
              <a:spcAft>
                <a:spcPts val="0"/>
              </a:spcAft>
              <a:buClr>
                <a:schemeClr val="accent2"/>
              </a:buClr>
              <a:buSzPts val="700"/>
              <a:buFont typeface="IBM Plex Sans Medium"/>
              <a:buNone/>
              <a:defRPr sz="700">
                <a:solidFill>
                  <a:schemeClr val="accent2"/>
                </a:solidFill>
                <a:latin typeface="IBM Plex Sans Medium"/>
                <a:ea typeface="IBM Plex Sans Medium"/>
                <a:cs typeface="IBM Plex Sans Medium"/>
                <a:sym typeface="IBM Plex Sans Medium"/>
              </a:defRPr>
            </a:lvl3pPr>
            <a:lvl4pPr lvl="3" rtl="0">
              <a:lnSpc>
                <a:spcPct val="100000"/>
              </a:lnSpc>
              <a:spcBef>
                <a:spcPts val="0"/>
              </a:spcBef>
              <a:spcAft>
                <a:spcPts val="0"/>
              </a:spcAft>
              <a:buClr>
                <a:schemeClr val="accent2"/>
              </a:buClr>
              <a:buSzPts val="700"/>
              <a:buFont typeface="IBM Plex Sans Medium"/>
              <a:buNone/>
              <a:defRPr sz="700">
                <a:solidFill>
                  <a:schemeClr val="accent2"/>
                </a:solidFill>
                <a:latin typeface="IBM Plex Sans Medium"/>
                <a:ea typeface="IBM Plex Sans Medium"/>
                <a:cs typeface="IBM Plex Sans Medium"/>
                <a:sym typeface="IBM Plex Sans Medium"/>
              </a:defRPr>
            </a:lvl4pPr>
            <a:lvl5pPr lvl="4" rtl="0">
              <a:lnSpc>
                <a:spcPct val="100000"/>
              </a:lnSpc>
              <a:spcBef>
                <a:spcPts val="0"/>
              </a:spcBef>
              <a:spcAft>
                <a:spcPts val="0"/>
              </a:spcAft>
              <a:buClr>
                <a:schemeClr val="accent2"/>
              </a:buClr>
              <a:buSzPts val="700"/>
              <a:buFont typeface="IBM Plex Sans Medium"/>
              <a:buNone/>
              <a:defRPr sz="700">
                <a:solidFill>
                  <a:schemeClr val="accent2"/>
                </a:solidFill>
                <a:latin typeface="IBM Plex Sans Medium"/>
                <a:ea typeface="IBM Plex Sans Medium"/>
                <a:cs typeface="IBM Plex Sans Medium"/>
                <a:sym typeface="IBM Plex Sans Medium"/>
              </a:defRPr>
            </a:lvl5pPr>
            <a:lvl6pPr lvl="5" rtl="0">
              <a:lnSpc>
                <a:spcPct val="100000"/>
              </a:lnSpc>
              <a:spcBef>
                <a:spcPts val="0"/>
              </a:spcBef>
              <a:spcAft>
                <a:spcPts val="0"/>
              </a:spcAft>
              <a:buClr>
                <a:schemeClr val="accent2"/>
              </a:buClr>
              <a:buSzPts val="700"/>
              <a:buFont typeface="IBM Plex Sans Medium"/>
              <a:buNone/>
              <a:defRPr sz="700">
                <a:solidFill>
                  <a:schemeClr val="accent2"/>
                </a:solidFill>
                <a:latin typeface="IBM Plex Sans Medium"/>
                <a:ea typeface="IBM Plex Sans Medium"/>
                <a:cs typeface="IBM Plex Sans Medium"/>
                <a:sym typeface="IBM Plex Sans Medium"/>
              </a:defRPr>
            </a:lvl6pPr>
            <a:lvl7pPr lvl="6" rtl="0">
              <a:lnSpc>
                <a:spcPct val="100000"/>
              </a:lnSpc>
              <a:spcBef>
                <a:spcPts val="0"/>
              </a:spcBef>
              <a:spcAft>
                <a:spcPts val="0"/>
              </a:spcAft>
              <a:buClr>
                <a:schemeClr val="accent2"/>
              </a:buClr>
              <a:buSzPts val="700"/>
              <a:buFont typeface="IBM Plex Sans Medium"/>
              <a:buNone/>
              <a:defRPr sz="700">
                <a:solidFill>
                  <a:schemeClr val="accent2"/>
                </a:solidFill>
                <a:latin typeface="IBM Plex Sans Medium"/>
                <a:ea typeface="IBM Plex Sans Medium"/>
                <a:cs typeface="IBM Plex Sans Medium"/>
                <a:sym typeface="IBM Plex Sans Medium"/>
              </a:defRPr>
            </a:lvl7pPr>
            <a:lvl8pPr lvl="7" rtl="0">
              <a:lnSpc>
                <a:spcPct val="100000"/>
              </a:lnSpc>
              <a:spcBef>
                <a:spcPts val="0"/>
              </a:spcBef>
              <a:spcAft>
                <a:spcPts val="0"/>
              </a:spcAft>
              <a:buClr>
                <a:schemeClr val="accent2"/>
              </a:buClr>
              <a:buSzPts val="700"/>
              <a:buFont typeface="IBM Plex Sans Medium"/>
              <a:buNone/>
              <a:defRPr sz="700">
                <a:solidFill>
                  <a:schemeClr val="accent2"/>
                </a:solidFill>
                <a:latin typeface="IBM Plex Sans Medium"/>
                <a:ea typeface="IBM Plex Sans Medium"/>
                <a:cs typeface="IBM Plex Sans Medium"/>
                <a:sym typeface="IBM Plex Sans Medium"/>
              </a:defRPr>
            </a:lvl8pPr>
            <a:lvl9pPr lvl="8" rtl="0">
              <a:lnSpc>
                <a:spcPct val="100000"/>
              </a:lnSpc>
              <a:spcBef>
                <a:spcPts val="0"/>
              </a:spcBef>
              <a:spcAft>
                <a:spcPts val="0"/>
              </a:spcAft>
              <a:buClr>
                <a:schemeClr val="accent2"/>
              </a:buClr>
              <a:buSzPts val="700"/>
              <a:buFont typeface="IBM Plex Sans Medium"/>
              <a:buNone/>
              <a:defRPr sz="700">
                <a:solidFill>
                  <a:schemeClr val="accent2"/>
                </a:solidFill>
                <a:latin typeface="IBM Plex Sans Medium"/>
                <a:ea typeface="IBM Plex Sans Medium"/>
                <a:cs typeface="IBM Plex Sans Medium"/>
                <a:sym typeface="IBM Plex Sans Medium"/>
              </a:defRPr>
            </a:lvl9pPr>
          </a:lstStyle>
          <a:p>
            <a:endParaRPr/>
          </a:p>
        </p:txBody>
      </p:sp>
      <p:sp>
        <p:nvSpPr>
          <p:cNvPr id="910" name="Google Shape;910;p80"/>
          <p:cNvSpPr txBox="1">
            <a:spLocks noGrp="1"/>
          </p:cNvSpPr>
          <p:nvPr>
            <p:ph type="body" idx="7"/>
          </p:nvPr>
        </p:nvSpPr>
        <p:spPr>
          <a:xfrm>
            <a:off x="3783350" y="3120047"/>
            <a:ext cx="1638300" cy="704700"/>
          </a:xfrm>
          <a:prstGeom prst="rect">
            <a:avLst/>
          </a:prstGeom>
        </p:spPr>
        <p:txBody>
          <a:bodyPr spcFirstLastPara="1" wrap="square" lIns="0" tIns="0" rIns="0" bIns="0" anchor="t" anchorCtr="0">
            <a:normAutofit/>
          </a:bodyPr>
          <a:lstStyle>
            <a:lvl1pPr marL="457200" lvl="0" indent="-285750" algn="ctr" rtl="0">
              <a:spcBef>
                <a:spcPts val="0"/>
              </a:spcBef>
              <a:spcAft>
                <a:spcPts val="0"/>
              </a:spcAft>
              <a:buClr>
                <a:schemeClr val="lt1"/>
              </a:buClr>
              <a:buSzPts val="900"/>
              <a:buChar char="■"/>
              <a:defRPr sz="900">
                <a:solidFill>
                  <a:schemeClr val="lt1"/>
                </a:solidFill>
              </a:defRPr>
            </a:lvl1pPr>
            <a:lvl2pPr marL="914400" lvl="1" indent="-285750" algn="ctr" rtl="0">
              <a:spcBef>
                <a:spcPts val="0"/>
              </a:spcBef>
              <a:spcAft>
                <a:spcPts val="0"/>
              </a:spcAft>
              <a:buClr>
                <a:schemeClr val="lt1"/>
              </a:buClr>
              <a:buSzPts val="900"/>
              <a:buChar char="■"/>
              <a:defRPr sz="900">
                <a:solidFill>
                  <a:schemeClr val="lt1"/>
                </a:solidFill>
              </a:defRPr>
            </a:lvl2pPr>
            <a:lvl3pPr marL="1371600" lvl="2" indent="-285750" algn="ctr" rtl="0">
              <a:spcBef>
                <a:spcPts val="0"/>
              </a:spcBef>
              <a:spcAft>
                <a:spcPts val="0"/>
              </a:spcAft>
              <a:buClr>
                <a:schemeClr val="lt1"/>
              </a:buClr>
              <a:buSzPts val="900"/>
              <a:buChar char="■"/>
              <a:defRPr sz="900">
                <a:solidFill>
                  <a:schemeClr val="lt1"/>
                </a:solidFill>
              </a:defRPr>
            </a:lvl3pPr>
            <a:lvl4pPr marL="1828800" lvl="3" indent="-285750" algn="ctr" rtl="0">
              <a:spcBef>
                <a:spcPts val="0"/>
              </a:spcBef>
              <a:spcAft>
                <a:spcPts val="0"/>
              </a:spcAft>
              <a:buClr>
                <a:schemeClr val="lt1"/>
              </a:buClr>
              <a:buSzPts val="900"/>
              <a:buChar char="●"/>
              <a:defRPr sz="900">
                <a:solidFill>
                  <a:schemeClr val="lt1"/>
                </a:solidFill>
              </a:defRPr>
            </a:lvl4pPr>
            <a:lvl5pPr marL="2286000" lvl="4" indent="-285750" algn="ctr" rtl="0">
              <a:spcBef>
                <a:spcPts val="0"/>
              </a:spcBef>
              <a:spcAft>
                <a:spcPts val="0"/>
              </a:spcAft>
              <a:buClr>
                <a:schemeClr val="lt1"/>
              </a:buClr>
              <a:buSzPts val="900"/>
              <a:buChar char="○"/>
              <a:defRPr sz="900">
                <a:solidFill>
                  <a:schemeClr val="lt1"/>
                </a:solidFill>
              </a:defRPr>
            </a:lvl5pPr>
            <a:lvl6pPr marL="2743200" lvl="5" indent="-285750" algn="ctr" rtl="0">
              <a:spcBef>
                <a:spcPts val="0"/>
              </a:spcBef>
              <a:spcAft>
                <a:spcPts val="0"/>
              </a:spcAft>
              <a:buClr>
                <a:schemeClr val="lt1"/>
              </a:buClr>
              <a:buSzPts val="900"/>
              <a:buChar char="■"/>
              <a:defRPr sz="900">
                <a:solidFill>
                  <a:schemeClr val="lt1"/>
                </a:solidFill>
              </a:defRPr>
            </a:lvl6pPr>
            <a:lvl7pPr marL="3200400" lvl="6" indent="-285750" algn="ctr" rtl="0">
              <a:spcBef>
                <a:spcPts val="0"/>
              </a:spcBef>
              <a:spcAft>
                <a:spcPts val="0"/>
              </a:spcAft>
              <a:buClr>
                <a:schemeClr val="lt1"/>
              </a:buClr>
              <a:buSzPts val="900"/>
              <a:buChar char="●"/>
              <a:defRPr sz="900">
                <a:solidFill>
                  <a:schemeClr val="lt1"/>
                </a:solidFill>
              </a:defRPr>
            </a:lvl7pPr>
            <a:lvl8pPr marL="3657600" lvl="7" indent="-285750" algn="ctr" rtl="0">
              <a:spcBef>
                <a:spcPts val="0"/>
              </a:spcBef>
              <a:spcAft>
                <a:spcPts val="0"/>
              </a:spcAft>
              <a:buClr>
                <a:schemeClr val="lt1"/>
              </a:buClr>
              <a:buSzPts val="900"/>
              <a:buChar char="○"/>
              <a:defRPr sz="900">
                <a:solidFill>
                  <a:schemeClr val="lt1"/>
                </a:solidFill>
              </a:defRPr>
            </a:lvl8pPr>
            <a:lvl9pPr marL="4114800" lvl="8" indent="-285750" algn="ctr" rtl="0">
              <a:spcBef>
                <a:spcPts val="0"/>
              </a:spcBef>
              <a:spcAft>
                <a:spcPts val="0"/>
              </a:spcAft>
              <a:buClr>
                <a:schemeClr val="lt1"/>
              </a:buClr>
              <a:buSzPts val="900"/>
              <a:buChar char="■"/>
              <a:defRPr sz="900">
                <a:solidFill>
                  <a:schemeClr val="lt1"/>
                </a:solidFill>
              </a:defRPr>
            </a:lvl9pPr>
          </a:lstStyle>
          <a:p>
            <a:endParaRPr/>
          </a:p>
        </p:txBody>
      </p:sp>
      <p:sp>
        <p:nvSpPr>
          <p:cNvPr id="911" name="Google Shape;911;p80"/>
          <p:cNvSpPr>
            <a:spLocks noGrp="1"/>
          </p:cNvSpPr>
          <p:nvPr>
            <p:ph type="pic" idx="8"/>
          </p:nvPr>
        </p:nvSpPr>
        <p:spPr>
          <a:xfrm>
            <a:off x="4272435" y="2225911"/>
            <a:ext cx="599100" cy="599100"/>
          </a:xfrm>
          <a:prstGeom prst="roundRect">
            <a:avLst>
              <a:gd name="adj" fmla="val 16667"/>
            </a:avLst>
          </a:prstGeom>
          <a:noFill/>
          <a:ln>
            <a:noFill/>
          </a:ln>
        </p:spPr>
      </p:sp>
      <p:sp>
        <p:nvSpPr>
          <p:cNvPr id="912" name="Google Shape;912;p80"/>
          <p:cNvSpPr txBox="1">
            <a:spLocks noGrp="1"/>
          </p:cNvSpPr>
          <p:nvPr>
            <p:ph type="subTitle" idx="9"/>
          </p:nvPr>
        </p:nvSpPr>
        <p:spPr>
          <a:xfrm>
            <a:off x="3783450" y="2899211"/>
            <a:ext cx="1638300" cy="206400"/>
          </a:xfrm>
          <a:prstGeom prst="rect">
            <a:avLst/>
          </a:prstGeom>
        </p:spPr>
        <p:txBody>
          <a:bodyPr spcFirstLastPara="1" wrap="square" lIns="0" tIns="0" rIns="0" bIns="0" anchor="t" anchorCtr="0">
            <a:spAutoFit/>
          </a:bodyPr>
          <a:lstStyle>
            <a:lvl1pPr lvl="0" algn="ctr" rtl="0">
              <a:lnSpc>
                <a:spcPct val="100000"/>
              </a:lnSpc>
              <a:spcBef>
                <a:spcPts val="0"/>
              </a:spcBef>
              <a:spcAft>
                <a:spcPts val="0"/>
              </a:spcAft>
              <a:buClr>
                <a:schemeClr val="accent2"/>
              </a:buClr>
              <a:buSzPts val="1250"/>
              <a:buFont typeface="IBM Plex Sans Medium"/>
              <a:buNone/>
              <a:defRPr sz="1250">
                <a:solidFill>
                  <a:schemeClr val="accent2"/>
                </a:solidFill>
                <a:latin typeface="IBM Plex Sans Medium"/>
                <a:ea typeface="IBM Plex Sans Medium"/>
                <a:cs typeface="IBM Plex Sans Medium"/>
                <a:sym typeface="IBM Plex Sans Medium"/>
              </a:defRPr>
            </a:lvl1pPr>
            <a:lvl2pPr lvl="1" rtl="0">
              <a:lnSpc>
                <a:spcPct val="100000"/>
              </a:lnSpc>
              <a:spcBef>
                <a:spcPts val="0"/>
              </a:spcBef>
              <a:spcAft>
                <a:spcPts val="0"/>
              </a:spcAft>
              <a:buClr>
                <a:schemeClr val="accent2"/>
              </a:buClr>
              <a:buSzPts val="700"/>
              <a:buFont typeface="IBM Plex Sans Medium"/>
              <a:buNone/>
              <a:defRPr sz="700">
                <a:solidFill>
                  <a:schemeClr val="accent2"/>
                </a:solidFill>
                <a:latin typeface="IBM Plex Sans Medium"/>
                <a:ea typeface="IBM Plex Sans Medium"/>
                <a:cs typeface="IBM Plex Sans Medium"/>
                <a:sym typeface="IBM Plex Sans Medium"/>
              </a:defRPr>
            </a:lvl2pPr>
            <a:lvl3pPr lvl="2" rtl="0">
              <a:lnSpc>
                <a:spcPct val="100000"/>
              </a:lnSpc>
              <a:spcBef>
                <a:spcPts val="0"/>
              </a:spcBef>
              <a:spcAft>
                <a:spcPts val="0"/>
              </a:spcAft>
              <a:buClr>
                <a:schemeClr val="accent2"/>
              </a:buClr>
              <a:buSzPts val="700"/>
              <a:buFont typeface="IBM Plex Sans Medium"/>
              <a:buNone/>
              <a:defRPr sz="700">
                <a:solidFill>
                  <a:schemeClr val="accent2"/>
                </a:solidFill>
                <a:latin typeface="IBM Plex Sans Medium"/>
                <a:ea typeface="IBM Plex Sans Medium"/>
                <a:cs typeface="IBM Plex Sans Medium"/>
                <a:sym typeface="IBM Plex Sans Medium"/>
              </a:defRPr>
            </a:lvl3pPr>
            <a:lvl4pPr lvl="3" rtl="0">
              <a:lnSpc>
                <a:spcPct val="100000"/>
              </a:lnSpc>
              <a:spcBef>
                <a:spcPts val="0"/>
              </a:spcBef>
              <a:spcAft>
                <a:spcPts val="0"/>
              </a:spcAft>
              <a:buClr>
                <a:schemeClr val="accent2"/>
              </a:buClr>
              <a:buSzPts val="700"/>
              <a:buFont typeface="IBM Plex Sans Medium"/>
              <a:buNone/>
              <a:defRPr sz="700">
                <a:solidFill>
                  <a:schemeClr val="accent2"/>
                </a:solidFill>
                <a:latin typeface="IBM Plex Sans Medium"/>
                <a:ea typeface="IBM Plex Sans Medium"/>
                <a:cs typeface="IBM Plex Sans Medium"/>
                <a:sym typeface="IBM Plex Sans Medium"/>
              </a:defRPr>
            </a:lvl4pPr>
            <a:lvl5pPr lvl="4" rtl="0">
              <a:lnSpc>
                <a:spcPct val="100000"/>
              </a:lnSpc>
              <a:spcBef>
                <a:spcPts val="0"/>
              </a:spcBef>
              <a:spcAft>
                <a:spcPts val="0"/>
              </a:spcAft>
              <a:buClr>
                <a:schemeClr val="accent2"/>
              </a:buClr>
              <a:buSzPts val="700"/>
              <a:buFont typeface="IBM Plex Sans Medium"/>
              <a:buNone/>
              <a:defRPr sz="700">
                <a:solidFill>
                  <a:schemeClr val="accent2"/>
                </a:solidFill>
                <a:latin typeface="IBM Plex Sans Medium"/>
                <a:ea typeface="IBM Plex Sans Medium"/>
                <a:cs typeface="IBM Plex Sans Medium"/>
                <a:sym typeface="IBM Plex Sans Medium"/>
              </a:defRPr>
            </a:lvl5pPr>
            <a:lvl6pPr lvl="5" rtl="0">
              <a:lnSpc>
                <a:spcPct val="100000"/>
              </a:lnSpc>
              <a:spcBef>
                <a:spcPts val="0"/>
              </a:spcBef>
              <a:spcAft>
                <a:spcPts val="0"/>
              </a:spcAft>
              <a:buClr>
                <a:schemeClr val="accent2"/>
              </a:buClr>
              <a:buSzPts val="700"/>
              <a:buFont typeface="IBM Plex Sans Medium"/>
              <a:buNone/>
              <a:defRPr sz="700">
                <a:solidFill>
                  <a:schemeClr val="accent2"/>
                </a:solidFill>
                <a:latin typeface="IBM Plex Sans Medium"/>
                <a:ea typeface="IBM Plex Sans Medium"/>
                <a:cs typeface="IBM Plex Sans Medium"/>
                <a:sym typeface="IBM Plex Sans Medium"/>
              </a:defRPr>
            </a:lvl6pPr>
            <a:lvl7pPr lvl="6" rtl="0">
              <a:lnSpc>
                <a:spcPct val="100000"/>
              </a:lnSpc>
              <a:spcBef>
                <a:spcPts val="0"/>
              </a:spcBef>
              <a:spcAft>
                <a:spcPts val="0"/>
              </a:spcAft>
              <a:buClr>
                <a:schemeClr val="accent2"/>
              </a:buClr>
              <a:buSzPts val="700"/>
              <a:buFont typeface="IBM Plex Sans Medium"/>
              <a:buNone/>
              <a:defRPr sz="700">
                <a:solidFill>
                  <a:schemeClr val="accent2"/>
                </a:solidFill>
                <a:latin typeface="IBM Plex Sans Medium"/>
                <a:ea typeface="IBM Plex Sans Medium"/>
                <a:cs typeface="IBM Plex Sans Medium"/>
                <a:sym typeface="IBM Plex Sans Medium"/>
              </a:defRPr>
            </a:lvl7pPr>
            <a:lvl8pPr lvl="7" rtl="0">
              <a:lnSpc>
                <a:spcPct val="100000"/>
              </a:lnSpc>
              <a:spcBef>
                <a:spcPts val="0"/>
              </a:spcBef>
              <a:spcAft>
                <a:spcPts val="0"/>
              </a:spcAft>
              <a:buClr>
                <a:schemeClr val="accent2"/>
              </a:buClr>
              <a:buSzPts val="700"/>
              <a:buFont typeface="IBM Plex Sans Medium"/>
              <a:buNone/>
              <a:defRPr sz="700">
                <a:solidFill>
                  <a:schemeClr val="accent2"/>
                </a:solidFill>
                <a:latin typeface="IBM Plex Sans Medium"/>
                <a:ea typeface="IBM Plex Sans Medium"/>
                <a:cs typeface="IBM Plex Sans Medium"/>
                <a:sym typeface="IBM Plex Sans Medium"/>
              </a:defRPr>
            </a:lvl8pPr>
            <a:lvl9pPr lvl="8" rtl="0">
              <a:lnSpc>
                <a:spcPct val="100000"/>
              </a:lnSpc>
              <a:spcBef>
                <a:spcPts val="0"/>
              </a:spcBef>
              <a:spcAft>
                <a:spcPts val="0"/>
              </a:spcAft>
              <a:buClr>
                <a:schemeClr val="accent2"/>
              </a:buClr>
              <a:buSzPts val="700"/>
              <a:buFont typeface="IBM Plex Sans Medium"/>
              <a:buNone/>
              <a:defRPr sz="700">
                <a:solidFill>
                  <a:schemeClr val="accent2"/>
                </a:solidFill>
                <a:latin typeface="IBM Plex Sans Medium"/>
                <a:ea typeface="IBM Plex Sans Medium"/>
                <a:cs typeface="IBM Plex Sans Medium"/>
                <a:sym typeface="IBM Plex Sans Medium"/>
              </a:defRPr>
            </a:lvl9pPr>
          </a:lstStyle>
          <a:p>
            <a:endParaRPr/>
          </a:p>
        </p:txBody>
      </p:sp>
      <p:sp>
        <p:nvSpPr>
          <p:cNvPr id="913" name="Google Shape;913;p80"/>
          <p:cNvSpPr txBox="1">
            <a:spLocks noGrp="1"/>
          </p:cNvSpPr>
          <p:nvPr>
            <p:ph type="body" idx="13"/>
          </p:nvPr>
        </p:nvSpPr>
        <p:spPr>
          <a:xfrm>
            <a:off x="5801975" y="3120047"/>
            <a:ext cx="1739100" cy="704700"/>
          </a:xfrm>
          <a:prstGeom prst="rect">
            <a:avLst/>
          </a:prstGeom>
        </p:spPr>
        <p:txBody>
          <a:bodyPr spcFirstLastPara="1" wrap="square" lIns="0" tIns="0" rIns="0" bIns="0" anchor="t" anchorCtr="0">
            <a:normAutofit/>
          </a:bodyPr>
          <a:lstStyle>
            <a:lvl1pPr marL="457200" lvl="0" indent="-285750" algn="ctr" rtl="0">
              <a:spcBef>
                <a:spcPts val="0"/>
              </a:spcBef>
              <a:spcAft>
                <a:spcPts val="0"/>
              </a:spcAft>
              <a:buClr>
                <a:schemeClr val="lt1"/>
              </a:buClr>
              <a:buSzPts val="900"/>
              <a:buChar char="■"/>
              <a:defRPr sz="900">
                <a:solidFill>
                  <a:schemeClr val="lt1"/>
                </a:solidFill>
              </a:defRPr>
            </a:lvl1pPr>
            <a:lvl2pPr marL="914400" lvl="1" indent="-285750" algn="ctr" rtl="0">
              <a:spcBef>
                <a:spcPts val="0"/>
              </a:spcBef>
              <a:spcAft>
                <a:spcPts val="0"/>
              </a:spcAft>
              <a:buClr>
                <a:schemeClr val="lt1"/>
              </a:buClr>
              <a:buSzPts val="900"/>
              <a:buChar char="■"/>
              <a:defRPr sz="900">
                <a:solidFill>
                  <a:schemeClr val="lt1"/>
                </a:solidFill>
              </a:defRPr>
            </a:lvl2pPr>
            <a:lvl3pPr marL="1371600" lvl="2" indent="-285750" algn="ctr" rtl="0">
              <a:spcBef>
                <a:spcPts val="0"/>
              </a:spcBef>
              <a:spcAft>
                <a:spcPts val="0"/>
              </a:spcAft>
              <a:buClr>
                <a:schemeClr val="lt1"/>
              </a:buClr>
              <a:buSzPts val="900"/>
              <a:buChar char="■"/>
              <a:defRPr sz="900">
                <a:solidFill>
                  <a:schemeClr val="lt1"/>
                </a:solidFill>
              </a:defRPr>
            </a:lvl3pPr>
            <a:lvl4pPr marL="1828800" lvl="3" indent="-285750" algn="ctr" rtl="0">
              <a:spcBef>
                <a:spcPts val="0"/>
              </a:spcBef>
              <a:spcAft>
                <a:spcPts val="0"/>
              </a:spcAft>
              <a:buClr>
                <a:schemeClr val="lt1"/>
              </a:buClr>
              <a:buSzPts val="900"/>
              <a:buChar char="●"/>
              <a:defRPr sz="900">
                <a:solidFill>
                  <a:schemeClr val="lt1"/>
                </a:solidFill>
              </a:defRPr>
            </a:lvl4pPr>
            <a:lvl5pPr marL="2286000" lvl="4" indent="-285750" algn="ctr" rtl="0">
              <a:spcBef>
                <a:spcPts val="0"/>
              </a:spcBef>
              <a:spcAft>
                <a:spcPts val="0"/>
              </a:spcAft>
              <a:buClr>
                <a:schemeClr val="lt1"/>
              </a:buClr>
              <a:buSzPts val="900"/>
              <a:buChar char="○"/>
              <a:defRPr sz="900">
                <a:solidFill>
                  <a:schemeClr val="lt1"/>
                </a:solidFill>
              </a:defRPr>
            </a:lvl5pPr>
            <a:lvl6pPr marL="2743200" lvl="5" indent="-285750" algn="ctr" rtl="0">
              <a:spcBef>
                <a:spcPts val="0"/>
              </a:spcBef>
              <a:spcAft>
                <a:spcPts val="0"/>
              </a:spcAft>
              <a:buClr>
                <a:schemeClr val="lt1"/>
              </a:buClr>
              <a:buSzPts val="900"/>
              <a:buChar char="■"/>
              <a:defRPr sz="900">
                <a:solidFill>
                  <a:schemeClr val="lt1"/>
                </a:solidFill>
              </a:defRPr>
            </a:lvl6pPr>
            <a:lvl7pPr marL="3200400" lvl="6" indent="-285750" algn="ctr" rtl="0">
              <a:spcBef>
                <a:spcPts val="0"/>
              </a:spcBef>
              <a:spcAft>
                <a:spcPts val="0"/>
              </a:spcAft>
              <a:buClr>
                <a:schemeClr val="lt1"/>
              </a:buClr>
              <a:buSzPts val="900"/>
              <a:buChar char="●"/>
              <a:defRPr sz="900">
                <a:solidFill>
                  <a:schemeClr val="lt1"/>
                </a:solidFill>
              </a:defRPr>
            </a:lvl7pPr>
            <a:lvl8pPr marL="3657600" lvl="7" indent="-285750" algn="ctr" rtl="0">
              <a:spcBef>
                <a:spcPts val="0"/>
              </a:spcBef>
              <a:spcAft>
                <a:spcPts val="0"/>
              </a:spcAft>
              <a:buClr>
                <a:schemeClr val="lt1"/>
              </a:buClr>
              <a:buSzPts val="900"/>
              <a:buChar char="○"/>
              <a:defRPr sz="900">
                <a:solidFill>
                  <a:schemeClr val="lt1"/>
                </a:solidFill>
              </a:defRPr>
            </a:lvl8pPr>
            <a:lvl9pPr marL="4114800" lvl="8" indent="-285750" algn="ctr" rtl="0">
              <a:spcBef>
                <a:spcPts val="0"/>
              </a:spcBef>
              <a:spcAft>
                <a:spcPts val="0"/>
              </a:spcAft>
              <a:buClr>
                <a:schemeClr val="lt1"/>
              </a:buClr>
              <a:buSzPts val="900"/>
              <a:buChar char="■"/>
              <a:defRPr sz="900">
                <a:solidFill>
                  <a:schemeClr val="lt1"/>
                </a:solidFill>
              </a:defRPr>
            </a:lvl9pPr>
          </a:lstStyle>
          <a:p>
            <a:endParaRPr/>
          </a:p>
        </p:txBody>
      </p:sp>
      <p:sp>
        <p:nvSpPr>
          <p:cNvPr id="914" name="Google Shape;914;p80"/>
          <p:cNvSpPr>
            <a:spLocks noGrp="1"/>
          </p:cNvSpPr>
          <p:nvPr>
            <p:ph type="pic" idx="14"/>
          </p:nvPr>
        </p:nvSpPr>
        <p:spPr>
          <a:xfrm>
            <a:off x="6351060" y="2225911"/>
            <a:ext cx="599100" cy="599100"/>
          </a:xfrm>
          <a:prstGeom prst="roundRect">
            <a:avLst>
              <a:gd name="adj" fmla="val 16667"/>
            </a:avLst>
          </a:prstGeom>
          <a:noFill/>
          <a:ln>
            <a:noFill/>
          </a:ln>
        </p:spPr>
      </p:sp>
      <p:sp>
        <p:nvSpPr>
          <p:cNvPr id="915" name="Google Shape;915;p80"/>
          <p:cNvSpPr txBox="1">
            <a:spLocks noGrp="1"/>
          </p:cNvSpPr>
          <p:nvPr>
            <p:ph type="subTitle" idx="15"/>
          </p:nvPr>
        </p:nvSpPr>
        <p:spPr>
          <a:xfrm>
            <a:off x="5801975" y="2899211"/>
            <a:ext cx="1739100" cy="206400"/>
          </a:xfrm>
          <a:prstGeom prst="rect">
            <a:avLst/>
          </a:prstGeom>
        </p:spPr>
        <p:txBody>
          <a:bodyPr spcFirstLastPara="1" wrap="square" lIns="0" tIns="0" rIns="0" bIns="0" anchor="t" anchorCtr="0">
            <a:spAutoFit/>
          </a:bodyPr>
          <a:lstStyle>
            <a:lvl1pPr lvl="0" algn="ctr" rtl="0">
              <a:lnSpc>
                <a:spcPct val="100000"/>
              </a:lnSpc>
              <a:spcBef>
                <a:spcPts val="0"/>
              </a:spcBef>
              <a:spcAft>
                <a:spcPts val="0"/>
              </a:spcAft>
              <a:buClr>
                <a:schemeClr val="accent2"/>
              </a:buClr>
              <a:buSzPts val="1250"/>
              <a:buFont typeface="IBM Plex Sans Medium"/>
              <a:buNone/>
              <a:defRPr sz="1250">
                <a:solidFill>
                  <a:schemeClr val="accent2"/>
                </a:solidFill>
                <a:latin typeface="IBM Plex Sans Medium"/>
                <a:ea typeface="IBM Plex Sans Medium"/>
                <a:cs typeface="IBM Plex Sans Medium"/>
                <a:sym typeface="IBM Plex Sans Medium"/>
              </a:defRPr>
            </a:lvl1pPr>
            <a:lvl2pPr lvl="1" rtl="0">
              <a:lnSpc>
                <a:spcPct val="100000"/>
              </a:lnSpc>
              <a:spcBef>
                <a:spcPts val="0"/>
              </a:spcBef>
              <a:spcAft>
                <a:spcPts val="0"/>
              </a:spcAft>
              <a:buClr>
                <a:schemeClr val="accent2"/>
              </a:buClr>
              <a:buSzPts val="700"/>
              <a:buFont typeface="IBM Plex Sans Medium"/>
              <a:buNone/>
              <a:defRPr sz="700">
                <a:solidFill>
                  <a:schemeClr val="accent2"/>
                </a:solidFill>
                <a:latin typeface="IBM Plex Sans Medium"/>
                <a:ea typeface="IBM Plex Sans Medium"/>
                <a:cs typeface="IBM Plex Sans Medium"/>
                <a:sym typeface="IBM Plex Sans Medium"/>
              </a:defRPr>
            </a:lvl2pPr>
            <a:lvl3pPr lvl="2" rtl="0">
              <a:lnSpc>
                <a:spcPct val="100000"/>
              </a:lnSpc>
              <a:spcBef>
                <a:spcPts val="0"/>
              </a:spcBef>
              <a:spcAft>
                <a:spcPts val="0"/>
              </a:spcAft>
              <a:buClr>
                <a:schemeClr val="accent2"/>
              </a:buClr>
              <a:buSzPts val="700"/>
              <a:buFont typeface="IBM Plex Sans Medium"/>
              <a:buNone/>
              <a:defRPr sz="700">
                <a:solidFill>
                  <a:schemeClr val="accent2"/>
                </a:solidFill>
                <a:latin typeface="IBM Plex Sans Medium"/>
                <a:ea typeface="IBM Plex Sans Medium"/>
                <a:cs typeface="IBM Plex Sans Medium"/>
                <a:sym typeface="IBM Plex Sans Medium"/>
              </a:defRPr>
            </a:lvl3pPr>
            <a:lvl4pPr lvl="3" rtl="0">
              <a:lnSpc>
                <a:spcPct val="100000"/>
              </a:lnSpc>
              <a:spcBef>
                <a:spcPts val="0"/>
              </a:spcBef>
              <a:spcAft>
                <a:spcPts val="0"/>
              </a:spcAft>
              <a:buClr>
                <a:schemeClr val="accent2"/>
              </a:buClr>
              <a:buSzPts val="700"/>
              <a:buFont typeface="IBM Plex Sans Medium"/>
              <a:buNone/>
              <a:defRPr sz="700">
                <a:solidFill>
                  <a:schemeClr val="accent2"/>
                </a:solidFill>
                <a:latin typeface="IBM Plex Sans Medium"/>
                <a:ea typeface="IBM Plex Sans Medium"/>
                <a:cs typeface="IBM Plex Sans Medium"/>
                <a:sym typeface="IBM Plex Sans Medium"/>
              </a:defRPr>
            </a:lvl4pPr>
            <a:lvl5pPr lvl="4" rtl="0">
              <a:lnSpc>
                <a:spcPct val="100000"/>
              </a:lnSpc>
              <a:spcBef>
                <a:spcPts val="0"/>
              </a:spcBef>
              <a:spcAft>
                <a:spcPts val="0"/>
              </a:spcAft>
              <a:buClr>
                <a:schemeClr val="accent2"/>
              </a:buClr>
              <a:buSzPts val="700"/>
              <a:buFont typeface="IBM Plex Sans Medium"/>
              <a:buNone/>
              <a:defRPr sz="700">
                <a:solidFill>
                  <a:schemeClr val="accent2"/>
                </a:solidFill>
                <a:latin typeface="IBM Plex Sans Medium"/>
                <a:ea typeface="IBM Plex Sans Medium"/>
                <a:cs typeface="IBM Plex Sans Medium"/>
                <a:sym typeface="IBM Plex Sans Medium"/>
              </a:defRPr>
            </a:lvl5pPr>
            <a:lvl6pPr lvl="5" rtl="0">
              <a:lnSpc>
                <a:spcPct val="100000"/>
              </a:lnSpc>
              <a:spcBef>
                <a:spcPts val="0"/>
              </a:spcBef>
              <a:spcAft>
                <a:spcPts val="0"/>
              </a:spcAft>
              <a:buClr>
                <a:schemeClr val="accent2"/>
              </a:buClr>
              <a:buSzPts val="700"/>
              <a:buFont typeface="IBM Plex Sans Medium"/>
              <a:buNone/>
              <a:defRPr sz="700">
                <a:solidFill>
                  <a:schemeClr val="accent2"/>
                </a:solidFill>
                <a:latin typeface="IBM Plex Sans Medium"/>
                <a:ea typeface="IBM Plex Sans Medium"/>
                <a:cs typeface="IBM Plex Sans Medium"/>
                <a:sym typeface="IBM Plex Sans Medium"/>
              </a:defRPr>
            </a:lvl6pPr>
            <a:lvl7pPr lvl="6" rtl="0">
              <a:lnSpc>
                <a:spcPct val="100000"/>
              </a:lnSpc>
              <a:spcBef>
                <a:spcPts val="0"/>
              </a:spcBef>
              <a:spcAft>
                <a:spcPts val="0"/>
              </a:spcAft>
              <a:buClr>
                <a:schemeClr val="accent2"/>
              </a:buClr>
              <a:buSzPts val="700"/>
              <a:buFont typeface="IBM Plex Sans Medium"/>
              <a:buNone/>
              <a:defRPr sz="700">
                <a:solidFill>
                  <a:schemeClr val="accent2"/>
                </a:solidFill>
                <a:latin typeface="IBM Plex Sans Medium"/>
                <a:ea typeface="IBM Plex Sans Medium"/>
                <a:cs typeface="IBM Plex Sans Medium"/>
                <a:sym typeface="IBM Plex Sans Medium"/>
              </a:defRPr>
            </a:lvl7pPr>
            <a:lvl8pPr lvl="7" rtl="0">
              <a:lnSpc>
                <a:spcPct val="100000"/>
              </a:lnSpc>
              <a:spcBef>
                <a:spcPts val="0"/>
              </a:spcBef>
              <a:spcAft>
                <a:spcPts val="0"/>
              </a:spcAft>
              <a:buClr>
                <a:schemeClr val="accent2"/>
              </a:buClr>
              <a:buSzPts val="700"/>
              <a:buFont typeface="IBM Plex Sans Medium"/>
              <a:buNone/>
              <a:defRPr sz="700">
                <a:solidFill>
                  <a:schemeClr val="accent2"/>
                </a:solidFill>
                <a:latin typeface="IBM Plex Sans Medium"/>
                <a:ea typeface="IBM Plex Sans Medium"/>
                <a:cs typeface="IBM Plex Sans Medium"/>
                <a:sym typeface="IBM Plex Sans Medium"/>
              </a:defRPr>
            </a:lvl8pPr>
            <a:lvl9pPr lvl="8" rtl="0">
              <a:lnSpc>
                <a:spcPct val="100000"/>
              </a:lnSpc>
              <a:spcBef>
                <a:spcPts val="0"/>
              </a:spcBef>
              <a:spcAft>
                <a:spcPts val="0"/>
              </a:spcAft>
              <a:buClr>
                <a:schemeClr val="accent2"/>
              </a:buClr>
              <a:buSzPts val="700"/>
              <a:buFont typeface="IBM Plex Sans Medium"/>
              <a:buNone/>
              <a:defRPr sz="700">
                <a:solidFill>
                  <a:schemeClr val="accent2"/>
                </a:solidFill>
                <a:latin typeface="IBM Plex Sans Medium"/>
                <a:ea typeface="IBM Plex Sans Medium"/>
                <a:cs typeface="IBM Plex Sans Medium"/>
                <a:sym typeface="IBM Plex Sans Medium"/>
              </a:defRPr>
            </a:lvl9pPr>
          </a:lstStyle>
          <a:p>
            <a:endParaRPr/>
          </a:p>
        </p:txBody>
      </p:sp>
      <p:grpSp>
        <p:nvGrpSpPr>
          <p:cNvPr id="916" name="Google Shape;916;p80"/>
          <p:cNvGrpSpPr/>
          <p:nvPr/>
        </p:nvGrpSpPr>
        <p:grpSpPr>
          <a:xfrm>
            <a:off x="7409477" y="3634500"/>
            <a:ext cx="1479491" cy="1271430"/>
            <a:chOff x="7208350" y="3156400"/>
            <a:chExt cx="1479491" cy="1271430"/>
          </a:xfrm>
        </p:grpSpPr>
        <p:sp>
          <p:nvSpPr>
            <p:cNvPr id="917" name="Google Shape;917;p80"/>
            <p:cNvSpPr/>
            <p:nvPr/>
          </p:nvSpPr>
          <p:spPr>
            <a:xfrm>
              <a:off x="8202466" y="3550315"/>
              <a:ext cx="89700" cy="89700"/>
            </a:xfrm>
            <a:prstGeom prst="ellipse">
              <a:avLst/>
            </a:prstGeom>
            <a:solidFill>
              <a:srgbClr val="FC5D0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8" name="Google Shape;918;p80"/>
            <p:cNvSpPr/>
            <p:nvPr/>
          </p:nvSpPr>
          <p:spPr>
            <a:xfrm>
              <a:off x="8202466" y="3353358"/>
              <a:ext cx="89700" cy="89700"/>
            </a:xfrm>
            <a:prstGeom prst="ellipse">
              <a:avLst/>
            </a:prstGeom>
            <a:solidFill>
              <a:srgbClr val="FC5D0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9" name="Google Shape;919;p80"/>
            <p:cNvSpPr/>
            <p:nvPr/>
          </p:nvSpPr>
          <p:spPr>
            <a:xfrm>
              <a:off x="8202466" y="3156400"/>
              <a:ext cx="89700" cy="89700"/>
            </a:xfrm>
            <a:prstGeom prst="ellipse">
              <a:avLst/>
            </a:prstGeom>
            <a:solidFill>
              <a:srgbClr val="FC5D0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0" name="Google Shape;920;p80"/>
            <p:cNvSpPr/>
            <p:nvPr/>
          </p:nvSpPr>
          <p:spPr>
            <a:xfrm>
              <a:off x="8202466" y="3747273"/>
              <a:ext cx="89700" cy="89700"/>
            </a:xfrm>
            <a:prstGeom prst="ellipse">
              <a:avLst/>
            </a:prstGeom>
            <a:solidFill>
              <a:srgbClr val="FC5D0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1" name="Google Shape;921;p80"/>
            <p:cNvSpPr/>
            <p:nvPr/>
          </p:nvSpPr>
          <p:spPr>
            <a:xfrm>
              <a:off x="8202466" y="3944230"/>
              <a:ext cx="89700" cy="89700"/>
            </a:xfrm>
            <a:prstGeom prst="ellipse">
              <a:avLst/>
            </a:prstGeom>
            <a:solidFill>
              <a:srgbClr val="FC5D0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2" name="Google Shape;922;p80"/>
            <p:cNvSpPr/>
            <p:nvPr/>
          </p:nvSpPr>
          <p:spPr>
            <a:xfrm>
              <a:off x="7608951" y="3747273"/>
              <a:ext cx="89700" cy="89700"/>
            </a:xfrm>
            <a:prstGeom prst="ellipse">
              <a:avLst/>
            </a:prstGeom>
            <a:solidFill>
              <a:srgbClr val="26D07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3" name="Google Shape;923;p80"/>
            <p:cNvSpPr/>
            <p:nvPr/>
          </p:nvSpPr>
          <p:spPr>
            <a:xfrm>
              <a:off x="7608951" y="3944230"/>
              <a:ext cx="89700" cy="89700"/>
            </a:xfrm>
            <a:prstGeom prst="ellipse">
              <a:avLst/>
            </a:prstGeom>
            <a:solidFill>
              <a:srgbClr val="26D07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4" name="Google Shape;924;p80"/>
            <p:cNvSpPr/>
            <p:nvPr/>
          </p:nvSpPr>
          <p:spPr>
            <a:xfrm>
              <a:off x="7806789" y="3747273"/>
              <a:ext cx="89700" cy="89700"/>
            </a:xfrm>
            <a:prstGeom prst="ellipse">
              <a:avLst/>
            </a:prstGeom>
            <a:solidFill>
              <a:srgbClr val="26D07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5" name="Google Shape;925;p80"/>
            <p:cNvSpPr/>
            <p:nvPr/>
          </p:nvSpPr>
          <p:spPr>
            <a:xfrm>
              <a:off x="7806789" y="3944230"/>
              <a:ext cx="89700" cy="89700"/>
            </a:xfrm>
            <a:prstGeom prst="ellipse">
              <a:avLst/>
            </a:prstGeom>
            <a:solidFill>
              <a:srgbClr val="26D07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6" name="Google Shape;926;p80"/>
            <p:cNvSpPr/>
            <p:nvPr/>
          </p:nvSpPr>
          <p:spPr>
            <a:xfrm>
              <a:off x="8004628" y="3550315"/>
              <a:ext cx="89700" cy="89700"/>
            </a:xfrm>
            <a:prstGeom prst="ellipse">
              <a:avLst/>
            </a:prstGeom>
            <a:solidFill>
              <a:srgbClr val="FC5D0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7" name="Google Shape;927;p80"/>
            <p:cNvSpPr/>
            <p:nvPr/>
          </p:nvSpPr>
          <p:spPr>
            <a:xfrm>
              <a:off x="8004628" y="3353358"/>
              <a:ext cx="89700" cy="89700"/>
            </a:xfrm>
            <a:prstGeom prst="ellipse">
              <a:avLst/>
            </a:prstGeom>
            <a:solidFill>
              <a:srgbClr val="FC5D0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8" name="Google Shape;928;p80"/>
            <p:cNvSpPr/>
            <p:nvPr/>
          </p:nvSpPr>
          <p:spPr>
            <a:xfrm>
              <a:off x="8004628" y="3156400"/>
              <a:ext cx="89700" cy="89700"/>
            </a:xfrm>
            <a:prstGeom prst="ellipse">
              <a:avLst/>
            </a:prstGeom>
            <a:solidFill>
              <a:srgbClr val="FC5D0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9" name="Google Shape;929;p80"/>
            <p:cNvSpPr/>
            <p:nvPr/>
          </p:nvSpPr>
          <p:spPr>
            <a:xfrm>
              <a:off x="8004628" y="3747273"/>
              <a:ext cx="89700" cy="89700"/>
            </a:xfrm>
            <a:prstGeom prst="ellipse">
              <a:avLst/>
            </a:prstGeom>
            <a:solidFill>
              <a:srgbClr val="FC5D0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0" name="Google Shape;930;p80"/>
            <p:cNvSpPr/>
            <p:nvPr/>
          </p:nvSpPr>
          <p:spPr>
            <a:xfrm>
              <a:off x="8004628" y="3944230"/>
              <a:ext cx="89700" cy="89700"/>
            </a:xfrm>
            <a:prstGeom prst="ellipse">
              <a:avLst/>
            </a:prstGeom>
            <a:solidFill>
              <a:srgbClr val="FC5D0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1" name="Google Shape;931;p80"/>
            <p:cNvSpPr/>
            <p:nvPr/>
          </p:nvSpPr>
          <p:spPr>
            <a:xfrm>
              <a:off x="8202466" y="4141180"/>
              <a:ext cx="89700" cy="89700"/>
            </a:xfrm>
            <a:prstGeom prst="ellipse">
              <a:avLst/>
            </a:prstGeom>
            <a:solidFill>
              <a:srgbClr val="FC5D0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2" name="Google Shape;932;p80"/>
            <p:cNvSpPr/>
            <p:nvPr/>
          </p:nvSpPr>
          <p:spPr>
            <a:xfrm>
              <a:off x="7411112" y="4141180"/>
              <a:ext cx="89700" cy="89700"/>
            </a:xfrm>
            <a:prstGeom prst="ellipse">
              <a:avLst/>
            </a:prstGeom>
            <a:solidFill>
              <a:srgbClr val="0072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3" name="Google Shape;933;p80"/>
            <p:cNvSpPr/>
            <p:nvPr/>
          </p:nvSpPr>
          <p:spPr>
            <a:xfrm>
              <a:off x="7608951" y="4141180"/>
              <a:ext cx="89700" cy="89700"/>
            </a:xfrm>
            <a:prstGeom prst="ellipse">
              <a:avLst/>
            </a:prstGeom>
            <a:solidFill>
              <a:srgbClr val="26D07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4" name="Google Shape;934;p80"/>
            <p:cNvSpPr/>
            <p:nvPr/>
          </p:nvSpPr>
          <p:spPr>
            <a:xfrm>
              <a:off x="7806789" y="4141180"/>
              <a:ext cx="89700" cy="89700"/>
            </a:xfrm>
            <a:prstGeom prst="ellipse">
              <a:avLst/>
            </a:prstGeom>
            <a:solidFill>
              <a:srgbClr val="26D07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5" name="Google Shape;935;p80"/>
            <p:cNvSpPr/>
            <p:nvPr/>
          </p:nvSpPr>
          <p:spPr>
            <a:xfrm>
              <a:off x="8004628" y="4141180"/>
              <a:ext cx="89700" cy="89700"/>
            </a:xfrm>
            <a:prstGeom prst="ellipse">
              <a:avLst/>
            </a:prstGeom>
            <a:solidFill>
              <a:srgbClr val="FC5D0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6" name="Google Shape;936;p80"/>
            <p:cNvSpPr/>
            <p:nvPr/>
          </p:nvSpPr>
          <p:spPr>
            <a:xfrm>
              <a:off x="7208350" y="4141180"/>
              <a:ext cx="89700" cy="89700"/>
            </a:xfrm>
            <a:prstGeom prst="ellipse">
              <a:avLst/>
            </a:prstGeom>
            <a:solidFill>
              <a:srgbClr val="0072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7" name="Google Shape;937;p80"/>
            <p:cNvSpPr/>
            <p:nvPr/>
          </p:nvSpPr>
          <p:spPr>
            <a:xfrm>
              <a:off x="8202466" y="4338130"/>
              <a:ext cx="89700" cy="89700"/>
            </a:xfrm>
            <a:prstGeom prst="ellipse">
              <a:avLst/>
            </a:prstGeom>
            <a:solidFill>
              <a:srgbClr val="FC5D0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8" name="Google Shape;938;p80"/>
            <p:cNvSpPr/>
            <p:nvPr/>
          </p:nvSpPr>
          <p:spPr>
            <a:xfrm>
              <a:off x="7411112" y="4338130"/>
              <a:ext cx="89700" cy="89700"/>
            </a:xfrm>
            <a:prstGeom prst="ellipse">
              <a:avLst/>
            </a:prstGeom>
            <a:solidFill>
              <a:srgbClr val="0072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9" name="Google Shape;939;p80"/>
            <p:cNvSpPr/>
            <p:nvPr/>
          </p:nvSpPr>
          <p:spPr>
            <a:xfrm>
              <a:off x="7608951" y="4338130"/>
              <a:ext cx="89700" cy="89700"/>
            </a:xfrm>
            <a:prstGeom prst="ellipse">
              <a:avLst/>
            </a:prstGeom>
            <a:solidFill>
              <a:srgbClr val="26D07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0" name="Google Shape;940;p80"/>
            <p:cNvSpPr/>
            <p:nvPr/>
          </p:nvSpPr>
          <p:spPr>
            <a:xfrm>
              <a:off x="7806789" y="4338130"/>
              <a:ext cx="89700" cy="89700"/>
            </a:xfrm>
            <a:prstGeom prst="ellipse">
              <a:avLst/>
            </a:prstGeom>
            <a:solidFill>
              <a:srgbClr val="26D07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1" name="Google Shape;941;p80"/>
            <p:cNvSpPr/>
            <p:nvPr/>
          </p:nvSpPr>
          <p:spPr>
            <a:xfrm>
              <a:off x="8004628" y="4338130"/>
              <a:ext cx="89700" cy="89700"/>
            </a:xfrm>
            <a:prstGeom prst="ellipse">
              <a:avLst/>
            </a:prstGeom>
            <a:solidFill>
              <a:srgbClr val="FC5D0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2" name="Google Shape;942;p80"/>
            <p:cNvSpPr/>
            <p:nvPr/>
          </p:nvSpPr>
          <p:spPr>
            <a:xfrm>
              <a:off x="7208350" y="4338130"/>
              <a:ext cx="89700" cy="89700"/>
            </a:xfrm>
            <a:prstGeom prst="ellipse">
              <a:avLst/>
            </a:prstGeom>
            <a:solidFill>
              <a:srgbClr val="0072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3" name="Google Shape;943;p80"/>
            <p:cNvSpPr/>
            <p:nvPr/>
          </p:nvSpPr>
          <p:spPr>
            <a:xfrm>
              <a:off x="8598141" y="3550315"/>
              <a:ext cx="89700" cy="89700"/>
            </a:xfrm>
            <a:prstGeom prst="ellipse">
              <a:avLst/>
            </a:prstGeom>
            <a:solidFill>
              <a:srgbClr val="FC5D0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4" name="Google Shape;944;p80"/>
            <p:cNvSpPr/>
            <p:nvPr/>
          </p:nvSpPr>
          <p:spPr>
            <a:xfrm>
              <a:off x="8598141" y="3353358"/>
              <a:ext cx="89700" cy="89700"/>
            </a:xfrm>
            <a:prstGeom prst="ellipse">
              <a:avLst/>
            </a:prstGeom>
            <a:solidFill>
              <a:srgbClr val="FC5D0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5" name="Google Shape;945;p80"/>
            <p:cNvSpPr/>
            <p:nvPr/>
          </p:nvSpPr>
          <p:spPr>
            <a:xfrm>
              <a:off x="8598141" y="3156400"/>
              <a:ext cx="89700" cy="89700"/>
            </a:xfrm>
            <a:prstGeom prst="ellipse">
              <a:avLst/>
            </a:prstGeom>
            <a:solidFill>
              <a:srgbClr val="FC5D0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6" name="Google Shape;946;p80"/>
            <p:cNvSpPr/>
            <p:nvPr/>
          </p:nvSpPr>
          <p:spPr>
            <a:xfrm>
              <a:off x="8598141" y="3747273"/>
              <a:ext cx="89700" cy="89700"/>
            </a:xfrm>
            <a:prstGeom prst="ellipse">
              <a:avLst/>
            </a:prstGeom>
            <a:solidFill>
              <a:srgbClr val="FC5D0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7" name="Google Shape;947;p80"/>
            <p:cNvSpPr/>
            <p:nvPr/>
          </p:nvSpPr>
          <p:spPr>
            <a:xfrm>
              <a:off x="8598141" y="3944230"/>
              <a:ext cx="89700" cy="89700"/>
            </a:xfrm>
            <a:prstGeom prst="ellipse">
              <a:avLst/>
            </a:prstGeom>
            <a:solidFill>
              <a:srgbClr val="FC5D0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8" name="Google Shape;948;p80"/>
            <p:cNvSpPr/>
            <p:nvPr/>
          </p:nvSpPr>
          <p:spPr>
            <a:xfrm>
              <a:off x="8400303" y="3550315"/>
              <a:ext cx="89700" cy="89700"/>
            </a:xfrm>
            <a:prstGeom prst="ellipse">
              <a:avLst/>
            </a:prstGeom>
            <a:solidFill>
              <a:srgbClr val="FC5D0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9" name="Google Shape;949;p80"/>
            <p:cNvSpPr/>
            <p:nvPr/>
          </p:nvSpPr>
          <p:spPr>
            <a:xfrm>
              <a:off x="8400303" y="3353358"/>
              <a:ext cx="89700" cy="89700"/>
            </a:xfrm>
            <a:prstGeom prst="ellipse">
              <a:avLst/>
            </a:prstGeom>
            <a:solidFill>
              <a:srgbClr val="FC5D0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0" name="Google Shape;950;p80"/>
            <p:cNvSpPr/>
            <p:nvPr/>
          </p:nvSpPr>
          <p:spPr>
            <a:xfrm>
              <a:off x="8400303" y="3156400"/>
              <a:ext cx="89700" cy="89700"/>
            </a:xfrm>
            <a:prstGeom prst="ellipse">
              <a:avLst/>
            </a:prstGeom>
            <a:solidFill>
              <a:srgbClr val="FC5D0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1" name="Google Shape;951;p80"/>
            <p:cNvSpPr/>
            <p:nvPr/>
          </p:nvSpPr>
          <p:spPr>
            <a:xfrm>
              <a:off x="8400303" y="3747273"/>
              <a:ext cx="89700" cy="89700"/>
            </a:xfrm>
            <a:prstGeom prst="ellipse">
              <a:avLst/>
            </a:prstGeom>
            <a:solidFill>
              <a:srgbClr val="FC5D0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2" name="Google Shape;952;p80"/>
            <p:cNvSpPr/>
            <p:nvPr/>
          </p:nvSpPr>
          <p:spPr>
            <a:xfrm>
              <a:off x="8400303" y="3944230"/>
              <a:ext cx="89700" cy="89700"/>
            </a:xfrm>
            <a:prstGeom prst="ellipse">
              <a:avLst/>
            </a:prstGeom>
            <a:solidFill>
              <a:srgbClr val="FC5D0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3" name="Google Shape;953;p80"/>
            <p:cNvSpPr/>
            <p:nvPr/>
          </p:nvSpPr>
          <p:spPr>
            <a:xfrm>
              <a:off x="8598141" y="4141180"/>
              <a:ext cx="89700" cy="89700"/>
            </a:xfrm>
            <a:prstGeom prst="ellipse">
              <a:avLst/>
            </a:prstGeom>
            <a:solidFill>
              <a:srgbClr val="FC5D0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4" name="Google Shape;954;p80"/>
            <p:cNvSpPr/>
            <p:nvPr/>
          </p:nvSpPr>
          <p:spPr>
            <a:xfrm>
              <a:off x="8400303" y="4141180"/>
              <a:ext cx="89700" cy="89700"/>
            </a:xfrm>
            <a:prstGeom prst="ellipse">
              <a:avLst/>
            </a:prstGeom>
            <a:solidFill>
              <a:srgbClr val="FC5D0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5" name="Google Shape;955;p80"/>
            <p:cNvSpPr/>
            <p:nvPr/>
          </p:nvSpPr>
          <p:spPr>
            <a:xfrm>
              <a:off x="8598141" y="4338130"/>
              <a:ext cx="89700" cy="89700"/>
            </a:xfrm>
            <a:prstGeom prst="ellipse">
              <a:avLst/>
            </a:prstGeom>
            <a:solidFill>
              <a:srgbClr val="FC5D0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6" name="Google Shape;956;p80"/>
            <p:cNvSpPr/>
            <p:nvPr/>
          </p:nvSpPr>
          <p:spPr>
            <a:xfrm>
              <a:off x="8400303" y="4338130"/>
              <a:ext cx="89700" cy="89700"/>
            </a:xfrm>
            <a:prstGeom prst="ellipse">
              <a:avLst/>
            </a:prstGeom>
            <a:solidFill>
              <a:srgbClr val="FC5D0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matchingName="Case Study - 2">
  <p:cSld name="TITLE_ONLY_8">
    <p:bg>
      <p:bgPr>
        <a:solidFill>
          <a:schemeClr val="dk2"/>
        </a:solidFill>
        <a:effectLst/>
      </p:bgPr>
    </p:bg>
    <p:spTree>
      <p:nvGrpSpPr>
        <p:cNvPr id="1" name="Shape 957"/>
        <p:cNvGrpSpPr/>
        <p:nvPr/>
      </p:nvGrpSpPr>
      <p:grpSpPr>
        <a:xfrm>
          <a:off x="0" y="0"/>
          <a:ext cx="0" cy="0"/>
          <a:chOff x="0" y="0"/>
          <a:chExt cx="0" cy="0"/>
        </a:xfrm>
      </p:grpSpPr>
      <p:sp>
        <p:nvSpPr>
          <p:cNvPr id="958" name="Google Shape;958;p81"/>
          <p:cNvSpPr/>
          <p:nvPr/>
        </p:nvSpPr>
        <p:spPr>
          <a:xfrm>
            <a:off x="3979175" y="1167325"/>
            <a:ext cx="4248600" cy="2824200"/>
          </a:xfrm>
          <a:prstGeom prst="roundRect">
            <a:avLst>
              <a:gd name="adj" fmla="val 10177"/>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9" name="Google Shape;959;p81"/>
          <p:cNvSpPr/>
          <p:nvPr/>
        </p:nvSpPr>
        <p:spPr>
          <a:xfrm>
            <a:off x="0" y="-17975"/>
            <a:ext cx="4572000" cy="5161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0" name="Google Shape;960;p81"/>
          <p:cNvSpPr txBox="1">
            <a:spLocks noGrp="1"/>
          </p:cNvSpPr>
          <p:nvPr>
            <p:ph type="title"/>
          </p:nvPr>
        </p:nvSpPr>
        <p:spPr>
          <a:xfrm>
            <a:off x="457200" y="114300"/>
            <a:ext cx="3612900" cy="903300"/>
          </a:xfrm>
          <a:prstGeom prst="rect">
            <a:avLst/>
          </a:prstGeom>
        </p:spPr>
        <p:txBody>
          <a:bodyPr spcFirstLastPara="1" wrap="square" lIns="0" tIns="0" rIns="0" bIns="0" anchor="t" anchorCtr="0">
            <a:normAutofit/>
          </a:bodyPr>
          <a:lstStyle>
            <a:lvl1pPr lvl="0" rtl="0">
              <a:spcBef>
                <a:spcPts val="0"/>
              </a:spcBef>
              <a:spcAft>
                <a:spcPts val="0"/>
              </a:spcAft>
              <a:buSzPts val="34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961" name="Google Shape;961;p81"/>
          <p:cNvSpPr txBox="1">
            <a:spLocks noGrp="1"/>
          </p:cNvSpPr>
          <p:nvPr>
            <p:ph type="subTitle" idx="1"/>
          </p:nvPr>
        </p:nvSpPr>
        <p:spPr>
          <a:xfrm>
            <a:off x="467075" y="4814525"/>
            <a:ext cx="2326500" cy="206400"/>
          </a:xfrm>
          <a:prstGeom prst="rect">
            <a:avLst/>
          </a:prstGeom>
        </p:spPr>
        <p:txBody>
          <a:bodyPr spcFirstLastPara="1" wrap="square" lIns="0" tIns="0" rIns="0" bIns="0" anchor="b" anchorCtr="0">
            <a:normAutofit/>
          </a:bodyPr>
          <a:lstStyle>
            <a:lvl1pPr lvl="0" rtl="0">
              <a:spcBef>
                <a:spcPts val="0"/>
              </a:spcBef>
              <a:spcAft>
                <a:spcPts val="0"/>
              </a:spcAft>
              <a:buClr>
                <a:schemeClr val="dk2"/>
              </a:buClr>
              <a:buSzPts val="700"/>
              <a:buNone/>
              <a:defRPr sz="700">
                <a:solidFill>
                  <a:schemeClr val="dk2"/>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962" name="Google Shape;962;p81"/>
          <p:cNvSpPr txBox="1">
            <a:spLocks noGrp="1"/>
          </p:cNvSpPr>
          <p:nvPr>
            <p:ph type="subTitle" idx="2"/>
          </p:nvPr>
        </p:nvSpPr>
        <p:spPr>
          <a:xfrm>
            <a:off x="457200" y="1183877"/>
            <a:ext cx="3612900" cy="312900"/>
          </a:xfrm>
          <a:prstGeom prst="rect">
            <a:avLst/>
          </a:prstGeom>
        </p:spPr>
        <p:txBody>
          <a:bodyPr spcFirstLastPara="1" wrap="square" lIns="0" tIns="0" rIns="0" bIns="0" anchor="t" anchorCtr="0">
            <a:normAutofit/>
          </a:bodyPr>
          <a:lstStyle>
            <a:lvl1pPr lvl="0" rtl="0">
              <a:lnSpc>
                <a:spcPct val="100000"/>
              </a:lnSpc>
              <a:spcBef>
                <a:spcPts val="0"/>
              </a:spcBef>
              <a:spcAft>
                <a:spcPts val="0"/>
              </a:spcAft>
              <a:buSzPts val="1600"/>
              <a:buFont typeface="IBM Plex Sans Medium"/>
              <a:buNone/>
              <a:defRPr>
                <a:solidFill>
                  <a:schemeClr val="accent1"/>
                </a:solidFill>
                <a:latin typeface="IBM Plex Sans Medium"/>
                <a:ea typeface="IBM Plex Sans Medium"/>
                <a:cs typeface="IBM Plex Sans Medium"/>
                <a:sym typeface="IBM Plex Sans Medium"/>
              </a:defRPr>
            </a:lvl1pPr>
            <a:lvl2pPr lvl="1" rtl="0">
              <a:lnSpc>
                <a:spcPct val="100000"/>
              </a:lnSpc>
              <a:spcBef>
                <a:spcPts val="0"/>
              </a:spcBef>
              <a:spcAft>
                <a:spcPts val="0"/>
              </a:spcAft>
              <a:buSzPts val="1800"/>
              <a:buFont typeface="IBM Plex Sans Medium"/>
              <a:buNone/>
              <a:defRPr sz="1800">
                <a:solidFill>
                  <a:schemeClr val="accent1"/>
                </a:solidFill>
                <a:latin typeface="IBM Plex Sans Medium"/>
                <a:ea typeface="IBM Plex Sans Medium"/>
                <a:cs typeface="IBM Plex Sans Medium"/>
                <a:sym typeface="IBM Plex Sans Medium"/>
              </a:defRPr>
            </a:lvl2pPr>
            <a:lvl3pPr lvl="2" rtl="0">
              <a:lnSpc>
                <a:spcPct val="100000"/>
              </a:lnSpc>
              <a:spcBef>
                <a:spcPts val="0"/>
              </a:spcBef>
              <a:spcAft>
                <a:spcPts val="0"/>
              </a:spcAft>
              <a:buSzPts val="1800"/>
              <a:buFont typeface="IBM Plex Sans Medium"/>
              <a:buNone/>
              <a:defRPr sz="1800">
                <a:solidFill>
                  <a:schemeClr val="accent1"/>
                </a:solidFill>
                <a:latin typeface="IBM Plex Sans Medium"/>
                <a:ea typeface="IBM Plex Sans Medium"/>
                <a:cs typeface="IBM Plex Sans Medium"/>
                <a:sym typeface="IBM Plex Sans Medium"/>
              </a:defRPr>
            </a:lvl3pPr>
            <a:lvl4pPr lvl="3" rtl="0">
              <a:lnSpc>
                <a:spcPct val="100000"/>
              </a:lnSpc>
              <a:spcBef>
                <a:spcPts val="0"/>
              </a:spcBef>
              <a:spcAft>
                <a:spcPts val="0"/>
              </a:spcAft>
              <a:buSzPts val="1800"/>
              <a:buFont typeface="IBM Plex Sans Medium"/>
              <a:buNone/>
              <a:defRPr sz="1800">
                <a:solidFill>
                  <a:schemeClr val="accent1"/>
                </a:solidFill>
                <a:latin typeface="IBM Plex Sans Medium"/>
                <a:ea typeface="IBM Plex Sans Medium"/>
                <a:cs typeface="IBM Plex Sans Medium"/>
                <a:sym typeface="IBM Plex Sans Medium"/>
              </a:defRPr>
            </a:lvl4pPr>
            <a:lvl5pPr lvl="4" rtl="0">
              <a:lnSpc>
                <a:spcPct val="100000"/>
              </a:lnSpc>
              <a:spcBef>
                <a:spcPts val="0"/>
              </a:spcBef>
              <a:spcAft>
                <a:spcPts val="0"/>
              </a:spcAft>
              <a:buClr>
                <a:schemeClr val="accent1"/>
              </a:buClr>
              <a:buSzPts val="1800"/>
              <a:buFont typeface="IBM Plex Sans Medium"/>
              <a:buNone/>
              <a:defRPr sz="1800">
                <a:solidFill>
                  <a:schemeClr val="accent1"/>
                </a:solidFill>
                <a:latin typeface="IBM Plex Sans Medium"/>
                <a:ea typeface="IBM Plex Sans Medium"/>
                <a:cs typeface="IBM Plex Sans Medium"/>
                <a:sym typeface="IBM Plex Sans Medium"/>
              </a:defRPr>
            </a:lvl5pPr>
            <a:lvl6pPr lvl="5" rtl="0">
              <a:lnSpc>
                <a:spcPct val="100000"/>
              </a:lnSpc>
              <a:spcBef>
                <a:spcPts val="0"/>
              </a:spcBef>
              <a:spcAft>
                <a:spcPts val="0"/>
              </a:spcAft>
              <a:buClr>
                <a:schemeClr val="accent1"/>
              </a:buClr>
              <a:buSzPts val="1800"/>
              <a:buFont typeface="IBM Plex Sans Medium"/>
              <a:buNone/>
              <a:defRPr sz="1800">
                <a:solidFill>
                  <a:schemeClr val="accent1"/>
                </a:solidFill>
                <a:latin typeface="IBM Plex Sans Medium"/>
                <a:ea typeface="IBM Plex Sans Medium"/>
                <a:cs typeface="IBM Plex Sans Medium"/>
                <a:sym typeface="IBM Plex Sans Medium"/>
              </a:defRPr>
            </a:lvl6pPr>
            <a:lvl7pPr lvl="6" rtl="0">
              <a:lnSpc>
                <a:spcPct val="100000"/>
              </a:lnSpc>
              <a:spcBef>
                <a:spcPts val="0"/>
              </a:spcBef>
              <a:spcAft>
                <a:spcPts val="0"/>
              </a:spcAft>
              <a:buClr>
                <a:schemeClr val="accent1"/>
              </a:buClr>
              <a:buSzPts val="1800"/>
              <a:buFont typeface="IBM Plex Sans Medium"/>
              <a:buNone/>
              <a:defRPr sz="1800">
                <a:solidFill>
                  <a:schemeClr val="accent1"/>
                </a:solidFill>
                <a:latin typeface="IBM Plex Sans Medium"/>
                <a:ea typeface="IBM Plex Sans Medium"/>
                <a:cs typeface="IBM Plex Sans Medium"/>
                <a:sym typeface="IBM Plex Sans Medium"/>
              </a:defRPr>
            </a:lvl7pPr>
            <a:lvl8pPr lvl="7" rtl="0">
              <a:lnSpc>
                <a:spcPct val="100000"/>
              </a:lnSpc>
              <a:spcBef>
                <a:spcPts val="0"/>
              </a:spcBef>
              <a:spcAft>
                <a:spcPts val="0"/>
              </a:spcAft>
              <a:buClr>
                <a:schemeClr val="accent1"/>
              </a:buClr>
              <a:buSzPts val="1800"/>
              <a:buFont typeface="IBM Plex Sans Medium"/>
              <a:buNone/>
              <a:defRPr sz="1800">
                <a:solidFill>
                  <a:schemeClr val="accent1"/>
                </a:solidFill>
                <a:latin typeface="IBM Plex Sans Medium"/>
                <a:ea typeface="IBM Plex Sans Medium"/>
                <a:cs typeface="IBM Plex Sans Medium"/>
                <a:sym typeface="IBM Plex Sans Medium"/>
              </a:defRPr>
            </a:lvl8pPr>
            <a:lvl9pPr lvl="8" rtl="0">
              <a:lnSpc>
                <a:spcPct val="100000"/>
              </a:lnSpc>
              <a:spcBef>
                <a:spcPts val="0"/>
              </a:spcBef>
              <a:spcAft>
                <a:spcPts val="0"/>
              </a:spcAft>
              <a:buClr>
                <a:schemeClr val="accent1"/>
              </a:buClr>
              <a:buSzPts val="1800"/>
              <a:buFont typeface="IBM Plex Sans Medium"/>
              <a:buNone/>
              <a:defRPr sz="1800">
                <a:solidFill>
                  <a:schemeClr val="accent1"/>
                </a:solidFill>
                <a:latin typeface="IBM Plex Sans Medium"/>
                <a:ea typeface="IBM Plex Sans Medium"/>
                <a:cs typeface="IBM Plex Sans Medium"/>
                <a:sym typeface="IBM Plex Sans Medium"/>
              </a:defRPr>
            </a:lvl9pPr>
          </a:lstStyle>
          <a:p>
            <a:endParaRPr/>
          </a:p>
        </p:txBody>
      </p:sp>
      <p:sp>
        <p:nvSpPr>
          <p:cNvPr id="963" name="Google Shape;963;p81"/>
          <p:cNvSpPr txBox="1">
            <a:spLocks noGrp="1"/>
          </p:cNvSpPr>
          <p:nvPr>
            <p:ph type="body" idx="3"/>
          </p:nvPr>
        </p:nvSpPr>
        <p:spPr>
          <a:xfrm>
            <a:off x="464326" y="1504916"/>
            <a:ext cx="3612900" cy="831600"/>
          </a:xfrm>
          <a:prstGeom prst="rect">
            <a:avLst/>
          </a:prstGeom>
        </p:spPr>
        <p:txBody>
          <a:bodyPr spcFirstLastPara="1" wrap="square" lIns="0" tIns="0" rIns="0" bIns="0" anchor="t" anchorCtr="0">
            <a:normAutofit/>
          </a:bodyPr>
          <a:lstStyle>
            <a:lvl1pPr marL="457200" lvl="0" indent="-304800" rtl="0">
              <a:spcBef>
                <a:spcPts val="0"/>
              </a:spcBef>
              <a:spcAft>
                <a:spcPts val="0"/>
              </a:spcAft>
              <a:buClr>
                <a:schemeClr val="dk1"/>
              </a:buClr>
              <a:buSzPts val="1200"/>
              <a:buChar char="■"/>
              <a:defRPr sz="1200"/>
            </a:lvl1pPr>
            <a:lvl2pPr marL="914400" lvl="1" indent="-304800" rtl="0">
              <a:spcBef>
                <a:spcPts val="0"/>
              </a:spcBef>
              <a:spcAft>
                <a:spcPts val="0"/>
              </a:spcAft>
              <a:buClr>
                <a:schemeClr val="dk1"/>
              </a:buClr>
              <a:buSzPts val="1200"/>
              <a:buChar char="■"/>
              <a:defRPr sz="1200"/>
            </a:lvl2pPr>
            <a:lvl3pPr marL="1371600" lvl="2" indent="-304800" rtl="0">
              <a:spcBef>
                <a:spcPts val="0"/>
              </a:spcBef>
              <a:spcAft>
                <a:spcPts val="0"/>
              </a:spcAft>
              <a:buClr>
                <a:schemeClr val="dk1"/>
              </a:buClr>
              <a:buSzPts val="1200"/>
              <a:buChar char="■"/>
              <a:defRPr sz="1200"/>
            </a:lvl3pPr>
            <a:lvl4pPr marL="1828800" lvl="3" indent="-304800" rtl="0">
              <a:spcBef>
                <a:spcPts val="0"/>
              </a:spcBef>
              <a:spcAft>
                <a:spcPts val="0"/>
              </a:spcAft>
              <a:buClr>
                <a:schemeClr val="dk1"/>
              </a:buClr>
              <a:buSzPts val="1200"/>
              <a:buChar char="●"/>
              <a:defRPr sz="1200"/>
            </a:lvl4pPr>
            <a:lvl5pPr marL="2286000" lvl="4" indent="-304800" rtl="0">
              <a:spcBef>
                <a:spcPts val="0"/>
              </a:spcBef>
              <a:spcAft>
                <a:spcPts val="0"/>
              </a:spcAft>
              <a:buSzPts val="1200"/>
              <a:buChar char="○"/>
              <a:defRPr sz="1200"/>
            </a:lvl5pPr>
            <a:lvl6pPr marL="2743200" lvl="5" indent="-304800" rtl="0">
              <a:spcBef>
                <a:spcPts val="0"/>
              </a:spcBef>
              <a:spcAft>
                <a:spcPts val="0"/>
              </a:spcAft>
              <a:buSzPts val="1200"/>
              <a:buChar char="■"/>
              <a:defRPr sz="1200"/>
            </a:lvl6pPr>
            <a:lvl7pPr marL="3200400" lvl="6" indent="-304800" rtl="0">
              <a:spcBef>
                <a:spcPts val="0"/>
              </a:spcBef>
              <a:spcAft>
                <a:spcPts val="0"/>
              </a:spcAft>
              <a:buSzPts val="1200"/>
              <a:buChar char="●"/>
              <a:defRPr sz="1200"/>
            </a:lvl7pPr>
            <a:lvl8pPr marL="3657600" lvl="7" indent="-304800" rtl="0">
              <a:spcBef>
                <a:spcPts val="0"/>
              </a:spcBef>
              <a:spcAft>
                <a:spcPts val="0"/>
              </a:spcAft>
              <a:buSzPts val="1200"/>
              <a:buChar char="○"/>
              <a:defRPr sz="1200"/>
            </a:lvl8pPr>
            <a:lvl9pPr marL="4114800" lvl="8" indent="-304800" rtl="0">
              <a:spcBef>
                <a:spcPts val="0"/>
              </a:spcBef>
              <a:spcAft>
                <a:spcPts val="0"/>
              </a:spcAft>
              <a:buSzPts val="1200"/>
              <a:buChar char="■"/>
              <a:defRPr sz="1200"/>
            </a:lvl9pPr>
          </a:lstStyle>
          <a:p>
            <a:endParaRPr/>
          </a:p>
        </p:txBody>
      </p:sp>
      <p:sp>
        <p:nvSpPr>
          <p:cNvPr id="964" name="Google Shape;964;p81"/>
          <p:cNvSpPr txBox="1">
            <a:spLocks noGrp="1"/>
          </p:cNvSpPr>
          <p:nvPr>
            <p:ph type="subTitle" idx="4"/>
          </p:nvPr>
        </p:nvSpPr>
        <p:spPr>
          <a:xfrm>
            <a:off x="457200" y="2422934"/>
            <a:ext cx="3612900" cy="312900"/>
          </a:xfrm>
          <a:prstGeom prst="rect">
            <a:avLst/>
          </a:prstGeom>
        </p:spPr>
        <p:txBody>
          <a:bodyPr spcFirstLastPara="1" wrap="square" lIns="0" tIns="0" rIns="0" bIns="0" anchor="t" anchorCtr="0">
            <a:normAutofit/>
          </a:bodyPr>
          <a:lstStyle>
            <a:lvl1pPr lvl="0" rtl="0">
              <a:lnSpc>
                <a:spcPct val="100000"/>
              </a:lnSpc>
              <a:spcBef>
                <a:spcPts val="0"/>
              </a:spcBef>
              <a:spcAft>
                <a:spcPts val="0"/>
              </a:spcAft>
              <a:buSzPts val="1600"/>
              <a:buFont typeface="IBM Plex Sans Medium"/>
              <a:buNone/>
              <a:defRPr>
                <a:solidFill>
                  <a:schemeClr val="accent1"/>
                </a:solidFill>
                <a:latin typeface="IBM Plex Sans Medium"/>
                <a:ea typeface="IBM Plex Sans Medium"/>
                <a:cs typeface="IBM Plex Sans Medium"/>
                <a:sym typeface="IBM Plex Sans Medium"/>
              </a:defRPr>
            </a:lvl1pPr>
            <a:lvl2pPr lvl="1" rtl="0">
              <a:lnSpc>
                <a:spcPct val="100000"/>
              </a:lnSpc>
              <a:spcBef>
                <a:spcPts val="0"/>
              </a:spcBef>
              <a:spcAft>
                <a:spcPts val="0"/>
              </a:spcAft>
              <a:buSzPts val="1800"/>
              <a:buFont typeface="IBM Plex Sans Medium"/>
              <a:buNone/>
              <a:defRPr sz="1800">
                <a:solidFill>
                  <a:schemeClr val="accent1"/>
                </a:solidFill>
                <a:latin typeface="IBM Plex Sans Medium"/>
                <a:ea typeface="IBM Plex Sans Medium"/>
                <a:cs typeface="IBM Plex Sans Medium"/>
                <a:sym typeface="IBM Plex Sans Medium"/>
              </a:defRPr>
            </a:lvl2pPr>
            <a:lvl3pPr lvl="2" rtl="0">
              <a:lnSpc>
                <a:spcPct val="100000"/>
              </a:lnSpc>
              <a:spcBef>
                <a:spcPts val="0"/>
              </a:spcBef>
              <a:spcAft>
                <a:spcPts val="0"/>
              </a:spcAft>
              <a:buSzPts val="1800"/>
              <a:buFont typeface="IBM Plex Sans Medium"/>
              <a:buNone/>
              <a:defRPr sz="1800">
                <a:solidFill>
                  <a:schemeClr val="accent1"/>
                </a:solidFill>
                <a:latin typeface="IBM Plex Sans Medium"/>
                <a:ea typeface="IBM Plex Sans Medium"/>
                <a:cs typeface="IBM Plex Sans Medium"/>
                <a:sym typeface="IBM Plex Sans Medium"/>
              </a:defRPr>
            </a:lvl3pPr>
            <a:lvl4pPr lvl="3" rtl="0">
              <a:lnSpc>
                <a:spcPct val="100000"/>
              </a:lnSpc>
              <a:spcBef>
                <a:spcPts val="0"/>
              </a:spcBef>
              <a:spcAft>
                <a:spcPts val="0"/>
              </a:spcAft>
              <a:buSzPts val="1800"/>
              <a:buFont typeface="IBM Plex Sans Medium"/>
              <a:buNone/>
              <a:defRPr sz="1800">
                <a:solidFill>
                  <a:schemeClr val="accent1"/>
                </a:solidFill>
                <a:latin typeface="IBM Plex Sans Medium"/>
                <a:ea typeface="IBM Plex Sans Medium"/>
                <a:cs typeface="IBM Plex Sans Medium"/>
                <a:sym typeface="IBM Plex Sans Medium"/>
              </a:defRPr>
            </a:lvl4pPr>
            <a:lvl5pPr lvl="4" rtl="0">
              <a:lnSpc>
                <a:spcPct val="100000"/>
              </a:lnSpc>
              <a:spcBef>
                <a:spcPts val="0"/>
              </a:spcBef>
              <a:spcAft>
                <a:spcPts val="0"/>
              </a:spcAft>
              <a:buClr>
                <a:schemeClr val="accent1"/>
              </a:buClr>
              <a:buSzPts val="1800"/>
              <a:buFont typeface="IBM Plex Sans Medium"/>
              <a:buNone/>
              <a:defRPr sz="1800">
                <a:solidFill>
                  <a:schemeClr val="accent1"/>
                </a:solidFill>
                <a:latin typeface="IBM Plex Sans Medium"/>
                <a:ea typeface="IBM Plex Sans Medium"/>
                <a:cs typeface="IBM Plex Sans Medium"/>
                <a:sym typeface="IBM Plex Sans Medium"/>
              </a:defRPr>
            </a:lvl5pPr>
            <a:lvl6pPr lvl="5" rtl="0">
              <a:lnSpc>
                <a:spcPct val="100000"/>
              </a:lnSpc>
              <a:spcBef>
                <a:spcPts val="0"/>
              </a:spcBef>
              <a:spcAft>
                <a:spcPts val="0"/>
              </a:spcAft>
              <a:buClr>
                <a:schemeClr val="accent1"/>
              </a:buClr>
              <a:buSzPts val="1800"/>
              <a:buFont typeface="IBM Plex Sans Medium"/>
              <a:buNone/>
              <a:defRPr sz="1800">
                <a:solidFill>
                  <a:schemeClr val="accent1"/>
                </a:solidFill>
                <a:latin typeface="IBM Plex Sans Medium"/>
                <a:ea typeface="IBM Plex Sans Medium"/>
                <a:cs typeface="IBM Plex Sans Medium"/>
                <a:sym typeface="IBM Plex Sans Medium"/>
              </a:defRPr>
            </a:lvl6pPr>
            <a:lvl7pPr lvl="6" rtl="0">
              <a:lnSpc>
                <a:spcPct val="100000"/>
              </a:lnSpc>
              <a:spcBef>
                <a:spcPts val="0"/>
              </a:spcBef>
              <a:spcAft>
                <a:spcPts val="0"/>
              </a:spcAft>
              <a:buClr>
                <a:schemeClr val="accent1"/>
              </a:buClr>
              <a:buSzPts val="1800"/>
              <a:buFont typeface="IBM Plex Sans Medium"/>
              <a:buNone/>
              <a:defRPr sz="1800">
                <a:solidFill>
                  <a:schemeClr val="accent1"/>
                </a:solidFill>
                <a:latin typeface="IBM Plex Sans Medium"/>
                <a:ea typeface="IBM Plex Sans Medium"/>
                <a:cs typeface="IBM Plex Sans Medium"/>
                <a:sym typeface="IBM Plex Sans Medium"/>
              </a:defRPr>
            </a:lvl7pPr>
            <a:lvl8pPr lvl="7" rtl="0">
              <a:lnSpc>
                <a:spcPct val="100000"/>
              </a:lnSpc>
              <a:spcBef>
                <a:spcPts val="0"/>
              </a:spcBef>
              <a:spcAft>
                <a:spcPts val="0"/>
              </a:spcAft>
              <a:buClr>
                <a:schemeClr val="accent1"/>
              </a:buClr>
              <a:buSzPts val="1800"/>
              <a:buFont typeface="IBM Plex Sans Medium"/>
              <a:buNone/>
              <a:defRPr sz="1800">
                <a:solidFill>
                  <a:schemeClr val="accent1"/>
                </a:solidFill>
                <a:latin typeface="IBM Plex Sans Medium"/>
                <a:ea typeface="IBM Plex Sans Medium"/>
                <a:cs typeface="IBM Plex Sans Medium"/>
                <a:sym typeface="IBM Plex Sans Medium"/>
              </a:defRPr>
            </a:lvl8pPr>
            <a:lvl9pPr lvl="8" rtl="0">
              <a:lnSpc>
                <a:spcPct val="100000"/>
              </a:lnSpc>
              <a:spcBef>
                <a:spcPts val="0"/>
              </a:spcBef>
              <a:spcAft>
                <a:spcPts val="0"/>
              </a:spcAft>
              <a:buClr>
                <a:schemeClr val="accent1"/>
              </a:buClr>
              <a:buSzPts val="1800"/>
              <a:buFont typeface="IBM Plex Sans Medium"/>
              <a:buNone/>
              <a:defRPr sz="1800">
                <a:solidFill>
                  <a:schemeClr val="accent1"/>
                </a:solidFill>
                <a:latin typeface="IBM Plex Sans Medium"/>
                <a:ea typeface="IBM Plex Sans Medium"/>
                <a:cs typeface="IBM Plex Sans Medium"/>
                <a:sym typeface="IBM Plex Sans Medium"/>
              </a:defRPr>
            </a:lvl9pPr>
          </a:lstStyle>
          <a:p>
            <a:endParaRPr/>
          </a:p>
        </p:txBody>
      </p:sp>
      <p:sp>
        <p:nvSpPr>
          <p:cNvPr id="965" name="Google Shape;965;p81"/>
          <p:cNvSpPr txBox="1">
            <a:spLocks noGrp="1"/>
          </p:cNvSpPr>
          <p:nvPr>
            <p:ph type="body" idx="5"/>
          </p:nvPr>
        </p:nvSpPr>
        <p:spPr>
          <a:xfrm>
            <a:off x="464326" y="2743982"/>
            <a:ext cx="3612900" cy="831600"/>
          </a:xfrm>
          <a:prstGeom prst="rect">
            <a:avLst/>
          </a:prstGeom>
        </p:spPr>
        <p:txBody>
          <a:bodyPr spcFirstLastPara="1" wrap="square" lIns="0" tIns="0" rIns="0" bIns="0" anchor="t" anchorCtr="0">
            <a:normAutofit/>
          </a:bodyPr>
          <a:lstStyle>
            <a:lvl1pPr marL="457200" lvl="0" indent="-304800" rtl="0">
              <a:spcBef>
                <a:spcPts val="0"/>
              </a:spcBef>
              <a:spcAft>
                <a:spcPts val="0"/>
              </a:spcAft>
              <a:buClr>
                <a:schemeClr val="dk1"/>
              </a:buClr>
              <a:buSzPts val="1200"/>
              <a:buChar char="■"/>
              <a:defRPr sz="1200"/>
            </a:lvl1pPr>
            <a:lvl2pPr marL="914400" lvl="1" indent="-304800" rtl="0">
              <a:spcBef>
                <a:spcPts val="0"/>
              </a:spcBef>
              <a:spcAft>
                <a:spcPts val="0"/>
              </a:spcAft>
              <a:buClr>
                <a:schemeClr val="dk1"/>
              </a:buClr>
              <a:buSzPts val="1200"/>
              <a:buChar char="■"/>
              <a:defRPr sz="1200"/>
            </a:lvl2pPr>
            <a:lvl3pPr marL="1371600" lvl="2" indent="-304800" rtl="0">
              <a:spcBef>
                <a:spcPts val="0"/>
              </a:spcBef>
              <a:spcAft>
                <a:spcPts val="0"/>
              </a:spcAft>
              <a:buClr>
                <a:schemeClr val="dk1"/>
              </a:buClr>
              <a:buSzPts val="1200"/>
              <a:buChar char="■"/>
              <a:defRPr sz="1200"/>
            </a:lvl3pPr>
            <a:lvl4pPr marL="1828800" lvl="3" indent="-304800" rtl="0">
              <a:spcBef>
                <a:spcPts val="0"/>
              </a:spcBef>
              <a:spcAft>
                <a:spcPts val="0"/>
              </a:spcAft>
              <a:buClr>
                <a:schemeClr val="dk1"/>
              </a:buClr>
              <a:buSzPts val="1200"/>
              <a:buChar char="●"/>
              <a:defRPr sz="1200"/>
            </a:lvl4pPr>
            <a:lvl5pPr marL="2286000" lvl="4" indent="-304800" rtl="0">
              <a:spcBef>
                <a:spcPts val="0"/>
              </a:spcBef>
              <a:spcAft>
                <a:spcPts val="0"/>
              </a:spcAft>
              <a:buSzPts val="1200"/>
              <a:buChar char="○"/>
              <a:defRPr sz="1200"/>
            </a:lvl5pPr>
            <a:lvl6pPr marL="2743200" lvl="5" indent="-304800" rtl="0">
              <a:spcBef>
                <a:spcPts val="0"/>
              </a:spcBef>
              <a:spcAft>
                <a:spcPts val="0"/>
              </a:spcAft>
              <a:buSzPts val="1200"/>
              <a:buChar char="■"/>
              <a:defRPr sz="1200"/>
            </a:lvl6pPr>
            <a:lvl7pPr marL="3200400" lvl="6" indent="-304800" rtl="0">
              <a:spcBef>
                <a:spcPts val="0"/>
              </a:spcBef>
              <a:spcAft>
                <a:spcPts val="0"/>
              </a:spcAft>
              <a:buSzPts val="1200"/>
              <a:buChar char="●"/>
              <a:defRPr sz="1200"/>
            </a:lvl7pPr>
            <a:lvl8pPr marL="3657600" lvl="7" indent="-304800" rtl="0">
              <a:spcBef>
                <a:spcPts val="0"/>
              </a:spcBef>
              <a:spcAft>
                <a:spcPts val="0"/>
              </a:spcAft>
              <a:buSzPts val="1200"/>
              <a:buChar char="○"/>
              <a:defRPr sz="1200"/>
            </a:lvl8pPr>
            <a:lvl9pPr marL="4114800" lvl="8" indent="-304800" rtl="0">
              <a:spcBef>
                <a:spcPts val="0"/>
              </a:spcBef>
              <a:spcAft>
                <a:spcPts val="0"/>
              </a:spcAft>
              <a:buSzPts val="1200"/>
              <a:buChar char="■"/>
              <a:defRPr sz="1200"/>
            </a:lvl9pPr>
          </a:lstStyle>
          <a:p>
            <a:endParaRPr/>
          </a:p>
        </p:txBody>
      </p:sp>
      <p:sp>
        <p:nvSpPr>
          <p:cNvPr id="966" name="Google Shape;966;p81"/>
          <p:cNvSpPr txBox="1">
            <a:spLocks noGrp="1"/>
          </p:cNvSpPr>
          <p:nvPr>
            <p:ph type="subTitle" idx="6"/>
          </p:nvPr>
        </p:nvSpPr>
        <p:spPr>
          <a:xfrm>
            <a:off x="457200" y="3661991"/>
            <a:ext cx="3612900" cy="312900"/>
          </a:xfrm>
          <a:prstGeom prst="rect">
            <a:avLst/>
          </a:prstGeom>
        </p:spPr>
        <p:txBody>
          <a:bodyPr spcFirstLastPara="1" wrap="square" lIns="0" tIns="0" rIns="0" bIns="0" anchor="t" anchorCtr="0">
            <a:normAutofit/>
          </a:bodyPr>
          <a:lstStyle>
            <a:lvl1pPr lvl="0" rtl="0">
              <a:lnSpc>
                <a:spcPct val="100000"/>
              </a:lnSpc>
              <a:spcBef>
                <a:spcPts val="0"/>
              </a:spcBef>
              <a:spcAft>
                <a:spcPts val="0"/>
              </a:spcAft>
              <a:buSzPts val="1600"/>
              <a:buFont typeface="IBM Plex Sans Medium"/>
              <a:buNone/>
              <a:defRPr>
                <a:solidFill>
                  <a:schemeClr val="accent1"/>
                </a:solidFill>
                <a:latin typeface="IBM Plex Sans Medium"/>
                <a:ea typeface="IBM Plex Sans Medium"/>
                <a:cs typeface="IBM Plex Sans Medium"/>
                <a:sym typeface="IBM Plex Sans Medium"/>
              </a:defRPr>
            </a:lvl1pPr>
            <a:lvl2pPr lvl="1" rtl="0">
              <a:lnSpc>
                <a:spcPct val="100000"/>
              </a:lnSpc>
              <a:spcBef>
                <a:spcPts val="0"/>
              </a:spcBef>
              <a:spcAft>
                <a:spcPts val="0"/>
              </a:spcAft>
              <a:buSzPts val="1800"/>
              <a:buFont typeface="IBM Plex Sans Medium"/>
              <a:buNone/>
              <a:defRPr sz="1800">
                <a:solidFill>
                  <a:schemeClr val="accent1"/>
                </a:solidFill>
                <a:latin typeface="IBM Plex Sans Medium"/>
                <a:ea typeface="IBM Plex Sans Medium"/>
                <a:cs typeface="IBM Plex Sans Medium"/>
                <a:sym typeface="IBM Plex Sans Medium"/>
              </a:defRPr>
            </a:lvl2pPr>
            <a:lvl3pPr lvl="2" rtl="0">
              <a:lnSpc>
                <a:spcPct val="100000"/>
              </a:lnSpc>
              <a:spcBef>
                <a:spcPts val="0"/>
              </a:spcBef>
              <a:spcAft>
                <a:spcPts val="0"/>
              </a:spcAft>
              <a:buSzPts val="1800"/>
              <a:buFont typeface="IBM Plex Sans Medium"/>
              <a:buNone/>
              <a:defRPr sz="1800">
                <a:solidFill>
                  <a:schemeClr val="accent1"/>
                </a:solidFill>
                <a:latin typeface="IBM Plex Sans Medium"/>
                <a:ea typeface="IBM Plex Sans Medium"/>
                <a:cs typeface="IBM Plex Sans Medium"/>
                <a:sym typeface="IBM Plex Sans Medium"/>
              </a:defRPr>
            </a:lvl3pPr>
            <a:lvl4pPr lvl="3" rtl="0">
              <a:lnSpc>
                <a:spcPct val="100000"/>
              </a:lnSpc>
              <a:spcBef>
                <a:spcPts val="0"/>
              </a:spcBef>
              <a:spcAft>
                <a:spcPts val="0"/>
              </a:spcAft>
              <a:buSzPts val="1800"/>
              <a:buFont typeface="IBM Plex Sans Medium"/>
              <a:buNone/>
              <a:defRPr sz="1800">
                <a:solidFill>
                  <a:schemeClr val="accent1"/>
                </a:solidFill>
                <a:latin typeface="IBM Plex Sans Medium"/>
                <a:ea typeface="IBM Plex Sans Medium"/>
                <a:cs typeface="IBM Plex Sans Medium"/>
                <a:sym typeface="IBM Plex Sans Medium"/>
              </a:defRPr>
            </a:lvl4pPr>
            <a:lvl5pPr lvl="4" rtl="0">
              <a:lnSpc>
                <a:spcPct val="100000"/>
              </a:lnSpc>
              <a:spcBef>
                <a:spcPts val="0"/>
              </a:spcBef>
              <a:spcAft>
                <a:spcPts val="0"/>
              </a:spcAft>
              <a:buClr>
                <a:schemeClr val="accent1"/>
              </a:buClr>
              <a:buSzPts val="1800"/>
              <a:buFont typeface="IBM Plex Sans Medium"/>
              <a:buNone/>
              <a:defRPr sz="1800">
                <a:solidFill>
                  <a:schemeClr val="accent1"/>
                </a:solidFill>
                <a:latin typeface="IBM Plex Sans Medium"/>
                <a:ea typeface="IBM Plex Sans Medium"/>
                <a:cs typeface="IBM Plex Sans Medium"/>
                <a:sym typeface="IBM Plex Sans Medium"/>
              </a:defRPr>
            </a:lvl5pPr>
            <a:lvl6pPr lvl="5" rtl="0">
              <a:lnSpc>
                <a:spcPct val="100000"/>
              </a:lnSpc>
              <a:spcBef>
                <a:spcPts val="0"/>
              </a:spcBef>
              <a:spcAft>
                <a:spcPts val="0"/>
              </a:spcAft>
              <a:buClr>
                <a:schemeClr val="accent1"/>
              </a:buClr>
              <a:buSzPts val="1800"/>
              <a:buFont typeface="IBM Plex Sans Medium"/>
              <a:buNone/>
              <a:defRPr sz="1800">
                <a:solidFill>
                  <a:schemeClr val="accent1"/>
                </a:solidFill>
                <a:latin typeface="IBM Plex Sans Medium"/>
                <a:ea typeface="IBM Plex Sans Medium"/>
                <a:cs typeface="IBM Plex Sans Medium"/>
                <a:sym typeface="IBM Plex Sans Medium"/>
              </a:defRPr>
            </a:lvl6pPr>
            <a:lvl7pPr lvl="6" rtl="0">
              <a:lnSpc>
                <a:spcPct val="100000"/>
              </a:lnSpc>
              <a:spcBef>
                <a:spcPts val="0"/>
              </a:spcBef>
              <a:spcAft>
                <a:spcPts val="0"/>
              </a:spcAft>
              <a:buClr>
                <a:schemeClr val="accent1"/>
              </a:buClr>
              <a:buSzPts val="1800"/>
              <a:buFont typeface="IBM Plex Sans Medium"/>
              <a:buNone/>
              <a:defRPr sz="1800">
                <a:solidFill>
                  <a:schemeClr val="accent1"/>
                </a:solidFill>
                <a:latin typeface="IBM Plex Sans Medium"/>
                <a:ea typeface="IBM Plex Sans Medium"/>
                <a:cs typeface="IBM Plex Sans Medium"/>
                <a:sym typeface="IBM Plex Sans Medium"/>
              </a:defRPr>
            </a:lvl7pPr>
            <a:lvl8pPr lvl="7" rtl="0">
              <a:lnSpc>
                <a:spcPct val="100000"/>
              </a:lnSpc>
              <a:spcBef>
                <a:spcPts val="0"/>
              </a:spcBef>
              <a:spcAft>
                <a:spcPts val="0"/>
              </a:spcAft>
              <a:buClr>
                <a:schemeClr val="accent1"/>
              </a:buClr>
              <a:buSzPts val="1800"/>
              <a:buFont typeface="IBM Plex Sans Medium"/>
              <a:buNone/>
              <a:defRPr sz="1800">
                <a:solidFill>
                  <a:schemeClr val="accent1"/>
                </a:solidFill>
                <a:latin typeface="IBM Plex Sans Medium"/>
                <a:ea typeface="IBM Plex Sans Medium"/>
                <a:cs typeface="IBM Plex Sans Medium"/>
                <a:sym typeface="IBM Plex Sans Medium"/>
              </a:defRPr>
            </a:lvl8pPr>
            <a:lvl9pPr lvl="8" rtl="0">
              <a:lnSpc>
                <a:spcPct val="100000"/>
              </a:lnSpc>
              <a:spcBef>
                <a:spcPts val="0"/>
              </a:spcBef>
              <a:spcAft>
                <a:spcPts val="0"/>
              </a:spcAft>
              <a:buClr>
                <a:schemeClr val="accent1"/>
              </a:buClr>
              <a:buSzPts val="1800"/>
              <a:buFont typeface="IBM Plex Sans Medium"/>
              <a:buNone/>
              <a:defRPr sz="1800">
                <a:solidFill>
                  <a:schemeClr val="accent1"/>
                </a:solidFill>
                <a:latin typeface="IBM Plex Sans Medium"/>
                <a:ea typeface="IBM Plex Sans Medium"/>
                <a:cs typeface="IBM Plex Sans Medium"/>
                <a:sym typeface="IBM Plex Sans Medium"/>
              </a:defRPr>
            </a:lvl9pPr>
          </a:lstStyle>
          <a:p>
            <a:endParaRPr/>
          </a:p>
        </p:txBody>
      </p:sp>
      <p:sp>
        <p:nvSpPr>
          <p:cNvPr id="967" name="Google Shape;967;p81"/>
          <p:cNvSpPr txBox="1">
            <a:spLocks noGrp="1"/>
          </p:cNvSpPr>
          <p:nvPr>
            <p:ph type="body" idx="7"/>
          </p:nvPr>
        </p:nvSpPr>
        <p:spPr>
          <a:xfrm>
            <a:off x="464326" y="3983048"/>
            <a:ext cx="3612900" cy="831600"/>
          </a:xfrm>
          <a:prstGeom prst="rect">
            <a:avLst/>
          </a:prstGeom>
        </p:spPr>
        <p:txBody>
          <a:bodyPr spcFirstLastPara="1" wrap="square" lIns="0" tIns="0" rIns="0" bIns="0" anchor="t" anchorCtr="0">
            <a:normAutofit/>
          </a:bodyPr>
          <a:lstStyle>
            <a:lvl1pPr marL="457200" lvl="0" indent="-304800" rtl="0">
              <a:spcBef>
                <a:spcPts val="0"/>
              </a:spcBef>
              <a:spcAft>
                <a:spcPts val="0"/>
              </a:spcAft>
              <a:buClr>
                <a:schemeClr val="dk1"/>
              </a:buClr>
              <a:buSzPts val="1200"/>
              <a:buChar char="■"/>
              <a:defRPr sz="1200"/>
            </a:lvl1pPr>
            <a:lvl2pPr marL="914400" lvl="1" indent="-304800" rtl="0">
              <a:spcBef>
                <a:spcPts val="0"/>
              </a:spcBef>
              <a:spcAft>
                <a:spcPts val="0"/>
              </a:spcAft>
              <a:buClr>
                <a:schemeClr val="dk1"/>
              </a:buClr>
              <a:buSzPts val="1200"/>
              <a:buChar char="■"/>
              <a:defRPr sz="1200"/>
            </a:lvl2pPr>
            <a:lvl3pPr marL="1371600" lvl="2" indent="-304800" rtl="0">
              <a:spcBef>
                <a:spcPts val="0"/>
              </a:spcBef>
              <a:spcAft>
                <a:spcPts val="0"/>
              </a:spcAft>
              <a:buClr>
                <a:schemeClr val="dk1"/>
              </a:buClr>
              <a:buSzPts val="1200"/>
              <a:buChar char="■"/>
              <a:defRPr sz="1200"/>
            </a:lvl3pPr>
            <a:lvl4pPr marL="1828800" lvl="3" indent="-304800" rtl="0">
              <a:spcBef>
                <a:spcPts val="0"/>
              </a:spcBef>
              <a:spcAft>
                <a:spcPts val="0"/>
              </a:spcAft>
              <a:buClr>
                <a:schemeClr val="dk1"/>
              </a:buClr>
              <a:buSzPts val="1200"/>
              <a:buChar char="●"/>
              <a:defRPr sz="1200"/>
            </a:lvl4pPr>
            <a:lvl5pPr marL="2286000" lvl="4" indent="-304800" rtl="0">
              <a:spcBef>
                <a:spcPts val="0"/>
              </a:spcBef>
              <a:spcAft>
                <a:spcPts val="0"/>
              </a:spcAft>
              <a:buSzPts val="1200"/>
              <a:buChar char="○"/>
              <a:defRPr sz="1200"/>
            </a:lvl5pPr>
            <a:lvl6pPr marL="2743200" lvl="5" indent="-304800" rtl="0">
              <a:spcBef>
                <a:spcPts val="0"/>
              </a:spcBef>
              <a:spcAft>
                <a:spcPts val="0"/>
              </a:spcAft>
              <a:buSzPts val="1200"/>
              <a:buChar char="■"/>
              <a:defRPr sz="1200"/>
            </a:lvl6pPr>
            <a:lvl7pPr marL="3200400" lvl="6" indent="-304800" rtl="0">
              <a:spcBef>
                <a:spcPts val="0"/>
              </a:spcBef>
              <a:spcAft>
                <a:spcPts val="0"/>
              </a:spcAft>
              <a:buSzPts val="1200"/>
              <a:buChar char="●"/>
              <a:defRPr sz="1200"/>
            </a:lvl7pPr>
            <a:lvl8pPr marL="3657600" lvl="7" indent="-304800" rtl="0">
              <a:spcBef>
                <a:spcPts val="0"/>
              </a:spcBef>
              <a:spcAft>
                <a:spcPts val="0"/>
              </a:spcAft>
              <a:buSzPts val="1200"/>
              <a:buChar char="○"/>
              <a:defRPr sz="1200"/>
            </a:lvl8pPr>
            <a:lvl9pPr marL="4114800" lvl="8" indent="-304800" rtl="0">
              <a:spcBef>
                <a:spcPts val="0"/>
              </a:spcBef>
              <a:spcAft>
                <a:spcPts val="0"/>
              </a:spcAft>
              <a:buSzPts val="1200"/>
              <a:buChar char="■"/>
              <a:defRPr sz="1200"/>
            </a:lvl9pPr>
          </a:lstStyle>
          <a:p>
            <a:endParaRPr/>
          </a:p>
        </p:txBody>
      </p:sp>
      <p:sp>
        <p:nvSpPr>
          <p:cNvPr id="968" name="Google Shape;968;p81"/>
          <p:cNvSpPr/>
          <p:nvPr/>
        </p:nvSpPr>
        <p:spPr>
          <a:xfrm rot="-2700000">
            <a:off x="4283502" y="2307864"/>
            <a:ext cx="546452" cy="543058"/>
          </a:xfrm>
          <a:prstGeom prst="roundRect">
            <a:avLst>
              <a:gd name="adj" fmla="val 5808"/>
            </a:avLst>
          </a:prstGeom>
          <a:solidFill>
            <a:schemeClr val="lt2"/>
          </a:solidFill>
          <a:ln>
            <a:noFill/>
          </a:ln>
        </p:spPr>
        <p:txBody>
          <a:bodyPr spcFirstLastPara="1" wrap="square" lIns="57150" tIns="57150" rIns="57150" bIns="57150" anchor="ctr" anchorCtr="0">
            <a:noAutofit/>
          </a:bodyPr>
          <a:lstStyle/>
          <a:p>
            <a:pPr marL="0" lvl="0" indent="0" algn="ctr" rtl="0">
              <a:spcBef>
                <a:spcPts val="0"/>
              </a:spcBef>
              <a:spcAft>
                <a:spcPts val="0"/>
              </a:spcAft>
              <a:buNone/>
            </a:pPr>
            <a:endParaRPr sz="800" b="1">
              <a:solidFill>
                <a:srgbClr val="FFFFFF"/>
              </a:solidFill>
              <a:latin typeface="IBM Plex Sans"/>
              <a:ea typeface="IBM Plex Sans"/>
              <a:cs typeface="IBM Plex Sans"/>
              <a:sym typeface="IBM Plex Sans"/>
            </a:endParaRPr>
          </a:p>
        </p:txBody>
      </p:sp>
      <p:pic>
        <p:nvPicPr>
          <p:cNvPr id="969" name="Google Shape;969;p81"/>
          <p:cNvPicPr preferRelativeResize="0"/>
          <p:nvPr/>
        </p:nvPicPr>
        <p:blipFill>
          <a:blip r:embed="rId2">
            <a:alphaModFix/>
          </a:blip>
          <a:stretch>
            <a:fillRect/>
          </a:stretch>
        </p:blipFill>
        <p:spPr>
          <a:xfrm>
            <a:off x="8544859" y="62003"/>
            <a:ext cx="599140" cy="599141"/>
          </a:xfrm>
          <a:prstGeom prst="rect">
            <a:avLst/>
          </a:prstGeom>
          <a:noFill/>
          <a:ln>
            <a:noFill/>
          </a:ln>
        </p:spPr>
      </p:pic>
      <p:sp>
        <p:nvSpPr>
          <p:cNvPr id="970" name="Google Shape;970;p81"/>
          <p:cNvSpPr txBox="1"/>
          <p:nvPr/>
        </p:nvSpPr>
        <p:spPr>
          <a:xfrm>
            <a:off x="4832000" y="1586575"/>
            <a:ext cx="369300" cy="343200"/>
          </a:xfrm>
          <a:prstGeom prst="rect">
            <a:avLst/>
          </a:prstGeom>
          <a:noFill/>
          <a:ln>
            <a:noFill/>
          </a:ln>
        </p:spPr>
        <p:txBody>
          <a:bodyPr spcFirstLastPara="1" wrap="square" lIns="0" tIns="0" rIns="0" bIns="0" anchor="t" anchorCtr="0">
            <a:noAutofit/>
          </a:bodyPr>
          <a:lstStyle/>
          <a:p>
            <a:pPr marL="0" lvl="0" indent="0" algn="l" rtl="0">
              <a:lnSpc>
                <a:spcPct val="115000"/>
              </a:lnSpc>
              <a:spcBef>
                <a:spcPts val="0"/>
              </a:spcBef>
              <a:spcAft>
                <a:spcPts val="1200"/>
              </a:spcAft>
              <a:buNone/>
            </a:pPr>
            <a:r>
              <a:rPr lang="en" sz="4800">
                <a:solidFill>
                  <a:srgbClr val="FFFFFF"/>
                </a:solidFill>
                <a:latin typeface="IBM Plex Sans SemiBold"/>
                <a:ea typeface="IBM Plex Sans SemiBold"/>
                <a:cs typeface="IBM Plex Sans SemiBold"/>
                <a:sym typeface="IBM Plex Sans SemiBold"/>
              </a:rPr>
              <a:t>“</a:t>
            </a:r>
            <a:endParaRPr sz="4800">
              <a:solidFill>
                <a:srgbClr val="FFFFFF"/>
              </a:solidFill>
              <a:latin typeface="IBM Plex Sans SemiBold"/>
              <a:ea typeface="IBM Plex Sans SemiBold"/>
              <a:cs typeface="IBM Plex Sans SemiBold"/>
              <a:sym typeface="IBM Plex Sans SemiBold"/>
            </a:endParaRPr>
          </a:p>
        </p:txBody>
      </p:sp>
      <p:sp>
        <p:nvSpPr>
          <p:cNvPr id="971" name="Google Shape;971;p81"/>
          <p:cNvSpPr txBox="1">
            <a:spLocks noGrp="1"/>
          </p:cNvSpPr>
          <p:nvPr>
            <p:ph type="body" idx="8"/>
          </p:nvPr>
        </p:nvSpPr>
        <p:spPr>
          <a:xfrm>
            <a:off x="5201300" y="1724600"/>
            <a:ext cx="2658300" cy="1985100"/>
          </a:xfrm>
          <a:prstGeom prst="rect">
            <a:avLst/>
          </a:prstGeom>
        </p:spPr>
        <p:txBody>
          <a:bodyPr spcFirstLastPara="1" wrap="square" lIns="0" tIns="0" rIns="0" bIns="0" anchor="t" anchorCtr="0">
            <a:normAutofit/>
          </a:bodyPr>
          <a:lstStyle>
            <a:lvl1pPr marL="457200" lvl="0" indent="-330200" rtl="0">
              <a:spcBef>
                <a:spcPts val="0"/>
              </a:spcBef>
              <a:spcAft>
                <a:spcPts val="0"/>
              </a:spcAft>
              <a:buClr>
                <a:schemeClr val="lt1"/>
              </a:buClr>
              <a:buSzPts val="1600"/>
              <a:buFont typeface="IBM Plex Sans Light"/>
              <a:buChar char="■"/>
              <a:defRPr>
                <a:solidFill>
                  <a:schemeClr val="lt1"/>
                </a:solidFill>
                <a:latin typeface="IBM Plex Sans Light"/>
                <a:ea typeface="IBM Plex Sans Light"/>
                <a:cs typeface="IBM Plex Sans Light"/>
                <a:sym typeface="IBM Plex Sans Light"/>
              </a:defRPr>
            </a:lvl1pPr>
            <a:lvl2pPr marL="914400" lvl="1" indent="-342900" rtl="0">
              <a:spcBef>
                <a:spcPts val="0"/>
              </a:spcBef>
              <a:spcAft>
                <a:spcPts val="0"/>
              </a:spcAft>
              <a:buClr>
                <a:schemeClr val="lt1"/>
              </a:buClr>
              <a:buSzPts val="1800"/>
              <a:buFont typeface="IBM Plex Sans Light"/>
              <a:buChar char="■"/>
              <a:defRPr sz="1800">
                <a:solidFill>
                  <a:schemeClr val="lt1"/>
                </a:solidFill>
                <a:latin typeface="IBM Plex Sans Light"/>
                <a:ea typeface="IBM Plex Sans Light"/>
                <a:cs typeface="IBM Plex Sans Light"/>
                <a:sym typeface="IBM Plex Sans Light"/>
              </a:defRPr>
            </a:lvl2pPr>
            <a:lvl3pPr marL="1371600" lvl="2" indent="-342900" rtl="0">
              <a:spcBef>
                <a:spcPts val="0"/>
              </a:spcBef>
              <a:spcAft>
                <a:spcPts val="0"/>
              </a:spcAft>
              <a:buClr>
                <a:schemeClr val="lt1"/>
              </a:buClr>
              <a:buSzPts val="1800"/>
              <a:buFont typeface="IBM Plex Sans Light"/>
              <a:buChar char="■"/>
              <a:defRPr sz="1800">
                <a:solidFill>
                  <a:schemeClr val="lt1"/>
                </a:solidFill>
                <a:latin typeface="IBM Plex Sans Light"/>
                <a:ea typeface="IBM Plex Sans Light"/>
                <a:cs typeface="IBM Plex Sans Light"/>
                <a:sym typeface="IBM Plex Sans Light"/>
              </a:defRPr>
            </a:lvl3pPr>
            <a:lvl4pPr marL="1828800" lvl="3" indent="-342900" rtl="0">
              <a:spcBef>
                <a:spcPts val="0"/>
              </a:spcBef>
              <a:spcAft>
                <a:spcPts val="0"/>
              </a:spcAft>
              <a:buClr>
                <a:schemeClr val="lt1"/>
              </a:buClr>
              <a:buSzPts val="1800"/>
              <a:buFont typeface="IBM Plex Sans Light"/>
              <a:buChar char="●"/>
              <a:defRPr sz="1800">
                <a:solidFill>
                  <a:schemeClr val="lt1"/>
                </a:solidFill>
                <a:latin typeface="IBM Plex Sans Light"/>
                <a:ea typeface="IBM Plex Sans Light"/>
                <a:cs typeface="IBM Plex Sans Light"/>
                <a:sym typeface="IBM Plex Sans Light"/>
              </a:defRPr>
            </a:lvl4pPr>
            <a:lvl5pPr marL="2286000" lvl="4" indent="-342900" rtl="0">
              <a:spcBef>
                <a:spcPts val="0"/>
              </a:spcBef>
              <a:spcAft>
                <a:spcPts val="0"/>
              </a:spcAft>
              <a:buClr>
                <a:schemeClr val="lt1"/>
              </a:buClr>
              <a:buSzPts val="1800"/>
              <a:buFont typeface="IBM Plex Sans Light"/>
              <a:buChar char="○"/>
              <a:defRPr sz="1800">
                <a:solidFill>
                  <a:schemeClr val="lt1"/>
                </a:solidFill>
                <a:latin typeface="IBM Plex Sans Light"/>
                <a:ea typeface="IBM Plex Sans Light"/>
                <a:cs typeface="IBM Plex Sans Light"/>
                <a:sym typeface="IBM Plex Sans Light"/>
              </a:defRPr>
            </a:lvl5pPr>
            <a:lvl6pPr marL="2743200" lvl="5" indent="-342900" rtl="0">
              <a:spcBef>
                <a:spcPts val="0"/>
              </a:spcBef>
              <a:spcAft>
                <a:spcPts val="0"/>
              </a:spcAft>
              <a:buClr>
                <a:schemeClr val="lt1"/>
              </a:buClr>
              <a:buSzPts val="1800"/>
              <a:buFont typeface="IBM Plex Sans Light"/>
              <a:buChar char="■"/>
              <a:defRPr sz="1800">
                <a:solidFill>
                  <a:schemeClr val="lt1"/>
                </a:solidFill>
                <a:latin typeface="IBM Plex Sans Light"/>
                <a:ea typeface="IBM Plex Sans Light"/>
                <a:cs typeface="IBM Plex Sans Light"/>
                <a:sym typeface="IBM Plex Sans Light"/>
              </a:defRPr>
            </a:lvl6pPr>
            <a:lvl7pPr marL="3200400" lvl="6" indent="-342900" rtl="0">
              <a:spcBef>
                <a:spcPts val="0"/>
              </a:spcBef>
              <a:spcAft>
                <a:spcPts val="0"/>
              </a:spcAft>
              <a:buClr>
                <a:schemeClr val="lt1"/>
              </a:buClr>
              <a:buSzPts val="1800"/>
              <a:buFont typeface="IBM Plex Sans Light"/>
              <a:buChar char="●"/>
              <a:defRPr sz="1800">
                <a:solidFill>
                  <a:schemeClr val="lt1"/>
                </a:solidFill>
                <a:latin typeface="IBM Plex Sans Light"/>
                <a:ea typeface="IBM Plex Sans Light"/>
                <a:cs typeface="IBM Plex Sans Light"/>
                <a:sym typeface="IBM Plex Sans Light"/>
              </a:defRPr>
            </a:lvl7pPr>
            <a:lvl8pPr marL="3657600" lvl="7" indent="-342900" rtl="0">
              <a:spcBef>
                <a:spcPts val="0"/>
              </a:spcBef>
              <a:spcAft>
                <a:spcPts val="0"/>
              </a:spcAft>
              <a:buClr>
                <a:schemeClr val="lt1"/>
              </a:buClr>
              <a:buSzPts val="1800"/>
              <a:buFont typeface="IBM Plex Sans Light"/>
              <a:buChar char="○"/>
              <a:defRPr sz="1800">
                <a:solidFill>
                  <a:schemeClr val="lt1"/>
                </a:solidFill>
                <a:latin typeface="IBM Plex Sans Light"/>
                <a:ea typeface="IBM Plex Sans Light"/>
                <a:cs typeface="IBM Plex Sans Light"/>
                <a:sym typeface="IBM Plex Sans Light"/>
              </a:defRPr>
            </a:lvl8pPr>
            <a:lvl9pPr marL="4114800" lvl="8" indent="-342900" rtl="0">
              <a:spcBef>
                <a:spcPts val="0"/>
              </a:spcBef>
              <a:spcAft>
                <a:spcPts val="0"/>
              </a:spcAft>
              <a:buClr>
                <a:schemeClr val="lt1"/>
              </a:buClr>
              <a:buSzPts val="1800"/>
              <a:buFont typeface="IBM Plex Sans Light"/>
              <a:buChar char="■"/>
              <a:defRPr sz="1800">
                <a:solidFill>
                  <a:schemeClr val="lt1"/>
                </a:solidFill>
                <a:latin typeface="IBM Plex Sans Light"/>
                <a:ea typeface="IBM Plex Sans Light"/>
                <a:cs typeface="IBM Plex Sans Light"/>
                <a:sym typeface="IBM Plex Sans Light"/>
              </a:defRPr>
            </a:lvl9pPr>
          </a:lstStyle>
          <a:p>
            <a:endParaRPr/>
          </a:p>
        </p:txBody>
      </p:sp>
      <p:sp>
        <p:nvSpPr>
          <p:cNvPr id="972" name="Google Shape;972;p81"/>
          <p:cNvSpPr txBox="1">
            <a:spLocks noGrp="1"/>
          </p:cNvSpPr>
          <p:nvPr>
            <p:ph type="subTitle" idx="9"/>
          </p:nvPr>
        </p:nvSpPr>
        <p:spPr>
          <a:xfrm>
            <a:off x="5201300" y="4138300"/>
            <a:ext cx="2326500" cy="215400"/>
          </a:xfrm>
          <a:prstGeom prst="rect">
            <a:avLst/>
          </a:prstGeom>
        </p:spPr>
        <p:txBody>
          <a:bodyPr spcFirstLastPara="1" wrap="square" lIns="0" tIns="0" rIns="0" bIns="0" anchor="t" anchorCtr="0">
            <a:normAutofit/>
          </a:bodyPr>
          <a:lstStyle>
            <a:lvl1pPr lvl="0" rtl="0">
              <a:lnSpc>
                <a:spcPct val="100000"/>
              </a:lnSpc>
              <a:spcBef>
                <a:spcPts val="0"/>
              </a:spcBef>
              <a:spcAft>
                <a:spcPts val="0"/>
              </a:spcAft>
              <a:buClr>
                <a:schemeClr val="lt2"/>
              </a:buClr>
              <a:buSzPts val="1400"/>
              <a:buNone/>
              <a:defRPr sz="1400" b="1">
                <a:solidFill>
                  <a:schemeClr val="lt2"/>
                </a:solidFill>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973" name="Google Shape;973;p81"/>
          <p:cNvSpPr txBox="1">
            <a:spLocks noGrp="1"/>
          </p:cNvSpPr>
          <p:nvPr>
            <p:ph type="subTitle" idx="13"/>
          </p:nvPr>
        </p:nvSpPr>
        <p:spPr>
          <a:xfrm>
            <a:off x="5201300" y="4434700"/>
            <a:ext cx="2326500" cy="215400"/>
          </a:xfrm>
          <a:prstGeom prst="rect">
            <a:avLst/>
          </a:prstGeom>
        </p:spPr>
        <p:txBody>
          <a:bodyPr spcFirstLastPara="1" wrap="square" lIns="0" tIns="0" rIns="0" bIns="0" anchor="t" anchorCtr="0">
            <a:normAutofit/>
          </a:bodyPr>
          <a:lstStyle>
            <a:lvl1pPr lvl="0" rtl="0">
              <a:lnSpc>
                <a:spcPct val="100000"/>
              </a:lnSpc>
              <a:spcBef>
                <a:spcPts val="0"/>
              </a:spcBef>
              <a:spcAft>
                <a:spcPts val="0"/>
              </a:spcAft>
              <a:buClr>
                <a:schemeClr val="lt2"/>
              </a:buClr>
              <a:buSzPts val="1200"/>
              <a:buNone/>
              <a:defRPr sz="1200">
                <a:solidFill>
                  <a:schemeClr val="lt2"/>
                </a:solidFill>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grpSp>
        <p:nvGrpSpPr>
          <p:cNvPr id="974" name="Google Shape;974;p81"/>
          <p:cNvGrpSpPr/>
          <p:nvPr/>
        </p:nvGrpSpPr>
        <p:grpSpPr>
          <a:xfrm>
            <a:off x="8324124" y="4074525"/>
            <a:ext cx="939600" cy="935752"/>
            <a:chOff x="511165" y="3659475"/>
            <a:chExt cx="939600" cy="935752"/>
          </a:xfrm>
        </p:grpSpPr>
        <p:sp>
          <p:nvSpPr>
            <p:cNvPr id="975" name="Google Shape;975;p81"/>
            <p:cNvSpPr/>
            <p:nvPr/>
          </p:nvSpPr>
          <p:spPr>
            <a:xfrm>
              <a:off x="511165" y="3659475"/>
              <a:ext cx="939600" cy="68100"/>
            </a:xfrm>
            <a:prstGeom prst="roundRect">
              <a:avLst>
                <a:gd name="adj" fmla="val 44664"/>
              </a:avLst>
            </a:prstGeom>
            <a:solidFill>
              <a:schemeClr val="accent2"/>
            </a:solidFill>
            <a:ln>
              <a:noFill/>
            </a:ln>
          </p:spPr>
          <p:txBody>
            <a:bodyPr spcFirstLastPara="1" wrap="square" lIns="57150" tIns="57150" rIns="57150" bIns="57150" anchor="ctr" anchorCtr="0">
              <a:noAutofit/>
            </a:bodyPr>
            <a:lstStyle/>
            <a:p>
              <a:pPr marL="0" lvl="0" indent="0" algn="ctr" rtl="0">
                <a:spcBef>
                  <a:spcPts val="0"/>
                </a:spcBef>
                <a:spcAft>
                  <a:spcPts val="0"/>
                </a:spcAft>
                <a:buNone/>
              </a:pPr>
              <a:endParaRPr sz="800" b="1">
                <a:solidFill>
                  <a:srgbClr val="FFFFFF"/>
                </a:solidFill>
                <a:latin typeface="IBM Plex Sans"/>
                <a:ea typeface="IBM Plex Sans"/>
                <a:cs typeface="IBM Plex Sans"/>
                <a:sym typeface="IBM Plex Sans"/>
              </a:endParaRPr>
            </a:p>
          </p:txBody>
        </p:sp>
        <p:sp>
          <p:nvSpPr>
            <p:cNvPr id="976" name="Google Shape;976;p81"/>
            <p:cNvSpPr/>
            <p:nvPr/>
          </p:nvSpPr>
          <p:spPr>
            <a:xfrm>
              <a:off x="511165" y="3833005"/>
              <a:ext cx="939600" cy="68100"/>
            </a:xfrm>
            <a:prstGeom prst="roundRect">
              <a:avLst>
                <a:gd name="adj" fmla="val 44664"/>
              </a:avLst>
            </a:prstGeom>
            <a:solidFill>
              <a:schemeClr val="accent2"/>
            </a:solidFill>
            <a:ln>
              <a:noFill/>
            </a:ln>
          </p:spPr>
          <p:txBody>
            <a:bodyPr spcFirstLastPara="1" wrap="square" lIns="57150" tIns="57150" rIns="57150" bIns="57150" anchor="ctr" anchorCtr="0">
              <a:noAutofit/>
            </a:bodyPr>
            <a:lstStyle/>
            <a:p>
              <a:pPr marL="0" lvl="0" indent="0" algn="ctr" rtl="0">
                <a:spcBef>
                  <a:spcPts val="0"/>
                </a:spcBef>
                <a:spcAft>
                  <a:spcPts val="0"/>
                </a:spcAft>
                <a:buNone/>
              </a:pPr>
              <a:endParaRPr sz="800" b="1">
                <a:solidFill>
                  <a:srgbClr val="FFFFFF"/>
                </a:solidFill>
                <a:latin typeface="IBM Plex Sans"/>
                <a:ea typeface="IBM Plex Sans"/>
                <a:cs typeface="IBM Plex Sans"/>
                <a:sym typeface="IBM Plex Sans"/>
              </a:endParaRPr>
            </a:p>
          </p:txBody>
        </p:sp>
        <p:sp>
          <p:nvSpPr>
            <p:cNvPr id="977" name="Google Shape;977;p81"/>
            <p:cNvSpPr/>
            <p:nvPr/>
          </p:nvSpPr>
          <p:spPr>
            <a:xfrm>
              <a:off x="511165" y="4006536"/>
              <a:ext cx="939600" cy="68100"/>
            </a:xfrm>
            <a:prstGeom prst="roundRect">
              <a:avLst>
                <a:gd name="adj" fmla="val 44664"/>
              </a:avLst>
            </a:prstGeom>
            <a:solidFill>
              <a:schemeClr val="accent2"/>
            </a:solidFill>
            <a:ln>
              <a:noFill/>
            </a:ln>
          </p:spPr>
          <p:txBody>
            <a:bodyPr spcFirstLastPara="1" wrap="square" lIns="57150" tIns="57150" rIns="57150" bIns="57150" anchor="ctr" anchorCtr="0">
              <a:noAutofit/>
            </a:bodyPr>
            <a:lstStyle/>
            <a:p>
              <a:pPr marL="0" lvl="0" indent="0" algn="ctr" rtl="0">
                <a:spcBef>
                  <a:spcPts val="0"/>
                </a:spcBef>
                <a:spcAft>
                  <a:spcPts val="0"/>
                </a:spcAft>
                <a:buNone/>
              </a:pPr>
              <a:endParaRPr sz="800" b="1">
                <a:solidFill>
                  <a:srgbClr val="FFFFFF"/>
                </a:solidFill>
                <a:latin typeface="IBM Plex Sans"/>
                <a:ea typeface="IBM Plex Sans"/>
                <a:cs typeface="IBM Plex Sans"/>
                <a:sym typeface="IBM Plex Sans"/>
              </a:endParaRPr>
            </a:p>
          </p:txBody>
        </p:sp>
        <p:sp>
          <p:nvSpPr>
            <p:cNvPr id="978" name="Google Shape;978;p81"/>
            <p:cNvSpPr/>
            <p:nvPr/>
          </p:nvSpPr>
          <p:spPr>
            <a:xfrm>
              <a:off x="511165" y="4180066"/>
              <a:ext cx="939600" cy="68100"/>
            </a:xfrm>
            <a:prstGeom prst="roundRect">
              <a:avLst>
                <a:gd name="adj" fmla="val 44664"/>
              </a:avLst>
            </a:prstGeom>
            <a:solidFill>
              <a:schemeClr val="accent2"/>
            </a:solidFill>
            <a:ln>
              <a:noFill/>
            </a:ln>
          </p:spPr>
          <p:txBody>
            <a:bodyPr spcFirstLastPara="1" wrap="square" lIns="57150" tIns="57150" rIns="57150" bIns="57150" anchor="ctr" anchorCtr="0">
              <a:noAutofit/>
            </a:bodyPr>
            <a:lstStyle/>
            <a:p>
              <a:pPr marL="0" lvl="0" indent="0" algn="ctr" rtl="0">
                <a:spcBef>
                  <a:spcPts val="0"/>
                </a:spcBef>
                <a:spcAft>
                  <a:spcPts val="0"/>
                </a:spcAft>
                <a:buNone/>
              </a:pPr>
              <a:endParaRPr sz="800" b="1">
                <a:solidFill>
                  <a:srgbClr val="FFFFFF"/>
                </a:solidFill>
                <a:latin typeface="IBM Plex Sans"/>
                <a:ea typeface="IBM Plex Sans"/>
                <a:cs typeface="IBM Plex Sans"/>
                <a:sym typeface="IBM Plex Sans"/>
              </a:endParaRPr>
            </a:p>
          </p:txBody>
        </p:sp>
        <p:sp>
          <p:nvSpPr>
            <p:cNvPr id="979" name="Google Shape;979;p81"/>
            <p:cNvSpPr/>
            <p:nvPr/>
          </p:nvSpPr>
          <p:spPr>
            <a:xfrm>
              <a:off x="511165" y="4353597"/>
              <a:ext cx="939600" cy="68100"/>
            </a:xfrm>
            <a:prstGeom prst="roundRect">
              <a:avLst>
                <a:gd name="adj" fmla="val 44664"/>
              </a:avLst>
            </a:prstGeom>
            <a:solidFill>
              <a:schemeClr val="accent2"/>
            </a:solidFill>
            <a:ln>
              <a:noFill/>
            </a:ln>
          </p:spPr>
          <p:txBody>
            <a:bodyPr spcFirstLastPara="1" wrap="square" lIns="57150" tIns="57150" rIns="57150" bIns="57150" anchor="ctr" anchorCtr="0">
              <a:noAutofit/>
            </a:bodyPr>
            <a:lstStyle/>
            <a:p>
              <a:pPr marL="0" lvl="0" indent="0" algn="ctr" rtl="0">
                <a:spcBef>
                  <a:spcPts val="0"/>
                </a:spcBef>
                <a:spcAft>
                  <a:spcPts val="0"/>
                </a:spcAft>
                <a:buNone/>
              </a:pPr>
              <a:endParaRPr sz="800" b="1">
                <a:solidFill>
                  <a:srgbClr val="FFFFFF"/>
                </a:solidFill>
                <a:latin typeface="IBM Plex Sans"/>
                <a:ea typeface="IBM Plex Sans"/>
                <a:cs typeface="IBM Plex Sans"/>
                <a:sym typeface="IBM Plex Sans"/>
              </a:endParaRPr>
            </a:p>
          </p:txBody>
        </p:sp>
        <p:sp>
          <p:nvSpPr>
            <p:cNvPr id="980" name="Google Shape;980;p81"/>
            <p:cNvSpPr/>
            <p:nvPr/>
          </p:nvSpPr>
          <p:spPr>
            <a:xfrm>
              <a:off x="511165" y="4527127"/>
              <a:ext cx="939600" cy="68100"/>
            </a:xfrm>
            <a:prstGeom prst="roundRect">
              <a:avLst>
                <a:gd name="adj" fmla="val 44664"/>
              </a:avLst>
            </a:prstGeom>
            <a:solidFill>
              <a:schemeClr val="accent2"/>
            </a:solidFill>
            <a:ln>
              <a:noFill/>
            </a:ln>
          </p:spPr>
          <p:txBody>
            <a:bodyPr spcFirstLastPara="1" wrap="square" lIns="57150" tIns="57150" rIns="57150" bIns="57150" anchor="ctr" anchorCtr="0">
              <a:noAutofit/>
            </a:bodyPr>
            <a:lstStyle/>
            <a:p>
              <a:pPr marL="0" lvl="0" indent="0" algn="ctr" rtl="0">
                <a:spcBef>
                  <a:spcPts val="0"/>
                </a:spcBef>
                <a:spcAft>
                  <a:spcPts val="0"/>
                </a:spcAft>
                <a:buNone/>
              </a:pPr>
              <a:endParaRPr sz="800" b="1">
                <a:solidFill>
                  <a:srgbClr val="FFFFFF"/>
                </a:solidFill>
                <a:latin typeface="IBM Plex Sans"/>
                <a:ea typeface="IBM Plex Sans"/>
                <a:cs typeface="IBM Plex Sans"/>
                <a:sym typeface="IBM Plex Sans"/>
              </a:endParaRPr>
            </a:p>
          </p:txBody>
        </p:sp>
      </p:grpSp>
    </p:spTree>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matchingName="Case Study - 4">
  <p:cSld name="CUSTOM_6">
    <p:spTree>
      <p:nvGrpSpPr>
        <p:cNvPr id="1" name="Shape 981"/>
        <p:cNvGrpSpPr/>
        <p:nvPr/>
      </p:nvGrpSpPr>
      <p:grpSpPr>
        <a:xfrm>
          <a:off x="0" y="0"/>
          <a:ext cx="0" cy="0"/>
          <a:chOff x="0" y="0"/>
          <a:chExt cx="0" cy="0"/>
        </a:xfrm>
      </p:grpSpPr>
      <p:sp>
        <p:nvSpPr>
          <p:cNvPr id="982" name="Google Shape;982;p82"/>
          <p:cNvSpPr txBox="1">
            <a:spLocks noGrp="1"/>
          </p:cNvSpPr>
          <p:nvPr>
            <p:ph type="sldNum" idx="12"/>
          </p:nvPr>
        </p:nvSpPr>
        <p:spPr>
          <a:xfrm>
            <a:off x="5304670" y="3299124"/>
            <a:ext cx="351300" cy="138300"/>
          </a:xfrm>
          <a:prstGeom prst="rect">
            <a:avLst/>
          </a:prstGeom>
        </p:spPr>
        <p:txBody>
          <a:bodyPr spcFirstLastPara="1" wrap="square" lIns="0" tIns="0" rIns="0" bIns="0" anchor="b"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
        <p:nvSpPr>
          <p:cNvPr id="983" name="Google Shape;983;p82"/>
          <p:cNvSpPr/>
          <p:nvPr/>
        </p:nvSpPr>
        <p:spPr>
          <a:xfrm rot="5400000">
            <a:off x="4040475" y="264246"/>
            <a:ext cx="3614700" cy="5953500"/>
          </a:xfrm>
          <a:prstGeom prst="round2SameRect">
            <a:avLst>
              <a:gd name="adj1" fmla="val 8300"/>
              <a:gd name="adj2" fmla="val 0"/>
            </a:avLst>
          </a:prstGeom>
          <a:solidFill>
            <a:srgbClr val="1F2A4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4" name="Google Shape;984;p82"/>
          <p:cNvSpPr/>
          <p:nvPr/>
        </p:nvSpPr>
        <p:spPr>
          <a:xfrm>
            <a:off x="319442" y="378468"/>
            <a:ext cx="6095700" cy="4641000"/>
          </a:xfrm>
          <a:prstGeom prst="roundRect">
            <a:avLst>
              <a:gd name="adj" fmla="val 4405"/>
            </a:avLst>
          </a:prstGeom>
          <a:solidFill>
            <a:srgbClr val="1F2A4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5" name="Google Shape;985;p82"/>
          <p:cNvSpPr/>
          <p:nvPr/>
        </p:nvSpPr>
        <p:spPr>
          <a:xfrm>
            <a:off x="319425" y="1190786"/>
            <a:ext cx="6096317" cy="4105656"/>
          </a:xfrm>
          <a:custGeom>
            <a:avLst/>
            <a:gdLst/>
            <a:ahLst/>
            <a:cxnLst/>
            <a:rect l="l" t="t" r="r" b="b"/>
            <a:pathLst>
              <a:path w="444500" h="457200" extrusionOk="0">
                <a:moveTo>
                  <a:pt x="444500" y="0"/>
                </a:moveTo>
                <a:lnTo>
                  <a:pt x="0" y="0"/>
                </a:lnTo>
                <a:lnTo>
                  <a:pt x="0" y="457200"/>
                </a:lnTo>
                <a:lnTo>
                  <a:pt x="444500" y="457200"/>
                </a:lnTo>
                <a:lnTo>
                  <a:pt x="444500" y="0"/>
                </a:lnTo>
                <a:close/>
              </a:path>
            </a:pathLst>
          </a:custGeom>
          <a:solidFill>
            <a:srgbClr val="FFFFFF"/>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p>
        </p:txBody>
      </p:sp>
      <p:pic>
        <p:nvPicPr>
          <p:cNvPr id="986" name="Google Shape;986;p82"/>
          <p:cNvPicPr preferRelativeResize="0"/>
          <p:nvPr/>
        </p:nvPicPr>
        <p:blipFill>
          <a:blip r:embed="rId2">
            <a:alphaModFix/>
          </a:blip>
          <a:stretch>
            <a:fillRect/>
          </a:stretch>
        </p:blipFill>
        <p:spPr>
          <a:xfrm>
            <a:off x="8544852" y="62010"/>
            <a:ext cx="599140" cy="599141"/>
          </a:xfrm>
          <a:prstGeom prst="rect">
            <a:avLst/>
          </a:prstGeom>
          <a:noFill/>
          <a:ln>
            <a:noFill/>
          </a:ln>
        </p:spPr>
      </p:pic>
      <p:sp>
        <p:nvSpPr>
          <p:cNvPr id="987" name="Google Shape;987;p82"/>
          <p:cNvSpPr txBox="1">
            <a:spLocks noGrp="1"/>
          </p:cNvSpPr>
          <p:nvPr>
            <p:ph type="title"/>
          </p:nvPr>
        </p:nvSpPr>
        <p:spPr>
          <a:xfrm>
            <a:off x="457200" y="530350"/>
            <a:ext cx="5953500" cy="903300"/>
          </a:xfrm>
          <a:prstGeom prst="rect">
            <a:avLst/>
          </a:prstGeom>
        </p:spPr>
        <p:txBody>
          <a:bodyPr spcFirstLastPara="1" wrap="square" lIns="0" tIns="0" rIns="0" bIns="0" anchor="t" anchorCtr="0">
            <a:normAutofit/>
          </a:bodyPr>
          <a:lstStyle>
            <a:lvl1pPr lvl="0" rtl="0">
              <a:spcBef>
                <a:spcPts val="0"/>
              </a:spcBef>
              <a:spcAft>
                <a:spcPts val="0"/>
              </a:spcAft>
              <a:buClr>
                <a:schemeClr val="lt1"/>
              </a:buClr>
              <a:buSzPts val="3400"/>
              <a:buNone/>
              <a:defRPr>
                <a:solidFill>
                  <a:schemeClr val="lt1"/>
                </a:solidFill>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988" name="Google Shape;988;p82"/>
          <p:cNvSpPr>
            <a:spLocks noGrp="1"/>
          </p:cNvSpPr>
          <p:nvPr>
            <p:ph type="pic" idx="2"/>
          </p:nvPr>
        </p:nvSpPr>
        <p:spPr>
          <a:xfrm>
            <a:off x="6941675" y="642475"/>
            <a:ext cx="1105500" cy="1020000"/>
          </a:xfrm>
          <a:prstGeom prst="roundRect">
            <a:avLst>
              <a:gd name="adj" fmla="val 16667"/>
            </a:avLst>
          </a:prstGeom>
          <a:noFill/>
          <a:ln>
            <a:noFill/>
          </a:ln>
        </p:spPr>
      </p:sp>
      <p:cxnSp>
        <p:nvCxnSpPr>
          <p:cNvPr id="989" name="Google Shape;989;p82"/>
          <p:cNvCxnSpPr/>
          <p:nvPr/>
        </p:nvCxnSpPr>
        <p:spPr>
          <a:xfrm rot="10800000">
            <a:off x="1659200" y="2064749"/>
            <a:ext cx="0" cy="2740800"/>
          </a:xfrm>
          <a:prstGeom prst="straightConnector1">
            <a:avLst/>
          </a:prstGeom>
          <a:noFill/>
          <a:ln w="19050" cap="flat" cmpd="sng">
            <a:solidFill>
              <a:srgbClr val="D9D9D9"/>
            </a:solidFill>
            <a:prstDash val="solid"/>
            <a:round/>
            <a:headEnd type="none" w="med" len="med"/>
            <a:tailEnd type="none" w="med" len="med"/>
          </a:ln>
        </p:spPr>
      </p:cxnSp>
      <p:cxnSp>
        <p:nvCxnSpPr>
          <p:cNvPr id="990" name="Google Shape;990;p82"/>
          <p:cNvCxnSpPr/>
          <p:nvPr/>
        </p:nvCxnSpPr>
        <p:spPr>
          <a:xfrm rot="10800000">
            <a:off x="2800551" y="2064749"/>
            <a:ext cx="0" cy="2740800"/>
          </a:xfrm>
          <a:prstGeom prst="straightConnector1">
            <a:avLst/>
          </a:prstGeom>
          <a:noFill/>
          <a:ln w="19050" cap="flat" cmpd="sng">
            <a:solidFill>
              <a:srgbClr val="D9D9D9"/>
            </a:solidFill>
            <a:prstDash val="solid"/>
            <a:round/>
            <a:headEnd type="none" w="med" len="med"/>
            <a:tailEnd type="none" w="med" len="med"/>
          </a:ln>
        </p:spPr>
      </p:cxnSp>
      <p:cxnSp>
        <p:nvCxnSpPr>
          <p:cNvPr id="991" name="Google Shape;991;p82"/>
          <p:cNvCxnSpPr/>
          <p:nvPr/>
        </p:nvCxnSpPr>
        <p:spPr>
          <a:xfrm rot="10800000">
            <a:off x="3933700" y="2064749"/>
            <a:ext cx="0" cy="2740800"/>
          </a:xfrm>
          <a:prstGeom prst="straightConnector1">
            <a:avLst/>
          </a:prstGeom>
          <a:noFill/>
          <a:ln w="19050" cap="flat" cmpd="sng">
            <a:solidFill>
              <a:srgbClr val="D9D9D9"/>
            </a:solidFill>
            <a:prstDash val="solid"/>
            <a:round/>
            <a:headEnd type="none" w="med" len="med"/>
            <a:tailEnd type="none" w="med" len="med"/>
          </a:ln>
        </p:spPr>
      </p:cxnSp>
      <p:cxnSp>
        <p:nvCxnSpPr>
          <p:cNvPr id="992" name="Google Shape;992;p82"/>
          <p:cNvCxnSpPr/>
          <p:nvPr/>
        </p:nvCxnSpPr>
        <p:spPr>
          <a:xfrm rot="10800000">
            <a:off x="5066850" y="2064749"/>
            <a:ext cx="0" cy="2740800"/>
          </a:xfrm>
          <a:prstGeom prst="straightConnector1">
            <a:avLst/>
          </a:prstGeom>
          <a:noFill/>
          <a:ln w="19050" cap="flat" cmpd="sng">
            <a:solidFill>
              <a:srgbClr val="D9D9D9"/>
            </a:solidFill>
            <a:prstDash val="solid"/>
            <a:round/>
            <a:headEnd type="none" w="med" len="med"/>
            <a:tailEnd type="none" w="med" len="med"/>
          </a:ln>
        </p:spPr>
      </p:cxnSp>
      <p:cxnSp>
        <p:nvCxnSpPr>
          <p:cNvPr id="993" name="Google Shape;993;p82"/>
          <p:cNvCxnSpPr/>
          <p:nvPr/>
        </p:nvCxnSpPr>
        <p:spPr>
          <a:xfrm>
            <a:off x="580650" y="1848850"/>
            <a:ext cx="1520400" cy="0"/>
          </a:xfrm>
          <a:prstGeom prst="straightConnector1">
            <a:avLst/>
          </a:prstGeom>
          <a:noFill/>
          <a:ln w="19050" cap="flat" cmpd="sng">
            <a:solidFill>
              <a:srgbClr val="D9D9D9"/>
            </a:solidFill>
            <a:prstDash val="solid"/>
            <a:round/>
            <a:headEnd type="none" w="med" len="med"/>
            <a:tailEnd type="none" w="med" len="med"/>
          </a:ln>
        </p:spPr>
      </p:cxnSp>
      <p:cxnSp>
        <p:nvCxnSpPr>
          <p:cNvPr id="994" name="Google Shape;994;p82"/>
          <p:cNvCxnSpPr/>
          <p:nvPr/>
        </p:nvCxnSpPr>
        <p:spPr>
          <a:xfrm>
            <a:off x="4670791" y="1848850"/>
            <a:ext cx="1520400" cy="0"/>
          </a:xfrm>
          <a:prstGeom prst="straightConnector1">
            <a:avLst/>
          </a:prstGeom>
          <a:noFill/>
          <a:ln w="19050" cap="flat" cmpd="sng">
            <a:solidFill>
              <a:srgbClr val="D9D9D9"/>
            </a:solidFill>
            <a:prstDash val="solid"/>
            <a:round/>
            <a:headEnd type="none" w="med" len="med"/>
            <a:tailEnd type="none" w="med" len="med"/>
          </a:ln>
        </p:spPr>
      </p:cxnSp>
      <p:sp>
        <p:nvSpPr>
          <p:cNvPr id="995" name="Google Shape;995;p82"/>
          <p:cNvSpPr txBox="1">
            <a:spLocks noGrp="1"/>
          </p:cNvSpPr>
          <p:nvPr>
            <p:ph type="subTitle" idx="1"/>
          </p:nvPr>
        </p:nvSpPr>
        <p:spPr>
          <a:xfrm>
            <a:off x="777950" y="1330950"/>
            <a:ext cx="5165700" cy="312900"/>
          </a:xfrm>
          <a:prstGeom prst="rect">
            <a:avLst/>
          </a:prstGeom>
        </p:spPr>
        <p:txBody>
          <a:bodyPr spcFirstLastPara="1" wrap="square" lIns="0" tIns="0" rIns="0" bIns="0" anchor="t" anchorCtr="0">
            <a:normAutofit/>
          </a:bodyPr>
          <a:lstStyle>
            <a:lvl1pPr lvl="0" algn="ctr" rtl="0">
              <a:lnSpc>
                <a:spcPct val="100000"/>
              </a:lnSpc>
              <a:spcBef>
                <a:spcPts val="0"/>
              </a:spcBef>
              <a:spcAft>
                <a:spcPts val="0"/>
              </a:spcAft>
              <a:buClr>
                <a:schemeClr val="accent4"/>
              </a:buClr>
              <a:buSzPts val="1800"/>
              <a:buFont typeface="IBM Plex Sans Medium"/>
              <a:buNone/>
              <a:defRPr sz="1800">
                <a:solidFill>
                  <a:schemeClr val="accent4"/>
                </a:solidFill>
                <a:latin typeface="IBM Plex Sans Medium"/>
                <a:ea typeface="IBM Plex Sans Medium"/>
                <a:cs typeface="IBM Plex Sans Medium"/>
                <a:sym typeface="IBM Plex Sans Medium"/>
              </a:defRPr>
            </a:lvl1pPr>
            <a:lvl2pPr lvl="1" rtl="0">
              <a:lnSpc>
                <a:spcPct val="100000"/>
              </a:lnSpc>
              <a:spcBef>
                <a:spcPts val="0"/>
              </a:spcBef>
              <a:spcAft>
                <a:spcPts val="0"/>
              </a:spcAft>
              <a:buSzPts val="1800"/>
              <a:buFont typeface="IBM Plex Sans Medium"/>
              <a:buNone/>
              <a:defRPr sz="1800">
                <a:solidFill>
                  <a:schemeClr val="accent1"/>
                </a:solidFill>
                <a:latin typeface="IBM Plex Sans Medium"/>
                <a:ea typeface="IBM Plex Sans Medium"/>
                <a:cs typeface="IBM Plex Sans Medium"/>
                <a:sym typeface="IBM Plex Sans Medium"/>
              </a:defRPr>
            </a:lvl2pPr>
            <a:lvl3pPr lvl="2" rtl="0">
              <a:lnSpc>
                <a:spcPct val="100000"/>
              </a:lnSpc>
              <a:spcBef>
                <a:spcPts val="0"/>
              </a:spcBef>
              <a:spcAft>
                <a:spcPts val="0"/>
              </a:spcAft>
              <a:buSzPts val="1800"/>
              <a:buFont typeface="IBM Plex Sans Medium"/>
              <a:buNone/>
              <a:defRPr sz="1800">
                <a:solidFill>
                  <a:schemeClr val="accent1"/>
                </a:solidFill>
                <a:latin typeface="IBM Plex Sans Medium"/>
                <a:ea typeface="IBM Plex Sans Medium"/>
                <a:cs typeface="IBM Plex Sans Medium"/>
                <a:sym typeface="IBM Plex Sans Medium"/>
              </a:defRPr>
            </a:lvl3pPr>
            <a:lvl4pPr lvl="3" rtl="0">
              <a:lnSpc>
                <a:spcPct val="100000"/>
              </a:lnSpc>
              <a:spcBef>
                <a:spcPts val="0"/>
              </a:spcBef>
              <a:spcAft>
                <a:spcPts val="0"/>
              </a:spcAft>
              <a:buSzPts val="1800"/>
              <a:buFont typeface="IBM Plex Sans Medium"/>
              <a:buNone/>
              <a:defRPr sz="1800">
                <a:solidFill>
                  <a:schemeClr val="accent1"/>
                </a:solidFill>
                <a:latin typeface="IBM Plex Sans Medium"/>
                <a:ea typeface="IBM Plex Sans Medium"/>
                <a:cs typeface="IBM Plex Sans Medium"/>
                <a:sym typeface="IBM Plex Sans Medium"/>
              </a:defRPr>
            </a:lvl4pPr>
            <a:lvl5pPr lvl="4" rtl="0">
              <a:lnSpc>
                <a:spcPct val="100000"/>
              </a:lnSpc>
              <a:spcBef>
                <a:spcPts val="0"/>
              </a:spcBef>
              <a:spcAft>
                <a:spcPts val="0"/>
              </a:spcAft>
              <a:buClr>
                <a:schemeClr val="accent1"/>
              </a:buClr>
              <a:buSzPts val="1800"/>
              <a:buFont typeface="IBM Plex Sans Medium"/>
              <a:buNone/>
              <a:defRPr sz="1800">
                <a:solidFill>
                  <a:schemeClr val="accent1"/>
                </a:solidFill>
                <a:latin typeface="IBM Plex Sans Medium"/>
                <a:ea typeface="IBM Plex Sans Medium"/>
                <a:cs typeface="IBM Plex Sans Medium"/>
                <a:sym typeface="IBM Plex Sans Medium"/>
              </a:defRPr>
            </a:lvl5pPr>
            <a:lvl6pPr lvl="5" rtl="0">
              <a:lnSpc>
                <a:spcPct val="100000"/>
              </a:lnSpc>
              <a:spcBef>
                <a:spcPts val="0"/>
              </a:spcBef>
              <a:spcAft>
                <a:spcPts val="0"/>
              </a:spcAft>
              <a:buClr>
                <a:schemeClr val="accent1"/>
              </a:buClr>
              <a:buSzPts val="1800"/>
              <a:buFont typeface="IBM Plex Sans Medium"/>
              <a:buNone/>
              <a:defRPr sz="1800">
                <a:solidFill>
                  <a:schemeClr val="accent1"/>
                </a:solidFill>
                <a:latin typeface="IBM Plex Sans Medium"/>
                <a:ea typeface="IBM Plex Sans Medium"/>
                <a:cs typeface="IBM Plex Sans Medium"/>
                <a:sym typeface="IBM Plex Sans Medium"/>
              </a:defRPr>
            </a:lvl6pPr>
            <a:lvl7pPr lvl="6" rtl="0">
              <a:lnSpc>
                <a:spcPct val="100000"/>
              </a:lnSpc>
              <a:spcBef>
                <a:spcPts val="0"/>
              </a:spcBef>
              <a:spcAft>
                <a:spcPts val="0"/>
              </a:spcAft>
              <a:buClr>
                <a:schemeClr val="accent1"/>
              </a:buClr>
              <a:buSzPts val="1800"/>
              <a:buFont typeface="IBM Plex Sans Medium"/>
              <a:buNone/>
              <a:defRPr sz="1800">
                <a:solidFill>
                  <a:schemeClr val="accent1"/>
                </a:solidFill>
                <a:latin typeface="IBM Plex Sans Medium"/>
                <a:ea typeface="IBM Plex Sans Medium"/>
                <a:cs typeface="IBM Plex Sans Medium"/>
                <a:sym typeface="IBM Plex Sans Medium"/>
              </a:defRPr>
            </a:lvl7pPr>
            <a:lvl8pPr lvl="7" rtl="0">
              <a:lnSpc>
                <a:spcPct val="100000"/>
              </a:lnSpc>
              <a:spcBef>
                <a:spcPts val="0"/>
              </a:spcBef>
              <a:spcAft>
                <a:spcPts val="0"/>
              </a:spcAft>
              <a:buClr>
                <a:schemeClr val="accent1"/>
              </a:buClr>
              <a:buSzPts val="1800"/>
              <a:buFont typeface="IBM Plex Sans Medium"/>
              <a:buNone/>
              <a:defRPr sz="1800">
                <a:solidFill>
                  <a:schemeClr val="accent1"/>
                </a:solidFill>
                <a:latin typeface="IBM Plex Sans Medium"/>
                <a:ea typeface="IBM Plex Sans Medium"/>
                <a:cs typeface="IBM Plex Sans Medium"/>
                <a:sym typeface="IBM Plex Sans Medium"/>
              </a:defRPr>
            </a:lvl8pPr>
            <a:lvl9pPr lvl="8" rtl="0">
              <a:lnSpc>
                <a:spcPct val="100000"/>
              </a:lnSpc>
              <a:spcBef>
                <a:spcPts val="0"/>
              </a:spcBef>
              <a:spcAft>
                <a:spcPts val="0"/>
              </a:spcAft>
              <a:buClr>
                <a:schemeClr val="accent1"/>
              </a:buClr>
              <a:buSzPts val="1800"/>
              <a:buFont typeface="IBM Plex Sans Medium"/>
              <a:buNone/>
              <a:defRPr sz="1800">
                <a:solidFill>
                  <a:schemeClr val="accent1"/>
                </a:solidFill>
                <a:latin typeface="IBM Plex Sans Medium"/>
                <a:ea typeface="IBM Plex Sans Medium"/>
                <a:cs typeface="IBM Plex Sans Medium"/>
                <a:sym typeface="IBM Plex Sans Medium"/>
              </a:defRPr>
            </a:lvl9pPr>
          </a:lstStyle>
          <a:p>
            <a:endParaRPr/>
          </a:p>
        </p:txBody>
      </p:sp>
      <p:sp>
        <p:nvSpPr>
          <p:cNvPr id="996" name="Google Shape;996;p82"/>
          <p:cNvSpPr txBox="1">
            <a:spLocks noGrp="1"/>
          </p:cNvSpPr>
          <p:nvPr>
            <p:ph type="subTitle" idx="3"/>
          </p:nvPr>
        </p:nvSpPr>
        <p:spPr>
          <a:xfrm>
            <a:off x="2187750" y="1680425"/>
            <a:ext cx="2396400" cy="312900"/>
          </a:xfrm>
          <a:prstGeom prst="rect">
            <a:avLst/>
          </a:prstGeom>
        </p:spPr>
        <p:txBody>
          <a:bodyPr spcFirstLastPara="1" wrap="square" lIns="0" tIns="0" rIns="0" bIns="0" anchor="ctr" anchorCtr="0">
            <a:normAutofit/>
          </a:bodyPr>
          <a:lstStyle>
            <a:lvl1pPr lvl="0" algn="ctr" rtl="0">
              <a:lnSpc>
                <a:spcPct val="100000"/>
              </a:lnSpc>
              <a:spcBef>
                <a:spcPts val="0"/>
              </a:spcBef>
              <a:spcAft>
                <a:spcPts val="0"/>
              </a:spcAft>
              <a:buClr>
                <a:schemeClr val="dk1"/>
              </a:buClr>
              <a:buSzPts val="1200"/>
              <a:buFont typeface="IBM Plex Sans Medium"/>
              <a:buNone/>
              <a:defRPr sz="1200">
                <a:latin typeface="IBM Plex Sans Medium"/>
                <a:ea typeface="IBM Plex Sans Medium"/>
                <a:cs typeface="IBM Plex Sans Medium"/>
                <a:sym typeface="IBM Plex Sans Medium"/>
              </a:defRPr>
            </a:lvl1pPr>
            <a:lvl2pPr lvl="1" rtl="0">
              <a:lnSpc>
                <a:spcPct val="100000"/>
              </a:lnSpc>
              <a:spcBef>
                <a:spcPts val="0"/>
              </a:spcBef>
              <a:spcAft>
                <a:spcPts val="0"/>
              </a:spcAft>
              <a:buClr>
                <a:schemeClr val="dk1"/>
              </a:buClr>
              <a:buSzPts val="1200"/>
              <a:buFont typeface="IBM Plex Sans Medium"/>
              <a:buNone/>
              <a:defRPr sz="1200">
                <a:latin typeface="IBM Plex Sans Medium"/>
                <a:ea typeface="IBM Plex Sans Medium"/>
                <a:cs typeface="IBM Plex Sans Medium"/>
                <a:sym typeface="IBM Plex Sans Medium"/>
              </a:defRPr>
            </a:lvl2pPr>
            <a:lvl3pPr lvl="2" rtl="0">
              <a:lnSpc>
                <a:spcPct val="100000"/>
              </a:lnSpc>
              <a:spcBef>
                <a:spcPts val="0"/>
              </a:spcBef>
              <a:spcAft>
                <a:spcPts val="0"/>
              </a:spcAft>
              <a:buClr>
                <a:schemeClr val="dk1"/>
              </a:buClr>
              <a:buSzPts val="1200"/>
              <a:buFont typeface="IBM Plex Sans Medium"/>
              <a:buNone/>
              <a:defRPr sz="1200">
                <a:latin typeface="IBM Plex Sans Medium"/>
                <a:ea typeface="IBM Plex Sans Medium"/>
                <a:cs typeface="IBM Plex Sans Medium"/>
                <a:sym typeface="IBM Plex Sans Medium"/>
              </a:defRPr>
            </a:lvl3pPr>
            <a:lvl4pPr lvl="3" rtl="0">
              <a:lnSpc>
                <a:spcPct val="100000"/>
              </a:lnSpc>
              <a:spcBef>
                <a:spcPts val="0"/>
              </a:spcBef>
              <a:spcAft>
                <a:spcPts val="0"/>
              </a:spcAft>
              <a:buClr>
                <a:schemeClr val="dk1"/>
              </a:buClr>
              <a:buSzPts val="1200"/>
              <a:buFont typeface="IBM Plex Sans Medium"/>
              <a:buNone/>
              <a:defRPr sz="1200">
                <a:latin typeface="IBM Plex Sans Medium"/>
                <a:ea typeface="IBM Plex Sans Medium"/>
                <a:cs typeface="IBM Plex Sans Medium"/>
                <a:sym typeface="IBM Plex Sans Medium"/>
              </a:defRPr>
            </a:lvl4pPr>
            <a:lvl5pPr lvl="4" rtl="0">
              <a:lnSpc>
                <a:spcPct val="100000"/>
              </a:lnSpc>
              <a:spcBef>
                <a:spcPts val="0"/>
              </a:spcBef>
              <a:spcAft>
                <a:spcPts val="0"/>
              </a:spcAft>
              <a:buSzPts val="1200"/>
              <a:buFont typeface="IBM Plex Sans Medium"/>
              <a:buNone/>
              <a:defRPr sz="1200">
                <a:latin typeface="IBM Plex Sans Medium"/>
                <a:ea typeface="IBM Plex Sans Medium"/>
                <a:cs typeface="IBM Plex Sans Medium"/>
                <a:sym typeface="IBM Plex Sans Medium"/>
              </a:defRPr>
            </a:lvl5pPr>
            <a:lvl6pPr lvl="5" rtl="0">
              <a:lnSpc>
                <a:spcPct val="100000"/>
              </a:lnSpc>
              <a:spcBef>
                <a:spcPts val="0"/>
              </a:spcBef>
              <a:spcAft>
                <a:spcPts val="0"/>
              </a:spcAft>
              <a:buSzPts val="1200"/>
              <a:buFont typeface="IBM Plex Sans Medium"/>
              <a:buNone/>
              <a:defRPr sz="1200">
                <a:latin typeface="IBM Plex Sans Medium"/>
                <a:ea typeface="IBM Plex Sans Medium"/>
                <a:cs typeface="IBM Plex Sans Medium"/>
                <a:sym typeface="IBM Plex Sans Medium"/>
              </a:defRPr>
            </a:lvl6pPr>
            <a:lvl7pPr lvl="6" rtl="0">
              <a:lnSpc>
                <a:spcPct val="100000"/>
              </a:lnSpc>
              <a:spcBef>
                <a:spcPts val="0"/>
              </a:spcBef>
              <a:spcAft>
                <a:spcPts val="0"/>
              </a:spcAft>
              <a:buSzPts val="1200"/>
              <a:buFont typeface="IBM Plex Sans Medium"/>
              <a:buNone/>
              <a:defRPr sz="1200">
                <a:latin typeface="IBM Plex Sans Medium"/>
                <a:ea typeface="IBM Plex Sans Medium"/>
                <a:cs typeface="IBM Plex Sans Medium"/>
                <a:sym typeface="IBM Plex Sans Medium"/>
              </a:defRPr>
            </a:lvl7pPr>
            <a:lvl8pPr lvl="7" rtl="0">
              <a:lnSpc>
                <a:spcPct val="100000"/>
              </a:lnSpc>
              <a:spcBef>
                <a:spcPts val="0"/>
              </a:spcBef>
              <a:spcAft>
                <a:spcPts val="0"/>
              </a:spcAft>
              <a:buSzPts val="1200"/>
              <a:buFont typeface="IBM Plex Sans Medium"/>
              <a:buNone/>
              <a:defRPr sz="1200">
                <a:latin typeface="IBM Plex Sans Medium"/>
                <a:ea typeface="IBM Plex Sans Medium"/>
                <a:cs typeface="IBM Plex Sans Medium"/>
                <a:sym typeface="IBM Plex Sans Medium"/>
              </a:defRPr>
            </a:lvl8pPr>
            <a:lvl9pPr lvl="8" rtl="0">
              <a:lnSpc>
                <a:spcPct val="100000"/>
              </a:lnSpc>
              <a:spcBef>
                <a:spcPts val="0"/>
              </a:spcBef>
              <a:spcAft>
                <a:spcPts val="0"/>
              </a:spcAft>
              <a:buSzPts val="1200"/>
              <a:buFont typeface="IBM Plex Sans Medium"/>
              <a:buNone/>
              <a:defRPr sz="1200">
                <a:latin typeface="IBM Plex Sans Medium"/>
                <a:ea typeface="IBM Plex Sans Medium"/>
                <a:cs typeface="IBM Plex Sans Medium"/>
                <a:sym typeface="IBM Plex Sans Medium"/>
              </a:defRPr>
            </a:lvl9pPr>
          </a:lstStyle>
          <a:p>
            <a:endParaRPr/>
          </a:p>
        </p:txBody>
      </p:sp>
      <p:sp>
        <p:nvSpPr>
          <p:cNvPr id="997" name="Google Shape;997;p82"/>
          <p:cNvSpPr txBox="1">
            <a:spLocks noGrp="1"/>
          </p:cNvSpPr>
          <p:nvPr>
            <p:ph type="subTitle" idx="4"/>
          </p:nvPr>
        </p:nvSpPr>
        <p:spPr>
          <a:xfrm>
            <a:off x="637025" y="2699667"/>
            <a:ext cx="903000" cy="455100"/>
          </a:xfrm>
          <a:prstGeom prst="rect">
            <a:avLst/>
          </a:prstGeom>
        </p:spPr>
        <p:txBody>
          <a:bodyPr spcFirstLastPara="1" wrap="square" lIns="0" tIns="0" rIns="0" bIns="0" anchor="t" anchorCtr="0">
            <a:normAutofit/>
          </a:bodyPr>
          <a:lstStyle>
            <a:lvl1pPr lvl="0" algn="ctr" rtl="0">
              <a:spcBef>
                <a:spcPts val="0"/>
              </a:spcBef>
              <a:spcAft>
                <a:spcPts val="0"/>
              </a:spcAft>
              <a:buClr>
                <a:schemeClr val="dk2"/>
              </a:buClr>
              <a:buSzPts val="1000"/>
              <a:buNone/>
              <a:defRPr sz="1000" b="1">
                <a:solidFill>
                  <a:schemeClr val="dk2"/>
                </a:solidFill>
              </a:defRPr>
            </a:lvl1pPr>
            <a:lvl2pPr lvl="1" algn="ctr" rtl="0">
              <a:spcBef>
                <a:spcPts val="0"/>
              </a:spcBef>
              <a:spcAft>
                <a:spcPts val="0"/>
              </a:spcAft>
              <a:buSzPts val="1000"/>
              <a:buNone/>
              <a:defRPr sz="1000"/>
            </a:lvl2pPr>
            <a:lvl3pPr lvl="2" algn="ctr" rtl="0">
              <a:spcBef>
                <a:spcPts val="0"/>
              </a:spcBef>
              <a:spcAft>
                <a:spcPts val="0"/>
              </a:spcAft>
              <a:buSzPts val="1000"/>
              <a:buNone/>
              <a:defRPr sz="1000"/>
            </a:lvl3pPr>
            <a:lvl4pPr lvl="3" algn="ctr" rtl="0">
              <a:spcBef>
                <a:spcPts val="0"/>
              </a:spcBef>
              <a:spcAft>
                <a:spcPts val="0"/>
              </a:spcAft>
              <a:buSzPts val="1000"/>
              <a:buNone/>
              <a:defRPr sz="1000"/>
            </a:lvl4pPr>
            <a:lvl5pPr lvl="4" algn="ctr" rtl="0">
              <a:spcBef>
                <a:spcPts val="0"/>
              </a:spcBef>
              <a:spcAft>
                <a:spcPts val="0"/>
              </a:spcAft>
              <a:buSzPts val="1000"/>
              <a:buNone/>
              <a:defRPr sz="1000"/>
            </a:lvl5pPr>
            <a:lvl6pPr lvl="5" algn="ctr" rtl="0">
              <a:spcBef>
                <a:spcPts val="0"/>
              </a:spcBef>
              <a:spcAft>
                <a:spcPts val="0"/>
              </a:spcAft>
              <a:buSzPts val="1000"/>
              <a:buNone/>
              <a:defRPr sz="1000"/>
            </a:lvl6pPr>
            <a:lvl7pPr lvl="6" algn="ctr" rtl="0">
              <a:spcBef>
                <a:spcPts val="0"/>
              </a:spcBef>
              <a:spcAft>
                <a:spcPts val="0"/>
              </a:spcAft>
              <a:buSzPts val="1000"/>
              <a:buNone/>
              <a:defRPr sz="1000"/>
            </a:lvl7pPr>
            <a:lvl8pPr lvl="7" algn="ctr" rtl="0">
              <a:spcBef>
                <a:spcPts val="0"/>
              </a:spcBef>
              <a:spcAft>
                <a:spcPts val="0"/>
              </a:spcAft>
              <a:buSzPts val="1000"/>
              <a:buNone/>
              <a:defRPr sz="1000"/>
            </a:lvl8pPr>
            <a:lvl9pPr lvl="8" algn="ctr" rtl="0">
              <a:spcBef>
                <a:spcPts val="0"/>
              </a:spcBef>
              <a:spcAft>
                <a:spcPts val="0"/>
              </a:spcAft>
              <a:buSzPts val="1000"/>
              <a:buNone/>
              <a:defRPr sz="1000"/>
            </a:lvl9pPr>
          </a:lstStyle>
          <a:p>
            <a:endParaRPr/>
          </a:p>
        </p:txBody>
      </p:sp>
      <p:sp>
        <p:nvSpPr>
          <p:cNvPr id="998" name="Google Shape;998;p82"/>
          <p:cNvSpPr txBox="1">
            <a:spLocks noGrp="1"/>
          </p:cNvSpPr>
          <p:nvPr>
            <p:ph type="subTitle" idx="5"/>
          </p:nvPr>
        </p:nvSpPr>
        <p:spPr>
          <a:xfrm>
            <a:off x="1778375" y="2699667"/>
            <a:ext cx="903000" cy="455100"/>
          </a:xfrm>
          <a:prstGeom prst="rect">
            <a:avLst/>
          </a:prstGeom>
        </p:spPr>
        <p:txBody>
          <a:bodyPr spcFirstLastPara="1" wrap="square" lIns="0" tIns="0" rIns="0" bIns="0" anchor="t" anchorCtr="0">
            <a:normAutofit/>
          </a:bodyPr>
          <a:lstStyle>
            <a:lvl1pPr lvl="0" algn="ctr" rtl="0">
              <a:spcBef>
                <a:spcPts val="0"/>
              </a:spcBef>
              <a:spcAft>
                <a:spcPts val="0"/>
              </a:spcAft>
              <a:buClr>
                <a:schemeClr val="dk2"/>
              </a:buClr>
              <a:buSzPts val="1000"/>
              <a:buNone/>
              <a:defRPr sz="1000" b="1">
                <a:solidFill>
                  <a:schemeClr val="dk2"/>
                </a:solidFill>
              </a:defRPr>
            </a:lvl1pPr>
            <a:lvl2pPr lvl="1" algn="ctr" rtl="0">
              <a:spcBef>
                <a:spcPts val="0"/>
              </a:spcBef>
              <a:spcAft>
                <a:spcPts val="0"/>
              </a:spcAft>
              <a:buSzPts val="1000"/>
              <a:buNone/>
              <a:defRPr sz="1000"/>
            </a:lvl2pPr>
            <a:lvl3pPr lvl="2" algn="ctr" rtl="0">
              <a:spcBef>
                <a:spcPts val="0"/>
              </a:spcBef>
              <a:spcAft>
                <a:spcPts val="0"/>
              </a:spcAft>
              <a:buSzPts val="1000"/>
              <a:buNone/>
              <a:defRPr sz="1000"/>
            </a:lvl3pPr>
            <a:lvl4pPr lvl="3" algn="ctr" rtl="0">
              <a:spcBef>
                <a:spcPts val="0"/>
              </a:spcBef>
              <a:spcAft>
                <a:spcPts val="0"/>
              </a:spcAft>
              <a:buSzPts val="1000"/>
              <a:buNone/>
              <a:defRPr sz="1000"/>
            </a:lvl4pPr>
            <a:lvl5pPr lvl="4" algn="ctr" rtl="0">
              <a:spcBef>
                <a:spcPts val="0"/>
              </a:spcBef>
              <a:spcAft>
                <a:spcPts val="0"/>
              </a:spcAft>
              <a:buSzPts val="1000"/>
              <a:buNone/>
              <a:defRPr sz="1000"/>
            </a:lvl5pPr>
            <a:lvl6pPr lvl="5" algn="ctr" rtl="0">
              <a:spcBef>
                <a:spcPts val="0"/>
              </a:spcBef>
              <a:spcAft>
                <a:spcPts val="0"/>
              </a:spcAft>
              <a:buSzPts val="1000"/>
              <a:buNone/>
              <a:defRPr sz="1000"/>
            </a:lvl6pPr>
            <a:lvl7pPr lvl="6" algn="ctr" rtl="0">
              <a:spcBef>
                <a:spcPts val="0"/>
              </a:spcBef>
              <a:spcAft>
                <a:spcPts val="0"/>
              </a:spcAft>
              <a:buSzPts val="1000"/>
              <a:buNone/>
              <a:defRPr sz="1000"/>
            </a:lvl7pPr>
            <a:lvl8pPr lvl="7" algn="ctr" rtl="0">
              <a:spcBef>
                <a:spcPts val="0"/>
              </a:spcBef>
              <a:spcAft>
                <a:spcPts val="0"/>
              </a:spcAft>
              <a:buSzPts val="1000"/>
              <a:buNone/>
              <a:defRPr sz="1000"/>
            </a:lvl8pPr>
            <a:lvl9pPr lvl="8" algn="ctr" rtl="0">
              <a:spcBef>
                <a:spcPts val="0"/>
              </a:spcBef>
              <a:spcAft>
                <a:spcPts val="0"/>
              </a:spcAft>
              <a:buSzPts val="1000"/>
              <a:buNone/>
              <a:defRPr sz="1000"/>
            </a:lvl9pPr>
          </a:lstStyle>
          <a:p>
            <a:endParaRPr/>
          </a:p>
        </p:txBody>
      </p:sp>
      <p:sp>
        <p:nvSpPr>
          <p:cNvPr id="999" name="Google Shape;999;p82"/>
          <p:cNvSpPr txBox="1">
            <a:spLocks noGrp="1"/>
          </p:cNvSpPr>
          <p:nvPr>
            <p:ph type="subTitle" idx="6"/>
          </p:nvPr>
        </p:nvSpPr>
        <p:spPr>
          <a:xfrm>
            <a:off x="2915625" y="2699667"/>
            <a:ext cx="903000" cy="455100"/>
          </a:xfrm>
          <a:prstGeom prst="rect">
            <a:avLst/>
          </a:prstGeom>
        </p:spPr>
        <p:txBody>
          <a:bodyPr spcFirstLastPara="1" wrap="square" lIns="0" tIns="0" rIns="0" bIns="0" anchor="t" anchorCtr="0">
            <a:normAutofit/>
          </a:bodyPr>
          <a:lstStyle>
            <a:lvl1pPr lvl="0" algn="ctr" rtl="0">
              <a:spcBef>
                <a:spcPts val="0"/>
              </a:spcBef>
              <a:spcAft>
                <a:spcPts val="0"/>
              </a:spcAft>
              <a:buClr>
                <a:schemeClr val="dk2"/>
              </a:buClr>
              <a:buSzPts val="1000"/>
              <a:buNone/>
              <a:defRPr sz="1000" b="1">
                <a:solidFill>
                  <a:schemeClr val="dk2"/>
                </a:solidFill>
              </a:defRPr>
            </a:lvl1pPr>
            <a:lvl2pPr lvl="1" algn="ctr" rtl="0">
              <a:spcBef>
                <a:spcPts val="0"/>
              </a:spcBef>
              <a:spcAft>
                <a:spcPts val="0"/>
              </a:spcAft>
              <a:buSzPts val="1000"/>
              <a:buNone/>
              <a:defRPr sz="1000"/>
            </a:lvl2pPr>
            <a:lvl3pPr lvl="2" algn="ctr" rtl="0">
              <a:spcBef>
                <a:spcPts val="0"/>
              </a:spcBef>
              <a:spcAft>
                <a:spcPts val="0"/>
              </a:spcAft>
              <a:buSzPts val="1000"/>
              <a:buNone/>
              <a:defRPr sz="1000"/>
            </a:lvl3pPr>
            <a:lvl4pPr lvl="3" algn="ctr" rtl="0">
              <a:spcBef>
                <a:spcPts val="0"/>
              </a:spcBef>
              <a:spcAft>
                <a:spcPts val="0"/>
              </a:spcAft>
              <a:buSzPts val="1000"/>
              <a:buNone/>
              <a:defRPr sz="1000"/>
            </a:lvl4pPr>
            <a:lvl5pPr lvl="4" algn="ctr" rtl="0">
              <a:spcBef>
                <a:spcPts val="0"/>
              </a:spcBef>
              <a:spcAft>
                <a:spcPts val="0"/>
              </a:spcAft>
              <a:buSzPts val="1000"/>
              <a:buNone/>
              <a:defRPr sz="1000"/>
            </a:lvl5pPr>
            <a:lvl6pPr lvl="5" algn="ctr" rtl="0">
              <a:spcBef>
                <a:spcPts val="0"/>
              </a:spcBef>
              <a:spcAft>
                <a:spcPts val="0"/>
              </a:spcAft>
              <a:buSzPts val="1000"/>
              <a:buNone/>
              <a:defRPr sz="1000"/>
            </a:lvl6pPr>
            <a:lvl7pPr lvl="6" algn="ctr" rtl="0">
              <a:spcBef>
                <a:spcPts val="0"/>
              </a:spcBef>
              <a:spcAft>
                <a:spcPts val="0"/>
              </a:spcAft>
              <a:buSzPts val="1000"/>
              <a:buNone/>
              <a:defRPr sz="1000"/>
            </a:lvl7pPr>
            <a:lvl8pPr lvl="7" algn="ctr" rtl="0">
              <a:spcBef>
                <a:spcPts val="0"/>
              </a:spcBef>
              <a:spcAft>
                <a:spcPts val="0"/>
              </a:spcAft>
              <a:buSzPts val="1000"/>
              <a:buNone/>
              <a:defRPr sz="1000"/>
            </a:lvl8pPr>
            <a:lvl9pPr lvl="8" algn="ctr" rtl="0">
              <a:spcBef>
                <a:spcPts val="0"/>
              </a:spcBef>
              <a:spcAft>
                <a:spcPts val="0"/>
              </a:spcAft>
              <a:buSzPts val="1000"/>
              <a:buNone/>
              <a:defRPr sz="1000"/>
            </a:lvl9pPr>
          </a:lstStyle>
          <a:p>
            <a:endParaRPr/>
          </a:p>
        </p:txBody>
      </p:sp>
      <p:sp>
        <p:nvSpPr>
          <p:cNvPr id="1000" name="Google Shape;1000;p82"/>
          <p:cNvSpPr txBox="1">
            <a:spLocks noGrp="1"/>
          </p:cNvSpPr>
          <p:nvPr>
            <p:ph type="subTitle" idx="7"/>
          </p:nvPr>
        </p:nvSpPr>
        <p:spPr>
          <a:xfrm>
            <a:off x="4048775" y="2699667"/>
            <a:ext cx="903000" cy="455100"/>
          </a:xfrm>
          <a:prstGeom prst="rect">
            <a:avLst/>
          </a:prstGeom>
        </p:spPr>
        <p:txBody>
          <a:bodyPr spcFirstLastPara="1" wrap="square" lIns="0" tIns="0" rIns="0" bIns="0" anchor="t" anchorCtr="0">
            <a:normAutofit/>
          </a:bodyPr>
          <a:lstStyle>
            <a:lvl1pPr lvl="0" algn="ctr" rtl="0">
              <a:spcBef>
                <a:spcPts val="0"/>
              </a:spcBef>
              <a:spcAft>
                <a:spcPts val="0"/>
              </a:spcAft>
              <a:buClr>
                <a:schemeClr val="dk2"/>
              </a:buClr>
              <a:buSzPts val="1000"/>
              <a:buNone/>
              <a:defRPr sz="1000" b="1">
                <a:solidFill>
                  <a:schemeClr val="dk2"/>
                </a:solidFill>
              </a:defRPr>
            </a:lvl1pPr>
            <a:lvl2pPr lvl="1" algn="ctr" rtl="0">
              <a:spcBef>
                <a:spcPts val="0"/>
              </a:spcBef>
              <a:spcAft>
                <a:spcPts val="0"/>
              </a:spcAft>
              <a:buSzPts val="1000"/>
              <a:buNone/>
              <a:defRPr sz="1000"/>
            </a:lvl2pPr>
            <a:lvl3pPr lvl="2" algn="ctr" rtl="0">
              <a:spcBef>
                <a:spcPts val="0"/>
              </a:spcBef>
              <a:spcAft>
                <a:spcPts val="0"/>
              </a:spcAft>
              <a:buSzPts val="1000"/>
              <a:buNone/>
              <a:defRPr sz="1000"/>
            </a:lvl3pPr>
            <a:lvl4pPr lvl="3" algn="ctr" rtl="0">
              <a:spcBef>
                <a:spcPts val="0"/>
              </a:spcBef>
              <a:spcAft>
                <a:spcPts val="0"/>
              </a:spcAft>
              <a:buSzPts val="1000"/>
              <a:buNone/>
              <a:defRPr sz="1000"/>
            </a:lvl4pPr>
            <a:lvl5pPr lvl="4" algn="ctr" rtl="0">
              <a:spcBef>
                <a:spcPts val="0"/>
              </a:spcBef>
              <a:spcAft>
                <a:spcPts val="0"/>
              </a:spcAft>
              <a:buSzPts val="1000"/>
              <a:buNone/>
              <a:defRPr sz="1000"/>
            </a:lvl5pPr>
            <a:lvl6pPr lvl="5" algn="ctr" rtl="0">
              <a:spcBef>
                <a:spcPts val="0"/>
              </a:spcBef>
              <a:spcAft>
                <a:spcPts val="0"/>
              </a:spcAft>
              <a:buSzPts val="1000"/>
              <a:buNone/>
              <a:defRPr sz="1000"/>
            </a:lvl6pPr>
            <a:lvl7pPr lvl="6" algn="ctr" rtl="0">
              <a:spcBef>
                <a:spcPts val="0"/>
              </a:spcBef>
              <a:spcAft>
                <a:spcPts val="0"/>
              </a:spcAft>
              <a:buSzPts val="1000"/>
              <a:buNone/>
              <a:defRPr sz="1000"/>
            </a:lvl7pPr>
            <a:lvl8pPr lvl="7" algn="ctr" rtl="0">
              <a:spcBef>
                <a:spcPts val="0"/>
              </a:spcBef>
              <a:spcAft>
                <a:spcPts val="0"/>
              </a:spcAft>
              <a:buSzPts val="1000"/>
              <a:buNone/>
              <a:defRPr sz="1000"/>
            </a:lvl8pPr>
            <a:lvl9pPr lvl="8" algn="ctr" rtl="0">
              <a:spcBef>
                <a:spcPts val="0"/>
              </a:spcBef>
              <a:spcAft>
                <a:spcPts val="0"/>
              </a:spcAft>
              <a:buSzPts val="1000"/>
              <a:buNone/>
              <a:defRPr sz="1000"/>
            </a:lvl9pPr>
          </a:lstStyle>
          <a:p>
            <a:endParaRPr/>
          </a:p>
        </p:txBody>
      </p:sp>
      <p:sp>
        <p:nvSpPr>
          <p:cNvPr id="1001" name="Google Shape;1001;p82"/>
          <p:cNvSpPr txBox="1">
            <a:spLocks noGrp="1"/>
          </p:cNvSpPr>
          <p:nvPr>
            <p:ph type="subTitle" idx="8"/>
          </p:nvPr>
        </p:nvSpPr>
        <p:spPr>
          <a:xfrm>
            <a:off x="5181925" y="2699667"/>
            <a:ext cx="903000" cy="455100"/>
          </a:xfrm>
          <a:prstGeom prst="rect">
            <a:avLst/>
          </a:prstGeom>
        </p:spPr>
        <p:txBody>
          <a:bodyPr spcFirstLastPara="1" wrap="square" lIns="0" tIns="0" rIns="0" bIns="0" anchor="t" anchorCtr="0">
            <a:normAutofit/>
          </a:bodyPr>
          <a:lstStyle>
            <a:lvl1pPr lvl="0" algn="ctr" rtl="0">
              <a:spcBef>
                <a:spcPts val="0"/>
              </a:spcBef>
              <a:spcAft>
                <a:spcPts val="0"/>
              </a:spcAft>
              <a:buClr>
                <a:schemeClr val="dk2"/>
              </a:buClr>
              <a:buSzPts val="1000"/>
              <a:buNone/>
              <a:defRPr sz="1000" b="1">
                <a:solidFill>
                  <a:schemeClr val="dk2"/>
                </a:solidFill>
              </a:defRPr>
            </a:lvl1pPr>
            <a:lvl2pPr lvl="1" algn="ctr" rtl="0">
              <a:spcBef>
                <a:spcPts val="0"/>
              </a:spcBef>
              <a:spcAft>
                <a:spcPts val="0"/>
              </a:spcAft>
              <a:buSzPts val="1000"/>
              <a:buNone/>
              <a:defRPr sz="1000"/>
            </a:lvl2pPr>
            <a:lvl3pPr lvl="2" algn="ctr" rtl="0">
              <a:spcBef>
                <a:spcPts val="0"/>
              </a:spcBef>
              <a:spcAft>
                <a:spcPts val="0"/>
              </a:spcAft>
              <a:buSzPts val="1000"/>
              <a:buNone/>
              <a:defRPr sz="1000"/>
            </a:lvl3pPr>
            <a:lvl4pPr lvl="3" algn="ctr" rtl="0">
              <a:spcBef>
                <a:spcPts val="0"/>
              </a:spcBef>
              <a:spcAft>
                <a:spcPts val="0"/>
              </a:spcAft>
              <a:buSzPts val="1000"/>
              <a:buNone/>
              <a:defRPr sz="1000"/>
            </a:lvl4pPr>
            <a:lvl5pPr lvl="4" algn="ctr" rtl="0">
              <a:spcBef>
                <a:spcPts val="0"/>
              </a:spcBef>
              <a:spcAft>
                <a:spcPts val="0"/>
              </a:spcAft>
              <a:buSzPts val="1000"/>
              <a:buNone/>
              <a:defRPr sz="1000"/>
            </a:lvl5pPr>
            <a:lvl6pPr lvl="5" algn="ctr" rtl="0">
              <a:spcBef>
                <a:spcPts val="0"/>
              </a:spcBef>
              <a:spcAft>
                <a:spcPts val="0"/>
              </a:spcAft>
              <a:buSzPts val="1000"/>
              <a:buNone/>
              <a:defRPr sz="1000"/>
            </a:lvl6pPr>
            <a:lvl7pPr lvl="6" algn="ctr" rtl="0">
              <a:spcBef>
                <a:spcPts val="0"/>
              </a:spcBef>
              <a:spcAft>
                <a:spcPts val="0"/>
              </a:spcAft>
              <a:buSzPts val="1000"/>
              <a:buNone/>
              <a:defRPr sz="1000"/>
            </a:lvl7pPr>
            <a:lvl8pPr lvl="7" algn="ctr" rtl="0">
              <a:spcBef>
                <a:spcPts val="0"/>
              </a:spcBef>
              <a:spcAft>
                <a:spcPts val="0"/>
              </a:spcAft>
              <a:buSzPts val="1000"/>
              <a:buNone/>
              <a:defRPr sz="1000"/>
            </a:lvl8pPr>
            <a:lvl9pPr lvl="8" algn="ctr" rtl="0">
              <a:spcBef>
                <a:spcPts val="0"/>
              </a:spcBef>
              <a:spcAft>
                <a:spcPts val="0"/>
              </a:spcAft>
              <a:buSzPts val="1000"/>
              <a:buNone/>
              <a:defRPr sz="1000"/>
            </a:lvl9pPr>
          </a:lstStyle>
          <a:p>
            <a:endParaRPr/>
          </a:p>
        </p:txBody>
      </p:sp>
      <p:sp>
        <p:nvSpPr>
          <p:cNvPr id="1002" name="Google Shape;1002;p82"/>
          <p:cNvSpPr>
            <a:spLocks noGrp="1"/>
          </p:cNvSpPr>
          <p:nvPr>
            <p:ph type="pic" idx="9"/>
          </p:nvPr>
        </p:nvSpPr>
        <p:spPr>
          <a:xfrm>
            <a:off x="881750" y="2158625"/>
            <a:ext cx="413700" cy="413700"/>
          </a:xfrm>
          <a:prstGeom prst="roundRect">
            <a:avLst>
              <a:gd name="adj" fmla="val 16667"/>
            </a:avLst>
          </a:prstGeom>
          <a:noFill/>
          <a:ln>
            <a:noFill/>
          </a:ln>
        </p:spPr>
      </p:sp>
      <p:sp>
        <p:nvSpPr>
          <p:cNvPr id="1003" name="Google Shape;1003;p82"/>
          <p:cNvSpPr>
            <a:spLocks noGrp="1"/>
          </p:cNvSpPr>
          <p:nvPr>
            <p:ph type="pic" idx="13"/>
          </p:nvPr>
        </p:nvSpPr>
        <p:spPr>
          <a:xfrm>
            <a:off x="2023025" y="2158625"/>
            <a:ext cx="413700" cy="413700"/>
          </a:xfrm>
          <a:prstGeom prst="roundRect">
            <a:avLst>
              <a:gd name="adj" fmla="val 16667"/>
            </a:avLst>
          </a:prstGeom>
          <a:noFill/>
          <a:ln>
            <a:noFill/>
          </a:ln>
        </p:spPr>
      </p:sp>
      <p:sp>
        <p:nvSpPr>
          <p:cNvPr id="1004" name="Google Shape;1004;p82"/>
          <p:cNvSpPr>
            <a:spLocks noGrp="1"/>
          </p:cNvSpPr>
          <p:nvPr>
            <p:ph type="pic" idx="14"/>
          </p:nvPr>
        </p:nvSpPr>
        <p:spPr>
          <a:xfrm>
            <a:off x="3160275" y="2158625"/>
            <a:ext cx="413700" cy="413700"/>
          </a:xfrm>
          <a:prstGeom prst="roundRect">
            <a:avLst>
              <a:gd name="adj" fmla="val 16667"/>
            </a:avLst>
          </a:prstGeom>
          <a:noFill/>
          <a:ln>
            <a:noFill/>
          </a:ln>
        </p:spPr>
      </p:sp>
      <p:sp>
        <p:nvSpPr>
          <p:cNvPr id="1005" name="Google Shape;1005;p82"/>
          <p:cNvSpPr>
            <a:spLocks noGrp="1"/>
          </p:cNvSpPr>
          <p:nvPr>
            <p:ph type="pic" idx="15"/>
          </p:nvPr>
        </p:nvSpPr>
        <p:spPr>
          <a:xfrm>
            <a:off x="4293425" y="2158625"/>
            <a:ext cx="413700" cy="413700"/>
          </a:xfrm>
          <a:prstGeom prst="roundRect">
            <a:avLst>
              <a:gd name="adj" fmla="val 16667"/>
            </a:avLst>
          </a:prstGeom>
          <a:noFill/>
          <a:ln>
            <a:noFill/>
          </a:ln>
        </p:spPr>
      </p:sp>
      <p:sp>
        <p:nvSpPr>
          <p:cNvPr id="1006" name="Google Shape;1006;p82"/>
          <p:cNvSpPr>
            <a:spLocks noGrp="1"/>
          </p:cNvSpPr>
          <p:nvPr>
            <p:ph type="pic" idx="16"/>
          </p:nvPr>
        </p:nvSpPr>
        <p:spPr>
          <a:xfrm>
            <a:off x="5426575" y="2158625"/>
            <a:ext cx="413700" cy="413700"/>
          </a:xfrm>
          <a:prstGeom prst="roundRect">
            <a:avLst>
              <a:gd name="adj" fmla="val 16667"/>
            </a:avLst>
          </a:prstGeom>
          <a:noFill/>
          <a:ln>
            <a:noFill/>
          </a:ln>
        </p:spPr>
      </p:sp>
      <p:sp>
        <p:nvSpPr>
          <p:cNvPr id="1007" name="Google Shape;1007;p82"/>
          <p:cNvSpPr txBox="1">
            <a:spLocks noGrp="1"/>
          </p:cNvSpPr>
          <p:nvPr>
            <p:ph type="subTitle" idx="17"/>
          </p:nvPr>
        </p:nvSpPr>
        <p:spPr>
          <a:xfrm>
            <a:off x="637025" y="3358325"/>
            <a:ext cx="903000" cy="398100"/>
          </a:xfrm>
          <a:prstGeom prst="rect">
            <a:avLst/>
          </a:prstGeom>
        </p:spPr>
        <p:txBody>
          <a:bodyPr spcFirstLastPara="1" wrap="square" lIns="0" tIns="0" rIns="0" bIns="0" anchor="t" anchorCtr="0">
            <a:normAutofit/>
          </a:bodyPr>
          <a:lstStyle>
            <a:lvl1pPr lvl="0" algn="ctr" rtl="0">
              <a:spcBef>
                <a:spcPts val="0"/>
              </a:spcBef>
              <a:spcAft>
                <a:spcPts val="0"/>
              </a:spcAft>
              <a:buClr>
                <a:schemeClr val="dk2"/>
              </a:buClr>
              <a:buSzPts val="1000"/>
              <a:buNone/>
              <a:defRPr sz="1000">
                <a:solidFill>
                  <a:schemeClr val="dk2"/>
                </a:solidFill>
              </a:defRPr>
            </a:lvl1pPr>
            <a:lvl2pPr lvl="1" algn="ctr" rtl="0">
              <a:spcBef>
                <a:spcPts val="0"/>
              </a:spcBef>
              <a:spcAft>
                <a:spcPts val="0"/>
              </a:spcAft>
              <a:buClr>
                <a:schemeClr val="dk1"/>
              </a:buClr>
              <a:buSzPts val="1000"/>
              <a:buNone/>
              <a:defRPr sz="1000"/>
            </a:lvl2pPr>
            <a:lvl3pPr lvl="2" algn="ctr" rtl="0">
              <a:spcBef>
                <a:spcPts val="0"/>
              </a:spcBef>
              <a:spcAft>
                <a:spcPts val="0"/>
              </a:spcAft>
              <a:buClr>
                <a:schemeClr val="dk1"/>
              </a:buClr>
              <a:buSzPts val="1000"/>
              <a:buNone/>
              <a:defRPr sz="1000"/>
            </a:lvl3pPr>
            <a:lvl4pPr lvl="3" algn="ctr" rtl="0">
              <a:spcBef>
                <a:spcPts val="0"/>
              </a:spcBef>
              <a:spcAft>
                <a:spcPts val="0"/>
              </a:spcAft>
              <a:buClr>
                <a:schemeClr val="dk1"/>
              </a:buClr>
              <a:buSzPts val="1000"/>
              <a:buNone/>
              <a:defRPr sz="1000"/>
            </a:lvl4pPr>
            <a:lvl5pPr lvl="4" algn="ctr" rtl="0">
              <a:spcBef>
                <a:spcPts val="0"/>
              </a:spcBef>
              <a:spcAft>
                <a:spcPts val="0"/>
              </a:spcAft>
              <a:buSzPts val="1000"/>
              <a:buNone/>
              <a:defRPr sz="1000"/>
            </a:lvl5pPr>
            <a:lvl6pPr lvl="5" algn="ctr" rtl="0">
              <a:spcBef>
                <a:spcPts val="0"/>
              </a:spcBef>
              <a:spcAft>
                <a:spcPts val="0"/>
              </a:spcAft>
              <a:buSzPts val="1000"/>
              <a:buNone/>
              <a:defRPr sz="1000"/>
            </a:lvl6pPr>
            <a:lvl7pPr lvl="6" algn="ctr" rtl="0">
              <a:spcBef>
                <a:spcPts val="0"/>
              </a:spcBef>
              <a:spcAft>
                <a:spcPts val="0"/>
              </a:spcAft>
              <a:buSzPts val="1000"/>
              <a:buNone/>
              <a:defRPr sz="1000"/>
            </a:lvl7pPr>
            <a:lvl8pPr lvl="7" algn="ctr" rtl="0">
              <a:spcBef>
                <a:spcPts val="0"/>
              </a:spcBef>
              <a:spcAft>
                <a:spcPts val="0"/>
              </a:spcAft>
              <a:buSzPts val="1000"/>
              <a:buNone/>
              <a:defRPr sz="1000"/>
            </a:lvl8pPr>
            <a:lvl9pPr lvl="8" algn="ctr" rtl="0">
              <a:spcBef>
                <a:spcPts val="0"/>
              </a:spcBef>
              <a:spcAft>
                <a:spcPts val="0"/>
              </a:spcAft>
              <a:buSzPts val="1000"/>
              <a:buNone/>
              <a:defRPr sz="1000"/>
            </a:lvl9pPr>
          </a:lstStyle>
          <a:p>
            <a:endParaRPr/>
          </a:p>
        </p:txBody>
      </p:sp>
      <p:sp>
        <p:nvSpPr>
          <p:cNvPr id="1008" name="Google Shape;1008;p82"/>
          <p:cNvSpPr txBox="1">
            <a:spLocks noGrp="1"/>
          </p:cNvSpPr>
          <p:nvPr>
            <p:ph type="subTitle" idx="18"/>
          </p:nvPr>
        </p:nvSpPr>
        <p:spPr>
          <a:xfrm>
            <a:off x="1778375" y="3358325"/>
            <a:ext cx="903000" cy="398100"/>
          </a:xfrm>
          <a:prstGeom prst="rect">
            <a:avLst/>
          </a:prstGeom>
        </p:spPr>
        <p:txBody>
          <a:bodyPr spcFirstLastPara="1" wrap="square" lIns="0" tIns="0" rIns="0" bIns="0" anchor="t" anchorCtr="0">
            <a:normAutofit/>
          </a:bodyPr>
          <a:lstStyle>
            <a:lvl1pPr lvl="0" algn="ctr" rtl="0">
              <a:spcBef>
                <a:spcPts val="0"/>
              </a:spcBef>
              <a:spcAft>
                <a:spcPts val="0"/>
              </a:spcAft>
              <a:buClr>
                <a:schemeClr val="dk2"/>
              </a:buClr>
              <a:buSzPts val="1000"/>
              <a:buNone/>
              <a:defRPr sz="1000">
                <a:solidFill>
                  <a:schemeClr val="dk2"/>
                </a:solidFill>
              </a:defRPr>
            </a:lvl1pPr>
            <a:lvl2pPr lvl="1" algn="ctr" rtl="0">
              <a:spcBef>
                <a:spcPts val="0"/>
              </a:spcBef>
              <a:spcAft>
                <a:spcPts val="0"/>
              </a:spcAft>
              <a:buClr>
                <a:schemeClr val="dk1"/>
              </a:buClr>
              <a:buSzPts val="1000"/>
              <a:buNone/>
              <a:defRPr sz="1000"/>
            </a:lvl2pPr>
            <a:lvl3pPr lvl="2" algn="ctr" rtl="0">
              <a:spcBef>
                <a:spcPts val="0"/>
              </a:spcBef>
              <a:spcAft>
                <a:spcPts val="0"/>
              </a:spcAft>
              <a:buClr>
                <a:schemeClr val="dk1"/>
              </a:buClr>
              <a:buSzPts val="1000"/>
              <a:buNone/>
              <a:defRPr sz="1000"/>
            </a:lvl3pPr>
            <a:lvl4pPr lvl="3" algn="ctr" rtl="0">
              <a:spcBef>
                <a:spcPts val="0"/>
              </a:spcBef>
              <a:spcAft>
                <a:spcPts val="0"/>
              </a:spcAft>
              <a:buClr>
                <a:schemeClr val="dk1"/>
              </a:buClr>
              <a:buSzPts val="1000"/>
              <a:buNone/>
              <a:defRPr sz="1000"/>
            </a:lvl4pPr>
            <a:lvl5pPr lvl="4" algn="ctr" rtl="0">
              <a:spcBef>
                <a:spcPts val="0"/>
              </a:spcBef>
              <a:spcAft>
                <a:spcPts val="0"/>
              </a:spcAft>
              <a:buSzPts val="1000"/>
              <a:buNone/>
              <a:defRPr sz="1000"/>
            </a:lvl5pPr>
            <a:lvl6pPr lvl="5" algn="ctr" rtl="0">
              <a:spcBef>
                <a:spcPts val="0"/>
              </a:spcBef>
              <a:spcAft>
                <a:spcPts val="0"/>
              </a:spcAft>
              <a:buSzPts val="1000"/>
              <a:buNone/>
              <a:defRPr sz="1000"/>
            </a:lvl6pPr>
            <a:lvl7pPr lvl="6" algn="ctr" rtl="0">
              <a:spcBef>
                <a:spcPts val="0"/>
              </a:spcBef>
              <a:spcAft>
                <a:spcPts val="0"/>
              </a:spcAft>
              <a:buSzPts val="1000"/>
              <a:buNone/>
              <a:defRPr sz="1000"/>
            </a:lvl7pPr>
            <a:lvl8pPr lvl="7" algn="ctr" rtl="0">
              <a:spcBef>
                <a:spcPts val="0"/>
              </a:spcBef>
              <a:spcAft>
                <a:spcPts val="0"/>
              </a:spcAft>
              <a:buSzPts val="1000"/>
              <a:buNone/>
              <a:defRPr sz="1000"/>
            </a:lvl8pPr>
            <a:lvl9pPr lvl="8" algn="ctr" rtl="0">
              <a:spcBef>
                <a:spcPts val="0"/>
              </a:spcBef>
              <a:spcAft>
                <a:spcPts val="0"/>
              </a:spcAft>
              <a:buSzPts val="1000"/>
              <a:buNone/>
              <a:defRPr sz="1000"/>
            </a:lvl9pPr>
          </a:lstStyle>
          <a:p>
            <a:endParaRPr/>
          </a:p>
        </p:txBody>
      </p:sp>
      <p:sp>
        <p:nvSpPr>
          <p:cNvPr id="1009" name="Google Shape;1009;p82"/>
          <p:cNvSpPr txBox="1">
            <a:spLocks noGrp="1"/>
          </p:cNvSpPr>
          <p:nvPr>
            <p:ph type="subTitle" idx="19"/>
          </p:nvPr>
        </p:nvSpPr>
        <p:spPr>
          <a:xfrm>
            <a:off x="2915625" y="3358325"/>
            <a:ext cx="903000" cy="398100"/>
          </a:xfrm>
          <a:prstGeom prst="rect">
            <a:avLst/>
          </a:prstGeom>
        </p:spPr>
        <p:txBody>
          <a:bodyPr spcFirstLastPara="1" wrap="square" lIns="0" tIns="0" rIns="0" bIns="0" anchor="t" anchorCtr="0">
            <a:normAutofit/>
          </a:bodyPr>
          <a:lstStyle>
            <a:lvl1pPr lvl="0" algn="ctr" rtl="0">
              <a:spcBef>
                <a:spcPts val="0"/>
              </a:spcBef>
              <a:spcAft>
                <a:spcPts val="0"/>
              </a:spcAft>
              <a:buClr>
                <a:schemeClr val="dk2"/>
              </a:buClr>
              <a:buSzPts val="1000"/>
              <a:buNone/>
              <a:defRPr sz="1000">
                <a:solidFill>
                  <a:schemeClr val="dk2"/>
                </a:solidFill>
              </a:defRPr>
            </a:lvl1pPr>
            <a:lvl2pPr lvl="1" algn="ctr" rtl="0">
              <a:spcBef>
                <a:spcPts val="0"/>
              </a:spcBef>
              <a:spcAft>
                <a:spcPts val="0"/>
              </a:spcAft>
              <a:buClr>
                <a:schemeClr val="dk1"/>
              </a:buClr>
              <a:buSzPts val="1000"/>
              <a:buNone/>
              <a:defRPr sz="1000"/>
            </a:lvl2pPr>
            <a:lvl3pPr lvl="2" algn="ctr" rtl="0">
              <a:spcBef>
                <a:spcPts val="0"/>
              </a:spcBef>
              <a:spcAft>
                <a:spcPts val="0"/>
              </a:spcAft>
              <a:buClr>
                <a:schemeClr val="dk1"/>
              </a:buClr>
              <a:buSzPts val="1000"/>
              <a:buNone/>
              <a:defRPr sz="1000"/>
            </a:lvl3pPr>
            <a:lvl4pPr lvl="3" algn="ctr" rtl="0">
              <a:spcBef>
                <a:spcPts val="0"/>
              </a:spcBef>
              <a:spcAft>
                <a:spcPts val="0"/>
              </a:spcAft>
              <a:buClr>
                <a:schemeClr val="dk1"/>
              </a:buClr>
              <a:buSzPts val="1000"/>
              <a:buNone/>
              <a:defRPr sz="1000"/>
            </a:lvl4pPr>
            <a:lvl5pPr lvl="4" algn="ctr" rtl="0">
              <a:spcBef>
                <a:spcPts val="0"/>
              </a:spcBef>
              <a:spcAft>
                <a:spcPts val="0"/>
              </a:spcAft>
              <a:buSzPts val="1000"/>
              <a:buNone/>
              <a:defRPr sz="1000"/>
            </a:lvl5pPr>
            <a:lvl6pPr lvl="5" algn="ctr" rtl="0">
              <a:spcBef>
                <a:spcPts val="0"/>
              </a:spcBef>
              <a:spcAft>
                <a:spcPts val="0"/>
              </a:spcAft>
              <a:buSzPts val="1000"/>
              <a:buNone/>
              <a:defRPr sz="1000"/>
            </a:lvl6pPr>
            <a:lvl7pPr lvl="6" algn="ctr" rtl="0">
              <a:spcBef>
                <a:spcPts val="0"/>
              </a:spcBef>
              <a:spcAft>
                <a:spcPts val="0"/>
              </a:spcAft>
              <a:buSzPts val="1000"/>
              <a:buNone/>
              <a:defRPr sz="1000"/>
            </a:lvl7pPr>
            <a:lvl8pPr lvl="7" algn="ctr" rtl="0">
              <a:spcBef>
                <a:spcPts val="0"/>
              </a:spcBef>
              <a:spcAft>
                <a:spcPts val="0"/>
              </a:spcAft>
              <a:buSzPts val="1000"/>
              <a:buNone/>
              <a:defRPr sz="1000"/>
            </a:lvl8pPr>
            <a:lvl9pPr lvl="8" algn="ctr" rtl="0">
              <a:spcBef>
                <a:spcPts val="0"/>
              </a:spcBef>
              <a:spcAft>
                <a:spcPts val="0"/>
              </a:spcAft>
              <a:buSzPts val="1000"/>
              <a:buNone/>
              <a:defRPr sz="1000"/>
            </a:lvl9pPr>
          </a:lstStyle>
          <a:p>
            <a:endParaRPr/>
          </a:p>
        </p:txBody>
      </p:sp>
      <p:sp>
        <p:nvSpPr>
          <p:cNvPr id="1010" name="Google Shape;1010;p82"/>
          <p:cNvSpPr txBox="1">
            <a:spLocks noGrp="1"/>
          </p:cNvSpPr>
          <p:nvPr>
            <p:ph type="subTitle" idx="20"/>
          </p:nvPr>
        </p:nvSpPr>
        <p:spPr>
          <a:xfrm>
            <a:off x="4048775" y="3358325"/>
            <a:ext cx="903000" cy="398100"/>
          </a:xfrm>
          <a:prstGeom prst="rect">
            <a:avLst/>
          </a:prstGeom>
        </p:spPr>
        <p:txBody>
          <a:bodyPr spcFirstLastPara="1" wrap="square" lIns="0" tIns="0" rIns="0" bIns="0" anchor="t" anchorCtr="0">
            <a:normAutofit/>
          </a:bodyPr>
          <a:lstStyle>
            <a:lvl1pPr lvl="0" algn="ctr" rtl="0">
              <a:spcBef>
                <a:spcPts val="0"/>
              </a:spcBef>
              <a:spcAft>
                <a:spcPts val="0"/>
              </a:spcAft>
              <a:buClr>
                <a:schemeClr val="dk2"/>
              </a:buClr>
              <a:buSzPts val="1000"/>
              <a:buNone/>
              <a:defRPr sz="1000">
                <a:solidFill>
                  <a:schemeClr val="dk2"/>
                </a:solidFill>
              </a:defRPr>
            </a:lvl1pPr>
            <a:lvl2pPr lvl="1" algn="ctr" rtl="0">
              <a:spcBef>
                <a:spcPts val="0"/>
              </a:spcBef>
              <a:spcAft>
                <a:spcPts val="0"/>
              </a:spcAft>
              <a:buClr>
                <a:schemeClr val="dk1"/>
              </a:buClr>
              <a:buSzPts val="1000"/>
              <a:buNone/>
              <a:defRPr sz="1000"/>
            </a:lvl2pPr>
            <a:lvl3pPr lvl="2" algn="ctr" rtl="0">
              <a:spcBef>
                <a:spcPts val="0"/>
              </a:spcBef>
              <a:spcAft>
                <a:spcPts val="0"/>
              </a:spcAft>
              <a:buClr>
                <a:schemeClr val="dk1"/>
              </a:buClr>
              <a:buSzPts val="1000"/>
              <a:buNone/>
              <a:defRPr sz="1000"/>
            </a:lvl3pPr>
            <a:lvl4pPr lvl="3" algn="ctr" rtl="0">
              <a:spcBef>
                <a:spcPts val="0"/>
              </a:spcBef>
              <a:spcAft>
                <a:spcPts val="0"/>
              </a:spcAft>
              <a:buClr>
                <a:schemeClr val="dk1"/>
              </a:buClr>
              <a:buSzPts val="1000"/>
              <a:buNone/>
              <a:defRPr sz="1000"/>
            </a:lvl4pPr>
            <a:lvl5pPr lvl="4" algn="ctr" rtl="0">
              <a:spcBef>
                <a:spcPts val="0"/>
              </a:spcBef>
              <a:spcAft>
                <a:spcPts val="0"/>
              </a:spcAft>
              <a:buSzPts val="1000"/>
              <a:buNone/>
              <a:defRPr sz="1000"/>
            </a:lvl5pPr>
            <a:lvl6pPr lvl="5" algn="ctr" rtl="0">
              <a:spcBef>
                <a:spcPts val="0"/>
              </a:spcBef>
              <a:spcAft>
                <a:spcPts val="0"/>
              </a:spcAft>
              <a:buSzPts val="1000"/>
              <a:buNone/>
              <a:defRPr sz="1000"/>
            </a:lvl6pPr>
            <a:lvl7pPr lvl="6" algn="ctr" rtl="0">
              <a:spcBef>
                <a:spcPts val="0"/>
              </a:spcBef>
              <a:spcAft>
                <a:spcPts val="0"/>
              </a:spcAft>
              <a:buSzPts val="1000"/>
              <a:buNone/>
              <a:defRPr sz="1000"/>
            </a:lvl7pPr>
            <a:lvl8pPr lvl="7" algn="ctr" rtl="0">
              <a:spcBef>
                <a:spcPts val="0"/>
              </a:spcBef>
              <a:spcAft>
                <a:spcPts val="0"/>
              </a:spcAft>
              <a:buSzPts val="1000"/>
              <a:buNone/>
              <a:defRPr sz="1000"/>
            </a:lvl8pPr>
            <a:lvl9pPr lvl="8" algn="ctr" rtl="0">
              <a:spcBef>
                <a:spcPts val="0"/>
              </a:spcBef>
              <a:spcAft>
                <a:spcPts val="0"/>
              </a:spcAft>
              <a:buSzPts val="1000"/>
              <a:buNone/>
              <a:defRPr sz="1000"/>
            </a:lvl9pPr>
          </a:lstStyle>
          <a:p>
            <a:endParaRPr/>
          </a:p>
        </p:txBody>
      </p:sp>
      <p:sp>
        <p:nvSpPr>
          <p:cNvPr id="1011" name="Google Shape;1011;p82"/>
          <p:cNvSpPr txBox="1">
            <a:spLocks noGrp="1"/>
          </p:cNvSpPr>
          <p:nvPr>
            <p:ph type="subTitle" idx="21"/>
          </p:nvPr>
        </p:nvSpPr>
        <p:spPr>
          <a:xfrm>
            <a:off x="5186025" y="3358325"/>
            <a:ext cx="903000" cy="398100"/>
          </a:xfrm>
          <a:prstGeom prst="rect">
            <a:avLst/>
          </a:prstGeom>
        </p:spPr>
        <p:txBody>
          <a:bodyPr spcFirstLastPara="1" wrap="square" lIns="0" tIns="0" rIns="0" bIns="0" anchor="t" anchorCtr="0">
            <a:normAutofit/>
          </a:bodyPr>
          <a:lstStyle>
            <a:lvl1pPr lvl="0" algn="ctr" rtl="0">
              <a:spcBef>
                <a:spcPts val="0"/>
              </a:spcBef>
              <a:spcAft>
                <a:spcPts val="0"/>
              </a:spcAft>
              <a:buClr>
                <a:schemeClr val="dk2"/>
              </a:buClr>
              <a:buSzPts val="1000"/>
              <a:buNone/>
              <a:defRPr sz="1000">
                <a:solidFill>
                  <a:schemeClr val="dk2"/>
                </a:solidFill>
              </a:defRPr>
            </a:lvl1pPr>
            <a:lvl2pPr lvl="1" algn="ctr" rtl="0">
              <a:spcBef>
                <a:spcPts val="0"/>
              </a:spcBef>
              <a:spcAft>
                <a:spcPts val="0"/>
              </a:spcAft>
              <a:buClr>
                <a:schemeClr val="dk1"/>
              </a:buClr>
              <a:buSzPts val="1000"/>
              <a:buNone/>
              <a:defRPr sz="1000"/>
            </a:lvl2pPr>
            <a:lvl3pPr lvl="2" algn="ctr" rtl="0">
              <a:spcBef>
                <a:spcPts val="0"/>
              </a:spcBef>
              <a:spcAft>
                <a:spcPts val="0"/>
              </a:spcAft>
              <a:buClr>
                <a:schemeClr val="dk1"/>
              </a:buClr>
              <a:buSzPts val="1000"/>
              <a:buNone/>
              <a:defRPr sz="1000"/>
            </a:lvl3pPr>
            <a:lvl4pPr lvl="3" algn="ctr" rtl="0">
              <a:spcBef>
                <a:spcPts val="0"/>
              </a:spcBef>
              <a:spcAft>
                <a:spcPts val="0"/>
              </a:spcAft>
              <a:buClr>
                <a:schemeClr val="dk1"/>
              </a:buClr>
              <a:buSzPts val="1000"/>
              <a:buNone/>
              <a:defRPr sz="1000"/>
            </a:lvl4pPr>
            <a:lvl5pPr lvl="4" algn="ctr" rtl="0">
              <a:spcBef>
                <a:spcPts val="0"/>
              </a:spcBef>
              <a:spcAft>
                <a:spcPts val="0"/>
              </a:spcAft>
              <a:buSzPts val="1000"/>
              <a:buNone/>
              <a:defRPr sz="1000"/>
            </a:lvl5pPr>
            <a:lvl6pPr lvl="5" algn="ctr" rtl="0">
              <a:spcBef>
                <a:spcPts val="0"/>
              </a:spcBef>
              <a:spcAft>
                <a:spcPts val="0"/>
              </a:spcAft>
              <a:buSzPts val="1000"/>
              <a:buNone/>
              <a:defRPr sz="1000"/>
            </a:lvl6pPr>
            <a:lvl7pPr lvl="6" algn="ctr" rtl="0">
              <a:spcBef>
                <a:spcPts val="0"/>
              </a:spcBef>
              <a:spcAft>
                <a:spcPts val="0"/>
              </a:spcAft>
              <a:buSzPts val="1000"/>
              <a:buNone/>
              <a:defRPr sz="1000"/>
            </a:lvl7pPr>
            <a:lvl8pPr lvl="7" algn="ctr" rtl="0">
              <a:spcBef>
                <a:spcPts val="0"/>
              </a:spcBef>
              <a:spcAft>
                <a:spcPts val="0"/>
              </a:spcAft>
              <a:buSzPts val="1000"/>
              <a:buNone/>
              <a:defRPr sz="1000"/>
            </a:lvl8pPr>
            <a:lvl9pPr lvl="8" algn="ctr" rtl="0">
              <a:spcBef>
                <a:spcPts val="0"/>
              </a:spcBef>
              <a:spcAft>
                <a:spcPts val="0"/>
              </a:spcAft>
              <a:buSzPts val="1000"/>
              <a:buNone/>
              <a:defRPr sz="1000"/>
            </a:lvl9pPr>
          </a:lstStyle>
          <a:p>
            <a:endParaRPr/>
          </a:p>
        </p:txBody>
      </p:sp>
      <p:sp>
        <p:nvSpPr>
          <p:cNvPr id="1012" name="Google Shape;1012;p82"/>
          <p:cNvSpPr txBox="1">
            <a:spLocks noGrp="1"/>
          </p:cNvSpPr>
          <p:nvPr>
            <p:ph type="subTitle" idx="22"/>
          </p:nvPr>
        </p:nvSpPr>
        <p:spPr>
          <a:xfrm>
            <a:off x="637025" y="3988750"/>
            <a:ext cx="903000" cy="398100"/>
          </a:xfrm>
          <a:prstGeom prst="rect">
            <a:avLst/>
          </a:prstGeom>
        </p:spPr>
        <p:txBody>
          <a:bodyPr spcFirstLastPara="1" wrap="square" lIns="0" tIns="0" rIns="0" bIns="0" anchor="t" anchorCtr="0">
            <a:normAutofit/>
          </a:bodyPr>
          <a:lstStyle>
            <a:lvl1pPr lvl="0" algn="ctr" rtl="0">
              <a:spcBef>
                <a:spcPts val="0"/>
              </a:spcBef>
              <a:spcAft>
                <a:spcPts val="0"/>
              </a:spcAft>
              <a:buClr>
                <a:schemeClr val="dk2"/>
              </a:buClr>
              <a:buSzPts val="1000"/>
              <a:buNone/>
              <a:defRPr sz="1000">
                <a:solidFill>
                  <a:schemeClr val="dk2"/>
                </a:solidFill>
              </a:defRPr>
            </a:lvl1pPr>
            <a:lvl2pPr lvl="1" algn="ctr" rtl="0">
              <a:spcBef>
                <a:spcPts val="0"/>
              </a:spcBef>
              <a:spcAft>
                <a:spcPts val="0"/>
              </a:spcAft>
              <a:buClr>
                <a:schemeClr val="dk1"/>
              </a:buClr>
              <a:buSzPts val="1000"/>
              <a:buNone/>
              <a:defRPr sz="1000"/>
            </a:lvl2pPr>
            <a:lvl3pPr lvl="2" algn="ctr" rtl="0">
              <a:spcBef>
                <a:spcPts val="0"/>
              </a:spcBef>
              <a:spcAft>
                <a:spcPts val="0"/>
              </a:spcAft>
              <a:buClr>
                <a:schemeClr val="dk1"/>
              </a:buClr>
              <a:buSzPts val="1000"/>
              <a:buNone/>
              <a:defRPr sz="1000"/>
            </a:lvl3pPr>
            <a:lvl4pPr lvl="3" algn="ctr" rtl="0">
              <a:spcBef>
                <a:spcPts val="0"/>
              </a:spcBef>
              <a:spcAft>
                <a:spcPts val="0"/>
              </a:spcAft>
              <a:buClr>
                <a:schemeClr val="dk1"/>
              </a:buClr>
              <a:buSzPts val="1000"/>
              <a:buNone/>
              <a:defRPr sz="1000"/>
            </a:lvl4pPr>
            <a:lvl5pPr lvl="4" algn="ctr" rtl="0">
              <a:spcBef>
                <a:spcPts val="0"/>
              </a:spcBef>
              <a:spcAft>
                <a:spcPts val="0"/>
              </a:spcAft>
              <a:buSzPts val="1000"/>
              <a:buNone/>
              <a:defRPr sz="1000"/>
            </a:lvl5pPr>
            <a:lvl6pPr lvl="5" algn="ctr" rtl="0">
              <a:spcBef>
                <a:spcPts val="0"/>
              </a:spcBef>
              <a:spcAft>
                <a:spcPts val="0"/>
              </a:spcAft>
              <a:buSzPts val="1000"/>
              <a:buNone/>
              <a:defRPr sz="1000"/>
            </a:lvl6pPr>
            <a:lvl7pPr lvl="6" algn="ctr" rtl="0">
              <a:spcBef>
                <a:spcPts val="0"/>
              </a:spcBef>
              <a:spcAft>
                <a:spcPts val="0"/>
              </a:spcAft>
              <a:buSzPts val="1000"/>
              <a:buNone/>
              <a:defRPr sz="1000"/>
            </a:lvl7pPr>
            <a:lvl8pPr lvl="7" algn="ctr" rtl="0">
              <a:spcBef>
                <a:spcPts val="0"/>
              </a:spcBef>
              <a:spcAft>
                <a:spcPts val="0"/>
              </a:spcAft>
              <a:buSzPts val="1000"/>
              <a:buNone/>
              <a:defRPr sz="1000"/>
            </a:lvl8pPr>
            <a:lvl9pPr lvl="8" algn="ctr" rtl="0">
              <a:spcBef>
                <a:spcPts val="0"/>
              </a:spcBef>
              <a:spcAft>
                <a:spcPts val="0"/>
              </a:spcAft>
              <a:buSzPts val="1000"/>
              <a:buNone/>
              <a:defRPr sz="1000"/>
            </a:lvl9pPr>
          </a:lstStyle>
          <a:p>
            <a:endParaRPr/>
          </a:p>
        </p:txBody>
      </p:sp>
      <p:sp>
        <p:nvSpPr>
          <p:cNvPr id="1013" name="Google Shape;1013;p82"/>
          <p:cNvSpPr txBox="1">
            <a:spLocks noGrp="1"/>
          </p:cNvSpPr>
          <p:nvPr>
            <p:ph type="subTitle" idx="23"/>
          </p:nvPr>
        </p:nvSpPr>
        <p:spPr>
          <a:xfrm>
            <a:off x="1778375" y="3988750"/>
            <a:ext cx="903000" cy="398100"/>
          </a:xfrm>
          <a:prstGeom prst="rect">
            <a:avLst/>
          </a:prstGeom>
        </p:spPr>
        <p:txBody>
          <a:bodyPr spcFirstLastPara="1" wrap="square" lIns="0" tIns="0" rIns="0" bIns="0" anchor="t" anchorCtr="0">
            <a:normAutofit/>
          </a:bodyPr>
          <a:lstStyle>
            <a:lvl1pPr lvl="0" algn="ctr" rtl="0">
              <a:spcBef>
                <a:spcPts val="0"/>
              </a:spcBef>
              <a:spcAft>
                <a:spcPts val="0"/>
              </a:spcAft>
              <a:buClr>
                <a:schemeClr val="dk2"/>
              </a:buClr>
              <a:buSzPts val="1000"/>
              <a:buNone/>
              <a:defRPr sz="1000">
                <a:solidFill>
                  <a:schemeClr val="dk2"/>
                </a:solidFill>
              </a:defRPr>
            </a:lvl1pPr>
            <a:lvl2pPr lvl="1" algn="ctr" rtl="0">
              <a:spcBef>
                <a:spcPts val="0"/>
              </a:spcBef>
              <a:spcAft>
                <a:spcPts val="0"/>
              </a:spcAft>
              <a:buClr>
                <a:schemeClr val="dk1"/>
              </a:buClr>
              <a:buSzPts val="1000"/>
              <a:buNone/>
              <a:defRPr sz="1000"/>
            </a:lvl2pPr>
            <a:lvl3pPr lvl="2" algn="ctr" rtl="0">
              <a:spcBef>
                <a:spcPts val="0"/>
              </a:spcBef>
              <a:spcAft>
                <a:spcPts val="0"/>
              </a:spcAft>
              <a:buClr>
                <a:schemeClr val="dk1"/>
              </a:buClr>
              <a:buSzPts val="1000"/>
              <a:buNone/>
              <a:defRPr sz="1000"/>
            </a:lvl3pPr>
            <a:lvl4pPr lvl="3" algn="ctr" rtl="0">
              <a:spcBef>
                <a:spcPts val="0"/>
              </a:spcBef>
              <a:spcAft>
                <a:spcPts val="0"/>
              </a:spcAft>
              <a:buClr>
                <a:schemeClr val="dk1"/>
              </a:buClr>
              <a:buSzPts val="1000"/>
              <a:buNone/>
              <a:defRPr sz="1000"/>
            </a:lvl4pPr>
            <a:lvl5pPr lvl="4" algn="ctr" rtl="0">
              <a:spcBef>
                <a:spcPts val="0"/>
              </a:spcBef>
              <a:spcAft>
                <a:spcPts val="0"/>
              </a:spcAft>
              <a:buSzPts val="1000"/>
              <a:buNone/>
              <a:defRPr sz="1000"/>
            </a:lvl5pPr>
            <a:lvl6pPr lvl="5" algn="ctr" rtl="0">
              <a:spcBef>
                <a:spcPts val="0"/>
              </a:spcBef>
              <a:spcAft>
                <a:spcPts val="0"/>
              </a:spcAft>
              <a:buSzPts val="1000"/>
              <a:buNone/>
              <a:defRPr sz="1000"/>
            </a:lvl6pPr>
            <a:lvl7pPr lvl="6" algn="ctr" rtl="0">
              <a:spcBef>
                <a:spcPts val="0"/>
              </a:spcBef>
              <a:spcAft>
                <a:spcPts val="0"/>
              </a:spcAft>
              <a:buSzPts val="1000"/>
              <a:buNone/>
              <a:defRPr sz="1000"/>
            </a:lvl7pPr>
            <a:lvl8pPr lvl="7" algn="ctr" rtl="0">
              <a:spcBef>
                <a:spcPts val="0"/>
              </a:spcBef>
              <a:spcAft>
                <a:spcPts val="0"/>
              </a:spcAft>
              <a:buSzPts val="1000"/>
              <a:buNone/>
              <a:defRPr sz="1000"/>
            </a:lvl8pPr>
            <a:lvl9pPr lvl="8" algn="ctr" rtl="0">
              <a:spcBef>
                <a:spcPts val="0"/>
              </a:spcBef>
              <a:spcAft>
                <a:spcPts val="0"/>
              </a:spcAft>
              <a:buSzPts val="1000"/>
              <a:buNone/>
              <a:defRPr sz="1000"/>
            </a:lvl9pPr>
          </a:lstStyle>
          <a:p>
            <a:endParaRPr/>
          </a:p>
        </p:txBody>
      </p:sp>
      <p:sp>
        <p:nvSpPr>
          <p:cNvPr id="1014" name="Google Shape;1014;p82"/>
          <p:cNvSpPr txBox="1">
            <a:spLocks noGrp="1"/>
          </p:cNvSpPr>
          <p:nvPr>
            <p:ph type="subTitle" idx="24"/>
          </p:nvPr>
        </p:nvSpPr>
        <p:spPr>
          <a:xfrm>
            <a:off x="2915625" y="3988750"/>
            <a:ext cx="903000" cy="398100"/>
          </a:xfrm>
          <a:prstGeom prst="rect">
            <a:avLst/>
          </a:prstGeom>
        </p:spPr>
        <p:txBody>
          <a:bodyPr spcFirstLastPara="1" wrap="square" lIns="0" tIns="0" rIns="0" bIns="0" anchor="t" anchorCtr="0">
            <a:normAutofit/>
          </a:bodyPr>
          <a:lstStyle>
            <a:lvl1pPr lvl="0" algn="ctr" rtl="0">
              <a:spcBef>
                <a:spcPts val="0"/>
              </a:spcBef>
              <a:spcAft>
                <a:spcPts val="0"/>
              </a:spcAft>
              <a:buClr>
                <a:schemeClr val="dk2"/>
              </a:buClr>
              <a:buSzPts val="1000"/>
              <a:buNone/>
              <a:defRPr sz="1000">
                <a:solidFill>
                  <a:schemeClr val="dk2"/>
                </a:solidFill>
              </a:defRPr>
            </a:lvl1pPr>
            <a:lvl2pPr lvl="1" algn="ctr" rtl="0">
              <a:spcBef>
                <a:spcPts val="0"/>
              </a:spcBef>
              <a:spcAft>
                <a:spcPts val="0"/>
              </a:spcAft>
              <a:buClr>
                <a:schemeClr val="dk1"/>
              </a:buClr>
              <a:buSzPts val="1000"/>
              <a:buNone/>
              <a:defRPr sz="1000"/>
            </a:lvl2pPr>
            <a:lvl3pPr lvl="2" algn="ctr" rtl="0">
              <a:spcBef>
                <a:spcPts val="0"/>
              </a:spcBef>
              <a:spcAft>
                <a:spcPts val="0"/>
              </a:spcAft>
              <a:buClr>
                <a:schemeClr val="dk1"/>
              </a:buClr>
              <a:buSzPts val="1000"/>
              <a:buNone/>
              <a:defRPr sz="1000"/>
            </a:lvl3pPr>
            <a:lvl4pPr lvl="3" algn="ctr" rtl="0">
              <a:spcBef>
                <a:spcPts val="0"/>
              </a:spcBef>
              <a:spcAft>
                <a:spcPts val="0"/>
              </a:spcAft>
              <a:buClr>
                <a:schemeClr val="dk1"/>
              </a:buClr>
              <a:buSzPts val="1000"/>
              <a:buNone/>
              <a:defRPr sz="1000"/>
            </a:lvl4pPr>
            <a:lvl5pPr lvl="4" algn="ctr" rtl="0">
              <a:spcBef>
                <a:spcPts val="0"/>
              </a:spcBef>
              <a:spcAft>
                <a:spcPts val="0"/>
              </a:spcAft>
              <a:buSzPts val="1000"/>
              <a:buNone/>
              <a:defRPr sz="1000"/>
            </a:lvl5pPr>
            <a:lvl6pPr lvl="5" algn="ctr" rtl="0">
              <a:spcBef>
                <a:spcPts val="0"/>
              </a:spcBef>
              <a:spcAft>
                <a:spcPts val="0"/>
              </a:spcAft>
              <a:buSzPts val="1000"/>
              <a:buNone/>
              <a:defRPr sz="1000"/>
            </a:lvl6pPr>
            <a:lvl7pPr lvl="6" algn="ctr" rtl="0">
              <a:spcBef>
                <a:spcPts val="0"/>
              </a:spcBef>
              <a:spcAft>
                <a:spcPts val="0"/>
              </a:spcAft>
              <a:buSzPts val="1000"/>
              <a:buNone/>
              <a:defRPr sz="1000"/>
            </a:lvl7pPr>
            <a:lvl8pPr lvl="7" algn="ctr" rtl="0">
              <a:spcBef>
                <a:spcPts val="0"/>
              </a:spcBef>
              <a:spcAft>
                <a:spcPts val="0"/>
              </a:spcAft>
              <a:buSzPts val="1000"/>
              <a:buNone/>
              <a:defRPr sz="1000"/>
            </a:lvl8pPr>
            <a:lvl9pPr lvl="8" algn="ctr" rtl="0">
              <a:spcBef>
                <a:spcPts val="0"/>
              </a:spcBef>
              <a:spcAft>
                <a:spcPts val="0"/>
              </a:spcAft>
              <a:buSzPts val="1000"/>
              <a:buNone/>
              <a:defRPr sz="1000"/>
            </a:lvl9pPr>
          </a:lstStyle>
          <a:p>
            <a:endParaRPr/>
          </a:p>
        </p:txBody>
      </p:sp>
      <p:sp>
        <p:nvSpPr>
          <p:cNvPr id="1015" name="Google Shape;1015;p82"/>
          <p:cNvSpPr txBox="1">
            <a:spLocks noGrp="1"/>
          </p:cNvSpPr>
          <p:nvPr>
            <p:ph type="subTitle" idx="25"/>
          </p:nvPr>
        </p:nvSpPr>
        <p:spPr>
          <a:xfrm>
            <a:off x="4048775" y="3988750"/>
            <a:ext cx="903000" cy="398100"/>
          </a:xfrm>
          <a:prstGeom prst="rect">
            <a:avLst/>
          </a:prstGeom>
        </p:spPr>
        <p:txBody>
          <a:bodyPr spcFirstLastPara="1" wrap="square" lIns="0" tIns="0" rIns="0" bIns="0" anchor="t" anchorCtr="0">
            <a:normAutofit/>
          </a:bodyPr>
          <a:lstStyle>
            <a:lvl1pPr lvl="0" algn="ctr" rtl="0">
              <a:spcBef>
                <a:spcPts val="0"/>
              </a:spcBef>
              <a:spcAft>
                <a:spcPts val="0"/>
              </a:spcAft>
              <a:buClr>
                <a:schemeClr val="dk2"/>
              </a:buClr>
              <a:buSzPts val="1000"/>
              <a:buNone/>
              <a:defRPr sz="1000">
                <a:solidFill>
                  <a:schemeClr val="dk2"/>
                </a:solidFill>
              </a:defRPr>
            </a:lvl1pPr>
            <a:lvl2pPr lvl="1" algn="ctr" rtl="0">
              <a:spcBef>
                <a:spcPts val="0"/>
              </a:spcBef>
              <a:spcAft>
                <a:spcPts val="0"/>
              </a:spcAft>
              <a:buClr>
                <a:schemeClr val="dk1"/>
              </a:buClr>
              <a:buSzPts val="1000"/>
              <a:buNone/>
              <a:defRPr sz="1000"/>
            </a:lvl2pPr>
            <a:lvl3pPr lvl="2" algn="ctr" rtl="0">
              <a:spcBef>
                <a:spcPts val="0"/>
              </a:spcBef>
              <a:spcAft>
                <a:spcPts val="0"/>
              </a:spcAft>
              <a:buClr>
                <a:schemeClr val="dk1"/>
              </a:buClr>
              <a:buSzPts val="1000"/>
              <a:buNone/>
              <a:defRPr sz="1000"/>
            </a:lvl3pPr>
            <a:lvl4pPr lvl="3" algn="ctr" rtl="0">
              <a:spcBef>
                <a:spcPts val="0"/>
              </a:spcBef>
              <a:spcAft>
                <a:spcPts val="0"/>
              </a:spcAft>
              <a:buClr>
                <a:schemeClr val="dk1"/>
              </a:buClr>
              <a:buSzPts val="1000"/>
              <a:buNone/>
              <a:defRPr sz="1000"/>
            </a:lvl4pPr>
            <a:lvl5pPr lvl="4" algn="ctr" rtl="0">
              <a:spcBef>
                <a:spcPts val="0"/>
              </a:spcBef>
              <a:spcAft>
                <a:spcPts val="0"/>
              </a:spcAft>
              <a:buSzPts val="1000"/>
              <a:buNone/>
              <a:defRPr sz="1000"/>
            </a:lvl5pPr>
            <a:lvl6pPr lvl="5" algn="ctr" rtl="0">
              <a:spcBef>
                <a:spcPts val="0"/>
              </a:spcBef>
              <a:spcAft>
                <a:spcPts val="0"/>
              </a:spcAft>
              <a:buSzPts val="1000"/>
              <a:buNone/>
              <a:defRPr sz="1000"/>
            </a:lvl6pPr>
            <a:lvl7pPr lvl="6" algn="ctr" rtl="0">
              <a:spcBef>
                <a:spcPts val="0"/>
              </a:spcBef>
              <a:spcAft>
                <a:spcPts val="0"/>
              </a:spcAft>
              <a:buSzPts val="1000"/>
              <a:buNone/>
              <a:defRPr sz="1000"/>
            </a:lvl7pPr>
            <a:lvl8pPr lvl="7" algn="ctr" rtl="0">
              <a:spcBef>
                <a:spcPts val="0"/>
              </a:spcBef>
              <a:spcAft>
                <a:spcPts val="0"/>
              </a:spcAft>
              <a:buSzPts val="1000"/>
              <a:buNone/>
              <a:defRPr sz="1000"/>
            </a:lvl8pPr>
            <a:lvl9pPr lvl="8" algn="ctr" rtl="0">
              <a:spcBef>
                <a:spcPts val="0"/>
              </a:spcBef>
              <a:spcAft>
                <a:spcPts val="0"/>
              </a:spcAft>
              <a:buSzPts val="1000"/>
              <a:buNone/>
              <a:defRPr sz="1000"/>
            </a:lvl9pPr>
          </a:lstStyle>
          <a:p>
            <a:endParaRPr/>
          </a:p>
        </p:txBody>
      </p:sp>
      <p:sp>
        <p:nvSpPr>
          <p:cNvPr id="1016" name="Google Shape;1016;p82"/>
          <p:cNvSpPr txBox="1">
            <a:spLocks noGrp="1"/>
          </p:cNvSpPr>
          <p:nvPr>
            <p:ph type="subTitle" idx="26"/>
          </p:nvPr>
        </p:nvSpPr>
        <p:spPr>
          <a:xfrm>
            <a:off x="5186025" y="3988750"/>
            <a:ext cx="903000" cy="398100"/>
          </a:xfrm>
          <a:prstGeom prst="rect">
            <a:avLst/>
          </a:prstGeom>
        </p:spPr>
        <p:txBody>
          <a:bodyPr spcFirstLastPara="1" wrap="square" lIns="0" tIns="0" rIns="0" bIns="0" anchor="t" anchorCtr="0">
            <a:normAutofit/>
          </a:bodyPr>
          <a:lstStyle>
            <a:lvl1pPr lvl="0" algn="ctr" rtl="0">
              <a:spcBef>
                <a:spcPts val="0"/>
              </a:spcBef>
              <a:spcAft>
                <a:spcPts val="0"/>
              </a:spcAft>
              <a:buClr>
                <a:schemeClr val="dk2"/>
              </a:buClr>
              <a:buSzPts val="1000"/>
              <a:buNone/>
              <a:defRPr sz="1000">
                <a:solidFill>
                  <a:schemeClr val="dk2"/>
                </a:solidFill>
              </a:defRPr>
            </a:lvl1pPr>
            <a:lvl2pPr lvl="1" algn="ctr" rtl="0">
              <a:spcBef>
                <a:spcPts val="0"/>
              </a:spcBef>
              <a:spcAft>
                <a:spcPts val="0"/>
              </a:spcAft>
              <a:buClr>
                <a:schemeClr val="dk1"/>
              </a:buClr>
              <a:buSzPts val="1000"/>
              <a:buNone/>
              <a:defRPr sz="1000"/>
            </a:lvl2pPr>
            <a:lvl3pPr lvl="2" algn="ctr" rtl="0">
              <a:spcBef>
                <a:spcPts val="0"/>
              </a:spcBef>
              <a:spcAft>
                <a:spcPts val="0"/>
              </a:spcAft>
              <a:buClr>
                <a:schemeClr val="dk1"/>
              </a:buClr>
              <a:buSzPts val="1000"/>
              <a:buNone/>
              <a:defRPr sz="1000"/>
            </a:lvl3pPr>
            <a:lvl4pPr lvl="3" algn="ctr" rtl="0">
              <a:spcBef>
                <a:spcPts val="0"/>
              </a:spcBef>
              <a:spcAft>
                <a:spcPts val="0"/>
              </a:spcAft>
              <a:buClr>
                <a:schemeClr val="dk1"/>
              </a:buClr>
              <a:buSzPts val="1000"/>
              <a:buNone/>
              <a:defRPr sz="1000"/>
            </a:lvl4pPr>
            <a:lvl5pPr lvl="4" algn="ctr" rtl="0">
              <a:spcBef>
                <a:spcPts val="0"/>
              </a:spcBef>
              <a:spcAft>
                <a:spcPts val="0"/>
              </a:spcAft>
              <a:buSzPts val="1000"/>
              <a:buNone/>
              <a:defRPr sz="1000"/>
            </a:lvl5pPr>
            <a:lvl6pPr lvl="5" algn="ctr" rtl="0">
              <a:spcBef>
                <a:spcPts val="0"/>
              </a:spcBef>
              <a:spcAft>
                <a:spcPts val="0"/>
              </a:spcAft>
              <a:buSzPts val="1000"/>
              <a:buNone/>
              <a:defRPr sz="1000"/>
            </a:lvl6pPr>
            <a:lvl7pPr lvl="6" algn="ctr" rtl="0">
              <a:spcBef>
                <a:spcPts val="0"/>
              </a:spcBef>
              <a:spcAft>
                <a:spcPts val="0"/>
              </a:spcAft>
              <a:buSzPts val="1000"/>
              <a:buNone/>
              <a:defRPr sz="1000"/>
            </a:lvl7pPr>
            <a:lvl8pPr lvl="7" algn="ctr" rtl="0">
              <a:spcBef>
                <a:spcPts val="0"/>
              </a:spcBef>
              <a:spcAft>
                <a:spcPts val="0"/>
              </a:spcAft>
              <a:buSzPts val="1000"/>
              <a:buNone/>
              <a:defRPr sz="1000"/>
            </a:lvl8pPr>
            <a:lvl9pPr lvl="8" algn="ctr" rtl="0">
              <a:spcBef>
                <a:spcPts val="0"/>
              </a:spcBef>
              <a:spcAft>
                <a:spcPts val="0"/>
              </a:spcAft>
              <a:buSzPts val="1000"/>
              <a:buNone/>
              <a:defRPr sz="1000"/>
            </a:lvl9pPr>
          </a:lstStyle>
          <a:p>
            <a:endParaRPr/>
          </a:p>
        </p:txBody>
      </p:sp>
      <p:sp>
        <p:nvSpPr>
          <p:cNvPr id="1017" name="Google Shape;1017;p82"/>
          <p:cNvSpPr txBox="1">
            <a:spLocks noGrp="1"/>
          </p:cNvSpPr>
          <p:nvPr>
            <p:ph type="body" idx="27"/>
          </p:nvPr>
        </p:nvSpPr>
        <p:spPr>
          <a:xfrm>
            <a:off x="6563825" y="2311025"/>
            <a:ext cx="2658300" cy="2775600"/>
          </a:xfrm>
          <a:prstGeom prst="rect">
            <a:avLst/>
          </a:prstGeom>
        </p:spPr>
        <p:txBody>
          <a:bodyPr spcFirstLastPara="1" wrap="square" lIns="0" tIns="0" rIns="0" bIns="0" anchor="t" anchorCtr="0">
            <a:normAutofit/>
          </a:bodyPr>
          <a:lstStyle>
            <a:lvl1pPr marL="457200" lvl="0" indent="-304800" rtl="0">
              <a:spcBef>
                <a:spcPts val="0"/>
              </a:spcBef>
              <a:spcAft>
                <a:spcPts val="0"/>
              </a:spcAft>
              <a:buClr>
                <a:schemeClr val="lt1"/>
              </a:buClr>
              <a:buSzPts val="1200"/>
              <a:buFont typeface="IBM Plex Sans Light"/>
              <a:buChar char="■"/>
              <a:defRPr sz="1200">
                <a:solidFill>
                  <a:schemeClr val="lt1"/>
                </a:solidFill>
                <a:latin typeface="IBM Plex Sans Light"/>
                <a:ea typeface="IBM Plex Sans Light"/>
                <a:cs typeface="IBM Plex Sans Light"/>
                <a:sym typeface="IBM Plex Sans Light"/>
              </a:defRPr>
            </a:lvl1pPr>
            <a:lvl2pPr marL="914400" lvl="1" indent="-304800" rtl="0">
              <a:spcBef>
                <a:spcPts val="0"/>
              </a:spcBef>
              <a:spcAft>
                <a:spcPts val="0"/>
              </a:spcAft>
              <a:buClr>
                <a:schemeClr val="lt1"/>
              </a:buClr>
              <a:buSzPts val="1200"/>
              <a:buFont typeface="IBM Plex Sans Light"/>
              <a:buChar char="■"/>
              <a:defRPr sz="1200">
                <a:solidFill>
                  <a:schemeClr val="lt1"/>
                </a:solidFill>
                <a:latin typeface="IBM Plex Sans Light"/>
                <a:ea typeface="IBM Plex Sans Light"/>
                <a:cs typeface="IBM Plex Sans Light"/>
                <a:sym typeface="IBM Plex Sans Light"/>
              </a:defRPr>
            </a:lvl2pPr>
            <a:lvl3pPr marL="1371600" lvl="2" indent="-304800" rtl="0">
              <a:spcBef>
                <a:spcPts val="0"/>
              </a:spcBef>
              <a:spcAft>
                <a:spcPts val="0"/>
              </a:spcAft>
              <a:buClr>
                <a:schemeClr val="lt1"/>
              </a:buClr>
              <a:buSzPts val="1200"/>
              <a:buFont typeface="IBM Plex Sans Light"/>
              <a:buChar char="■"/>
              <a:defRPr sz="1200">
                <a:solidFill>
                  <a:schemeClr val="lt1"/>
                </a:solidFill>
                <a:latin typeface="IBM Plex Sans Light"/>
                <a:ea typeface="IBM Plex Sans Light"/>
                <a:cs typeface="IBM Plex Sans Light"/>
                <a:sym typeface="IBM Plex Sans Light"/>
              </a:defRPr>
            </a:lvl3pPr>
            <a:lvl4pPr marL="1828800" lvl="3" indent="-304800" rtl="0">
              <a:spcBef>
                <a:spcPts val="0"/>
              </a:spcBef>
              <a:spcAft>
                <a:spcPts val="0"/>
              </a:spcAft>
              <a:buClr>
                <a:schemeClr val="lt1"/>
              </a:buClr>
              <a:buSzPts val="1200"/>
              <a:buFont typeface="IBM Plex Sans Light"/>
              <a:buChar char="●"/>
              <a:defRPr sz="1200">
                <a:solidFill>
                  <a:schemeClr val="lt1"/>
                </a:solidFill>
                <a:latin typeface="IBM Plex Sans Light"/>
                <a:ea typeface="IBM Plex Sans Light"/>
                <a:cs typeface="IBM Plex Sans Light"/>
                <a:sym typeface="IBM Plex Sans Light"/>
              </a:defRPr>
            </a:lvl4pPr>
            <a:lvl5pPr marL="2286000" lvl="4" indent="-304800" rtl="0">
              <a:spcBef>
                <a:spcPts val="0"/>
              </a:spcBef>
              <a:spcAft>
                <a:spcPts val="0"/>
              </a:spcAft>
              <a:buClr>
                <a:schemeClr val="lt1"/>
              </a:buClr>
              <a:buSzPts val="1200"/>
              <a:buFont typeface="IBM Plex Sans Light"/>
              <a:buChar char="○"/>
              <a:defRPr sz="1200">
                <a:solidFill>
                  <a:schemeClr val="lt1"/>
                </a:solidFill>
                <a:latin typeface="IBM Plex Sans Light"/>
                <a:ea typeface="IBM Plex Sans Light"/>
                <a:cs typeface="IBM Plex Sans Light"/>
                <a:sym typeface="IBM Plex Sans Light"/>
              </a:defRPr>
            </a:lvl5pPr>
            <a:lvl6pPr marL="2743200" lvl="5" indent="-304800" rtl="0">
              <a:spcBef>
                <a:spcPts val="0"/>
              </a:spcBef>
              <a:spcAft>
                <a:spcPts val="0"/>
              </a:spcAft>
              <a:buClr>
                <a:schemeClr val="lt1"/>
              </a:buClr>
              <a:buSzPts val="1200"/>
              <a:buFont typeface="IBM Plex Sans Light"/>
              <a:buChar char="■"/>
              <a:defRPr sz="1200">
                <a:solidFill>
                  <a:schemeClr val="lt1"/>
                </a:solidFill>
                <a:latin typeface="IBM Plex Sans Light"/>
                <a:ea typeface="IBM Plex Sans Light"/>
                <a:cs typeface="IBM Plex Sans Light"/>
                <a:sym typeface="IBM Plex Sans Light"/>
              </a:defRPr>
            </a:lvl6pPr>
            <a:lvl7pPr marL="3200400" lvl="6" indent="-304800" rtl="0">
              <a:spcBef>
                <a:spcPts val="0"/>
              </a:spcBef>
              <a:spcAft>
                <a:spcPts val="0"/>
              </a:spcAft>
              <a:buClr>
                <a:schemeClr val="lt1"/>
              </a:buClr>
              <a:buSzPts val="1200"/>
              <a:buFont typeface="IBM Plex Sans Light"/>
              <a:buChar char="●"/>
              <a:defRPr sz="1200">
                <a:solidFill>
                  <a:schemeClr val="lt1"/>
                </a:solidFill>
                <a:latin typeface="IBM Plex Sans Light"/>
                <a:ea typeface="IBM Plex Sans Light"/>
                <a:cs typeface="IBM Plex Sans Light"/>
                <a:sym typeface="IBM Plex Sans Light"/>
              </a:defRPr>
            </a:lvl7pPr>
            <a:lvl8pPr marL="3657600" lvl="7" indent="-304800" rtl="0">
              <a:spcBef>
                <a:spcPts val="0"/>
              </a:spcBef>
              <a:spcAft>
                <a:spcPts val="0"/>
              </a:spcAft>
              <a:buClr>
                <a:schemeClr val="lt1"/>
              </a:buClr>
              <a:buSzPts val="1200"/>
              <a:buFont typeface="IBM Plex Sans Light"/>
              <a:buChar char="○"/>
              <a:defRPr sz="1200">
                <a:solidFill>
                  <a:schemeClr val="lt1"/>
                </a:solidFill>
                <a:latin typeface="IBM Plex Sans Light"/>
                <a:ea typeface="IBM Plex Sans Light"/>
                <a:cs typeface="IBM Plex Sans Light"/>
                <a:sym typeface="IBM Plex Sans Light"/>
              </a:defRPr>
            </a:lvl8pPr>
            <a:lvl9pPr marL="4114800" lvl="8" indent="-304800" rtl="0">
              <a:spcBef>
                <a:spcPts val="0"/>
              </a:spcBef>
              <a:spcAft>
                <a:spcPts val="0"/>
              </a:spcAft>
              <a:buClr>
                <a:schemeClr val="lt1"/>
              </a:buClr>
              <a:buSzPts val="1200"/>
              <a:buFont typeface="IBM Plex Sans Light"/>
              <a:buChar char="■"/>
              <a:defRPr sz="1200">
                <a:solidFill>
                  <a:schemeClr val="lt1"/>
                </a:solidFill>
                <a:latin typeface="IBM Plex Sans Light"/>
                <a:ea typeface="IBM Plex Sans Light"/>
                <a:cs typeface="IBM Plex Sans Light"/>
                <a:sym typeface="IBM Plex Sans Light"/>
              </a:defRPr>
            </a:lvl9pPr>
          </a:lstStyle>
          <a:p>
            <a:endParaRPr/>
          </a:p>
        </p:txBody>
      </p:sp>
      <p:sp>
        <p:nvSpPr>
          <p:cNvPr id="1018" name="Google Shape;1018;p82"/>
          <p:cNvSpPr txBox="1">
            <a:spLocks noGrp="1"/>
          </p:cNvSpPr>
          <p:nvPr>
            <p:ph type="subTitle" idx="28"/>
          </p:nvPr>
        </p:nvSpPr>
        <p:spPr>
          <a:xfrm>
            <a:off x="6610350" y="1820275"/>
            <a:ext cx="2076600" cy="312900"/>
          </a:xfrm>
          <a:prstGeom prst="rect">
            <a:avLst/>
          </a:prstGeom>
        </p:spPr>
        <p:txBody>
          <a:bodyPr spcFirstLastPara="1" wrap="square" lIns="0" tIns="0" rIns="0" bIns="0" anchor="t" anchorCtr="0">
            <a:normAutofit/>
          </a:bodyPr>
          <a:lstStyle>
            <a:lvl1pPr lvl="0" rtl="0">
              <a:lnSpc>
                <a:spcPct val="100000"/>
              </a:lnSpc>
              <a:spcBef>
                <a:spcPts val="0"/>
              </a:spcBef>
              <a:spcAft>
                <a:spcPts val="0"/>
              </a:spcAft>
              <a:buClr>
                <a:schemeClr val="lt1"/>
              </a:buClr>
              <a:buSzPts val="1200"/>
              <a:buNone/>
              <a:defRPr sz="1200" b="1">
                <a:solidFill>
                  <a:schemeClr val="lt1"/>
                </a:solidFill>
              </a:defRPr>
            </a:lvl1pPr>
            <a:lvl2pPr lvl="1" rtl="0">
              <a:lnSpc>
                <a:spcPct val="100000"/>
              </a:lnSpc>
              <a:spcBef>
                <a:spcPts val="0"/>
              </a:spcBef>
              <a:spcAft>
                <a:spcPts val="0"/>
              </a:spcAft>
              <a:buClr>
                <a:schemeClr val="lt1"/>
              </a:buClr>
              <a:buSzPts val="1200"/>
              <a:buNone/>
              <a:defRPr sz="1200" b="1">
                <a:solidFill>
                  <a:schemeClr val="lt1"/>
                </a:solidFill>
              </a:defRPr>
            </a:lvl2pPr>
            <a:lvl3pPr lvl="2" rtl="0">
              <a:lnSpc>
                <a:spcPct val="100000"/>
              </a:lnSpc>
              <a:spcBef>
                <a:spcPts val="0"/>
              </a:spcBef>
              <a:spcAft>
                <a:spcPts val="0"/>
              </a:spcAft>
              <a:buClr>
                <a:schemeClr val="lt1"/>
              </a:buClr>
              <a:buSzPts val="1200"/>
              <a:buNone/>
              <a:defRPr sz="1200" b="1">
                <a:solidFill>
                  <a:schemeClr val="lt1"/>
                </a:solidFill>
              </a:defRPr>
            </a:lvl3pPr>
            <a:lvl4pPr lvl="3" rtl="0">
              <a:lnSpc>
                <a:spcPct val="100000"/>
              </a:lnSpc>
              <a:spcBef>
                <a:spcPts val="0"/>
              </a:spcBef>
              <a:spcAft>
                <a:spcPts val="0"/>
              </a:spcAft>
              <a:buClr>
                <a:schemeClr val="lt1"/>
              </a:buClr>
              <a:buSzPts val="1200"/>
              <a:buNone/>
              <a:defRPr sz="1200" b="1">
                <a:solidFill>
                  <a:schemeClr val="lt1"/>
                </a:solidFill>
              </a:defRPr>
            </a:lvl4pPr>
            <a:lvl5pPr lvl="4" rtl="0">
              <a:lnSpc>
                <a:spcPct val="100000"/>
              </a:lnSpc>
              <a:spcBef>
                <a:spcPts val="0"/>
              </a:spcBef>
              <a:spcAft>
                <a:spcPts val="0"/>
              </a:spcAft>
              <a:buClr>
                <a:schemeClr val="lt1"/>
              </a:buClr>
              <a:buSzPts val="1200"/>
              <a:buNone/>
              <a:defRPr sz="1200" b="1">
                <a:solidFill>
                  <a:schemeClr val="lt1"/>
                </a:solidFill>
              </a:defRPr>
            </a:lvl5pPr>
            <a:lvl6pPr lvl="5" rtl="0">
              <a:lnSpc>
                <a:spcPct val="100000"/>
              </a:lnSpc>
              <a:spcBef>
                <a:spcPts val="0"/>
              </a:spcBef>
              <a:spcAft>
                <a:spcPts val="0"/>
              </a:spcAft>
              <a:buClr>
                <a:schemeClr val="lt1"/>
              </a:buClr>
              <a:buSzPts val="1200"/>
              <a:buNone/>
              <a:defRPr sz="1200" b="1">
                <a:solidFill>
                  <a:schemeClr val="lt1"/>
                </a:solidFill>
              </a:defRPr>
            </a:lvl6pPr>
            <a:lvl7pPr lvl="6" rtl="0">
              <a:lnSpc>
                <a:spcPct val="100000"/>
              </a:lnSpc>
              <a:spcBef>
                <a:spcPts val="0"/>
              </a:spcBef>
              <a:spcAft>
                <a:spcPts val="0"/>
              </a:spcAft>
              <a:buClr>
                <a:schemeClr val="lt1"/>
              </a:buClr>
              <a:buSzPts val="1200"/>
              <a:buNone/>
              <a:defRPr sz="1200" b="1">
                <a:solidFill>
                  <a:schemeClr val="lt1"/>
                </a:solidFill>
              </a:defRPr>
            </a:lvl7pPr>
            <a:lvl8pPr lvl="7" rtl="0">
              <a:lnSpc>
                <a:spcPct val="100000"/>
              </a:lnSpc>
              <a:spcBef>
                <a:spcPts val="0"/>
              </a:spcBef>
              <a:spcAft>
                <a:spcPts val="0"/>
              </a:spcAft>
              <a:buClr>
                <a:schemeClr val="lt1"/>
              </a:buClr>
              <a:buSzPts val="1200"/>
              <a:buNone/>
              <a:defRPr sz="1200" b="1">
                <a:solidFill>
                  <a:schemeClr val="lt1"/>
                </a:solidFill>
              </a:defRPr>
            </a:lvl8pPr>
            <a:lvl9pPr lvl="8" rtl="0">
              <a:lnSpc>
                <a:spcPct val="100000"/>
              </a:lnSpc>
              <a:spcBef>
                <a:spcPts val="0"/>
              </a:spcBef>
              <a:spcAft>
                <a:spcPts val="0"/>
              </a:spcAft>
              <a:buClr>
                <a:schemeClr val="lt1"/>
              </a:buClr>
              <a:buSzPts val="1200"/>
              <a:buNone/>
              <a:defRPr sz="1200" b="1">
                <a:solidFill>
                  <a:schemeClr val="lt1"/>
                </a:solidFill>
              </a:defRPr>
            </a:lvl9pPr>
          </a:lstStyle>
          <a:p>
            <a:endParaRPr/>
          </a:p>
        </p:txBody>
      </p:sp>
    </p:spTree>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matchingName="Project Status">
  <p:cSld name="CUSTOM">
    <p:bg>
      <p:bgPr>
        <a:solidFill>
          <a:schemeClr val="dk1"/>
        </a:solidFill>
        <a:effectLst/>
      </p:bgPr>
    </p:bg>
    <p:spTree>
      <p:nvGrpSpPr>
        <p:cNvPr id="1" name="Shape 1019"/>
        <p:cNvGrpSpPr/>
        <p:nvPr/>
      </p:nvGrpSpPr>
      <p:grpSpPr>
        <a:xfrm>
          <a:off x="0" y="0"/>
          <a:ext cx="0" cy="0"/>
          <a:chOff x="0" y="0"/>
          <a:chExt cx="0" cy="0"/>
        </a:xfrm>
      </p:grpSpPr>
      <p:sp>
        <p:nvSpPr>
          <p:cNvPr id="1020" name="Google Shape;1020;p83"/>
          <p:cNvSpPr/>
          <p:nvPr/>
        </p:nvSpPr>
        <p:spPr>
          <a:xfrm>
            <a:off x="457200" y="2528813"/>
            <a:ext cx="1275900" cy="323700"/>
          </a:xfrm>
          <a:prstGeom prst="roundRect">
            <a:avLst>
              <a:gd name="adj" fmla="val 23633"/>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1" name="Google Shape;1021;p83"/>
          <p:cNvSpPr txBox="1">
            <a:spLocks noGrp="1"/>
          </p:cNvSpPr>
          <p:nvPr>
            <p:ph type="title"/>
          </p:nvPr>
        </p:nvSpPr>
        <p:spPr>
          <a:xfrm>
            <a:off x="457200" y="114300"/>
            <a:ext cx="8229600" cy="903300"/>
          </a:xfrm>
          <a:prstGeom prst="rect">
            <a:avLst/>
          </a:prstGeom>
        </p:spPr>
        <p:txBody>
          <a:bodyPr spcFirstLastPara="1" wrap="square" lIns="0" tIns="0" rIns="0" bIns="0" anchor="t" anchorCtr="0">
            <a:normAutofit/>
          </a:bodyPr>
          <a:lstStyle>
            <a:lvl1pPr lvl="0" rtl="0">
              <a:spcBef>
                <a:spcPts val="0"/>
              </a:spcBef>
              <a:spcAft>
                <a:spcPts val="0"/>
              </a:spcAft>
              <a:buClr>
                <a:schemeClr val="lt1"/>
              </a:buClr>
              <a:buSzPts val="3400"/>
              <a:buNone/>
              <a:defRPr>
                <a:solidFill>
                  <a:schemeClr val="lt1"/>
                </a:solidFill>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1022" name="Google Shape;1022;p83"/>
          <p:cNvSpPr/>
          <p:nvPr/>
        </p:nvSpPr>
        <p:spPr>
          <a:xfrm>
            <a:off x="457188" y="1760711"/>
            <a:ext cx="1275900" cy="323700"/>
          </a:xfrm>
          <a:prstGeom prst="roundRect">
            <a:avLst>
              <a:gd name="adj" fmla="val 22637"/>
            </a:avLst>
          </a:prstGeom>
          <a:solidFill>
            <a:srgbClr val="FF6900"/>
          </a:solidFill>
          <a:ln>
            <a:noFill/>
          </a:ln>
        </p:spPr>
        <p:txBody>
          <a:bodyPr spcFirstLastPara="1" wrap="square" lIns="57150" tIns="57150" rIns="57150" bIns="57150" anchor="ctr" anchorCtr="0">
            <a:noAutofit/>
          </a:bodyPr>
          <a:lstStyle/>
          <a:p>
            <a:pPr marL="0" lvl="0" indent="0" algn="ctr" rtl="0">
              <a:spcBef>
                <a:spcPts val="0"/>
              </a:spcBef>
              <a:spcAft>
                <a:spcPts val="0"/>
              </a:spcAft>
              <a:buNone/>
            </a:pPr>
            <a:endParaRPr sz="800" b="1">
              <a:solidFill>
                <a:srgbClr val="000000"/>
              </a:solidFill>
              <a:latin typeface="IBM Plex Sans"/>
              <a:ea typeface="IBM Plex Sans"/>
              <a:cs typeface="IBM Plex Sans"/>
              <a:sym typeface="IBM Plex Sans"/>
            </a:endParaRPr>
          </a:p>
        </p:txBody>
      </p:sp>
      <p:sp>
        <p:nvSpPr>
          <p:cNvPr id="1023" name="Google Shape;1023;p83"/>
          <p:cNvSpPr/>
          <p:nvPr/>
        </p:nvSpPr>
        <p:spPr>
          <a:xfrm>
            <a:off x="457188" y="3296910"/>
            <a:ext cx="1275900" cy="323700"/>
          </a:xfrm>
          <a:prstGeom prst="roundRect">
            <a:avLst>
              <a:gd name="adj" fmla="val 22637"/>
            </a:avLst>
          </a:prstGeom>
          <a:solidFill>
            <a:srgbClr val="26D07C"/>
          </a:solidFill>
          <a:ln>
            <a:noFill/>
          </a:ln>
        </p:spPr>
        <p:txBody>
          <a:bodyPr spcFirstLastPara="1" wrap="square" lIns="57150" tIns="57150" rIns="57150" bIns="57150" anchor="ctr" anchorCtr="0">
            <a:noAutofit/>
          </a:bodyPr>
          <a:lstStyle/>
          <a:p>
            <a:pPr marL="0" lvl="0" indent="0" algn="ctr" rtl="0">
              <a:spcBef>
                <a:spcPts val="0"/>
              </a:spcBef>
              <a:spcAft>
                <a:spcPts val="0"/>
              </a:spcAft>
              <a:buNone/>
            </a:pPr>
            <a:endParaRPr sz="800" b="1">
              <a:solidFill>
                <a:srgbClr val="000000"/>
              </a:solidFill>
              <a:latin typeface="IBM Plex Sans"/>
              <a:ea typeface="IBM Plex Sans"/>
              <a:cs typeface="IBM Plex Sans"/>
              <a:sym typeface="IBM Plex Sans"/>
            </a:endParaRPr>
          </a:p>
        </p:txBody>
      </p:sp>
      <p:sp>
        <p:nvSpPr>
          <p:cNvPr id="1024" name="Google Shape;1024;p83"/>
          <p:cNvSpPr/>
          <p:nvPr/>
        </p:nvSpPr>
        <p:spPr>
          <a:xfrm>
            <a:off x="457188" y="4065010"/>
            <a:ext cx="1275900" cy="323700"/>
          </a:xfrm>
          <a:prstGeom prst="roundRect">
            <a:avLst>
              <a:gd name="adj" fmla="val 22637"/>
            </a:avLst>
          </a:prstGeom>
          <a:solidFill>
            <a:srgbClr val="FFC600"/>
          </a:solidFill>
          <a:ln>
            <a:noFill/>
          </a:ln>
        </p:spPr>
        <p:txBody>
          <a:bodyPr spcFirstLastPara="1" wrap="square" lIns="57150" tIns="57150" rIns="57150" bIns="57150" anchor="ctr" anchorCtr="0">
            <a:noAutofit/>
          </a:bodyPr>
          <a:lstStyle/>
          <a:p>
            <a:pPr marL="0" lvl="0" indent="0" algn="ctr" rtl="0">
              <a:spcBef>
                <a:spcPts val="0"/>
              </a:spcBef>
              <a:spcAft>
                <a:spcPts val="0"/>
              </a:spcAft>
              <a:buNone/>
            </a:pPr>
            <a:endParaRPr sz="800" b="1">
              <a:solidFill>
                <a:srgbClr val="000000"/>
              </a:solidFill>
              <a:latin typeface="IBM Plex Sans"/>
              <a:ea typeface="IBM Plex Sans"/>
              <a:cs typeface="IBM Plex Sans"/>
              <a:sym typeface="IBM Plex Sans"/>
            </a:endParaRPr>
          </a:p>
        </p:txBody>
      </p:sp>
      <p:sp>
        <p:nvSpPr>
          <p:cNvPr id="1025" name="Google Shape;1025;p83"/>
          <p:cNvSpPr/>
          <p:nvPr/>
        </p:nvSpPr>
        <p:spPr>
          <a:xfrm>
            <a:off x="5594484" y="1760734"/>
            <a:ext cx="323700" cy="323700"/>
          </a:xfrm>
          <a:prstGeom prst="ellipse">
            <a:avLst/>
          </a:prstGeom>
          <a:solidFill>
            <a:srgbClr val="FF6900"/>
          </a:solidFill>
          <a:ln>
            <a:noFill/>
          </a:ln>
        </p:spPr>
        <p:txBody>
          <a:bodyPr spcFirstLastPara="1" wrap="square" lIns="57150" tIns="57150" rIns="57150" bIns="57150" anchor="ctr" anchorCtr="0">
            <a:noAutofit/>
          </a:bodyPr>
          <a:lstStyle/>
          <a:p>
            <a:pPr marL="0" lvl="0" indent="0" algn="l" rtl="0">
              <a:spcBef>
                <a:spcPts val="0"/>
              </a:spcBef>
              <a:spcAft>
                <a:spcPts val="0"/>
              </a:spcAft>
              <a:buNone/>
            </a:pPr>
            <a:endParaRPr/>
          </a:p>
        </p:txBody>
      </p:sp>
      <p:sp>
        <p:nvSpPr>
          <p:cNvPr id="1026" name="Google Shape;1026;p83"/>
          <p:cNvSpPr/>
          <p:nvPr/>
        </p:nvSpPr>
        <p:spPr>
          <a:xfrm>
            <a:off x="5594484" y="2528828"/>
            <a:ext cx="323700" cy="323700"/>
          </a:xfrm>
          <a:prstGeom prst="ellipse">
            <a:avLst/>
          </a:prstGeom>
          <a:solidFill>
            <a:schemeClr val="accent3"/>
          </a:solidFill>
          <a:ln>
            <a:noFill/>
          </a:ln>
        </p:spPr>
        <p:txBody>
          <a:bodyPr spcFirstLastPara="1" wrap="square" lIns="57150" tIns="57150" rIns="57150" bIns="57150" anchor="ctr" anchorCtr="0">
            <a:noAutofit/>
          </a:bodyPr>
          <a:lstStyle/>
          <a:p>
            <a:pPr marL="0" lvl="0" indent="0" algn="l" rtl="0">
              <a:spcBef>
                <a:spcPts val="0"/>
              </a:spcBef>
              <a:spcAft>
                <a:spcPts val="0"/>
              </a:spcAft>
              <a:buNone/>
            </a:pPr>
            <a:endParaRPr/>
          </a:p>
        </p:txBody>
      </p:sp>
      <p:sp>
        <p:nvSpPr>
          <p:cNvPr id="1027" name="Google Shape;1027;p83"/>
          <p:cNvSpPr/>
          <p:nvPr/>
        </p:nvSpPr>
        <p:spPr>
          <a:xfrm>
            <a:off x="5594484" y="3296922"/>
            <a:ext cx="323700" cy="323700"/>
          </a:xfrm>
          <a:prstGeom prst="ellipse">
            <a:avLst/>
          </a:prstGeom>
          <a:solidFill>
            <a:srgbClr val="26D07C"/>
          </a:solidFill>
          <a:ln>
            <a:noFill/>
          </a:ln>
        </p:spPr>
        <p:txBody>
          <a:bodyPr spcFirstLastPara="1" wrap="square" lIns="57150" tIns="57150" rIns="57150" bIns="57150" anchor="ctr" anchorCtr="0">
            <a:noAutofit/>
          </a:bodyPr>
          <a:lstStyle/>
          <a:p>
            <a:pPr marL="0" lvl="0" indent="0" algn="l" rtl="0">
              <a:spcBef>
                <a:spcPts val="0"/>
              </a:spcBef>
              <a:spcAft>
                <a:spcPts val="0"/>
              </a:spcAft>
              <a:buNone/>
            </a:pPr>
            <a:endParaRPr/>
          </a:p>
        </p:txBody>
      </p:sp>
      <p:sp>
        <p:nvSpPr>
          <p:cNvPr id="1028" name="Google Shape;1028;p83"/>
          <p:cNvSpPr/>
          <p:nvPr/>
        </p:nvSpPr>
        <p:spPr>
          <a:xfrm>
            <a:off x="5594484" y="4065016"/>
            <a:ext cx="323700" cy="323700"/>
          </a:xfrm>
          <a:prstGeom prst="ellipse">
            <a:avLst/>
          </a:prstGeom>
          <a:solidFill>
            <a:srgbClr val="FFC600"/>
          </a:solidFill>
          <a:ln>
            <a:noFill/>
          </a:ln>
        </p:spPr>
        <p:txBody>
          <a:bodyPr spcFirstLastPara="1" wrap="square" lIns="57150" tIns="57150" rIns="57150" bIns="57150" anchor="ctr" anchorCtr="0">
            <a:noAutofit/>
          </a:bodyPr>
          <a:lstStyle/>
          <a:p>
            <a:pPr marL="0" lvl="0" indent="0" algn="l" rtl="0">
              <a:spcBef>
                <a:spcPts val="0"/>
              </a:spcBef>
              <a:spcAft>
                <a:spcPts val="0"/>
              </a:spcAft>
              <a:buNone/>
            </a:pPr>
            <a:endParaRPr/>
          </a:p>
        </p:txBody>
      </p:sp>
      <p:pic>
        <p:nvPicPr>
          <p:cNvPr id="1029" name="Google Shape;1029;p83"/>
          <p:cNvPicPr preferRelativeResize="0"/>
          <p:nvPr/>
        </p:nvPicPr>
        <p:blipFill>
          <a:blip r:embed="rId2">
            <a:alphaModFix/>
          </a:blip>
          <a:stretch>
            <a:fillRect/>
          </a:stretch>
        </p:blipFill>
        <p:spPr>
          <a:xfrm>
            <a:off x="8544859" y="62003"/>
            <a:ext cx="599140" cy="599141"/>
          </a:xfrm>
          <a:prstGeom prst="rect">
            <a:avLst/>
          </a:prstGeom>
          <a:noFill/>
          <a:ln>
            <a:noFill/>
          </a:ln>
        </p:spPr>
      </p:pic>
      <p:sp>
        <p:nvSpPr>
          <p:cNvPr id="1030" name="Google Shape;1030;p83"/>
          <p:cNvSpPr txBox="1">
            <a:spLocks noGrp="1"/>
          </p:cNvSpPr>
          <p:nvPr>
            <p:ph type="sldNum" idx="12"/>
          </p:nvPr>
        </p:nvSpPr>
        <p:spPr>
          <a:xfrm>
            <a:off x="8366700" y="4805546"/>
            <a:ext cx="548700" cy="215400"/>
          </a:xfrm>
          <a:prstGeom prst="rect">
            <a:avLst/>
          </a:prstGeom>
        </p:spPr>
        <p:txBody>
          <a:bodyPr spcFirstLastPara="1" wrap="square" lIns="0" tIns="0" rIns="0" bIns="0" anchor="b" anchorCtr="0">
            <a:normAutofit/>
          </a:bodyPr>
          <a:lstStyle>
            <a:lvl1pPr lvl="0" rtl="0">
              <a:buNone/>
              <a:defRPr>
                <a:solidFill>
                  <a:schemeClr val="accent5"/>
                </a:solidFill>
              </a:defRPr>
            </a:lvl1pPr>
            <a:lvl2pPr lvl="1" rtl="0">
              <a:buNone/>
              <a:defRPr>
                <a:solidFill>
                  <a:schemeClr val="accent5"/>
                </a:solidFill>
              </a:defRPr>
            </a:lvl2pPr>
            <a:lvl3pPr lvl="2" rtl="0">
              <a:buNone/>
              <a:defRPr>
                <a:solidFill>
                  <a:schemeClr val="accent5"/>
                </a:solidFill>
              </a:defRPr>
            </a:lvl3pPr>
            <a:lvl4pPr lvl="3" rtl="0">
              <a:buNone/>
              <a:defRPr>
                <a:solidFill>
                  <a:schemeClr val="accent5"/>
                </a:solidFill>
              </a:defRPr>
            </a:lvl4pPr>
            <a:lvl5pPr lvl="4" rtl="0">
              <a:buNone/>
              <a:defRPr>
                <a:solidFill>
                  <a:schemeClr val="accent5"/>
                </a:solidFill>
              </a:defRPr>
            </a:lvl5pPr>
            <a:lvl6pPr lvl="5" rtl="0">
              <a:buNone/>
              <a:defRPr>
                <a:solidFill>
                  <a:schemeClr val="accent5"/>
                </a:solidFill>
              </a:defRPr>
            </a:lvl6pPr>
            <a:lvl7pPr lvl="6" rtl="0">
              <a:buNone/>
              <a:defRPr>
                <a:solidFill>
                  <a:schemeClr val="accent5"/>
                </a:solidFill>
              </a:defRPr>
            </a:lvl7pPr>
            <a:lvl8pPr lvl="7" rtl="0">
              <a:buNone/>
              <a:defRPr>
                <a:solidFill>
                  <a:schemeClr val="accent5"/>
                </a:solidFill>
              </a:defRPr>
            </a:lvl8pPr>
            <a:lvl9pPr lvl="8" rtl="0">
              <a:buNone/>
              <a:defRPr>
                <a:solidFill>
                  <a:schemeClr val="accent5"/>
                </a:solidFill>
              </a:defRPr>
            </a:lvl9pPr>
          </a:lstStyle>
          <a:p>
            <a:pPr marL="0" lvl="0" indent="0" algn="r" rtl="0">
              <a:spcBef>
                <a:spcPts val="0"/>
              </a:spcBef>
              <a:spcAft>
                <a:spcPts val="0"/>
              </a:spcAft>
              <a:buNone/>
            </a:pPr>
            <a:fld id="{00000000-1234-1234-1234-123412341234}" type="slidenum">
              <a:rPr lang="en"/>
              <a:t>‹#›</a:t>
            </a:fld>
            <a:endParaRPr/>
          </a:p>
        </p:txBody>
      </p:sp>
      <p:sp>
        <p:nvSpPr>
          <p:cNvPr id="1031" name="Google Shape;1031;p83"/>
          <p:cNvSpPr txBox="1">
            <a:spLocks noGrp="1"/>
          </p:cNvSpPr>
          <p:nvPr>
            <p:ph type="subTitle" idx="1"/>
          </p:nvPr>
        </p:nvSpPr>
        <p:spPr>
          <a:xfrm>
            <a:off x="467075" y="4814525"/>
            <a:ext cx="2326500" cy="206400"/>
          </a:xfrm>
          <a:prstGeom prst="rect">
            <a:avLst/>
          </a:prstGeom>
        </p:spPr>
        <p:txBody>
          <a:bodyPr spcFirstLastPara="1" wrap="square" lIns="0" tIns="0" rIns="0" bIns="0" anchor="b" anchorCtr="0">
            <a:normAutofit/>
          </a:bodyPr>
          <a:lstStyle>
            <a:lvl1pPr lvl="0" rtl="0">
              <a:spcBef>
                <a:spcPts val="0"/>
              </a:spcBef>
              <a:spcAft>
                <a:spcPts val="0"/>
              </a:spcAft>
              <a:buClr>
                <a:schemeClr val="accent5"/>
              </a:buClr>
              <a:buSzPts val="700"/>
              <a:buNone/>
              <a:defRPr sz="700">
                <a:solidFill>
                  <a:schemeClr val="accent5"/>
                </a:solidFill>
              </a:defRPr>
            </a:lvl1pPr>
            <a:lvl2pPr lvl="1" rtl="0">
              <a:spcBef>
                <a:spcPts val="0"/>
              </a:spcBef>
              <a:spcAft>
                <a:spcPts val="0"/>
              </a:spcAft>
              <a:buClr>
                <a:schemeClr val="accent5"/>
              </a:buClr>
              <a:buSzPts val="1400"/>
              <a:buNone/>
              <a:defRPr>
                <a:solidFill>
                  <a:schemeClr val="accent5"/>
                </a:solidFill>
              </a:defRPr>
            </a:lvl2pPr>
            <a:lvl3pPr lvl="2" rtl="0">
              <a:spcBef>
                <a:spcPts val="0"/>
              </a:spcBef>
              <a:spcAft>
                <a:spcPts val="0"/>
              </a:spcAft>
              <a:buClr>
                <a:schemeClr val="accent5"/>
              </a:buClr>
              <a:buSzPts val="1400"/>
              <a:buNone/>
              <a:defRPr>
                <a:solidFill>
                  <a:schemeClr val="accent5"/>
                </a:solidFill>
              </a:defRPr>
            </a:lvl3pPr>
            <a:lvl4pPr lvl="3" rtl="0">
              <a:spcBef>
                <a:spcPts val="0"/>
              </a:spcBef>
              <a:spcAft>
                <a:spcPts val="0"/>
              </a:spcAft>
              <a:buClr>
                <a:schemeClr val="accent5"/>
              </a:buClr>
              <a:buSzPts val="1400"/>
              <a:buNone/>
              <a:defRPr>
                <a:solidFill>
                  <a:schemeClr val="accent5"/>
                </a:solidFill>
              </a:defRPr>
            </a:lvl4pPr>
            <a:lvl5pPr lvl="4" rtl="0">
              <a:spcBef>
                <a:spcPts val="0"/>
              </a:spcBef>
              <a:spcAft>
                <a:spcPts val="0"/>
              </a:spcAft>
              <a:buClr>
                <a:schemeClr val="accent5"/>
              </a:buClr>
              <a:buSzPts val="1400"/>
              <a:buNone/>
              <a:defRPr>
                <a:solidFill>
                  <a:schemeClr val="accent5"/>
                </a:solidFill>
              </a:defRPr>
            </a:lvl5pPr>
            <a:lvl6pPr lvl="5" rtl="0">
              <a:spcBef>
                <a:spcPts val="0"/>
              </a:spcBef>
              <a:spcAft>
                <a:spcPts val="0"/>
              </a:spcAft>
              <a:buClr>
                <a:schemeClr val="accent5"/>
              </a:buClr>
              <a:buSzPts val="1400"/>
              <a:buNone/>
              <a:defRPr>
                <a:solidFill>
                  <a:schemeClr val="accent5"/>
                </a:solidFill>
              </a:defRPr>
            </a:lvl6pPr>
            <a:lvl7pPr lvl="6" rtl="0">
              <a:spcBef>
                <a:spcPts val="0"/>
              </a:spcBef>
              <a:spcAft>
                <a:spcPts val="0"/>
              </a:spcAft>
              <a:buClr>
                <a:schemeClr val="accent5"/>
              </a:buClr>
              <a:buSzPts val="1400"/>
              <a:buNone/>
              <a:defRPr>
                <a:solidFill>
                  <a:schemeClr val="accent5"/>
                </a:solidFill>
              </a:defRPr>
            </a:lvl7pPr>
            <a:lvl8pPr lvl="7" rtl="0">
              <a:spcBef>
                <a:spcPts val="0"/>
              </a:spcBef>
              <a:spcAft>
                <a:spcPts val="0"/>
              </a:spcAft>
              <a:buClr>
                <a:schemeClr val="accent5"/>
              </a:buClr>
              <a:buSzPts val="1400"/>
              <a:buNone/>
              <a:defRPr>
                <a:solidFill>
                  <a:schemeClr val="accent5"/>
                </a:solidFill>
              </a:defRPr>
            </a:lvl8pPr>
            <a:lvl9pPr lvl="8" rtl="0">
              <a:spcBef>
                <a:spcPts val="0"/>
              </a:spcBef>
              <a:spcAft>
                <a:spcPts val="0"/>
              </a:spcAft>
              <a:buClr>
                <a:schemeClr val="accent5"/>
              </a:buClr>
              <a:buSzPts val="1400"/>
              <a:buNone/>
              <a:defRPr>
                <a:solidFill>
                  <a:schemeClr val="accent5"/>
                </a:solidFill>
              </a:defRPr>
            </a:lvl9pPr>
          </a:lstStyle>
          <a:p>
            <a:endParaRPr/>
          </a:p>
        </p:txBody>
      </p:sp>
      <p:sp>
        <p:nvSpPr>
          <p:cNvPr id="1032" name="Google Shape;1032;p83"/>
          <p:cNvSpPr txBox="1">
            <a:spLocks noGrp="1"/>
          </p:cNvSpPr>
          <p:nvPr>
            <p:ph type="subTitle" idx="2"/>
          </p:nvPr>
        </p:nvSpPr>
        <p:spPr>
          <a:xfrm>
            <a:off x="457200" y="1149700"/>
            <a:ext cx="1275900" cy="450600"/>
          </a:xfrm>
          <a:prstGeom prst="rect">
            <a:avLst/>
          </a:prstGeom>
        </p:spPr>
        <p:txBody>
          <a:bodyPr spcFirstLastPara="1" wrap="square" lIns="0" tIns="0" rIns="0" bIns="0" anchor="t" anchorCtr="0">
            <a:normAutofit/>
          </a:bodyPr>
          <a:lstStyle>
            <a:lvl1pPr lvl="0" rtl="0">
              <a:lnSpc>
                <a:spcPct val="100000"/>
              </a:lnSpc>
              <a:spcBef>
                <a:spcPts val="0"/>
              </a:spcBef>
              <a:spcAft>
                <a:spcPts val="0"/>
              </a:spcAft>
              <a:buClr>
                <a:schemeClr val="lt1"/>
              </a:buClr>
              <a:buSzPts val="1600"/>
              <a:buNone/>
              <a:defRPr sz="1600" b="1">
                <a:solidFill>
                  <a:schemeClr val="lt1"/>
                </a:solidFill>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1033" name="Google Shape;1033;p83"/>
          <p:cNvSpPr txBox="1">
            <a:spLocks noGrp="1"/>
          </p:cNvSpPr>
          <p:nvPr>
            <p:ph type="subTitle" idx="3"/>
          </p:nvPr>
        </p:nvSpPr>
        <p:spPr>
          <a:xfrm>
            <a:off x="2222800" y="1149700"/>
            <a:ext cx="3114300" cy="450600"/>
          </a:xfrm>
          <a:prstGeom prst="rect">
            <a:avLst/>
          </a:prstGeom>
        </p:spPr>
        <p:txBody>
          <a:bodyPr spcFirstLastPara="1" wrap="square" lIns="0" tIns="0" rIns="0" bIns="0" anchor="t" anchorCtr="0">
            <a:normAutofit/>
          </a:bodyPr>
          <a:lstStyle>
            <a:lvl1pPr lvl="0" rtl="0">
              <a:lnSpc>
                <a:spcPct val="100000"/>
              </a:lnSpc>
              <a:spcBef>
                <a:spcPts val="0"/>
              </a:spcBef>
              <a:spcAft>
                <a:spcPts val="0"/>
              </a:spcAft>
              <a:buClr>
                <a:schemeClr val="lt1"/>
              </a:buClr>
              <a:buSzPts val="1600"/>
              <a:buNone/>
              <a:defRPr sz="1600" b="1">
                <a:solidFill>
                  <a:schemeClr val="lt1"/>
                </a:solidFill>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1034" name="Google Shape;1034;p83"/>
          <p:cNvSpPr txBox="1">
            <a:spLocks noGrp="1"/>
          </p:cNvSpPr>
          <p:nvPr>
            <p:ph type="subTitle" idx="4"/>
          </p:nvPr>
        </p:nvSpPr>
        <p:spPr>
          <a:xfrm>
            <a:off x="5594475" y="1149700"/>
            <a:ext cx="1484100" cy="450600"/>
          </a:xfrm>
          <a:prstGeom prst="rect">
            <a:avLst/>
          </a:prstGeom>
        </p:spPr>
        <p:txBody>
          <a:bodyPr spcFirstLastPara="1" wrap="square" lIns="0" tIns="0" rIns="0" bIns="0" anchor="t" anchorCtr="0">
            <a:normAutofit/>
          </a:bodyPr>
          <a:lstStyle>
            <a:lvl1pPr lvl="0" rtl="0">
              <a:lnSpc>
                <a:spcPct val="100000"/>
              </a:lnSpc>
              <a:spcBef>
                <a:spcPts val="0"/>
              </a:spcBef>
              <a:spcAft>
                <a:spcPts val="0"/>
              </a:spcAft>
              <a:buClr>
                <a:schemeClr val="lt1"/>
              </a:buClr>
              <a:buSzPts val="1600"/>
              <a:buNone/>
              <a:defRPr sz="1600" b="1">
                <a:solidFill>
                  <a:schemeClr val="lt1"/>
                </a:solidFill>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1035" name="Google Shape;1035;p83"/>
          <p:cNvSpPr txBox="1">
            <a:spLocks noGrp="1"/>
          </p:cNvSpPr>
          <p:nvPr>
            <p:ph type="subTitle" idx="5"/>
          </p:nvPr>
        </p:nvSpPr>
        <p:spPr>
          <a:xfrm>
            <a:off x="7395800" y="1149700"/>
            <a:ext cx="1275900" cy="450600"/>
          </a:xfrm>
          <a:prstGeom prst="rect">
            <a:avLst/>
          </a:prstGeom>
        </p:spPr>
        <p:txBody>
          <a:bodyPr spcFirstLastPara="1" wrap="square" lIns="0" tIns="0" rIns="0" bIns="0" anchor="t" anchorCtr="0">
            <a:normAutofit/>
          </a:bodyPr>
          <a:lstStyle>
            <a:lvl1pPr lvl="0" rtl="0">
              <a:lnSpc>
                <a:spcPct val="100000"/>
              </a:lnSpc>
              <a:spcBef>
                <a:spcPts val="0"/>
              </a:spcBef>
              <a:spcAft>
                <a:spcPts val="0"/>
              </a:spcAft>
              <a:buClr>
                <a:schemeClr val="lt1"/>
              </a:buClr>
              <a:buSzPts val="1600"/>
              <a:buNone/>
              <a:defRPr sz="1600" b="1">
                <a:solidFill>
                  <a:schemeClr val="lt1"/>
                </a:solidFill>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1036" name="Google Shape;1036;p83"/>
          <p:cNvSpPr txBox="1">
            <a:spLocks noGrp="1"/>
          </p:cNvSpPr>
          <p:nvPr>
            <p:ph type="subTitle" idx="6"/>
          </p:nvPr>
        </p:nvSpPr>
        <p:spPr>
          <a:xfrm>
            <a:off x="457200" y="1760725"/>
            <a:ext cx="1275900" cy="323700"/>
          </a:xfrm>
          <a:prstGeom prst="rect">
            <a:avLst/>
          </a:prstGeom>
        </p:spPr>
        <p:txBody>
          <a:bodyPr spcFirstLastPara="1" wrap="square" lIns="0" tIns="0" rIns="0" bIns="0" anchor="ctr" anchorCtr="0">
            <a:normAutofit/>
          </a:bodyPr>
          <a:lstStyle>
            <a:lvl1pPr lvl="0" algn="ctr" rtl="0">
              <a:lnSpc>
                <a:spcPct val="100000"/>
              </a:lnSpc>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1pPr>
            <a:lvl2pPr lvl="1" algn="ctr" rtl="0">
              <a:lnSpc>
                <a:spcPct val="100000"/>
              </a:lnSpc>
              <a:spcBef>
                <a:spcPts val="0"/>
              </a:spcBef>
              <a:spcAft>
                <a:spcPts val="0"/>
              </a:spcAft>
              <a:buSzPts val="1200"/>
              <a:buFont typeface="IBM Plex Sans Medium"/>
              <a:buNone/>
              <a:defRPr sz="1200">
                <a:latin typeface="IBM Plex Sans Medium"/>
                <a:ea typeface="IBM Plex Sans Medium"/>
                <a:cs typeface="IBM Plex Sans Medium"/>
                <a:sym typeface="IBM Plex Sans Medium"/>
              </a:defRPr>
            </a:lvl2pPr>
            <a:lvl3pPr lvl="2" algn="ctr" rtl="0">
              <a:lnSpc>
                <a:spcPct val="100000"/>
              </a:lnSpc>
              <a:spcBef>
                <a:spcPts val="0"/>
              </a:spcBef>
              <a:spcAft>
                <a:spcPts val="0"/>
              </a:spcAft>
              <a:buSzPts val="1200"/>
              <a:buFont typeface="IBM Plex Sans Medium"/>
              <a:buNone/>
              <a:defRPr sz="1200">
                <a:latin typeface="IBM Plex Sans Medium"/>
                <a:ea typeface="IBM Plex Sans Medium"/>
                <a:cs typeface="IBM Plex Sans Medium"/>
                <a:sym typeface="IBM Plex Sans Medium"/>
              </a:defRPr>
            </a:lvl3pPr>
            <a:lvl4pPr lvl="3" algn="ctr" rtl="0">
              <a:lnSpc>
                <a:spcPct val="100000"/>
              </a:lnSpc>
              <a:spcBef>
                <a:spcPts val="0"/>
              </a:spcBef>
              <a:spcAft>
                <a:spcPts val="0"/>
              </a:spcAft>
              <a:buSzPts val="1200"/>
              <a:buFont typeface="IBM Plex Sans Medium"/>
              <a:buNone/>
              <a:defRPr sz="1200">
                <a:latin typeface="IBM Plex Sans Medium"/>
                <a:ea typeface="IBM Plex Sans Medium"/>
                <a:cs typeface="IBM Plex Sans Medium"/>
                <a:sym typeface="IBM Plex Sans Medium"/>
              </a:defRPr>
            </a:lvl4pPr>
            <a:lvl5pPr lvl="4" algn="ctr" rtl="0">
              <a:lnSpc>
                <a:spcPct val="100000"/>
              </a:lnSpc>
              <a:spcBef>
                <a:spcPts val="0"/>
              </a:spcBef>
              <a:spcAft>
                <a:spcPts val="0"/>
              </a:spcAft>
              <a:buSzPts val="1200"/>
              <a:buFont typeface="IBM Plex Sans Medium"/>
              <a:buNone/>
              <a:defRPr sz="1200">
                <a:latin typeface="IBM Plex Sans Medium"/>
                <a:ea typeface="IBM Plex Sans Medium"/>
                <a:cs typeface="IBM Plex Sans Medium"/>
                <a:sym typeface="IBM Plex Sans Medium"/>
              </a:defRPr>
            </a:lvl5pPr>
            <a:lvl6pPr lvl="5" algn="ctr" rtl="0">
              <a:lnSpc>
                <a:spcPct val="100000"/>
              </a:lnSpc>
              <a:spcBef>
                <a:spcPts val="0"/>
              </a:spcBef>
              <a:spcAft>
                <a:spcPts val="0"/>
              </a:spcAft>
              <a:buSzPts val="1200"/>
              <a:buFont typeface="IBM Plex Sans Medium"/>
              <a:buNone/>
              <a:defRPr sz="1200">
                <a:latin typeface="IBM Plex Sans Medium"/>
                <a:ea typeface="IBM Plex Sans Medium"/>
                <a:cs typeface="IBM Plex Sans Medium"/>
                <a:sym typeface="IBM Plex Sans Medium"/>
              </a:defRPr>
            </a:lvl6pPr>
            <a:lvl7pPr lvl="6" algn="ctr" rtl="0">
              <a:lnSpc>
                <a:spcPct val="100000"/>
              </a:lnSpc>
              <a:spcBef>
                <a:spcPts val="0"/>
              </a:spcBef>
              <a:spcAft>
                <a:spcPts val="0"/>
              </a:spcAft>
              <a:buSzPts val="1200"/>
              <a:buFont typeface="IBM Plex Sans Medium"/>
              <a:buNone/>
              <a:defRPr sz="1200">
                <a:latin typeface="IBM Plex Sans Medium"/>
                <a:ea typeface="IBM Plex Sans Medium"/>
                <a:cs typeface="IBM Plex Sans Medium"/>
                <a:sym typeface="IBM Plex Sans Medium"/>
              </a:defRPr>
            </a:lvl7pPr>
            <a:lvl8pPr lvl="7" algn="ctr" rtl="0">
              <a:lnSpc>
                <a:spcPct val="100000"/>
              </a:lnSpc>
              <a:spcBef>
                <a:spcPts val="0"/>
              </a:spcBef>
              <a:spcAft>
                <a:spcPts val="0"/>
              </a:spcAft>
              <a:buSzPts val="1200"/>
              <a:buFont typeface="IBM Plex Sans Medium"/>
              <a:buNone/>
              <a:defRPr sz="1200">
                <a:latin typeface="IBM Plex Sans Medium"/>
                <a:ea typeface="IBM Plex Sans Medium"/>
                <a:cs typeface="IBM Plex Sans Medium"/>
                <a:sym typeface="IBM Plex Sans Medium"/>
              </a:defRPr>
            </a:lvl8pPr>
            <a:lvl9pPr lvl="8" algn="ctr" rtl="0">
              <a:lnSpc>
                <a:spcPct val="100000"/>
              </a:lnSpc>
              <a:spcBef>
                <a:spcPts val="0"/>
              </a:spcBef>
              <a:spcAft>
                <a:spcPts val="0"/>
              </a:spcAft>
              <a:buSzPts val="1200"/>
              <a:buFont typeface="IBM Plex Sans Medium"/>
              <a:buNone/>
              <a:defRPr sz="1200">
                <a:latin typeface="IBM Plex Sans Medium"/>
                <a:ea typeface="IBM Plex Sans Medium"/>
                <a:cs typeface="IBM Plex Sans Medium"/>
                <a:sym typeface="IBM Plex Sans Medium"/>
              </a:defRPr>
            </a:lvl9pPr>
          </a:lstStyle>
          <a:p>
            <a:endParaRPr/>
          </a:p>
        </p:txBody>
      </p:sp>
      <p:sp>
        <p:nvSpPr>
          <p:cNvPr id="1037" name="Google Shape;1037;p83"/>
          <p:cNvSpPr txBox="1">
            <a:spLocks noGrp="1"/>
          </p:cNvSpPr>
          <p:nvPr>
            <p:ph type="subTitle" idx="7"/>
          </p:nvPr>
        </p:nvSpPr>
        <p:spPr>
          <a:xfrm>
            <a:off x="457200" y="3296900"/>
            <a:ext cx="1275900" cy="323700"/>
          </a:xfrm>
          <a:prstGeom prst="rect">
            <a:avLst/>
          </a:prstGeom>
        </p:spPr>
        <p:txBody>
          <a:bodyPr spcFirstLastPara="1" wrap="square" lIns="0" tIns="0" rIns="0" bIns="0" anchor="ctr" anchorCtr="0">
            <a:normAutofit/>
          </a:bodyPr>
          <a:lstStyle>
            <a:lvl1pPr lvl="0" algn="ctr" rtl="0">
              <a:lnSpc>
                <a:spcPct val="100000"/>
              </a:lnSpc>
              <a:spcBef>
                <a:spcPts val="0"/>
              </a:spcBef>
              <a:spcAft>
                <a:spcPts val="0"/>
              </a:spcAft>
              <a:buClr>
                <a:schemeClr val="dk1"/>
              </a:buClr>
              <a:buSzPts val="1200"/>
              <a:buFont typeface="IBM Plex Sans Medium"/>
              <a:buNone/>
              <a:defRPr sz="1200">
                <a:latin typeface="IBM Plex Sans Medium"/>
                <a:ea typeface="IBM Plex Sans Medium"/>
                <a:cs typeface="IBM Plex Sans Medium"/>
                <a:sym typeface="IBM Plex Sans Medium"/>
              </a:defRPr>
            </a:lvl1pPr>
            <a:lvl2pPr lvl="1" algn="ctr" rtl="0">
              <a:lnSpc>
                <a:spcPct val="100000"/>
              </a:lnSpc>
              <a:spcBef>
                <a:spcPts val="0"/>
              </a:spcBef>
              <a:spcAft>
                <a:spcPts val="0"/>
              </a:spcAft>
              <a:buClr>
                <a:schemeClr val="dk1"/>
              </a:buClr>
              <a:buSzPts val="1200"/>
              <a:buFont typeface="IBM Plex Sans Medium"/>
              <a:buNone/>
              <a:defRPr sz="1200">
                <a:latin typeface="IBM Plex Sans Medium"/>
                <a:ea typeface="IBM Plex Sans Medium"/>
                <a:cs typeface="IBM Plex Sans Medium"/>
                <a:sym typeface="IBM Plex Sans Medium"/>
              </a:defRPr>
            </a:lvl2pPr>
            <a:lvl3pPr lvl="2" algn="ctr" rtl="0">
              <a:lnSpc>
                <a:spcPct val="100000"/>
              </a:lnSpc>
              <a:spcBef>
                <a:spcPts val="0"/>
              </a:spcBef>
              <a:spcAft>
                <a:spcPts val="0"/>
              </a:spcAft>
              <a:buClr>
                <a:schemeClr val="dk1"/>
              </a:buClr>
              <a:buSzPts val="1200"/>
              <a:buFont typeface="IBM Plex Sans Medium"/>
              <a:buNone/>
              <a:defRPr sz="1200">
                <a:latin typeface="IBM Plex Sans Medium"/>
                <a:ea typeface="IBM Plex Sans Medium"/>
                <a:cs typeface="IBM Plex Sans Medium"/>
                <a:sym typeface="IBM Plex Sans Medium"/>
              </a:defRPr>
            </a:lvl3pPr>
            <a:lvl4pPr lvl="3" algn="ctr" rtl="0">
              <a:lnSpc>
                <a:spcPct val="100000"/>
              </a:lnSpc>
              <a:spcBef>
                <a:spcPts val="0"/>
              </a:spcBef>
              <a:spcAft>
                <a:spcPts val="0"/>
              </a:spcAft>
              <a:buClr>
                <a:schemeClr val="dk1"/>
              </a:buClr>
              <a:buSzPts val="1200"/>
              <a:buFont typeface="IBM Plex Sans Medium"/>
              <a:buNone/>
              <a:defRPr sz="1200">
                <a:latin typeface="IBM Plex Sans Medium"/>
                <a:ea typeface="IBM Plex Sans Medium"/>
                <a:cs typeface="IBM Plex Sans Medium"/>
                <a:sym typeface="IBM Plex Sans Medium"/>
              </a:defRPr>
            </a:lvl4pPr>
            <a:lvl5pPr lvl="4" algn="ctr" rtl="0">
              <a:lnSpc>
                <a:spcPct val="100000"/>
              </a:lnSpc>
              <a:spcBef>
                <a:spcPts val="0"/>
              </a:spcBef>
              <a:spcAft>
                <a:spcPts val="0"/>
              </a:spcAft>
              <a:buSzPts val="1200"/>
              <a:buFont typeface="IBM Plex Sans Medium"/>
              <a:buNone/>
              <a:defRPr sz="1200">
                <a:latin typeface="IBM Plex Sans Medium"/>
                <a:ea typeface="IBM Plex Sans Medium"/>
                <a:cs typeface="IBM Plex Sans Medium"/>
                <a:sym typeface="IBM Plex Sans Medium"/>
              </a:defRPr>
            </a:lvl5pPr>
            <a:lvl6pPr lvl="5" algn="ctr" rtl="0">
              <a:lnSpc>
                <a:spcPct val="100000"/>
              </a:lnSpc>
              <a:spcBef>
                <a:spcPts val="0"/>
              </a:spcBef>
              <a:spcAft>
                <a:spcPts val="0"/>
              </a:spcAft>
              <a:buSzPts val="1200"/>
              <a:buFont typeface="IBM Plex Sans Medium"/>
              <a:buNone/>
              <a:defRPr sz="1200">
                <a:latin typeface="IBM Plex Sans Medium"/>
                <a:ea typeface="IBM Plex Sans Medium"/>
                <a:cs typeface="IBM Plex Sans Medium"/>
                <a:sym typeface="IBM Plex Sans Medium"/>
              </a:defRPr>
            </a:lvl6pPr>
            <a:lvl7pPr lvl="6" algn="ctr" rtl="0">
              <a:lnSpc>
                <a:spcPct val="100000"/>
              </a:lnSpc>
              <a:spcBef>
                <a:spcPts val="0"/>
              </a:spcBef>
              <a:spcAft>
                <a:spcPts val="0"/>
              </a:spcAft>
              <a:buSzPts val="1200"/>
              <a:buFont typeface="IBM Plex Sans Medium"/>
              <a:buNone/>
              <a:defRPr sz="1200">
                <a:latin typeface="IBM Plex Sans Medium"/>
                <a:ea typeface="IBM Plex Sans Medium"/>
                <a:cs typeface="IBM Plex Sans Medium"/>
                <a:sym typeface="IBM Plex Sans Medium"/>
              </a:defRPr>
            </a:lvl7pPr>
            <a:lvl8pPr lvl="7" algn="ctr" rtl="0">
              <a:lnSpc>
                <a:spcPct val="100000"/>
              </a:lnSpc>
              <a:spcBef>
                <a:spcPts val="0"/>
              </a:spcBef>
              <a:spcAft>
                <a:spcPts val="0"/>
              </a:spcAft>
              <a:buSzPts val="1200"/>
              <a:buFont typeface="IBM Plex Sans Medium"/>
              <a:buNone/>
              <a:defRPr sz="1200">
                <a:latin typeface="IBM Plex Sans Medium"/>
                <a:ea typeface="IBM Plex Sans Medium"/>
                <a:cs typeface="IBM Plex Sans Medium"/>
                <a:sym typeface="IBM Plex Sans Medium"/>
              </a:defRPr>
            </a:lvl8pPr>
            <a:lvl9pPr lvl="8" algn="ctr" rtl="0">
              <a:lnSpc>
                <a:spcPct val="100000"/>
              </a:lnSpc>
              <a:spcBef>
                <a:spcPts val="0"/>
              </a:spcBef>
              <a:spcAft>
                <a:spcPts val="0"/>
              </a:spcAft>
              <a:buSzPts val="1200"/>
              <a:buFont typeface="IBM Plex Sans Medium"/>
              <a:buNone/>
              <a:defRPr sz="1200">
                <a:latin typeface="IBM Plex Sans Medium"/>
                <a:ea typeface="IBM Plex Sans Medium"/>
                <a:cs typeface="IBM Plex Sans Medium"/>
                <a:sym typeface="IBM Plex Sans Medium"/>
              </a:defRPr>
            </a:lvl9pPr>
          </a:lstStyle>
          <a:p>
            <a:endParaRPr/>
          </a:p>
        </p:txBody>
      </p:sp>
      <p:sp>
        <p:nvSpPr>
          <p:cNvPr id="1038" name="Google Shape;1038;p83"/>
          <p:cNvSpPr txBox="1">
            <a:spLocks noGrp="1"/>
          </p:cNvSpPr>
          <p:nvPr>
            <p:ph type="subTitle" idx="8"/>
          </p:nvPr>
        </p:nvSpPr>
        <p:spPr>
          <a:xfrm>
            <a:off x="457200" y="4055713"/>
            <a:ext cx="1275900" cy="323700"/>
          </a:xfrm>
          <a:prstGeom prst="rect">
            <a:avLst/>
          </a:prstGeom>
        </p:spPr>
        <p:txBody>
          <a:bodyPr spcFirstLastPara="1" wrap="square" lIns="0" tIns="0" rIns="0" bIns="0" anchor="ctr" anchorCtr="0">
            <a:normAutofit/>
          </a:bodyPr>
          <a:lstStyle>
            <a:lvl1pPr lvl="0" algn="ctr" rtl="0">
              <a:lnSpc>
                <a:spcPct val="100000"/>
              </a:lnSpc>
              <a:spcBef>
                <a:spcPts val="0"/>
              </a:spcBef>
              <a:spcAft>
                <a:spcPts val="0"/>
              </a:spcAft>
              <a:buClr>
                <a:schemeClr val="dk1"/>
              </a:buClr>
              <a:buSzPts val="1200"/>
              <a:buFont typeface="IBM Plex Sans Medium"/>
              <a:buNone/>
              <a:defRPr sz="1200">
                <a:latin typeface="IBM Plex Sans Medium"/>
                <a:ea typeface="IBM Plex Sans Medium"/>
                <a:cs typeface="IBM Plex Sans Medium"/>
                <a:sym typeface="IBM Plex Sans Medium"/>
              </a:defRPr>
            </a:lvl1pPr>
            <a:lvl2pPr lvl="1" algn="ctr" rtl="0">
              <a:lnSpc>
                <a:spcPct val="100000"/>
              </a:lnSpc>
              <a:spcBef>
                <a:spcPts val="0"/>
              </a:spcBef>
              <a:spcAft>
                <a:spcPts val="0"/>
              </a:spcAft>
              <a:buClr>
                <a:schemeClr val="dk1"/>
              </a:buClr>
              <a:buSzPts val="1200"/>
              <a:buFont typeface="IBM Plex Sans Medium"/>
              <a:buNone/>
              <a:defRPr sz="1200">
                <a:latin typeface="IBM Plex Sans Medium"/>
                <a:ea typeface="IBM Plex Sans Medium"/>
                <a:cs typeface="IBM Plex Sans Medium"/>
                <a:sym typeface="IBM Plex Sans Medium"/>
              </a:defRPr>
            </a:lvl2pPr>
            <a:lvl3pPr lvl="2" algn="ctr" rtl="0">
              <a:lnSpc>
                <a:spcPct val="100000"/>
              </a:lnSpc>
              <a:spcBef>
                <a:spcPts val="0"/>
              </a:spcBef>
              <a:spcAft>
                <a:spcPts val="0"/>
              </a:spcAft>
              <a:buClr>
                <a:schemeClr val="dk1"/>
              </a:buClr>
              <a:buSzPts val="1200"/>
              <a:buFont typeface="IBM Plex Sans Medium"/>
              <a:buNone/>
              <a:defRPr sz="1200">
                <a:latin typeface="IBM Plex Sans Medium"/>
                <a:ea typeface="IBM Plex Sans Medium"/>
                <a:cs typeface="IBM Plex Sans Medium"/>
                <a:sym typeface="IBM Plex Sans Medium"/>
              </a:defRPr>
            </a:lvl3pPr>
            <a:lvl4pPr lvl="3" algn="ctr" rtl="0">
              <a:lnSpc>
                <a:spcPct val="100000"/>
              </a:lnSpc>
              <a:spcBef>
                <a:spcPts val="0"/>
              </a:spcBef>
              <a:spcAft>
                <a:spcPts val="0"/>
              </a:spcAft>
              <a:buClr>
                <a:schemeClr val="dk1"/>
              </a:buClr>
              <a:buSzPts val="1200"/>
              <a:buFont typeface="IBM Plex Sans Medium"/>
              <a:buNone/>
              <a:defRPr sz="1200">
                <a:latin typeface="IBM Plex Sans Medium"/>
                <a:ea typeface="IBM Plex Sans Medium"/>
                <a:cs typeface="IBM Plex Sans Medium"/>
                <a:sym typeface="IBM Plex Sans Medium"/>
              </a:defRPr>
            </a:lvl4pPr>
            <a:lvl5pPr lvl="4" algn="ctr" rtl="0">
              <a:lnSpc>
                <a:spcPct val="100000"/>
              </a:lnSpc>
              <a:spcBef>
                <a:spcPts val="0"/>
              </a:spcBef>
              <a:spcAft>
                <a:spcPts val="0"/>
              </a:spcAft>
              <a:buSzPts val="1200"/>
              <a:buFont typeface="IBM Plex Sans Medium"/>
              <a:buNone/>
              <a:defRPr sz="1200">
                <a:latin typeface="IBM Plex Sans Medium"/>
                <a:ea typeface="IBM Plex Sans Medium"/>
                <a:cs typeface="IBM Plex Sans Medium"/>
                <a:sym typeface="IBM Plex Sans Medium"/>
              </a:defRPr>
            </a:lvl5pPr>
            <a:lvl6pPr lvl="5" algn="ctr" rtl="0">
              <a:lnSpc>
                <a:spcPct val="100000"/>
              </a:lnSpc>
              <a:spcBef>
                <a:spcPts val="0"/>
              </a:spcBef>
              <a:spcAft>
                <a:spcPts val="0"/>
              </a:spcAft>
              <a:buSzPts val="1200"/>
              <a:buFont typeface="IBM Plex Sans Medium"/>
              <a:buNone/>
              <a:defRPr sz="1200">
                <a:latin typeface="IBM Plex Sans Medium"/>
                <a:ea typeface="IBM Plex Sans Medium"/>
                <a:cs typeface="IBM Plex Sans Medium"/>
                <a:sym typeface="IBM Plex Sans Medium"/>
              </a:defRPr>
            </a:lvl6pPr>
            <a:lvl7pPr lvl="6" algn="ctr" rtl="0">
              <a:lnSpc>
                <a:spcPct val="100000"/>
              </a:lnSpc>
              <a:spcBef>
                <a:spcPts val="0"/>
              </a:spcBef>
              <a:spcAft>
                <a:spcPts val="0"/>
              </a:spcAft>
              <a:buSzPts val="1200"/>
              <a:buFont typeface="IBM Plex Sans Medium"/>
              <a:buNone/>
              <a:defRPr sz="1200">
                <a:latin typeface="IBM Plex Sans Medium"/>
                <a:ea typeface="IBM Plex Sans Medium"/>
                <a:cs typeface="IBM Plex Sans Medium"/>
                <a:sym typeface="IBM Plex Sans Medium"/>
              </a:defRPr>
            </a:lvl7pPr>
            <a:lvl8pPr lvl="7" algn="ctr" rtl="0">
              <a:lnSpc>
                <a:spcPct val="100000"/>
              </a:lnSpc>
              <a:spcBef>
                <a:spcPts val="0"/>
              </a:spcBef>
              <a:spcAft>
                <a:spcPts val="0"/>
              </a:spcAft>
              <a:buSzPts val="1200"/>
              <a:buFont typeface="IBM Plex Sans Medium"/>
              <a:buNone/>
              <a:defRPr sz="1200">
                <a:latin typeface="IBM Plex Sans Medium"/>
                <a:ea typeface="IBM Plex Sans Medium"/>
                <a:cs typeface="IBM Plex Sans Medium"/>
                <a:sym typeface="IBM Plex Sans Medium"/>
              </a:defRPr>
            </a:lvl8pPr>
            <a:lvl9pPr lvl="8" algn="ctr" rtl="0">
              <a:lnSpc>
                <a:spcPct val="100000"/>
              </a:lnSpc>
              <a:spcBef>
                <a:spcPts val="0"/>
              </a:spcBef>
              <a:spcAft>
                <a:spcPts val="0"/>
              </a:spcAft>
              <a:buSzPts val="1200"/>
              <a:buFont typeface="IBM Plex Sans Medium"/>
              <a:buNone/>
              <a:defRPr sz="1200">
                <a:latin typeface="IBM Plex Sans Medium"/>
                <a:ea typeface="IBM Plex Sans Medium"/>
                <a:cs typeface="IBM Plex Sans Medium"/>
                <a:sym typeface="IBM Plex Sans Medium"/>
              </a:defRPr>
            </a:lvl9pPr>
          </a:lstStyle>
          <a:p>
            <a:endParaRPr/>
          </a:p>
        </p:txBody>
      </p:sp>
      <p:sp>
        <p:nvSpPr>
          <p:cNvPr id="1039" name="Google Shape;1039;p83"/>
          <p:cNvSpPr txBox="1">
            <a:spLocks noGrp="1"/>
          </p:cNvSpPr>
          <p:nvPr>
            <p:ph type="subTitle" idx="9"/>
          </p:nvPr>
        </p:nvSpPr>
        <p:spPr>
          <a:xfrm>
            <a:off x="2222800" y="1740643"/>
            <a:ext cx="3114300" cy="450600"/>
          </a:xfrm>
          <a:prstGeom prst="rect">
            <a:avLst/>
          </a:prstGeom>
        </p:spPr>
        <p:txBody>
          <a:bodyPr spcFirstLastPara="1" wrap="square" lIns="0" tIns="0" rIns="0" bIns="0" anchor="t" anchorCtr="0">
            <a:normAutofit/>
          </a:bodyPr>
          <a:lstStyle>
            <a:lvl1pPr lvl="0" rtl="0">
              <a:spcBef>
                <a:spcPts val="0"/>
              </a:spcBef>
              <a:spcAft>
                <a:spcPts val="0"/>
              </a:spcAft>
              <a:buClr>
                <a:schemeClr val="lt1"/>
              </a:buClr>
              <a:buSzPts val="1100"/>
              <a:buNone/>
              <a:defRPr sz="1100">
                <a:solidFill>
                  <a:schemeClr val="lt1"/>
                </a:solidFill>
              </a:defRPr>
            </a:lvl1pPr>
            <a:lvl2pPr lvl="1" rtl="0">
              <a:spcBef>
                <a:spcPts val="0"/>
              </a:spcBef>
              <a:spcAft>
                <a:spcPts val="0"/>
              </a:spcAft>
              <a:buSzPts val="1100"/>
              <a:buNone/>
              <a:defRPr sz="1100"/>
            </a:lvl2pPr>
            <a:lvl3pPr lvl="2" rtl="0">
              <a:spcBef>
                <a:spcPts val="0"/>
              </a:spcBef>
              <a:spcAft>
                <a:spcPts val="0"/>
              </a:spcAft>
              <a:buSzPts val="1100"/>
              <a:buNone/>
              <a:defRPr sz="1100"/>
            </a:lvl3pPr>
            <a:lvl4pPr lvl="3" rtl="0">
              <a:spcBef>
                <a:spcPts val="0"/>
              </a:spcBef>
              <a:spcAft>
                <a:spcPts val="0"/>
              </a:spcAft>
              <a:buSzPts val="1100"/>
              <a:buNone/>
              <a:defRPr sz="1100"/>
            </a:lvl4pPr>
            <a:lvl5pPr lvl="4" rtl="0">
              <a:spcBef>
                <a:spcPts val="0"/>
              </a:spcBef>
              <a:spcAft>
                <a:spcPts val="0"/>
              </a:spcAft>
              <a:buSzPts val="1100"/>
              <a:buNone/>
              <a:defRPr sz="1100"/>
            </a:lvl5pPr>
            <a:lvl6pPr lvl="5" rtl="0">
              <a:spcBef>
                <a:spcPts val="0"/>
              </a:spcBef>
              <a:spcAft>
                <a:spcPts val="0"/>
              </a:spcAft>
              <a:buSzPts val="1100"/>
              <a:buNone/>
              <a:defRPr sz="1100"/>
            </a:lvl6pPr>
            <a:lvl7pPr lvl="6" rtl="0">
              <a:spcBef>
                <a:spcPts val="0"/>
              </a:spcBef>
              <a:spcAft>
                <a:spcPts val="0"/>
              </a:spcAft>
              <a:buSzPts val="1100"/>
              <a:buNone/>
              <a:defRPr sz="1100"/>
            </a:lvl7pPr>
            <a:lvl8pPr lvl="7" rtl="0">
              <a:spcBef>
                <a:spcPts val="0"/>
              </a:spcBef>
              <a:spcAft>
                <a:spcPts val="0"/>
              </a:spcAft>
              <a:buSzPts val="1100"/>
              <a:buNone/>
              <a:defRPr sz="1100"/>
            </a:lvl8pPr>
            <a:lvl9pPr lvl="8" rtl="0">
              <a:spcBef>
                <a:spcPts val="0"/>
              </a:spcBef>
              <a:spcAft>
                <a:spcPts val="0"/>
              </a:spcAft>
              <a:buSzPts val="1100"/>
              <a:buNone/>
              <a:defRPr sz="1100"/>
            </a:lvl9pPr>
          </a:lstStyle>
          <a:p>
            <a:endParaRPr/>
          </a:p>
        </p:txBody>
      </p:sp>
      <p:sp>
        <p:nvSpPr>
          <p:cNvPr id="1040" name="Google Shape;1040;p83"/>
          <p:cNvSpPr txBox="1">
            <a:spLocks noGrp="1"/>
          </p:cNvSpPr>
          <p:nvPr>
            <p:ph type="subTitle" idx="13"/>
          </p:nvPr>
        </p:nvSpPr>
        <p:spPr>
          <a:xfrm>
            <a:off x="2222800" y="2537068"/>
            <a:ext cx="3114300" cy="450600"/>
          </a:xfrm>
          <a:prstGeom prst="rect">
            <a:avLst/>
          </a:prstGeom>
        </p:spPr>
        <p:txBody>
          <a:bodyPr spcFirstLastPara="1" wrap="square" lIns="0" tIns="0" rIns="0" bIns="0" anchor="t" anchorCtr="0">
            <a:normAutofit/>
          </a:bodyPr>
          <a:lstStyle>
            <a:lvl1pPr lvl="0" rtl="0">
              <a:spcBef>
                <a:spcPts val="0"/>
              </a:spcBef>
              <a:spcAft>
                <a:spcPts val="0"/>
              </a:spcAft>
              <a:buClr>
                <a:schemeClr val="lt1"/>
              </a:buClr>
              <a:buSzPts val="1100"/>
              <a:buNone/>
              <a:defRPr sz="1100">
                <a:solidFill>
                  <a:schemeClr val="lt1"/>
                </a:solidFill>
              </a:defRPr>
            </a:lvl1pPr>
            <a:lvl2pPr lvl="1" rtl="0">
              <a:spcBef>
                <a:spcPts val="0"/>
              </a:spcBef>
              <a:spcAft>
                <a:spcPts val="0"/>
              </a:spcAft>
              <a:buSzPts val="1100"/>
              <a:buNone/>
              <a:defRPr sz="1100"/>
            </a:lvl2pPr>
            <a:lvl3pPr lvl="2" rtl="0">
              <a:spcBef>
                <a:spcPts val="0"/>
              </a:spcBef>
              <a:spcAft>
                <a:spcPts val="0"/>
              </a:spcAft>
              <a:buSzPts val="1100"/>
              <a:buNone/>
              <a:defRPr sz="1100"/>
            </a:lvl3pPr>
            <a:lvl4pPr lvl="3" rtl="0">
              <a:spcBef>
                <a:spcPts val="0"/>
              </a:spcBef>
              <a:spcAft>
                <a:spcPts val="0"/>
              </a:spcAft>
              <a:buSzPts val="1100"/>
              <a:buNone/>
              <a:defRPr sz="1100"/>
            </a:lvl4pPr>
            <a:lvl5pPr lvl="4" rtl="0">
              <a:spcBef>
                <a:spcPts val="0"/>
              </a:spcBef>
              <a:spcAft>
                <a:spcPts val="0"/>
              </a:spcAft>
              <a:buSzPts val="1100"/>
              <a:buNone/>
              <a:defRPr sz="1100"/>
            </a:lvl5pPr>
            <a:lvl6pPr lvl="5" rtl="0">
              <a:spcBef>
                <a:spcPts val="0"/>
              </a:spcBef>
              <a:spcAft>
                <a:spcPts val="0"/>
              </a:spcAft>
              <a:buSzPts val="1100"/>
              <a:buNone/>
              <a:defRPr sz="1100"/>
            </a:lvl6pPr>
            <a:lvl7pPr lvl="6" rtl="0">
              <a:spcBef>
                <a:spcPts val="0"/>
              </a:spcBef>
              <a:spcAft>
                <a:spcPts val="0"/>
              </a:spcAft>
              <a:buSzPts val="1100"/>
              <a:buNone/>
              <a:defRPr sz="1100"/>
            </a:lvl7pPr>
            <a:lvl8pPr lvl="7" rtl="0">
              <a:spcBef>
                <a:spcPts val="0"/>
              </a:spcBef>
              <a:spcAft>
                <a:spcPts val="0"/>
              </a:spcAft>
              <a:buSzPts val="1100"/>
              <a:buNone/>
              <a:defRPr sz="1100"/>
            </a:lvl8pPr>
            <a:lvl9pPr lvl="8" rtl="0">
              <a:spcBef>
                <a:spcPts val="0"/>
              </a:spcBef>
              <a:spcAft>
                <a:spcPts val="0"/>
              </a:spcAft>
              <a:buSzPts val="1100"/>
              <a:buNone/>
              <a:defRPr sz="1100"/>
            </a:lvl9pPr>
          </a:lstStyle>
          <a:p>
            <a:endParaRPr/>
          </a:p>
        </p:txBody>
      </p:sp>
      <p:sp>
        <p:nvSpPr>
          <p:cNvPr id="1041" name="Google Shape;1041;p83"/>
          <p:cNvSpPr txBox="1">
            <a:spLocks noGrp="1"/>
          </p:cNvSpPr>
          <p:nvPr>
            <p:ph type="subTitle" idx="14"/>
          </p:nvPr>
        </p:nvSpPr>
        <p:spPr>
          <a:xfrm>
            <a:off x="2222800" y="3281705"/>
            <a:ext cx="3114300" cy="450600"/>
          </a:xfrm>
          <a:prstGeom prst="rect">
            <a:avLst/>
          </a:prstGeom>
        </p:spPr>
        <p:txBody>
          <a:bodyPr spcFirstLastPara="1" wrap="square" lIns="0" tIns="0" rIns="0" bIns="0" anchor="t" anchorCtr="0">
            <a:normAutofit/>
          </a:bodyPr>
          <a:lstStyle>
            <a:lvl1pPr lvl="0" rtl="0">
              <a:spcBef>
                <a:spcPts val="0"/>
              </a:spcBef>
              <a:spcAft>
                <a:spcPts val="0"/>
              </a:spcAft>
              <a:buClr>
                <a:schemeClr val="lt1"/>
              </a:buClr>
              <a:buSzPts val="1100"/>
              <a:buNone/>
              <a:defRPr sz="1100">
                <a:solidFill>
                  <a:schemeClr val="lt1"/>
                </a:solidFill>
              </a:defRPr>
            </a:lvl1pPr>
            <a:lvl2pPr lvl="1" rtl="0">
              <a:spcBef>
                <a:spcPts val="0"/>
              </a:spcBef>
              <a:spcAft>
                <a:spcPts val="0"/>
              </a:spcAft>
              <a:buSzPts val="1100"/>
              <a:buNone/>
              <a:defRPr sz="1100"/>
            </a:lvl2pPr>
            <a:lvl3pPr lvl="2" rtl="0">
              <a:spcBef>
                <a:spcPts val="0"/>
              </a:spcBef>
              <a:spcAft>
                <a:spcPts val="0"/>
              </a:spcAft>
              <a:buSzPts val="1100"/>
              <a:buNone/>
              <a:defRPr sz="1100"/>
            </a:lvl3pPr>
            <a:lvl4pPr lvl="3" rtl="0">
              <a:spcBef>
                <a:spcPts val="0"/>
              </a:spcBef>
              <a:spcAft>
                <a:spcPts val="0"/>
              </a:spcAft>
              <a:buSzPts val="1100"/>
              <a:buNone/>
              <a:defRPr sz="1100"/>
            </a:lvl4pPr>
            <a:lvl5pPr lvl="4" rtl="0">
              <a:spcBef>
                <a:spcPts val="0"/>
              </a:spcBef>
              <a:spcAft>
                <a:spcPts val="0"/>
              </a:spcAft>
              <a:buSzPts val="1100"/>
              <a:buNone/>
              <a:defRPr sz="1100"/>
            </a:lvl5pPr>
            <a:lvl6pPr lvl="5" rtl="0">
              <a:spcBef>
                <a:spcPts val="0"/>
              </a:spcBef>
              <a:spcAft>
                <a:spcPts val="0"/>
              </a:spcAft>
              <a:buSzPts val="1100"/>
              <a:buNone/>
              <a:defRPr sz="1100"/>
            </a:lvl6pPr>
            <a:lvl7pPr lvl="6" rtl="0">
              <a:spcBef>
                <a:spcPts val="0"/>
              </a:spcBef>
              <a:spcAft>
                <a:spcPts val="0"/>
              </a:spcAft>
              <a:buSzPts val="1100"/>
              <a:buNone/>
              <a:defRPr sz="1100"/>
            </a:lvl7pPr>
            <a:lvl8pPr lvl="7" rtl="0">
              <a:spcBef>
                <a:spcPts val="0"/>
              </a:spcBef>
              <a:spcAft>
                <a:spcPts val="0"/>
              </a:spcAft>
              <a:buSzPts val="1100"/>
              <a:buNone/>
              <a:defRPr sz="1100"/>
            </a:lvl8pPr>
            <a:lvl9pPr lvl="8" rtl="0">
              <a:spcBef>
                <a:spcPts val="0"/>
              </a:spcBef>
              <a:spcAft>
                <a:spcPts val="0"/>
              </a:spcAft>
              <a:buSzPts val="1100"/>
              <a:buNone/>
              <a:defRPr sz="1100"/>
            </a:lvl9pPr>
          </a:lstStyle>
          <a:p>
            <a:endParaRPr/>
          </a:p>
        </p:txBody>
      </p:sp>
      <p:sp>
        <p:nvSpPr>
          <p:cNvPr id="1042" name="Google Shape;1042;p83"/>
          <p:cNvSpPr txBox="1">
            <a:spLocks noGrp="1"/>
          </p:cNvSpPr>
          <p:nvPr>
            <p:ph type="subTitle" idx="15"/>
          </p:nvPr>
        </p:nvSpPr>
        <p:spPr>
          <a:xfrm>
            <a:off x="2222800" y="4073255"/>
            <a:ext cx="3114300" cy="450600"/>
          </a:xfrm>
          <a:prstGeom prst="rect">
            <a:avLst/>
          </a:prstGeom>
        </p:spPr>
        <p:txBody>
          <a:bodyPr spcFirstLastPara="1" wrap="square" lIns="0" tIns="0" rIns="0" bIns="0" anchor="t" anchorCtr="0">
            <a:normAutofit/>
          </a:bodyPr>
          <a:lstStyle>
            <a:lvl1pPr lvl="0" rtl="0">
              <a:spcBef>
                <a:spcPts val="0"/>
              </a:spcBef>
              <a:spcAft>
                <a:spcPts val="0"/>
              </a:spcAft>
              <a:buClr>
                <a:schemeClr val="lt1"/>
              </a:buClr>
              <a:buSzPts val="1100"/>
              <a:buNone/>
              <a:defRPr sz="1100">
                <a:solidFill>
                  <a:schemeClr val="lt1"/>
                </a:solidFill>
              </a:defRPr>
            </a:lvl1pPr>
            <a:lvl2pPr lvl="1" rtl="0">
              <a:spcBef>
                <a:spcPts val="0"/>
              </a:spcBef>
              <a:spcAft>
                <a:spcPts val="0"/>
              </a:spcAft>
              <a:buSzPts val="1100"/>
              <a:buNone/>
              <a:defRPr sz="1100"/>
            </a:lvl2pPr>
            <a:lvl3pPr lvl="2" rtl="0">
              <a:spcBef>
                <a:spcPts val="0"/>
              </a:spcBef>
              <a:spcAft>
                <a:spcPts val="0"/>
              </a:spcAft>
              <a:buSzPts val="1100"/>
              <a:buNone/>
              <a:defRPr sz="1100"/>
            </a:lvl3pPr>
            <a:lvl4pPr lvl="3" rtl="0">
              <a:spcBef>
                <a:spcPts val="0"/>
              </a:spcBef>
              <a:spcAft>
                <a:spcPts val="0"/>
              </a:spcAft>
              <a:buSzPts val="1100"/>
              <a:buNone/>
              <a:defRPr sz="1100"/>
            </a:lvl4pPr>
            <a:lvl5pPr lvl="4" rtl="0">
              <a:spcBef>
                <a:spcPts val="0"/>
              </a:spcBef>
              <a:spcAft>
                <a:spcPts val="0"/>
              </a:spcAft>
              <a:buSzPts val="1100"/>
              <a:buNone/>
              <a:defRPr sz="1100"/>
            </a:lvl5pPr>
            <a:lvl6pPr lvl="5" rtl="0">
              <a:spcBef>
                <a:spcPts val="0"/>
              </a:spcBef>
              <a:spcAft>
                <a:spcPts val="0"/>
              </a:spcAft>
              <a:buSzPts val="1100"/>
              <a:buNone/>
              <a:defRPr sz="1100"/>
            </a:lvl6pPr>
            <a:lvl7pPr lvl="6" rtl="0">
              <a:spcBef>
                <a:spcPts val="0"/>
              </a:spcBef>
              <a:spcAft>
                <a:spcPts val="0"/>
              </a:spcAft>
              <a:buSzPts val="1100"/>
              <a:buNone/>
              <a:defRPr sz="1100"/>
            </a:lvl7pPr>
            <a:lvl8pPr lvl="7" rtl="0">
              <a:spcBef>
                <a:spcPts val="0"/>
              </a:spcBef>
              <a:spcAft>
                <a:spcPts val="0"/>
              </a:spcAft>
              <a:buSzPts val="1100"/>
              <a:buNone/>
              <a:defRPr sz="1100"/>
            </a:lvl8pPr>
            <a:lvl9pPr lvl="8" rtl="0">
              <a:spcBef>
                <a:spcPts val="0"/>
              </a:spcBef>
              <a:spcAft>
                <a:spcPts val="0"/>
              </a:spcAft>
              <a:buSzPts val="1100"/>
              <a:buNone/>
              <a:defRPr sz="1100"/>
            </a:lvl9pPr>
          </a:lstStyle>
          <a:p>
            <a:endParaRPr/>
          </a:p>
        </p:txBody>
      </p:sp>
      <p:sp>
        <p:nvSpPr>
          <p:cNvPr id="1043" name="Google Shape;1043;p83"/>
          <p:cNvSpPr txBox="1">
            <a:spLocks noGrp="1"/>
          </p:cNvSpPr>
          <p:nvPr>
            <p:ph type="subTitle" idx="16"/>
          </p:nvPr>
        </p:nvSpPr>
        <p:spPr>
          <a:xfrm>
            <a:off x="6002618" y="1682943"/>
            <a:ext cx="1084200" cy="450600"/>
          </a:xfrm>
          <a:prstGeom prst="rect">
            <a:avLst/>
          </a:prstGeom>
        </p:spPr>
        <p:txBody>
          <a:bodyPr spcFirstLastPara="1" wrap="square" lIns="0" tIns="0" rIns="0" bIns="0" anchor="ctr" anchorCtr="0">
            <a:normAutofit/>
          </a:bodyPr>
          <a:lstStyle>
            <a:lvl1pPr lvl="0" rtl="0">
              <a:spcBef>
                <a:spcPts val="0"/>
              </a:spcBef>
              <a:spcAft>
                <a:spcPts val="0"/>
              </a:spcAft>
              <a:buClr>
                <a:schemeClr val="lt1"/>
              </a:buClr>
              <a:buSzPts val="1100"/>
              <a:buFont typeface="IBM Plex Sans SemiBold"/>
              <a:buNone/>
              <a:defRPr sz="1100">
                <a:solidFill>
                  <a:schemeClr val="lt1"/>
                </a:solidFill>
                <a:latin typeface="IBM Plex Sans SemiBold"/>
                <a:ea typeface="IBM Plex Sans SemiBold"/>
                <a:cs typeface="IBM Plex Sans SemiBold"/>
                <a:sym typeface="IBM Plex Sans SemiBold"/>
              </a:defRPr>
            </a:lvl1pPr>
            <a:lvl2pPr lvl="1" rtl="0">
              <a:spcBef>
                <a:spcPts val="0"/>
              </a:spcBef>
              <a:spcAft>
                <a:spcPts val="0"/>
              </a:spcAft>
              <a:buSzPts val="1100"/>
              <a:buFont typeface="IBM Plex Sans SemiBold"/>
              <a:buNone/>
              <a:defRPr sz="1100">
                <a:latin typeface="IBM Plex Sans SemiBold"/>
                <a:ea typeface="IBM Plex Sans SemiBold"/>
                <a:cs typeface="IBM Plex Sans SemiBold"/>
                <a:sym typeface="IBM Plex Sans SemiBold"/>
              </a:defRPr>
            </a:lvl2pPr>
            <a:lvl3pPr lvl="2" rtl="0">
              <a:spcBef>
                <a:spcPts val="0"/>
              </a:spcBef>
              <a:spcAft>
                <a:spcPts val="0"/>
              </a:spcAft>
              <a:buSzPts val="1100"/>
              <a:buFont typeface="IBM Plex Sans SemiBold"/>
              <a:buNone/>
              <a:defRPr sz="1100">
                <a:latin typeface="IBM Plex Sans SemiBold"/>
                <a:ea typeface="IBM Plex Sans SemiBold"/>
                <a:cs typeface="IBM Plex Sans SemiBold"/>
                <a:sym typeface="IBM Plex Sans SemiBold"/>
              </a:defRPr>
            </a:lvl3pPr>
            <a:lvl4pPr lvl="3" rtl="0">
              <a:spcBef>
                <a:spcPts val="0"/>
              </a:spcBef>
              <a:spcAft>
                <a:spcPts val="0"/>
              </a:spcAft>
              <a:buSzPts val="1100"/>
              <a:buFont typeface="IBM Plex Sans SemiBold"/>
              <a:buNone/>
              <a:defRPr sz="1100">
                <a:latin typeface="IBM Plex Sans SemiBold"/>
                <a:ea typeface="IBM Plex Sans SemiBold"/>
                <a:cs typeface="IBM Plex Sans SemiBold"/>
                <a:sym typeface="IBM Plex Sans SemiBold"/>
              </a:defRPr>
            </a:lvl4pPr>
            <a:lvl5pPr lvl="4" rtl="0">
              <a:spcBef>
                <a:spcPts val="0"/>
              </a:spcBef>
              <a:spcAft>
                <a:spcPts val="0"/>
              </a:spcAft>
              <a:buSzPts val="1100"/>
              <a:buFont typeface="IBM Plex Sans SemiBold"/>
              <a:buNone/>
              <a:defRPr sz="1100">
                <a:latin typeface="IBM Plex Sans SemiBold"/>
                <a:ea typeface="IBM Plex Sans SemiBold"/>
                <a:cs typeface="IBM Plex Sans SemiBold"/>
                <a:sym typeface="IBM Plex Sans SemiBold"/>
              </a:defRPr>
            </a:lvl5pPr>
            <a:lvl6pPr lvl="5" rtl="0">
              <a:spcBef>
                <a:spcPts val="0"/>
              </a:spcBef>
              <a:spcAft>
                <a:spcPts val="0"/>
              </a:spcAft>
              <a:buSzPts val="1100"/>
              <a:buFont typeface="IBM Plex Sans SemiBold"/>
              <a:buNone/>
              <a:defRPr sz="1100">
                <a:latin typeface="IBM Plex Sans SemiBold"/>
                <a:ea typeface="IBM Plex Sans SemiBold"/>
                <a:cs typeface="IBM Plex Sans SemiBold"/>
                <a:sym typeface="IBM Plex Sans SemiBold"/>
              </a:defRPr>
            </a:lvl6pPr>
            <a:lvl7pPr lvl="6" rtl="0">
              <a:spcBef>
                <a:spcPts val="0"/>
              </a:spcBef>
              <a:spcAft>
                <a:spcPts val="0"/>
              </a:spcAft>
              <a:buSzPts val="1100"/>
              <a:buFont typeface="IBM Plex Sans SemiBold"/>
              <a:buNone/>
              <a:defRPr sz="1100">
                <a:latin typeface="IBM Plex Sans SemiBold"/>
                <a:ea typeface="IBM Plex Sans SemiBold"/>
                <a:cs typeface="IBM Plex Sans SemiBold"/>
                <a:sym typeface="IBM Plex Sans SemiBold"/>
              </a:defRPr>
            </a:lvl7pPr>
            <a:lvl8pPr lvl="7" rtl="0">
              <a:spcBef>
                <a:spcPts val="0"/>
              </a:spcBef>
              <a:spcAft>
                <a:spcPts val="0"/>
              </a:spcAft>
              <a:buSzPts val="1100"/>
              <a:buFont typeface="IBM Plex Sans SemiBold"/>
              <a:buNone/>
              <a:defRPr sz="1100">
                <a:latin typeface="IBM Plex Sans SemiBold"/>
                <a:ea typeface="IBM Plex Sans SemiBold"/>
                <a:cs typeface="IBM Plex Sans SemiBold"/>
                <a:sym typeface="IBM Plex Sans SemiBold"/>
              </a:defRPr>
            </a:lvl8pPr>
            <a:lvl9pPr lvl="8" rtl="0">
              <a:spcBef>
                <a:spcPts val="0"/>
              </a:spcBef>
              <a:spcAft>
                <a:spcPts val="0"/>
              </a:spcAft>
              <a:buSzPts val="1100"/>
              <a:buFont typeface="IBM Plex Sans SemiBold"/>
              <a:buNone/>
              <a:defRPr sz="1100">
                <a:latin typeface="IBM Plex Sans SemiBold"/>
                <a:ea typeface="IBM Plex Sans SemiBold"/>
                <a:cs typeface="IBM Plex Sans SemiBold"/>
                <a:sym typeface="IBM Plex Sans SemiBold"/>
              </a:defRPr>
            </a:lvl9pPr>
          </a:lstStyle>
          <a:p>
            <a:endParaRPr/>
          </a:p>
        </p:txBody>
      </p:sp>
      <p:sp>
        <p:nvSpPr>
          <p:cNvPr id="1044" name="Google Shape;1044;p83"/>
          <p:cNvSpPr txBox="1">
            <a:spLocks noGrp="1"/>
          </p:cNvSpPr>
          <p:nvPr>
            <p:ph type="subTitle" idx="17"/>
          </p:nvPr>
        </p:nvSpPr>
        <p:spPr>
          <a:xfrm>
            <a:off x="6002618" y="2479372"/>
            <a:ext cx="1084200" cy="450600"/>
          </a:xfrm>
          <a:prstGeom prst="rect">
            <a:avLst/>
          </a:prstGeom>
        </p:spPr>
        <p:txBody>
          <a:bodyPr spcFirstLastPara="1" wrap="square" lIns="0" tIns="0" rIns="0" bIns="0" anchor="ctr" anchorCtr="0">
            <a:normAutofit/>
          </a:bodyPr>
          <a:lstStyle>
            <a:lvl1pPr lvl="0" rtl="0">
              <a:spcBef>
                <a:spcPts val="0"/>
              </a:spcBef>
              <a:spcAft>
                <a:spcPts val="0"/>
              </a:spcAft>
              <a:buClr>
                <a:schemeClr val="lt1"/>
              </a:buClr>
              <a:buSzPts val="1100"/>
              <a:buFont typeface="IBM Plex Sans SemiBold"/>
              <a:buNone/>
              <a:defRPr sz="1100">
                <a:solidFill>
                  <a:schemeClr val="lt1"/>
                </a:solidFill>
                <a:latin typeface="IBM Plex Sans SemiBold"/>
                <a:ea typeface="IBM Plex Sans SemiBold"/>
                <a:cs typeface="IBM Plex Sans SemiBold"/>
                <a:sym typeface="IBM Plex Sans SemiBold"/>
              </a:defRPr>
            </a:lvl1pPr>
            <a:lvl2pPr lvl="1" rtl="0">
              <a:spcBef>
                <a:spcPts val="0"/>
              </a:spcBef>
              <a:spcAft>
                <a:spcPts val="0"/>
              </a:spcAft>
              <a:buSzPts val="1100"/>
              <a:buFont typeface="IBM Plex Sans SemiBold"/>
              <a:buNone/>
              <a:defRPr sz="1100">
                <a:latin typeface="IBM Plex Sans SemiBold"/>
                <a:ea typeface="IBM Plex Sans SemiBold"/>
                <a:cs typeface="IBM Plex Sans SemiBold"/>
                <a:sym typeface="IBM Plex Sans SemiBold"/>
              </a:defRPr>
            </a:lvl2pPr>
            <a:lvl3pPr lvl="2" rtl="0">
              <a:spcBef>
                <a:spcPts val="0"/>
              </a:spcBef>
              <a:spcAft>
                <a:spcPts val="0"/>
              </a:spcAft>
              <a:buSzPts val="1100"/>
              <a:buFont typeface="IBM Plex Sans SemiBold"/>
              <a:buNone/>
              <a:defRPr sz="1100">
                <a:latin typeface="IBM Plex Sans SemiBold"/>
                <a:ea typeface="IBM Plex Sans SemiBold"/>
                <a:cs typeface="IBM Plex Sans SemiBold"/>
                <a:sym typeface="IBM Plex Sans SemiBold"/>
              </a:defRPr>
            </a:lvl3pPr>
            <a:lvl4pPr lvl="3" rtl="0">
              <a:spcBef>
                <a:spcPts val="0"/>
              </a:spcBef>
              <a:spcAft>
                <a:spcPts val="0"/>
              </a:spcAft>
              <a:buSzPts val="1100"/>
              <a:buFont typeface="IBM Plex Sans SemiBold"/>
              <a:buNone/>
              <a:defRPr sz="1100">
                <a:latin typeface="IBM Plex Sans SemiBold"/>
                <a:ea typeface="IBM Plex Sans SemiBold"/>
                <a:cs typeface="IBM Plex Sans SemiBold"/>
                <a:sym typeface="IBM Plex Sans SemiBold"/>
              </a:defRPr>
            </a:lvl4pPr>
            <a:lvl5pPr lvl="4" rtl="0">
              <a:spcBef>
                <a:spcPts val="0"/>
              </a:spcBef>
              <a:spcAft>
                <a:spcPts val="0"/>
              </a:spcAft>
              <a:buSzPts val="1100"/>
              <a:buFont typeface="IBM Plex Sans SemiBold"/>
              <a:buNone/>
              <a:defRPr sz="1100">
                <a:latin typeface="IBM Plex Sans SemiBold"/>
                <a:ea typeface="IBM Plex Sans SemiBold"/>
                <a:cs typeface="IBM Plex Sans SemiBold"/>
                <a:sym typeface="IBM Plex Sans SemiBold"/>
              </a:defRPr>
            </a:lvl5pPr>
            <a:lvl6pPr lvl="5" rtl="0">
              <a:spcBef>
                <a:spcPts val="0"/>
              </a:spcBef>
              <a:spcAft>
                <a:spcPts val="0"/>
              </a:spcAft>
              <a:buSzPts val="1100"/>
              <a:buFont typeface="IBM Plex Sans SemiBold"/>
              <a:buNone/>
              <a:defRPr sz="1100">
                <a:latin typeface="IBM Plex Sans SemiBold"/>
                <a:ea typeface="IBM Plex Sans SemiBold"/>
                <a:cs typeface="IBM Plex Sans SemiBold"/>
                <a:sym typeface="IBM Plex Sans SemiBold"/>
              </a:defRPr>
            </a:lvl6pPr>
            <a:lvl7pPr lvl="6" rtl="0">
              <a:spcBef>
                <a:spcPts val="0"/>
              </a:spcBef>
              <a:spcAft>
                <a:spcPts val="0"/>
              </a:spcAft>
              <a:buSzPts val="1100"/>
              <a:buFont typeface="IBM Plex Sans SemiBold"/>
              <a:buNone/>
              <a:defRPr sz="1100">
                <a:latin typeface="IBM Plex Sans SemiBold"/>
                <a:ea typeface="IBM Plex Sans SemiBold"/>
                <a:cs typeface="IBM Plex Sans SemiBold"/>
                <a:sym typeface="IBM Plex Sans SemiBold"/>
              </a:defRPr>
            </a:lvl7pPr>
            <a:lvl8pPr lvl="7" rtl="0">
              <a:spcBef>
                <a:spcPts val="0"/>
              </a:spcBef>
              <a:spcAft>
                <a:spcPts val="0"/>
              </a:spcAft>
              <a:buSzPts val="1100"/>
              <a:buFont typeface="IBM Plex Sans SemiBold"/>
              <a:buNone/>
              <a:defRPr sz="1100">
                <a:latin typeface="IBM Plex Sans SemiBold"/>
                <a:ea typeface="IBM Plex Sans SemiBold"/>
                <a:cs typeface="IBM Plex Sans SemiBold"/>
                <a:sym typeface="IBM Plex Sans SemiBold"/>
              </a:defRPr>
            </a:lvl8pPr>
            <a:lvl9pPr lvl="8" rtl="0">
              <a:spcBef>
                <a:spcPts val="0"/>
              </a:spcBef>
              <a:spcAft>
                <a:spcPts val="0"/>
              </a:spcAft>
              <a:buSzPts val="1100"/>
              <a:buFont typeface="IBM Plex Sans SemiBold"/>
              <a:buNone/>
              <a:defRPr sz="1100">
                <a:latin typeface="IBM Plex Sans SemiBold"/>
                <a:ea typeface="IBM Plex Sans SemiBold"/>
                <a:cs typeface="IBM Plex Sans SemiBold"/>
                <a:sym typeface="IBM Plex Sans SemiBold"/>
              </a:defRPr>
            </a:lvl9pPr>
          </a:lstStyle>
          <a:p>
            <a:endParaRPr/>
          </a:p>
        </p:txBody>
      </p:sp>
      <p:sp>
        <p:nvSpPr>
          <p:cNvPr id="1045" name="Google Shape;1045;p83"/>
          <p:cNvSpPr txBox="1">
            <a:spLocks noGrp="1"/>
          </p:cNvSpPr>
          <p:nvPr>
            <p:ph type="subTitle" idx="18"/>
          </p:nvPr>
        </p:nvSpPr>
        <p:spPr>
          <a:xfrm>
            <a:off x="6002618" y="3224013"/>
            <a:ext cx="1084200" cy="450600"/>
          </a:xfrm>
          <a:prstGeom prst="rect">
            <a:avLst/>
          </a:prstGeom>
        </p:spPr>
        <p:txBody>
          <a:bodyPr spcFirstLastPara="1" wrap="square" lIns="0" tIns="0" rIns="0" bIns="0" anchor="ctr" anchorCtr="0">
            <a:normAutofit/>
          </a:bodyPr>
          <a:lstStyle>
            <a:lvl1pPr lvl="0" rtl="0">
              <a:spcBef>
                <a:spcPts val="0"/>
              </a:spcBef>
              <a:spcAft>
                <a:spcPts val="0"/>
              </a:spcAft>
              <a:buClr>
                <a:schemeClr val="lt1"/>
              </a:buClr>
              <a:buSzPts val="1100"/>
              <a:buFont typeface="IBM Plex Sans SemiBold"/>
              <a:buNone/>
              <a:defRPr sz="1100">
                <a:solidFill>
                  <a:schemeClr val="lt1"/>
                </a:solidFill>
                <a:latin typeface="IBM Plex Sans SemiBold"/>
                <a:ea typeface="IBM Plex Sans SemiBold"/>
                <a:cs typeface="IBM Plex Sans SemiBold"/>
                <a:sym typeface="IBM Plex Sans SemiBold"/>
              </a:defRPr>
            </a:lvl1pPr>
            <a:lvl2pPr lvl="1" rtl="0">
              <a:spcBef>
                <a:spcPts val="0"/>
              </a:spcBef>
              <a:spcAft>
                <a:spcPts val="0"/>
              </a:spcAft>
              <a:buSzPts val="1100"/>
              <a:buFont typeface="IBM Plex Sans SemiBold"/>
              <a:buNone/>
              <a:defRPr sz="1100">
                <a:latin typeface="IBM Plex Sans SemiBold"/>
                <a:ea typeface="IBM Plex Sans SemiBold"/>
                <a:cs typeface="IBM Plex Sans SemiBold"/>
                <a:sym typeface="IBM Plex Sans SemiBold"/>
              </a:defRPr>
            </a:lvl2pPr>
            <a:lvl3pPr lvl="2" rtl="0">
              <a:spcBef>
                <a:spcPts val="0"/>
              </a:spcBef>
              <a:spcAft>
                <a:spcPts val="0"/>
              </a:spcAft>
              <a:buSzPts val="1100"/>
              <a:buFont typeface="IBM Plex Sans SemiBold"/>
              <a:buNone/>
              <a:defRPr sz="1100">
                <a:latin typeface="IBM Plex Sans SemiBold"/>
                <a:ea typeface="IBM Plex Sans SemiBold"/>
                <a:cs typeface="IBM Plex Sans SemiBold"/>
                <a:sym typeface="IBM Plex Sans SemiBold"/>
              </a:defRPr>
            </a:lvl3pPr>
            <a:lvl4pPr lvl="3" rtl="0">
              <a:spcBef>
                <a:spcPts val="0"/>
              </a:spcBef>
              <a:spcAft>
                <a:spcPts val="0"/>
              </a:spcAft>
              <a:buSzPts val="1100"/>
              <a:buFont typeface="IBM Plex Sans SemiBold"/>
              <a:buNone/>
              <a:defRPr sz="1100">
                <a:latin typeface="IBM Plex Sans SemiBold"/>
                <a:ea typeface="IBM Plex Sans SemiBold"/>
                <a:cs typeface="IBM Plex Sans SemiBold"/>
                <a:sym typeface="IBM Plex Sans SemiBold"/>
              </a:defRPr>
            </a:lvl4pPr>
            <a:lvl5pPr lvl="4" rtl="0">
              <a:spcBef>
                <a:spcPts val="0"/>
              </a:spcBef>
              <a:spcAft>
                <a:spcPts val="0"/>
              </a:spcAft>
              <a:buSzPts val="1100"/>
              <a:buFont typeface="IBM Plex Sans SemiBold"/>
              <a:buNone/>
              <a:defRPr sz="1100">
                <a:latin typeface="IBM Plex Sans SemiBold"/>
                <a:ea typeface="IBM Plex Sans SemiBold"/>
                <a:cs typeface="IBM Plex Sans SemiBold"/>
                <a:sym typeface="IBM Plex Sans SemiBold"/>
              </a:defRPr>
            </a:lvl5pPr>
            <a:lvl6pPr lvl="5" rtl="0">
              <a:spcBef>
                <a:spcPts val="0"/>
              </a:spcBef>
              <a:spcAft>
                <a:spcPts val="0"/>
              </a:spcAft>
              <a:buSzPts val="1100"/>
              <a:buFont typeface="IBM Plex Sans SemiBold"/>
              <a:buNone/>
              <a:defRPr sz="1100">
                <a:latin typeface="IBM Plex Sans SemiBold"/>
                <a:ea typeface="IBM Plex Sans SemiBold"/>
                <a:cs typeface="IBM Plex Sans SemiBold"/>
                <a:sym typeface="IBM Plex Sans SemiBold"/>
              </a:defRPr>
            </a:lvl6pPr>
            <a:lvl7pPr lvl="6" rtl="0">
              <a:spcBef>
                <a:spcPts val="0"/>
              </a:spcBef>
              <a:spcAft>
                <a:spcPts val="0"/>
              </a:spcAft>
              <a:buSzPts val="1100"/>
              <a:buFont typeface="IBM Plex Sans SemiBold"/>
              <a:buNone/>
              <a:defRPr sz="1100">
                <a:latin typeface="IBM Plex Sans SemiBold"/>
                <a:ea typeface="IBM Plex Sans SemiBold"/>
                <a:cs typeface="IBM Plex Sans SemiBold"/>
                <a:sym typeface="IBM Plex Sans SemiBold"/>
              </a:defRPr>
            </a:lvl7pPr>
            <a:lvl8pPr lvl="7" rtl="0">
              <a:spcBef>
                <a:spcPts val="0"/>
              </a:spcBef>
              <a:spcAft>
                <a:spcPts val="0"/>
              </a:spcAft>
              <a:buSzPts val="1100"/>
              <a:buFont typeface="IBM Plex Sans SemiBold"/>
              <a:buNone/>
              <a:defRPr sz="1100">
                <a:latin typeface="IBM Plex Sans SemiBold"/>
                <a:ea typeface="IBM Plex Sans SemiBold"/>
                <a:cs typeface="IBM Plex Sans SemiBold"/>
                <a:sym typeface="IBM Plex Sans SemiBold"/>
              </a:defRPr>
            </a:lvl8pPr>
            <a:lvl9pPr lvl="8" rtl="0">
              <a:spcBef>
                <a:spcPts val="0"/>
              </a:spcBef>
              <a:spcAft>
                <a:spcPts val="0"/>
              </a:spcAft>
              <a:buSzPts val="1100"/>
              <a:buFont typeface="IBM Plex Sans SemiBold"/>
              <a:buNone/>
              <a:defRPr sz="1100">
                <a:latin typeface="IBM Plex Sans SemiBold"/>
                <a:ea typeface="IBM Plex Sans SemiBold"/>
                <a:cs typeface="IBM Plex Sans SemiBold"/>
                <a:sym typeface="IBM Plex Sans SemiBold"/>
              </a:defRPr>
            </a:lvl9pPr>
          </a:lstStyle>
          <a:p>
            <a:endParaRPr/>
          </a:p>
        </p:txBody>
      </p:sp>
      <p:sp>
        <p:nvSpPr>
          <p:cNvPr id="1046" name="Google Shape;1046;p83"/>
          <p:cNvSpPr txBox="1">
            <a:spLocks noGrp="1"/>
          </p:cNvSpPr>
          <p:nvPr>
            <p:ph type="subTitle" idx="19"/>
          </p:nvPr>
        </p:nvSpPr>
        <p:spPr>
          <a:xfrm>
            <a:off x="6002618" y="4015566"/>
            <a:ext cx="1084200" cy="450600"/>
          </a:xfrm>
          <a:prstGeom prst="rect">
            <a:avLst/>
          </a:prstGeom>
        </p:spPr>
        <p:txBody>
          <a:bodyPr spcFirstLastPara="1" wrap="square" lIns="0" tIns="0" rIns="0" bIns="0" anchor="ctr" anchorCtr="0">
            <a:normAutofit/>
          </a:bodyPr>
          <a:lstStyle>
            <a:lvl1pPr lvl="0" rtl="0">
              <a:spcBef>
                <a:spcPts val="0"/>
              </a:spcBef>
              <a:spcAft>
                <a:spcPts val="0"/>
              </a:spcAft>
              <a:buClr>
                <a:schemeClr val="lt1"/>
              </a:buClr>
              <a:buSzPts val="1100"/>
              <a:buFont typeface="IBM Plex Sans SemiBold"/>
              <a:buNone/>
              <a:defRPr sz="1100">
                <a:solidFill>
                  <a:schemeClr val="lt1"/>
                </a:solidFill>
                <a:latin typeface="IBM Plex Sans SemiBold"/>
                <a:ea typeface="IBM Plex Sans SemiBold"/>
                <a:cs typeface="IBM Plex Sans SemiBold"/>
                <a:sym typeface="IBM Plex Sans SemiBold"/>
              </a:defRPr>
            </a:lvl1pPr>
            <a:lvl2pPr lvl="1" rtl="0">
              <a:spcBef>
                <a:spcPts val="0"/>
              </a:spcBef>
              <a:spcAft>
                <a:spcPts val="0"/>
              </a:spcAft>
              <a:buSzPts val="1100"/>
              <a:buFont typeface="IBM Plex Sans SemiBold"/>
              <a:buNone/>
              <a:defRPr sz="1100">
                <a:latin typeface="IBM Plex Sans SemiBold"/>
                <a:ea typeface="IBM Plex Sans SemiBold"/>
                <a:cs typeface="IBM Plex Sans SemiBold"/>
                <a:sym typeface="IBM Plex Sans SemiBold"/>
              </a:defRPr>
            </a:lvl2pPr>
            <a:lvl3pPr lvl="2" rtl="0">
              <a:spcBef>
                <a:spcPts val="0"/>
              </a:spcBef>
              <a:spcAft>
                <a:spcPts val="0"/>
              </a:spcAft>
              <a:buSzPts val="1100"/>
              <a:buFont typeface="IBM Plex Sans SemiBold"/>
              <a:buNone/>
              <a:defRPr sz="1100">
                <a:latin typeface="IBM Plex Sans SemiBold"/>
                <a:ea typeface="IBM Plex Sans SemiBold"/>
                <a:cs typeface="IBM Plex Sans SemiBold"/>
                <a:sym typeface="IBM Plex Sans SemiBold"/>
              </a:defRPr>
            </a:lvl3pPr>
            <a:lvl4pPr lvl="3" rtl="0">
              <a:spcBef>
                <a:spcPts val="0"/>
              </a:spcBef>
              <a:spcAft>
                <a:spcPts val="0"/>
              </a:spcAft>
              <a:buSzPts val="1100"/>
              <a:buFont typeface="IBM Plex Sans SemiBold"/>
              <a:buNone/>
              <a:defRPr sz="1100">
                <a:latin typeface="IBM Plex Sans SemiBold"/>
                <a:ea typeface="IBM Plex Sans SemiBold"/>
                <a:cs typeface="IBM Plex Sans SemiBold"/>
                <a:sym typeface="IBM Plex Sans SemiBold"/>
              </a:defRPr>
            </a:lvl4pPr>
            <a:lvl5pPr lvl="4" rtl="0">
              <a:spcBef>
                <a:spcPts val="0"/>
              </a:spcBef>
              <a:spcAft>
                <a:spcPts val="0"/>
              </a:spcAft>
              <a:buSzPts val="1100"/>
              <a:buFont typeface="IBM Plex Sans SemiBold"/>
              <a:buNone/>
              <a:defRPr sz="1100">
                <a:latin typeface="IBM Plex Sans SemiBold"/>
                <a:ea typeface="IBM Plex Sans SemiBold"/>
                <a:cs typeface="IBM Plex Sans SemiBold"/>
                <a:sym typeface="IBM Plex Sans SemiBold"/>
              </a:defRPr>
            </a:lvl5pPr>
            <a:lvl6pPr lvl="5" rtl="0">
              <a:spcBef>
                <a:spcPts val="0"/>
              </a:spcBef>
              <a:spcAft>
                <a:spcPts val="0"/>
              </a:spcAft>
              <a:buSzPts val="1100"/>
              <a:buFont typeface="IBM Plex Sans SemiBold"/>
              <a:buNone/>
              <a:defRPr sz="1100">
                <a:latin typeface="IBM Plex Sans SemiBold"/>
                <a:ea typeface="IBM Plex Sans SemiBold"/>
                <a:cs typeface="IBM Plex Sans SemiBold"/>
                <a:sym typeface="IBM Plex Sans SemiBold"/>
              </a:defRPr>
            </a:lvl6pPr>
            <a:lvl7pPr lvl="6" rtl="0">
              <a:spcBef>
                <a:spcPts val="0"/>
              </a:spcBef>
              <a:spcAft>
                <a:spcPts val="0"/>
              </a:spcAft>
              <a:buSzPts val="1100"/>
              <a:buFont typeface="IBM Plex Sans SemiBold"/>
              <a:buNone/>
              <a:defRPr sz="1100">
                <a:latin typeface="IBM Plex Sans SemiBold"/>
                <a:ea typeface="IBM Plex Sans SemiBold"/>
                <a:cs typeface="IBM Plex Sans SemiBold"/>
                <a:sym typeface="IBM Plex Sans SemiBold"/>
              </a:defRPr>
            </a:lvl7pPr>
            <a:lvl8pPr lvl="7" rtl="0">
              <a:spcBef>
                <a:spcPts val="0"/>
              </a:spcBef>
              <a:spcAft>
                <a:spcPts val="0"/>
              </a:spcAft>
              <a:buSzPts val="1100"/>
              <a:buFont typeface="IBM Plex Sans SemiBold"/>
              <a:buNone/>
              <a:defRPr sz="1100">
                <a:latin typeface="IBM Plex Sans SemiBold"/>
                <a:ea typeface="IBM Plex Sans SemiBold"/>
                <a:cs typeface="IBM Plex Sans SemiBold"/>
                <a:sym typeface="IBM Plex Sans SemiBold"/>
              </a:defRPr>
            </a:lvl8pPr>
            <a:lvl9pPr lvl="8" rtl="0">
              <a:spcBef>
                <a:spcPts val="0"/>
              </a:spcBef>
              <a:spcAft>
                <a:spcPts val="0"/>
              </a:spcAft>
              <a:buSzPts val="1100"/>
              <a:buFont typeface="IBM Plex Sans SemiBold"/>
              <a:buNone/>
              <a:defRPr sz="1100">
                <a:latin typeface="IBM Plex Sans SemiBold"/>
                <a:ea typeface="IBM Plex Sans SemiBold"/>
                <a:cs typeface="IBM Plex Sans SemiBold"/>
                <a:sym typeface="IBM Plex Sans SemiBold"/>
              </a:defRPr>
            </a:lvl9pPr>
          </a:lstStyle>
          <a:p>
            <a:endParaRPr/>
          </a:p>
        </p:txBody>
      </p:sp>
      <p:sp>
        <p:nvSpPr>
          <p:cNvPr id="1047" name="Google Shape;1047;p83"/>
          <p:cNvSpPr txBox="1">
            <a:spLocks noGrp="1"/>
          </p:cNvSpPr>
          <p:nvPr>
            <p:ph type="subTitle" idx="20"/>
          </p:nvPr>
        </p:nvSpPr>
        <p:spPr>
          <a:xfrm>
            <a:off x="7404043" y="1748886"/>
            <a:ext cx="1275900" cy="450600"/>
          </a:xfrm>
          <a:prstGeom prst="rect">
            <a:avLst/>
          </a:prstGeom>
        </p:spPr>
        <p:txBody>
          <a:bodyPr spcFirstLastPara="1" wrap="square" lIns="0" tIns="0" rIns="0" bIns="0" anchor="t" anchorCtr="0">
            <a:normAutofit/>
          </a:bodyPr>
          <a:lstStyle>
            <a:lvl1pPr lvl="0" rtl="0">
              <a:spcBef>
                <a:spcPts val="0"/>
              </a:spcBef>
              <a:spcAft>
                <a:spcPts val="0"/>
              </a:spcAft>
              <a:buClr>
                <a:schemeClr val="lt1"/>
              </a:buClr>
              <a:buSzPts val="1100"/>
              <a:buNone/>
              <a:defRPr sz="1100">
                <a:solidFill>
                  <a:schemeClr val="lt1"/>
                </a:solidFill>
              </a:defRPr>
            </a:lvl1pPr>
            <a:lvl2pPr lvl="1" rtl="0">
              <a:spcBef>
                <a:spcPts val="0"/>
              </a:spcBef>
              <a:spcAft>
                <a:spcPts val="0"/>
              </a:spcAft>
              <a:buSzPts val="1100"/>
              <a:buNone/>
              <a:defRPr sz="1100"/>
            </a:lvl2pPr>
            <a:lvl3pPr lvl="2" rtl="0">
              <a:spcBef>
                <a:spcPts val="0"/>
              </a:spcBef>
              <a:spcAft>
                <a:spcPts val="0"/>
              </a:spcAft>
              <a:buSzPts val="1100"/>
              <a:buNone/>
              <a:defRPr sz="1100"/>
            </a:lvl3pPr>
            <a:lvl4pPr lvl="3" rtl="0">
              <a:spcBef>
                <a:spcPts val="0"/>
              </a:spcBef>
              <a:spcAft>
                <a:spcPts val="0"/>
              </a:spcAft>
              <a:buSzPts val="1100"/>
              <a:buNone/>
              <a:defRPr sz="1100"/>
            </a:lvl4pPr>
            <a:lvl5pPr lvl="4" rtl="0">
              <a:spcBef>
                <a:spcPts val="0"/>
              </a:spcBef>
              <a:spcAft>
                <a:spcPts val="0"/>
              </a:spcAft>
              <a:buSzPts val="1100"/>
              <a:buNone/>
              <a:defRPr sz="1100"/>
            </a:lvl5pPr>
            <a:lvl6pPr lvl="5" rtl="0">
              <a:spcBef>
                <a:spcPts val="0"/>
              </a:spcBef>
              <a:spcAft>
                <a:spcPts val="0"/>
              </a:spcAft>
              <a:buSzPts val="1100"/>
              <a:buNone/>
              <a:defRPr sz="1100"/>
            </a:lvl6pPr>
            <a:lvl7pPr lvl="6" rtl="0">
              <a:spcBef>
                <a:spcPts val="0"/>
              </a:spcBef>
              <a:spcAft>
                <a:spcPts val="0"/>
              </a:spcAft>
              <a:buSzPts val="1100"/>
              <a:buNone/>
              <a:defRPr sz="1100"/>
            </a:lvl7pPr>
            <a:lvl8pPr lvl="7" rtl="0">
              <a:spcBef>
                <a:spcPts val="0"/>
              </a:spcBef>
              <a:spcAft>
                <a:spcPts val="0"/>
              </a:spcAft>
              <a:buSzPts val="1100"/>
              <a:buNone/>
              <a:defRPr sz="1100"/>
            </a:lvl8pPr>
            <a:lvl9pPr lvl="8" rtl="0">
              <a:spcBef>
                <a:spcPts val="0"/>
              </a:spcBef>
              <a:spcAft>
                <a:spcPts val="0"/>
              </a:spcAft>
              <a:buSzPts val="1100"/>
              <a:buNone/>
              <a:defRPr sz="1100"/>
            </a:lvl9pPr>
          </a:lstStyle>
          <a:p>
            <a:endParaRPr/>
          </a:p>
        </p:txBody>
      </p:sp>
      <p:sp>
        <p:nvSpPr>
          <p:cNvPr id="1048" name="Google Shape;1048;p83"/>
          <p:cNvSpPr txBox="1">
            <a:spLocks noGrp="1"/>
          </p:cNvSpPr>
          <p:nvPr>
            <p:ph type="subTitle" idx="21"/>
          </p:nvPr>
        </p:nvSpPr>
        <p:spPr>
          <a:xfrm>
            <a:off x="7404043" y="2545315"/>
            <a:ext cx="1275900" cy="450600"/>
          </a:xfrm>
          <a:prstGeom prst="rect">
            <a:avLst/>
          </a:prstGeom>
        </p:spPr>
        <p:txBody>
          <a:bodyPr spcFirstLastPara="1" wrap="square" lIns="0" tIns="0" rIns="0" bIns="0" anchor="t" anchorCtr="0">
            <a:normAutofit/>
          </a:bodyPr>
          <a:lstStyle>
            <a:lvl1pPr lvl="0" rtl="0">
              <a:spcBef>
                <a:spcPts val="0"/>
              </a:spcBef>
              <a:spcAft>
                <a:spcPts val="0"/>
              </a:spcAft>
              <a:buClr>
                <a:schemeClr val="lt1"/>
              </a:buClr>
              <a:buSzPts val="1100"/>
              <a:buNone/>
              <a:defRPr sz="1100">
                <a:solidFill>
                  <a:schemeClr val="lt1"/>
                </a:solidFill>
              </a:defRPr>
            </a:lvl1pPr>
            <a:lvl2pPr lvl="1" rtl="0">
              <a:spcBef>
                <a:spcPts val="0"/>
              </a:spcBef>
              <a:spcAft>
                <a:spcPts val="0"/>
              </a:spcAft>
              <a:buSzPts val="1100"/>
              <a:buNone/>
              <a:defRPr sz="1100"/>
            </a:lvl2pPr>
            <a:lvl3pPr lvl="2" rtl="0">
              <a:spcBef>
                <a:spcPts val="0"/>
              </a:spcBef>
              <a:spcAft>
                <a:spcPts val="0"/>
              </a:spcAft>
              <a:buSzPts val="1100"/>
              <a:buNone/>
              <a:defRPr sz="1100"/>
            </a:lvl3pPr>
            <a:lvl4pPr lvl="3" rtl="0">
              <a:spcBef>
                <a:spcPts val="0"/>
              </a:spcBef>
              <a:spcAft>
                <a:spcPts val="0"/>
              </a:spcAft>
              <a:buSzPts val="1100"/>
              <a:buNone/>
              <a:defRPr sz="1100"/>
            </a:lvl4pPr>
            <a:lvl5pPr lvl="4" rtl="0">
              <a:spcBef>
                <a:spcPts val="0"/>
              </a:spcBef>
              <a:spcAft>
                <a:spcPts val="0"/>
              </a:spcAft>
              <a:buSzPts val="1100"/>
              <a:buNone/>
              <a:defRPr sz="1100"/>
            </a:lvl5pPr>
            <a:lvl6pPr lvl="5" rtl="0">
              <a:spcBef>
                <a:spcPts val="0"/>
              </a:spcBef>
              <a:spcAft>
                <a:spcPts val="0"/>
              </a:spcAft>
              <a:buSzPts val="1100"/>
              <a:buNone/>
              <a:defRPr sz="1100"/>
            </a:lvl6pPr>
            <a:lvl7pPr lvl="6" rtl="0">
              <a:spcBef>
                <a:spcPts val="0"/>
              </a:spcBef>
              <a:spcAft>
                <a:spcPts val="0"/>
              </a:spcAft>
              <a:buSzPts val="1100"/>
              <a:buNone/>
              <a:defRPr sz="1100"/>
            </a:lvl7pPr>
            <a:lvl8pPr lvl="7" rtl="0">
              <a:spcBef>
                <a:spcPts val="0"/>
              </a:spcBef>
              <a:spcAft>
                <a:spcPts val="0"/>
              </a:spcAft>
              <a:buSzPts val="1100"/>
              <a:buNone/>
              <a:defRPr sz="1100"/>
            </a:lvl8pPr>
            <a:lvl9pPr lvl="8" rtl="0">
              <a:spcBef>
                <a:spcPts val="0"/>
              </a:spcBef>
              <a:spcAft>
                <a:spcPts val="0"/>
              </a:spcAft>
              <a:buSzPts val="1100"/>
              <a:buNone/>
              <a:defRPr sz="1100"/>
            </a:lvl9pPr>
          </a:lstStyle>
          <a:p>
            <a:endParaRPr/>
          </a:p>
        </p:txBody>
      </p:sp>
      <p:sp>
        <p:nvSpPr>
          <p:cNvPr id="1049" name="Google Shape;1049;p83"/>
          <p:cNvSpPr txBox="1">
            <a:spLocks noGrp="1"/>
          </p:cNvSpPr>
          <p:nvPr>
            <p:ph type="subTitle" idx="22"/>
          </p:nvPr>
        </p:nvSpPr>
        <p:spPr>
          <a:xfrm>
            <a:off x="7404043" y="3289956"/>
            <a:ext cx="1275900" cy="450600"/>
          </a:xfrm>
          <a:prstGeom prst="rect">
            <a:avLst/>
          </a:prstGeom>
        </p:spPr>
        <p:txBody>
          <a:bodyPr spcFirstLastPara="1" wrap="square" lIns="0" tIns="0" rIns="0" bIns="0" anchor="t" anchorCtr="0">
            <a:normAutofit/>
          </a:bodyPr>
          <a:lstStyle>
            <a:lvl1pPr lvl="0" rtl="0">
              <a:spcBef>
                <a:spcPts val="0"/>
              </a:spcBef>
              <a:spcAft>
                <a:spcPts val="0"/>
              </a:spcAft>
              <a:buClr>
                <a:schemeClr val="lt1"/>
              </a:buClr>
              <a:buSzPts val="1100"/>
              <a:buNone/>
              <a:defRPr sz="1100">
                <a:solidFill>
                  <a:schemeClr val="lt1"/>
                </a:solidFill>
              </a:defRPr>
            </a:lvl1pPr>
            <a:lvl2pPr lvl="1" rtl="0">
              <a:spcBef>
                <a:spcPts val="0"/>
              </a:spcBef>
              <a:spcAft>
                <a:spcPts val="0"/>
              </a:spcAft>
              <a:buSzPts val="1100"/>
              <a:buNone/>
              <a:defRPr sz="1100"/>
            </a:lvl2pPr>
            <a:lvl3pPr lvl="2" rtl="0">
              <a:spcBef>
                <a:spcPts val="0"/>
              </a:spcBef>
              <a:spcAft>
                <a:spcPts val="0"/>
              </a:spcAft>
              <a:buSzPts val="1100"/>
              <a:buNone/>
              <a:defRPr sz="1100"/>
            </a:lvl3pPr>
            <a:lvl4pPr lvl="3" rtl="0">
              <a:spcBef>
                <a:spcPts val="0"/>
              </a:spcBef>
              <a:spcAft>
                <a:spcPts val="0"/>
              </a:spcAft>
              <a:buSzPts val="1100"/>
              <a:buNone/>
              <a:defRPr sz="1100"/>
            </a:lvl4pPr>
            <a:lvl5pPr lvl="4" rtl="0">
              <a:spcBef>
                <a:spcPts val="0"/>
              </a:spcBef>
              <a:spcAft>
                <a:spcPts val="0"/>
              </a:spcAft>
              <a:buSzPts val="1100"/>
              <a:buNone/>
              <a:defRPr sz="1100"/>
            </a:lvl5pPr>
            <a:lvl6pPr lvl="5" rtl="0">
              <a:spcBef>
                <a:spcPts val="0"/>
              </a:spcBef>
              <a:spcAft>
                <a:spcPts val="0"/>
              </a:spcAft>
              <a:buSzPts val="1100"/>
              <a:buNone/>
              <a:defRPr sz="1100"/>
            </a:lvl6pPr>
            <a:lvl7pPr lvl="6" rtl="0">
              <a:spcBef>
                <a:spcPts val="0"/>
              </a:spcBef>
              <a:spcAft>
                <a:spcPts val="0"/>
              </a:spcAft>
              <a:buSzPts val="1100"/>
              <a:buNone/>
              <a:defRPr sz="1100"/>
            </a:lvl7pPr>
            <a:lvl8pPr lvl="7" rtl="0">
              <a:spcBef>
                <a:spcPts val="0"/>
              </a:spcBef>
              <a:spcAft>
                <a:spcPts val="0"/>
              </a:spcAft>
              <a:buSzPts val="1100"/>
              <a:buNone/>
              <a:defRPr sz="1100"/>
            </a:lvl8pPr>
            <a:lvl9pPr lvl="8" rtl="0">
              <a:spcBef>
                <a:spcPts val="0"/>
              </a:spcBef>
              <a:spcAft>
                <a:spcPts val="0"/>
              </a:spcAft>
              <a:buSzPts val="1100"/>
              <a:buNone/>
              <a:defRPr sz="1100"/>
            </a:lvl9pPr>
          </a:lstStyle>
          <a:p>
            <a:endParaRPr/>
          </a:p>
        </p:txBody>
      </p:sp>
      <p:sp>
        <p:nvSpPr>
          <p:cNvPr id="1050" name="Google Shape;1050;p83"/>
          <p:cNvSpPr txBox="1">
            <a:spLocks noGrp="1"/>
          </p:cNvSpPr>
          <p:nvPr>
            <p:ph type="subTitle" idx="23"/>
          </p:nvPr>
        </p:nvSpPr>
        <p:spPr>
          <a:xfrm>
            <a:off x="7404043" y="4081510"/>
            <a:ext cx="1275900" cy="450600"/>
          </a:xfrm>
          <a:prstGeom prst="rect">
            <a:avLst/>
          </a:prstGeom>
        </p:spPr>
        <p:txBody>
          <a:bodyPr spcFirstLastPara="1" wrap="square" lIns="0" tIns="0" rIns="0" bIns="0" anchor="t" anchorCtr="0">
            <a:normAutofit/>
          </a:bodyPr>
          <a:lstStyle>
            <a:lvl1pPr lvl="0" rtl="0">
              <a:spcBef>
                <a:spcPts val="0"/>
              </a:spcBef>
              <a:spcAft>
                <a:spcPts val="0"/>
              </a:spcAft>
              <a:buClr>
                <a:schemeClr val="lt1"/>
              </a:buClr>
              <a:buSzPts val="1100"/>
              <a:buNone/>
              <a:defRPr sz="1100">
                <a:solidFill>
                  <a:schemeClr val="lt1"/>
                </a:solidFill>
              </a:defRPr>
            </a:lvl1pPr>
            <a:lvl2pPr lvl="1" rtl="0">
              <a:spcBef>
                <a:spcPts val="0"/>
              </a:spcBef>
              <a:spcAft>
                <a:spcPts val="0"/>
              </a:spcAft>
              <a:buSzPts val="1100"/>
              <a:buNone/>
              <a:defRPr sz="1100"/>
            </a:lvl2pPr>
            <a:lvl3pPr lvl="2" rtl="0">
              <a:spcBef>
                <a:spcPts val="0"/>
              </a:spcBef>
              <a:spcAft>
                <a:spcPts val="0"/>
              </a:spcAft>
              <a:buSzPts val="1100"/>
              <a:buNone/>
              <a:defRPr sz="1100"/>
            </a:lvl3pPr>
            <a:lvl4pPr lvl="3" rtl="0">
              <a:spcBef>
                <a:spcPts val="0"/>
              </a:spcBef>
              <a:spcAft>
                <a:spcPts val="0"/>
              </a:spcAft>
              <a:buSzPts val="1100"/>
              <a:buNone/>
              <a:defRPr sz="1100"/>
            </a:lvl4pPr>
            <a:lvl5pPr lvl="4" rtl="0">
              <a:spcBef>
                <a:spcPts val="0"/>
              </a:spcBef>
              <a:spcAft>
                <a:spcPts val="0"/>
              </a:spcAft>
              <a:buSzPts val="1100"/>
              <a:buNone/>
              <a:defRPr sz="1100"/>
            </a:lvl5pPr>
            <a:lvl6pPr lvl="5" rtl="0">
              <a:spcBef>
                <a:spcPts val="0"/>
              </a:spcBef>
              <a:spcAft>
                <a:spcPts val="0"/>
              </a:spcAft>
              <a:buSzPts val="1100"/>
              <a:buNone/>
              <a:defRPr sz="1100"/>
            </a:lvl6pPr>
            <a:lvl7pPr lvl="6" rtl="0">
              <a:spcBef>
                <a:spcPts val="0"/>
              </a:spcBef>
              <a:spcAft>
                <a:spcPts val="0"/>
              </a:spcAft>
              <a:buSzPts val="1100"/>
              <a:buNone/>
              <a:defRPr sz="1100"/>
            </a:lvl7pPr>
            <a:lvl8pPr lvl="7" rtl="0">
              <a:spcBef>
                <a:spcPts val="0"/>
              </a:spcBef>
              <a:spcAft>
                <a:spcPts val="0"/>
              </a:spcAft>
              <a:buSzPts val="1100"/>
              <a:buNone/>
              <a:defRPr sz="1100"/>
            </a:lvl8pPr>
            <a:lvl9pPr lvl="8" rtl="0">
              <a:spcBef>
                <a:spcPts val="0"/>
              </a:spcBef>
              <a:spcAft>
                <a:spcPts val="0"/>
              </a:spcAft>
              <a:buSzPts val="1100"/>
              <a:buNone/>
              <a:defRPr sz="1100"/>
            </a:lvl9pPr>
          </a:lstStyle>
          <a:p>
            <a:endParaRPr/>
          </a:p>
        </p:txBody>
      </p:sp>
      <p:sp>
        <p:nvSpPr>
          <p:cNvPr id="1051" name="Google Shape;1051;p83"/>
          <p:cNvSpPr txBox="1">
            <a:spLocks noGrp="1"/>
          </p:cNvSpPr>
          <p:nvPr>
            <p:ph type="subTitle" idx="24"/>
          </p:nvPr>
        </p:nvSpPr>
        <p:spPr>
          <a:xfrm>
            <a:off x="457200" y="2528800"/>
            <a:ext cx="1275900" cy="323700"/>
          </a:xfrm>
          <a:prstGeom prst="rect">
            <a:avLst/>
          </a:prstGeom>
        </p:spPr>
        <p:txBody>
          <a:bodyPr spcFirstLastPara="1" wrap="square" lIns="0" tIns="0" rIns="0" bIns="0" anchor="ctr" anchorCtr="0">
            <a:normAutofit/>
          </a:bodyPr>
          <a:lstStyle>
            <a:lvl1pPr lvl="0" algn="ctr" rtl="0">
              <a:lnSpc>
                <a:spcPct val="100000"/>
              </a:lnSpc>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1pPr>
            <a:lvl2pPr lvl="1" algn="ctr" rtl="0">
              <a:lnSpc>
                <a:spcPct val="100000"/>
              </a:lnSpc>
              <a:spcBef>
                <a:spcPts val="0"/>
              </a:spcBef>
              <a:spcAft>
                <a:spcPts val="0"/>
              </a:spcAft>
              <a:buClr>
                <a:schemeClr val="dk1"/>
              </a:buClr>
              <a:buSzPts val="1200"/>
              <a:buFont typeface="IBM Plex Sans Medium"/>
              <a:buNone/>
              <a:defRPr sz="1200">
                <a:latin typeface="IBM Plex Sans Medium"/>
                <a:ea typeface="IBM Plex Sans Medium"/>
                <a:cs typeface="IBM Plex Sans Medium"/>
                <a:sym typeface="IBM Plex Sans Medium"/>
              </a:defRPr>
            </a:lvl2pPr>
            <a:lvl3pPr lvl="2" algn="ctr" rtl="0">
              <a:lnSpc>
                <a:spcPct val="100000"/>
              </a:lnSpc>
              <a:spcBef>
                <a:spcPts val="0"/>
              </a:spcBef>
              <a:spcAft>
                <a:spcPts val="0"/>
              </a:spcAft>
              <a:buClr>
                <a:schemeClr val="dk1"/>
              </a:buClr>
              <a:buSzPts val="1200"/>
              <a:buFont typeface="IBM Plex Sans Medium"/>
              <a:buNone/>
              <a:defRPr sz="1200">
                <a:latin typeface="IBM Plex Sans Medium"/>
                <a:ea typeface="IBM Plex Sans Medium"/>
                <a:cs typeface="IBM Plex Sans Medium"/>
                <a:sym typeface="IBM Plex Sans Medium"/>
              </a:defRPr>
            </a:lvl3pPr>
            <a:lvl4pPr lvl="3" algn="ctr" rtl="0">
              <a:lnSpc>
                <a:spcPct val="100000"/>
              </a:lnSpc>
              <a:spcBef>
                <a:spcPts val="0"/>
              </a:spcBef>
              <a:spcAft>
                <a:spcPts val="0"/>
              </a:spcAft>
              <a:buClr>
                <a:schemeClr val="dk1"/>
              </a:buClr>
              <a:buSzPts val="1200"/>
              <a:buFont typeface="IBM Plex Sans Medium"/>
              <a:buNone/>
              <a:defRPr sz="1200">
                <a:latin typeface="IBM Plex Sans Medium"/>
                <a:ea typeface="IBM Plex Sans Medium"/>
                <a:cs typeface="IBM Plex Sans Medium"/>
                <a:sym typeface="IBM Plex Sans Medium"/>
              </a:defRPr>
            </a:lvl4pPr>
            <a:lvl5pPr lvl="4" algn="ctr" rtl="0">
              <a:lnSpc>
                <a:spcPct val="100000"/>
              </a:lnSpc>
              <a:spcBef>
                <a:spcPts val="0"/>
              </a:spcBef>
              <a:spcAft>
                <a:spcPts val="0"/>
              </a:spcAft>
              <a:buSzPts val="1200"/>
              <a:buFont typeface="IBM Plex Sans Medium"/>
              <a:buNone/>
              <a:defRPr sz="1200">
                <a:latin typeface="IBM Plex Sans Medium"/>
                <a:ea typeface="IBM Plex Sans Medium"/>
                <a:cs typeface="IBM Plex Sans Medium"/>
                <a:sym typeface="IBM Plex Sans Medium"/>
              </a:defRPr>
            </a:lvl5pPr>
            <a:lvl6pPr lvl="5" algn="ctr" rtl="0">
              <a:lnSpc>
                <a:spcPct val="100000"/>
              </a:lnSpc>
              <a:spcBef>
                <a:spcPts val="0"/>
              </a:spcBef>
              <a:spcAft>
                <a:spcPts val="0"/>
              </a:spcAft>
              <a:buSzPts val="1200"/>
              <a:buFont typeface="IBM Plex Sans Medium"/>
              <a:buNone/>
              <a:defRPr sz="1200">
                <a:latin typeface="IBM Plex Sans Medium"/>
                <a:ea typeface="IBM Plex Sans Medium"/>
                <a:cs typeface="IBM Plex Sans Medium"/>
                <a:sym typeface="IBM Plex Sans Medium"/>
              </a:defRPr>
            </a:lvl6pPr>
            <a:lvl7pPr lvl="6" algn="ctr" rtl="0">
              <a:lnSpc>
                <a:spcPct val="100000"/>
              </a:lnSpc>
              <a:spcBef>
                <a:spcPts val="0"/>
              </a:spcBef>
              <a:spcAft>
                <a:spcPts val="0"/>
              </a:spcAft>
              <a:buSzPts val="1200"/>
              <a:buFont typeface="IBM Plex Sans Medium"/>
              <a:buNone/>
              <a:defRPr sz="1200">
                <a:latin typeface="IBM Plex Sans Medium"/>
                <a:ea typeface="IBM Plex Sans Medium"/>
                <a:cs typeface="IBM Plex Sans Medium"/>
                <a:sym typeface="IBM Plex Sans Medium"/>
              </a:defRPr>
            </a:lvl7pPr>
            <a:lvl8pPr lvl="7" algn="ctr" rtl="0">
              <a:lnSpc>
                <a:spcPct val="100000"/>
              </a:lnSpc>
              <a:spcBef>
                <a:spcPts val="0"/>
              </a:spcBef>
              <a:spcAft>
                <a:spcPts val="0"/>
              </a:spcAft>
              <a:buSzPts val="1200"/>
              <a:buFont typeface="IBM Plex Sans Medium"/>
              <a:buNone/>
              <a:defRPr sz="1200">
                <a:latin typeface="IBM Plex Sans Medium"/>
                <a:ea typeface="IBM Plex Sans Medium"/>
                <a:cs typeface="IBM Plex Sans Medium"/>
                <a:sym typeface="IBM Plex Sans Medium"/>
              </a:defRPr>
            </a:lvl8pPr>
            <a:lvl9pPr lvl="8" algn="ctr" rtl="0">
              <a:lnSpc>
                <a:spcPct val="100000"/>
              </a:lnSpc>
              <a:spcBef>
                <a:spcPts val="0"/>
              </a:spcBef>
              <a:spcAft>
                <a:spcPts val="0"/>
              </a:spcAft>
              <a:buSzPts val="1200"/>
              <a:buFont typeface="IBM Plex Sans Medium"/>
              <a:buNone/>
              <a:defRPr sz="1200">
                <a:latin typeface="IBM Plex Sans Medium"/>
                <a:ea typeface="IBM Plex Sans Medium"/>
                <a:cs typeface="IBM Plex Sans Medium"/>
                <a:sym typeface="IBM Plex Sans Medium"/>
              </a:defRPr>
            </a:lvl9pPr>
          </a:lstStyle>
          <a:p>
            <a:endParaRPr/>
          </a:p>
        </p:txBody>
      </p:sp>
    </p:spTree>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matchingName="Timeline - 1">
  <p:cSld name="TITLE_ONLY_9">
    <p:spTree>
      <p:nvGrpSpPr>
        <p:cNvPr id="1" name="Shape 1052"/>
        <p:cNvGrpSpPr/>
        <p:nvPr/>
      </p:nvGrpSpPr>
      <p:grpSpPr>
        <a:xfrm>
          <a:off x="0" y="0"/>
          <a:ext cx="0" cy="0"/>
          <a:chOff x="0" y="0"/>
          <a:chExt cx="0" cy="0"/>
        </a:xfrm>
      </p:grpSpPr>
      <p:sp>
        <p:nvSpPr>
          <p:cNvPr id="1053" name="Google Shape;1053;p84"/>
          <p:cNvSpPr txBox="1">
            <a:spLocks noGrp="1"/>
          </p:cNvSpPr>
          <p:nvPr>
            <p:ph type="title"/>
          </p:nvPr>
        </p:nvSpPr>
        <p:spPr>
          <a:xfrm>
            <a:off x="457200" y="114300"/>
            <a:ext cx="8229600" cy="903300"/>
          </a:xfrm>
          <a:prstGeom prst="rect">
            <a:avLst/>
          </a:prstGeom>
        </p:spPr>
        <p:txBody>
          <a:bodyPr spcFirstLastPara="1" wrap="square" lIns="0" tIns="0" rIns="0" bIns="0" anchor="t" anchorCtr="0">
            <a:normAutofit/>
          </a:bodyPr>
          <a:lstStyle>
            <a:lvl1pPr lvl="0" rtl="0">
              <a:spcBef>
                <a:spcPts val="0"/>
              </a:spcBef>
              <a:spcAft>
                <a:spcPts val="0"/>
              </a:spcAft>
              <a:buSzPts val="34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1054" name="Google Shape;1054;p84"/>
          <p:cNvSpPr txBox="1">
            <a:spLocks noGrp="1"/>
          </p:cNvSpPr>
          <p:nvPr>
            <p:ph type="sldNum" idx="12"/>
          </p:nvPr>
        </p:nvSpPr>
        <p:spPr>
          <a:xfrm>
            <a:off x="8366700" y="4805546"/>
            <a:ext cx="548700" cy="215400"/>
          </a:xfrm>
          <a:prstGeom prst="rect">
            <a:avLst/>
          </a:prstGeom>
        </p:spPr>
        <p:txBody>
          <a:bodyPr spcFirstLastPara="1" wrap="square" lIns="0" tIns="0" rIns="0" bIns="0" anchor="b"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pic>
        <p:nvPicPr>
          <p:cNvPr id="1055" name="Google Shape;1055;p84"/>
          <p:cNvPicPr preferRelativeResize="0"/>
          <p:nvPr/>
        </p:nvPicPr>
        <p:blipFill>
          <a:blip r:embed="rId2">
            <a:alphaModFix/>
          </a:blip>
          <a:stretch>
            <a:fillRect/>
          </a:stretch>
        </p:blipFill>
        <p:spPr>
          <a:xfrm>
            <a:off x="8544852" y="62010"/>
            <a:ext cx="599140" cy="599141"/>
          </a:xfrm>
          <a:prstGeom prst="rect">
            <a:avLst/>
          </a:prstGeom>
          <a:noFill/>
          <a:ln>
            <a:noFill/>
          </a:ln>
        </p:spPr>
      </p:pic>
      <p:sp>
        <p:nvSpPr>
          <p:cNvPr id="1056" name="Google Shape;1056;p84"/>
          <p:cNvSpPr txBox="1">
            <a:spLocks noGrp="1"/>
          </p:cNvSpPr>
          <p:nvPr>
            <p:ph type="subTitle" idx="1"/>
          </p:nvPr>
        </p:nvSpPr>
        <p:spPr>
          <a:xfrm>
            <a:off x="467075" y="4814525"/>
            <a:ext cx="2326500" cy="206400"/>
          </a:xfrm>
          <a:prstGeom prst="rect">
            <a:avLst/>
          </a:prstGeom>
        </p:spPr>
        <p:txBody>
          <a:bodyPr spcFirstLastPara="1" wrap="square" lIns="0" tIns="0" rIns="0" bIns="0" anchor="b" anchorCtr="0">
            <a:normAutofit/>
          </a:bodyPr>
          <a:lstStyle>
            <a:lvl1pPr lvl="0" rtl="0">
              <a:spcBef>
                <a:spcPts val="0"/>
              </a:spcBef>
              <a:spcAft>
                <a:spcPts val="0"/>
              </a:spcAft>
              <a:buClr>
                <a:schemeClr val="dk2"/>
              </a:buClr>
              <a:buSzPts val="700"/>
              <a:buNone/>
              <a:defRPr sz="700">
                <a:solidFill>
                  <a:schemeClr val="dk2"/>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cxnSp>
        <p:nvCxnSpPr>
          <p:cNvPr id="1057" name="Google Shape;1057;p84"/>
          <p:cNvCxnSpPr/>
          <p:nvPr/>
        </p:nvCxnSpPr>
        <p:spPr>
          <a:xfrm>
            <a:off x="1234459" y="2686025"/>
            <a:ext cx="7371300" cy="0"/>
          </a:xfrm>
          <a:prstGeom prst="straightConnector1">
            <a:avLst/>
          </a:prstGeom>
          <a:noFill/>
          <a:ln w="19050" cap="flat" cmpd="sng">
            <a:solidFill>
              <a:schemeClr val="accent5"/>
            </a:solidFill>
            <a:prstDash val="dash"/>
            <a:round/>
            <a:headEnd type="none" w="med" len="med"/>
            <a:tailEnd type="none" w="med" len="med"/>
          </a:ln>
        </p:spPr>
      </p:cxnSp>
      <p:sp>
        <p:nvSpPr>
          <p:cNvPr id="1058" name="Google Shape;1058;p84"/>
          <p:cNvSpPr/>
          <p:nvPr/>
        </p:nvSpPr>
        <p:spPr>
          <a:xfrm>
            <a:off x="1774163" y="2599323"/>
            <a:ext cx="173400" cy="173400"/>
          </a:xfrm>
          <a:prstGeom prst="roundRect">
            <a:avLst>
              <a:gd name="adj" fmla="val 50000"/>
            </a:avLst>
          </a:prstGeom>
          <a:solidFill>
            <a:schemeClr val="dk2"/>
          </a:solidFill>
          <a:ln>
            <a:noFill/>
          </a:ln>
        </p:spPr>
        <p:txBody>
          <a:bodyPr spcFirstLastPara="1" wrap="square" lIns="57150" tIns="57150" rIns="57150" bIns="57150" anchor="ctr" anchorCtr="0">
            <a:noAutofit/>
          </a:bodyPr>
          <a:lstStyle/>
          <a:p>
            <a:pPr marL="0" lvl="0" indent="0" algn="ctr" rtl="0">
              <a:spcBef>
                <a:spcPts val="0"/>
              </a:spcBef>
              <a:spcAft>
                <a:spcPts val="0"/>
              </a:spcAft>
              <a:buNone/>
            </a:pPr>
            <a:endParaRPr sz="800" b="1">
              <a:solidFill>
                <a:srgbClr val="FFFFFF"/>
              </a:solidFill>
              <a:latin typeface="IBM Plex Sans"/>
              <a:ea typeface="IBM Plex Sans"/>
              <a:cs typeface="IBM Plex Sans"/>
              <a:sym typeface="IBM Plex Sans"/>
            </a:endParaRPr>
          </a:p>
        </p:txBody>
      </p:sp>
      <p:cxnSp>
        <p:nvCxnSpPr>
          <p:cNvPr id="1059" name="Google Shape;1059;p84"/>
          <p:cNvCxnSpPr>
            <a:stCxn id="1058" idx="2"/>
          </p:cNvCxnSpPr>
          <p:nvPr/>
        </p:nvCxnSpPr>
        <p:spPr>
          <a:xfrm>
            <a:off x="1860863" y="2772723"/>
            <a:ext cx="0" cy="315300"/>
          </a:xfrm>
          <a:prstGeom prst="straightConnector1">
            <a:avLst/>
          </a:prstGeom>
          <a:noFill/>
          <a:ln w="19050" cap="flat" cmpd="sng">
            <a:solidFill>
              <a:schemeClr val="dk2"/>
            </a:solidFill>
            <a:prstDash val="solid"/>
            <a:round/>
            <a:headEnd type="none" w="med" len="med"/>
            <a:tailEnd type="none" w="med" len="med"/>
          </a:ln>
        </p:spPr>
      </p:cxnSp>
      <p:sp>
        <p:nvSpPr>
          <p:cNvPr id="1060" name="Google Shape;1060;p84"/>
          <p:cNvSpPr/>
          <p:nvPr/>
        </p:nvSpPr>
        <p:spPr>
          <a:xfrm>
            <a:off x="4681163" y="2599323"/>
            <a:ext cx="173400" cy="173400"/>
          </a:xfrm>
          <a:prstGeom prst="roundRect">
            <a:avLst>
              <a:gd name="adj" fmla="val 50000"/>
            </a:avLst>
          </a:prstGeom>
          <a:solidFill>
            <a:schemeClr val="dk2"/>
          </a:solidFill>
          <a:ln>
            <a:noFill/>
          </a:ln>
        </p:spPr>
        <p:txBody>
          <a:bodyPr spcFirstLastPara="1" wrap="square" lIns="57150" tIns="57150" rIns="57150" bIns="57150" anchor="ctr" anchorCtr="0">
            <a:noAutofit/>
          </a:bodyPr>
          <a:lstStyle/>
          <a:p>
            <a:pPr marL="0" lvl="0" indent="0" algn="ctr" rtl="0">
              <a:spcBef>
                <a:spcPts val="0"/>
              </a:spcBef>
              <a:spcAft>
                <a:spcPts val="0"/>
              </a:spcAft>
              <a:buNone/>
            </a:pPr>
            <a:endParaRPr sz="800" b="1">
              <a:solidFill>
                <a:srgbClr val="FFFFFF"/>
              </a:solidFill>
              <a:latin typeface="IBM Plex Sans"/>
              <a:ea typeface="IBM Plex Sans"/>
              <a:cs typeface="IBM Plex Sans"/>
              <a:sym typeface="IBM Plex Sans"/>
            </a:endParaRPr>
          </a:p>
        </p:txBody>
      </p:sp>
      <p:sp>
        <p:nvSpPr>
          <p:cNvPr id="1061" name="Google Shape;1061;p84"/>
          <p:cNvSpPr/>
          <p:nvPr/>
        </p:nvSpPr>
        <p:spPr>
          <a:xfrm>
            <a:off x="3184313" y="2599323"/>
            <a:ext cx="173400" cy="173400"/>
          </a:xfrm>
          <a:prstGeom prst="roundRect">
            <a:avLst>
              <a:gd name="adj" fmla="val 50000"/>
            </a:avLst>
          </a:prstGeom>
          <a:solidFill>
            <a:schemeClr val="dk2"/>
          </a:solidFill>
          <a:ln>
            <a:noFill/>
          </a:ln>
        </p:spPr>
        <p:txBody>
          <a:bodyPr spcFirstLastPara="1" wrap="square" lIns="57150" tIns="57150" rIns="57150" bIns="57150" anchor="ctr" anchorCtr="0">
            <a:noAutofit/>
          </a:bodyPr>
          <a:lstStyle/>
          <a:p>
            <a:pPr marL="0" lvl="0" indent="0" algn="ctr" rtl="0">
              <a:spcBef>
                <a:spcPts val="0"/>
              </a:spcBef>
              <a:spcAft>
                <a:spcPts val="0"/>
              </a:spcAft>
              <a:buNone/>
            </a:pPr>
            <a:endParaRPr sz="800" b="1">
              <a:solidFill>
                <a:srgbClr val="FFFFFF"/>
              </a:solidFill>
              <a:latin typeface="IBM Plex Sans"/>
              <a:ea typeface="IBM Plex Sans"/>
              <a:cs typeface="IBM Plex Sans"/>
              <a:sym typeface="IBM Plex Sans"/>
            </a:endParaRPr>
          </a:p>
        </p:txBody>
      </p:sp>
      <p:sp>
        <p:nvSpPr>
          <p:cNvPr id="1062" name="Google Shape;1062;p84"/>
          <p:cNvSpPr/>
          <p:nvPr/>
        </p:nvSpPr>
        <p:spPr>
          <a:xfrm>
            <a:off x="6178013" y="2599323"/>
            <a:ext cx="173400" cy="173400"/>
          </a:xfrm>
          <a:prstGeom prst="roundRect">
            <a:avLst>
              <a:gd name="adj" fmla="val 50000"/>
            </a:avLst>
          </a:prstGeom>
          <a:solidFill>
            <a:schemeClr val="dk2"/>
          </a:solidFill>
          <a:ln>
            <a:noFill/>
          </a:ln>
        </p:spPr>
        <p:txBody>
          <a:bodyPr spcFirstLastPara="1" wrap="square" lIns="57150" tIns="57150" rIns="57150" bIns="57150" anchor="ctr" anchorCtr="0">
            <a:noAutofit/>
          </a:bodyPr>
          <a:lstStyle/>
          <a:p>
            <a:pPr marL="0" lvl="0" indent="0" algn="ctr" rtl="0">
              <a:spcBef>
                <a:spcPts val="0"/>
              </a:spcBef>
              <a:spcAft>
                <a:spcPts val="0"/>
              </a:spcAft>
              <a:buNone/>
            </a:pPr>
            <a:endParaRPr sz="800" b="1">
              <a:solidFill>
                <a:srgbClr val="FFFFFF"/>
              </a:solidFill>
              <a:latin typeface="IBM Plex Sans"/>
              <a:ea typeface="IBM Plex Sans"/>
              <a:cs typeface="IBM Plex Sans"/>
              <a:sym typeface="IBM Plex Sans"/>
            </a:endParaRPr>
          </a:p>
        </p:txBody>
      </p:sp>
      <p:sp>
        <p:nvSpPr>
          <p:cNvPr id="1063" name="Google Shape;1063;p84"/>
          <p:cNvSpPr/>
          <p:nvPr/>
        </p:nvSpPr>
        <p:spPr>
          <a:xfrm>
            <a:off x="7674863" y="2599323"/>
            <a:ext cx="173400" cy="173400"/>
          </a:xfrm>
          <a:prstGeom prst="roundRect">
            <a:avLst>
              <a:gd name="adj" fmla="val 50000"/>
            </a:avLst>
          </a:prstGeom>
          <a:solidFill>
            <a:schemeClr val="dk2"/>
          </a:solidFill>
          <a:ln>
            <a:noFill/>
          </a:ln>
        </p:spPr>
        <p:txBody>
          <a:bodyPr spcFirstLastPara="1" wrap="square" lIns="57150" tIns="57150" rIns="57150" bIns="57150" anchor="ctr" anchorCtr="0">
            <a:noAutofit/>
          </a:bodyPr>
          <a:lstStyle/>
          <a:p>
            <a:pPr marL="0" lvl="0" indent="0" algn="ctr" rtl="0">
              <a:spcBef>
                <a:spcPts val="0"/>
              </a:spcBef>
              <a:spcAft>
                <a:spcPts val="0"/>
              </a:spcAft>
              <a:buNone/>
            </a:pPr>
            <a:endParaRPr sz="800" b="1">
              <a:solidFill>
                <a:srgbClr val="FFFFFF"/>
              </a:solidFill>
              <a:latin typeface="IBM Plex Sans"/>
              <a:ea typeface="IBM Plex Sans"/>
              <a:cs typeface="IBM Plex Sans"/>
              <a:sym typeface="IBM Plex Sans"/>
            </a:endParaRPr>
          </a:p>
        </p:txBody>
      </p:sp>
      <p:cxnSp>
        <p:nvCxnSpPr>
          <p:cNvPr id="1064" name="Google Shape;1064;p84"/>
          <p:cNvCxnSpPr/>
          <p:nvPr/>
        </p:nvCxnSpPr>
        <p:spPr>
          <a:xfrm>
            <a:off x="3271013" y="2305023"/>
            <a:ext cx="0" cy="315300"/>
          </a:xfrm>
          <a:prstGeom prst="straightConnector1">
            <a:avLst/>
          </a:prstGeom>
          <a:noFill/>
          <a:ln w="19050" cap="flat" cmpd="sng">
            <a:solidFill>
              <a:schemeClr val="dk2"/>
            </a:solidFill>
            <a:prstDash val="solid"/>
            <a:round/>
            <a:headEnd type="none" w="med" len="med"/>
            <a:tailEnd type="none" w="med" len="med"/>
          </a:ln>
        </p:spPr>
      </p:cxnSp>
      <p:cxnSp>
        <p:nvCxnSpPr>
          <p:cNvPr id="1065" name="Google Shape;1065;p84"/>
          <p:cNvCxnSpPr/>
          <p:nvPr/>
        </p:nvCxnSpPr>
        <p:spPr>
          <a:xfrm>
            <a:off x="4767863" y="2764173"/>
            <a:ext cx="0" cy="315300"/>
          </a:xfrm>
          <a:prstGeom prst="straightConnector1">
            <a:avLst/>
          </a:prstGeom>
          <a:noFill/>
          <a:ln w="19050" cap="flat" cmpd="sng">
            <a:solidFill>
              <a:schemeClr val="dk2"/>
            </a:solidFill>
            <a:prstDash val="solid"/>
            <a:round/>
            <a:headEnd type="none" w="med" len="med"/>
            <a:tailEnd type="none" w="med" len="med"/>
          </a:ln>
        </p:spPr>
      </p:cxnSp>
      <p:cxnSp>
        <p:nvCxnSpPr>
          <p:cNvPr id="1066" name="Google Shape;1066;p84"/>
          <p:cNvCxnSpPr/>
          <p:nvPr/>
        </p:nvCxnSpPr>
        <p:spPr>
          <a:xfrm>
            <a:off x="6264713" y="2334623"/>
            <a:ext cx="0" cy="315300"/>
          </a:xfrm>
          <a:prstGeom prst="straightConnector1">
            <a:avLst/>
          </a:prstGeom>
          <a:noFill/>
          <a:ln w="19050" cap="flat" cmpd="sng">
            <a:solidFill>
              <a:schemeClr val="dk2"/>
            </a:solidFill>
            <a:prstDash val="solid"/>
            <a:round/>
            <a:headEnd type="none" w="med" len="med"/>
            <a:tailEnd type="none" w="med" len="med"/>
          </a:ln>
        </p:spPr>
      </p:cxnSp>
      <p:cxnSp>
        <p:nvCxnSpPr>
          <p:cNvPr id="1067" name="Google Shape;1067;p84"/>
          <p:cNvCxnSpPr/>
          <p:nvPr/>
        </p:nvCxnSpPr>
        <p:spPr>
          <a:xfrm>
            <a:off x="7761563" y="2772723"/>
            <a:ext cx="0" cy="315300"/>
          </a:xfrm>
          <a:prstGeom prst="straightConnector1">
            <a:avLst/>
          </a:prstGeom>
          <a:noFill/>
          <a:ln w="19050" cap="flat" cmpd="sng">
            <a:solidFill>
              <a:schemeClr val="dk2"/>
            </a:solidFill>
            <a:prstDash val="solid"/>
            <a:round/>
            <a:headEnd type="none" w="med" len="med"/>
            <a:tailEnd type="none" w="med" len="med"/>
          </a:ln>
        </p:spPr>
      </p:cxnSp>
      <p:sp>
        <p:nvSpPr>
          <p:cNvPr id="1068" name="Google Shape;1068;p84"/>
          <p:cNvSpPr/>
          <p:nvPr/>
        </p:nvSpPr>
        <p:spPr>
          <a:xfrm>
            <a:off x="8563023" y="2615299"/>
            <a:ext cx="123789" cy="141446"/>
          </a:xfrm>
          <a:custGeom>
            <a:avLst/>
            <a:gdLst/>
            <a:ahLst/>
            <a:cxnLst/>
            <a:rect l="l" t="t" r="r" b="b"/>
            <a:pathLst>
              <a:path w="184073" h="209550" extrusionOk="0">
                <a:moveTo>
                  <a:pt x="7715" y="0"/>
                </a:moveTo>
                <a:lnTo>
                  <a:pt x="6638" y="359"/>
                </a:lnTo>
                <a:lnTo>
                  <a:pt x="5562" y="718"/>
                </a:lnTo>
                <a:lnTo>
                  <a:pt x="4665" y="1256"/>
                </a:lnTo>
                <a:lnTo>
                  <a:pt x="3588" y="1794"/>
                </a:lnTo>
                <a:lnTo>
                  <a:pt x="2691" y="2512"/>
                </a:lnTo>
                <a:lnTo>
                  <a:pt x="1973" y="3409"/>
                </a:lnTo>
                <a:lnTo>
                  <a:pt x="1435" y="4306"/>
                </a:lnTo>
                <a:lnTo>
                  <a:pt x="897" y="5382"/>
                </a:lnTo>
                <a:lnTo>
                  <a:pt x="359" y="6459"/>
                </a:lnTo>
                <a:lnTo>
                  <a:pt x="179" y="7715"/>
                </a:lnTo>
                <a:lnTo>
                  <a:pt x="0" y="8970"/>
                </a:lnTo>
                <a:lnTo>
                  <a:pt x="0" y="104775"/>
                </a:lnTo>
                <a:lnTo>
                  <a:pt x="0" y="200580"/>
                </a:lnTo>
                <a:lnTo>
                  <a:pt x="179" y="201835"/>
                </a:lnTo>
                <a:lnTo>
                  <a:pt x="359" y="203091"/>
                </a:lnTo>
                <a:lnTo>
                  <a:pt x="897" y="204168"/>
                </a:lnTo>
                <a:lnTo>
                  <a:pt x="1435" y="205244"/>
                </a:lnTo>
                <a:lnTo>
                  <a:pt x="1973" y="206141"/>
                </a:lnTo>
                <a:lnTo>
                  <a:pt x="2691" y="207038"/>
                </a:lnTo>
                <a:lnTo>
                  <a:pt x="3588" y="207756"/>
                </a:lnTo>
                <a:lnTo>
                  <a:pt x="4665" y="208294"/>
                </a:lnTo>
                <a:lnTo>
                  <a:pt x="5562" y="208832"/>
                </a:lnTo>
                <a:lnTo>
                  <a:pt x="6638" y="209191"/>
                </a:lnTo>
                <a:lnTo>
                  <a:pt x="7715" y="209550"/>
                </a:lnTo>
                <a:lnTo>
                  <a:pt x="10047" y="209550"/>
                </a:lnTo>
                <a:lnTo>
                  <a:pt x="11303" y="209371"/>
                </a:lnTo>
                <a:lnTo>
                  <a:pt x="12379" y="208832"/>
                </a:lnTo>
                <a:lnTo>
                  <a:pt x="13635" y="208294"/>
                </a:lnTo>
                <a:lnTo>
                  <a:pt x="179408" y="112669"/>
                </a:lnTo>
                <a:lnTo>
                  <a:pt x="180485" y="111951"/>
                </a:lnTo>
                <a:lnTo>
                  <a:pt x="181382" y="111054"/>
                </a:lnTo>
                <a:lnTo>
                  <a:pt x="182279" y="110157"/>
                </a:lnTo>
                <a:lnTo>
                  <a:pt x="182817" y="109081"/>
                </a:lnTo>
                <a:lnTo>
                  <a:pt x="183355" y="108184"/>
                </a:lnTo>
                <a:lnTo>
                  <a:pt x="183714" y="107107"/>
                </a:lnTo>
                <a:lnTo>
                  <a:pt x="183894" y="105851"/>
                </a:lnTo>
                <a:lnTo>
                  <a:pt x="184073" y="104775"/>
                </a:lnTo>
                <a:lnTo>
                  <a:pt x="183894" y="103699"/>
                </a:lnTo>
                <a:lnTo>
                  <a:pt x="183714" y="102443"/>
                </a:lnTo>
                <a:lnTo>
                  <a:pt x="183355" y="101366"/>
                </a:lnTo>
                <a:lnTo>
                  <a:pt x="182817" y="100469"/>
                </a:lnTo>
                <a:lnTo>
                  <a:pt x="182279" y="99393"/>
                </a:lnTo>
                <a:lnTo>
                  <a:pt x="181382" y="98496"/>
                </a:lnTo>
                <a:lnTo>
                  <a:pt x="180485" y="97599"/>
                </a:lnTo>
                <a:lnTo>
                  <a:pt x="179408" y="96881"/>
                </a:lnTo>
                <a:lnTo>
                  <a:pt x="13635" y="1256"/>
                </a:lnTo>
                <a:lnTo>
                  <a:pt x="12379" y="718"/>
                </a:lnTo>
                <a:lnTo>
                  <a:pt x="11303" y="179"/>
                </a:lnTo>
                <a:lnTo>
                  <a:pt x="10047"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9" name="Google Shape;1069;p84"/>
          <p:cNvSpPr>
            <a:spLocks noGrp="1"/>
          </p:cNvSpPr>
          <p:nvPr>
            <p:ph type="pic" idx="2"/>
          </p:nvPr>
        </p:nvSpPr>
        <p:spPr>
          <a:xfrm>
            <a:off x="2971475" y="1152463"/>
            <a:ext cx="599100" cy="599100"/>
          </a:xfrm>
          <a:prstGeom prst="roundRect">
            <a:avLst>
              <a:gd name="adj" fmla="val 16667"/>
            </a:avLst>
          </a:prstGeom>
          <a:noFill/>
          <a:ln>
            <a:noFill/>
          </a:ln>
        </p:spPr>
      </p:sp>
      <p:sp>
        <p:nvSpPr>
          <p:cNvPr id="1070" name="Google Shape;1070;p84"/>
          <p:cNvSpPr>
            <a:spLocks noGrp="1"/>
          </p:cNvSpPr>
          <p:nvPr>
            <p:ph type="pic" idx="3"/>
          </p:nvPr>
        </p:nvSpPr>
        <p:spPr>
          <a:xfrm>
            <a:off x="5956925" y="1152463"/>
            <a:ext cx="599100" cy="599100"/>
          </a:xfrm>
          <a:prstGeom prst="roundRect">
            <a:avLst>
              <a:gd name="adj" fmla="val 16667"/>
            </a:avLst>
          </a:prstGeom>
          <a:noFill/>
          <a:ln>
            <a:noFill/>
          </a:ln>
        </p:spPr>
      </p:sp>
      <p:sp>
        <p:nvSpPr>
          <p:cNvPr id="1071" name="Google Shape;1071;p84"/>
          <p:cNvSpPr>
            <a:spLocks noGrp="1"/>
          </p:cNvSpPr>
          <p:nvPr>
            <p:ph type="pic" idx="4"/>
          </p:nvPr>
        </p:nvSpPr>
        <p:spPr>
          <a:xfrm>
            <a:off x="7462025" y="3164213"/>
            <a:ext cx="599100" cy="599100"/>
          </a:xfrm>
          <a:prstGeom prst="roundRect">
            <a:avLst>
              <a:gd name="adj" fmla="val 16667"/>
            </a:avLst>
          </a:prstGeom>
          <a:noFill/>
          <a:ln>
            <a:noFill/>
          </a:ln>
        </p:spPr>
      </p:sp>
      <p:sp>
        <p:nvSpPr>
          <p:cNvPr id="1072" name="Google Shape;1072;p84"/>
          <p:cNvSpPr>
            <a:spLocks noGrp="1"/>
          </p:cNvSpPr>
          <p:nvPr>
            <p:ph type="pic" idx="5"/>
          </p:nvPr>
        </p:nvSpPr>
        <p:spPr>
          <a:xfrm>
            <a:off x="4464188" y="3164213"/>
            <a:ext cx="599100" cy="599100"/>
          </a:xfrm>
          <a:prstGeom prst="roundRect">
            <a:avLst>
              <a:gd name="adj" fmla="val 16667"/>
            </a:avLst>
          </a:prstGeom>
          <a:noFill/>
          <a:ln>
            <a:noFill/>
          </a:ln>
        </p:spPr>
      </p:sp>
      <p:sp>
        <p:nvSpPr>
          <p:cNvPr id="1073" name="Google Shape;1073;p84"/>
          <p:cNvSpPr>
            <a:spLocks noGrp="1"/>
          </p:cNvSpPr>
          <p:nvPr>
            <p:ph type="pic" idx="6"/>
          </p:nvPr>
        </p:nvSpPr>
        <p:spPr>
          <a:xfrm>
            <a:off x="1561288" y="3164213"/>
            <a:ext cx="599100" cy="599100"/>
          </a:xfrm>
          <a:prstGeom prst="roundRect">
            <a:avLst>
              <a:gd name="adj" fmla="val 16667"/>
            </a:avLst>
          </a:prstGeom>
          <a:noFill/>
          <a:ln>
            <a:noFill/>
          </a:ln>
        </p:spPr>
      </p:sp>
      <p:sp>
        <p:nvSpPr>
          <p:cNvPr id="1074" name="Google Shape;1074;p84"/>
          <p:cNvSpPr txBox="1">
            <a:spLocks noGrp="1"/>
          </p:cNvSpPr>
          <p:nvPr>
            <p:ph type="subTitle" idx="7"/>
          </p:nvPr>
        </p:nvSpPr>
        <p:spPr>
          <a:xfrm>
            <a:off x="2480975" y="1829250"/>
            <a:ext cx="1580100" cy="398100"/>
          </a:xfrm>
          <a:prstGeom prst="rect">
            <a:avLst/>
          </a:prstGeom>
        </p:spPr>
        <p:txBody>
          <a:bodyPr spcFirstLastPara="1" wrap="square" lIns="0" tIns="0" rIns="0" bIns="0" anchor="t" anchorCtr="0">
            <a:normAutofit/>
          </a:bodyPr>
          <a:lstStyle>
            <a:lvl1pPr lvl="0" algn="ctr" rtl="0">
              <a:spcBef>
                <a:spcPts val="0"/>
              </a:spcBef>
              <a:spcAft>
                <a:spcPts val="0"/>
              </a:spcAft>
              <a:buClr>
                <a:schemeClr val="dk2"/>
              </a:buClr>
              <a:buSzPts val="1000"/>
              <a:buNone/>
              <a:defRPr sz="1000">
                <a:solidFill>
                  <a:schemeClr val="dk2"/>
                </a:solidFill>
              </a:defRPr>
            </a:lvl1pPr>
            <a:lvl2pPr lvl="1" algn="ctr" rtl="0">
              <a:spcBef>
                <a:spcPts val="0"/>
              </a:spcBef>
              <a:spcAft>
                <a:spcPts val="0"/>
              </a:spcAft>
              <a:buClr>
                <a:schemeClr val="dk1"/>
              </a:buClr>
              <a:buSzPts val="1000"/>
              <a:buNone/>
              <a:defRPr sz="1000"/>
            </a:lvl2pPr>
            <a:lvl3pPr lvl="2" algn="ctr" rtl="0">
              <a:spcBef>
                <a:spcPts val="0"/>
              </a:spcBef>
              <a:spcAft>
                <a:spcPts val="0"/>
              </a:spcAft>
              <a:buClr>
                <a:schemeClr val="dk1"/>
              </a:buClr>
              <a:buSzPts val="1000"/>
              <a:buNone/>
              <a:defRPr sz="1000"/>
            </a:lvl3pPr>
            <a:lvl4pPr lvl="3" algn="ctr" rtl="0">
              <a:spcBef>
                <a:spcPts val="0"/>
              </a:spcBef>
              <a:spcAft>
                <a:spcPts val="0"/>
              </a:spcAft>
              <a:buClr>
                <a:schemeClr val="dk1"/>
              </a:buClr>
              <a:buSzPts val="1000"/>
              <a:buNone/>
              <a:defRPr sz="1000"/>
            </a:lvl4pPr>
            <a:lvl5pPr lvl="4" algn="ctr" rtl="0">
              <a:spcBef>
                <a:spcPts val="0"/>
              </a:spcBef>
              <a:spcAft>
                <a:spcPts val="0"/>
              </a:spcAft>
              <a:buSzPts val="1000"/>
              <a:buNone/>
              <a:defRPr sz="1000"/>
            </a:lvl5pPr>
            <a:lvl6pPr lvl="5" algn="ctr" rtl="0">
              <a:spcBef>
                <a:spcPts val="0"/>
              </a:spcBef>
              <a:spcAft>
                <a:spcPts val="0"/>
              </a:spcAft>
              <a:buSzPts val="1000"/>
              <a:buNone/>
              <a:defRPr sz="1000"/>
            </a:lvl6pPr>
            <a:lvl7pPr lvl="6" algn="ctr" rtl="0">
              <a:spcBef>
                <a:spcPts val="0"/>
              </a:spcBef>
              <a:spcAft>
                <a:spcPts val="0"/>
              </a:spcAft>
              <a:buSzPts val="1000"/>
              <a:buNone/>
              <a:defRPr sz="1000"/>
            </a:lvl7pPr>
            <a:lvl8pPr lvl="7" algn="ctr" rtl="0">
              <a:spcBef>
                <a:spcPts val="0"/>
              </a:spcBef>
              <a:spcAft>
                <a:spcPts val="0"/>
              </a:spcAft>
              <a:buSzPts val="1000"/>
              <a:buNone/>
              <a:defRPr sz="1000"/>
            </a:lvl8pPr>
            <a:lvl9pPr lvl="8" algn="ctr" rtl="0">
              <a:spcBef>
                <a:spcPts val="0"/>
              </a:spcBef>
              <a:spcAft>
                <a:spcPts val="0"/>
              </a:spcAft>
              <a:buSzPts val="1000"/>
              <a:buNone/>
              <a:defRPr sz="1000"/>
            </a:lvl9pPr>
          </a:lstStyle>
          <a:p>
            <a:endParaRPr/>
          </a:p>
        </p:txBody>
      </p:sp>
      <p:sp>
        <p:nvSpPr>
          <p:cNvPr id="1075" name="Google Shape;1075;p84"/>
          <p:cNvSpPr txBox="1">
            <a:spLocks noGrp="1"/>
          </p:cNvSpPr>
          <p:nvPr>
            <p:ph type="subTitle" idx="8"/>
          </p:nvPr>
        </p:nvSpPr>
        <p:spPr>
          <a:xfrm>
            <a:off x="5433575" y="1844050"/>
            <a:ext cx="1662300" cy="398100"/>
          </a:xfrm>
          <a:prstGeom prst="rect">
            <a:avLst/>
          </a:prstGeom>
        </p:spPr>
        <p:txBody>
          <a:bodyPr spcFirstLastPara="1" wrap="square" lIns="0" tIns="0" rIns="0" bIns="0" anchor="t" anchorCtr="0">
            <a:normAutofit/>
          </a:bodyPr>
          <a:lstStyle>
            <a:lvl1pPr lvl="0" algn="ctr" rtl="0">
              <a:spcBef>
                <a:spcPts val="0"/>
              </a:spcBef>
              <a:spcAft>
                <a:spcPts val="0"/>
              </a:spcAft>
              <a:buClr>
                <a:schemeClr val="dk2"/>
              </a:buClr>
              <a:buSzPts val="1000"/>
              <a:buNone/>
              <a:defRPr sz="1000">
                <a:solidFill>
                  <a:schemeClr val="dk2"/>
                </a:solidFill>
              </a:defRPr>
            </a:lvl1pPr>
            <a:lvl2pPr lvl="1" algn="ctr" rtl="0">
              <a:spcBef>
                <a:spcPts val="0"/>
              </a:spcBef>
              <a:spcAft>
                <a:spcPts val="0"/>
              </a:spcAft>
              <a:buClr>
                <a:schemeClr val="dk1"/>
              </a:buClr>
              <a:buSzPts val="1000"/>
              <a:buNone/>
              <a:defRPr sz="1000"/>
            </a:lvl2pPr>
            <a:lvl3pPr lvl="2" algn="ctr" rtl="0">
              <a:spcBef>
                <a:spcPts val="0"/>
              </a:spcBef>
              <a:spcAft>
                <a:spcPts val="0"/>
              </a:spcAft>
              <a:buClr>
                <a:schemeClr val="dk1"/>
              </a:buClr>
              <a:buSzPts val="1000"/>
              <a:buNone/>
              <a:defRPr sz="1000"/>
            </a:lvl3pPr>
            <a:lvl4pPr lvl="3" algn="ctr" rtl="0">
              <a:spcBef>
                <a:spcPts val="0"/>
              </a:spcBef>
              <a:spcAft>
                <a:spcPts val="0"/>
              </a:spcAft>
              <a:buClr>
                <a:schemeClr val="dk1"/>
              </a:buClr>
              <a:buSzPts val="1000"/>
              <a:buNone/>
              <a:defRPr sz="1000"/>
            </a:lvl4pPr>
            <a:lvl5pPr lvl="4" algn="ctr" rtl="0">
              <a:spcBef>
                <a:spcPts val="0"/>
              </a:spcBef>
              <a:spcAft>
                <a:spcPts val="0"/>
              </a:spcAft>
              <a:buSzPts val="1000"/>
              <a:buNone/>
              <a:defRPr sz="1000"/>
            </a:lvl5pPr>
            <a:lvl6pPr lvl="5" algn="ctr" rtl="0">
              <a:spcBef>
                <a:spcPts val="0"/>
              </a:spcBef>
              <a:spcAft>
                <a:spcPts val="0"/>
              </a:spcAft>
              <a:buSzPts val="1000"/>
              <a:buNone/>
              <a:defRPr sz="1000"/>
            </a:lvl6pPr>
            <a:lvl7pPr lvl="6" algn="ctr" rtl="0">
              <a:spcBef>
                <a:spcPts val="0"/>
              </a:spcBef>
              <a:spcAft>
                <a:spcPts val="0"/>
              </a:spcAft>
              <a:buSzPts val="1000"/>
              <a:buNone/>
              <a:defRPr sz="1000"/>
            </a:lvl7pPr>
            <a:lvl8pPr lvl="7" algn="ctr" rtl="0">
              <a:spcBef>
                <a:spcPts val="0"/>
              </a:spcBef>
              <a:spcAft>
                <a:spcPts val="0"/>
              </a:spcAft>
              <a:buSzPts val="1000"/>
              <a:buNone/>
              <a:defRPr sz="1000"/>
            </a:lvl8pPr>
            <a:lvl9pPr lvl="8" algn="ctr" rtl="0">
              <a:spcBef>
                <a:spcPts val="0"/>
              </a:spcBef>
              <a:spcAft>
                <a:spcPts val="0"/>
              </a:spcAft>
              <a:buSzPts val="1000"/>
              <a:buNone/>
              <a:defRPr sz="1000"/>
            </a:lvl9pPr>
          </a:lstStyle>
          <a:p>
            <a:endParaRPr/>
          </a:p>
        </p:txBody>
      </p:sp>
      <p:sp>
        <p:nvSpPr>
          <p:cNvPr id="1076" name="Google Shape;1076;p84"/>
          <p:cNvSpPr txBox="1">
            <a:spLocks noGrp="1"/>
          </p:cNvSpPr>
          <p:nvPr>
            <p:ph type="subTitle" idx="9"/>
          </p:nvPr>
        </p:nvSpPr>
        <p:spPr>
          <a:xfrm>
            <a:off x="6930425" y="3862284"/>
            <a:ext cx="1662300" cy="398100"/>
          </a:xfrm>
          <a:prstGeom prst="rect">
            <a:avLst/>
          </a:prstGeom>
        </p:spPr>
        <p:txBody>
          <a:bodyPr spcFirstLastPara="1" wrap="square" lIns="0" tIns="0" rIns="0" bIns="0" anchor="t" anchorCtr="0">
            <a:normAutofit/>
          </a:bodyPr>
          <a:lstStyle>
            <a:lvl1pPr lvl="0" algn="ctr" rtl="0">
              <a:spcBef>
                <a:spcPts val="0"/>
              </a:spcBef>
              <a:spcAft>
                <a:spcPts val="0"/>
              </a:spcAft>
              <a:buClr>
                <a:schemeClr val="dk2"/>
              </a:buClr>
              <a:buSzPts val="1000"/>
              <a:buNone/>
              <a:defRPr sz="1000">
                <a:solidFill>
                  <a:schemeClr val="dk2"/>
                </a:solidFill>
              </a:defRPr>
            </a:lvl1pPr>
            <a:lvl2pPr lvl="1" algn="ctr" rtl="0">
              <a:spcBef>
                <a:spcPts val="0"/>
              </a:spcBef>
              <a:spcAft>
                <a:spcPts val="0"/>
              </a:spcAft>
              <a:buClr>
                <a:schemeClr val="dk1"/>
              </a:buClr>
              <a:buSzPts val="1000"/>
              <a:buNone/>
              <a:defRPr sz="1000"/>
            </a:lvl2pPr>
            <a:lvl3pPr lvl="2" algn="ctr" rtl="0">
              <a:spcBef>
                <a:spcPts val="0"/>
              </a:spcBef>
              <a:spcAft>
                <a:spcPts val="0"/>
              </a:spcAft>
              <a:buClr>
                <a:schemeClr val="dk1"/>
              </a:buClr>
              <a:buSzPts val="1000"/>
              <a:buNone/>
              <a:defRPr sz="1000"/>
            </a:lvl3pPr>
            <a:lvl4pPr lvl="3" algn="ctr" rtl="0">
              <a:spcBef>
                <a:spcPts val="0"/>
              </a:spcBef>
              <a:spcAft>
                <a:spcPts val="0"/>
              </a:spcAft>
              <a:buClr>
                <a:schemeClr val="dk1"/>
              </a:buClr>
              <a:buSzPts val="1000"/>
              <a:buNone/>
              <a:defRPr sz="1000"/>
            </a:lvl4pPr>
            <a:lvl5pPr lvl="4" algn="ctr" rtl="0">
              <a:spcBef>
                <a:spcPts val="0"/>
              </a:spcBef>
              <a:spcAft>
                <a:spcPts val="0"/>
              </a:spcAft>
              <a:buSzPts val="1000"/>
              <a:buNone/>
              <a:defRPr sz="1000"/>
            </a:lvl5pPr>
            <a:lvl6pPr lvl="5" algn="ctr" rtl="0">
              <a:spcBef>
                <a:spcPts val="0"/>
              </a:spcBef>
              <a:spcAft>
                <a:spcPts val="0"/>
              </a:spcAft>
              <a:buSzPts val="1000"/>
              <a:buNone/>
              <a:defRPr sz="1000"/>
            </a:lvl6pPr>
            <a:lvl7pPr lvl="6" algn="ctr" rtl="0">
              <a:spcBef>
                <a:spcPts val="0"/>
              </a:spcBef>
              <a:spcAft>
                <a:spcPts val="0"/>
              </a:spcAft>
              <a:buSzPts val="1000"/>
              <a:buNone/>
              <a:defRPr sz="1000"/>
            </a:lvl7pPr>
            <a:lvl8pPr lvl="7" algn="ctr" rtl="0">
              <a:spcBef>
                <a:spcPts val="0"/>
              </a:spcBef>
              <a:spcAft>
                <a:spcPts val="0"/>
              </a:spcAft>
              <a:buSzPts val="1000"/>
              <a:buNone/>
              <a:defRPr sz="1000"/>
            </a:lvl8pPr>
            <a:lvl9pPr lvl="8" algn="ctr" rtl="0">
              <a:spcBef>
                <a:spcPts val="0"/>
              </a:spcBef>
              <a:spcAft>
                <a:spcPts val="0"/>
              </a:spcAft>
              <a:buSzPts val="1000"/>
              <a:buNone/>
              <a:defRPr sz="1000"/>
            </a:lvl9pPr>
          </a:lstStyle>
          <a:p>
            <a:endParaRPr/>
          </a:p>
        </p:txBody>
      </p:sp>
      <p:sp>
        <p:nvSpPr>
          <p:cNvPr id="1077" name="Google Shape;1077;p84"/>
          <p:cNvSpPr txBox="1">
            <a:spLocks noGrp="1"/>
          </p:cNvSpPr>
          <p:nvPr>
            <p:ph type="subTitle" idx="13"/>
          </p:nvPr>
        </p:nvSpPr>
        <p:spPr>
          <a:xfrm>
            <a:off x="3932600" y="3870834"/>
            <a:ext cx="1662300" cy="398100"/>
          </a:xfrm>
          <a:prstGeom prst="rect">
            <a:avLst/>
          </a:prstGeom>
        </p:spPr>
        <p:txBody>
          <a:bodyPr spcFirstLastPara="1" wrap="square" lIns="0" tIns="0" rIns="0" bIns="0" anchor="t" anchorCtr="0">
            <a:normAutofit/>
          </a:bodyPr>
          <a:lstStyle>
            <a:lvl1pPr lvl="0" algn="ctr" rtl="0">
              <a:spcBef>
                <a:spcPts val="0"/>
              </a:spcBef>
              <a:spcAft>
                <a:spcPts val="0"/>
              </a:spcAft>
              <a:buClr>
                <a:schemeClr val="dk2"/>
              </a:buClr>
              <a:buSzPts val="1000"/>
              <a:buNone/>
              <a:defRPr sz="1000">
                <a:solidFill>
                  <a:schemeClr val="dk2"/>
                </a:solidFill>
              </a:defRPr>
            </a:lvl1pPr>
            <a:lvl2pPr lvl="1" algn="ctr" rtl="0">
              <a:spcBef>
                <a:spcPts val="0"/>
              </a:spcBef>
              <a:spcAft>
                <a:spcPts val="0"/>
              </a:spcAft>
              <a:buClr>
                <a:schemeClr val="dk1"/>
              </a:buClr>
              <a:buSzPts val="1000"/>
              <a:buNone/>
              <a:defRPr sz="1000"/>
            </a:lvl2pPr>
            <a:lvl3pPr lvl="2" algn="ctr" rtl="0">
              <a:spcBef>
                <a:spcPts val="0"/>
              </a:spcBef>
              <a:spcAft>
                <a:spcPts val="0"/>
              </a:spcAft>
              <a:buClr>
                <a:schemeClr val="dk1"/>
              </a:buClr>
              <a:buSzPts val="1000"/>
              <a:buNone/>
              <a:defRPr sz="1000"/>
            </a:lvl3pPr>
            <a:lvl4pPr lvl="3" algn="ctr" rtl="0">
              <a:spcBef>
                <a:spcPts val="0"/>
              </a:spcBef>
              <a:spcAft>
                <a:spcPts val="0"/>
              </a:spcAft>
              <a:buClr>
                <a:schemeClr val="dk1"/>
              </a:buClr>
              <a:buSzPts val="1000"/>
              <a:buNone/>
              <a:defRPr sz="1000"/>
            </a:lvl4pPr>
            <a:lvl5pPr lvl="4" algn="ctr" rtl="0">
              <a:spcBef>
                <a:spcPts val="0"/>
              </a:spcBef>
              <a:spcAft>
                <a:spcPts val="0"/>
              </a:spcAft>
              <a:buSzPts val="1000"/>
              <a:buNone/>
              <a:defRPr sz="1000"/>
            </a:lvl5pPr>
            <a:lvl6pPr lvl="5" algn="ctr" rtl="0">
              <a:spcBef>
                <a:spcPts val="0"/>
              </a:spcBef>
              <a:spcAft>
                <a:spcPts val="0"/>
              </a:spcAft>
              <a:buSzPts val="1000"/>
              <a:buNone/>
              <a:defRPr sz="1000"/>
            </a:lvl6pPr>
            <a:lvl7pPr lvl="6" algn="ctr" rtl="0">
              <a:spcBef>
                <a:spcPts val="0"/>
              </a:spcBef>
              <a:spcAft>
                <a:spcPts val="0"/>
              </a:spcAft>
              <a:buSzPts val="1000"/>
              <a:buNone/>
              <a:defRPr sz="1000"/>
            </a:lvl7pPr>
            <a:lvl8pPr lvl="7" algn="ctr" rtl="0">
              <a:spcBef>
                <a:spcPts val="0"/>
              </a:spcBef>
              <a:spcAft>
                <a:spcPts val="0"/>
              </a:spcAft>
              <a:buSzPts val="1000"/>
              <a:buNone/>
              <a:defRPr sz="1000"/>
            </a:lvl8pPr>
            <a:lvl9pPr lvl="8" algn="ctr" rtl="0">
              <a:spcBef>
                <a:spcPts val="0"/>
              </a:spcBef>
              <a:spcAft>
                <a:spcPts val="0"/>
              </a:spcAft>
              <a:buSzPts val="1000"/>
              <a:buNone/>
              <a:defRPr sz="1000"/>
            </a:lvl9pPr>
          </a:lstStyle>
          <a:p>
            <a:endParaRPr/>
          </a:p>
        </p:txBody>
      </p:sp>
      <p:sp>
        <p:nvSpPr>
          <p:cNvPr id="1078" name="Google Shape;1078;p84"/>
          <p:cNvSpPr txBox="1">
            <a:spLocks noGrp="1"/>
          </p:cNvSpPr>
          <p:nvPr>
            <p:ph type="subTitle" idx="14"/>
          </p:nvPr>
        </p:nvSpPr>
        <p:spPr>
          <a:xfrm>
            <a:off x="992475" y="3862271"/>
            <a:ext cx="1736700" cy="398100"/>
          </a:xfrm>
          <a:prstGeom prst="rect">
            <a:avLst/>
          </a:prstGeom>
        </p:spPr>
        <p:txBody>
          <a:bodyPr spcFirstLastPara="1" wrap="square" lIns="0" tIns="0" rIns="0" bIns="0" anchor="t" anchorCtr="0">
            <a:normAutofit/>
          </a:bodyPr>
          <a:lstStyle>
            <a:lvl1pPr lvl="0" algn="ctr" rtl="0">
              <a:spcBef>
                <a:spcPts val="0"/>
              </a:spcBef>
              <a:spcAft>
                <a:spcPts val="0"/>
              </a:spcAft>
              <a:buClr>
                <a:schemeClr val="dk2"/>
              </a:buClr>
              <a:buSzPts val="1000"/>
              <a:buNone/>
              <a:defRPr sz="1000">
                <a:solidFill>
                  <a:schemeClr val="dk2"/>
                </a:solidFill>
              </a:defRPr>
            </a:lvl1pPr>
            <a:lvl2pPr lvl="1" algn="ctr" rtl="0">
              <a:spcBef>
                <a:spcPts val="0"/>
              </a:spcBef>
              <a:spcAft>
                <a:spcPts val="0"/>
              </a:spcAft>
              <a:buClr>
                <a:schemeClr val="dk1"/>
              </a:buClr>
              <a:buSzPts val="1000"/>
              <a:buNone/>
              <a:defRPr sz="1000"/>
            </a:lvl2pPr>
            <a:lvl3pPr lvl="2" algn="ctr" rtl="0">
              <a:spcBef>
                <a:spcPts val="0"/>
              </a:spcBef>
              <a:spcAft>
                <a:spcPts val="0"/>
              </a:spcAft>
              <a:buClr>
                <a:schemeClr val="dk1"/>
              </a:buClr>
              <a:buSzPts val="1000"/>
              <a:buNone/>
              <a:defRPr sz="1000"/>
            </a:lvl3pPr>
            <a:lvl4pPr lvl="3" algn="ctr" rtl="0">
              <a:spcBef>
                <a:spcPts val="0"/>
              </a:spcBef>
              <a:spcAft>
                <a:spcPts val="0"/>
              </a:spcAft>
              <a:buClr>
                <a:schemeClr val="dk1"/>
              </a:buClr>
              <a:buSzPts val="1000"/>
              <a:buNone/>
              <a:defRPr sz="1000"/>
            </a:lvl4pPr>
            <a:lvl5pPr lvl="4" algn="ctr" rtl="0">
              <a:spcBef>
                <a:spcPts val="0"/>
              </a:spcBef>
              <a:spcAft>
                <a:spcPts val="0"/>
              </a:spcAft>
              <a:buSzPts val="1000"/>
              <a:buNone/>
              <a:defRPr sz="1000"/>
            </a:lvl5pPr>
            <a:lvl6pPr lvl="5" algn="ctr" rtl="0">
              <a:spcBef>
                <a:spcPts val="0"/>
              </a:spcBef>
              <a:spcAft>
                <a:spcPts val="0"/>
              </a:spcAft>
              <a:buSzPts val="1000"/>
              <a:buNone/>
              <a:defRPr sz="1000"/>
            </a:lvl6pPr>
            <a:lvl7pPr lvl="6" algn="ctr" rtl="0">
              <a:spcBef>
                <a:spcPts val="0"/>
              </a:spcBef>
              <a:spcAft>
                <a:spcPts val="0"/>
              </a:spcAft>
              <a:buSzPts val="1000"/>
              <a:buNone/>
              <a:defRPr sz="1000"/>
            </a:lvl7pPr>
            <a:lvl8pPr lvl="7" algn="ctr" rtl="0">
              <a:spcBef>
                <a:spcPts val="0"/>
              </a:spcBef>
              <a:spcAft>
                <a:spcPts val="0"/>
              </a:spcAft>
              <a:buSzPts val="1000"/>
              <a:buNone/>
              <a:defRPr sz="1000"/>
            </a:lvl8pPr>
            <a:lvl9pPr lvl="8" algn="ctr" rtl="0">
              <a:spcBef>
                <a:spcPts val="0"/>
              </a:spcBef>
              <a:spcAft>
                <a:spcPts val="0"/>
              </a:spcAft>
              <a:buSzPts val="1000"/>
              <a:buNone/>
              <a:defRPr sz="1000"/>
            </a:lvl9pPr>
          </a:lstStyle>
          <a:p>
            <a:endParaRPr/>
          </a:p>
        </p:txBody>
      </p:sp>
      <p:sp>
        <p:nvSpPr>
          <p:cNvPr id="1079" name="Google Shape;1079;p84"/>
          <p:cNvSpPr txBox="1">
            <a:spLocks noGrp="1"/>
          </p:cNvSpPr>
          <p:nvPr>
            <p:ph type="subTitle" idx="15"/>
          </p:nvPr>
        </p:nvSpPr>
        <p:spPr>
          <a:xfrm>
            <a:off x="1188675" y="2136050"/>
            <a:ext cx="1344300" cy="398100"/>
          </a:xfrm>
          <a:prstGeom prst="rect">
            <a:avLst/>
          </a:prstGeom>
        </p:spPr>
        <p:txBody>
          <a:bodyPr spcFirstLastPara="1" wrap="square" lIns="0" tIns="0" rIns="0" bIns="0" anchor="b" anchorCtr="0">
            <a:normAutofit/>
          </a:bodyPr>
          <a:lstStyle>
            <a:lvl1pPr lvl="0" algn="ctr" rtl="0">
              <a:lnSpc>
                <a:spcPct val="100000"/>
              </a:lnSpc>
              <a:spcBef>
                <a:spcPts val="0"/>
              </a:spcBef>
              <a:spcAft>
                <a:spcPts val="0"/>
              </a:spcAft>
              <a:buSzPts val="1600"/>
              <a:buFont typeface="IBM Plex Sans Medium"/>
              <a:buNone/>
              <a:defRPr sz="1600">
                <a:solidFill>
                  <a:schemeClr val="accent1"/>
                </a:solidFill>
                <a:latin typeface="IBM Plex Sans Medium"/>
                <a:ea typeface="IBM Plex Sans Medium"/>
                <a:cs typeface="IBM Plex Sans Medium"/>
                <a:sym typeface="IBM Plex Sans Medium"/>
              </a:defRPr>
            </a:lvl1pPr>
            <a:lvl2pPr lvl="1" algn="ctr" rtl="0">
              <a:lnSpc>
                <a:spcPct val="100000"/>
              </a:lnSpc>
              <a:spcBef>
                <a:spcPts val="0"/>
              </a:spcBef>
              <a:spcAft>
                <a:spcPts val="0"/>
              </a:spcAft>
              <a:buClr>
                <a:schemeClr val="accent4"/>
              </a:buClr>
              <a:buSzPts val="1600"/>
              <a:buFont typeface="IBM Plex Sans Medium"/>
              <a:buNone/>
              <a:defRPr sz="1600">
                <a:solidFill>
                  <a:schemeClr val="accent4"/>
                </a:solidFill>
                <a:latin typeface="IBM Plex Sans Medium"/>
                <a:ea typeface="IBM Plex Sans Medium"/>
                <a:cs typeface="IBM Plex Sans Medium"/>
                <a:sym typeface="IBM Plex Sans Medium"/>
              </a:defRPr>
            </a:lvl2pPr>
            <a:lvl3pPr lvl="2" algn="ctr" rtl="0">
              <a:lnSpc>
                <a:spcPct val="100000"/>
              </a:lnSpc>
              <a:spcBef>
                <a:spcPts val="0"/>
              </a:spcBef>
              <a:spcAft>
                <a:spcPts val="0"/>
              </a:spcAft>
              <a:buClr>
                <a:schemeClr val="accent4"/>
              </a:buClr>
              <a:buSzPts val="1600"/>
              <a:buFont typeface="IBM Plex Sans Medium"/>
              <a:buNone/>
              <a:defRPr sz="1600">
                <a:solidFill>
                  <a:schemeClr val="accent4"/>
                </a:solidFill>
                <a:latin typeface="IBM Plex Sans Medium"/>
                <a:ea typeface="IBM Plex Sans Medium"/>
                <a:cs typeface="IBM Plex Sans Medium"/>
                <a:sym typeface="IBM Plex Sans Medium"/>
              </a:defRPr>
            </a:lvl3pPr>
            <a:lvl4pPr lvl="3" algn="ctr" rtl="0">
              <a:lnSpc>
                <a:spcPct val="100000"/>
              </a:lnSpc>
              <a:spcBef>
                <a:spcPts val="0"/>
              </a:spcBef>
              <a:spcAft>
                <a:spcPts val="0"/>
              </a:spcAft>
              <a:buClr>
                <a:schemeClr val="accent4"/>
              </a:buClr>
              <a:buSzPts val="1600"/>
              <a:buFont typeface="IBM Plex Sans Medium"/>
              <a:buNone/>
              <a:defRPr sz="1600">
                <a:solidFill>
                  <a:schemeClr val="accent4"/>
                </a:solidFill>
                <a:latin typeface="IBM Plex Sans Medium"/>
                <a:ea typeface="IBM Plex Sans Medium"/>
                <a:cs typeface="IBM Plex Sans Medium"/>
                <a:sym typeface="IBM Plex Sans Medium"/>
              </a:defRPr>
            </a:lvl4pPr>
            <a:lvl5pPr lvl="4" algn="ctr" rtl="0">
              <a:lnSpc>
                <a:spcPct val="100000"/>
              </a:lnSpc>
              <a:spcBef>
                <a:spcPts val="0"/>
              </a:spcBef>
              <a:spcAft>
                <a:spcPts val="0"/>
              </a:spcAft>
              <a:buClr>
                <a:schemeClr val="accent4"/>
              </a:buClr>
              <a:buSzPts val="1600"/>
              <a:buFont typeface="IBM Plex Sans Medium"/>
              <a:buNone/>
              <a:defRPr sz="1600">
                <a:solidFill>
                  <a:schemeClr val="accent4"/>
                </a:solidFill>
                <a:latin typeface="IBM Plex Sans Medium"/>
                <a:ea typeface="IBM Plex Sans Medium"/>
                <a:cs typeface="IBM Plex Sans Medium"/>
                <a:sym typeface="IBM Plex Sans Medium"/>
              </a:defRPr>
            </a:lvl5pPr>
            <a:lvl6pPr lvl="5" algn="ctr" rtl="0">
              <a:lnSpc>
                <a:spcPct val="100000"/>
              </a:lnSpc>
              <a:spcBef>
                <a:spcPts val="0"/>
              </a:spcBef>
              <a:spcAft>
                <a:spcPts val="0"/>
              </a:spcAft>
              <a:buClr>
                <a:schemeClr val="accent4"/>
              </a:buClr>
              <a:buSzPts val="1600"/>
              <a:buFont typeface="IBM Plex Sans Medium"/>
              <a:buNone/>
              <a:defRPr sz="1600">
                <a:solidFill>
                  <a:schemeClr val="accent4"/>
                </a:solidFill>
                <a:latin typeface="IBM Plex Sans Medium"/>
                <a:ea typeface="IBM Plex Sans Medium"/>
                <a:cs typeface="IBM Plex Sans Medium"/>
                <a:sym typeface="IBM Plex Sans Medium"/>
              </a:defRPr>
            </a:lvl6pPr>
            <a:lvl7pPr lvl="6" algn="ctr" rtl="0">
              <a:lnSpc>
                <a:spcPct val="100000"/>
              </a:lnSpc>
              <a:spcBef>
                <a:spcPts val="0"/>
              </a:spcBef>
              <a:spcAft>
                <a:spcPts val="0"/>
              </a:spcAft>
              <a:buClr>
                <a:schemeClr val="accent4"/>
              </a:buClr>
              <a:buSzPts val="1600"/>
              <a:buFont typeface="IBM Plex Sans Medium"/>
              <a:buNone/>
              <a:defRPr sz="1600">
                <a:solidFill>
                  <a:schemeClr val="accent4"/>
                </a:solidFill>
                <a:latin typeface="IBM Plex Sans Medium"/>
                <a:ea typeface="IBM Plex Sans Medium"/>
                <a:cs typeface="IBM Plex Sans Medium"/>
                <a:sym typeface="IBM Plex Sans Medium"/>
              </a:defRPr>
            </a:lvl7pPr>
            <a:lvl8pPr lvl="7" algn="ctr" rtl="0">
              <a:lnSpc>
                <a:spcPct val="100000"/>
              </a:lnSpc>
              <a:spcBef>
                <a:spcPts val="0"/>
              </a:spcBef>
              <a:spcAft>
                <a:spcPts val="0"/>
              </a:spcAft>
              <a:buClr>
                <a:schemeClr val="accent4"/>
              </a:buClr>
              <a:buSzPts val="1600"/>
              <a:buFont typeface="IBM Plex Sans Medium"/>
              <a:buNone/>
              <a:defRPr sz="1600">
                <a:solidFill>
                  <a:schemeClr val="accent4"/>
                </a:solidFill>
                <a:latin typeface="IBM Plex Sans Medium"/>
                <a:ea typeface="IBM Plex Sans Medium"/>
                <a:cs typeface="IBM Plex Sans Medium"/>
                <a:sym typeface="IBM Plex Sans Medium"/>
              </a:defRPr>
            </a:lvl8pPr>
            <a:lvl9pPr lvl="8" algn="ctr" rtl="0">
              <a:lnSpc>
                <a:spcPct val="100000"/>
              </a:lnSpc>
              <a:spcBef>
                <a:spcPts val="0"/>
              </a:spcBef>
              <a:spcAft>
                <a:spcPts val="0"/>
              </a:spcAft>
              <a:buClr>
                <a:schemeClr val="accent4"/>
              </a:buClr>
              <a:buSzPts val="1600"/>
              <a:buFont typeface="IBM Plex Sans Medium"/>
              <a:buNone/>
              <a:defRPr sz="1600">
                <a:solidFill>
                  <a:schemeClr val="accent4"/>
                </a:solidFill>
                <a:latin typeface="IBM Plex Sans Medium"/>
                <a:ea typeface="IBM Plex Sans Medium"/>
                <a:cs typeface="IBM Plex Sans Medium"/>
                <a:sym typeface="IBM Plex Sans Medium"/>
              </a:defRPr>
            </a:lvl9pPr>
          </a:lstStyle>
          <a:p>
            <a:endParaRPr/>
          </a:p>
        </p:txBody>
      </p:sp>
      <p:sp>
        <p:nvSpPr>
          <p:cNvPr id="1080" name="Google Shape;1080;p84"/>
          <p:cNvSpPr txBox="1">
            <a:spLocks noGrp="1"/>
          </p:cNvSpPr>
          <p:nvPr>
            <p:ph type="subTitle" idx="16"/>
          </p:nvPr>
        </p:nvSpPr>
        <p:spPr>
          <a:xfrm>
            <a:off x="4106150" y="2136050"/>
            <a:ext cx="1344300" cy="398100"/>
          </a:xfrm>
          <a:prstGeom prst="rect">
            <a:avLst/>
          </a:prstGeom>
        </p:spPr>
        <p:txBody>
          <a:bodyPr spcFirstLastPara="1" wrap="square" lIns="0" tIns="0" rIns="0" bIns="0" anchor="b" anchorCtr="0">
            <a:normAutofit/>
          </a:bodyPr>
          <a:lstStyle>
            <a:lvl1pPr lvl="0" algn="ctr" rtl="0">
              <a:lnSpc>
                <a:spcPct val="100000"/>
              </a:lnSpc>
              <a:spcBef>
                <a:spcPts val="0"/>
              </a:spcBef>
              <a:spcAft>
                <a:spcPts val="0"/>
              </a:spcAft>
              <a:buSzPts val="1600"/>
              <a:buFont typeface="IBM Plex Sans Medium"/>
              <a:buNone/>
              <a:defRPr sz="1600">
                <a:solidFill>
                  <a:schemeClr val="accent1"/>
                </a:solidFill>
                <a:latin typeface="IBM Plex Sans Medium"/>
                <a:ea typeface="IBM Plex Sans Medium"/>
                <a:cs typeface="IBM Plex Sans Medium"/>
                <a:sym typeface="IBM Plex Sans Medium"/>
              </a:defRPr>
            </a:lvl1pPr>
            <a:lvl2pPr lvl="1" algn="ctr" rtl="0">
              <a:lnSpc>
                <a:spcPct val="100000"/>
              </a:lnSpc>
              <a:spcBef>
                <a:spcPts val="0"/>
              </a:spcBef>
              <a:spcAft>
                <a:spcPts val="0"/>
              </a:spcAft>
              <a:buClr>
                <a:schemeClr val="accent4"/>
              </a:buClr>
              <a:buSzPts val="1600"/>
              <a:buFont typeface="IBM Plex Sans Medium"/>
              <a:buNone/>
              <a:defRPr sz="1600">
                <a:solidFill>
                  <a:schemeClr val="accent4"/>
                </a:solidFill>
                <a:latin typeface="IBM Plex Sans Medium"/>
                <a:ea typeface="IBM Plex Sans Medium"/>
                <a:cs typeface="IBM Plex Sans Medium"/>
                <a:sym typeface="IBM Plex Sans Medium"/>
              </a:defRPr>
            </a:lvl2pPr>
            <a:lvl3pPr lvl="2" algn="ctr" rtl="0">
              <a:lnSpc>
                <a:spcPct val="100000"/>
              </a:lnSpc>
              <a:spcBef>
                <a:spcPts val="0"/>
              </a:spcBef>
              <a:spcAft>
                <a:spcPts val="0"/>
              </a:spcAft>
              <a:buClr>
                <a:schemeClr val="accent4"/>
              </a:buClr>
              <a:buSzPts val="1600"/>
              <a:buFont typeface="IBM Plex Sans Medium"/>
              <a:buNone/>
              <a:defRPr sz="1600">
                <a:solidFill>
                  <a:schemeClr val="accent4"/>
                </a:solidFill>
                <a:latin typeface="IBM Plex Sans Medium"/>
                <a:ea typeface="IBM Plex Sans Medium"/>
                <a:cs typeface="IBM Plex Sans Medium"/>
                <a:sym typeface="IBM Plex Sans Medium"/>
              </a:defRPr>
            </a:lvl3pPr>
            <a:lvl4pPr lvl="3" algn="ctr" rtl="0">
              <a:lnSpc>
                <a:spcPct val="100000"/>
              </a:lnSpc>
              <a:spcBef>
                <a:spcPts val="0"/>
              </a:spcBef>
              <a:spcAft>
                <a:spcPts val="0"/>
              </a:spcAft>
              <a:buClr>
                <a:schemeClr val="accent4"/>
              </a:buClr>
              <a:buSzPts val="1600"/>
              <a:buFont typeface="IBM Plex Sans Medium"/>
              <a:buNone/>
              <a:defRPr sz="1600">
                <a:solidFill>
                  <a:schemeClr val="accent4"/>
                </a:solidFill>
                <a:latin typeface="IBM Plex Sans Medium"/>
                <a:ea typeface="IBM Plex Sans Medium"/>
                <a:cs typeface="IBM Plex Sans Medium"/>
                <a:sym typeface="IBM Plex Sans Medium"/>
              </a:defRPr>
            </a:lvl4pPr>
            <a:lvl5pPr lvl="4" algn="ctr" rtl="0">
              <a:lnSpc>
                <a:spcPct val="100000"/>
              </a:lnSpc>
              <a:spcBef>
                <a:spcPts val="0"/>
              </a:spcBef>
              <a:spcAft>
                <a:spcPts val="0"/>
              </a:spcAft>
              <a:buClr>
                <a:schemeClr val="accent4"/>
              </a:buClr>
              <a:buSzPts val="1600"/>
              <a:buFont typeface="IBM Plex Sans Medium"/>
              <a:buNone/>
              <a:defRPr sz="1600">
                <a:solidFill>
                  <a:schemeClr val="accent4"/>
                </a:solidFill>
                <a:latin typeface="IBM Plex Sans Medium"/>
                <a:ea typeface="IBM Plex Sans Medium"/>
                <a:cs typeface="IBM Plex Sans Medium"/>
                <a:sym typeface="IBM Plex Sans Medium"/>
              </a:defRPr>
            </a:lvl5pPr>
            <a:lvl6pPr lvl="5" algn="ctr" rtl="0">
              <a:lnSpc>
                <a:spcPct val="100000"/>
              </a:lnSpc>
              <a:spcBef>
                <a:spcPts val="0"/>
              </a:spcBef>
              <a:spcAft>
                <a:spcPts val="0"/>
              </a:spcAft>
              <a:buClr>
                <a:schemeClr val="accent4"/>
              </a:buClr>
              <a:buSzPts val="1600"/>
              <a:buFont typeface="IBM Plex Sans Medium"/>
              <a:buNone/>
              <a:defRPr sz="1600">
                <a:solidFill>
                  <a:schemeClr val="accent4"/>
                </a:solidFill>
                <a:latin typeface="IBM Plex Sans Medium"/>
                <a:ea typeface="IBM Plex Sans Medium"/>
                <a:cs typeface="IBM Plex Sans Medium"/>
                <a:sym typeface="IBM Plex Sans Medium"/>
              </a:defRPr>
            </a:lvl6pPr>
            <a:lvl7pPr lvl="6" algn="ctr" rtl="0">
              <a:lnSpc>
                <a:spcPct val="100000"/>
              </a:lnSpc>
              <a:spcBef>
                <a:spcPts val="0"/>
              </a:spcBef>
              <a:spcAft>
                <a:spcPts val="0"/>
              </a:spcAft>
              <a:buClr>
                <a:schemeClr val="accent4"/>
              </a:buClr>
              <a:buSzPts val="1600"/>
              <a:buFont typeface="IBM Plex Sans Medium"/>
              <a:buNone/>
              <a:defRPr sz="1600">
                <a:solidFill>
                  <a:schemeClr val="accent4"/>
                </a:solidFill>
                <a:latin typeface="IBM Plex Sans Medium"/>
                <a:ea typeface="IBM Plex Sans Medium"/>
                <a:cs typeface="IBM Plex Sans Medium"/>
                <a:sym typeface="IBM Plex Sans Medium"/>
              </a:defRPr>
            </a:lvl7pPr>
            <a:lvl8pPr lvl="7" algn="ctr" rtl="0">
              <a:lnSpc>
                <a:spcPct val="100000"/>
              </a:lnSpc>
              <a:spcBef>
                <a:spcPts val="0"/>
              </a:spcBef>
              <a:spcAft>
                <a:spcPts val="0"/>
              </a:spcAft>
              <a:buClr>
                <a:schemeClr val="accent4"/>
              </a:buClr>
              <a:buSzPts val="1600"/>
              <a:buFont typeface="IBM Plex Sans Medium"/>
              <a:buNone/>
              <a:defRPr sz="1600">
                <a:solidFill>
                  <a:schemeClr val="accent4"/>
                </a:solidFill>
                <a:latin typeface="IBM Plex Sans Medium"/>
                <a:ea typeface="IBM Plex Sans Medium"/>
                <a:cs typeface="IBM Plex Sans Medium"/>
                <a:sym typeface="IBM Plex Sans Medium"/>
              </a:defRPr>
            </a:lvl8pPr>
            <a:lvl9pPr lvl="8" algn="ctr" rtl="0">
              <a:lnSpc>
                <a:spcPct val="100000"/>
              </a:lnSpc>
              <a:spcBef>
                <a:spcPts val="0"/>
              </a:spcBef>
              <a:spcAft>
                <a:spcPts val="0"/>
              </a:spcAft>
              <a:buClr>
                <a:schemeClr val="accent4"/>
              </a:buClr>
              <a:buSzPts val="1600"/>
              <a:buFont typeface="IBM Plex Sans Medium"/>
              <a:buNone/>
              <a:defRPr sz="1600">
                <a:solidFill>
                  <a:schemeClr val="accent4"/>
                </a:solidFill>
                <a:latin typeface="IBM Plex Sans Medium"/>
                <a:ea typeface="IBM Plex Sans Medium"/>
                <a:cs typeface="IBM Plex Sans Medium"/>
                <a:sym typeface="IBM Plex Sans Medium"/>
              </a:defRPr>
            </a:lvl9pPr>
          </a:lstStyle>
          <a:p>
            <a:endParaRPr/>
          </a:p>
        </p:txBody>
      </p:sp>
      <p:sp>
        <p:nvSpPr>
          <p:cNvPr id="1081" name="Google Shape;1081;p84"/>
          <p:cNvSpPr txBox="1">
            <a:spLocks noGrp="1"/>
          </p:cNvSpPr>
          <p:nvPr>
            <p:ph type="subTitle" idx="17"/>
          </p:nvPr>
        </p:nvSpPr>
        <p:spPr>
          <a:xfrm>
            <a:off x="7089425" y="2136050"/>
            <a:ext cx="1344300" cy="398100"/>
          </a:xfrm>
          <a:prstGeom prst="rect">
            <a:avLst/>
          </a:prstGeom>
        </p:spPr>
        <p:txBody>
          <a:bodyPr spcFirstLastPara="1" wrap="square" lIns="0" tIns="0" rIns="0" bIns="0" anchor="b" anchorCtr="0">
            <a:normAutofit/>
          </a:bodyPr>
          <a:lstStyle>
            <a:lvl1pPr lvl="0" algn="ctr" rtl="0">
              <a:lnSpc>
                <a:spcPct val="100000"/>
              </a:lnSpc>
              <a:spcBef>
                <a:spcPts val="0"/>
              </a:spcBef>
              <a:spcAft>
                <a:spcPts val="0"/>
              </a:spcAft>
              <a:buSzPts val="1600"/>
              <a:buFont typeface="IBM Plex Sans Medium"/>
              <a:buNone/>
              <a:defRPr sz="1600">
                <a:solidFill>
                  <a:schemeClr val="accent1"/>
                </a:solidFill>
                <a:latin typeface="IBM Plex Sans Medium"/>
                <a:ea typeface="IBM Plex Sans Medium"/>
                <a:cs typeface="IBM Plex Sans Medium"/>
                <a:sym typeface="IBM Plex Sans Medium"/>
              </a:defRPr>
            </a:lvl1pPr>
            <a:lvl2pPr lvl="1" algn="ctr" rtl="0">
              <a:lnSpc>
                <a:spcPct val="100000"/>
              </a:lnSpc>
              <a:spcBef>
                <a:spcPts val="0"/>
              </a:spcBef>
              <a:spcAft>
                <a:spcPts val="0"/>
              </a:spcAft>
              <a:buClr>
                <a:schemeClr val="accent4"/>
              </a:buClr>
              <a:buSzPts val="1600"/>
              <a:buFont typeface="IBM Plex Sans Medium"/>
              <a:buNone/>
              <a:defRPr sz="1600">
                <a:solidFill>
                  <a:schemeClr val="accent4"/>
                </a:solidFill>
                <a:latin typeface="IBM Plex Sans Medium"/>
                <a:ea typeface="IBM Plex Sans Medium"/>
                <a:cs typeface="IBM Plex Sans Medium"/>
                <a:sym typeface="IBM Plex Sans Medium"/>
              </a:defRPr>
            </a:lvl2pPr>
            <a:lvl3pPr lvl="2" algn="ctr" rtl="0">
              <a:lnSpc>
                <a:spcPct val="100000"/>
              </a:lnSpc>
              <a:spcBef>
                <a:spcPts val="0"/>
              </a:spcBef>
              <a:spcAft>
                <a:spcPts val="0"/>
              </a:spcAft>
              <a:buClr>
                <a:schemeClr val="accent4"/>
              </a:buClr>
              <a:buSzPts val="1600"/>
              <a:buFont typeface="IBM Plex Sans Medium"/>
              <a:buNone/>
              <a:defRPr sz="1600">
                <a:solidFill>
                  <a:schemeClr val="accent4"/>
                </a:solidFill>
                <a:latin typeface="IBM Plex Sans Medium"/>
                <a:ea typeface="IBM Plex Sans Medium"/>
                <a:cs typeface="IBM Plex Sans Medium"/>
                <a:sym typeface="IBM Plex Sans Medium"/>
              </a:defRPr>
            </a:lvl3pPr>
            <a:lvl4pPr lvl="3" algn="ctr" rtl="0">
              <a:lnSpc>
                <a:spcPct val="100000"/>
              </a:lnSpc>
              <a:spcBef>
                <a:spcPts val="0"/>
              </a:spcBef>
              <a:spcAft>
                <a:spcPts val="0"/>
              </a:spcAft>
              <a:buClr>
                <a:schemeClr val="accent4"/>
              </a:buClr>
              <a:buSzPts val="1600"/>
              <a:buFont typeface="IBM Plex Sans Medium"/>
              <a:buNone/>
              <a:defRPr sz="1600">
                <a:solidFill>
                  <a:schemeClr val="accent4"/>
                </a:solidFill>
                <a:latin typeface="IBM Plex Sans Medium"/>
                <a:ea typeface="IBM Plex Sans Medium"/>
                <a:cs typeface="IBM Plex Sans Medium"/>
                <a:sym typeface="IBM Plex Sans Medium"/>
              </a:defRPr>
            </a:lvl4pPr>
            <a:lvl5pPr lvl="4" algn="ctr" rtl="0">
              <a:lnSpc>
                <a:spcPct val="100000"/>
              </a:lnSpc>
              <a:spcBef>
                <a:spcPts val="0"/>
              </a:spcBef>
              <a:spcAft>
                <a:spcPts val="0"/>
              </a:spcAft>
              <a:buClr>
                <a:schemeClr val="accent4"/>
              </a:buClr>
              <a:buSzPts val="1600"/>
              <a:buFont typeface="IBM Plex Sans Medium"/>
              <a:buNone/>
              <a:defRPr sz="1600">
                <a:solidFill>
                  <a:schemeClr val="accent4"/>
                </a:solidFill>
                <a:latin typeface="IBM Plex Sans Medium"/>
                <a:ea typeface="IBM Plex Sans Medium"/>
                <a:cs typeface="IBM Plex Sans Medium"/>
                <a:sym typeface="IBM Plex Sans Medium"/>
              </a:defRPr>
            </a:lvl5pPr>
            <a:lvl6pPr lvl="5" algn="ctr" rtl="0">
              <a:lnSpc>
                <a:spcPct val="100000"/>
              </a:lnSpc>
              <a:spcBef>
                <a:spcPts val="0"/>
              </a:spcBef>
              <a:spcAft>
                <a:spcPts val="0"/>
              </a:spcAft>
              <a:buClr>
                <a:schemeClr val="accent4"/>
              </a:buClr>
              <a:buSzPts val="1600"/>
              <a:buFont typeface="IBM Plex Sans Medium"/>
              <a:buNone/>
              <a:defRPr sz="1600">
                <a:solidFill>
                  <a:schemeClr val="accent4"/>
                </a:solidFill>
                <a:latin typeface="IBM Plex Sans Medium"/>
                <a:ea typeface="IBM Plex Sans Medium"/>
                <a:cs typeface="IBM Plex Sans Medium"/>
                <a:sym typeface="IBM Plex Sans Medium"/>
              </a:defRPr>
            </a:lvl6pPr>
            <a:lvl7pPr lvl="6" algn="ctr" rtl="0">
              <a:lnSpc>
                <a:spcPct val="100000"/>
              </a:lnSpc>
              <a:spcBef>
                <a:spcPts val="0"/>
              </a:spcBef>
              <a:spcAft>
                <a:spcPts val="0"/>
              </a:spcAft>
              <a:buClr>
                <a:schemeClr val="accent4"/>
              </a:buClr>
              <a:buSzPts val="1600"/>
              <a:buFont typeface="IBM Plex Sans Medium"/>
              <a:buNone/>
              <a:defRPr sz="1600">
                <a:solidFill>
                  <a:schemeClr val="accent4"/>
                </a:solidFill>
                <a:latin typeface="IBM Plex Sans Medium"/>
                <a:ea typeface="IBM Plex Sans Medium"/>
                <a:cs typeface="IBM Plex Sans Medium"/>
                <a:sym typeface="IBM Plex Sans Medium"/>
              </a:defRPr>
            </a:lvl7pPr>
            <a:lvl8pPr lvl="7" algn="ctr" rtl="0">
              <a:lnSpc>
                <a:spcPct val="100000"/>
              </a:lnSpc>
              <a:spcBef>
                <a:spcPts val="0"/>
              </a:spcBef>
              <a:spcAft>
                <a:spcPts val="0"/>
              </a:spcAft>
              <a:buClr>
                <a:schemeClr val="accent4"/>
              </a:buClr>
              <a:buSzPts val="1600"/>
              <a:buFont typeface="IBM Plex Sans Medium"/>
              <a:buNone/>
              <a:defRPr sz="1600">
                <a:solidFill>
                  <a:schemeClr val="accent4"/>
                </a:solidFill>
                <a:latin typeface="IBM Plex Sans Medium"/>
                <a:ea typeface="IBM Plex Sans Medium"/>
                <a:cs typeface="IBM Plex Sans Medium"/>
                <a:sym typeface="IBM Plex Sans Medium"/>
              </a:defRPr>
            </a:lvl8pPr>
            <a:lvl9pPr lvl="8" algn="ctr" rtl="0">
              <a:lnSpc>
                <a:spcPct val="100000"/>
              </a:lnSpc>
              <a:spcBef>
                <a:spcPts val="0"/>
              </a:spcBef>
              <a:spcAft>
                <a:spcPts val="0"/>
              </a:spcAft>
              <a:buClr>
                <a:schemeClr val="accent4"/>
              </a:buClr>
              <a:buSzPts val="1600"/>
              <a:buFont typeface="IBM Plex Sans Medium"/>
              <a:buNone/>
              <a:defRPr sz="1600">
                <a:solidFill>
                  <a:schemeClr val="accent4"/>
                </a:solidFill>
                <a:latin typeface="IBM Plex Sans Medium"/>
                <a:ea typeface="IBM Plex Sans Medium"/>
                <a:cs typeface="IBM Plex Sans Medium"/>
                <a:sym typeface="IBM Plex Sans Medium"/>
              </a:defRPr>
            </a:lvl9pPr>
          </a:lstStyle>
          <a:p>
            <a:endParaRPr/>
          </a:p>
        </p:txBody>
      </p:sp>
      <p:sp>
        <p:nvSpPr>
          <p:cNvPr id="1082" name="Google Shape;1082;p84"/>
          <p:cNvSpPr txBox="1">
            <a:spLocks noGrp="1"/>
          </p:cNvSpPr>
          <p:nvPr>
            <p:ph type="subTitle" idx="18"/>
          </p:nvPr>
        </p:nvSpPr>
        <p:spPr>
          <a:xfrm>
            <a:off x="5584325" y="2833650"/>
            <a:ext cx="1344300" cy="398100"/>
          </a:xfrm>
          <a:prstGeom prst="rect">
            <a:avLst/>
          </a:prstGeom>
        </p:spPr>
        <p:txBody>
          <a:bodyPr spcFirstLastPara="1" wrap="square" lIns="0" tIns="0" rIns="0" bIns="0" anchor="t" anchorCtr="0">
            <a:normAutofit/>
          </a:bodyPr>
          <a:lstStyle>
            <a:lvl1pPr lvl="0" algn="ctr" rtl="0">
              <a:lnSpc>
                <a:spcPct val="100000"/>
              </a:lnSpc>
              <a:spcBef>
                <a:spcPts val="0"/>
              </a:spcBef>
              <a:spcAft>
                <a:spcPts val="0"/>
              </a:spcAft>
              <a:buSzPts val="1600"/>
              <a:buFont typeface="IBM Plex Sans Medium"/>
              <a:buNone/>
              <a:defRPr sz="1600">
                <a:solidFill>
                  <a:schemeClr val="accent1"/>
                </a:solidFill>
                <a:latin typeface="IBM Plex Sans Medium"/>
                <a:ea typeface="IBM Plex Sans Medium"/>
                <a:cs typeface="IBM Plex Sans Medium"/>
                <a:sym typeface="IBM Plex Sans Medium"/>
              </a:defRPr>
            </a:lvl1pPr>
            <a:lvl2pPr lvl="1" algn="ctr" rtl="0">
              <a:lnSpc>
                <a:spcPct val="100000"/>
              </a:lnSpc>
              <a:spcBef>
                <a:spcPts val="0"/>
              </a:spcBef>
              <a:spcAft>
                <a:spcPts val="0"/>
              </a:spcAft>
              <a:buClr>
                <a:schemeClr val="accent4"/>
              </a:buClr>
              <a:buSzPts val="1600"/>
              <a:buFont typeface="IBM Plex Sans Medium"/>
              <a:buNone/>
              <a:defRPr sz="1600">
                <a:solidFill>
                  <a:schemeClr val="accent4"/>
                </a:solidFill>
                <a:latin typeface="IBM Plex Sans Medium"/>
                <a:ea typeface="IBM Plex Sans Medium"/>
                <a:cs typeface="IBM Plex Sans Medium"/>
                <a:sym typeface="IBM Plex Sans Medium"/>
              </a:defRPr>
            </a:lvl2pPr>
            <a:lvl3pPr lvl="2" algn="ctr" rtl="0">
              <a:lnSpc>
                <a:spcPct val="100000"/>
              </a:lnSpc>
              <a:spcBef>
                <a:spcPts val="0"/>
              </a:spcBef>
              <a:spcAft>
                <a:spcPts val="0"/>
              </a:spcAft>
              <a:buClr>
                <a:schemeClr val="accent4"/>
              </a:buClr>
              <a:buSzPts val="1600"/>
              <a:buFont typeface="IBM Plex Sans Medium"/>
              <a:buNone/>
              <a:defRPr sz="1600">
                <a:solidFill>
                  <a:schemeClr val="accent4"/>
                </a:solidFill>
                <a:latin typeface="IBM Plex Sans Medium"/>
                <a:ea typeface="IBM Plex Sans Medium"/>
                <a:cs typeface="IBM Plex Sans Medium"/>
                <a:sym typeface="IBM Plex Sans Medium"/>
              </a:defRPr>
            </a:lvl3pPr>
            <a:lvl4pPr lvl="3" algn="ctr" rtl="0">
              <a:lnSpc>
                <a:spcPct val="100000"/>
              </a:lnSpc>
              <a:spcBef>
                <a:spcPts val="0"/>
              </a:spcBef>
              <a:spcAft>
                <a:spcPts val="0"/>
              </a:spcAft>
              <a:buClr>
                <a:schemeClr val="accent4"/>
              </a:buClr>
              <a:buSzPts val="1600"/>
              <a:buFont typeface="IBM Plex Sans Medium"/>
              <a:buNone/>
              <a:defRPr sz="1600">
                <a:solidFill>
                  <a:schemeClr val="accent4"/>
                </a:solidFill>
                <a:latin typeface="IBM Plex Sans Medium"/>
                <a:ea typeface="IBM Plex Sans Medium"/>
                <a:cs typeface="IBM Plex Sans Medium"/>
                <a:sym typeface="IBM Plex Sans Medium"/>
              </a:defRPr>
            </a:lvl4pPr>
            <a:lvl5pPr lvl="4" algn="ctr" rtl="0">
              <a:lnSpc>
                <a:spcPct val="100000"/>
              </a:lnSpc>
              <a:spcBef>
                <a:spcPts val="0"/>
              </a:spcBef>
              <a:spcAft>
                <a:spcPts val="0"/>
              </a:spcAft>
              <a:buClr>
                <a:schemeClr val="accent4"/>
              </a:buClr>
              <a:buSzPts val="1600"/>
              <a:buFont typeface="IBM Plex Sans Medium"/>
              <a:buNone/>
              <a:defRPr sz="1600">
                <a:solidFill>
                  <a:schemeClr val="accent4"/>
                </a:solidFill>
                <a:latin typeface="IBM Plex Sans Medium"/>
                <a:ea typeface="IBM Plex Sans Medium"/>
                <a:cs typeface="IBM Plex Sans Medium"/>
                <a:sym typeface="IBM Plex Sans Medium"/>
              </a:defRPr>
            </a:lvl5pPr>
            <a:lvl6pPr lvl="5" algn="ctr" rtl="0">
              <a:lnSpc>
                <a:spcPct val="100000"/>
              </a:lnSpc>
              <a:spcBef>
                <a:spcPts val="0"/>
              </a:spcBef>
              <a:spcAft>
                <a:spcPts val="0"/>
              </a:spcAft>
              <a:buClr>
                <a:schemeClr val="accent4"/>
              </a:buClr>
              <a:buSzPts val="1600"/>
              <a:buFont typeface="IBM Plex Sans Medium"/>
              <a:buNone/>
              <a:defRPr sz="1600">
                <a:solidFill>
                  <a:schemeClr val="accent4"/>
                </a:solidFill>
                <a:latin typeface="IBM Plex Sans Medium"/>
                <a:ea typeface="IBM Plex Sans Medium"/>
                <a:cs typeface="IBM Plex Sans Medium"/>
                <a:sym typeface="IBM Plex Sans Medium"/>
              </a:defRPr>
            </a:lvl6pPr>
            <a:lvl7pPr lvl="6" algn="ctr" rtl="0">
              <a:lnSpc>
                <a:spcPct val="100000"/>
              </a:lnSpc>
              <a:spcBef>
                <a:spcPts val="0"/>
              </a:spcBef>
              <a:spcAft>
                <a:spcPts val="0"/>
              </a:spcAft>
              <a:buClr>
                <a:schemeClr val="accent4"/>
              </a:buClr>
              <a:buSzPts val="1600"/>
              <a:buFont typeface="IBM Plex Sans Medium"/>
              <a:buNone/>
              <a:defRPr sz="1600">
                <a:solidFill>
                  <a:schemeClr val="accent4"/>
                </a:solidFill>
                <a:latin typeface="IBM Plex Sans Medium"/>
                <a:ea typeface="IBM Plex Sans Medium"/>
                <a:cs typeface="IBM Plex Sans Medium"/>
                <a:sym typeface="IBM Plex Sans Medium"/>
              </a:defRPr>
            </a:lvl7pPr>
            <a:lvl8pPr lvl="7" algn="ctr" rtl="0">
              <a:lnSpc>
                <a:spcPct val="100000"/>
              </a:lnSpc>
              <a:spcBef>
                <a:spcPts val="0"/>
              </a:spcBef>
              <a:spcAft>
                <a:spcPts val="0"/>
              </a:spcAft>
              <a:buClr>
                <a:schemeClr val="accent4"/>
              </a:buClr>
              <a:buSzPts val="1600"/>
              <a:buFont typeface="IBM Plex Sans Medium"/>
              <a:buNone/>
              <a:defRPr sz="1600">
                <a:solidFill>
                  <a:schemeClr val="accent4"/>
                </a:solidFill>
                <a:latin typeface="IBM Plex Sans Medium"/>
                <a:ea typeface="IBM Plex Sans Medium"/>
                <a:cs typeface="IBM Plex Sans Medium"/>
                <a:sym typeface="IBM Plex Sans Medium"/>
              </a:defRPr>
            </a:lvl8pPr>
            <a:lvl9pPr lvl="8" algn="ctr" rtl="0">
              <a:lnSpc>
                <a:spcPct val="100000"/>
              </a:lnSpc>
              <a:spcBef>
                <a:spcPts val="0"/>
              </a:spcBef>
              <a:spcAft>
                <a:spcPts val="0"/>
              </a:spcAft>
              <a:buClr>
                <a:schemeClr val="accent4"/>
              </a:buClr>
              <a:buSzPts val="1600"/>
              <a:buFont typeface="IBM Plex Sans Medium"/>
              <a:buNone/>
              <a:defRPr sz="1600">
                <a:solidFill>
                  <a:schemeClr val="accent4"/>
                </a:solidFill>
                <a:latin typeface="IBM Plex Sans Medium"/>
                <a:ea typeface="IBM Plex Sans Medium"/>
                <a:cs typeface="IBM Plex Sans Medium"/>
                <a:sym typeface="IBM Plex Sans Medium"/>
              </a:defRPr>
            </a:lvl9pPr>
          </a:lstStyle>
          <a:p>
            <a:endParaRPr/>
          </a:p>
        </p:txBody>
      </p:sp>
      <p:sp>
        <p:nvSpPr>
          <p:cNvPr id="1083" name="Google Shape;1083;p84"/>
          <p:cNvSpPr txBox="1">
            <a:spLocks noGrp="1"/>
          </p:cNvSpPr>
          <p:nvPr>
            <p:ph type="subTitle" idx="19"/>
          </p:nvPr>
        </p:nvSpPr>
        <p:spPr>
          <a:xfrm>
            <a:off x="2598875" y="2833650"/>
            <a:ext cx="1344300" cy="398100"/>
          </a:xfrm>
          <a:prstGeom prst="rect">
            <a:avLst/>
          </a:prstGeom>
        </p:spPr>
        <p:txBody>
          <a:bodyPr spcFirstLastPara="1" wrap="square" lIns="0" tIns="0" rIns="0" bIns="0" anchor="t" anchorCtr="0">
            <a:normAutofit/>
          </a:bodyPr>
          <a:lstStyle>
            <a:lvl1pPr lvl="0" algn="ctr" rtl="0">
              <a:lnSpc>
                <a:spcPct val="100000"/>
              </a:lnSpc>
              <a:spcBef>
                <a:spcPts val="0"/>
              </a:spcBef>
              <a:spcAft>
                <a:spcPts val="0"/>
              </a:spcAft>
              <a:buSzPts val="1600"/>
              <a:buFont typeface="IBM Plex Sans Medium"/>
              <a:buNone/>
              <a:defRPr sz="1600">
                <a:solidFill>
                  <a:schemeClr val="accent1"/>
                </a:solidFill>
                <a:latin typeface="IBM Plex Sans Medium"/>
                <a:ea typeface="IBM Plex Sans Medium"/>
                <a:cs typeface="IBM Plex Sans Medium"/>
                <a:sym typeface="IBM Plex Sans Medium"/>
              </a:defRPr>
            </a:lvl1pPr>
            <a:lvl2pPr lvl="1" algn="ctr" rtl="0">
              <a:lnSpc>
                <a:spcPct val="100000"/>
              </a:lnSpc>
              <a:spcBef>
                <a:spcPts val="0"/>
              </a:spcBef>
              <a:spcAft>
                <a:spcPts val="0"/>
              </a:spcAft>
              <a:buClr>
                <a:schemeClr val="accent4"/>
              </a:buClr>
              <a:buSzPts val="1600"/>
              <a:buFont typeface="IBM Plex Sans Medium"/>
              <a:buNone/>
              <a:defRPr sz="1600">
                <a:solidFill>
                  <a:schemeClr val="accent4"/>
                </a:solidFill>
                <a:latin typeface="IBM Plex Sans Medium"/>
                <a:ea typeface="IBM Plex Sans Medium"/>
                <a:cs typeface="IBM Plex Sans Medium"/>
                <a:sym typeface="IBM Plex Sans Medium"/>
              </a:defRPr>
            </a:lvl2pPr>
            <a:lvl3pPr lvl="2" algn="ctr" rtl="0">
              <a:lnSpc>
                <a:spcPct val="100000"/>
              </a:lnSpc>
              <a:spcBef>
                <a:spcPts val="0"/>
              </a:spcBef>
              <a:spcAft>
                <a:spcPts val="0"/>
              </a:spcAft>
              <a:buClr>
                <a:schemeClr val="accent4"/>
              </a:buClr>
              <a:buSzPts val="1600"/>
              <a:buFont typeface="IBM Plex Sans Medium"/>
              <a:buNone/>
              <a:defRPr sz="1600">
                <a:solidFill>
                  <a:schemeClr val="accent4"/>
                </a:solidFill>
                <a:latin typeface="IBM Plex Sans Medium"/>
                <a:ea typeface="IBM Plex Sans Medium"/>
                <a:cs typeface="IBM Plex Sans Medium"/>
                <a:sym typeface="IBM Plex Sans Medium"/>
              </a:defRPr>
            </a:lvl3pPr>
            <a:lvl4pPr lvl="3" algn="ctr" rtl="0">
              <a:lnSpc>
                <a:spcPct val="100000"/>
              </a:lnSpc>
              <a:spcBef>
                <a:spcPts val="0"/>
              </a:spcBef>
              <a:spcAft>
                <a:spcPts val="0"/>
              </a:spcAft>
              <a:buClr>
                <a:schemeClr val="accent4"/>
              </a:buClr>
              <a:buSzPts val="1600"/>
              <a:buFont typeface="IBM Plex Sans Medium"/>
              <a:buNone/>
              <a:defRPr sz="1600">
                <a:solidFill>
                  <a:schemeClr val="accent4"/>
                </a:solidFill>
                <a:latin typeface="IBM Plex Sans Medium"/>
                <a:ea typeface="IBM Plex Sans Medium"/>
                <a:cs typeface="IBM Plex Sans Medium"/>
                <a:sym typeface="IBM Plex Sans Medium"/>
              </a:defRPr>
            </a:lvl4pPr>
            <a:lvl5pPr lvl="4" algn="ctr" rtl="0">
              <a:lnSpc>
                <a:spcPct val="100000"/>
              </a:lnSpc>
              <a:spcBef>
                <a:spcPts val="0"/>
              </a:spcBef>
              <a:spcAft>
                <a:spcPts val="0"/>
              </a:spcAft>
              <a:buClr>
                <a:schemeClr val="accent4"/>
              </a:buClr>
              <a:buSzPts val="1600"/>
              <a:buFont typeface="IBM Plex Sans Medium"/>
              <a:buNone/>
              <a:defRPr sz="1600">
                <a:solidFill>
                  <a:schemeClr val="accent4"/>
                </a:solidFill>
                <a:latin typeface="IBM Plex Sans Medium"/>
                <a:ea typeface="IBM Plex Sans Medium"/>
                <a:cs typeface="IBM Plex Sans Medium"/>
                <a:sym typeface="IBM Plex Sans Medium"/>
              </a:defRPr>
            </a:lvl5pPr>
            <a:lvl6pPr lvl="5" algn="ctr" rtl="0">
              <a:lnSpc>
                <a:spcPct val="100000"/>
              </a:lnSpc>
              <a:spcBef>
                <a:spcPts val="0"/>
              </a:spcBef>
              <a:spcAft>
                <a:spcPts val="0"/>
              </a:spcAft>
              <a:buClr>
                <a:schemeClr val="accent4"/>
              </a:buClr>
              <a:buSzPts val="1600"/>
              <a:buFont typeface="IBM Plex Sans Medium"/>
              <a:buNone/>
              <a:defRPr sz="1600">
                <a:solidFill>
                  <a:schemeClr val="accent4"/>
                </a:solidFill>
                <a:latin typeface="IBM Plex Sans Medium"/>
                <a:ea typeface="IBM Plex Sans Medium"/>
                <a:cs typeface="IBM Plex Sans Medium"/>
                <a:sym typeface="IBM Plex Sans Medium"/>
              </a:defRPr>
            </a:lvl6pPr>
            <a:lvl7pPr lvl="6" algn="ctr" rtl="0">
              <a:lnSpc>
                <a:spcPct val="100000"/>
              </a:lnSpc>
              <a:spcBef>
                <a:spcPts val="0"/>
              </a:spcBef>
              <a:spcAft>
                <a:spcPts val="0"/>
              </a:spcAft>
              <a:buClr>
                <a:schemeClr val="accent4"/>
              </a:buClr>
              <a:buSzPts val="1600"/>
              <a:buFont typeface="IBM Plex Sans Medium"/>
              <a:buNone/>
              <a:defRPr sz="1600">
                <a:solidFill>
                  <a:schemeClr val="accent4"/>
                </a:solidFill>
                <a:latin typeface="IBM Plex Sans Medium"/>
                <a:ea typeface="IBM Plex Sans Medium"/>
                <a:cs typeface="IBM Plex Sans Medium"/>
                <a:sym typeface="IBM Plex Sans Medium"/>
              </a:defRPr>
            </a:lvl7pPr>
            <a:lvl8pPr lvl="7" algn="ctr" rtl="0">
              <a:lnSpc>
                <a:spcPct val="100000"/>
              </a:lnSpc>
              <a:spcBef>
                <a:spcPts val="0"/>
              </a:spcBef>
              <a:spcAft>
                <a:spcPts val="0"/>
              </a:spcAft>
              <a:buClr>
                <a:schemeClr val="accent4"/>
              </a:buClr>
              <a:buSzPts val="1600"/>
              <a:buFont typeface="IBM Plex Sans Medium"/>
              <a:buNone/>
              <a:defRPr sz="1600">
                <a:solidFill>
                  <a:schemeClr val="accent4"/>
                </a:solidFill>
                <a:latin typeface="IBM Plex Sans Medium"/>
                <a:ea typeface="IBM Plex Sans Medium"/>
                <a:cs typeface="IBM Plex Sans Medium"/>
                <a:sym typeface="IBM Plex Sans Medium"/>
              </a:defRPr>
            </a:lvl8pPr>
            <a:lvl9pPr lvl="8" algn="ctr" rtl="0">
              <a:lnSpc>
                <a:spcPct val="100000"/>
              </a:lnSpc>
              <a:spcBef>
                <a:spcPts val="0"/>
              </a:spcBef>
              <a:spcAft>
                <a:spcPts val="0"/>
              </a:spcAft>
              <a:buClr>
                <a:schemeClr val="accent4"/>
              </a:buClr>
              <a:buSzPts val="1600"/>
              <a:buFont typeface="IBM Plex Sans Medium"/>
              <a:buNone/>
              <a:defRPr sz="1600">
                <a:solidFill>
                  <a:schemeClr val="accent4"/>
                </a:solidFill>
                <a:latin typeface="IBM Plex Sans Medium"/>
                <a:ea typeface="IBM Plex Sans Medium"/>
                <a:cs typeface="IBM Plex Sans Medium"/>
                <a:sym typeface="IBM Plex Sans Medium"/>
              </a:defRPr>
            </a:lvl9pPr>
          </a:lstStyle>
          <a:p>
            <a:endParaRPr/>
          </a:p>
        </p:txBody>
      </p:sp>
      <p:sp>
        <p:nvSpPr>
          <p:cNvPr id="1084" name="Google Shape;1084;p84"/>
          <p:cNvSpPr txBox="1">
            <a:spLocks noGrp="1"/>
          </p:cNvSpPr>
          <p:nvPr>
            <p:ph type="subTitle" idx="20"/>
          </p:nvPr>
        </p:nvSpPr>
        <p:spPr>
          <a:xfrm>
            <a:off x="220000" y="2457955"/>
            <a:ext cx="903000" cy="455100"/>
          </a:xfrm>
          <a:prstGeom prst="rect">
            <a:avLst/>
          </a:prstGeom>
        </p:spPr>
        <p:txBody>
          <a:bodyPr spcFirstLastPara="1" wrap="square" lIns="0" tIns="0" rIns="0" bIns="0" anchor="ctr" anchorCtr="0">
            <a:normAutofit/>
          </a:bodyPr>
          <a:lstStyle>
            <a:lvl1pPr lvl="0" algn="r" rtl="0">
              <a:spcBef>
                <a:spcPts val="0"/>
              </a:spcBef>
              <a:spcAft>
                <a:spcPts val="0"/>
              </a:spcAft>
              <a:buClr>
                <a:schemeClr val="dk2"/>
              </a:buClr>
              <a:buSzPts val="1400"/>
              <a:buNone/>
              <a:defRPr sz="1400" b="1">
                <a:solidFill>
                  <a:schemeClr val="dk2"/>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Tree>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matchingName="Timeline - 2">
  <p:cSld name="TITLE_ONLY_10">
    <p:spTree>
      <p:nvGrpSpPr>
        <p:cNvPr id="1" name="Shape 1085"/>
        <p:cNvGrpSpPr/>
        <p:nvPr/>
      </p:nvGrpSpPr>
      <p:grpSpPr>
        <a:xfrm>
          <a:off x="0" y="0"/>
          <a:ext cx="0" cy="0"/>
          <a:chOff x="0" y="0"/>
          <a:chExt cx="0" cy="0"/>
        </a:xfrm>
      </p:grpSpPr>
      <p:sp>
        <p:nvSpPr>
          <p:cNvPr id="1086" name="Google Shape;1086;p85"/>
          <p:cNvSpPr txBox="1">
            <a:spLocks noGrp="1"/>
          </p:cNvSpPr>
          <p:nvPr>
            <p:ph type="title"/>
          </p:nvPr>
        </p:nvSpPr>
        <p:spPr>
          <a:xfrm>
            <a:off x="457200" y="114300"/>
            <a:ext cx="8229600" cy="903300"/>
          </a:xfrm>
          <a:prstGeom prst="rect">
            <a:avLst/>
          </a:prstGeom>
        </p:spPr>
        <p:txBody>
          <a:bodyPr spcFirstLastPara="1" wrap="square" lIns="0" tIns="0" rIns="0" bIns="0" anchor="t" anchorCtr="0">
            <a:normAutofit/>
          </a:bodyPr>
          <a:lstStyle>
            <a:lvl1pPr lvl="0" rtl="0">
              <a:spcBef>
                <a:spcPts val="0"/>
              </a:spcBef>
              <a:spcAft>
                <a:spcPts val="0"/>
              </a:spcAft>
              <a:buSzPts val="34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1087" name="Google Shape;1087;p85"/>
          <p:cNvSpPr txBox="1">
            <a:spLocks noGrp="1"/>
          </p:cNvSpPr>
          <p:nvPr>
            <p:ph type="sldNum" idx="12"/>
          </p:nvPr>
        </p:nvSpPr>
        <p:spPr>
          <a:xfrm>
            <a:off x="8366700" y="4805546"/>
            <a:ext cx="548700" cy="215400"/>
          </a:xfrm>
          <a:prstGeom prst="rect">
            <a:avLst/>
          </a:prstGeom>
        </p:spPr>
        <p:txBody>
          <a:bodyPr spcFirstLastPara="1" wrap="square" lIns="0" tIns="0" rIns="0" bIns="0" anchor="b"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pic>
        <p:nvPicPr>
          <p:cNvPr id="1088" name="Google Shape;1088;p85"/>
          <p:cNvPicPr preferRelativeResize="0"/>
          <p:nvPr/>
        </p:nvPicPr>
        <p:blipFill>
          <a:blip r:embed="rId2">
            <a:alphaModFix/>
          </a:blip>
          <a:stretch>
            <a:fillRect/>
          </a:stretch>
        </p:blipFill>
        <p:spPr>
          <a:xfrm>
            <a:off x="8544852" y="62010"/>
            <a:ext cx="599140" cy="599141"/>
          </a:xfrm>
          <a:prstGeom prst="rect">
            <a:avLst/>
          </a:prstGeom>
          <a:noFill/>
          <a:ln>
            <a:noFill/>
          </a:ln>
        </p:spPr>
      </p:pic>
      <p:sp>
        <p:nvSpPr>
          <p:cNvPr id="1089" name="Google Shape;1089;p85"/>
          <p:cNvSpPr txBox="1">
            <a:spLocks noGrp="1"/>
          </p:cNvSpPr>
          <p:nvPr>
            <p:ph type="subTitle" idx="1"/>
          </p:nvPr>
        </p:nvSpPr>
        <p:spPr>
          <a:xfrm>
            <a:off x="467075" y="4814525"/>
            <a:ext cx="2326500" cy="206400"/>
          </a:xfrm>
          <a:prstGeom prst="rect">
            <a:avLst/>
          </a:prstGeom>
        </p:spPr>
        <p:txBody>
          <a:bodyPr spcFirstLastPara="1" wrap="square" lIns="0" tIns="0" rIns="0" bIns="0" anchor="b" anchorCtr="0">
            <a:normAutofit/>
          </a:bodyPr>
          <a:lstStyle>
            <a:lvl1pPr lvl="0" rtl="0">
              <a:spcBef>
                <a:spcPts val="0"/>
              </a:spcBef>
              <a:spcAft>
                <a:spcPts val="0"/>
              </a:spcAft>
              <a:buClr>
                <a:schemeClr val="dk2"/>
              </a:buClr>
              <a:buSzPts val="700"/>
              <a:buNone/>
              <a:defRPr sz="700">
                <a:solidFill>
                  <a:schemeClr val="dk2"/>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cxnSp>
        <p:nvCxnSpPr>
          <p:cNvPr id="1090" name="Google Shape;1090;p85"/>
          <p:cNvCxnSpPr/>
          <p:nvPr/>
        </p:nvCxnSpPr>
        <p:spPr>
          <a:xfrm>
            <a:off x="-61225" y="1393000"/>
            <a:ext cx="8049000" cy="0"/>
          </a:xfrm>
          <a:prstGeom prst="straightConnector1">
            <a:avLst/>
          </a:prstGeom>
          <a:noFill/>
          <a:ln w="19050" cap="flat" cmpd="sng">
            <a:solidFill>
              <a:schemeClr val="accent5"/>
            </a:solidFill>
            <a:prstDash val="dash"/>
            <a:round/>
            <a:headEnd type="none" w="med" len="med"/>
            <a:tailEnd type="none" w="med" len="med"/>
          </a:ln>
        </p:spPr>
      </p:cxnSp>
      <p:cxnSp>
        <p:nvCxnSpPr>
          <p:cNvPr id="1091" name="Google Shape;1091;p85"/>
          <p:cNvCxnSpPr/>
          <p:nvPr/>
        </p:nvCxnSpPr>
        <p:spPr>
          <a:xfrm>
            <a:off x="7987570" y="1393075"/>
            <a:ext cx="0" cy="1195200"/>
          </a:xfrm>
          <a:prstGeom prst="straightConnector1">
            <a:avLst/>
          </a:prstGeom>
          <a:noFill/>
          <a:ln w="19050" cap="flat" cmpd="sng">
            <a:solidFill>
              <a:schemeClr val="accent5"/>
            </a:solidFill>
            <a:prstDash val="dash"/>
            <a:round/>
            <a:headEnd type="none" w="med" len="med"/>
            <a:tailEnd type="none" w="med" len="med"/>
          </a:ln>
        </p:spPr>
      </p:cxnSp>
      <p:cxnSp>
        <p:nvCxnSpPr>
          <p:cNvPr id="1092" name="Google Shape;1092;p85"/>
          <p:cNvCxnSpPr/>
          <p:nvPr/>
        </p:nvCxnSpPr>
        <p:spPr>
          <a:xfrm>
            <a:off x="1162520" y="2588275"/>
            <a:ext cx="6825000" cy="0"/>
          </a:xfrm>
          <a:prstGeom prst="straightConnector1">
            <a:avLst/>
          </a:prstGeom>
          <a:noFill/>
          <a:ln w="19050" cap="flat" cmpd="sng">
            <a:solidFill>
              <a:schemeClr val="accent5"/>
            </a:solidFill>
            <a:prstDash val="dash"/>
            <a:round/>
            <a:headEnd type="none" w="med" len="med"/>
            <a:tailEnd type="none" w="med" len="med"/>
          </a:ln>
        </p:spPr>
      </p:cxnSp>
      <p:cxnSp>
        <p:nvCxnSpPr>
          <p:cNvPr id="1093" name="Google Shape;1093;p85"/>
          <p:cNvCxnSpPr/>
          <p:nvPr/>
        </p:nvCxnSpPr>
        <p:spPr>
          <a:xfrm>
            <a:off x="1162520" y="2588275"/>
            <a:ext cx="0" cy="1195200"/>
          </a:xfrm>
          <a:prstGeom prst="straightConnector1">
            <a:avLst/>
          </a:prstGeom>
          <a:noFill/>
          <a:ln w="19050" cap="flat" cmpd="sng">
            <a:solidFill>
              <a:schemeClr val="accent5"/>
            </a:solidFill>
            <a:prstDash val="dash"/>
            <a:round/>
            <a:headEnd type="none" w="med" len="med"/>
            <a:tailEnd type="none" w="med" len="med"/>
          </a:ln>
        </p:spPr>
      </p:cxnSp>
      <p:cxnSp>
        <p:nvCxnSpPr>
          <p:cNvPr id="1094" name="Google Shape;1094;p85"/>
          <p:cNvCxnSpPr/>
          <p:nvPr/>
        </p:nvCxnSpPr>
        <p:spPr>
          <a:xfrm>
            <a:off x="1162513" y="3783475"/>
            <a:ext cx="8042700" cy="0"/>
          </a:xfrm>
          <a:prstGeom prst="straightConnector1">
            <a:avLst/>
          </a:prstGeom>
          <a:noFill/>
          <a:ln w="19050" cap="flat" cmpd="sng">
            <a:solidFill>
              <a:schemeClr val="accent5"/>
            </a:solidFill>
            <a:prstDash val="dash"/>
            <a:round/>
            <a:headEnd type="none" w="med" len="med"/>
            <a:tailEnd type="none" w="med" len="med"/>
          </a:ln>
        </p:spPr>
      </p:cxnSp>
      <p:sp>
        <p:nvSpPr>
          <p:cNvPr id="1095" name="Google Shape;1095;p85"/>
          <p:cNvSpPr/>
          <p:nvPr/>
        </p:nvSpPr>
        <p:spPr>
          <a:xfrm>
            <a:off x="1937350" y="1152475"/>
            <a:ext cx="481200" cy="481200"/>
          </a:xfrm>
          <a:prstGeom prst="ellipse">
            <a:avLst/>
          </a:prstGeom>
          <a:solidFill>
            <a:srgbClr val="FC5D0D"/>
          </a:solidFill>
          <a:ln>
            <a:noFill/>
          </a:ln>
        </p:spPr>
        <p:txBody>
          <a:bodyPr spcFirstLastPara="1" wrap="square" lIns="0" tIns="0" rIns="0" bIns="0" anchor="ctr" anchorCtr="0">
            <a:noAutofit/>
          </a:bodyPr>
          <a:lstStyle/>
          <a:p>
            <a:pPr marL="0" lvl="0" indent="0" algn="ctr" rtl="0">
              <a:spcBef>
                <a:spcPts val="0"/>
              </a:spcBef>
              <a:spcAft>
                <a:spcPts val="0"/>
              </a:spcAft>
              <a:buNone/>
            </a:pPr>
            <a:r>
              <a:rPr lang="en" sz="2300">
                <a:solidFill>
                  <a:srgbClr val="F7F7F7"/>
                </a:solidFill>
                <a:latin typeface="IBM Plex Sans Medium"/>
                <a:ea typeface="IBM Plex Sans Medium"/>
                <a:cs typeface="IBM Plex Sans Medium"/>
                <a:sym typeface="IBM Plex Sans Medium"/>
              </a:rPr>
              <a:t>1</a:t>
            </a:r>
            <a:endParaRPr sz="2300">
              <a:solidFill>
                <a:srgbClr val="F7F7F7"/>
              </a:solidFill>
              <a:latin typeface="IBM Plex Sans Medium"/>
              <a:ea typeface="IBM Plex Sans Medium"/>
              <a:cs typeface="IBM Plex Sans Medium"/>
              <a:sym typeface="IBM Plex Sans Medium"/>
            </a:endParaRPr>
          </a:p>
        </p:txBody>
      </p:sp>
      <p:sp>
        <p:nvSpPr>
          <p:cNvPr id="1096" name="Google Shape;1096;p85"/>
          <p:cNvSpPr/>
          <p:nvPr/>
        </p:nvSpPr>
        <p:spPr>
          <a:xfrm>
            <a:off x="4334439" y="1152475"/>
            <a:ext cx="481200" cy="481200"/>
          </a:xfrm>
          <a:prstGeom prst="ellipse">
            <a:avLst/>
          </a:prstGeom>
          <a:solidFill>
            <a:srgbClr val="FC5D0D"/>
          </a:solidFill>
          <a:ln>
            <a:noFill/>
          </a:ln>
        </p:spPr>
        <p:txBody>
          <a:bodyPr spcFirstLastPara="1" wrap="square" lIns="0" tIns="0" rIns="0" bIns="0" anchor="ctr" anchorCtr="0">
            <a:noAutofit/>
          </a:bodyPr>
          <a:lstStyle/>
          <a:p>
            <a:pPr marL="0" lvl="0" indent="0" algn="ctr" rtl="0">
              <a:spcBef>
                <a:spcPts val="0"/>
              </a:spcBef>
              <a:spcAft>
                <a:spcPts val="0"/>
              </a:spcAft>
              <a:buNone/>
            </a:pPr>
            <a:r>
              <a:rPr lang="en" sz="2300">
                <a:solidFill>
                  <a:srgbClr val="F7F7F7"/>
                </a:solidFill>
                <a:latin typeface="IBM Plex Sans Medium"/>
                <a:ea typeface="IBM Plex Sans Medium"/>
                <a:cs typeface="IBM Plex Sans Medium"/>
                <a:sym typeface="IBM Plex Sans Medium"/>
              </a:rPr>
              <a:t>2</a:t>
            </a:r>
            <a:endParaRPr sz="2300">
              <a:solidFill>
                <a:srgbClr val="F7F7F7"/>
              </a:solidFill>
              <a:latin typeface="IBM Plex Sans Medium"/>
              <a:ea typeface="IBM Plex Sans Medium"/>
              <a:cs typeface="IBM Plex Sans Medium"/>
              <a:sym typeface="IBM Plex Sans Medium"/>
            </a:endParaRPr>
          </a:p>
        </p:txBody>
      </p:sp>
      <p:sp>
        <p:nvSpPr>
          <p:cNvPr id="1097" name="Google Shape;1097;p85"/>
          <p:cNvSpPr/>
          <p:nvPr/>
        </p:nvSpPr>
        <p:spPr>
          <a:xfrm>
            <a:off x="6731528" y="1152475"/>
            <a:ext cx="481200" cy="481200"/>
          </a:xfrm>
          <a:prstGeom prst="ellipse">
            <a:avLst/>
          </a:prstGeom>
          <a:solidFill>
            <a:srgbClr val="FC5D0D"/>
          </a:solidFill>
          <a:ln>
            <a:noFill/>
          </a:ln>
        </p:spPr>
        <p:txBody>
          <a:bodyPr spcFirstLastPara="1" wrap="square" lIns="0" tIns="0" rIns="0" bIns="0" anchor="ctr" anchorCtr="0">
            <a:noAutofit/>
          </a:bodyPr>
          <a:lstStyle/>
          <a:p>
            <a:pPr marL="0" lvl="0" indent="0" algn="ctr" rtl="0">
              <a:spcBef>
                <a:spcPts val="0"/>
              </a:spcBef>
              <a:spcAft>
                <a:spcPts val="0"/>
              </a:spcAft>
              <a:buNone/>
            </a:pPr>
            <a:r>
              <a:rPr lang="en" sz="2300">
                <a:solidFill>
                  <a:srgbClr val="F7F7F7"/>
                </a:solidFill>
                <a:latin typeface="IBM Plex Sans Medium"/>
                <a:ea typeface="IBM Plex Sans Medium"/>
                <a:cs typeface="IBM Plex Sans Medium"/>
                <a:sym typeface="IBM Plex Sans Medium"/>
              </a:rPr>
              <a:t>3</a:t>
            </a:r>
            <a:endParaRPr sz="2300">
              <a:solidFill>
                <a:srgbClr val="F7F7F7"/>
              </a:solidFill>
              <a:latin typeface="IBM Plex Sans Medium"/>
              <a:ea typeface="IBM Plex Sans Medium"/>
              <a:cs typeface="IBM Plex Sans Medium"/>
              <a:sym typeface="IBM Plex Sans Medium"/>
            </a:endParaRPr>
          </a:p>
        </p:txBody>
      </p:sp>
      <p:sp>
        <p:nvSpPr>
          <p:cNvPr id="1098" name="Google Shape;1098;p85"/>
          <p:cNvSpPr/>
          <p:nvPr/>
        </p:nvSpPr>
        <p:spPr>
          <a:xfrm>
            <a:off x="1937350" y="2347677"/>
            <a:ext cx="481200" cy="481200"/>
          </a:xfrm>
          <a:prstGeom prst="ellipse">
            <a:avLst/>
          </a:prstGeom>
          <a:solidFill>
            <a:srgbClr val="58595B"/>
          </a:solidFill>
          <a:ln>
            <a:noFill/>
          </a:ln>
        </p:spPr>
        <p:txBody>
          <a:bodyPr spcFirstLastPara="1" wrap="square" lIns="0" tIns="0" rIns="0" bIns="0" anchor="ctr" anchorCtr="0">
            <a:noAutofit/>
          </a:bodyPr>
          <a:lstStyle/>
          <a:p>
            <a:pPr marL="0" lvl="0" indent="0" algn="ctr" rtl="0">
              <a:spcBef>
                <a:spcPts val="0"/>
              </a:spcBef>
              <a:spcAft>
                <a:spcPts val="0"/>
              </a:spcAft>
              <a:buNone/>
            </a:pPr>
            <a:r>
              <a:rPr lang="en" sz="2300">
                <a:solidFill>
                  <a:srgbClr val="F7F7F7"/>
                </a:solidFill>
                <a:latin typeface="IBM Plex Sans Medium"/>
                <a:ea typeface="IBM Plex Sans Medium"/>
                <a:cs typeface="IBM Plex Sans Medium"/>
                <a:sym typeface="IBM Plex Sans Medium"/>
              </a:rPr>
              <a:t>6</a:t>
            </a:r>
            <a:endParaRPr sz="2300">
              <a:solidFill>
                <a:srgbClr val="F7F7F7"/>
              </a:solidFill>
              <a:latin typeface="IBM Plex Sans Medium"/>
              <a:ea typeface="IBM Plex Sans Medium"/>
              <a:cs typeface="IBM Plex Sans Medium"/>
              <a:sym typeface="IBM Plex Sans Medium"/>
            </a:endParaRPr>
          </a:p>
        </p:txBody>
      </p:sp>
      <p:sp>
        <p:nvSpPr>
          <p:cNvPr id="1099" name="Google Shape;1099;p85"/>
          <p:cNvSpPr/>
          <p:nvPr/>
        </p:nvSpPr>
        <p:spPr>
          <a:xfrm>
            <a:off x="4334439" y="2347677"/>
            <a:ext cx="481200" cy="481200"/>
          </a:xfrm>
          <a:prstGeom prst="ellipse">
            <a:avLst/>
          </a:prstGeom>
          <a:solidFill>
            <a:srgbClr val="58595B"/>
          </a:solidFill>
          <a:ln>
            <a:noFill/>
          </a:ln>
        </p:spPr>
        <p:txBody>
          <a:bodyPr spcFirstLastPara="1" wrap="square" lIns="0" tIns="0" rIns="0" bIns="0" anchor="ctr" anchorCtr="0">
            <a:noAutofit/>
          </a:bodyPr>
          <a:lstStyle/>
          <a:p>
            <a:pPr marL="0" lvl="0" indent="0" algn="ctr" rtl="0">
              <a:spcBef>
                <a:spcPts val="0"/>
              </a:spcBef>
              <a:spcAft>
                <a:spcPts val="0"/>
              </a:spcAft>
              <a:buNone/>
            </a:pPr>
            <a:r>
              <a:rPr lang="en" sz="2300">
                <a:solidFill>
                  <a:srgbClr val="F7F7F7"/>
                </a:solidFill>
                <a:latin typeface="IBM Plex Sans Medium"/>
                <a:ea typeface="IBM Plex Sans Medium"/>
                <a:cs typeface="IBM Plex Sans Medium"/>
                <a:sym typeface="IBM Plex Sans Medium"/>
              </a:rPr>
              <a:t>5</a:t>
            </a:r>
            <a:endParaRPr sz="2300">
              <a:solidFill>
                <a:srgbClr val="F7F7F7"/>
              </a:solidFill>
              <a:latin typeface="IBM Plex Sans Medium"/>
              <a:ea typeface="IBM Plex Sans Medium"/>
              <a:cs typeface="IBM Plex Sans Medium"/>
              <a:sym typeface="IBM Plex Sans Medium"/>
            </a:endParaRPr>
          </a:p>
        </p:txBody>
      </p:sp>
      <p:sp>
        <p:nvSpPr>
          <p:cNvPr id="1100" name="Google Shape;1100;p85"/>
          <p:cNvSpPr/>
          <p:nvPr/>
        </p:nvSpPr>
        <p:spPr>
          <a:xfrm>
            <a:off x="6731528" y="2347677"/>
            <a:ext cx="481200" cy="481200"/>
          </a:xfrm>
          <a:prstGeom prst="ellipse">
            <a:avLst/>
          </a:prstGeom>
          <a:solidFill>
            <a:srgbClr val="58595B"/>
          </a:solidFill>
          <a:ln>
            <a:noFill/>
          </a:ln>
        </p:spPr>
        <p:txBody>
          <a:bodyPr spcFirstLastPara="1" wrap="square" lIns="0" tIns="0" rIns="0" bIns="0" anchor="ctr" anchorCtr="0">
            <a:noAutofit/>
          </a:bodyPr>
          <a:lstStyle/>
          <a:p>
            <a:pPr marL="0" lvl="0" indent="0" algn="ctr" rtl="0">
              <a:spcBef>
                <a:spcPts val="0"/>
              </a:spcBef>
              <a:spcAft>
                <a:spcPts val="0"/>
              </a:spcAft>
              <a:buNone/>
            </a:pPr>
            <a:r>
              <a:rPr lang="en" sz="2300">
                <a:solidFill>
                  <a:srgbClr val="F7F7F7"/>
                </a:solidFill>
                <a:latin typeface="IBM Plex Sans Medium"/>
                <a:ea typeface="IBM Plex Sans Medium"/>
                <a:cs typeface="IBM Plex Sans Medium"/>
                <a:sym typeface="IBM Plex Sans Medium"/>
              </a:rPr>
              <a:t>4</a:t>
            </a:r>
            <a:endParaRPr sz="2300">
              <a:solidFill>
                <a:srgbClr val="F7F7F7"/>
              </a:solidFill>
              <a:latin typeface="IBM Plex Sans Medium"/>
              <a:ea typeface="IBM Plex Sans Medium"/>
              <a:cs typeface="IBM Plex Sans Medium"/>
              <a:sym typeface="IBM Plex Sans Medium"/>
            </a:endParaRPr>
          </a:p>
        </p:txBody>
      </p:sp>
      <p:sp>
        <p:nvSpPr>
          <p:cNvPr id="1101" name="Google Shape;1101;p85"/>
          <p:cNvSpPr/>
          <p:nvPr/>
        </p:nvSpPr>
        <p:spPr>
          <a:xfrm>
            <a:off x="1937350" y="3542880"/>
            <a:ext cx="481200" cy="481200"/>
          </a:xfrm>
          <a:prstGeom prst="ellipse">
            <a:avLst/>
          </a:prstGeom>
          <a:solidFill>
            <a:srgbClr val="0072CE"/>
          </a:solidFill>
          <a:ln>
            <a:noFill/>
          </a:ln>
        </p:spPr>
        <p:txBody>
          <a:bodyPr spcFirstLastPara="1" wrap="square" lIns="0" tIns="0" rIns="0" bIns="0" anchor="ctr" anchorCtr="0">
            <a:noAutofit/>
          </a:bodyPr>
          <a:lstStyle/>
          <a:p>
            <a:pPr marL="0" lvl="0" indent="0" algn="ctr" rtl="0">
              <a:spcBef>
                <a:spcPts val="0"/>
              </a:spcBef>
              <a:spcAft>
                <a:spcPts val="0"/>
              </a:spcAft>
              <a:buNone/>
            </a:pPr>
            <a:r>
              <a:rPr lang="en" sz="2300">
                <a:solidFill>
                  <a:srgbClr val="F7F7F7"/>
                </a:solidFill>
                <a:latin typeface="IBM Plex Sans Medium"/>
                <a:ea typeface="IBM Plex Sans Medium"/>
                <a:cs typeface="IBM Plex Sans Medium"/>
                <a:sym typeface="IBM Plex Sans Medium"/>
              </a:rPr>
              <a:t>7</a:t>
            </a:r>
            <a:endParaRPr sz="2300">
              <a:solidFill>
                <a:srgbClr val="F7F7F7"/>
              </a:solidFill>
              <a:latin typeface="IBM Plex Sans Medium"/>
              <a:ea typeface="IBM Plex Sans Medium"/>
              <a:cs typeface="IBM Plex Sans Medium"/>
              <a:sym typeface="IBM Plex Sans Medium"/>
            </a:endParaRPr>
          </a:p>
        </p:txBody>
      </p:sp>
      <p:sp>
        <p:nvSpPr>
          <p:cNvPr id="1102" name="Google Shape;1102;p85"/>
          <p:cNvSpPr/>
          <p:nvPr/>
        </p:nvSpPr>
        <p:spPr>
          <a:xfrm>
            <a:off x="4334439" y="3542880"/>
            <a:ext cx="481200" cy="481200"/>
          </a:xfrm>
          <a:prstGeom prst="ellipse">
            <a:avLst/>
          </a:prstGeom>
          <a:solidFill>
            <a:srgbClr val="0072CE"/>
          </a:solidFill>
          <a:ln>
            <a:noFill/>
          </a:ln>
        </p:spPr>
        <p:txBody>
          <a:bodyPr spcFirstLastPara="1" wrap="square" lIns="0" tIns="0" rIns="0" bIns="0" anchor="ctr" anchorCtr="0">
            <a:noAutofit/>
          </a:bodyPr>
          <a:lstStyle/>
          <a:p>
            <a:pPr marL="0" lvl="0" indent="0" algn="ctr" rtl="0">
              <a:spcBef>
                <a:spcPts val="0"/>
              </a:spcBef>
              <a:spcAft>
                <a:spcPts val="0"/>
              </a:spcAft>
              <a:buNone/>
            </a:pPr>
            <a:r>
              <a:rPr lang="en" sz="2300">
                <a:solidFill>
                  <a:srgbClr val="F7F7F7"/>
                </a:solidFill>
                <a:latin typeface="IBM Plex Sans Medium"/>
                <a:ea typeface="IBM Plex Sans Medium"/>
                <a:cs typeface="IBM Plex Sans Medium"/>
                <a:sym typeface="IBM Plex Sans Medium"/>
              </a:rPr>
              <a:t>8</a:t>
            </a:r>
            <a:endParaRPr sz="2300">
              <a:solidFill>
                <a:srgbClr val="F7F7F7"/>
              </a:solidFill>
              <a:latin typeface="IBM Plex Sans Medium"/>
              <a:ea typeface="IBM Plex Sans Medium"/>
              <a:cs typeface="IBM Plex Sans Medium"/>
              <a:sym typeface="IBM Plex Sans Medium"/>
            </a:endParaRPr>
          </a:p>
        </p:txBody>
      </p:sp>
      <p:sp>
        <p:nvSpPr>
          <p:cNvPr id="1103" name="Google Shape;1103;p85"/>
          <p:cNvSpPr/>
          <p:nvPr/>
        </p:nvSpPr>
        <p:spPr>
          <a:xfrm>
            <a:off x="6731528" y="3542880"/>
            <a:ext cx="481200" cy="481200"/>
          </a:xfrm>
          <a:prstGeom prst="ellipse">
            <a:avLst/>
          </a:prstGeom>
          <a:solidFill>
            <a:srgbClr val="0072CE"/>
          </a:solidFill>
          <a:ln>
            <a:noFill/>
          </a:ln>
        </p:spPr>
        <p:txBody>
          <a:bodyPr spcFirstLastPara="1" wrap="square" lIns="0" tIns="0" rIns="0" bIns="0" anchor="ctr" anchorCtr="0">
            <a:noAutofit/>
          </a:bodyPr>
          <a:lstStyle/>
          <a:p>
            <a:pPr marL="0" lvl="0" indent="0" algn="ctr" rtl="0">
              <a:spcBef>
                <a:spcPts val="0"/>
              </a:spcBef>
              <a:spcAft>
                <a:spcPts val="0"/>
              </a:spcAft>
              <a:buNone/>
            </a:pPr>
            <a:r>
              <a:rPr lang="en" sz="2300">
                <a:solidFill>
                  <a:srgbClr val="F7F7F7"/>
                </a:solidFill>
                <a:latin typeface="IBM Plex Sans Medium"/>
                <a:ea typeface="IBM Plex Sans Medium"/>
                <a:cs typeface="IBM Plex Sans Medium"/>
                <a:sym typeface="IBM Plex Sans Medium"/>
              </a:rPr>
              <a:t>9</a:t>
            </a:r>
            <a:endParaRPr sz="2300">
              <a:solidFill>
                <a:srgbClr val="F7F7F7"/>
              </a:solidFill>
              <a:latin typeface="IBM Plex Sans Medium"/>
              <a:ea typeface="IBM Plex Sans Medium"/>
              <a:cs typeface="IBM Plex Sans Medium"/>
              <a:sym typeface="IBM Plex Sans Medium"/>
            </a:endParaRPr>
          </a:p>
        </p:txBody>
      </p:sp>
      <p:sp>
        <p:nvSpPr>
          <p:cNvPr id="1104" name="Google Shape;1104;p85"/>
          <p:cNvSpPr txBox="1">
            <a:spLocks noGrp="1"/>
          </p:cNvSpPr>
          <p:nvPr>
            <p:ph type="subTitle" idx="2"/>
          </p:nvPr>
        </p:nvSpPr>
        <p:spPr>
          <a:xfrm>
            <a:off x="1293450" y="1747488"/>
            <a:ext cx="1769100" cy="398100"/>
          </a:xfrm>
          <a:prstGeom prst="rect">
            <a:avLst/>
          </a:prstGeom>
        </p:spPr>
        <p:txBody>
          <a:bodyPr spcFirstLastPara="1" wrap="square" lIns="0" tIns="0" rIns="0" bIns="0" anchor="t" anchorCtr="0">
            <a:normAutofit/>
          </a:bodyPr>
          <a:lstStyle>
            <a:lvl1pPr lvl="0" algn="ctr" rtl="0">
              <a:spcBef>
                <a:spcPts val="0"/>
              </a:spcBef>
              <a:spcAft>
                <a:spcPts val="0"/>
              </a:spcAft>
              <a:buClr>
                <a:schemeClr val="dk1"/>
              </a:buClr>
              <a:buSzPts val="1200"/>
              <a:buNone/>
              <a:defRPr sz="1200"/>
            </a:lvl1pPr>
            <a:lvl2pPr lvl="1" algn="ctr" rtl="0">
              <a:spcBef>
                <a:spcPts val="0"/>
              </a:spcBef>
              <a:spcAft>
                <a:spcPts val="0"/>
              </a:spcAft>
              <a:buClr>
                <a:schemeClr val="dk1"/>
              </a:buClr>
              <a:buSzPts val="1200"/>
              <a:buNone/>
              <a:defRPr sz="1200"/>
            </a:lvl2pPr>
            <a:lvl3pPr lvl="2" algn="ctr" rtl="0">
              <a:spcBef>
                <a:spcPts val="0"/>
              </a:spcBef>
              <a:spcAft>
                <a:spcPts val="0"/>
              </a:spcAft>
              <a:buClr>
                <a:schemeClr val="dk1"/>
              </a:buClr>
              <a:buSzPts val="1200"/>
              <a:buNone/>
              <a:defRPr sz="1200"/>
            </a:lvl3pPr>
            <a:lvl4pPr lvl="3" algn="ctr" rtl="0">
              <a:spcBef>
                <a:spcPts val="0"/>
              </a:spcBef>
              <a:spcAft>
                <a:spcPts val="0"/>
              </a:spcAft>
              <a:buClr>
                <a:schemeClr val="dk1"/>
              </a:buClr>
              <a:buSzPts val="1200"/>
              <a:buNone/>
              <a:defRPr sz="1200"/>
            </a:lvl4pPr>
            <a:lvl5pPr lvl="4" algn="ctr" rtl="0">
              <a:spcBef>
                <a:spcPts val="0"/>
              </a:spcBef>
              <a:spcAft>
                <a:spcPts val="0"/>
              </a:spcAft>
              <a:buSzPts val="1200"/>
              <a:buNone/>
              <a:defRPr sz="1200"/>
            </a:lvl5pPr>
            <a:lvl6pPr lvl="5" algn="ctr" rtl="0">
              <a:spcBef>
                <a:spcPts val="0"/>
              </a:spcBef>
              <a:spcAft>
                <a:spcPts val="0"/>
              </a:spcAft>
              <a:buSzPts val="1200"/>
              <a:buNone/>
              <a:defRPr sz="1200"/>
            </a:lvl6pPr>
            <a:lvl7pPr lvl="6" algn="ctr" rtl="0">
              <a:spcBef>
                <a:spcPts val="0"/>
              </a:spcBef>
              <a:spcAft>
                <a:spcPts val="0"/>
              </a:spcAft>
              <a:buSzPts val="1200"/>
              <a:buNone/>
              <a:defRPr sz="1200"/>
            </a:lvl7pPr>
            <a:lvl8pPr lvl="7" algn="ctr" rtl="0">
              <a:spcBef>
                <a:spcPts val="0"/>
              </a:spcBef>
              <a:spcAft>
                <a:spcPts val="0"/>
              </a:spcAft>
              <a:buSzPts val="1200"/>
              <a:buNone/>
              <a:defRPr sz="1200"/>
            </a:lvl8pPr>
            <a:lvl9pPr lvl="8" algn="ctr" rtl="0">
              <a:spcBef>
                <a:spcPts val="0"/>
              </a:spcBef>
              <a:spcAft>
                <a:spcPts val="0"/>
              </a:spcAft>
              <a:buSzPts val="1200"/>
              <a:buNone/>
              <a:defRPr sz="1200"/>
            </a:lvl9pPr>
          </a:lstStyle>
          <a:p>
            <a:endParaRPr/>
          </a:p>
        </p:txBody>
      </p:sp>
      <p:sp>
        <p:nvSpPr>
          <p:cNvPr id="1105" name="Google Shape;1105;p85"/>
          <p:cNvSpPr txBox="1">
            <a:spLocks noGrp="1"/>
          </p:cNvSpPr>
          <p:nvPr>
            <p:ph type="subTitle" idx="3"/>
          </p:nvPr>
        </p:nvSpPr>
        <p:spPr>
          <a:xfrm>
            <a:off x="1293450" y="2923600"/>
            <a:ext cx="1769100" cy="398100"/>
          </a:xfrm>
          <a:prstGeom prst="rect">
            <a:avLst/>
          </a:prstGeom>
        </p:spPr>
        <p:txBody>
          <a:bodyPr spcFirstLastPara="1" wrap="square" lIns="0" tIns="0" rIns="0" bIns="0" anchor="t" anchorCtr="0">
            <a:normAutofit/>
          </a:bodyPr>
          <a:lstStyle>
            <a:lvl1pPr lvl="0" algn="ctr" rtl="0">
              <a:spcBef>
                <a:spcPts val="0"/>
              </a:spcBef>
              <a:spcAft>
                <a:spcPts val="0"/>
              </a:spcAft>
              <a:buClr>
                <a:schemeClr val="dk1"/>
              </a:buClr>
              <a:buSzPts val="1200"/>
              <a:buNone/>
              <a:defRPr sz="1200"/>
            </a:lvl1pPr>
            <a:lvl2pPr lvl="1" algn="ctr" rtl="0">
              <a:spcBef>
                <a:spcPts val="0"/>
              </a:spcBef>
              <a:spcAft>
                <a:spcPts val="0"/>
              </a:spcAft>
              <a:buClr>
                <a:schemeClr val="dk1"/>
              </a:buClr>
              <a:buSzPts val="1200"/>
              <a:buNone/>
              <a:defRPr sz="1200"/>
            </a:lvl2pPr>
            <a:lvl3pPr lvl="2" algn="ctr" rtl="0">
              <a:spcBef>
                <a:spcPts val="0"/>
              </a:spcBef>
              <a:spcAft>
                <a:spcPts val="0"/>
              </a:spcAft>
              <a:buClr>
                <a:schemeClr val="dk1"/>
              </a:buClr>
              <a:buSzPts val="1200"/>
              <a:buNone/>
              <a:defRPr sz="1200"/>
            </a:lvl3pPr>
            <a:lvl4pPr lvl="3" algn="ctr" rtl="0">
              <a:spcBef>
                <a:spcPts val="0"/>
              </a:spcBef>
              <a:spcAft>
                <a:spcPts val="0"/>
              </a:spcAft>
              <a:buClr>
                <a:schemeClr val="dk1"/>
              </a:buClr>
              <a:buSzPts val="1200"/>
              <a:buNone/>
              <a:defRPr sz="1200"/>
            </a:lvl4pPr>
            <a:lvl5pPr lvl="4" algn="ctr" rtl="0">
              <a:spcBef>
                <a:spcPts val="0"/>
              </a:spcBef>
              <a:spcAft>
                <a:spcPts val="0"/>
              </a:spcAft>
              <a:buSzPts val="1200"/>
              <a:buNone/>
              <a:defRPr sz="1200"/>
            </a:lvl5pPr>
            <a:lvl6pPr lvl="5" algn="ctr" rtl="0">
              <a:spcBef>
                <a:spcPts val="0"/>
              </a:spcBef>
              <a:spcAft>
                <a:spcPts val="0"/>
              </a:spcAft>
              <a:buSzPts val="1200"/>
              <a:buNone/>
              <a:defRPr sz="1200"/>
            </a:lvl6pPr>
            <a:lvl7pPr lvl="6" algn="ctr" rtl="0">
              <a:spcBef>
                <a:spcPts val="0"/>
              </a:spcBef>
              <a:spcAft>
                <a:spcPts val="0"/>
              </a:spcAft>
              <a:buSzPts val="1200"/>
              <a:buNone/>
              <a:defRPr sz="1200"/>
            </a:lvl7pPr>
            <a:lvl8pPr lvl="7" algn="ctr" rtl="0">
              <a:spcBef>
                <a:spcPts val="0"/>
              </a:spcBef>
              <a:spcAft>
                <a:spcPts val="0"/>
              </a:spcAft>
              <a:buSzPts val="1200"/>
              <a:buNone/>
              <a:defRPr sz="1200"/>
            </a:lvl8pPr>
            <a:lvl9pPr lvl="8" algn="ctr" rtl="0">
              <a:spcBef>
                <a:spcPts val="0"/>
              </a:spcBef>
              <a:spcAft>
                <a:spcPts val="0"/>
              </a:spcAft>
              <a:buSzPts val="1200"/>
              <a:buNone/>
              <a:defRPr sz="1200"/>
            </a:lvl9pPr>
          </a:lstStyle>
          <a:p>
            <a:endParaRPr/>
          </a:p>
        </p:txBody>
      </p:sp>
      <p:sp>
        <p:nvSpPr>
          <p:cNvPr id="1106" name="Google Shape;1106;p85"/>
          <p:cNvSpPr txBox="1">
            <a:spLocks noGrp="1"/>
          </p:cNvSpPr>
          <p:nvPr>
            <p:ph type="subTitle" idx="4"/>
          </p:nvPr>
        </p:nvSpPr>
        <p:spPr>
          <a:xfrm>
            <a:off x="1293450" y="4100275"/>
            <a:ext cx="1769100" cy="398100"/>
          </a:xfrm>
          <a:prstGeom prst="rect">
            <a:avLst/>
          </a:prstGeom>
        </p:spPr>
        <p:txBody>
          <a:bodyPr spcFirstLastPara="1" wrap="square" lIns="0" tIns="0" rIns="0" bIns="0" anchor="t" anchorCtr="0">
            <a:normAutofit/>
          </a:bodyPr>
          <a:lstStyle>
            <a:lvl1pPr lvl="0" algn="ctr" rtl="0">
              <a:spcBef>
                <a:spcPts val="0"/>
              </a:spcBef>
              <a:spcAft>
                <a:spcPts val="0"/>
              </a:spcAft>
              <a:buClr>
                <a:schemeClr val="dk1"/>
              </a:buClr>
              <a:buSzPts val="1200"/>
              <a:buNone/>
              <a:defRPr sz="1200"/>
            </a:lvl1pPr>
            <a:lvl2pPr lvl="1" algn="ctr" rtl="0">
              <a:spcBef>
                <a:spcPts val="0"/>
              </a:spcBef>
              <a:spcAft>
                <a:spcPts val="0"/>
              </a:spcAft>
              <a:buClr>
                <a:schemeClr val="dk1"/>
              </a:buClr>
              <a:buSzPts val="1200"/>
              <a:buNone/>
              <a:defRPr sz="1200"/>
            </a:lvl2pPr>
            <a:lvl3pPr lvl="2" algn="ctr" rtl="0">
              <a:spcBef>
                <a:spcPts val="0"/>
              </a:spcBef>
              <a:spcAft>
                <a:spcPts val="0"/>
              </a:spcAft>
              <a:buClr>
                <a:schemeClr val="dk1"/>
              </a:buClr>
              <a:buSzPts val="1200"/>
              <a:buNone/>
              <a:defRPr sz="1200"/>
            </a:lvl3pPr>
            <a:lvl4pPr lvl="3" algn="ctr" rtl="0">
              <a:spcBef>
                <a:spcPts val="0"/>
              </a:spcBef>
              <a:spcAft>
                <a:spcPts val="0"/>
              </a:spcAft>
              <a:buClr>
                <a:schemeClr val="dk1"/>
              </a:buClr>
              <a:buSzPts val="1200"/>
              <a:buNone/>
              <a:defRPr sz="1200"/>
            </a:lvl4pPr>
            <a:lvl5pPr lvl="4" algn="ctr" rtl="0">
              <a:spcBef>
                <a:spcPts val="0"/>
              </a:spcBef>
              <a:spcAft>
                <a:spcPts val="0"/>
              </a:spcAft>
              <a:buSzPts val="1200"/>
              <a:buNone/>
              <a:defRPr sz="1200"/>
            </a:lvl5pPr>
            <a:lvl6pPr lvl="5" algn="ctr" rtl="0">
              <a:spcBef>
                <a:spcPts val="0"/>
              </a:spcBef>
              <a:spcAft>
                <a:spcPts val="0"/>
              </a:spcAft>
              <a:buSzPts val="1200"/>
              <a:buNone/>
              <a:defRPr sz="1200"/>
            </a:lvl6pPr>
            <a:lvl7pPr lvl="6" algn="ctr" rtl="0">
              <a:spcBef>
                <a:spcPts val="0"/>
              </a:spcBef>
              <a:spcAft>
                <a:spcPts val="0"/>
              </a:spcAft>
              <a:buSzPts val="1200"/>
              <a:buNone/>
              <a:defRPr sz="1200"/>
            </a:lvl7pPr>
            <a:lvl8pPr lvl="7" algn="ctr" rtl="0">
              <a:spcBef>
                <a:spcPts val="0"/>
              </a:spcBef>
              <a:spcAft>
                <a:spcPts val="0"/>
              </a:spcAft>
              <a:buSzPts val="1200"/>
              <a:buNone/>
              <a:defRPr sz="1200"/>
            </a:lvl8pPr>
            <a:lvl9pPr lvl="8" algn="ctr" rtl="0">
              <a:spcBef>
                <a:spcPts val="0"/>
              </a:spcBef>
              <a:spcAft>
                <a:spcPts val="0"/>
              </a:spcAft>
              <a:buSzPts val="1200"/>
              <a:buNone/>
              <a:defRPr sz="1200"/>
            </a:lvl9pPr>
          </a:lstStyle>
          <a:p>
            <a:endParaRPr/>
          </a:p>
        </p:txBody>
      </p:sp>
      <p:sp>
        <p:nvSpPr>
          <p:cNvPr id="1107" name="Google Shape;1107;p85"/>
          <p:cNvSpPr txBox="1">
            <a:spLocks noGrp="1"/>
          </p:cNvSpPr>
          <p:nvPr>
            <p:ph type="subTitle" idx="5"/>
          </p:nvPr>
        </p:nvSpPr>
        <p:spPr>
          <a:xfrm>
            <a:off x="3690488" y="1747488"/>
            <a:ext cx="1769100" cy="398100"/>
          </a:xfrm>
          <a:prstGeom prst="rect">
            <a:avLst/>
          </a:prstGeom>
        </p:spPr>
        <p:txBody>
          <a:bodyPr spcFirstLastPara="1" wrap="square" lIns="0" tIns="0" rIns="0" bIns="0" anchor="t" anchorCtr="0">
            <a:normAutofit/>
          </a:bodyPr>
          <a:lstStyle>
            <a:lvl1pPr lvl="0" algn="ctr" rtl="0">
              <a:spcBef>
                <a:spcPts val="0"/>
              </a:spcBef>
              <a:spcAft>
                <a:spcPts val="0"/>
              </a:spcAft>
              <a:buClr>
                <a:schemeClr val="dk1"/>
              </a:buClr>
              <a:buSzPts val="1200"/>
              <a:buNone/>
              <a:defRPr sz="1200"/>
            </a:lvl1pPr>
            <a:lvl2pPr lvl="1" algn="ctr" rtl="0">
              <a:spcBef>
                <a:spcPts val="0"/>
              </a:spcBef>
              <a:spcAft>
                <a:spcPts val="0"/>
              </a:spcAft>
              <a:buClr>
                <a:schemeClr val="dk1"/>
              </a:buClr>
              <a:buSzPts val="1200"/>
              <a:buNone/>
              <a:defRPr sz="1200"/>
            </a:lvl2pPr>
            <a:lvl3pPr lvl="2" algn="ctr" rtl="0">
              <a:spcBef>
                <a:spcPts val="0"/>
              </a:spcBef>
              <a:spcAft>
                <a:spcPts val="0"/>
              </a:spcAft>
              <a:buClr>
                <a:schemeClr val="dk1"/>
              </a:buClr>
              <a:buSzPts val="1200"/>
              <a:buNone/>
              <a:defRPr sz="1200"/>
            </a:lvl3pPr>
            <a:lvl4pPr lvl="3" algn="ctr" rtl="0">
              <a:spcBef>
                <a:spcPts val="0"/>
              </a:spcBef>
              <a:spcAft>
                <a:spcPts val="0"/>
              </a:spcAft>
              <a:buClr>
                <a:schemeClr val="dk1"/>
              </a:buClr>
              <a:buSzPts val="1200"/>
              <a:buNone/>
              <a:defRPr sz="1200"/>
            </a:lvl4pPr>
            <a:lvl5pPr lvl="4" algn="ctr" rtl="0">
              <a:spcBef>
                <a:spcPts val="0"/>
              </a:spcBef>
              <a:spcAft>
                <a:spcPts val="0"/>
              </a:spcAft>
              <a:buSzPts val="1200"/>
              <a:buNone/>
              <a:defRPr sz="1200"/>
            </a:lvl5pPr>
            <a:lvl6pPr lvl="5" algn="ctr" rtl="0">
              <a:spcBef>
                <a:spcPts val="0"/>
              </a:spcBef>
              <a:spcAft>
                <a:spcPts val="0"/>
              </a:spcAft>
              <a:buSzPts val="1200"/>
              <a:buNone/>
              <a:defRPr sz="1200"/>
            </a:lvl6pPr>
            <a:lvl7pPr lvl="6" algn="ctr" rtl="0">
              <a:spcBef>
                <a:spcPts val="0"/>
              </a:spcBef>
              <a:spcAft>
                <a:spcPts val="0"/>
              </a:spcAft>
              <a:buSzPts val="1200"/>
              <a:buNone/>
              <a:defRPr sz="1200"/>
            </a:lvl7pPr>
            <a:lvl8pPr lvl="7" algn="ctr" rtl="0">
              <a:spcBef>
                <a:spcPts val="0"/>
              </a:spcBef>
              <a:spcAft>
                <a:spcPts val="0"/>
              </a:spcAft>
              <a:buSzPts val="1200"/>
              <a:buNone/>
              <a:defRPr sz="1200"/>
            </a:lvl8pPr>
            <a:lvl9pPr lvl="8" algn="ctr" rtl="0">
              <a:spcBef>
                <a:spcPts val="0"/>
              </a:spcBef>
              <a:spcAft>
                <a:spcPts val="0"/>
              </a:spcAft>
              <a:buSzPts val="1200"/>
              <a:buNone/>
              <a:defRPr sz="1200"/>
            </a:lvl9pPr>
          </a:lstStyle>
          <a:p>
            <a:endParaRPr/>
          </a:p>
        </p:txBody>
      </p:sp>
      <p:sp>
        <p:nvSpPr>
          <p:cNvPr id="1108" name="Google Shape;1108;p85"/>
          <p:cNvSpPr txBox="1">
            <a:spLocks noGrp="1"/>
          </p:cNvSpPr>
          <p:nvPr>
            <p:ph type="subTitle" idx="6"/>
          </p:nvPr>
        </p:nvSpPr>
        <p:spPr>
          <a:xfrm>
            <a:off x="3690488" y="2923600"/>
            <a:ext cx="1769100" cy="398100"/>
          </a:xfrm>
          <a:prstGeom prst="rect">
            <a:avLst/>
          </a:prstGeom>
        </p:spPr>
        <p:txBody>
          <a:bodyPr spcFirstLastPara="1" wrap="square" lIns="0" tIns="0" rIns="0" bIns="0" anchor="t" anchorCtr="0">
            <a:normAutofit/>
          </a:bodyPr>
          <a:lstStyle>
            <a:lvl1pPr lvl="0" algn="ctr" rtl="0">
              <a:spcBef>
                <a:spcPts val="0"/>
              </a:spcBef>
              <a:spcAft>
                <a:spcPts val="0"/>
              </a:spcAft>
              <a:buClr>
                <a:schemeClr val="dk1"/>
              </a:buClr>
              <a:buSzPts val="1200"/>
              <a:buNone/>
              <a:defRPr sz="1200"/>
            </a:lvl1pPr>
            <a:lvl2pPr lvl="1" algn="ctr" rtl="0">
              <a:spcBef>
                <a:spcPts val="0"/>
              </a:spcBef>
              <a:spcAft>
                <a:spcPts val="0"/>
              </a:spcAft>
              <a:buClr>
                <a:schemeClr val="dk1"/>
              </a:buClr>
              <a:buSzPts val="1200"/>
              <a:buNone/>
              <a:defRPr sz="1200"/>
            </a:lvl2pPr>
            <a:lvl3pPr lvl="2" algn="ctr" rtl="0">
              <a:spcBef>
                <a:spcPts val="0"/>
              </a:spcBef>
              <a:spcAft>
                <a:spcPts val="0"/>
              </a:spcAft>
              <a:buClr>
                <a:schemeClr val="dk1"/>
              </a:buClr>
              <a:buSzPts val="1200"/>
              <a:buNone/>
              <a:defRPr sz="1200"/>
            </a:lvl3pPr>
            <a:lvl4pPr lvl="3" algn="ctr" rtl="0">
              <a:spcBef>
                <a:spcPts val="0"/>
              </a:spcBef>
              <a:spcAft>
                <a:spcPts val="0"/>
              </a:spcAft>
              <a:buClr>
                <a:schemeClr val="dk1"/>
              </a:buClr>
              <a:buSzPts val="1200"/>
              <a:buNone/>
              <a:defRPr sz="1200"/>
            </a:lvl4pPr>
            <a:lvl5pPr lvl="4" algn="ctr" rtl="0">
              <a:spcBef>
                <a:spcPts val="0"/>
              </a:spcBef>
              <a:spcAft>
                <a:spcPts val="0"/>
              </a:spcAft>
              <a:buSzPts val="1200"/>
              <a:buNone/>
              <a:defRPr sz="1200"/>
            </a:lvl5pPr>
            <a:lvl6pPr lvl="5" algn="ctr" rtl="0">
              <a:spcBef>
                <a:spcPts val="0"/>
              </a:spcBef>
              <a:spcAft>
                <a:spcPts val="0"/>
              </a:spcAft>
              <a:buSzPts val="1200"/>
              <a:buNone/>
              <a:defRPr sz="1200"/>
            </a:lvl6pPr>
            <a:lvl7pPr lvl="6" algn="ctr" rtl="0">
              <a:spcBef>
                <a:spcPts val="0"/>
              </a:spcBef>
              <a:spcAft>
                <a:spcPts val="0"/>
              </a:spcAft>
              <a:buSzPts val="1200"/>
              <a:buNone/>
              <a:defRPr sz="1200"/>
            </a:lvl7pPr>
            <a:lvl8pPr lvl="7" algn="ctr" rtl="0">
              <a:spcBef>
                <a:spcPts val="0"/>
              </a:spcBef>
              <a:spcAft>
                <a:spcPts val="0"/>
              </a:spcAft>
              <a:buSzPts val="1200"/>
              <a:buNone/>
              <a:defRPr sz="1200"/>
            </a:lvl8pPr>
            <a:lvl9pPr lvl="8" algn="ctr" rtl="0">
              <a:spcBef>
                <a:spcPts val="0"/>
              </a:spcBef>
              <a:spcAft>
                <a:spcPts val="0"/>
              </a:spcAft>
              <a:buSzPts val="1200"/>
              <a:buNone/>
              <a:defRPr sz="1200"/>
            </a:lvl9pPr>
          </a:lstStyle>
          <a:p>
            <a:endParaRPr/>
          </a:p>
        </p:txBody>
      </p:sp>
      <p:sp>
        <p:nvSpPr>
          <p:cNvPr id="1109" name="Google Shape;1109;p85"/>
          <p:cNvSpPr txBox="1">
            <a:spLocks noGrp="1"/>
          </p:cNvSpPr>
          <p:nvPr>
            <p:ph type="subTitle" idx="7"/>
          </p:nvPr>
        </p:nvSpPr>
        <p:spPr>
          <a:xfrm>
            <a:off x="3690488" y="4100275"/>
            <a:ext cx="1769100" cy="398100"/>
          </a:xfrm>
          <a:prstGeom prst="rect">
            <a:avLst/>
          </a:prstGeom>
        </p:spPr>
        <p:txBody>
          <a:bodyPr spcFirstLastPara="1" wrap="square" lIns="0" tIns="0" rIns="0" bIns="0" anchor="t" anchorCtr="0">
            <a:normAutofit/>
          </a:bodyPr>
          <a:lstStyle>
            <a:lvl1pPr lvl="0" algn="ctr" rtl="0">
              <a:spcBef>
                <a:spcPts val="0"/>
              </a:spcBef>
              <a:spcAft>
                <a:spcPts val="0"/>
              </a:spcAft>
              <a:buClr>
                <a:schemeClr val="dk1"/>
              </a:buClr>
              <a:buSzPts val="1200"/>
              <a:buNone/>
              <a:defRPr sz="1200"/>
            </a:lvl1pPr>
            <a:lvl2pPr lvl="1" algn="ctr" rtl="0">
              <a:spcBef>
                <a:spcPts val="0"/>
              </a:spcBef>
              <a:spcAft>
                <a:spcPts val="0"/>
              </a:spcAft>
              <a:buClr>
                <a:schemeClr val="dk1"/>
              </a:buClr>
              <a:buSzPts val="1200"/>
              <a:buNone/>
              <a:defRPr sz="1200"/>
            </a:lvl2pPr>
            <a:lvl3pPr lvl="2" algn="ctr" rtl="0">
              <a:spcBef>
                <a:spcPts val="0"/>
              </a:spcBef>
              <a:spcAft>
                <a:spcPts val="0"/>
              </a:spcAft>
              <a:buClr>
                <a:schemeClr val="dk1"/>
              </a:buClr>
              <a:buSzPts val="1200"/>
              <a:buNone/>
              <a:defRPr sz="1200"/>
            </a:lvl3pPr>
            <a:lvl4pPr lvl="3" algn="ctr" rtl="0">
              <a:spcBef>
                <a:spcPts val="0"/>
              </a:spcBef>
              <a:spcAft>
                <a:spcPts val="0"/>
              </a:spcAft>
              <a:buClr>
                <a:schemeClr val="dk1"/>
              </a:buClr>
              <a:buSzPts val="1200"/>
              <a:buNone/>
              <a:defRPr sz="1200"/>
            </a:lvl4pPr>
            <a:lvl5pPr lvl="4" algn="ctr" rtl="0">
              <a:spcBef>
                <a:spcPts val="0"/>
              </a:spcBef>
              <a:spcAft>
                <a:spcPts val="0"/>
              </a:spcAft>
              <a:buSzPts val="1200"/>
              <a:buNone/>
              <a:defRPr sz="1200"/>
            </a:lvl5pPr>
            <a:lvl6pPr lvl="5" algn="ctr" rtl="0">
              <a:spcBef>
                <a:spcPts val="0"/>
              </a:spcBef>
              <a:spcAft>
                <a:spcPts val="0"/>
              </a:spcAft>
              <a:buSzPts val="1200"/>
              <a:buNone/>
              <a:defRPr sz="1200"/>
            </a:lvl6pPr>
            <a:lvl7pPr lvl="6" algn="ctr" rtl="0">
              <a:spcBef>
                <a:spcPts val="0"/>
              </a:spcBef>
              <a:spcAft>
                <a:spcPts val="0"/>
              </a:spcAft>
              <a:buSzPts val="1200"/>
              <a:buNone/>
              <a:defRPr sz="1200"/>
            </a:lvl7pPr>
            <a:lvl8pPr lvl="7" algn="ctr" rtl="0">
              <a:spcBef>
                <a:spcPts val="0"/>
              </a:spcBef>
              <a:spcAft>
                <a:spcPts val="0"/>
              </a:spcAft>
              <a:buSzPts val="1200"/>
              <a:buNone/>
              <a:defRPr sz="1200"/>
            </a:lvl8pPr>
            <a:lvl9pPr lvl="8" algn="ctr" rtl="0">
              <a:spcBef>
                <a:spcPts val="0"/>
              </a:spcBef>
              <a:spcAft>
                <a:spcPts val="0"/>
              </a:spcAft>
              <a:buSzPts val="1200"/>
              <a:buNone/>
              <a:defRPr sz="1200"/>
            </a:lvl9pPr>
          </a:lstStyle>
          <a:p>
            <a:endParaRPr/>
          </a:p>
        </p:txBody>
      </p:sp>
      <p:sp>
        <p:nvSpPr>
          <p:cNvPr id="1110" name="Google Shape;1110;p85"/>
          <p:cNvSpPr txBox="1">
            <a:spLocks noGrp="1"/>
          </p:cNvSpPr>
          <p:nvPr>
            <p:ph type="subTitle" idx="8"/>
          </p:nvPr>
        </p:nvSpPr>
        <p:spPr>
          <a:xfrm>
            <a:off x="6087538" y="1747488"/>
            <a:ext cx="1769100" cy="398100"/>
          </a:xfrm>
          <a:prstGeom prst="rect">
            <a:avLst/>
          </a:prstGeom>
        </p:spPr>
        <p:txBody>
          <a:bodyPr spcFirstLastPara="1" wrap="square" lIns="0" tIns="0" rIns="0" bIns="0" anchor="t" anchorCtr="0">
            <a:normAutofit/>
          </a:bodyPr>
          <a:lstStyle>
            <a:lvl1pPr lvl="0" algn="ctr" rtl="0">
              <a:spcBef>
                <a:spcPts val="0"/>
              </a:spcBef>
              <a:spcAft>
                <a:spcPts val="0"/>
              </a:spcAft>
              <a:buClr>
                <a:schemeClr val="dk1"/>
              </a:buClr>
              <a:buSzPts val="1200"/>
              <a:buNone/>
              <a:defRPr sz="1200"/>
            </a:lvl1pPr>
            <a:lvl2pPr lvl="1" algn="ctr" rtl="0">
              <a:spcBef>
                <a:spcPts val="0"/>
              </a:spcBef>
              <a:spcAft>
                <a:spcPts val="0"/>
              </a:spcAft>
              <a:buClr>
                <a:schemeClr val="dk1"/>
              </a:buClr>
              <a:buSzPts val="1200"/>
              <a:buNone/>
              <a:defRPr sz="1200"/>
            </a:lvl2pPr>
            <a:lvl3pPr lvl="2" algn="ctr" rtl="0">
              <a:spcBef>
                <a:spcPts val="0"/>
              </a:spcBef>
              <a:spcAft>
                <a:spcPts val="0"/>
              </a:spcAft>
              <a:buClr>
                <a:schemeClr val="dk1"/>
              </a:buClr>
              <a:buSzPts val="1200"/>
              <a:buNone/>
              <a:defRPr sz="1200"/>
            </a:lvl3pPr>
            <a:lvl4pPr lvl="3" algn="ctr" rtl="0">
              <a:spcBef>
                <a:spcPts val="0"/>
              </a:spcBef>
              <a:spcAft>
                <a:spcPts val="0"/>
              </a:spcAft>
              <a:buClr>
                <a:schemeClr val="dk1"/>
              </a:buClr>
              <a:buSzPts val="1200"/>
              <a:buNone/>
              <a:defRPr sz="1200"/>
            </a:lvl4pPr>
            <a:lvl5pPr lvl="4" algn="ctr" rtl="0">
              <a:spcBef>
                <a:spcPts val="0"/>
              </a:spcBef>
              <a:spcAft>
                <a:spcPts val="0"/>
              </a:spcAft>
              <a:buSzPts val="1200"/>
              <a:buNone/>
              <a:defRPr sz="1200"/>
            </a:lvl5pPr>
            <a:lvl6pPr lvl="5" algn="ctr" rtl="0">
              <a:spcBef>
                <a:spcPts val="0"/>
              </a:spcBef>
              <a:spcAft>
                <a:spcPts val="0"/>
              </a:spcAft>
              <a:buSzPts val="1200"/>
              <a:buNone/>
              <a:defRPr sz="1200"/>
            </a:lvl6pPr>
            <a:lvl7pPr lvl="6" algn="ctr" rtl="0">
              <a:spcBef>
                <a:spcPts val="0"/>
              </a:spcBef>
              <a:spcAft>
                <a:spcPts val="0"/>
              </a:spcAft>
              <a:buSzPts val="1200"/>
              <a:buNone/>
              <a:defRPr sz="1200"/>
            </a:lvl7pPr>
            <a:lvl8pPr lvl="7" algn="ctr" rtl="0">
              <a:spcBef>
                <a:spcPts val="0"/>
              </a:spcBef>
              <a:spcAft>
                <a:spcPts val="0"/>
              </a:spcAft>
              <a:buSzPts val="1200"/>
              <a:buNone/>
              <a:defRPr sz="1200"/>
            </a:lvl8pPr>
            <a:lvl9pPr lvl="8" algn="ctr" rtl="0">
              <a:spcBef>
                <a:spcPts val="0"/>
              </a:spcBef>
              <a:spcAft>
                <a:spcPts val="0"/>
              </a:spcAft>
              <a:buSzPts val="1200"/>
              <a:buNone/>
              <a:defRPr sz="1200"/>
            </a:lvl9pPr>
          </a:lstStyle>
          <a:p>
            <a:endParaRPr/>
          </a:p>
        </p:txBody>
      </p:sp>
      <p:sp>
        <p:nvSpPr>
          <p:cNvPr id="1111" name="Google Shape;1111;p85"/>
          <p:cNvSpPr txBox="1">
            <a:spLocks noGrp="1"/>
          </p:cNvSpPr>
          <p:nvPr>
            <p:ph type="subTitle" idx="9"/>
          </p:nvPr>
        </p:nvSpPr>
        <p:spPr>
          <a:xfrm>
            <a:off x="6087538" y="2923600"/>
            <a:ext cx="1769100" cy="398100"/>
          </a:xfrm>
          <a:prstGeom prst="rect">
            <a:avLst/>
          </a:prstGeom>
        </p:spPr>
        <p:txBody>
          <a:bodyPr spcFirstLastPara="1" wrap="square" lIns="0" tIns="0" rIns="0" bIns="0" anchor="t" anchorCtr="0">
            <a:normAutofit/>
          </a:bodyPr>
          <a:lstStyle>
            <a:lvl1pPr lvl="0" algn="ctr" rtl="0">
              <a:spcBef>
                <a:spcPts val="0"/>
              </a:spcBef>
              <a:spcAft>
                <a:spcPts val="0"/>
              </a:spcAft>
              <a:buClr>
                <a:schemeClr val="dk1"/>
              </a:buClr>
              <a:buSzPts val="1200"/>
              <a:buNone/>
              <a:defRPr sz="1200"/>
            </a:lvl1pPr>
            <a:lvl2pPr lvl="1" algn="ctr" rtl="0">
              <a:spcBef>
                <a:spcPts val="0"/>
              </a:spcBef>
              <a:spcAft>
                <a:spcPts val="0"/>
              </a:spcAft>
              <a:buClr>
                <a:schemeClr val="dk1"/>
              </a:buClr>
              <a:buSzPts val="1200"/>
              <a:buNone/>
              <a:defRPr sz="1200"/>
            </a:lvl2pPr>
            <a:lvl3pPr lvl="2" algn="ctr" rtl="0">
              <a:spcBef>
                <a:spcPts val="0"/>
              </a:spcBef>
              <a:spcAft>
                <a:spcPts val="0"/>
              </a:spcAft>
              <a:buClr>
                <a:schemeClr val="dk1"/>
              </a:buClr>
              <a:buSzPts val="1200"/>
              <a:buNone/>
              <a:defRPr sz="1200"/>
            </a:lvl3pPr>
            <a:lvl4pPr lvl="3" algn="ctr" rtl="0">
              <a:spcBef>
                <a:spcPts val="0"/>
              </a:spcBef>
              <a:spcAft>
                <a:spcPts val="0"/>
              </a:spcAft>
              <a:buClr>
                <a:schemeClr val="dk1"/>
              </a:buClr>
              <a:buSzPts val="1200"/>
              <a:buNone/>
              <a:defRPr sz="1200"/>
            </a:lvl4pPr>
            <a:lvl5pPr lvl="4" algn="ctr" rtl="0">
              <a:spcBef>
                <a:spcPts val="0"/>
              </a:spcBef>
              <a:spcAft>
                <a:spcPts val="0"/>
              </a:spcAft>
              <a:buSzPts val="1200"/>
              <a:buNone/>
              <a:defRPr sz="1200"/>
            </a:lvl5pPr>
            <a:lvl6pPr lvl="5" algn="ctr" rtl="0">
              <a:spcBef>
                <a:spcPts val="0"/>
              </a:spcBef>
              <a:spcAft>
                <a:spcPts val="0"/>
              </a:spcAft>
              <a:buSzPts val="1200"/>
              <a:buNone/>
              <a:defRPr sz="1200"/>
            </a:lvl6pPr>
            <a:lvl7pPr lvl="6" algn="ctr" rtl="0">
              <a:spcBef>
                <a:spcPts val="0"/>
              </a:spcBef>
              <a:spcAft>
                <a:spcPts val="0"/>
              </a:spcAft>
              <a:buSzPts val="1200"/>
              <a:buNone/>
              <a:defRPr sz="1200"/>
            </a:lvl7pPr>
            <a:lvl8pPr lvl="7" algn="ctr" rtl="0">
              <a:spcBef>
                <a:spcPts val="0"/>
              </a:spcBef>
              <a:spcAft>
                <a:spcPts val="0"/>
              </a:spcAft>
              <a:buSzPts val="1200"/>
              <a:buNone/>
              <a:defRPr sz="1200"/>
            </a:lvl8pPr>
            <a:lvl9pPr lvl="8" algn="ctr" rtl="0">
              <a:spcBef>
                <a:spcPts val="0"/>
              </a:spcBef>
              <a:spcAft>
                <a:spcPts val="0"/>
              </a:spcAft>
              <a:buSzPts val="1200"/>
              <a:buNone/>
              <a:defRPr sz="1200"/>
            </a:lvl9pPr>
          </a:lstStyle>
          <a:p>
            <a:endParaRPr/>
          </a:p>
        </p:txBody>
      </p:sp>
      <p:sp>
        <p:nvSpPr>
          <p:cNvPr id="1112" name="Google Shape;1112;p85"/>
          <p:cNvSpPr txBox="1">
            <a:spLocks noGrp="1"/>
          </p:cNvSpPr>
          <p:nvPr>
            <p:ph type="subTitle" idx="13"/>
          </p:nvPr>
        </p:nvSpPr>
        <p:spPr>
          <a:xfrm>
            <a:off x="6087538" y="4100275"/>
            <a:ext cx="1769100" cy="398100"/>
          </a:xfrm>
          <a:prstGeom prst="rect">
            <a:avLst/>
          </a:prstGeom>
        </p:spPr>
        <p:txBody>
          <a:bodyPr spcFirstLastPara="1" wrap="square" lIns="0" tIns="0" rIns="0" bIns="0" anchor="t" anchorCtr="0">
            <a:normAutofit/>
          </a:bodyPr>
          <a:lstStyle>
            <a:lvl1pPr lvl="0" algn="ctr" rtl="0">
              <a:spcBef>
                <a:spcPts val="0"/>
              </a:spcBef>
              <a:spcAft>
                <a:spcPts val="0"/>
              </a:spcAft>
              <a:buClr>
                <a:schemeClr val="dk1"/>
              </a:buClr>
              <a:buSzPts val="1200"/>
              <a:buNone/>
              <a:defRPr sz="1200"/>
            </a:lvl1pPr>
            <a:lvl2pPr lvl="1" algn="ctr" rtl="0">
              <a:spcBef>
                <a:spcPts val="0"/>
              </a:spcBef>
              <a:spcAft>
                <a:spcPts val="0"/>
              </a:spcAft>
              <a:buClr>
                <a:schemeClr val="dk1"/>
              </a:buClr>
              <a:buSzPts val="1200"/>
              <a:buNone/>
              <a:defRPr sz="1200"/>
            </a:lvl2pPr>
            <a:lvl3pPr lvl="2" algn="ctr" rtl="0">
              <a:spcBef>
                <a:spcPts val="0"/>
              </a:spcBef>
              <a:spcAft>
                <a:spcPts val="0"/>
              </a:spcAft>
              <a:buClr>
                <a:schemeClr val="dk1"/>
              </a:buClr>
              <a:buSzPts val="1200"/>
              <a:buNone/>
              <a:defRPr sz="1200"/>
            </a:lvl3pPr>
            <a:lvl4pPr lvl="3" algn="ctr" rtl="0">
              <a:spcBef>
                <a:spcPts val="0"/>
              </a:spcBef>
              <a:spcAft>
                <a:spcPts val="0"/>
              </a:spcAft>
              <a:buClr>
                <a:schemeClr val="dk1"/>
              </a:buClr>
              <a:buSzPts val="1200"/>
              <a:buNone/>
              <a:defRPr sz="1200"/>
            </a:lvl4pPr>
            <a:lvl5pPr lvl="4" algn="ctr" rtl="0">
              <a:spcBef>
                <a:spcPts val="0"/>
              </a:spcBef>
              <a:spcAft>
                <a:spcPts val="0"/>
              </a:spcAft>
              <a:buSzPts val="1200"/>
              <a:buNone/>
              <a:defRPr sz="1200"/>
            </a:lvl5pPr>
            <a:lvl6pPr lvl="5" algn="ctr" rtl="0">
              <a:spcBef>
                <a:spcPts val="0"/>
              </a:spcBef>
              <a:spcAft>
                <a:spcPts val="0"/>
              </a:spcAft>
              <a:buSzPts val="1200"/>
              <a:buNone/>
              <a:defRPr sz="1200"/>
            </a:lvl6pPr>
            <a:lvl7pPr lvl="6" algn="ctr" rtl="0">
              <a:spcBef>
                <a:spcPts val="0"/>
              </a:spcBef>
              <a:spcAft>
                <a:spcPts val="0"/>
              </a:spcAft>
              <a:buSzPts val="1200"/>
              <a:buNone/>
              <a:defRPr sz="1200"/>
            </a:lvl7pPr>
            <a:lvl8pPr lvl="7" algn="ctr" rtl="0">
              <a:spcBef>
                <a:spcPts val="0"/>
              </a:spcBef>
              <a:spcAft>
                <a:spcPts val="0"/>
              </a:spcAft>
              <a:buSzPts val="1200"/>
              <a:buNone/>
              <a:defRPr sz="1200"/>
            </a:lvl8pPr>
            <a:lvl9pPr lvl="8" algn="ctr" rtl="0">
              <a:spcBef>
                <a:spcPts val="0"/>
              </a:spcBef>
              <a:spcAft>
                <a:spcPts val="0"/>
              </a:spcAft>
              <a:buSzPts val="1200"/>
              <a:buNone/>
              <a:defRPr sz="1200"/>
            </a:lvl9pPr>
          </a:lstStyle>
          <a:p>
            <a:endParaRPr/>
          </a:p>
        </p:txBody>
      </p:sp>
    </p:spTree>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matchingName="Quote - 1">
  <p:cSld name="CUSTOM_2">
    <p:spTree>
      <p:nvGrpSpPr>
        <p:cNvPr id="1" name="Shape 1113"/>
        <p:cNvGrpSpPr/>
        <p:nvPr/>
      </p:nvGrpSpPr>
      <p:grpSpPr>
        <a:xfrm>
          <a:off x="0" y="0"/>
          <a:ext cx="0" cy="0"/>
          <a:chOff x="0" y="0"/>
          <a:chExt cx="0" cy="0"/>
        </a:xfrm>
      </p:grpSpPr>
      <p:sp>
        <p:nvSpPr>
          <p:cNvPr id="1114" name="Google Shape;1114;p86"/>
          <p:cNvSpPr/>
          <p:nvPr/>
        </p:nvSpPr>
        <p:spPr>
          <a:xfrm>
            <a:off x="1091700" y="935250"/>
            <a:ext cx="6960600" cy="3273000"/>
          </a:xfrm>
          <a:prstGeom prst="roundRect">
            <a:avLst>
              <a:gd name="adj" fmla="val 12660"/>
            </a:avLst>
          </a:prstGeom>
          <a:solidFill>
            <a:srgbClr val="FC5D0D"/>
          </a:solidFill>
          <a:ln>
            <a:noFill/>
          </a:ln>
        </p:spPr>
        <p:txBody>
          <a:bodyPr spcFirstLastPara="1" wrap="square" lIns="57150" tIns="57150" rIns="57150" bIns="57150" anchor="ctr" anchorCtr="0">
            <a:noAutofit/>
          </a:bodyPr>
          <a:lstStyle/>
          <a:p>
            <a:pPr marL="0" lvl="0" indent="0" algn="ctr" rtl="0">
              <a:spcBef>
                <a:spcPts val="0"/>
              </a:spcBef>
              <a:spcAft>
                <a:spcPts val="0"/>
              </a:spcAft>
              <a:buNone/>
            </a:pPr>
            <a:endParaRPr sz="1000">
              <a:solidFill>
                <a:srgbClr val="000000"/>
              </a:solidFill>
              <a:latin typeface="IBM Plex Sans"/>
              <a:ea typeface="IBM Plex Sans"/>
              <a:cs typeface="IBM Plex Sans"/>
              <a:sym typeface="IBM Plex Sans"/>
            </a:endParaRPr>
          </a:p>
        </p:txBody>
      </p:sp>
      <p:sp>
        <p:nvSpPr>
          <p:cNvPr id="1115" name="Google Shape;1115;p86"/>
          <p:cNvSpPr txBox="1"/>
          <p:nvPr/>
        </p:nvSpPr>
        <p:spPr>
          <a:xfrm>
            <a:off x="1859150" y="1226063"/>
            <a:ext cx="515100" cy="603000"/>
          </a:xfrm>
          <a:prstGeom prst="rect">
            <a:avLst/>
          </a:prstGeom>
          <a:noFill/>
          <a:ln>
            <a:noFill/>
          </a:ln>
        </p:spPr>
        <p:txBody>
          <a:bodyPr spcFirstLastPara="1" wrap="square" lIns="0" tIns="0" rIns="0" bIns="0" anchor="t" anchorCtr="0">
            <a:noAutofit/>
          </a:bodyPr>
          <a:lstStyle/>
          <a:p>
            <a:pPr marL="0" lvl="0" indent="0" algn="l" rtl="0">
              <a:lnSpc>
                <a:spcPct val="115000"/>
              </a:lnSpc>
              <a:spcBef>
                <a:spcPts val="0"/>
              </a:spcBef>
              <a:spcAft>
                <a:spcPts val="1200"/>
              </a:spcAft>
              <a:buNone/>
            </a:pPr>
            <a:r>
              <a:rPr lang="en" sz="6000" b="1">
                <a:solidFill>
                  <a:srgbClr val="F7F7F7"/>
                </a:solidFill>
                <a:latin typeface="IBM Plex Sans"/>
                <a:ea typeface="IBM Plex Sans"/>
                <a:cs typeface="IBM Plex Sans"/>
                <a:sym typeface="IBM Plex Sans"/>
              </a:rPr>
              <a:t>“</a:t>
            </a:r>
            <a:endParaRPr sz="6000" b="1">
              <a:solidFill>
                <a:srgbClr val="F7F7F7"/>
              </a:solidFill>
              <a:latin typeface="IBM Plex Sans"/>
              <a:ea typeface="IBM Plex Sans"/>
              <a:cs typeface="IBM Plex Sans"/>
              <a:sym typeface="IBM Plex Sans"/>
            </a:endParaRPr>
          </a:p>
        </p:txBody>
      </p:sp>
      <p:sp>
        <p:nvSpPr>
          <p:cNvPr id="1116" name="Google Shape;1116;p86"/>
          <p:cNvSpPr txBox="1">
            <a:spLocks noGrp="1"/>
          </p:cNvSpPr>
          <p:nvPr>
            <p:ph type="sldNum" idx="12"/>
          </p:nvPr>
        </p:nvSpPr>
        <p:spPr>
          <a:xfrm>
            <a:off x="8366700" y="4805546"/>
            <a:ext cx="548700" cy="215400"/>
          </a:xfrm>
          <a:prstGeom prst="rect">
            <a:avLst/>
          </a:prstGeom>
        </p:spPr>
        <p:txBody>
          <a:bodyPr spcFirstLastPara="1" wrap="square" lIns="0" tIns="0" rIns="0" bIns="0" anchor="b"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pic>
        <p:nvPicPr>
          <p:cNvPr id="1117" name="Google Shape;1117;p86"/>
          <p:cNvPicPr preferRelativeResize="0"/>
          <p:nvPr/>
        </p:nvPicPr>
        <p:blipFill>
          <a:blip r:embed="rId2">
            <a:alphaModFix/>
          </a:blip>
          <a:stretch>
            <a:fillRect/>
          </a:stretch>
        </p:blipFill>
        <p:spPr>
          <a:xfrm>
            <a:off x="8544852" y="62010"/>
            <a:ext cx="599140" cy="599141"/>
          </a:xfrm>
          <a:prstGeom prst="rect">
            <a:avLst/>
          </a:prstGeom>
          <a:noFill/>
          <a:ln>
            <a:noFill/>
          </a:ln>
        </p:spPr>
      </p:pic>
      <p:sp>
        <p:nvSpPr>
          <p:cNvPr id="1118" name="Google Shape;1118;p86"/>
          <p:cNvSpPr txBox="1">
            <a:spLocks noGrp="1"/>
          </p:cNvSpPr>
          <p:nvPr>
            <p:ph type="subTitle" idx="1"/>
          </p:nvPr>
        </p:nvSpPr>
        <p:spPr>
          <a:xfrm>
            <a:off x="467075" y="4814525"/>
            <a:ext cx="2326500" cy="206400"/>
          </a:xfrm>
          <a:prstGeom prst="rect">
            <a:avLst/>
          </a:prstGeom>
        </p:spPr>
        <p:txBody>
          <a:bodyPr spcFirstLastPara="1" wrap="square" lIns="0" tIns="0" rIns="0" bIns="0" anchor="b" anchorCtr="0">
            <a:normAutofit/>
          </a:bodyPr>
          <a:lstStyle>
            <a:lvl1pPr lvl="0" rtl="0">
              <a:spcBef>
                <a:spcPts val="0"/>
              </a:spcBef>
              <a:spcAft>
                <a:spcPts val="0"/>
              </a:spcAft>
              <a:buClr>
                <a:schemeClr val="dk2"/>
              </a:buClr>
              <a:buSzPts val="700"/>
              <a:buNone/>
              <a:defRPr sz="700">
                <a:solidFill>
                  <a:schemeClr val="dk2"/>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119" name="Google Shape;1119;p86"/>
          <p:cNvSpPr txBox="1">
            <a:spLocks noGrp="1"/>
          </p:cNvSpPr>
          <p:nvPr>
            <p:ph type="body" idx="2"/>
          </p:nvPr>
        </p:nvSpPr>
        <p:spPr>
          <a:xfrm>
            <a:off x="2374250" y="1503000"/>
            <a:ext cx="5389200" cy="1907700"/>
          </a:xfrm>
          <a:prstGeom prst="rect">
            <a:avLst/>
          </a:prstGeom>
        </p:spPr>
        <p:txBody>
          <a:bodyPr spcFirstLastPara="1" wrap="square" lIns="0" tIns="0" rIns="0" bIns="0" anchor="t" anchorCtr="0">
            <a:normAutofit/>
          </a:bodyPr>
          <a:lstStyle>
            <a:lvl1pPr marL="457200" lvl="0" indent="-381000" rtl="0">
              <a:spcBef>
                <a:spcPts val="0"/>
              </a:spcBef>
              <a:spcAft>
                <a:spcPts val="0"/>
              </a:spcAft>
              <a:buClr>
                <a:schemeClr val="lt1"/>
              </a:buClr>
              <a:buSzPts val="2400"/>
              <a:buFont typeface="IBM Plex Sans Light"/>
              <a:buChar char="■"/>
              <a:defRPr sz="2400">
                <a:solidFill>
                  <a:schemeClr val="lt1"/>
                </a:solidFill>
                <a:latin typeface="IBM Plex Sans Light"/>
                <a:ea typeface="IBM Plex Sans Light"/>
                <a:cs typeface="IBM Plex Sans Light"/>
                <a:sym typeface="IBM Plex Sans Light"/>
              </a:defRPr>
            </a:lvl1pPr>
            <a:lvl2pPr marL="914400" lvl="1" indent="-342900" rtl="0">
              <a:spcBef>
                <a:spcPts val="0"/>
              </a:spcBef>
              <a:spcAft>
                <a:spcPts val="0"/>
              </a:spcAft>
              <a:buClr>
                <a:schemeClr val="lt1"/>
              </a:buClr>
              <a:buSzPts val="1800"/>
              <a:buFont typeface="IBM Plex Sans Light"/>
              <a:buChar char="■"/>
              <a:defRPr sz="1800">
                <a:solidFill>
                  <a:schemeClr val="lt1"/>
                </a:solidFill>
                <a:latin typeface="IBM Plex Sans Light"/>
                <a:ea typeface="IBM Plex Sans Light"/>
                <a:cs typeface="IBM Plex Sans Light"/>
                <a:sym typeface="IBM Plex Sans Light"/>
              </a:defRPr>
            </a:lvl2pPr>
            <a:lvl3pPr marL="1371600" lvl="2" indent="-342900" rtl="0">
              <a:spcBef>
                <a:spcPts val="0"/>
              </a:spcBef>
              <a:spcAft>
                <a:spcPts val="0"/>
              </a:spcAft>
              <a:buClr>
                <a:schemeClr val="lt1"/>
              </a:buClr>
              <a:buSzPts val="1800"/>
              <a:buFont typeface="IBM Plex Sans Light"/>
              <a:buChar char="■"/>
              <a:defRPr sz="1800">
                <a:solidFill>
                  <a:schemeClr val="lt1"/>
                </a:solidFill>
                <a:latin typeface="IBM Plex Sans Light"/>
                <a:ea typeface="IBM Plex Sans Light"/>
                <a:cs typeface="IBM Plex Sans Light"/>
                <a:sym typeface="IBM Plex Sans Light"/>
              </a:defRPr>
            </a:lvl3pPr>
            <a:lvl4pPr marL="1828800" lvl="3" indent="-342900" rtl="0">
              <a:spcBef>
                <a:spcPts val="0"/>
              </a:spcBef>
              <a:spcAft>
                <a:spcPts val="0"/>
              </a:spcAft>
              <a:buClr>
                <a:schemeClr val="lt1"/>
              </a:buClr>
              <a:buSzPts val="1800"/>
              <a:buFont typeface="IBM Plex Sans Light"/>
              <a:buChar char="●"/>
              <a:defRPr sz="1800">
                <a:solidFill>
                  <a:schemeClr val="lt1"/>
                </a:solidFill>
                <a:latin typeface="IBM Plex Sans Light"/>
                <a:ea typeface="IBM Plex Sans Light"/>
                <a:cs typeface="IBM Plex Sans Light"/>
                <a:sym typeface="IBM Plex Sans Light"/>
              </a:defRPr>
            </a:lvl4pPr>
            <a:lvl5pPr marL="2286000" lvl="4" indent="-342900" rtl="0">
              <a:spcBef>
                <a:spcPts val="0"/>
              </a:spcBef>
              <a:spcAft>
                <a:spcPts val="0"/>
              </a:spcAft>
              <a:buClr>
                <a:schemeClr val="lt1"/>
              </a:buClr>
              <a:buSzPts val="1800"/>
              <a:buFont typeface="IBM Plex Sans Light"/>
              <a:buChar char="○"/>
              <a:defRPr sz="1800">
                <a:solidFill>
                  <a:schemeClr val="lt1"/>
                </a:solidFill>
                <a:latin typeface="IBM Plex Sans Light"/>
                <a:ea typeface="IBM Plex Sans Light"/>
                <a:cs typeface="IBM Plex Sans Light"/>
                <a:sym typeface="IBM Plex Sans Light"/>
              </a:defRPr>
            </a:lvl5pPr>
            <a:lvl6pPr marL="2743200" lvl="5" indent="-342900" rtl="0">
              <a:spcBef>
                <a:spcPts val="0"/>
              </a:spcBef>
              <a:spcAft>
                <a:spcPts val="0"/>
              </a:spcAft>
              <a:buClr>
                <a:schemeClr val="lt1"/>
              </a:buClr>
              <a:buSzPts val="1800"/>
              <a:buFont typeface="IBM Plex Sans Light"/>
              <a:buChar char="■"/>
              <a:defRPr sz="1800">
                <a:solidFill>
                  <a:schemeClr val="lt1"/>
                </a:solidFill>
                <a:latin typeface="IBM Plex Sans Light"/>
                <a:ea typeface="IBM Plex Sans Light"/>
                <a:cs typeface="IBM Plex Sans Light"/>
                <a:sym typeface="IBM Plex Sans Light"/>
              </a:defRPr>
            </a:lvl6pPr>
            <a:lvl7pPr marL="3200400" lvl="6" indent="-342900" rtl="0">
              <a:spcBef>
                <a:spcPts val="0"/>
              </a:spcBef>
              <a:spcAft>
                <a:spcPts val="0"/>
              </a:spcAft>
              <a:buClr>
                <a:schemeClr val="lt1"/>
              </a:buClr>
              <a:buSzPts val="1800"/>
              <a:buFont typeface="IBM Plex Sans Light"/>
              <a:buChar char="●"/>
              <a:defRPr sz="1800">
                <a:solidFill>
                  <a:schemeClr val="lt1"/>
                </a:solidFill>
                <a:latin typeface="IBM Plex Sans Light"/>
                <a:ea typeface="IBM Plex Sans Light"/>
                <a:cs typeface="IBM Plex Sans Light"/>
                <a:sym typeface="IBM Plex Sans Light"/>
              </a:defRPr>
            </a:lvl7pPr>
            <a:lvl8pPr marL="3657600" lvl="7" indent="-342900" rtl="0">
              <a:spcBef>
                <a:spcPts val="0"/>
              </a:spcBef>
              <a:spcAft>
                <a:spcPts val="0"/>
              </a:spcAft>
              <a:buClr>
                <a:schemeClr val="lt1"/>
              </a:buClr>
              <a:buSzPts val="1800"/>
              <a:buFont typeface="IBM Plex Sans Light"/>
              <a:buChar char="○"/>
              <a:defRPr sz="1800">
                <a:solidFill>
                  <a:schemeClr val="lt1"/>
                </a:solidFill>
                <a:latin typeface="IBM Plex Sans Light"/>
                <a:ea typeface="IBM Plex Sans Light"/>
                <a:cs typeface="IBM Plex Sans Light"/>
                <a:sym typeface="IBM Plex Sans Light"/>
              </a:defRPr>
            </a:lvl8pPr>
            <a:lvl9pPr marL="4114800" lvl="8" indent="-342900" rtl="0">
              <a:spcBef>
                <a:spcPts val="0"/>
              </a:spcBef>
              <a:spcAft>
                <a:spcPts val="0"/>
              </a:spcAft>
              <a:buClr>
                <a:schemeClr val="lt1"/>
              </a:buClr>
              <a:buSzPts val="1800"/>
              <a:buFont typeface="IBM Plex Sans Light"/>
              <a:buChar char="■"/>
              <a:defRPr sz="1800">
                <a:solidFill>
                  <a:schemeClr val="lt1"/>
                </a:solidFill>
                <a:latin typeface="IBM Plex Sans Light"/>
                <a:ea typeface="IBM Plex Sans Light"/>
                <a:cs typeface="IBM Plex Sans Light"/>
                <a:sym typeface="IBM Plex Sans Light"/>
              </a:defRPr>
            </a:lvl9pPr>
          </a:lstStyle>
          <a:p>
            <a:endParaRPr/>
          </a:p>
        </p:txBody>
      </p:sp>
      <p:sp>
        <p:nvSpPr>
          <p:cNvPr id="1120" name="Google Shape;1120;p86"/>
          <p:cNvSpPr txBox="1">
            <a:spLocks noGrp="1"/>
          </p:cNvSpPr>
          <p:nvPr>
            <p:ph type="subTitle" idx="3"/>
          </p:nvPr>
        </p:nvSpPr>
        <p:spPr>
          <a:xfrm>
            <a:off x="4394950" y="3448481"/>
            <a:ext cx="3368400" cy="215400"/>
          </a:xfrm>
          <a:prstGeom prst="rect">
            <a:avLst/>
          </a:prstGeom>
        </p:spPr>
        <p:txBody>
          <a:bodyPr spcFirstLastPara="1" wrap="square" lIns="0" tIns="0" rIns="0" bIns="0" anchor="t" anchorCtr="0">
            <a:normAutofit/>
          </a:bodyPr>
          <a:lstStyle>
            <a:lvl1pPr lvl="0" algn="r" rtl="0">
              <a:lnSpc>
                <a:spcPct val="100000"/>
              </a:lnSpc>
              <a:spcBef>
                <a:spcPts val="0"/>
              </a:spcBef>
              <a:spcAft>
                <a:spcPts val="0"/>
              </a:spcAft>
              <a:buClr>
                <a:schemeClr val="lt2"/>
              </a:buClr>
              <a:buSzPts val="1400"/>
              <a:buNone/>
              <a:defRPr sz="1400" b="1">
                <a:solidFill>
                  <a:schemeClr val="lt2"/>
                </a:solidFill>
              </a:defRPr>
            </a:lvl1pPr>
            <a:lvl2pPr lvl="1" algn="r" rtl="0">
              <a:lnSpc>
                <a:spcPct val="100000"/>
              </a:lnSpc>
              <a:spcBef>
                <a:spcPts val="0"/>
              </a:spcBef>
              <a:spcAft>
                <a:spcPts val="0"/>
              </a:spcAft>
              <a:buSzPts val="1400"/>
              <a:buNone/>
              <a:defRPr/>
            </a:lvl2pPr>
            <a:lvl3pPr lvl="2" algn="r" rtl="0">
              <a:lnSpc>
                <a:spcPct val="100000"/>
              </a:lnSpc>
              <a:spcBef>
                <a:spcPts val="0"/>
              </a:spcBef>
              <a:spcAft>
                <a:spcPts val="0"/>
              </a:spcAft>
              <a:buSzPts val="1400"/>
              <a:buNone/>
              <a:defRPr/>
            </a:lvl3pPr>
            <a:lvl4pPr lvl="3" algn="r" rtl="0">
              <a:lnSpc>
                <a:spcPct val="100000"/>
              </a:lnSpc>
              <a:spcBef>
                <a:spcPts val="0"/>
              </a:spcBef>
              <a:spcAft>
                <a:spcPts val="0"/>
              </a:spcAft>
              <a:buSzPts val="1400"/>
              <a:buNone/>
              <a:defRPr/>
            </a:lvl4pPr>
            <a:lvl5pPr lvl="4" algn="r" rtl="0">
              <a:lnSpc>
                <a:spcPct val="100000"/>
              </a:lnSpc>
              <a:spcBef>
                <a:spcPts val="0"/>
              </a:spcBef>
              <a:spcAft>
                <a:spcPts val="0"/>
              </a:spcAft>
              <a:buSzPts val="1400"/>
              <a:buNone/>
              <a:defRPr/>
            </a:lvl5pPr>
            <a:lvl6pPr lvl="5" algn="r" rtl="0">
              <a:lnSpc>
                <a:spcPct val="100000"/>
              </a:lnSpc>
              <a:spcBef>
                <a:spcPts val="0"/>
              </a:spcBef>
              <a:spcAft>
                <a:spcPts val="0"/>
              </a:spcAft>
              <a:buSzPts val="1400"/>
              <a:buNone/>
              <a:defRPr/>
            </a:lvl6pPr>
            <a:lvl7pPr lvl="6" algn="r" rtl="0">
              <a:lnSpc>
                <a:spcPct val="100000"/>
              </a:lnSpc>
              <a:spcBef>
                <a:spcPts val="0"/>
              </a:spcBef>
              <a:spcAft>
                <a:spcPts val="0"/>
              </a:spcAft>
              <a:buSzPts val="1400"/>
              <a:buNone/>
              <a:defRPr/>
            </a:lvl7pPr>
            <a:lvl8pPr lvl="7" algn="r" rtl="0">
              <a:lnSpc>
                <a:spcPct val="100000"/>
              </a:lnSpc>
              <a:spcBef>
                <a:spcPts val="0"/>
              </a:spcBef>
              <a:spcAft>
                <a:spcPts val="0"/>
              </a:spcAft>
              <a:buSzPts val="1400"/>
              <a:buNone/>
              <a:defRPr/>
            </a:lvl8pPr>
            <a:lvl9pPr lvl="8" algn="r" rtl="0">
              <a:lnSpc>
                <a:spcPct val="100000"/>
              </a:lnSpc>
              <a:spcBef>
                <a:spcPts val="0"/>
              </a:spcBef>
              <a:spcAft>
                <a:spcPts val="0"/>
              </a:spcAft>
              <a:buSzPts val="1400"/>
              <a:buNone/>
              <a:defRPr/>
            </a:lvl9pPr>
          </a:lstStyle>
          <a:p>
            <a:endParaRPr/>
          </a:p>
        </p:txBody>
      </p:sp>
      <p:sp>
        <p:nvSpPr>
          <p:cNvPr id="1121" name="Google Shape;1121;p86"/>
          <p:cNvSpPr txBox="1">
            <a:spLocks noGrp="1"/>
          </p:cNvSpPr>
          <p:nvPr>
            <p:ph type="subTitle" idx="4"/>
          </p:nvPr>
        </p:nvSpPr>
        <p:spPr>
          <a:xfrm>
            <a:off x="4394950" y="3706950"/>
            <a:ext cx="3368400" cy="215400"/>
          </a:xfrm>
          <a:prstGeom prst="rect">
            <a:avLst/>
          </a:prstGeom>
        </p:spPr>
        <p:txBody>
          <a:bodyPr spcFirstLastPara="1" wrap="square" lIns="0" tIns="0" rIns="0" bIns="0" anchor="t" anchorCtr="0">
            <a:normAutofit/>
          </a:bodyPr>
          <a:lstStyle>
            <a:lvl1pPr lvl="0" algn="r" rtl="0">
              <a:lnSpc>
                <a:spcPct val="100000"/>
              </a:lnSpc>
              <a:spcBef>
                <a:spcPts val="0"/>
              </a:spcBef>
              <a:spcAft>
                <a:spcPts val="0"/>
              </a:spcAft>
              <a:buClr>
                <a:schemeClr val="lt2"/>
              </a:buClr>
              <a:buSzPts val="1200"/>
              <a:buNone/>
              <a:defRPr sz="1200">
                <a:solidFill>
                  <a:schemeClr val="lt2"/>
                </a:solidFill>
              </a:defRPr>
            </a:lvl1pPr>
            <a:lvl2pPr lvl="1" algn="r" rtl="0">
              <a:lnSpc>
                <a:spcPct val="100000"/>
              </a:lnSpc>
              <a:spcBef>
                <a:spcPts val="0"/>
              </a:spcBef>
              <a:spcAft>
                <a:spcPts val="0"/>
              </a:spcAft>
              <a:buSzPts val="1400"/>
              <a:buNone/>
              <a:defRPr/>
            </a:lvl2pPr>
            <a:lvl3pPr lvl="2" algn="r" rtl="0">
              <a:lnSpc>
                <a:spcPct val="100000"/>
              </a:lnSpc>
              <a:spcBef>
                <a:spcPts val="0"/>
              </a:spcBef>
              <a:spcAft>
                <a:spcPts val="0"/>
              </a:spcAft>
              <a:buSzPts val="1400"/>
              <a:buNone/>
              <a:defRPr/>
            </a:lvl3pPr>
            <a:lvl4pPr lvl="3" algn="r" rtl="0">
              <a:lnSpc>
                <a:spcPct val="100000"/>
              </a:lnSpc>
              <a:spcBef>
                <a:spcPts val="0"/>
              </a:spcBef>
              <a:spcAft>
                <a:spcPts val="0"/>
              </a:spcAft>
              <a:buSzPts val="1400"/>
              <a:buNone/>
              <a:defRPr/>
            </a:lvl4pPr>
            <a:lvl5pPr lvl="4" algn="r" rtl="0">
              <a:lnSpc>
                <a:spcPct val="100000"/>
              </a:lnSpc>
              <a:spcBef>
                <a:spcPts val="0"/>
              </a:spcBef>
              <a:spcAft>
                <a:spcPts val="0"/>
              </a:spcAft>
              <a:buSzPts val="1400"/>
              <a:buNone/>
              <a:defRPr/>
            </a:lvl5pPr>
            <a:lvl6pPr lvl="5" algn="r" rtl="0">
              <a:lnSpc>
                <a:spcPct val="100000"/>
              </a:lnSpc>
              <a:spcBef>
                <a:spcPts val="0"/>
              </a:spcBef>
              <a:spcAft>
                <a:spcPts val="0"/>
              </a:spcAft>
              <a:buSzPts val="1400"/>
              <a:buNone/>
              <a:defRPr/>
            </a:lvl6pPr>
            <a:lvl7pPr lvl="6" algn="r" rtl="0">
              <a:lnSpc>
                <a:spcPct val="100000"/>
              </a:lnSpc>
              <a:spcBef>
                <a:spcPts val="0"/>
              </a:spcBef>
              <a:spcAft>
                <a:spcPts val="0"/>
              </a:spcAft>
              <a:buSzPts val="1400"/>
              <a:buNone/>
              <a:defRPr/>
            </a:lvl7pPr>
            <a:lvl8pPr lvl="7" algn="r" rtl="0">
              <a:lnSpc>
                <a:spcPct val="100000"/>
              </a:lnSpc>
              <a:spcBef>
                <a:spcPts val="0"/>
              </a:spcBef>
              <a:spcAft>
                <a:spcPts val="0"/>
              </a:spcAft>
              <a:buSzPts val="1400"/>
              <a:buNone/>
              <a:defRPr/>
            </a:lvl8pPr>
            <a:lvl9pPr lvl="8" algn="r" rtl="0">
              <a:lnSpc>
                <a:spcPct val="100000"/>
              </a:lnSpc>
              <a:spcBef>
                <a:spcPts val="0"/>
              </a:spcBef>
              <a:spcAft>
                <a:spcPts val="0"/>
              </a:spcAft>
              <a:buSzPts val="1400"/>
              <a:buNone/>
              <a:defRPr/>
            </a:lvl9pPr>
          </a:lstStyle>
          <a:p>
            <a:endParaRPr/>
          </a:p>
        </p:txBody>
      </p:sp>
      <p:grpSp>
        <p:nvGrpSpPr>
          <p:cNvPr id="1122" name="Google Shape;1122;p86"/>
          <p:cNvGrpSpPr/>
          <p:nvPr/>
        </p:nvGrpSpPr>
        <p:grpSpPr>
          <a:xfrm>
            <a:off x="503147" y="3448466"/>
            <a:ext cx="961141" cy="957298"/>
            <a:chOff x="3000325" y="3156400"/>
            <a:chExt cx="881054" cy="877530"/>
          </a:xfrm>
        </p:grpSpPr>
        <p:sp>
          <p:nvSpPr>
            <p:cNvPr id="1123" name="Google Shape;1123;p86"/>
            <p:cNvSpPr/>
            <p:nvPr/>
          </p:nvSpPr>
          <p:spPr>
            <a:xfrm>
              <a:off x="3791679" y="3550315"/>
              <a:ext cx="89700" cy="897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4" name="Google Shape;1124;p86"/>
            <p:cNvSpPr/>
            <p:nvPr/>
          </p:nvSpPr>
          <p:spPr>
            <a:xfrm>
              <a:off x="3791679" y="3353358"/>
              <a:ext cx="89700" cy="897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5" name="Google Shape;1125;p86"/>
            <p:cNvSpPr/>
            <p:nvPr/>
          </p:nvSpPr>
          <p:spPr>
            <a:xfrm>
              <a:off x="3791679" y="3156400"/>
              <a:ext cx="89700" cy="897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6" name="Google Shape;1126;p86"/>
            <p:cNvSpPr/>
            <p:nvPr/>
          </p:nvSpPr>
          <p:spPr>
            <a:xfrm>
              <a:off x="3791679" y="3747273"/>
              <a:ext cx="89700" cy="897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7" name="Google Shape;1127;p86"/>
            <p:cNvSpPr/>
            <p:nvPr/>
          </p:nvSpPr>
          <p:spPr>
            <a:xfrm>
              <a:off x="3791679" y="3944230"/>
              <a:ext cx="89700" cy="897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8" name="Google Shape;1128;p86"/>
            <p:cNvSpPr/>
            <p:nvPr/>
          </p:nvSpPr>
          <p:spPr>
            <a:xfrm>
              <a:off x="3000325" y="3550315"/>
              <a:ext cx="89700" cy="897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9" name="Google Shape;1129;p86"/>
            <p:cNvSpPr/>
            <p:nvPr/>
          </p:nvSpPr>
          <p:spPr>
            <a:xfrm>
              <a:off x="3000325" y="3353358"/>
              <a:ext cx="89700" cy="897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0" name="Google Shape;1130;p86"/>
            <p:cNvSpPr/>
            <p:nvPr/>
          </p:nvSpPr>
          <p:spPr>
            <a:xfrm>
              <a:off x="3000325" y="3156400"/>
              <a:ext cx="89700" cy="897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1" name="Google Shape;1131;p86"/>
            <p:cNvSpPr/>
            <p:nvPr/>
          </p:nvSpPr>
          <p:spPr>
            <a:xfrm>
              <a:off x="3000325" y="3747273"/>
              <a:ext cx="89700" cy="897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2" name="Google Shape;1132;p86"/>
            <p:cNvSpPr/>
            <p:nvPr/>
          </p:nvSpPr>
          <p:spPr>
            <a:xfrm>
              <a:off x="3000325" y="3944230"/>
              <a:ext cx="89700" cy="897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3" name="Google Shape;1133;p86"/>
            <p:cNvSpPr/>
            <p:nvPr/>
          </p:nvSpPr>
          <p:spPr>
            <a:xfrm>
              <a:off x="3198163" y="3550315"/>
              <a:ext cx="89700" cy="897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4" name="Google Shape;1134;p86"/>
            <p:cNvSpPr/>
            <p:nvPr/>
          </p:nvSpPr>
          <p:spPr>
            <a:xfrm>
              <a:off x="3198163" y="3353358"/>
              <a:ext cx="89700" cy="897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5" name="Google Shape;1135;p86"/>
            <p:cNvSpPr/>
            <p:nvPr/>
          </p:nvSpPr>
          <p:spPr>
            <a:xfrm>
              <a:off x="3198163" y="3156400"/>
              <a:ext cx="89700" cy="897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6" name="Google Shape;1136;p86"/>
            <p:cNvSpPr/>
            <p:nvPr/>
          </p:nvSpPr>
          <p:spPr>
            <a:xfrm>
              <a:off x="3198163" y="3747273"/>
              <a:ext cx="89700" cy="897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7" name="Google Shape;1137;p86"/>
            <p:cNvSpPr/>
            <p:nvPr/>
          </p:nvSpPr>
          <p:spPr>
            <a:xfrm>
              <a:off x="3198163" y="3944230"/>
              <a:ext cx="89700" cy="897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8" name="Google Shape;1138;p86"/>
            <p:cNvSpPr/>
            <p:nvPr/>
          </p:nvSpPr>
          <p:spPr>
            <a:xfrm>
              <a:off x="3396002" y="3550315"/>
              <a:ext cx="89700" cy="897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9" name="Google Shape;1139;p86"/>
            <p:cNvSpPr/>
            <p:nvPr/>
          </p:nvSpPr>
          <p:spPr>
            <a:xfrm>
              <a:off x="3396002" y="3353358"/>
              <a:ext cx="89700" cy="897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0" name="Google Shape;1140;p86"/>
            <p:cNvSpPr/>
            <p:nvPr/>
          </p:nvSpPr>
          <p:spPr>
            <a:xfrm>
              <a:off x="3396002" y="3156400"/>
              <a:ext cx="89700" cy="897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1" name="Google Shape;1141;p86"/>
            <p:cNvSpPr/>
            <p:nvPr/>
          </p:nvSpPr>
          <p:spPr>
            <a:xfrm>
              <a:off x="3396002" y="3747273"/>
              <a:ext cx="89700" cy="897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2" name="Google Shape;1142;p86"/>
            <p:cNvSpPr/>
            <p:nvPr/>
          </p:nvSpPr>
          <p:spPr>
            <a:xfrm>
              <a:off x="3396002" y="3944230"/>
              <a:ext cx="89700" cy="897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3" name="Google Shape;1143;p86"/>
            <p:cNvSpPr/>
            <p:nvPr/>
          </p:nvSpPr>
          <p:spPr>
            <a:xfrm>
              <a:off x="3593840" y="3550315"/>
              <a:ext cx="89700" cy="897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4" name="Google Shape;1144;p86"/>
            <p:cNvSpPr/>
            <p:nvPr/>
          </p:nvSpPr>
          <p:spPr>
            <a:xfrm>
              <a:off x="3593840" y="3353358"/>
              <a:ext cx="89700" cy="897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5" name="Google Shape;1145;p86"/>
            <p:cNvSpPr/>
            <p:nvPr/>
          </p:nvSpPr>
          <p:spPr>
            <a:xfrm>
              <a:off x="3593840" y="3156400"/>
              <a:ext cx="89700" cy="897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6" name="Google Shape;1146;p86"/>
            <p:cNvSpPr/>
            <p:nvPr/>
          </p:nvSpPr>
          <p:spPr>
            <a:xfrm>
              <a:off x="3593840" y="3747273"/>
              <a:ext cx="89700" cy="897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7" name="Google Shape;1147;p86"/>
            <p:cNvSpPr/>
            <p:nvPr/>
          </p:nvSpPr>
          <p:spPr>
            <a:xfrm>
              <a:off x="3593840" y="3944230"/>
              <a:ext cx="89700" cy="897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matchingName="Quote - 2">
  <p:cSld name="CUSTOM_2_1">
    <p:bg>
      <p:bgPr>
        <a:solidFill>
          <a:schemeClr val="dk2"/>
        </a:solidFill>
        <a:effectLst/>
      </p:bgPr>
    </p:bg>
    <p:spTree>
      <p:nvGrpSpPr>
        <p:cNvPr id="1" name="Shape 1148"/>
        <p:cNvGrpSpPr/>
        <p:nvPr/>
      </p:nvGrpSpPr>
      <p:grpSpPr>
        <a:xfrm>
          <a:off x="0" y="0"/>
          <a:ext cx="0" cy="0"/>
          <a:chOff x="0" y="0"/>
          <a:chExt cx="0" cy="0"/>
        </a:xfrm>
      </p:grpSpPr>
      <p:sp>
        <p:nvSpPr>
          <p:cNvPr id="1149" name="Google Shape;1149;p87"/>
          <p:cNvSpPr/>
          <p:nvPr/>
        </p:nvSpPr>
        <p:spPr>
          <a:xfrm>
            <a:off x="1091700" y="935250"/>
            <a:ext cx="6960600" cy="3273000"/>
          </a:xfrm>
          <a:prstGeom prst="roundRect">
            <a:avLst>
              <a:gd name="adj" fmla="val 12660"/>
            </a:avLst>
          </a:prstGeom>
          <a:solidFill>
            <a:schemeClr val="lt1"/>
          </a:solidFill>
          <a:ln>
            <a:noFill/>
          </a:ln>
        </p:spPr>
        <p:txBody>
          <a:bodyPr spcFirstLastPara="1" wrap="square" lIns="57150" tIns="57150" rIns="57150" bIns="57150" anchor="ctr" anchorCtr="0">
            <a:noAutofit/>
          </a:bodyPr>
          <a:lstStyle/>
          <a:p>
            <a:pPr marL="0" lvl="0" indent="0" algn="ctr" rtl="0">
              <a:spcBef>
                <a:spcPts val="0"/>
              </a:spcBef>
              <a:spcAft>
                <a:spcPts val="0"/>
              </a:spcAft>
              <a:buNone/>
            </a:pPr>
            <a:endParaRPr sz="1000">
              <a:solidFill>
                <a:srgbClr val="000000"/>
              </a:solidFill>
              <a:latin typeface="IBM Plex Sans"/>
              <a:ea typeface="IBM Plex Sans"/>
              <a:cs typeface="IBM Plex Sans"/>
              <a:sym typeface="IBM Plex Sans"/>
            </a:endParaRPr>
          </a:p>
        </p:txBody>
      </p:sp>
      <p:sp>
        <p:nvSpPr>
          <p:cNvPr id="1150" name="Google Shape;1150;p87"/>
          <p:cNvSpPr txBox="1"/>
          <p:nvPr/>
        </p:nvSpPr>
        <p:spPr>
          <a:xfrm>
            <a:off x="1859150" y="1226063"/>
            <a:ext cx="515100" cy="603000"/>
          </a:xfrm>
          <a:prstGeom prst="rect">
            <a:avLst/>
          </a:prstGeom>
          <a:noFill/>
          <a:ln>
            <a:noFill/>
          </a:ln>
        </p:spPr>
        <p:txBody>
          <a:bodyPr spcFirstLastPara="1" wrap="square" lIns="0" tIns="0" rIns="0" bIns="0" anchor="t" anchorCtr="0">
            <a:noAutofit/>
          </a:bodyPr>
          <a:lstStyle/>
          <a:p>
            <a:pPr marL="0" lvl="0" indent="0" algn="l" rtl="0">
              <a:lnSpc>
                <a:spcPct val="115000"/>
              </a:lnSpc>
              <a:spcBef>
                <a:spcPts val="0"/>
              </a:spcBef>
              <a:spcAft>
                <a:spcPts val="1200"/>
              </a:spcAft>
              <a:buNone/>
            </a:pPr>
            <a:r>
              <a:rPr lang="en" sz="6000" b="1">
                <a:solidFill>
                  <a:schemeClr val="accent1"/>
                </a:solidFill>
                <a:latin typeface="IBM Plex Sans"/>
                <a:ea typeface="IBM Plex Sans"/>
                <a:cs typeface="IBM Plex Sans"/>
                <a:sym typeface="IBM Plex Sans"/>
              </a:rPr>
              <a:t>“</a:t>
            </a:r>
            <a:endParaRPr sz="6000" b="1">
              <a:solidFill>
                <a:schemeClr val="accent1"/>
              </a:solidFill>
              <a:latin typeface="IBM Plex Sans"/>
              <a:ea typeface="IBM Plex Sans"/>
              <a:cs typeface="IBM Plex Sans"/>
              <a:sym typeface="IBM Plex Sans"/>
            </a:endParaRPr>
          </a:p>
        </p:txBody>
      </p:sp>
      <p:grpSp>
        <p:nvGrpSpPr>
          <p:cNvPr id="1151" name="Google Shape;1151;p87"/>
          <p:cNvGrpSpPr/>
          <p:nvPr/>
        </p:nvGrpSpPr>
        <p:grpSpPr>
          <a:xfrm>
            <a:off x="503147" y="3448466"/>
            <a:ext cx="961141" cy="957298"/>
            <a:chOff x="3000325" y="3156400"/>
            <a:chExt cx="881054" cy="877530"/>
          </a:xfrm>
        </p:grpSpPr>
        <p:sp>
          <p:nvSpPr>
            <p:cNvPr id="1152" name="Google Shape;1152;p87"/>
            <p:cNvSpPr/>
            <p:nvPr/>
          </p:nvSpPr>
          <p:spPr>
            <a:xfrm>
              <a:off x="3791679" y="3550315"/>
              <a:ext cx="89700" cy="897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3" name="Google Shape;1153;p87"/>
            <p:cNvSpPr/>
            <p:nvPr/>
          </p:nvSpPr>
          <p:spPr>
            <a:xfrm>
              <a:off x="3791679" y="3353358"/>
              <a:ext cx="89700" cy="897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4" name="Google Shape;1154;p87"/>
            <p:cNvSpPr/>
            <p:nvPr/>
          </p:nvSpPr>
          <p:spPr>
            <a:xfrm>
              <a:off x="3791679" y="3156400"/>
              <a:ext cx="89700" cy="897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5" name="Google Shape;1155;p87"/>
            <p:cNvSpPr/>
            <p:nvPr/>
          </p:nvSpPr>
          <p:spPr>
            <a:xfrm>
              <a:off x="3791679" y="3747273"/>
              <a:ext cx="89700" cy="897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6" name="Google Shape;1156;p87"/>
            <p:cNvSpPr/>
            <p:nvPr/>
          </p:nvSpPr>
          <p:spPr>
            <a:xfrm>
              <a:off x="3791679" y="3944230"/>
              <a:ext cx="89700" cy="897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7" name="Google Shape;1157;p87"/>
            <p:cNvSpPr/>
            <p:nvPr/>
          </p:nvSpPr>
          <p:spPr>
            <a:xfrm>
              <a:off x="3000325" y="3550315"/>
              <a:ext cx="89700" cy="897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8" name="Google Shape;1158;p87"/>
            <p:cNvSpPr/>
            <p:nvPr/>
          </p:nvSpPr>
          <p:spPr>
            <a:xfrm>
              <a:off x="3000325" y="3353358"/>
              <a:ext cx="89700" cy="897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9" name="Google Shape;1159;p87"/>
            <p:cNvSpPr/>
            <p:nvPr/>
          </p:nvSpPr>
          <p:spPr>
            <a:xfrm>
              <a:off x="3000325" y="3156400"/>
              <a:ext cx="89700" cy="897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0" name="Google Shape;1160;p87"/>
            <p:cNvSpPr/>
            <p:nvPr/>
          </p:nvSpPr>
          <p:spPr>
            <a:xfrm>
              <a:off x="3000325" y="3747273"/>
              <a:ext cx="89700" cy="897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1" name="Google Shape;1161;p87"/>
            <p:cNvSpPr/>
            <p:nvPr/>
          </p:nvSpPr>
          <p:spPr>
            <a:xfrm>
              <a:off x="3000325" y="3944230"/>
              <a:ext cx="89700" cy="897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2" name="Google Shape;1162;p87"/>
            <p:cNvSpPr/>
            <p:nvPr/>
          </p:nvSpPr>
          <p:spPr>
            <a:xfrm>
              <a:off x="3198163" y="3550315"/>
              <a:ext cx="89700" cy="897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3" name="Google Shape;1163;p87"/>
            <p:cNvSpPr/>
            <p:nvPr/>
          </p:nvSpPr>
          <p:spPr>
            <a:xfrm>
              <a:off x="3198163" y="3353358"/>
              <a:ext cx="89700" cy="897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4" name="Google Shape;1164;p87"/>
            <p:cNvSpPr/>
            <p:nvPr/>
          </p:nvSpPr>
          <p:spPr>
            <a:xfrm>
              <a:off x="3198163" y="3156400"/>
              <a:ext cx="89700" cy="897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5" name="Google Shape;1165;p87"/>
            <p:cNvSpPr/>
            <p:nvPr/>
          </p:nvSpPr>
          <p:spPr>
            <a:xfrm>
              <a:off x="3198163" y="3747273"/>
              <a:ext cx="89700" cy="897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6" name="Google Shape;1166;p87"/>
            <p:cNvSpPr/>
            <p:nvPr/>
          </p:nvSpPr>
          <p:spPr>
            <a:xfrm>
              <a:off x="3198163" y="3944230"/>
              <a:ext cx="89700" cy="897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7" name="Google Shape;1167;p87"/>
            <p:cNvSpPr/>
            <p:nvPr/>
          </p:nvSpPr>
          <p:spPr>
            <a:xfrm>
              <a:off x="3396002" y="3550315"/>
              <a:ext cx="89700" cy="897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8" name="Google Shape;1168;p87"/>
            <p:cNvSpPr/>
            <p:nvPr/>
          </p:nvSpPr>
          <p:spPr>
            <a:xfrm>
              <a:off x="3396002" y="3353358"/>
              <a:ext cx="89700" cy="897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9" name="Google Shape;1169;p87"/>
            <p:cNvSpPr/>
            <p:nvPr/>
          </p:nvSpPr>
          <p:spPr>
            <a:xfrm>
              <a:off x="3396002" y="3156400"/>
              <a:ext cx="89700" cy="897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0" name="Google Shape;1170;p87"/>
            <p:cNvSpPr/>
            <p:nvPr/>
          </p:nvSpPr>
          <p:spPr>
            <a:xfrm>
              <a:off x="3396002" y="3747273"/>
              <a:ext cx="89700" cy="897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1" name="Google Shape;1171;p87"/>
            <p:cNvSpPr/>
            <p:nvPr/>
          </p:nvSpPr>
          <p:spPr>
            <a:xfrm>
              <a:off x="3396002" y="3944230"/>
              <a:ext cx="89700" cy="897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2" name="Google Shape;1172;p87"/>
            <p:cNvSpPr/>
            <p:nvPr/>
          </p:nvSpPr>
          <p:spPr>
            <a:xfrm>
              <a:off x="3593840" y="3550315"/>
              <a:ext cx="89700" cy="897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3" name="Google Shape;1173;p87"/>
            <p:cNvSpPr/>
            <p:nvPr/>
          </p:nvSpPr>
          <p:spPr>
            <a:xfrm>
              <a:off x="3593840" y="3353358"/>
              <a:ext cx="89700" cy="897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4" name="Google Shape;1174;p87"/>
            <p:cNvSpPr/>
            <p:nvPr/>
          </p:nvSpPr>
          <p:spPr>
            <a:xfrm>
              <a:off x="3593840" y="3156400"/>
              <a:ext cx="89700" cy="897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5" name="Google Shape;1175;p87"/>
            <p:cNvSpPr/>
            <p:nvPr/>
          </p:nvSpPr>
          <p:spPr>
            <a:xfrm>
              <a:off x="3593840" y="3747273"/>
              <a:ext cx="89700" cy="897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6" name="Google Shape;1176;p87"/>
            <p:cNvSpPr/>
            <p:nvPr/>
          </p:nvSpPr>
          <p:spPr>
            <a:xfrm>
              <a:off x="3593840" y="3944230"/>
              <a:ext cx="89700" cy="897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177" name="Google Shape;1177;p87"/>
          <p:cNvSpPr txBox="1">
            <a:spLocks noGrp="1"/>
          </p:cNvSpPr>
          <p:nvPr>
            <p:ph type="sldNum" idx="12"/>
          </p:nvPr>
        </p:nvSpPr>
        <p:spPr>
          <a:xfrm>
            <a:off x="8366700" y="4805546"/>
            <a:ext cx="548700" cy="215400"/>
          </a:xfrm>
          <a:prstGeom prst="rect">
            <a:avLst/>
          </a:prstGeom>
        </p:spPr>
        <p:txBody>
          <a:bodyPr spcFirstLastPara="1" wrap="square" lIns="0" tIns="0" rIns="0" bIns="0" anchor="b"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
        <p:nvSpPr>
          <p:cNvPr id="1178" name="Google Shape;1178;p87"/>
          <p:cNvSpPr txBox="1">
            <a:spLocks noGrp="1"/>
          </p:cNvSpPr>
          <p:nvPr>
            <p:ph type="subTitle" idx="1"/>
          </p:nvPr>
        </p:nvSpPr>
        <p:spPr>
          <a:xfrm>
            <a:off x="467075" y="4814525"/>
            <a:ext cx="2326500" cy="206400"/>
          </a:xfrm>
          <a:prstGeom prst="rect">
            <a:avLst/>
          </a:prstGeom>
        </p:spPr>
        <p:txBody>
          <a:bodyPr spcFirstLastPara="1" wrap="square" lIns="0" tIns="0" rIns="0" bIns="0" anchor="b" anchorCtr="0">
            <a:normAutofit/>
          </a:bodyPr>
          <a:lstStyle>
            <a:lvl1pPr lvl="0" rtl="0">
              <a:spcBef>
                <a:spcPts val="0"/>
              </a:spcBef>
              <a:spcAft>
                <a:spcPts val="0"/>
              </a:spcAft>
              <a:buClr>
                <a:schemeClr val="dk2"/>
              </a:buClr>
              <a:buSzPts val="700"/>
              <a:buNone/>
              <a:defRPr sz="700">
                <a:solidFill>
                  <a:schemeClr val="dk2"/>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179" name="Google Shape;1179;p87"/>
          <p:cNvSpPr txBox="1">
            <a:spLocks noGrp="1"/>
          </p:cNvSpPr>
          <p:nvPr>
            <p:ph type="body" idx="2"/>
          </p:nvPr>
        </p:nvSpPr>
        <p:spPr>
          <a:xfrm>
            <a:off x="2374250" y="1503000"/>
            <a:ext cx="5389200" cy="1907700"/>
          </a:xfrm>
          <a:prstGeom prst="rect">
            <a:avLst/>
          </a:prstGeom>
        </p:spPr>
        <p:txBody>
          <a:bodyPr spcFirstLastPara="1" wrap="square" lIns="0" tIns="0" rIns="0" bIns="0" anchor="t" anchorCtr="0">
            <a:normAutofit/>
          </a:bodyPr>
          <a:lstStyle>
            <a:lvl1pPr marL="457200" lvl="0" indent="-381000" rtl="0">
              <a:spcBef>
                <a:spcPts val="0"/>
              </a:spcBef>
              <a:spcAft>
                <a:spcPts val="0"/>
              </a:spcAft>
              <a:buClr>
                <a:schemeClr val="dk1"/>
              </a:buClr>
              <a:buSzPts val="2400"/>
              <a:buFont typeface="IBM Plex Sans Light"/>
              <a:buChar char="■"/>
              <a:defRPr sz="2400">
                <a:latin typeface="IBM Plex Sans Light"/>
                <a:ea typeface="IBM Plex Sans Light"/>
                <a:cs typeface="IBM Plex Sans Light"/>
                <a:sym typeface="IBM Plex Sans Light"/>
              </a:defRPr>
            </a:lvl1pPr>
            <a:lvl2pPr marL="914400" lvl="1" indent="-342900" rtl="0">
              <a:spcBef>
                <a:spcPts val="0"/>
              </a:spcBef>
              <a:spcAft>
                <a:spcPts val="0"/>
              </a:spcAft>
              <a:buSzPts val="1800"/>
              <a:buFont typeface="IBM Plex Sans Light"/>
              <a:buChar char="■"/>
              <a:defRPr sz="1800">
                <a:latin typeface="IBM Plex Sans Light"/>
                <a:ea typeface="IBM Plex Sans Light"/>
                <a:cs typeface="IBM Plex Sans Light"/>
                <a:sym typeface="IBM Plex Sans Light"/>
              </a:defRPr>
            </a:lvl2pPr>
            <a:lvl3pPr marL="1371600" lvl="2" indent="-342900" rtl="0">
              <a:spcBef>
                <a:spcPts val="0"/>
              </a:spcBef>
              <a:spcAft>
                <a:spcPts val="0"/>
              </a:spcAft>
              <a:buClr>
                <a:schemeClr val="dk1"/>
              </a:buClr>
              <a:buSzPts val="1800"/>
              <a:buFont typeface="IBM Plex Sans Light"/>
              <a:buChar char="■"/>
              <a:defRPr sz="1800">
                <a:latin typeface="IBM Plex Sans Light"/>
                <a:ea typeface="IBM Plex Sans Light"/>
                <a:cs typeface="IBM Plex Sans Light"/>
                <a:sym typeface="IBM Plex Sans Light"/>
              </a:defRPr>
            </a:lvl3pPr>
            <a:lvl4pPr marL="1828800" lvl="3" indent="-342900" rtl="0">
              <a:spcBef>
                <a:spcPts val="0"/>
              </a:spcBef>
              <a:spcAft>
                <a:spcPts val="0"/>
              </a:spcAft>
              <a:buSzPts val="1800"/>
              <a:buFont typeface="IBM Plex Sans Light"/>
              <a:buChar char="●"/>
              <a:defRPr sz="1800">
                <a:latin typeface="IBM Plex Sans Light"/>
                <a:ea typeface="IBM Plex Sans Light"/>
                <a:cs typeface="IBM Plex Sans Light"/>
                <a:sym typeface="IBM Plex Sans Light"/>
              </a:defRPr>
            </a:lvl4pPr>
            <a:lvl5pPr marL="2286000" lvl="4" indent="-342900" rtl="0">
              <a:spcBef>
                <a:spcPts val="0"/>
              </a:spcBef>
              <a:spcAft>
                <a:spcPts val="0"/>
              </a:spcAft>
              <a:buSzPts val="1800"/>
              <a:buFont typeface="IBM Plex Sans Light"/>
              <a:buChar char="○"/>
              <a:defRPr sz="1800">
                <a:latin typeface="IBM Plex Sans Light"/>
                <a:ea typeface="IBM Plex Sans Light"/>
                <a:cs typeface="IBM Plex Sans Light"/>
                <a:sym typeface="IBM Plex Sans Light"/>
              </a:defRPr>
            </a:lvl5pPr>
            <a:lvl6pPr marL="2743200" lvl="5" indent="-342900" rtl="0">
              <a:spcBef>
                <a:spcPts val="0"/>
              </a:spcBef>
              <a:spcAft>
                <a:spcPts val="0"/>
              </a:spcAft>
              <a:buSzPts val="1800"/>
              <a:buFont typeface="IBM Plex Sans Light"/>
              <a:buChar char="■"/>
              <a:defRPr sz="1800">
                <a:latin typeface="IBM Plex Sans Light"/>
                <a:ea typeface="IBM Plex Sans Light"/>
                <a:cs typeface="IBM Plex Sans Light"/>
                <a:sym typeface="IBM Plex Sans Light"/>
              </a:defRPr>
            </a:lvl6pPr>
            <a:lvl7pPr marL="3200400" lvl="6" indent="-342900" rtl="0">
              <a:spcBef>
                <a:spcPts val="0"/>
              </a:spcBef>
              <a:spcAft>
                <a:spcPts val="0"/>
              </a:spcAft>
              <a:buSzPts val="1800"/>
              <a:buFont typeface="IBM Plex Sans Light"/>
              <a:buChar char="●"/>
              <a:defRPr sz="1800">
                <a:latin typeface="IBM Plex Sans Light"/>
                <a:ea typeface="IBM Plex Sans Light"/>
                <a:cs typeface="IBM Plex Sans Light"/>
                <a:sym typeface="IBM Plex Sans Light"/>
              </a:defRPr>
            </a:lvl7pPr>
            <a:lvl8pPr marL="3657600" lvl="7" indent="-342900" rtl="0">
              <a:spcBef>
                <a:spcPts val="0"/>
              </a:spcBef>
              <a:spcAft>
                <a:spcPts val="0"/>
              </a:spcAft>
              <a:buSzPts val="1800"/>
              <a:buFont typeface="IBM Plex Sans Light"/>
              <a:buChar char="○"/>
              <a:defRPr sz="1800">
                <a:latin typeface="IBM Plex Sans Light"/>
                <a:ea typeface="IBM Plex Sans Light"/>
                <a:cs typeface="IBM Plex Sans Light"/>
                <a:sym typeface="IBM Plex Sans Light"/>
              </a:defRPr>
            </a:lvl8pPr>
            <a:lvl9pPr marL="4114800" lvl="8" indent="-342900" rtl="0">
              <a:spcBef>
                <a:spcPts val="0"/>
              </a:spcBef>
              <a:spcAft>
                <a:spcPts val="0"/>
              </a:spcAft>
              <a:buSzPts val="1800"/>
              <a:buFont typeface="IBM Plex Sans Light"/>
              <a:buChar char="■"/>
              <a:defRPr sz="1800">
                <a:latin typeface="IBM Plex Sans Light"/>
                <a:ea typeface="IBM Plex Sans Light"/>
                <a:cs typeface="IBM Plex Sans Light"/>
                <a:sym typeface="IBM Plex Sans Light"/>
              </a:defRPr>
            </a:lvl9pPr>
          </a:lstStyle>
          <a:p>
            <a:endParaRPr/>
          </a:p>
        </p:txBody>
      </p:sp>
      <p:sp>
        <p:nvSpPr>
          <p:cNvPr id="1180" name="Google Shape;1180;p87"/>
          <p:cNvSpPr txBox="1">
            <a:spLocks noGrp="1"/>
          </p:cNvSpPr>
          <p:nvPr>
            <p:ph type="subTitle" idx="3"/>
          </p:nvPr>
        </p:nvSpPr>
        <p:spPr>
          <a:xfrm>
            <a:off x="4394950" y="3448481"/>
            <a:ext cx="3368400" cy="215400"/>
          </a:xfrm>
          <a:prstGeom prst="rect">
            <a:avLst/>
          </a:prstGeom>
        </p:spPr>
        <p:txBody>
          <a:bodyPr spcFirstLastPara="1" wrap="square" lIns="0" tIns="0" rIns="0" bIns="0" anchor="t" anchorCtr="0">
            <a:normAutofit/>
          </a:bodyPr>
          <a:lstStyle>
            <a:lvl1pPr lvl="0" algn="r" rtl="0">
              <a:lnSpc>
                <a:spcPct val="100000"/>
              </a:lnSpc>
              <a:spcBef>
                <a:spcPts val="0"/>
              </a:spcBef>
              <a:spcAft>
                <a:spcPts val="0"/>
              </a:spcAft>
              <a:buClr>
                <a:schemeClr val="dk1"/>
              </a:buClr>
              <a:buSzPts val="1400"/>
              <a:buNone/>
              <a:defRPr sz="1400" b="1"/>
            </a:lvl1pPr>
            <a:lvl2pPr lvl="1" algn="r" rtl="0">
              <a:lnSpc>
                <a:spcPct val="100000"/>
              </a:lnSpc>
              <a:spcBef>
                <a:spcPts val="0"/>
              </a:spcBef>
              <a:spcAft>
                <a:spcPts val="0"/>
              </a:spcAft>
              <a:buSzPts val="1400"/>
              <a:buNone/>
              <a:defRPr/>
            </a:lvl2pPr>
            <a:lvl3pPr lvl="2" algn="r" rtl="0">
              <a:lnSpc>
                <a:spcPct val="100000"/>
              </a:lnSpc>
              <a:spcBef>
                <a:spcPts val="0"/>
              </a:spcBef>
              <a:spcAft>
                <a:spcPts val="0"/>
              </a:spcAft>
              <a:buSzPts val="1400"/>
              <a:buNone/>
              <a:defRPr/>
            </a:lvl3pPr>
            <a:lvl4pPr lvl="3" algn="r" rtl="0">
              <a:lnSpc>
                <a:spcPct val="100000"/>
              </a:lnSpc>
              <a:spcBef>
                <a:spcPts val="0"/>
              </a:spcBef>
              <a:spcAft>
                <a:spcPts val="0"/>
              </a:spcAft>
              <a:buSzPts val="1400"/>
              <a:buNone/>
              <a:defRPr/>
            </a:lvl4pPr>
            <a:lvl5pPr lvl="4" algn="r" rtl="0">
              <a:lnSpc>
                <a:spcPct val="100000"/>
              </a:lnSpc>
              <a:spcBef>
                <a:spcPts val="0"/>
              </a:spcBef>
              <a:spcAft>
                <a:spcPts val="0"/>
              </a:spcAft>
              <a:buSzPts val="1400"/>
              <a:buNone/>
              <a:defRPr/>
            </a:lvl5pPr>
            <a:lvl6pPr lvl="5" algn="r" rtl="0">
              <a:lnSpc>
                <a:spcPct val="100000"/>
              </a:lnSpc>
              <a:spcBef>
                <a:spcPts val="0"/>
              </a:spcBef>
              <a:spcAft>
                <a:spcPts val="0"/>
              </a:spcAft>
              <a:buSzPts val="1400"/>
              <a:buNone/>
              <a:defRPr/>
            </a:lvl6pPr>
            <a:lvl7pPr lvl="6" algn="r" rtl="0">
              <a:lnSpc>
                <a:spcPct val="100000"/>
              </a:lnSpc>
              <a:spcBef>
                <a:spcPts val="0"/>
              </a:spcBef>
              <a:spcAft>
                <a:spcPts val="0"/>
              </a:spcAft>
              <a:buSzPts val="1400"/>
              <a:buNone/>
              <a:defRPr/>
            </a:lvl7pPr>
            <a:lvl8pPr lvl="7" algn="r" rtl="0">
              <a:lnSpc>
                <a:spcPct val="100000"/>
              </a:lnSpc>
              <a:spcBef>
                <a:spcPts val="0"/>
              </a:spcBef>
              <a:spcAft>
                <a:spcPts val="0"/>
              </a:spcAft>
              <a:buSzPts val="1400"/>
              <a:buNone/>
              <a:defRPr/>
            </a:lvl8pPr>
            <a:lvl9pPr lvl="8" algn="r" rtl="0">
              <a:lnSpc>
                <a:spcPct val="100000"/>
              </a:lnSpc>
              <a:spcBef>
                <a:spcPts val="0"/>
              </a:spcBef>
              <a:spcAft>
                <a:spcPts val="0"/>
              </a:spcAft>
              <a:buSzPts val="1400"/>
              <a:buNone/>
              <a:defRPr/>
            </a:lvl9pPr>
          </a:lstStyle>
          <a:p>
            <a:endParaRPr/>
          </a:p>
        </p:txBody>
      </p:sp>
      <p:sp>
        <p:nvSpPr>
          <p:cNvPr id="1181" name="Google Shape;1181;p87"/>
          <p:cNvSpPr txBox="1">
            <a:spLocks noGrp="1"/>
          </p:cNvSpPr>
          <p:nvPr>
            <p:ph type="subTitle" idx="4"/>
          </p:nvPr>
        </p:nvSpPr>
        <p:spPr>
          <a:xfrm>
            <a:off x="4394950" y="3706950"/>
            <a:ext cx="3368400" cy="215400"/>
          </a:xfrm>
          <a:prstGeom prst="rect">
            <a:avLst/>
          </a:prstGeom>
        </p:spPr>
        <p:txBody>
          <a:bodyPr spcFirstLastPara="1" wrap="square" lIns="0" tIns="0" rIns="0" bIns="0" anchor="t" anchorCtr="0">
            <a:normAutofit/>
          </a:bodyPr>
          <a:lstStyle>
            <a:lvl1pPr lvl="0" algn="r" rtl="0">
              <a:lnSpc>
                <a:spcPct val="100000"/>
              </a:lnSpc>
              <a:spcBef>
                <a:spcPts val="0"/>
              </a:spcBef>
              <a:spcAft>
                <a:spcPts val="0"/>
              </a:spcAft>
              <a:buClr>
                <a:schemeClr val="dk1"/>
              </a:buClr>
              <a:buSzPts val="1200"/>
              <a:buNone/>
              <a:defRPr sz="1200"/>
            </a:lvl1pPr>
            <a:lvl2pPr lvl="1" algn="r" rtl="0">
              <a:lnSpc>
                <a:spcPct val="100000"/>
              </a:lnSpc>
              <a:spcBef>
                <a:spcPts val="0"/>
              </a:spcBef>
              <a:spcAft>
                <a:spcPts val="0"/>
              </a:spcAft>
              <a:buSzPts val="1400"/>
              <a:buNone/>
              <a:defRPr/>
            </a:lvl2pPr>
            <a:lvl3pPr lvl="2" algn="r" rtl="0">
              <a:lnSpc>
                <a:spcPct val="100000"/>
              </a:lnSpc>
              <a:spcBef>
                <a:spcPts val="0"/>
              </a:spcBef>
              <a:spcAft>
                <a:spcPts val="0"/>
              </a:spcAft>
              <a:buSzPts val="1400"/>
              <a:buNone/>
              <a:defRPr/>
            </a:lvl3pPr>
            <a:lvl4pPr lvl="3" algn="r" rtl="0">
              <a:lnSpc>
                <a:spcPct val="100000"/>
              </a:lnSpc>
              <a:spcBef>
                <a:spcPts val="0"/>
              </a:spcBef>
              <a:spcAft>
                <a:spcPts val="0"/>
              </a:spcAft>
              <a:buSzPts val="1400"/>
              <a:buNone/>
              <a:defRPr/>
            </a:lvl4pPr>
            <a:lvl5pPr lvl="4" algn="r" rtl="0">
              <a:lnSpc>
                <a:spcPct val="100000"/>
              </a:lnSpc>
              <a:spcBef>
                <a:spcPts val="0"/>
              </a:spcBef>
              <a:spcAft>
                <a:spcPts val="0"/>
              </a:spcAft>
              <a:buSzPts val="1400"/>
              <a:buNone/>
              <a:defRPr/>
            </a:lvl5pPr>
            <a:lvl6pPr lvl="5" algn="r" rtl="0">
              <a:lnSpc>
                <a:spcPct val="100000"/>
              </a:lnSpc>
              <a:spcBef>
                <a:spcPts val="0"/>
              </a:spcBef>
              <a:spcAft>
                <a:spcPts val="0"/>
              </a:spcAft>
              <a:buSzPts val="1400"/>
              <a:buNone/>
              <a:defRPr/>
            </a:lvl6pPr>
            <a:lvl7pPr lvl="6" algn="r" rtl="0">
              <a:lnSpc>
                <a:spcPct val="100000"/>
              </a:lnSpc>
              <a:spcBef>
                <a:spcPts val="0"/>
              </a:spcBef>
              <a:spcAft>
                <a:spcPts val="0"/>
              </a:spcAft>
              <a:buSzPts val="1400"/>
              <a:buNone/>
              <a:defRPr/>
            </a:lvl7pPr>
            <a:lvl8pPr lvl="7" algn="r" rtl="0">
              <a:lnSpc>
                <a:spcPct val="100000"/>
              </a:lnSpc>
              <a:spcBef>
                <a:spcPts val="0"/>
              </a:spcBef>
              <a:spcAft>
                <a:spcPts val="0"/>
              </a:spcAft>
              <a:buSzPts val="1400"/>
              <a:buNone/>
              <a:defRPr/>
            </a:lvl8pPr>
            <a:lvl9pPr lvl="8" algn="r" rtl="0">
              <a:lnSpc>
                <a:spcPct val="100000"/>
              </a:lnSpc>
              <a:spcBef>
                <a:spcPts val="0"/>
              </a:spcBef>
              <a:spcAft>
                <a:spcPts val="0"/>
              </a:spcAft>
              <a:buSzPts val="1400"/>
              <a:buNone/>
              <a:defRPr/>
            </a:lvl9pPr>
          </a:lstStyle>
          <a:p>
            <a:endParaRPr/>
          </a:p>
        </p:txBody>
      </p:sp>
      <p:pic>
        <p:nvPicPr>
          <p:cNvPr id="1182" name="Google Shape;1182;p87"/>
          <p:cNvPicPr preferRelativeResize="0"/>
          <p:nvPr/>
        </p:nvPicPr>
        <p:blipFill>
          <a:blip r:embed="rId2">
            <a:alphaModFix/>
          </a:blip>
          <a:stretch>
            <a:fillRect/>
          </a:stretch>
        </p:blipFill>
        <p:spPr>
          <a:xfrm>
            <a:off x="8549318" y="62670"/>
            <a:ext cx="599140" cy="600052"/>
          </a:xfrm>
          <a:prstGeom prst="rect">
            <a:avLst/>
          </a:prstGeom>
          <a:noFill/>
          <a:ln>
            <a:noFill/>
          </a:ln>
        </p:spPr>
      </p:pic>
    </p:spTree>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matchingName="Quote - 3">
  <p:cSld name="TITLE_ONLY_1_2_2">
    <p:bg>
      <p:bgPr>
        <a:solidFill>
          <a:schemeClr val="dk1"/>
        </a:solidFill>
        <a:effectLst/>
      </p:bgPr>
    </p:bg>
    <p:spTree>
      <p:nvGrpSpPr>
        <p:cNvPr id="1" name="Shape 1183"/>
        <p:cNvGrpSpPr/>
        <p:nvPr/>
      </p:nvGrpSpPr>
      <p:grpSpPr>
        <a:xfrm>
          <a:off x="0" y="0"/>
          <a:ext cx="0" cy="0"/>
          <a:chOff x="0" y="0"/>
          <a:chExt cx="0" cy="0"/>
        </a:xfrm>
      </p:grpSpPr>
      <p:sp>
        <p:nvSpPr>
          <p:cNvPr id="1184" name="Google Shape;1184;p88"/>
          <p:cNvSpPr txBox="1">
            <a:spLocks noGrp="1"/>
          </p:cNvSpPr>
          <p:nvPr>
            <p:ph type="sldNum" idx="12"/>
          </p:nvPr>
        </p:nvSpPr>
        <p:spPr>
          <a:xfrm>
            <a:off x="8366700" y="4805546"/>
            <a:ext cx="548700" cy="215400"/>
          </a:xfrm>
          <a:prstGeom prst="rect">
            <a:avLst/>
          </a:prstGeom>
        </p:spPr>
        <p:txBody>
          <a:bodyPr spcFirstLastPara="1" wrap="square" lIns="0" tIns="0" rIns="0" bIns="0" anchor="b" anchorCtr="0">
            <a:normAutofit/>
          </a:bodyPr>
          <a:lstStyle>
            <a:lvl1pPr lvl="0" rtl="0">
              <a:buNone/>
              <a:defRPr>
                <a:solidFill>
                  <a:schemeClr val="accent5"/>
                </a:solidFill>
              </a:defRPr>
            </a:lvl1pPr>
            <a:lvl2pPr lvl="1" rtl="0">
              <a:buNone/>
              <a:defRPr>
                <a:solidFill>
                  <a:schemeClr val="accent5"/>
                </a:solidFill>
              </a:defRPr>
            </a:lvl2pPr>
            <a:lvl3pPr lvl="2" rtl="0">
              <a:buNone/>
              <a:defRPr>
                <a:solidFill>
                  <a:schemeClr val="accent5"/>
                </a:solidFill>
              </a:defRPr>
            </a:lvl3pPr>
            <a:lvl4pPr lvl="3" rtl="0">
              <a:buNone/>
              <a:defRPr>
                <a:solidFill>
                  <a:schemeClr val="accent5"/>
                </a:solidFill>
              </a:defRPr>
            </a:lvl4pPr>
            <a:lvl5pPr lvl="4" rtl="0">
              <a:buNone/>
              <a:defRPr>
                <a:solidFill>
                  <a:schemeClr val="accent5"/>
                </a:solidFill>
              </a:defRPr>
            </a:lvl5pPr>
            <a:lvl6pPr lvl="5" rtl="0">
              <a:buNone/>
              <a:defRPr>
                <a:solidFill>
                  <a:schemeClr val="accent5"/>
                </a:solidFill>
              </a:defRPr>
            </a:lvl6pPr>
            <a:lvl7pPr lvl="6" rtl="0">
              <a:buNone/>
              <a:defRPr>
                <a:solidFill>
                  <a:schemeClr val="accent5"/>
                </a:solidFill>
              </a:defRPr>
            </a:lvl7pPr>
            <a:lvl8pPr lvl="7" rtl="0">
              <a:buNone/>
              <a:defRPr>
                <a:solidFill>
                  <a:schemeClr val="accent5"/>
                </a:solidFill>
              </a:defRPr>
            </a:lvl8pPr>
            <a:lvl9pPr lvl="8" rtl="0">
              <a:buNone/>
              <a:defRPr>
                <a:solidFill>
                  <a:schemeClr val="accent5"/>
                </a:solidFill>
              </a:defRPr>
            </a:lvl9pPr>
          </a:lstStyle>
          <a:p>
            <a:pPr marL="0" lvl="0" indent="0" algn="r" rtl="0">
              <a:spcBef>
                <a:spcPts val="0"/>
              </a:spcBef>
              <a:spcAft>
                <a:spcPts val="0"/>
              </a:spcAft>
              <a:buNone/>
            </a:pPr>
            <a:fld id="{00000000-1234-1234-1234-123412341234}" type="slidenum">
              <a:rPr lang="en"/>
              <a:t>‹#›</a:t>
            </a:fld>
            <a:endParaRPr/>
          </a:p>
        </p:txBody>
      </p:sp>
      <p:pic>
        <p:nvPicPr>
          <p:cNvPr id="1185" name="Google Shape;1185;p88"/>
          <p:cNvPicPr preferRelativeResize="0"/>
          <p:nvPr/>
        </p:nvPicPr>
        <p:blipFill>
          <a:blip r:embed="rId2">
            <a:alphaModFix/>
          </a:blip>
          <a:stretch>
            <a:fillRect/>
          </a:stretch>
        </p:blipFill>
        <p:spPr>
          <a:xfrm>
            <a:off x="8544859" y="62003"/>
            <a:ext cx="599140" cy="599141"/>
          </a:xfrm>
          <a:prstGeom prst="rect">
            <a:avLst/>
          </a:prstGeom>
          <a:noFill/>
          <a:ln>
            <a:noFill/>
          </a:ln>
        </p:spPr>
      </p:pic>
      <p:sp>
        <p:nvSpPr>
          <p:cNvPr id="1186" name="Google Shape;1186;p88"/>
          <p:cNvSpPr txBox="1">
            <a:spLocks noGrp="1"/>
          </p:cNvSpPr>
          <p:nvPr>
            <p:ph type="subTitle" idx="1"/>
          </p:nvPr>
        </p:nvSpPr>
        <p:spPr>
          <a:xfrm>
            <a:off x="467075" y="4814525"/>
            <a:ext cx="2326500" cy="206400"/>
          </a:xfrm>
          <a:prstGeom prst="rect">
            <a:avLst/>
          </a:prstGeom>
        </p:spPr>
        <p:txBody>
          <a:bodyPr spcFirstLastPara="1" wrap="square" lIns="0" tIns="0" rIns="0" bIns="0" anchor="b" anchorCtr="0">
            <a:normAutofit/>
          </a:bodyPr>
          <a:lstStyle>
            <a:lvl1pPr lvl="0" rtl="0">
              <a:spcBef>
                <a:spcPts val="0"/>
              </a:spcBef>
              <a:spcAft>
                <a:spcPts val="0"/>
              </a:spcAft>
              <a:buClr>
                <a:schemeClr val="accent5"/>
              </a:buClr>
              <a:buSzPts val="700"/>
              <a:buNone/>
              <a:defRPr sz="700">
                <a:solidFill>
                  <a:schemeClr val="accent5"/>
                </a:solidFill>
              </a:defRPr>
            </a:lvl1pPr>
            <a:lvl2pPr lvl="1" rtl="0">
              <a:spcBef>
                <a:spcPts val="0"/>
              </a:spcBef>
              <a:spcAft>
                <a:spcPts val="0"/>
              </a:spcAft>
              <a:buClr>
                <a:schemeClr val="accent5"/>
              </a:buClr>
              <a:buSzPts val="1400"/>
              <a:buNone/>
              <a:defRPr>
                <a:solidFill>
                  <a:schemeClr val="accent5"/>
                </a:solidFill>
              </a:defRPr>
            </a:lvl2pPr>
            <a:lvl3pPr lvl="2" rtl="0">
              <a:spcBef>
                <a:spcPts val="0"/>
              </a:spcBef>
              <a:spcAft>
                <a:spcPts val="0"/>
              </a:spcAft>
              <a:buClr>
                <a:schemeClr val="accent5"/>
              </a:buClr>
              <a:buSzPts val="1400"/>
              <a:buNone/>
              <a:defRPr>
                <a:solidFill>
                  <a:schemeClr val="accent5"/>
                </a:solidFill>
              </a:defRPr>
            </a:lvl3pPr>
            <a:lvl4pPr lvl="3" rtl="0">
              <a:spcBef>
                <a:spcPts val="0"/>
              </a:spcBef>
              <a:spcAft>
                <a:spcPts val="0"/>
              </a:spcAft>
              <a:buClr>
                <a:schemeClr val="accent5"/>
              </a:buClr>
              <a:buSzPts val="1400"/>
              <a:buNone/>
              <a:defRPr>
                <a:solidFill>
                  <a:schemeClr val="accent5"/>
                </a:solidFill>
              </a:defRPr>
            </a:lvl4pPr>
            <a:lvl5pPr lvl="4" rtl="0">
              <a:spcBef>
                <a:spcPts val="0"/>
              </a:spcBef>
              <a:spcAft>
                <a:spcPts val="0"/>
              </a:spcAft>
              <a:buClr>
                <a:schemeClr val="accent5"/>
              </a:buClr>
              <a:buSzPts val="1400"/>
              <a:buNone/>
              <a:defRPr>
                <a:solidFill>
                  <a:schemeClr val="accent5"/>
                </a:solidFill>
              </a:defRPr>
            </a:lvl5pPr>
            <a:lvl6pPr lvl="5" rtl="0">
              <a:spcBef>
                <a:spcPts val="0"/>
              </a:spcBef>
              <a:spcAft>
                <a:spcPts val="0"/>
              </a:spcAft>
              <a:buClr>
                <a:schemeClr val="accent5"/>
              </a:buClr>
              <a:buSzPts val="1400"/>
              <a:buNone/>
              <a:defRPr>
                <a:solidFill>
                  <a:schemeClr val="accent5"/>
                </a:solidFill>
              </a:defRPr>
            </a:lvl6pPr>
            <a:lvl7pPr lvl="6" rtl="0">
              <a:spcBef>
                <a:spcPts val="0"/>
              </a:spcBef>
              <a:spcAft>
                <a:spcPts val="0"/>
              </a:spcAft>
              <a:buClr>
                <a:schemeClr val="accent5"/>
              </a:buClr>
              <a:buSzPts val="1400"/>
              <a:buNone/>
              <a:defRPr>
                <a:solidFill>
                  <a:schemeClr val="accent5"/>
                </a:solidFill>
              </a:defRPr>
            </a:lvl7pPr>
            <a:lvl8pPr lvl="7" rtl="0">
              <a:spcBef>
                <a:spcPts val="0"/>
              </a:spcBef>
              <a:spcAft>
                <a:spcPts val="0"/>
              </a:spcAft>
              <a:buClr>
                <a:schemeClr val="accent5"/>
              </a:buClr>
              <a:buSzPts val="1400"/>
              <a:buNone/>
              <a:defRPr>
                <a:solidFill>
                  <a:schemeClr val="accent5"/>
                </a:solidFill>
              </a:defRPr>
            </a:lvl8pPr>
            <a:lvl9pPr lvl="8" rtl="0">
              <a:spcBef>
                <a:spcPts val="0"/>
              </a:spcBef>
              <a:spcAft>
                <a:spcPts val="0"/>
              </a:spcAft>
              <a:buClr>
                <a:schemeClr val="accent5"/>
              </a:buClr>
              <a:buSzPts val="1400"/>
              <a:buNone/>
              <a:defRPr>
                <a:solidFill>
                  <a:schemeClr val="accent5"/>
                </a:solidFill>
              </a:defRPr>
            </a:lvl9pPr>
          </a:lstStyle>
          <a:p>
            <a:endParaRPr/>
          </a:p>
        </p:txBody>
      </p:sp>
      <p:grpSp>
        <p:nvGrpSpPr>
          <p:cNvPr id="1187" name="Google Shape;1187;p88"/>
          <p:cNvGrpSpPr/>
          <p:nvPr/>
        </p:nvGrpSpPr>
        <p:grpSpPr>
          <a:xfrm rot="10800000">
            <a:off x="7321000" y="1228430"/>
            <a:ext cx="754100" cy="3057840"/>
            <a:chOff x="1409525" y="1524925"/>
            <a:chExt cx="754100" cy="2588100"/>
          </a:xfrm>
        </p:grpSpPr>
        <p:sp>
          <p:nvSpPr>
            <p:cNvPr id="1188" name="Google Shape;1188;p88"/>
            <p:cNvSpPr/>
            <p:nvPr/>
          </p:nvSpPr>
          <p:spPr>
            <a:xfrm>
              <a:off x="1409525" y="1524925"/>
              <a:ext cx="222600" cy="2588100"/>
            </a:xfrm>
            <a:prstGeom prst="rect">
              <a:avLst/>
            </a:prstGeom>
            <a:solidFill>
              <a:srgbClr val="F7F7F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9" name="Google Shape;1189;p88"/>
            <p:cNvSpPr/>
            <p:nvPr/>
          </p:nvSpPr>
          <p:spPr>
            <a:xfrm>
              <a:off x="1508425" y="3912025"/>
              <a:ext cx="655200" cy="201000"/>
            </a:xfrm>
            <a:prstGeom prst="rect">
              <a:avLst/>
            </a:prstGeom>
            <a:solidFill>
              <a:srgbClr val="F7F7F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0" name="Google Shape;1190;p88"/>
            <p:cNvSpPr/>
            <p:nvPr/>
          </p:nvSpPr>
          <p:spPr>
            <a:xfrm>
              <a:off x="1508425" y="1524925"/>
              <a:ext cx="655200" cy="201000"/>
            </a:xfrm>
            <a:prstGeom prst="rect">
              <a:avLst/>
            </a:prstGeom>
            <a:solidFill>
              <a:srgbClr val="F7F7F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91" name="Google Shape;1191;p88"/>
          <p:cNvGrpSpPr/>
          <p:nvPr/>
        </p:nvGrpSpPr>
        <p:grpSpPr>
          <a:xfrm>
            <a:off x="1068925" y="1228369"/>
            <a:ext cx="754100" cy="3057840"/>
            <a:chOff x="1409525" y="1524925"/>
            <a:chExt cx="754100" cy="2588100"/>
          </a:xfrm>
        </p:grpSpPr>
        <p:sp>
          <p:nvSpPr>
            <p:cNvPr id="1192" name="Google Shape;1192;p88"/>
            <p:cNvSpPr/>
            <p:nvPr/>
          </p:nvSpPr>
          <p:spPr>
            <a:xfrm>
              <a:off x="1409525" y="1524925"/>
              <a:ext cx="222600" cy="2588100"/>
            </a:xfrm>
            <a:prstGeom prst="rect">
              <a:avLst/>
            </a:prstGeom>
            <a:solidFill>
              <a:srgbClr val="F7F7F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3" name="Google Shape;1193;p88"/>
            <p:cNvSpPr/>
            <p:nvPr/>
          </p:nvSpPr>
          <p:spPr>
            <a:xfrm>
              <a:off x="1508425" y="3912025"/>
              <a:ext cx="655200" cy="201000"/>
            </a:xfrm>
            <a:prstGeom prst="rect">
              <a:avLst/>
            </a:prstGeom>
            <a:solidFill>
              <a:srgbClr val="F7F7F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4" name="Google Shape;1194;p88"/>
            <p:cNvSpPr/>
            <p:nvPr/>
          </p:nvSpPr>
          <p:spPr>
            <a:xfrm>
              <a:off x="1508425" y="1524925"/>
              <a:ext cx="655200" cy="201000"/>
            </a:xfrm>
            <a:prstGeom prst="rect">
              <a:avLst/>
            </a:prstGeom>
            <a:solidFill>
              <a:srgbClr val="F7F7F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195" name="Google Shape;1195;p88"/>
          <p:cNvSpPr txBox="1"/>
          <p:nvPr/>
        </p:nvSpPr>
        <p:spPr>
          <a:xfrm>
            <a:off x="1706750" y="1530863"/>
            <a:ext cx="515100" cy="603000"/>
          </a:xfrm>
          <a:prstGeom prst="rect">
            <a:avLst/>
          </a:prstGeom>
          <a:noFill/>
          <a:ln>
            <a:noFill/>
          </a:ln>
        </p:spPr>
        <p:txBody>
          <a:bodyPr spcFirstLastPara="1" wrap="square" lIns="0" tIns="0" rIns="0" bIns="0" anchor="t" anchorCtr="0">
            <a:noAutofit/>
          </a:bodyPr>
          <a:lstStyle/>
          <a:p>
            <a:pPr marL="0" lvl="0" indent="0" algn="l" rtl="0">
              <a:lnSpc>
                <a:spcPct val="115000"/>
              </a:lnSpc>
              <a:spcBef>
                <a:spcPts val="0"/>
              </a:spcBef>
              <a:spcAft>
                <a:spcPts val="1200"/>
              </a:spcAft>
              <a:buNone/>
            </a:pPr>
            <a:r>
              <a:rPr lang="en" sz="6000" b="1">
                <a:solidFill>
                  <a:srgbClr val="FC5D0D"/>
                </a:solidFill>
                <a:latin typeface="IBM Plex Sans"/>
                <a:ea typeface="IBM Plex Sans"/>
                <a:cs typeface="IBM Plex Sans"/>
                <a:sym typeface="IBM Plex Sans"/>
              </a:rPr>
              <a:t>“</a:t>
            </a:r>
            <a:endParaRPr sz="6000" b="1">
              <a:solidFill>
                <a:srgbClr val="FC5D0D"/>
              </a:solidFill>
              <a:latin typeface="IBM Plex Sans"/>
              <a:ea typeface="IBM Plex Sans"/>
              <a:cs typeface="IBM Plex Sans"/>
              <a:sym typeface="IBM Plex Sans"/>
            </a:endParaRPr>
          </a:p>
        </p:txBody>
      </p:sp>
      <p:sp>
        <p:nvSpPr>
          <p:cNvPr id="1196" name="Google Shape;1196;p88"/>
          <p:cNvSpPr txBox="1">
            <a:spLocks noGrp="1"/>
          </p:cNvSpPr>
          <p:nvPr>
            <p:ph type="title"/>
          </p:nvPr>
        </p:nvSpPr>
        <p:spPr>
          <a:xfrm>
            <a:off x="457200" y="114300"/>
            <a:ext cx="8229600" cy="903300"/>
          </a:xfrm>
          <a:prstGeom prst="rect">
            <a:avLst/>
          </a:prstGeom>
        </p:spPr>
        <p:txBody>
          <a:bodyPr spcFirstLastPara="1" wrap="square" lIns="0" tIns="0" rIns="0" bIns="0" anchor="t" anchorCtr="0">
            <a:normAutofit/>
          </a:bodyPr>
          <a:lstStyle>
            <a:lvl1pPr lvl="0" rtl="0">
              <a:spcBef>
                <a:spcPts val="0"/>
              </a:spcBef>
              <a:spcAft>
                <a:spcPts val="0"/>
              </a:spcAft>
              <a:buClr>
                <a:schemeClr val="lt1"/>
              </a:buClr>
              <a:buSzPts val="3400"/>
              <a:buNone/>
              <a:defRPr>
                <a:solidFill>
                  <a:schemeClr val="lt1"/>
                </a:solidFill>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1197" name="Google Shape;1197;p88"/>
          <p:cNvSpPr txBox="1">
            <a:spLocks noGrp="1"/>
          </p:cNvSpPr>
          <p:nvPr>
            <p:ph type="body" idx="2"/>
          </p:nvPr>
        </p:nvSpPr>
        <p:spPr>
          <a:xfrm>
            <a:off x="2221850" y="1733450"/>
            <a:ext cx="5226600" cy="1671900"/>
          </a:xfrm>
          <a:prstGeom prst="rect">
            <a:avLst/>
          </a:prstGeom>
        </p:spPr>
        <p:txBody>
          <a:bodyPr spcFirstLastPara="1" wrap="square" lIns="0" tIns="0" rIns="0" bIns="0" anchor="t" anchorCtr="0">
            <a:normAutofit/>
          </a:bodyPr>
          <a:lstStyle>
            <a:lvl1pPr marL="457200" lvl="0" indent="-381000" rtl="0">
              <a:spcBef>
                <a:spcPts val="0"/>
              </a:spcBef>
              <a:spcAft>
                <a:spcPts val="0"/>
              </a:spcAft>
              <a:buClr>
                <a:schemeClr val="lt1"/>
              </a:buClr>
              <a:buSzPts val="2400"/>
              <a:buFont typeface="IBM Plex Sans Light"/>
              <a:buChar char="■"/>
              <a:defRPr sz="2400">
                <a:solidFill>
                  <a:schemeClr val="lt1"/>
                </a:solidFill>
                <a:latin typeface="IBM Plex Sans Light"/>
                <a:ea typeface="IBM Plex Sans Light"/>
                <a:cs typeface="IBM Plex Sans Light"/>
                <a:sym typeface="IBM Plex Sans Light"/>
              </a:defRPr>
            </a:lvl1pPr>
            <a:lvl2pPr marL="914400" lvl="1" indent="-342900" rtl="0">
              <a:spcBef>
                <a:spcPts val="0"/>
              </a:spcBef>
              <a:spcAft>
                <a:spcPts val="0"/>
              </a:spcAft>
              <a:buClr>
                <a:schemeClr val="lt1"/>
              </a:buClr>
              <a:buSzPts val="1800"/>
              <a:buFont typeface="IBM Plex Sans Light"/>
              <a:buChar char="■"/>
              <a:defRPr sz="1800">
                <a:solidFill>
                  <a:schemeClr val="lt1"/>
                </a:solidFill>
                <a:latin typeface="IBM Plex Sans Light"/>
                <a:ea typeface="IBM Plex Sans Light"/>
                <a:cs typeface="IBM Plex Sans Light"/>
                <a:sym typeface="IBM Plex Sans Light"/>
              </a:defRPr>
            </a:lvl2pPr>
            <a:lvl3pPr marL="1371600" lvl="2" indent="-342900" rtl="0">
              <a:spcBef>
                <a:spcPts val="0"/>
              </a:spcBef>
              <a:spcAft>
                <a:spcPts val="0"/>
              </a:spcAft>
              <a:buClr>
                <a:schemeClr val="lt1"/>
              </a:buClr>
              <a:buSzPts val="1800"/>
              <a:buFont typeface="IBM Plex Sans Light"/>
              <a:buChar char="■"/>
              <a:defRPr sz="1800">
                <a:solidFill>
                  <a:schemeClr val="lt1"/>
                </a:solidFill>
                <a:latin typeface="IBM Plex Sans Light"/>
                <a:ea typeface="IBM Plex Sans Light"/>
                <a:cs typeface="IBM Plex Sans Light"/>
                <a:sym typeface="IBM Plex Sans Light"/>
              </a:defRPr>
            </a:lvl3pPr>
            <a:lvl4pPr marL="1828800" lvl="3" indent="-342900" rtl="0">
              <a:spcBef>
                <a:spcPts val="0"/>
              </a:spcBef>
              <a:spcAft>
                <a:spcPts val="0"/>
              </a:spcAft>
              <a:buSzPts val="1800"/>
              <a:buFont typeface="IBM Plex Sans Light"/>
              <a:buChar char="●"/>
              <a:defRPr sz="1800">
                <a:solidFill>
                  <a:schemeClr val="lt1"/>
                </a:solidFill>
                <a:latin typeface="IBM Plex Sans Light"/>
                <a:ea typeface="IBM Plex Sans Light"/>
                <a:cs typeface="IBM Plex Sans Light"/>
                <a:sym typeface="IBM Plex Sans Light"/>
              </a:defRPr>
            </a:lvl4pPr>
            <a:lvl5pPr marL="2286000" lvl="4" indent="-342900" rtl="0">
              <a:spcBef>
                <a:spcPts val="0"/>
              </a:spcBef>
              <a:spcAft>
                <a:spcPts val="0"/>
              </a:spcAft>
              <a:buClr>
                <a:schemeClr val="lt1"/>
              </a:buClr>
              <a:buSzPts val="1800"/>
              <a:buFont typeface="IBM Plex Sans Light"/>
              <a:buChar char="○"/>
              <a:defRPr sz="1800">
                <a:solidFill>
                  <a:schemeClr val="lt1"/>
                </a:solidFill>
                <a:latin typeface="IBM Plex Sans Light"/>
                <a:ea typeface="IBM Plex Sans Light"/>
                <a:cs typeface="IBM Plex Sans Light"/>
                <a:sym typeface="IBM Plex Sans Light"/>
              </a:defRPr>
            </a:lvl5pPr>
            <a:lvl6pPr marL="2743200" lvl="5" indent="-342900" rtl="0">
              <a:spcBef>
                <a:spcPts val="0"/>
              </a:spcBef>
              <a:spcAft>
                <a:spcPts val="0"/>
              </a:spcAft>
              <a:buClr>
                <a:schemeClr val="lt1"/>
              </a:buClr>
              <a:buSzPts val="1800"/>
              <a:buFont typeface="IBM Plex Sans Light"/>
              <a:buChar char="■"/>
              <a:defRPr sz="1800">
                <a:solidFill>
                  <a:schemeClr val="lt1"/>
                </a:solidFill>
                <a:latin typeface="IBM Plex Sans Light"/>
                <a:ea typeface="IBM Plex Sans Light"/>
                <a:cs typeface="IBM Plex Sans Light"/>
                <a:sym typeface="IBM Plex Sans Light"/>
              </a:defRPr>
            </a:lvl6pPr>
            <a:lvl7pPr marL="3200400" lvl="6" indent="-342900" rtl="0">
              <a:spcBef>
                <a:spcPts val="0"/>
              </a:spcBef>
              <a:spcAft>
                <a:spcPts val="0"/>
              </a:spcAft>
              <a:buClr>
                <a:schemeClr val="lt1"/>
              </a:buClr>
              <a:buSzPts val="1800"/>
              <a:buFont typeface="IBM Plex Sans Light"/>
              <a:buChar char="●"/>
              <a:defRPr sz="1800">
                <a:solidFill>
                  <a:schemeClr val="lt1"/>
                </a:solidFill>
                <a:latin typeface="IBM Plex Sans Light"/>
                <a:ea typeface="IBM Plex Sans Light"/>
                <a:cs typeface="IBM Plex Sans Light"/>
                <a:sym typeface="IBM Plex Sans Light"/>
              </a:defRPr>
            </a:lvl7pPr>
            <a:lvl8pPr marL="3657600" lvl="7" indent="-342900" rtl="0">
              <a:spcBef>
                <a:spcPts val="0"/>
              </a:spcBef>
              <a:spcAft>
                <a:spcPts val="0"/>
              </a:spcAft>
              <a:buClr>
                <a:schemeClr val="lt1"/>
              </a:buClr>
              <a:buSzPts val="1800"/>
              <a:buFont typeface="IBM Plex Sans Light"/>
              <a:buChar char="○"/>
              <a:defRPr sz="1800">
                <a:solidFill>
                  <a:schemeClr val="lt1"/>
                </a:solidFill>
                <a:latin typeface="IBM Plex Sans Light"/>
                <a:ea typeface="IBM Plex Sans Light"/>
                <a:cs typeface="IBM Plex Sans Light"/>
                <a:sym typeface="IBM Plex Sans Light"/>
              </a:defRPr>
            </a:lvl8pPr>
            <a:lvl9pPr marL="4114800" lvl="8" indent="-342900" rtl="0">
              <a:spcBef>
                <a:spcPts val="0"/>
              </a:spcBef>
              <a:spcAft>
                <a:spcPts val="0"/>
              </a:spcAft>
              <a:buClr>
                <a:schemeClr val="lt1"/>
              </a:buClr>
              <a:buSzPts val="1800"/>
              <a:buFont typeface="IBM Plex Sans Light"/>
              <a:buChar char="■"/>
              <a:defRPr sz="1800">
                <a:solidFill>
                  <a:schemeClr val="lt1"/>
                </a:solidFill>
                <a:latin typeface="IBM Plex Sans Light"/>
                <a:ea typeface="IBM Plex Sans Light"/>
                <a:cs typeface="IBM Plex Sans Light"/>
                <a:sym typeface="IBM Plex Sans Light"/>
              </a:defRPr>
            </a:lvl9pPr>
          </a:lstStyle>
          <a:p>
            <a:endParaRPr/>
          </a:p>
        </p:txBody>
      </p:sp>
      <p:sp>
        <p:nvSpPr>
          <p:cNvPr id="1198" name="Google Shape;1198;p88"/>
          <p:cNvSpPr txBox="1">
            <a:spLocks noGrp="1"/>
          </p:cNvSpPr>
          <p:nvPr>
            <p:ph type="subTitle" idx="3"/>
          </p:nvPr>
        </p:nvSpPr>
        <p:spPr>
          <a:xfrm>
            <a:off x="4181583" y="3405350"/>
            <a:ext cx="3266700" cy="188700"/>
          </a:xfrm>
          <a:prstGeom prst="rect">
            <a:avLst/>
          </a:prstGeom>
        </p:spPr>
        <p:txBody>
          <a:bodyPr spcFirstLastPara="1" wrap="square" lIns="0" tIns="0" rIns="0" bIns="0" anchor="t" anchorCtr="0">
            <a:normAutofit/>
          </a:bodyPr>
          <a:lstStyle>
            <a:lvl1pPr lvl="0" algn="r" rtl="0">
              <a:lnSpc>
                <a:spcPct val="100000"/>
              </a:lnSpc>
              <a:spcBef>
                <a:spcPts val="0"/>
              </a:spcBef>
              <a:spcAft>
                <a:spcPts val="0"/>
              </a:spcAft>
              <a:buClr>
                <a:schemeClr val="lt2"/>
              </a:buClr>
              <a:buSzPts val="1400"/>
              <a:buNone/>
              <a:defRPr sz="1400" b="1">
                <a:solidFill>
                  <a:schemeClr val="lt2"/>
                </a:solidFill>
              </a:defRPr>
            </a:lvl1pPr>
            <a:lvl2pPr lvl="1" algn="r" rtl="0">
              <a:lnSpc>
                <a:spcPct val="100000"/>
              </a:lnSpc>
              <a:spcBef>
                <a:spcPts val="0"/>
              </a:spcBef>
              <a:spcAft>
                <a:spcPts val="0"/>
              </a:spcAft>
              <a:buSzPts val="1400"/>
              <a:buNone/>
              <a:defRPr/>
            </a:lvl2pPr>
            <a:lvl3pPr lvl="2" algn="r" rtl="0">
              <a:lnSpc>
                <a:spcPct val="100000"/>
              </a:lnSpc>
              <a:spcBef>
                <a:spcPts val="0"/>
              </a:spcBef>
              <a:spcAft>
                <a:spcPts val="0"/>
              </a:spcAft>
              <a:buSzPts val="1400"/>
              <a:buNone/>
              <a:defRPr/>
            </a:lvl3pPr>
            <a:lvl4pPr lvl="3" algn="r" rtl="0">
              <a:lnSpc>
                <a:spcPct val="100000"/>
              </a:lnSpc>
              <a:spcBef>
                <a:spcPts val="0"/>
              </a:spcBef>
              <a:spcAft>
                <a:spcPts val="0"/>
              </a:spcAft>
              <a:buSzPts val="1400"/>
              <a:buNone/>
              <a:defRPr/>
            </a:lvl4pPr>
            <a:lvl5pPr lvl="4" algn="r" rtl="0">
              <a:lnSpc>
                <a:spcPct val="100000"/>
              </a:lnSpc>
              <a:spcBef>
                <a:spcPts val="0"/>
              </a:spcBef>
              <a:spcAft>
                <a:spcPts val="0"/>
              </a:spcAft>
              <a:buSzPts val="1400"/>
              <a:buNone/>
              <a:defRPr/>
            </a:lvl5pPr>
            <a:lvl6pPr lvl="5" algn="r" rtl="0">
              <a:lnSpc>
                <a:spcPct val="100000"/>
              </a:lnSpc>
              <a:spcBef>
                <a:spcPts val="0"/>
              </a:spcBef>
              <a:spcAft>
                <a:spcPts val="0"/>
              </a:spcAft>
              <a:buSzPts val="1400"/>
              <a:buNone/>
              <a:defRPr/>
            </a:lvl6pPr>
            <a:lvl7pPr lvl="6" algn="r" rtl="0">
              <a:lnSpc>
                <a:spcPct val="100000"/>
              </a:lnSpc>
              <a:spcBef>
                <a:spcPts val="0"/>
              </a:spcBef>
              <a:spcAft>
                <a:spcPts val="0"/>
              </a:spcAft>
              <a:buSzPts val="1400"/>
              <a:buNone/>
              <a:defRPr/>
            </a:lvl7pPr>
            <a:lvl8pPr lvl="7" algn="r" rtl="0">
              <a:lnSpc>
                <a:spcPct val="100000"/>
              </a:lnSpc>
              <a:spcBef>
                <a:spcPts val="0"/>
              </a:spcBef>
              <a:spcAft>
                <a:spcPts val="0"/>
              </a:spcAft>
              <a:buSzPts val="1400"/>
              <a:buNone/>
              <a:defRPr/>
            </a:lvl8pPr>
            <a:lvl9pPr lvl="8" algn="r" rtl="0">
              <a:lnSpc>
                <a:spcPct val="100000"/>
              </a:lnSpc>
              <a:spcBef>
                <a:spcPts val="0"/>
              </a:spcBef>
              <a:spcAft>
                <a:spcPts val="0"/>
              </a:spcAft>
              <a:buSzPts val="1400"/>
              <a:buNone/>
              <a:defRPr/>
            </a:lvl9pPr>
          </a:lstStyle>
          <a:p>
            <a:endParaRPr/>
          </a:p>
        </p:txBody>
      </p:sp>
      <p:sp>
        <p:nvSpPr>
          <p:cNvPr id="1199" name="Google Shape;1199;p88"/>
          <p:cNvSpPr txBox="1">
            <a:spLocks noGrp="1"/>
          </p:cNvSpPr>
          <p:nvPr>
            <p:ph type="subTitle" idx="4"/>
          </p:nvPr>
        </p:nvSpPr>
        <p:spPr>
          <a:xfrm>
            <a:off x="4181583" y="3665134"/>
            <a:ext cx="3266700" cy="188700"/>
          </a:xfrm>
          <a:prstGeom prst="rect">
            <a:avLst/>
          </a:prstGeom>
        </p:spPr>
        <p:txBody>
          <a:bodyPr spcFirstLastPara="1" wrap="square" lIns="0" tIns="0" rIns="0" bIns="0" anchor="t" anchorCtr="0">
            <a:normAutofit/>
          </a:bodyPr>
          <a:lstStyle>
            <a:lvl1pPr lvl="0" algn="r" rtl="0">
              <a:lnSpc>
                <a:spcPct val="100000"/>
              </a:lnSpc>
              <a:spcBef>
                <a:spcPts val="0"/>
              </a:spcBef>
              <a:spcAft>
                <a:spcPts val="0"/>
              </a:spcAft>
              <a:buClr>
                <a:schemeClr val="lt2"/>
              </a:buClr>
              <a:buSzPts val="1200"/>
              <a:buNone/>
              <a:defRPr sz="1200">
                <a:solidFill>
                  <a:schemeClr val="lt2"/>
                </a:solidFill>
              </a:defRPr>
            </a:lvl1pPr>
            <a:lvl2pPr lvl="1" algn="r" rtl="0">
              <a:lnSpc>
                <a:spcPct val="100000"/>
              </a:lnSpc>
              <a:spcBef>
                <a:spcPts val="0"/>
              </a:spcBef>
              <a:spcAft>
                <a:spcPts val="0"/>
              </a:spcAft>
              <a:buSzPts val="1400"/>
              <a:buNone/>
              <a:defRPr/>
            </a:lvl2pPr>
            <a:lvl3pPr lvl="2" algn="r" rtl="0">
              <a:lnSpc>
                <a:spcPct val="100000"/>
              </a:lnSpc>
              <a:spcBef>
                <a:spcPts val="0"/>
              </a:spcBef>
              <a:spcAft>
                <a:spcPts val="0"/>
              </a:spcAft>
              <a:buSzPts val="1400"/>
              <a:buNone/>
              <a:defRPr/>
            </a:lvl3pPr>
            <a:lvl4pPr lvl="3" algn="r" rtl="0">
              <a:lnSpc>
                <a:spcPct val="100000"/>
              </a:lnSpc>
              <a:spcBef>
                <a:spcPts val="0"/>
              </a:spcBef>
              <a:spcAft>
                <a:spcPts val="0"/>
              </a:spcAft>
              <a:buSzPts val="1400"/>
              <a:buNone/>
              <a:defRPr/>
            </a:lvl4pPr>
            <a:lvl5pPr lvl="4" algn="r" rtl="0">
              <a:lnSpc>
                <a:spcPct val="100000"/>
              </a:lnSpc>
              <a:spcBef>
                <a:spcPts val="0"/>
              </a:spcBef>
              <a:spcAft>
                <a:spcPts val="0"/>
              </a:spcAft>
              <a:buSzPts val="1400"/>
              <a:buNone/>
              <a:defRPr/>
            </a:lvl5pPr>
            <a:lvl6pPr lvl="5" algn="r" rtl="0">
              <a:lnSpc>
                <a:spcPct val="100000"/>
              </a:lnSpc>
              <a:spcBef>
                <a:spcPts val="0"/>
              </a:spcBef>
              <a:spcAft>
                <a:spcPts val="0"/>
              </a:spcAft>
              <a:buSzPts val="1400"/>
              <a:buNone/>
              <a:defRPr/>
            </a:lvl6pPr>
            <a:lvl7pPr lvl="6" algn="r" rtl="0">
              <a:lnSpc>
                <a:spcPct val="100000"/>
              </a:lnSpc>
              <a:spcBef>
                <a:spcPts val="0"/>
              </a:spcBef>
              <a:spcAft>
                <a:spcPts val="0"/>
              </a:spcAft>
              <a:buSzPts val="1400"/>
              <a:buNone/>
              <a:defRPr/>
            </a:lvl7pPr>
            <a:lvl8pPr lvl="7" algn="r" rtl="0">
              <a:lnSpc>
                <a:spcPct val="100000"/>
              </a:lnSpc>
              <a:spcBef>
                <a:spcPts val="0"/>
              </a:spcBef>
              <a:spcAft>
                <a:spcPts val="0"/>
              </a:spcAft>
              <a:buSzPts val="1400"/>
              <a:buNone/>
              <a:defRPr/>
            </a:lvl8pPr>
            <a:lvl9pPr lvl="8" algn="r" rtl="0">
              <a:lnSpc>
                <a:spcPct val="100000"/>
              </a:lnSpc>
              <a:spcBef>
                <a:spcPts val="0"/>
              </a:spcBef>
              <a:spcAft>
                <a:spcPts val="0"/>
              </a:spcAft>
              <a:buSzPts val="1400"/>
              <a:buNone/>
              <a:defRPr/>
            </a:lvl9pPr>
          </a:lstStyle>
          <a:p>
            <a:endParaRPr/>
          </a:p>
        </p:txBody>
      </p:sp>
    </p:spTree>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matchingName="Quote - 4">
  <p:cSld name="TITLE_ONLY_11">
    <p:spTree>
      <p:nvGrpSpPr>
        <p:cNvPr id="1" name="Shape 1200"/>
        <p:cNvGrpSpPr/>
        <p:nvPr/>
      </p:nvGrpSpPr>
      <p:grpSpPr>
        <a:xfrm>
          <a:off x="0" y="0"/>
          <a:ext cx="0" cy="0"/>
          <a:chOff x="0" y="0"/>
          <a:chExt cx="0" cy="0"/>
        </a:xfrm>
      </p:grpSpPr>
      <p:sp>
        <p:nvSpPr>
          <p:cNvPr id="1201" name="Google Shape;1201;p89"/>
          <p:cNvSpPr txBox="1">
            <a:spLocks noGrp="1"/>
          </p:cNvSpPr>
          <p:nvPr>
            <p:ph type="title"/>
          </p:nvPr>
        </p:nvSpPr>
        <p:spPr>
          <a:xfrm>
            <a:off x="457200" y="114300"/>
            <a:ext cx="8229600" cy="903300"/>
          </a:xfrm>
          <a:prstGeom prst="rect">
            <a:avLst/>
          </a:prstGeom>
        </p:spPr>
        <p:txBody>
          <a:bodyPr spcFirstLastPara="1" wrap="square" lIns="0" tIns="0" rIns="0" bIns="0" anchor="t" anchorCtr="0">
            <a:normAutofit/>
          </a:bodyPr>
          <a:lstStyle>
            <a:lvl1pPr lvl="0" rtl="0">
              <a:spcBef>
                <a:spcPts val="0"/>
              </a:spcBef>
              <a:spcAft>
                <a:spcPts val="0"/>
              </a:spcAft>
              <a:buSzPts val="34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1202" name="Google Shape;1202;p89"/>
          <p:cNvSpPr txBox="1">
            <a:spLocks noGrp="1"/>
          </p:cNvSpPr>
          <p:nvPr>
            <p:ph type="sldNum" idx="12"/>
          </p:nvPr>
        </p:nvSpPr>
        <p:spPr>
          <a:xfrm>
            <a:off x="8366700" y="4805546"/>
            <a:ext cx="548700" cy="215400"/>
          </a:xfrm>
          <a:prstGeom prst="rect">
            <a:avLst/>
          </a:prstGeom>
        </p:spPr>
        <p:txBody>
          <a:bodyPr spcFirstLastPara="1" wrap="square" lIns="0" tIns="0" rIns="0" bIns="0" anchor="b"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pic>
        <p:nvPicPr>
          <p:cNvPr id="1203" name="Google Shape;1203;p89"/>
          <p:cNvPicPr preferRelativeResize="0"/>
          <p:nvPr/>
        </p:nvPicPr>
        <p:blipFill>
          <a:blip r:embed="rId2">
            <a:alphaModFix/>
          </a:blip>
          <a:stretch>
            <a:fillRect/>
          </a:stretch>
        </p:blipFill>
        <p:spPr>
          <a:xfrm>
            <a:off x="8544852" y="62010"/>
            <a:ext cx="599140" cy="599141"/>
          </a:xfrm>
          <a:prstGeom prst="rect">
            <a:avLst/>
          </a:prstGeom>
          <a:noFill/>
          <a:ln>
            <a:noFill/>
          </a:ln>
        </p:spPr>
      </p:pic>
      <p:sp>
        <p:nvSpPr>
          <p:cNvPr id="1204" name="Google Shape;1204;p89"/>
          <p:cNvSpPr txBox="1">
            <a:spLocks noGrp="1"/>
          </p:cNvSpPr>
          <p:nvPr>
            <p:ph type="subTitle" idx="1"/>
          </p:nvPr>
        </p:nvSpPr>
        <p:spPr>
          <a:xfrm>
            <a:off x="467075" y="4814525"/>
            <a:ext cx="2326500" cy="206400"/>
          </a:xfrm>
          <a:prstGeom prst="rect">
            <a:avLst/>
          </a:prstGeom>
        </p:spPr>
        <p:txBody>
          <a:bodyPr spcFirstLastPara="1" wrap="square" lIns="0" tIns="0" rIns="0" bIns="0" anchor="b" anchorCtr="0">
            <a:normAutofit/>
          </a:bodyPr>
          <a:lstStyle>
            <a:lvl1pPr lvl="0" rtl="0">
              <a:spcBef>
                <a:spcPts val="0"/>
              </a:spcBef>
              <a:spcAft>
                <a:spcPts val="0"/>
              </a:spcAft>
              <a:buClr>
                <a:schemeClr val="dk2"/>
              </a:buClr>
              <a:buSzPts val="700"/>
              <a:buNone/>
              <a:defRPr sz="700">
                <a:solidFill>
                  <a:schemeClr val="dk2"/>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205" name="Google Shape;1205;p89"/>
          <p:cNvSpPr txBox="1"/>
          <p:nvPr/>
        </p:nvSpPr>
        <p:spPr>
          <a:xfrm>
            <a:off x="2945100" y="1534806"/>
            <a:ext cx="515100" cy="603000"/>
          </a:xfrm>
          <a:prstGeom prst="rect">
            <a:avLst/>
          </a:prstGeom>
          <a:noFill/>
          <a:ln>
            <a:noFill/>
          </a:ln>
        </p:spPr>
        <p:txBody>
          <a:bodyPr spcFirstLastPara="1" wrap="square" lIns="0" tIns="0" rIns="0" bIns="0" anchor="t" anchorCtr="0">
            <a:noAutofit/>
          </a:bodyPr>
          <a:lstStyle/>
          <a:p>
            <a:pPr marL="0" lvl="0" indent="0" algn="l" rtl="0">
              <a:lnSpc>
                <a:spcPct val="115000"/>
              </a:lnSpc>
              <a:spcBef>
                <a:spcPts val="0"/>
              </a:spcBef>
              <a:spcAft>
                <a:spcPts val="1200"/>
              </a:spcAft>
              <a:buNone/>
            </a:pPr>
            <a:r>
              <a:rPr lang="en" sz="6000" b="1">
                <a:solidFill>
                  <a:srgbClr val="FC5D0D"/>
                </a:solidFill>
                <a:latin typeface="IBM Plex Sans"/>
                <a:ea typeface="IBM Plex Sans"/>
                <a:cs typeface="IBM Plex Sans"/>
                <a:sym typeface="IBM Plex Sans"/>
              </a:rPr>
              <a:t>“</a:t>
            </a:r>
            <a:endParaRPr sz="6000" b="1">
              <a:solidFill>
                <a:srgbClr val="FC5D0D"/>
              </a:solidFill>
              <a:latin typeface="IBM Plex Sans"/>
              <a:ea typeface="IBM Plex Sans"/>
              <a:cs typeface="IBM Plex Sans"/>
              <a:sym typeface="IBM Plex Sans"/>
            </a:endParaRPr>
          </a:p>
        </p:txBody>
      </p:sp>
      <p:sp>
        <p:nvSpPr>
          <p:cNvPr id="1206" name="Google Shape;1206;p89"/>
          <p:cNvSpPr txBox="1">
            <a:spLocks noGrp="1"/>
          </p:cNvSpPr>
          <p:nvPr>
            <p:ph type="body" idx="2"/>
          </p:nvPr>
        </p:nvSpPr>
        <p:spPr>
          <a:xfrm>
            <a:off x="3460200" y="1737406"/>
            <a:ext cx="5226600" cy="3068100"/>
          </a:xfrm>
          <a:prstGeom prst="rect">
            <a:avLst/>
          </a:prstGeom>
        </p:spPr>
        <p:txBody>
          <a:bodyPr spcFirstLastPara="1" wrap="square" lIns="0" tIns="0" rIns="0" bIns="0" anchor="t" anchorCtr="0">
            <a:normAutofit/>
          </a:bodyPr>
          <a:lstStyle>
            <a:lvl1pPr marL="457200" lvl="0" indent="-381000" rtl="0">
              <a:spcBef>
                <a:spcPts val="0"/>
              </a:spcBef>
              <a:spcAft>
                <a:spcPts val="0"/>
              </a:spcAft>
              <a:buSzPts val="2400"/>
              <a:buFont typeface="IBM Plex Sans Light"/>
              <a:buChar char="■"/>
              <a:defRPr sz="2400">
                <a:solidFill>
                  <a:schemeClr val="dk2"/>
                </a:solidFill>
                <a:latin typeface="IBM Plex Sans Light"/>
                <a:ea typeface="IBM Plex Sans Light"/>
                <a:cs typeface="IBM Plex Sans Light"/>
                <a:sym typeface="IBM Plex Sans Light"/>
              </a:defRPr>
            </a:lvl1pPr>
            <a:lvl2pPr marL="914400" lvl="1" indent="-342900" rtl="0">
              <a:spcBef>
                <a:spcPts val="0"/>
              </a:spcBef>
              <a:spcAft>
                <a:spcPts val="0"/>
              </a:spcAft>
              <a:buClr>
                <a:schemeClr val="dk2"/>
              </a:buClr>
              <a:buSzPts val="1800"/>
              <a:buFont typeface="IBM Plex Sans Light"/>
              <a:buChar char="■"/>
              <a:defRPr sz="1800">
                <a:solidFill>
                  <a:schemeClr val="dk2"/>
                </a:solidFill>
                <a:latin typeface="IBM Plex Sans Light"/>
                <a:ea typeface="IBM Plex Sans Light"/>
                <a:cs typeface="IBM Plex Sans Light"/>
                <a:sym typeface="IBM Plex Sans Light"/>
              </a:defRPr>
            </a:lvl2pPr>
            <a:lvl3pPr marL="1371600" lvl="2" indent="-342900" rtl="0">
              <a:spcBef>
                <a:spcPts val="0"/>
              </a:spcBef>
              <a:spcAft>
                <a:spcPts val="0"/>
              </a:spcAft>
              <a:buClr>
                <a:schemeClr val="dk2"/>
              </a:buClr>
              <a:buSzPts val="1800"/>
              <a:buFont typeface="IBM Plex Sans Light"/>
              <a:buChar char="■"/>
              <a:defRPr sz="1800">
                <a:solidFill>
                  <a:schemeClr val="dk2"/>
                </a:solidFill>
                <a:latin typeface="IBM Plex Sans Light"/>
                <a:ea typeface="IBM Plex Sans Light"/>
                <a:cs typeface="IBM Plex Sans Light"/>
                <a:sym typeface="IBM Plex Sans Light"/>
              </a:defRPr>
            </a:lvl3pPr>
            <a:lvl4pPr marL="1828800" lvl="3" indent="-342900" rtl="0">
              <a:spcBef>
                <a:spcPts val="0"/>
              </a:spcBef>
              <a:spcAft>
                <a:spcPts val="0"/>
              </a:spcAft>
              <a:buClr>
                <a:schemeClr val="dk2"/>
              </a:buClr>
              <a:buSzPts val="1800"/>
              <a:buFont typeface="IBM Plex Sans Light"/>
              <a:buChar char="●"/>
              <a:defRPr sz="1800">
                <a:solidFill>
                  <a:schemeClr val="dk2"/>
                </a:solidFill>
                <a:latin typeface="IBM Plex Sans Light"/>
                <a:ea typeface="IBM Plex Sans Light"/>
                <a:cs typeface="IBM Plex Sans Light"/>
                <a:sym typeface="IBM Plex Sans Light"/>
              </a:defRPr>
            </a:lvl4pPr>
            <a:lvl5pPr marL="2286000" lvl="4" indent="-342900" rtl="0">
              <a:spcBef>
                <a:spcPts val="0"/>
              </a:spcBef>
              <a:spcAft>
                <a:spcPts val="0"/>
              </a:spcAft>
              <a:buClr>
                <a:schemeClr val="dk2"/>
              </a:buClr>
              <a:buSzPts val="1800"/>
              <a:buFont typeface="IBM Plex Sans Light"/>
              <a:buChar char="○"/>
              <a:defRPr sz="1800">
                <a:solidFill>
                  <a:schemeClr val="dk2"/>
                </a:solidFill>
                <a:latin typeface="IBM Plex Sans Light"/>
                <a:ea typeface="IBM Plex Sans Light"/>
                <a:cs typeface="IBM Plex Sans Light"/>
                <a:sym typeface="IBM Plex Sans Light"/>
              </a:defRPr>
            </a:lvl5pPr>
            <a:lvl6pPr marL="2743200" lvl="5" indent="-342900" rtl="0">
              <a:spcBef>
                <a:spcPts val="0"/>
              </a:spcBef>
              <a:spcAft>
                <a:spcPts val="0"/>
              </a:spcAft>
              <a:buClr>
                <a:schemeClr val="dk2"/>
              </a:buClr>
              <a:buSzPts val="1800"/>
              <a:buFont typeface="IBM Plex Sans Light"/>
              <a:buChar char="■"/>
              <a:defRPr sz="1800">
                <a:solidFill>
                  <a:schemeClr val="dk2"/>
                </a:solidFill>
                <a:latin typeface="IBM Plex Sans Light"/>
                <a:ea typeface="IBM Plex Sans Light"/>
                <a:cs typeface="IBM Plex Sans Light"/>
                <a:sym typeface="IBM Plex Sans Light"/>
              </a:defRPr>
            </a:lvl6pPr>
            <a:lvl7pPr marL="3200400" lvl="6" indent="-342900" rtl="0">
              <a:spcBef>
                <a:spcPts val="0"/>
              </a:spcBef>
              <a:spcAft>
                <a:spcPts val="0"/>
              </a:spcAft>
              <a:buClr>
                <a:schemeClr val="dk2"/>
              </a:buClr>
              <a:buSzPts val="1800"/>
              <a:buFont typeface="IBM Plex Sans Light"/>
              <a:buChar char="●"/>
              <a:defRPr sz="1800">
                <a:solidFill>
                  <a:schemeClr val="dk2"/>
                </a:solidFill>
                <a:latin typeface="IBM Plex Sans Light"/>
                <a:ea typeface="IBM Plex Sans Light"/>
                <a:cs typeface="IBM Plex Sans Light"/>
                <a:sym typeface="IBM Plex Sans Light"/>
              </a:defRPr>
            </a:lvl7pPr>
            <a:lvl8pPr marL="3657600" lvl="7" indent="-342900" rtl="0">
              <a:spcBef>
                <a:spcPts val="0"/>
              </a:spcBef>
              <a:spcAft>
                <a:spcPts val="0"/>
              </a:spcAft>
              <a:buClr>
                <a:schemeClr val="dk2"/>
              </a:buClr>
              <a:buSzPts val="1800"/>
              <a:buFont typeface="IBM Plex Sans Light"/>
              <a:buChar char="○"/>
              <a:defRPr sz="1800">
                <a:solidFill>
                  <a:schemeClr val="dk2"/>
                </a:solidFill>
                <a:latin typeface="IBM Plex Sans Light"/>
                <a:ea typeface="IBM Plex Sans Light"/>
                <a:cs typeface="IBM Plex Sans Light"/>
                <a:sym typeface="IBM Plex Sans Light"/>
              </a:defRPr>
            </a:lvl8pPr>
            <a:lvl9pPr marL="4114800" lvl="8" indent="-342900" rtl="0">
              <a:spcBef>
                <a:spcPts val="0"/>
              </a:spcBef>
              <a:spcAft>
                <a:spcPts val="0"/>
              </a:spcAft>
              <a:buClr>
                <a:schemeClr val="dk2"/>
              </a:buClr>
              <a:buSzPts val="1800"/>
              <a:buFont typeface="IBM Plex Sans Light"/>
              <a:buChar char="■"/>
              <a:defRPr sz="1800">
                <a:solidFill>
                  <a:schemeClr val="dk2"/>
                </a:solidFill>
                <a:latin typeface="IBM Plex Sans Light"/>
                <a:ea typeface="IBM Plex Sans Light"/>
                <a:cs typeface="IBM Plex Sans Light"/>
                <a:sym typeface="IBM Plex Sans Light"/>
              </a:defRPr>
            </a:lvl9pPr>
          </a:lstStyle>
          <a:p>
            <a:endParaRPr/>
          </a:p>
        </p:txBody>
      </p:sp>
      <p:sp>
        <p:nvSpPr>
          <p:cNvPr id="1207" name="Google Shape;1207;p89"/>
          <p:cNvSpPr txBox="1">
            <a:spLocks noGrp="1"/>
          </p:cNvSpPr>
          <p:nvPr>
            <p:ph type="subTitle" idx="3"/>
          </p:nvPr>
        </p:nvSpPr>
        <p:spPr>
          <a:xfrm>
            <a:off x="619177" y="3707675"/>
            <a:ext cx="2243400" cy="188700"/>
          </a:xfrm>
          <a:prstGeom prst="rect">
            <a:avLst/>
          </a:prstGeom>
        </p:spPr>
        <p:txBody>
          <a:bodyPr spcFirstLastPara="1" wrap="square" lIns="0" tIns="0" rIns="0" bIns="0" anchor="t" anchorCtr="0">
            <a:normAutofit/>
          </a:bodyPr>
          <a:lstStyle>
            <a:lvl1pPr lvl="0" algn="ctr" rtl="0">
              <a:lnSpc>
                <a:spcPct val="100000"/>
              </a:lnSpc>
              <a:spcBef>
                <a:spcPts val="0"/>
              </a:spcBef>
              <a:spcAft>
                <a:spcPts val="0"/>
              </a:spcAft>
              <a:buClr>
                <a:schemeClr val="dk1"/>
              </a:buClr>
              <a:buSzPts val="1400"/>
              <a:buNone/>
              <a:defRPr sz="1400" b="1"/>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208" name="Google Shape;1208;p89"/>
          <p:cNvSpPr txBox="1">
            <a:spLocks noGrp="1"/>
          </p:cNvSpPr>
          <p:nvPr>
            <p:ph type="subTitle" idx="4"/>
          </p:nvPr>
        </p:nvSpPr>
        <p:spPr>
          <a:xfrm>
            <a:off x="619177" y="3967454"/>
            <a:ext cx="2243400" cy="188700"/>
          </a:xfrm>
          <a:prstGeom prst="rect">
            <a:avLst/>
          </a:prstGeom>
        </p:spPr>
        <p:txBody>
          <a:bodyPr spcFirstLastPara="1" wrap="square" lIns="0" tIns="0" rIns="0" bIns="0" anchor="t" anchorCtr="0">
            <a:normAutofit/>
          </a:bodyPr>
          <a:lstStyle>
            <a:lvl1pPr lvl="0" algn="ctr" rtl="0">
              <a:lnSpc>
                <a:spcPct val="100000"/>
              </a:lnSpc>
              <a:spcBef>
                <a:spcPts val="0"/>
              </a:spcBef>
              <a:spcAft>
                <a:spcPts val="0"/>
              </a:spcAft>
              <a:buClr>
                <a:schemeClr val="dk2"/>
              </a:buClr>
              <a:buSzPts val="1200"/>
              <a:buNone/>
              <a:defRPr sz="1200">
                <a:solidFill>
                  <a:schemeClr val="dk2"/>
                </a:solidFill>
              </a:defRPr>
            </a:lvl1pPr>
            <a:lvl2pPr lvl="1" algn="ctr" rtl="0">
              <a:lnSpc>
                <a:spcPct val="100000"/>
              </a:lnSpc>
              <a:spcBef>
                <a:spcPts val="0"/>
              </a:spcBef>
              <a:spcAft>
                <a:spcPts val="0"/>
              </a:spcAft>
              <a:buClr>
                <a:schemeClr val="dk2"/>
              </a:buClr>
              <a:buSzPts val="1400"/>
              <a:buNone/>
              <a:defRPr>
                <a:solidFill>
                  <a:schemeClr val="dk2"/>
                </a:solidFill>
              </a:defRPr>
            </a:lvl2pPr>
            <a:lvl3pPr lvl="2" algn="ctr" rtl="0">
              <a:lnSpc>
                <a:spcPct val="100000"/>
              </a:lnSpc>
              <a:spcBef>
                <a:spcPts val="0"/>
              </a:spcBef>
              <a:spcAft>
                <a:spcPts val="0"/>
              </a:spcAft>
              <a:buClr>
                <a:schemeClr val="dk2"/>
              </a:buClr>
              <a:buSzPts val="1400"/>
              <a:buNone/>
              <a:defRPr>
                <a:solidFill>
                  <a:schemeClr val="dk2"/>
                </a:solidFill>
              </a:defRPr>
            </a:lvl3pPr>
            <a:lvl4pPr lvl="3" algn="ctr" rtl="0">
              <a:lnSpc>
                <a:spcPct val="100000"/>
              </a:lnSpc>
              <a:spcBef>
                <a:spcPts val="0"/>
              </a:spcBef>
              <a:spcAft>
                <a:spcPts val="0"/>
              </a:spcAft>
              <a:buClr>
                <a:schemeClr val="dk2"/>
              </a:buClr>
              <a:buSzPts val="1400"/>
              <a:buNone/>
              <a:defRPr>
                <a:solidFill>
                  <a:schemeClr val="dk2"/>
                </a:solidFill>
              </a:defRPr>
            </a:lvl4pPr>
            <a:lvl5pPr lvl="4" algn="ctr" rtl="0">
              <a:lnSpc>
                <a:spcPct val="100000"/>
              </a:lnSpc>
              <a:spcBef>
                <a:spcPts val="0"/>
              </a:spcBef>
              <a:spcAft>
                <a:spcPts val="0"/>
              </a:spcAft>
              <a:buClr>
                <a:schemeClr val="dk2"/>
              </a:buClr>
              <a:buSzPts val="1400"/>
              <a:buNone/>
              <a:defRPr>
                <a:solidFill>
                  <a:schemeClr val="dk2"/>
                </a:solidFill>
              </a:defRPr>
            </a:lvl5pPr>
            <a:lvl6pPr lvl="5" algn="ctr" rtl="0">
              <a:lnSpc>
                <a:spcPct val="100000"/>
              </a:lnSpc>
              <a:spcBef>
                <a:spcPts val="0"/>
              </a:spcBef>
              <a:spcAft>
                <a:spcPts val="0"/>
              </a:spcAft>
              <a:buClr>
                <a:schemeClr val="dk2"/>
              </a:buClr>
              <a:buSzPts val="1400"/>
              <a:buNone/>
              <a:defRPr>
                <a:solidFill>
                  <a:schemeClr val="dk2"/>
                </a:solidFill>
              </a:defRPr>
            </a:lvl6pPr>
            <a:lvl7pPr lvl="6" algn="ctr" rtl="0">
              <a:lnSpc>
                <a:spcPct val="100000"/>
              </a:lnSpc>
              <a:spcBef>
                <a:spcPts val="0"/>
              </a:spcBef>
              <a:spcAft>
                <a:spcPts val="0"/>
              </a:spcAft>
              <a:buClr>
                <a:schemeClr val="dk2"/>
              </a:buClr>
              <a:buSzPts val="1400"/>
              <a:buNone/>
              <a:defRPr>
                <a:solidFill>
                  <a:schemeClr val="dk2"/>
                </a:solidFill>
              </a:defRPr>
            </a:lvl7pPr>
            <a:lvl8pPr lvl="7" algn="ctr" rtl="0">
              <a:lnSpc>
                <a:spcPct val="100000"/>
              </a:lnSpc>
              <a:spcBef>
                <a:spcPts val="0"/>
              </a:spcBef>
              <a:spcAft>
                <a:spcPts val="0"/>
              </a:spcAft>
              <a:buClr>
                <a:schemeClr val="dk2"/>
              </a:buClr>
              <a:buSzPts val="1400"/>
              <a:buNone/>
              <a:defRPr>
                <a:solidFill>
                  <a:schemeClr val="dk2"/>
                </a:solidFill>
              </a:defRPr>
            </a:lvl8pPr>
            <a:lvl9pPr lvl="8" algn="ctr" rtl="0">
              <a:lnSpc>
                <a:spcPct val="100000"/>
              </a:lnSpc>
              <a:spcBef>
                <a:spcPts val="0"/>
              </a:spcBef>
              <a:spcAft>
                <a:spcPts val="0"/>
              </a:spcAft>
              <a:buClr>
                <a:schemeClr val="dk2"/>
              </a:buClr>
              <a:buSzPts val="1400"/>
              <a:buNone/>
              <a:defRPr>
                <a:solidFill>
                  <a:schemeClr val="dk2"/>
                </a:solidFill>
              </a:defRPr>
            </a:lvl9pPr>
          </a:lstStyle>
          <a:p>
            <a:endParaRPr/>
          </a:p>
        </p:txBody>
      </p:sp>
      <p:sp>
        <p:nvSpPr>
          <p:cNvPr id="1209" name="Google Shape;1209;p89"/>
          <p:cNvSpPr>
            <a:spLocks noGrp="1"/>
          </p:cNvSpPr>
          <p:nvPr>
            <p:ph type="pic" idx="5"/>
          </p:nvPr>
        </p:nvSpPr>
        <p:spPr>
          <a:xfrm>
            <a:off x="840575" y="1737400"/>
            <a:ext cx="1800600" cy="1800600"/>
          </a:xfrm>
          <a:prstGeom prst="ellipse">
            <a:avLst/>
          </a:prstGeom>
          <a:noFill/>
          <a:ln>
            <a:noFill/>
          </a:ln>
        </p:spPr>
      </p:sp>
      <p:cxnSp>
        <p:nvCxnSpPr>
          <p:cNvPr id="1210" name="Google Shape;1210;p89"/>
          <p:cNvCxnSpPr>
            <a:stCxn id="1209" idx="2"/>
          </p:cNvCxnSpPr>
          <p:nvPr/>
        </p:nvCxnSpPr>
        <p:spPr>
          <a:xfrm rot="10800000">
            <a:off x="-270925" y="2637700"/>
            <a:ext cx="1111500" cy="0"/>
          </a:xfrm>
          <a:prstGeom prst="straightConnector1">
            <a:avLst/>
          </a:prstGeom>
          <a:noFill/>
          <a:ln w="19050" cap="flat" cmpd="sng">
            <a:solidFill>
              <a:schemeClr val="accent1"/>
            </a:solidFill>
            <a:prstDash val="dash"/>
            <a:round/>
            <a:headEnd type="none" w="med" len="med"/>
            <a:tailEnd type="none" w="med" len="med"/>
          </a:ln>
        </p:spPr>
      </p:cxnSp>
    </p:spTree>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matchingName="Event Announcement">
  <p:cSld name="CUSTOM_1">
    <p:bg>
      <p:bgPr>
        <a:solidFill>
          <a:schemeClr val="dk1"/>
        </a:solidFill>
        <a:effectLst/>
      </p:bgPr>
    </p:bg>
    <p:spTree>
      <p:nvGrpSpPr>
        <p:cNvPr id="1" name="Shape 1211"/>
        <p:cNvGrpSpPr/>
        <p:nvPr/>
      </p:nvGrpSpPr>
      <p:grpSpPr>
        <a:xfrm>
          <a:off x="0" y="0"/>
          <a:ext cx="0" cy="0"/>
          <a:chOff x="0" y="0"/>
          <a:chExt cx="0" cy="0"/>
        </a:xfrm>
      </p:grpSpPr>
      <p:sp>
        <p:nvSpPr>
          <p:cNvPr id="1212" name="Google Shape;1212;p90"/>
          <p:cNvSpPr/>
          <p:nvPr/>
        </p:nvSpPr>
        <p:spPr>
          <a:xfrm>
            <a:off x="457200" y="2282425"/>
            <a:ext cx="3898800" cy="2289000"/>
          </a:xfrm>
          <a:prstGeom prst="roundRect">
            <a:avLst>
              <a:gd name="adj" fmla="val 12204"/>
            </a:avLst>
          </a:prstGeom>
          <a:solidFill>
            <a:srgbClr val="1F2A44"/>
          </a:solidFill>
          <a:ln>
            <a:noFill/>
          </a:ln>
        </p:spPr>
        <p:txBody>
          <a:bodyPr spcFirstLastPara="1" wrap="square" lIns="57150" tIns="57150" rIns="57150" bIns="57150" anchor="ctr" anchorCtr="0">
            <a:noAutofit/>
          </a:bodyPr>
          <a:lstStyle/>
          <a:p>
            <a:pPr marL="0" lvl="0" indent="0" algn="l" rtl="0">
              <a:spcBef>
                <a:spcPts val="0"/>
              </a:spcBef>
              <a:spcAft>
                <a:spcPts val="0"/>
              </a:spcAft>
              <a:buNone/>
            </a:pPr>
            <a:endParaRPr/>
          </a:p>
        </p:txBody>
      </p:sp>
      <p:sp>
        <p:nvSpPr>
          <p:cNvPr id="1213" name="Google Shape;1213;p90"/>
          <p:cNvSpPr/>
          <p:nvPr/>
        </p:nvSpPr>
        <p:spPr>
          <a:xfrm>
            <a:off x="3330375" y="114300"/>
            <a:ext cx="5257500" cy="5413500"/>
          </a:xfrm>
          <a:prstGeom prst="roundRect">
            <a:avLst>
              <a:gd name="adj" fmla="val 4660"/>
            </a:avLst>
          </a:prstGeom>
          <a:solidFill>
            <a:srgbClr val="F7F7F7"/>
          </a:solidFill>
          <a:ln>
            <a:noFill/>
          </a:ln>
        </p:spPr>
        <p:txBody>
          <a:bodyPr spcFirstLastPara="1" wrap="square" lIns="57150" tIns="57150" rIns="57150" bIns="57150" anchor="t" anchorCtr="0">
            <a:noAutofit/>
          </a:bodyPr>
          <a:lstStyle/>
          <a:p>
            <a:pPr marL="0" lvl="0" indent="0" algn="l" rtl="0">
              <a:spcBef>
                <a:spcPts val="0"/>
              </a:spcBef>
              <a:spcAft>
                <a:spcPts val="0"/>
              </a:spcAft>
              <a:buNone/>
            </a:pPr>
            <a:endParaRPr sz="900" b="1"/>
          </a:p>
        </p:txBody>
      </p:sp>
      <p:grpSp>
        <p:nvGrpSpPr>
          <p:cNvPr id="1214" name="Google Shape;1214;p90"/>
          <p:cNvGrpSpPr/>
          <p:nvPr/>
        </p:nvGrpSpPr>
        <p:grpSpPr>
          <a:xfrm>
            <a:off x="8119923" y="3779397"/>
            <a:ext cx="795465" cy="792208"/>
            <a:chOff x="137675" y="266700"/>
            <a:chExt cx="939600" cy="935752"/>
          </a:xfrm>
        </p:grpSpPr>
        <p:sp>
          <p:nvSpPr>
            <p:cNvPr id="1215" name="Google Shape;1215;p90"/>
            <p:cNvSpPr/>
            <p:nvPr/>
          </p:nvSpPr>
          <p:spPr>
            <a:xfrm>
              <a:off x="137675" y="266700"/>
              <a:ext cx="939600" cy="68100"/>
            </a:xfrm>
            <a:prstGeom prst="roundRect">
              <a:avLst>
                <a:gd name="adj" fmla="val 44664"/>
              </a:avLst>
            </a:prstGeom>
            <a:solidFill>
              <a:schemeClr val="accent1"/>
            </a:solidFill>
            <a:ln>
              <a:noFill/>
            </a:ln>
          </p:spPr>
          <p:txBody>
            <a:bodyPr spcFirstLastPara="1" wrap="square" lIns="57150" tIns="57150" rIns="57150" bIns="57150" anchor="ctr" anchorCtr="0">
              <a:noAutofit/>
            </a:bodyPr>
            <a:lstStyle/>
            <a:p>
              <a:pPr marL="0" lvl="0" indent="0" algn="ctr" rtl="0">
                <a:spcBef>
                  <a:spcPts val="0"/>
                </a:spcBef>
                <a:spcAft>
                  <a:spcPts val="0"/>
                </a:spcAft>
                <a:buNone/>
              </a:pPr>
              <a:endParaRPr sz="800" b="1">
                <a:solidFill>
                  <a:srgbClr val="FFFFFF"/>
                </a:solidFill>
                <a:latin typeface="IBM Plex Sans"/>
                <a:ea typeface="IBM Plex Sans"/>
                <a:cs typeface="IBM Plex Sans"/>
                <a:sym typeface="IBM Plex Sans"/>
              </a:endParaRPr>
            </a:p>
          </p:txBody>
        </p:sp>
        <p:sp>
          <p:nvSpPr>
            <p:cNvPr id="1216" name="Google Shape;1216;p90"/>
            <p:cNvSpPr/>
            <p:nvPr/>
          </p:nvSpPr>
          <p:spPr>
            <a:xfrm>
              <a:off x="137675" y="440230"/>
              <a:ext cx="939600" cy="68100"/>
            </a:xfrm>
            <a:prstGeom prst="roundRect">
              <a:avLst>
                <a:gd name="adj" fmla="val 44664"/>
              </a:avLst>
            </a:prstGeom>
            <a:solidFill>
              <a:schemeClr val="accent1"/>
            </a:solidFill>
            <a:ln>
              <a:noFill/>
            </a:ln>
          </p:spPr>
          <p:txBody>
            <a:bodyPr spcFirstLastPara="1" wrap="square" lIns="57150" tIns="57150" rIns="57150" bIns="57150" anchor="ctr" anchorCtr="0">
              <a:noAutofit/>
            </a:bodyPr>
            <a:lstStyle/>
            <a:p>
              <a:pPr marL="0" lvl="0" indent="0" algn="ctr" rtl="0">
                <a:spcBef>
                  <a:spcPts val="0"/>
                </a:spcBef>
                <a:spcAft>
                  <a:spcPts val="0"/>
                </a:spcAft>
                <a:buNone/>
              </a:pPr>
              <a:endParaRPr sz="800" b="1">
                <a:solidFill>
                  <a:srgbClr val="FFFFFF"/>
                </a:solidFill>
                <a:latin typeface="IBM Plex Sans"/>
                <a:ea typeface="IBM Plex Sans"/>
                <a:cs typeface="IBM Plex Sans"/>
                <a:sym typeface="IBM Plex Sans"/>
              </a:endParaRPr>
            </a:p>
          </p:txBody>
        </p:sp>
        <p:sp>
          <p:nvSpPr>
            <p:cNvPr id="1217" name="Google Shape;1217;p90"/>
            <p:cNvSpPr/>
            <p:nvPr/>
          </p:nvSpPr>
          <p:spPr>
            <a:xfrm>
              <a:off x="137675" y="613761"/>
              <a:ext cx="939600" cy="68100"/>
            </a:xfrm>
            <a:prstGeom prst="roundRect">
              <a:avLst>
                <a:gd name="adj" fmla="val 44664"/>
              </a:avLst>
            </a:prstGeom>
            <a:solidFill>
              <a:schemeClr val="accent1"/>
            </a:solidFill>
            <a:ln>
              <a:noFill/>
            </a:ln>
          </p:spPr>
          <p:txBody>
            <a:bodyPr spcFirstLastPara="1" wrap="square" lIns="57150" tIns="57150" rIns="57150" bIns="57150" anchor="ctr" anchorCtr="0">
              <a:noAutofit/>
            </a:bodyPr>
            <a:lstStyle/>
            <a:p>
              <a:pPr marL="0" lvl="0" indent="0" algn="ctr" rtl="0">
                <a:spcBef>
                  <a:spcPts val="0"/>
                </a:spcBef>
                <a:spcAft>
                  <a:spcPts val="0"/>
                </a:spcAft>
                <a:buNone/>
              </a:pPr>
              <a:endParaRPr sz="800" b="1">
                <a:solidFill>
                  <a:srgbClr val="FFFFFF"/>
                </a:solidFill>
                <a:latin typeface="IBM Plex Sans"/>
                <a:ea typeface="IBM Plex Sans"/>
                <a:cs typeface="IBM Plex Sans"/>
                <a:sym typeface="IBM Plex Sans"/>
              </a:endParaRPr>
            </a:p>
          </p:txBody>
        </p:sp>
        <p:sp>
          <p:nvSpPr>
            <p:cNvPr id="1218" name="Google Shape;1218;p90"/>
            <p:cNvSpPr/>
            <p:nvPr/>
          </p:nvSpPr>
          <p:spPr>
            <a:xfrm>
              <a:off x="137675" y="787291"/>
              <a:ext cx="939600" cy="68100"/>
            </a:xfrm>
            <a:prstGeom prst="roundRect">
              <a:avLst>
                <a:gd name="adj" fmla="val 44664"/>
              </a:avLst>
            </a:prstGeom>
            <a:solidFill>
              <a:schemeClr val="accent1"/>
            </a:solidFill>
            <a:ln>
              <a:noFill/>
            </a:ln>
          </p:spPr>
          <p:txBody>
            <a:bodyPr spcFirstLastPara="1" wrap="square" lIns="57150" tIns="57150" rIns="57150" bIns="57150" anchor="ctr" anchorCtr="0">
              <a:noAutofit/>
            </a:bodyPr>
            <a:lstStyle/>
            <a:p>
              <a:pPr marL="0" lvl="0" indent="0" algn="ctr" rtl="0">
                <a:spcBef>
                  <a:spcPts val="0"/>
                </a:spcBef>
                <a:spcAft>
                  <a:spcPts val="0"/>
                </a:spcAft>
                <a:buNone/>
              </a:pPr>
              <a:endParaRPr sz="800" b="1">
                <a:solidFill>
                  <a:srgbClr val="FFFFFF"/>
                </a:solidFill>
                <a:latin typeface="IBM Plex Sans"/>
                <a:ea typeface="IBM Plex Sans"/>
                <a:cs typeface="IBM Plex Sans"/>
                <a:sym typeface="IBM Plex Sans"/>
              </a:endParaRPr>
            </a:p>
          </p:txBody>
        </p:sp>
        <p:sp>
          <p:nvSpPr>
            <p:cNvPr id="1219" name="Google Shape;1219;p90"/>
            <p:cNvSpPr/>
            <p:nvPr/>
          </p:nvSpPr>
          <p:spPr>
            <a:xfrm>
              <a:off x="137675" y="960822"/>
              <a:ext cx="939600" cy="68100"/>
            </a:xfrm>
            <a:prstGeom prst="roundRect">
              <a:avLst>
                <a:gd name="adj" fmla="val 44664"/>
              </a:avLst>
            </a:prstGeom>
            <a:solidFill>
              <a:schemeClr val="accent1"/>
            </a:solidFill>
            <a:ln>
              <a:noFill/>
            </a:ln>
          </p:spPr>
          <p:txBody>
            <a:bodyPr spcFirstLastPara="1" wrap="square" lIns="57150" tIns="57150" rIns="57150" bIns="57150" anchor="ctr" anchorCtr="0">
              <a:noAutofit/>
            </a:bodyPr>
            <a:lstStyle/>
            <a:p>
              <a:pPr marL="0" lvl="0" indent="0" algn="ctr" rtl="0">
                <a:spcBef>
                  <a:spcPts val="0"/>
                </a:spcBef>
                <a:spcAft>
                  <a:spcPts val="0"/>
                </a:spcAft>
                <a:buNone/>
              </a:pPr>
              <a:endParaRPr sz="800" b="1">
                <a:solidFill>
                  <a:srgbClr val="FFFFFF"/>
                </a:solidFill>
                <a:latin typeface="IBM Plex Sans"/>
                <a:ea typeface="IBM Plex Sans"/>
                <a:cs typeface="IBM Plex Sans"/>
                <a:sym typeface="IBM Plex Sans"/>
              </a:endParaRPr>
            </a:p>
          </p:txBody>
        </p:sp>
        <p:sp>
          <p:nvSpPr>
            <p:cNvPr id="1220" name="Google Shape;1220;p90"/>
            <p:cNvSpPr/>
            <p:nvPr/>
          </p:nvSpPr>
          <p:spPr>
            <a:xfrm>
              <a:off x="137675" y="1134352"/>
              <a:ext cx="939600" cy="68100"/>
            </a:xfrm>
            <a:prstGeom prst="roundRect">
              <a:avLst>
                <a:gd name="adj" fmla="val 44664"/>
              </a:avLst>
            </a:prstGeom>
            <a:solidFill>
              <a:schemeClr val="accent1"/>
            </a:solidFill>
            <a:ln>
              <a:noFill/>
            </a:ln>
          </p:spPr>
          <p:txBody>
            <a:bodyPr spcFirstLastPara="1" wrap="square" lIns="57150" tIns="57150" rIns="57150" bIns="57150" anchor="ctr" anchorCtr="0">
              <a:noAutofit/>
            </a:bodyPr>
            <a:lstStyle/>
            <a:p>
              <a:pPr marL="0" lvl="0" indent="0" algn="ctr" rtl="0">
                <a:spcBef>
                  <a:spcPts val="0"/>
                </a:spcBef>
                <a:spcAft>
                  <a:spcPts val="0"/>
                </a:spcAft>
                <a:buNone/>
              </a:pPr>
              <a:endParaRPr sz="800" b="1">
                <a:solidFill>
                  <a:srgbClr val="FFFFFF"/>
                </a:solidFill>
                <a:latin typeface="IBM Plex Sans"/>
                <a:ea typeface="IBM Plex Sans"/>
                <a:cs typeface="IBM Plex Sans"/>
                <a:sym typeface="IBM Plex Sans"/>
              </a:endParaRPr>
            </a:p>
          </p:txBody>
        </p:sp>
      </p:grpSp>
      <p:sp>
        <p:nvSpPr>
          <p:cNvPr id="1221" name="Google Shape;1221;p90"/>
          <p:cNvSpPr txBox="1">
            <a:spLocks noGrp="1"/>
          </p:cNvSpPr>
          <p:nvPr>
            <p:ph type="sldNum" idx="12"/>
          </p:nvPr>
        </p:nvSpPr>
        <p:spPr>
          <a:xfrm>
            <a:off x="8366700" y="4805546"/>
            <a:ext cx="548700" cy="215400"/>
          </a:xfrm>
          <a:prstGeom prst="rect">
            <a:avLst/>
          </a:prstGeom>
        </p:spPr>
        <p:txBody>
          <a:bodyPr spcFirstLastPara="1" wrap="square" lIns="0" tIns="0" rIns="0" bIns="0" anchor="b" anchorCtr="0">
            <a:norm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
        <p:nvSpPr>
          <p:cNvPr id="1222" name="Google Shape;1222;p90"/>
          <p:cNvSpPr txBox="1">
            <a:spLocks noGrp="1"/>
          </p:cNvSpPr>
          <p:nvPr>
            <p:ph type="subTitle" idx="1"/>
          </p:nvPr>
        </p:nvSpPr>
        <p:spPr>
          <a:xfrm>
            <a:off x="467075" y="4814525"/>
            <a:ext cx="2326500" cy="206400"/>
          </a:xfrm>
          <a:prstGeom prst="rect">
            <a:avLst/>
          </a:prstGeom>
        </p:spPr>
        <p:txBody>
          <a:bodyPr spcFirstLastPara="1" wrap="square" lIns="0" tIns="0" rIns="0" bIns="0" anchor="b" anchorCtr="0">
            <a:normAutofit/>
          </a:bodyPr>
          <a:lstStyle>
            <a:lvl1pPr lvl="0" rtl="0">
              <a:spcBef>
                <a:spcPts val="0"/>
              </a:spcBef>
              <a:spcAft>
                <a:spcPts val="0"/>
              </a:spcAft>
              <a:buClr>
                <a:schemeClr val="lt1"/>
              </a:buClr>
              <a:buSzPts val="700"/>
              <a:buNone/>
              <a:defRPr sz="700">
                <a:solidFill>
                  <a:schemeClr val="lt1"/>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223" name="Google Shape;1223;p90"/>
          <p:cNvSpPr txBox="1">
            <a:spLocks noGrp="1"/>
          </p:cNvSpPr>
          <p:nvPr>
            <p:ph type="subTitle" idx="2"/>
          </p:nvPr>
        </p:nvSpPr>
        <p:spPr>
          <a:xfrm>
            <a:off x="727575" y="2685725"/>
            <a:ext cx="2237100" cy="864900"/>
          </a:xfrm>
          <a:prstGeom prst="rect">
            <a:avLst/>
          </a:prstGeom>
        </p:spPr>
        <p:txBody>
          <a:bodyPr spcFirstLastPara="1" wrap="square" lIns="0" tIns="0" rIns="0" bIns="0" anchor="b" anchorCtr="0">
            <a:normAutofit/>
          </a:bodyPr>
          <a:lstStyle>
            <a:lvl1pPr lvl="0" rtl="0">
              <a:lnSpc>
                <a:spcPct val="100000"/>
              </a:lnSpc>
              <a:spcBef>
                <a:spcPts val="0"/>
              </a:spcBef>
              <a:spcAft>
                <a:spcPts val="0"/>
              </a:spcAft>
              <a:buClr>
                <a:schemeClr val="lt1"/>
              </a:buClr>
              <a:buSzPts val="1400"/>
              <a:buNone/>
              <a:defRPr sz="1400">
                <a:solidFill>
                  <a:schemeClr val="lt1"/>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224" name="Google Shape;1224;p90"/>
          <p:cNvSpPr txBox="1">
            <a:spLocks noGrp="1"/>
          </p:cNvSpPr>
          <p:nvPr>
            <p:ph type="subTitle" idx="3"/>
          </p:nvPr>
        </p:nvSpPr>
        <p:spPr>
          <a:xfrm>
            <a:off x="727575" y="3626825"/>
            <a:ext cx="2237100" cy="645000"/>
          </a:xfrm>
          <a:prstGeom prst="rect">
            <a:avLst/>
          </a:prstGeom>
        </p:spPr>
        <p:txBody>
          <a:bodyPr spcFirstLastPara="1" wrap="square" lIns="0" tIns="0" rIns="0" bIns="0" anchor="t" anchorCtr="0">
            <a:normAutofit/>
          </a:bodyPr>
          <a:lstStyle>
            <a:lvl1pPr lvl="0" rtl="0">
              <a:lnSpc>
                <a:spcPct val="100000"/>
              </a:lnSpc>
              <a:spcBef>
                <a:spcPts val="0"/>
              </a:spcBef>
              <a:spcAft>
                <a:spcPts val="0"/>
              </a:spcAft>
              <a:buClr>
                <a:schemeClr val="lt1"/>
              </a:buClr>
              <a:buSzPts val="1500"/>
              <a:buFont typeface="IBM Plex Sans Medium"/>
              <a:buNone/>
              <a:defRPr sz="1500">
                <a:solidFill>
                  <a:schemeClr val="lt1"/>
                </a:solidFill>
                <a:latin typeface="IBM Plex Sans Medium"/>
                <a:ea typeface="IBM Plex Sans Medium"/>
                <a:cs typeface="IBM Plex Sans Medium"/>
                <a:sym typeface="IBM Plex Sans Medium"/>
              </a:defRPr>
            </a:lvl1pPr>
            <a:lvl2pPr lvl="1" rtl="0">
              <a:lnSpc>
                <a:spcPct val="100000"/>
              </a:lnSpc>
              <a:spcBef>
                <a:spcPts val="0"/>
              </a:spcBef>
              <a:spcAft>
                <a:spcPts val="0"/>
              </a:spcAft>
              <a:buSzPts val="1800"/>
              <a:buNone/>
              <a:defRPr sz="1800" b="1"/>
            </a:lvl2pPr>
            <a:lvl3pPr lvl="2" rtl="0">
              <a:lnSpc>
                <a:spcPct val="100000"/>
              </a:lnSpc>
              <a:spcBef>
                <a:spcPts val="0"/>
              </a:spcBef>
              <a:spcAft>
                <a:spcPts val="0"/>
              </a:spcAft>
              <a:buSzPts val="1800"/>
              <a:buNone/>
              <a:defRPr sz="1800" b="1"/>
            </a:lvl3pPr>
            <a:lvl4pPr lvl="3" rtl="0">
              <a:lnSpc>
                <a:spcPct val="100000"/>
              </a:lnSpc>
              <a:spcBef>
                <a:spcPts val="0"/>
              </a:spcBef>
              <a:spcAft>
                <a:spcPts val="0"/>
              </a:spcAft>
              <a:buSzPts val="1800"/>
              <a:buNone/>
              <a:defRPr sz="1800" b="1"/>
            </a:lvl4pPr>
            <a:lvl5pPr lvl="4" rtl="0">
              <a:lnSpc>
                <a:spcPct val="100000"/>
              </a:lnSpc>
              <a:spcBef>
                <a:spcPts val="0"/>
              </a:spcBef>
              <a:spcAft>
                <a:spcPts val="0"/>
              </a:spcAft>
              <a:buSzPts val="1800"/>
              <a:buNone/>
              <a:defRPr sz="1800" b="1"/>
            </a:lvl5pPr>
            <a:lvl6pPr lvl="5" rtl="0">
              <a:lnSpc>
                <a:spcPct val="100000"/>
              </a:lnSpc>
              <a:spcBef>
                <a:spcPts val="0"/>
              </a:spcBef>
              <a:spcAft>
                <a:spcPts val="0"/>
              </a:spcAft>
              <a:buSzPts val="1800"/>
              <a:buNone/>
              <a:defRPr sz="1800" b="1"/>
            </a:lvl6pPr>
            <a:lvl7pPr lvl="6" rtl="0">
              <a:lnSpc>
                <a:spcPct val="100000"/>
              </a:lnSpc>
              <a:spcBef>
                <a:spcPts val="0"/>
              </a:spcBef>
              <a:spcAft>
                <a:spcPts val="0"/>
              </a:spcAft>
              <a:buSzPts val="1800"/>
              <a:buNone/>
              <a:defRPr sz="1800" b="1"/>
            </a:lvl7pPr>
            <a:lvl8pPr lvl="7" rtl="0">
              <a:lnSpc>
                <a:spcPct val="100000"/>
              </a:lnSpc>
              <a:spcBef>
                <a:spcPts val="0"/>
              </a:spcBef>
              <a:spcAft>
                <a:spcPts val="0"/>
              </a:spcAft>
              <a:buSzPts val="1800"/>
              <a:buNone/>
              <a:defRPr sz="1800" b="1"/>
            </a:lvl8pPr>
            <a:lvl9pPr lvl="8" rtl="0">
              <a:lnSpc>
                <a:spcPct val="100000"/>
              </a:lnSpc>
              <a:spcBef>
                <a:spcPts val="0"/>
              </a:spcBef>
              <a:spcAft>
                <a:spcPts val="0"/>
              </a:spcAft>
              <a:buSzPts val="1800"/>
              <a:buNone/>
              <a:defRPr sz="1800" b="1"/>
            </a:lvl9pPr>
          </a:lstStyle>
          <a:p>
            <a:endParaRPr/>
          </a:p>
        </p:txBody>
      </p:sp>
      <p:sp>
        <p:nvSpPr>
          <p:cNvPr id="1225" name="Google Shape;1225;p90"/>
          <p:cNvSpPr txBox="1">
            <a:spLocks noGrp="1"/>
          </p:cNvSpPr>
          <p:nvPr>
            <p:ph type="subTitle" idx="4"/>
          </p:nvPr>
        </p:nvSpPr>
        <p:spPr>
          <a:xfrm>
            <a:off x="3585525" y="3941100"/>
            <a:ext cx="2361000" cy="537000"/>
          </a:xfrm>
          <a:prstGeom prst="rect">
            <a:avLst/>
          </a:prstGeom>
        </p:spPr>
        <p:txBody>
          <a:bodyPr spcFirstLastPara="1" wrap="square" lIns="0" tIns="0" rIns="0" bIns="0" anchor="b" anchorCtr="0">
            <a:normAutofit/>
          </a:bodyPr>
          <a:lstStyle>
            <a:lvl1pPr lvl="0" rtl="0">
              <a:lnSpc>
                <a:spcPct val="100000"/>
              </a:lnSpc>
              <a:spcBef>
                <a:spcPts val="0"/>
              </a:spcBef>
              <a:spcAft>
                <a:spcPts val="0"/>
              </a:spcAft>
              <a:buClr>
                <a:schemeClr val="dk1"/>
              </a:buClr>
              <a:buSzPts val="1600"/>
              <a:buNone/>
              <a:defRPr b="1"/>
            </a:lvl1pPr>
            <a:lvl2pPr lvl="1" rtl="0">
              <a:lnSpc>
                <a:spcPct val="100000"/>
              </a:lnSpc>
              <a:spcBef>
                <a:spcPts val="0"/>
              </a:spcBef>
              <a:spcAft>
                <a:spcPts val="0"/>
              </a:spcAft>
              <a:buClr>
                <a:srgbClr val="F93822"/>
              </a:buClr>
              <a:buSzPts val="1800"/>
              <a:buNone/>
              <a:defRPr sz="1800" b="1">
                <a:solidFill>
                  <a:srgbClr val="F93822"/>
                </a:solidFill>
              </a:defRPr>
            </a:lvl2pPr>
            <a:lvl3pPr lvl="2" rtl="0">
              <a:lnSpc>
                <a:spcPct val="100000"/>
              </a:lnSpc>
              <a:spcBef>
                <a:spcPts val="0"/>
              </a:spcBef>
              <a:spcAft>
                <a:spcPts val="0"/>
              </a:spcAft>
              <a:buClr>
                <a:srgbClr val="F93822"/>
              </a:buClr>
              <a:buSzPts val="1800"/>
              <a:buNone/>
              <a:defRPr sz="1800" b="1">
                <a:solidFill>
                  <a:srgbClr val="F93822"/>
                </a:solidFill>
              </a:defRPr>
            </a:lvl3pPr>
            <a:lvl4pPr lvl="3" rtl="0">
              <a:lnSpc>
                <a:spcPct val="100000"/>
              </a:lnSpc>
              <a:spcBef>
                <a:spcPts val="0"/>
              </a:spcBef>
              <a:spcAft>
                <a:spcPts val="0"/>
              </a:spcAft>
              <a:buClr>
                <a:srgbClr val="F93822"/>
              </a:buClr>
              <a:buSzPts val="1800"/>
              <a:buNone/>
              <a:defRPr sz="1800" b="1">
                <a:solidFill>
                  <a:srgbClr val="F93822"/>
                </a:solidFill>
              </a:defRPr>
            </a:lvl4pPr>
            <a:lvl5pPr lvl="4" rtl="0">
              <a:lnSpc>
                <a:spcPct val="100000"/>
              </a:lnSpc>
              <a:spcBef>
                <a:spcPts val="0"/>
              </a:spcBef>
              <a:spcAft>
                <a:spcPts val="0"/>
              </a:spcAft>
              <a:buClr>
                <a:srgbClr val="F93822"/>
              </a:buClr>
              <a:buSzPts val="1800"/>
              <a:buNone/>
              <a:defRPr sz="1800" b="1">
                <a:solidFill>
                  <a:srgbClr val="F93822"/>
                </a:solidFill>
              </a:defRPr>
            </a:lvl5pPr>
            <a:lvl6pPr lvl="5" rtl="0">
              <a:lnSpc>
                <a:spcPct val="100000"/>
              </a:lnSpc>
              <a:spcBef>
                <a:spcPts val="0"/>
              </a:spcBef>
              <a:spcAft>
                <a:spcPts val="0"/>
              </a:spcAft>
              <a:buClr>
                <a:srgbClr val="F93822"/>
              </a:buClr>
              <a:buSzPts val="1800"/>
              <a:buNone/>
              <a:defRPr sz="1800" b="1">
                <a:solidFill>
                  <a:srgbClr val="F93822"/>
                </a:solidFill>
              </a:defRPr>
            </a:lvl6pPr>
            <a:lvl7pPr lvl="6" rtl="0">
              <a:lnSpc>
                <a:spcPct val="100000"/>
              </a:lnSpc>
              <a:spcBef>
                <a:spcPts val="0"/>
              </a:spcBef>
              <a:spcAft>
                <a:spcPts val="0"/>
              </a:spcAft>
              <a:buClr>
                <a:srgbClr val="F93822"/>
              </a:buClr>
              <a:buSzPts val="1800"/>
              <a:buNone/>
              <a:defRPr sz="1800" b="1">
                <a:solidFill>
                  <a:srgbClr val="F93822"/>
                </a:solidFill>
              </a:defRPr>
            </a:lvl7pPr>
            <a:lvl8pPr lvl="7" rtl="0">
              <a:lnSpc>
                <a:spcPct val="100000"/>
              </a:lnSpc>
              <a:spcBef>
                <a:spcPts val="0"/>
              </a:spcBef>
              <a:spcAft>
                <a:spcPts val="0"/>
              </a:spcAft>
              <a:buClr>
                <a:srgbClr val="F93822"/>
              </a:buClr>
              <a:buSzPts val="1800"/>
              <a:buNone/>
              <a:defRPr sz="1800" b="1">
                <a:solidFill>
                  <a:srgbClr val="F93822"/>
                </a:solidFill>
              </a:defRPr>
            </a:lvl8pPr>
            <a:lvl9pPr lvl="8" rtl="0">
              <a:lnSpc>
                <a:spcPct val="100000"/>
              </a:lnSpc>
              <a:spcBef>
                <a:spcPts val="0"/>
              </a:spcBef>
              <a:spcAft>
                <a:spcPts val="0"/>
              </a:spcAft>
              <a:buClr>
                <a:srgbClr val="F93822"/>
              </a:buClr>
              <a:buSzPts val="1800"/>
              <a:buNone/>
              <a:defRPr sz="1800" b="1">
                <a:solidFill>
                  <a:srgbClr val="F93822"/>
                </a:solidFill>
              </a:defRPr>
            </a:lvl9pPr>
          </a:lstStyle>
          <a:p>
            <a:endParaRPr/>
          </a:p>
        </p:txBody>
      </p:sp>
      <p:sp>
        <p:nvSpPr>
          <p:cNvPr id="1226" name="Google Shape;1226;p90"/>
          <p:cNvSpPr txBox="1">
            <a:spLocks noGrp="1"/>
          </p:cNvSpPr>
          <p:nvPr>
            <p:ph type="body" idx="5"/>
          </p:nvPr>
        </p:nvSpPr>
        <p:spPr>
          <a:xfrm>
            <a:off x="3585523" y="1245100"/>
            <a:ext cx="4802700" cy="2886900"/>
          </a:xfrm>
          <a:prstGeom prst="rect">
            <a:avLst/>
          </a:prstGeom>
        </p:spPr>
        <p:txBody>
          <a:bodyPr spcFirstLastPara="1" wrap="square" lIns="0" tIns="0" rIns="0" bIns="0" anchor="t" anchorCtr="0">
            <a:normAutofit/>
          </a:bodyPr>
          <a:lstStyle>
            <a:lvl1pPr marL="457200" lvl="0" indent="-330200" rtl="0">
              <a:spcBef>
                <a:spcPts val="0"/>
              </a:spcBef>
              <a:spcAft>
                <a:spcPts val="0"/>
              </a:spcAft>
              <a:buSzPts val="1600"/>
              <a:buChar char="■"/>
              <a:defRPr/>
            </a:lvl1pPr>
            <a:lvl2pPr marL="914400" lvl="1" indent="-317500" rtl="0">
              <a:spcBef>
                <a:spcPts val="0"/>
              </a:spcBef>
              <a:spcAft>
                <a:spcPts val="0"/>
              </a:spcAft>
              <a:buSzPts val="1400"/>
              <a:buChar char="■"/>
              <a:defRPr/>
            </a:lvl2pPr>
            <a:lvl3pPr marL="1371600" lvl="2" indent="-317500" rtl="0">
              <a:spcBef>
                <a:spcPts val="0"/>
              </a:spcBef>
              <a:spcAft>
                <a:spcPts val="0"/>
              </a:spcAft>
              <a:buSzPts val="1400"/>
              <a:buChar char="■"/>
              <a:defRPr/>
            </a:lvl3pPr>
            <a:lvl4pPr marL="1828800" lvl="3" indent="-317500" rtl="0">
              <a:spcBef>
                <a:spcPts val="0"/>
              </a:spcBef>
              <a:spcAft>
                <a:spcPts val="0"/>
              </a:spcAft>
              <a:buSzPts val="1400"/>
              <a:buChar char="●"/>
              <a:defRPr/>
            </a:lvl4pPr>
            <a:lvl5pPr marL="2286000" lvl="4" indent="-317500" rtl="0">
              <a:spcBef>
                <a:spcPts val="0"/>
              </a:spcBef>
              <a:spcAft>
                <a:spcPts val="0"/>
              </a:spcAft>
              <a:buSzPts val="1400"/>
              <a:buChar char="○"/>
              <a:defRPr/>
            </a:lvl5pPr>
            <a:lvl6pPr marL="2743200" lvl="5" indent="-317500" rtl="0">
              <a:spcBef>
                <a:spcPts val="0"/>
              </a:spcBef>
              <a:spcAft>
                <a:spcPts val="0"/>
              </a:spcAft>
              <a:buSzPts val="1400"/>
              <a:buChar char="■"/>
              <a:defRPr/>
            </a:lvl6pPr>
            <a:lvl7pPr marL="3200400" lvl="6" indent="-317500" rtl="0">
              <a:spcBef>
                <a:spcPts val="0"/>
              </a:spcBef>
              <a:spcAft>
                <a:spcPts val="0"/>
              </a:spcAft>
              <a:buSzPts val="1400"/>
              <a:buChar char="●"/>
              <a:defRPr/>
            </a:lvl7pPr>
            <a:lvl8pPr marL="3657600" lvl="7" indent="-317500" rtl="0">
              <a:spcBef>
                <a:spcPts val="0"/>
              </a:spcBef>
              <a:spcAft>
                <a:spcPts val="0"/>
              </a:spcAft>
              <a:buSzPts val="1400"/>
              <a:buChar char="○"/>
              <a:defRPr/>
            </a:lvl8pPr>
            <a:lvl9pPr marL="4114800" lvl="8" indent="-317500" rtl="0">
              <a:spcBef>
                <a:spcPts val="0"/>
              </a:spcBef>
              <a:spcAft>
                <a:spcPts val="0"/>
              </a:spcAft>
              <a:buSzPts val="1400"/>
              <a:buChar char="■"/>
              <a:defRPr/>
            </a:lvl9pPr>
          </a:lstStyle>
          <a:p>
            <a:endParaRPr/>
          </a:p>
        </p:txBody>
      </p:sp>
      <p:sp>
        <p:nvSpPr>
          <p:cNvPr id="1227" name="Google Shape;1227;p90"/>
          <p:cNvSpPr txBox="1">
            <a:spLocks noGrp="1"/>
          </p:cNvSpPr>
          <p:nvPr>
            <p:ph type="title"/>
          </p:nvPr>
        </p:nvSpPr>
        <p:spPr>
          <a:xfrm>
            <a:off x="3585523" y="114300"/>
            <a:ext cx="4802700" cy="903300"/>
          </a:xfrm>
          <a:prstGeom prst="rect">
            <a:avLst/>
          </a:prstGeom>
        </p:spPr>
        <p:txBody>
          <a:bodyPr spcFirstLastPara="1" wrap="square" lIns="0" tIns="0" rIns="0" bIns="0" anchor="b" anchorCtr="0">
            <a:normAutofit/>
          </a:bodyPr>
          <a:lstStyle>
            <a:lvl1pPr lvl="0" rtl="0">
              <a:spcBef>
                <a:spcPts val="0"/>
              </a:spcBef>
              <a:spcAft>
                <a:spcPts val="0"/>
              </a:spcAft>
              <a:buSzPts val="34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pic>
        <p:nvPicPr>
          <p:cNvPr id="1228" name="Google Shape;1228;p90"/>
          <p:cNvPicPr preferRelativeResize="0"/>
          <p:nvPr/>
        </p:nvPicPr>
        <p:blipFill>
          <a:blip r:embed="rId2">
            <a:alphaModFix/>
          </a:blip>
          <a:stretch>
            <a:fillRect/>
          </a:stretch>
        </p:blipFill>
        <p:spPr>
          <a:xfrm>
            <a:off x="8544859" y="62003"/>
            <a:ext cx="599140" cy="599141"/>
          </a:xfrm>
          <a:prstGeom prst="rect">
            <a:avLst/>
          </a:prstGeom>
          <a:noFill/>
          <a:ln>
            <a:noFill/>
          </a:ln>
        </p:spPr>
      </p:pic>
      <p:cxnSp>
        <p:nvCxnSpPr>
          <p:cNvPr id="1229" name="Google Shape;1229;p90"/>
          <p:cNvCxnSpPr/>
          <p:nvPr/>
        </p:nvCxnSpPr>
        <p:spPr>
          <a:xfrm>
            <a:off x="3585525" y="4544925"/>
            <a:ext cx="1618200" cy="0"/>
          </a:xfrm>
          <a:prstGeom prst="straightConnector1">
            <a:avLst/>
          </a:prstGeom>
          <a:noFill/>
          <a:ln w="38100" cap="flat" cmpd="sng">
            <a:solidFill>
              <a:schemeClr val="accent1"/>
            </a:solidFill>
            <a:prstDash val="solid"/>
            <a:round/>
            <a:headEnd type="none" w="med" len="med"/>
            <a:tailEnd type="none" w="med" len="med"/>
          </a:ln>
        </p:spPr>
      </p:cxnSp>
    </p:spTree>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matchingName="Customers">
  <p:cSld name="CUSTOM_3">
    <p:spTree>
      <p:nvGrpSpPr>
        <p:cNvPr id="1" name="Shape 1230"/>
        <p:cNvGrpSpPr/>
        <p:nvPr/>
      </p:nvGrpSpPr>
      <p:grpSpPr>
        <a:xfrm>
          <a:off x="0" y="0"/>
          <a:ext cx="0" cy="0"/>
          <a:chOff x="0" y="0"/>
          <a:chExt cx="0" cy="0"/>
        </a:xfrm>
      </p:grpSpPr>
      <p:sp>
        <p:nvSpPr>
          <p:cNvPr id="1231" name="Google Shape;1231;p91"/>
          <p:cNvSpPr/>
          <p:nvPr/>
        </p:nvSpPr>
        <p:spPr>
          <a:xfrm>
            <a:off x="2542607" y="882600"/>
            <a:ext cx="1971300" cy="1924200"/>
          </a:xfrm>
          <a:prstGeom prst="roundRect">
            <a:avLst>
              <a:gd name="adj" fmla="val 5827"/>
            </a:avLst>
          </a:prstGeom>
          <a:solidFill>
            <a:srgbClr val="FC5D0D"/>
          </a:solidFill>
          <a:ln>
            <a:noFill/>
          </a:ln>
        </p:spPr>
        <p:txBody>
          <a:bodyPr spcFirstLastPara="1" wrap="square" lIns="57150" tIns="57150" rIns="57150" bIns="57150" anchor="ctr" anchorCtr="0">
            <a:noAutofit/>
          </a:bodyPr>
          <a:lstStyle/>
          <a:p>
            <a:pPr marL="0" lvl="0" indent="0" algn="l" rtl="0">
              <a:spcBef>
                <a:spcPts val="0"/>
              </a:spcBef>
              <a:spcAft>
                <a:spcPts val="0"/>
              </a:spcAft>
              <a:buNone/>
            </a:pPr>
            <a:endParaRPr sz="900" b="1">
              <a:latin typeface="IBM Plex Sans"/>
              <a:ea typeface="IBM Plex Sans"/>
              <a:cs typeface="IBM Plex Sans"/>
              <a:sym typeface="IBM Plex Sans"/>
            </a:endParaRPr>
          </a:p>
        </p:txBody>
      </p:sp>
      <p:sp>
        <p:nvSpPr>
          <p:cNvPr id="1232" name="Google Shape;1232;p91"/>
          <p:cNvSpPr/>
          <p:nvPr/>
        </p:nvSpPr>
        <p:spPr>
          <a:xfrm>
            <a:off x="2542607" y="1235369"/>
            <a:ext cx="1973400" cy="1671300"/>
          </a:xfrm>
          <a:prstGeom prst="roundRect">
            <a:avLst>
              <a:gd name="adj" fmla="val 5827"/>
            </a:avLst>
          </a:prstGeom>
          <a:solidFill>
            <a:srgbClr val="FFFFFF"/>
          </a:solidFill>
          <a:ln>
            <a:noFill/>
          </a:ln>
        </p:spPr>
        <p:txBody>
          <a:bodyPr spcFirstLastPara="1" wrap="square" lIns="57150" tIns="57150" rIns="57150" bIns="57150" anchor="ctr" anchorCtr="0">
            <a:noAutofit/>
          </a:bodyPr>
          <a:lstStyle/>
          <a:p>
            <a:pPr marL="0" lvl="0" indent="0" algn="l" rtl="0">
              <a:spcBef>
                <a:spcPts val="0"/>
              </a:spcBef>
              <a:spcAft>
                <a:spcPts val="0"/>
              </a:spcAft>
              <a:buNone/>
            </a:pPr>
            <a:endParaRPr sz="900"/>
          </a:p>
        </p:txBody>
      </p:sp>
      <p:sp>
        <p:nvSpPr>
          <p:cNvPr id="1233" name="Google Shape;1233;p91"/>
          <p:cNvSpPr/>
          <p:nvPr/>
        </p:nvSpPr>
        <p:spPr>
          <a:xfrm>
            <a:off x="4628013" y="882600"/>
            <a:ext cx="1971300" cy="1924200"/>
          </a:xfrm>
          <a:prstGeom prst="roundRect">
            <a:avLst>
              <a:gd name="adj" fmla="val 5827"/>
            </a:avLst>
          </a:prstGeom>
          <a:solidFill>
            <a:srgbClr val="FC5D0D"/>
          </a:solidFill>
          <a:ln>
            <a:noFill/>
          </a:ln>
        </p:spPr>
        <p:txBody>
          <a:bodyPr spcFirstLastPara="1" wrap="square" lIns="57150" tIns="57150" rIns="57150" bIns="57150" anchor="ctr" anchorCtr="0">
            <a:noAutofit/>
          </a:bodyPr>
          <a:lstStyle/>
          <a:p>
            <a:pPr marL="0" lvl="0" indent="0" algn="l" rtl="0">
              <a:spcBef>
                <a:spcPts val="0"/>
              </a:spcBef>
              <a:spcAft>
                <a:spcPts val="0"/>
              </a:spcAft>
              <a:buNone/>
            </a:pPr>
            <a:endParaRPr sz="900" b="1">
              <a:latin typeface="IBM Plex Sans"/>
              <a:ea typeface="IBM Plex Sans"/>
              <a:cs typeface="IBM Plex Sans"/>
              <a:sym typeface="IBM Plex Sans"/>
            </a:endParaRPr>
          </a:p>
        </p:txBody>
      </p:sp>
      <p:sp>
        <p:nvSpPr>
          <p:cNvPr id="1234" name="Google Shape;1234;p91"/>
          <p:cNvSpPr/>
          <p:nvPr/>
        </p:nvSpPr>
        <p:spPr>
          <a:xfrm>
            <a:off x="4628013" y="1235369"/>
            <a:ext cx="1973400" cy="1671300"/>
          </a:xfrm>
          <a:prstGeom prst="roundRect">
            <a:avLst>
              <a:gd name="adj" fmla="val 5827"/>
            </a:avLst>
          </a:prstGeom>
          <a:solidFill>
            <a:srgbClr val="FFFFFF"/>
          </a:solidFill>
          <a:ln>
            <a:noFill/>
          </a:ln>
        </p:spPr>
        <p:txBody>
          <a:bodyPr spcFirstLastPara="1" wrap="square" lIns="57150" tIns="57150" rIns="57150" bIns="57150" anchor="ctr" anchorCtr="0">
            <a:noAutofit/>
          </a:bodyPr>
          <a:lstStyle/>
          <a:p>
            <a:pPr marL="0" lvl="0" indent="0" algn="l" rtl="0">
              <a:spcBef>
                <a:spcPts val="0"/>
              </a:spcBef>
              <a:spcAft>
                <a:spcPts val="0"/>
              </a:spcAft>
              <a:buNone/>
            </a:pPr>
            <a:endParaRPr sz="900"/>
          </a:p>
        </p:txBody>
      </p:sp>
      <p:sp>
        <p:nvSpPr>
          <p:cNvPr id="1235" name="Google Shape;1235;p91"/>
          <p:cNvSpPr/>
          <p:nvPr/>
        </p:nvSpPr>
        <p:spPr>
          <a:xfrm>
            <a:off x="6713420" y="882600"/>
            <a:ext cx="1971300" cy="1924200"/>
          </a:xfrm>
          <a:prstGeom prst="roundRect">
            <a:avLst>
              <a:gd name="adj" fmla="val 5827"/>
            </a:avLst>
          </a:prstGeom>
          <a:solidFill>
            <a:srgbClr val="FC5D0D"/>
          </a:solidFill>
          <a:ln>
            <a:noFill/>
          </a:ln>
        </p:spPr>
        <p:txBody>
          <a:bodyPr spcFirstLastPara="1" wrap="square" lIns="57150" tIns="57150" rIns="57150" bIns="57150" anchor="ctr" anchorCtr="0">
            <a:noAutofit/>
          </a:bodyPr>
          <a:lstStyle/>
          <a:p>
            <a:pPr marL="0" lvl="0" indent="0" algn="l" rtl="0">
              <a:spcBef>
                <a:spcPts val="0"/>
              </a:spcBef>
              <a:spcAft>
                <a:spcPts val="0"/>
              </a:spcAft>
              <a:buNone/>
            </a:pPr>
            <a:endParaRPr sz="900" b="1">
              <a:latin typeface="IBM Plex Sans"/>
              <a:ea typeface="IBM Plex Sans"/>
              <a:cs typeface="IBM Plex Sans"/>
              <a:sym typeface="IBM Plex Sans"/>
            </a:endParaRPr>
          </a:p>
        </p:txBody>
      </p:sp>
      <p:sp>
        <p:nvSpPr>
          <p:cNvPr id="1236" name="Google Shape;1236;p91"/>
          <p:cNvSpPr/>
          <p:nvPr/>
        </p:nvSpPr>
        <p:spPr>
          <a:xfrm>
            <a:off x="6713420" y="1235369"/>
            <a:ext cx="1973400" cy="1671300"/>
          </a:xfrm>
          <a:prstGeom prst="roundRect">
            <a:avLst>
              <a:gd name="adj" fmla="val 5827"/>
            </a:avLst>
          </a:prstGeom>
          <a:solidFill>
            <a:srgbClr val="FFFFFF"/>
          </a:solidFill>
          <a:ln>
            <a:noFill/>
          </a:ln>
        </p:spPr>
        <p:txBody>
          <a:bodyPr spcFirstLastPara="1" wrap="square" lIns="57150" tIns="57150" rIns="57150" bIns="57150" anchor="ctr" anchorCtr="0">
            <a:noAutofit/>
          </a:bodyPr>
          <a:lstStyle/>
          <a:p>
            <a:pPr marL="0" lvl="0" indent="0" algn="l" rtl="0">
              <a:spcBef>
                <a:spcPts val="0"/>
              </a:spcBef>
              <a:spcAft>
                <a:spcPts val="0"/>
              </a:spcAft>
              <a:buNone/>
            </a:pPr>
            <a:endParaRPr sz="900"/>
          </a:p>
        </p:txBody>
      </p:sp>
      <p:sp>
        <p:nvSpPr>
          <p:cNvPr id="1237" name="Google Shape;1237;p91"/>
          <p:cNvSpPr/>
          <p:nvPr/>
        </p:nvSpPr>
        <p:spPr>
          <a:xfrm>
            <a:off x="457200" y="2996834"/>
            <a:ext cx="1971300" cy="1924200"/>
          </a:xfrm>
          <a:prstGeom prst="roundRect">
            <a:avLst>
              <a:gd name="adj" fmla="val 5827"/>
            </a:avLst>
          </a:prstGeom>
          <a:solidFill>
            <a:srgbClr val="FC5D0D"/>
          </a:solidFill>
          <a:ln>
            <a:noFill/>
          </a:ln>
        </p:spPr>
        <p:txBody>
          <a:bodyPr spcFirstLastPara="1" wrap="square" lIns="57150" tIns="57150" rIns="57150" bIns="57150" anchor="ctr" anchorCtr="0">
            <a:noAutofit/>
          </a:bodyPr>
          <a:lstStyle/>
          <a:p>
            <a:pPr marL="0" lvl="0" indent="0" algn="l" rtl="0">
              <a:spcBef>
                <a:spcPts val="0"/>
              </a:spcBef>
              <a:spcAft>
                <a:spcPts val="0"/>
              </a:spcAft>
              <a:buNone/>
            </a:pPr>
            <a:endParaRPr sz="900" b="1">
              <a:latin typeface="IBM Plex Sans"/>
              <a:ea typeface="IBM Plex Sans"/>
              <a:cs typeface="IBM Plex Sans"/>
              <a:sym typeface="IBM Plex Sans"/>
            </a:endParaRPr>
          </a:p>
        </p:txBody>
      </p:sp>
      <p:sp>
        <p:nvSpPr>
          <p:cNvPr id="1238" name="Google Shape;1238;p91"/>
          <p:cNvSpPr/>
          <p:nvPr/>
        </p:nvSpPr>
        <p:spPr>
          <a:xfrm>
            <a:off x="457200" y="3349603"/>
            <a:ext cx="1973400" cy="1671300"/>
          </a:xfrm>
          <a:prstGeom prst="roundRect">
            <a:avLst>
              <a:gd name="adj" fmla="val 5827"/>
            </a:avLst>
          </a:prstGeom>
          <a:solidFill>
            <a:srgbClr val="FFFFFF"/>
          </a:solidFill>
          <a:ln>
            <a:noFill/>
          </a:ln>
        </p:spPr>
        <p:txBody>
          <a:bodyPr spcFirstLastPara="1" wrap="square" lIns="57150" tIns="57150" rIns="57150" bIns="57150" anchor="ctr" anchorCtr="0">
            <a:noAutofit/>
          </a:bodyPr>
          <a:lstStyle/>
          <a:p>
            <a:pPr marL="0" lvl="0" indent="0" algn="l" rtl="0">
              <a:spcBef>
                <a:spcPts val="0"/>
              </a:spcBef>
              <a:spcAft>
                <a:spcPts val="0"/>
              </a:spcAft>
              <a:buNone/>
            </a:pPr>
            <a:endParaRPr sz="900"/>
          </a:p>
        </p:txBody>
      </p:sp>
      <p:sp>
        <p:nvSpPr>
          <p:cNvPr id="1239" name="Google Shape;1239;p91"/>
          <p:cNvSpPr/>
          <p:nvPr/>
        </p:nvSpPr>
        <p:spPr>
          <a:xfrm>
            <a:off x="457200" y="882600"/>
            <a:ext cx="1971300" cy="1924200"/>
          </a:xfrm>
          <a:prstGeom prst="roundRect">
            <a:avLst>
              <a:gd name="adj" fmla="val 5827"/>
            </a:avLst>
          </a:prstGeom>
          <a:solidFill>
            <a:srgbClr val="FC5D0D"/>
          </a:solidFill>
          <a:ln>
            <a:noFill/>
          </a:ln>
        </p:spPr>
        <p:txBody>
          <a:bodyPr spcFirstLastPara="1" wrap="square" lIns="57150" tIns="57150" rIns="57150" bIns="57150" anchor="ctr" anchorCtr="0">
            <a:noAutofit/>
          </a:bodyPr>
          <a:lstStyle/>
          <a:p>
            <a:pPr marL="0" lvl="0" indent="0" algn="l" rtl="0">
              <a:spcBef>
                <a:spcPts val="0"/>
              </a:spcBef>
              <a:spcAft>
                <a:spcPts val="0"/>
              </a:spcAft>
              <a:buNone/>
            </a:pPr>
            <a:endParaRPr sz="900" b="1">
              <a:latin typeface="IBM Plex Sans"/>
              <a:ea typeface="IBM Plex Sans"/>
              <a:cs typeface="IBM Plex Sans"/>
              <a:sym typeface="IBM Plex Sans"/>
            </a:endParaRPr>
          </a:p>
        </p:txBody>
      </p:sp>
      <p:sp>
        <p:nvSpPr>
          <p:cNvPr id="1240" name="Google Shape;1240;p91"/>
          <p:cNvSpPr/>
          <p:nvPr/>
        </p:nvSpPr>
        <p:spPr>
          <a:xfrm>
            <a:off x="457200" y="1235369"/>
            <a:ext cx="1973400" cy="1671300"/>
          </a:xfrm>
          <a:prstGeom prst="roundRect">
            <a:avLst>
              <a:gd name="adj" fmla="val 5827"/>
            </a:avLst>
          </a:prstGeom>
          <a:solidFill>
            <a:srgbClr val="FFFFFF"/>
          </a:solidFill>
          <a:ln>
            <a:noFill/>
          </a:ln>
        </p:spPr>
        <p:txBody>
          <a:bodyPr spcFirstLastPara="1" wrap="square" lIns="57150" tIns="57150" rIns="57150" bIns="57150" anchor="ctr" anchorCtr="0">
            <a:noAutofit/>
          </a:bodyPr>
          <a:lstStyle/>
          <a:p>
            <a:pPr marL="0" lvl="0" indent="0" algn="l" rtl="0">
              <a:spcBef>
                <a:spcPts val="0"/>
              </a:spcBef>
              <a:spcAft>
                <a:spcPts val="0"/>
              </a:spcAft>
              <a:buNone/>
            </a:pPr>
            <a:endParaRPr sz="900"/>
          </a:p>
        </p:txBody>
      </p:sp>
      <p:sp>
        <p:nvSpPr>
          <p:cNvPr id="1241" name="Google Shape;1241;p91"/>
          <p:cNvSpPr/>
          <p:nvPr/>
        </p:nvSpPr>
        <p:spPr>
          <a:xfrm>
            <a:off x="2542607" y="2996834"/>
            <a:ext cx="1971300" cy="1924200"/>
          </a:xfrm>
          <a:prstGeom prst="roundRect">
            <a:avLst>
              <a:gd name="adj" fmla="val 5827"/>
            </a:avLst>
          </a:prstGeom>
          <a:solidFill>
            <a:srgbClr val="FC5D0D"/>
          </a:solidFill>
          <a:ln>
            <a:noFill/>
          </a:ln>
        </p:spPr>
        <p:txBody>
          <a:bodyPr spcFirstLastPara="1" wrap="square" lIns="57150" tIns="57150" rIns="57150" bIns="57150" anchor="ctr" anchorCtr="0">
            <a:noAutofit/>
          </a:bodyPr>
          <a:lstStyle/>
          <a:p>
            <a:pPr marL="0" lvl="0" indent="0" algn="l" rtl="0">
              <a:spcBef>
                <a:spcPts val="0"/>
              </a:spcBef>
              <a:spcAft>
                <a:spcPts val="0"/>
              </a:spcAft>
              <a:buNone/>
            </a:pPr>
            <a:endParaRPr sz="900" b="1">
              <a:latin typeface="IBM Plex Sans"/>
              <a:ea typeface="IBM Plex Sans"/>
              <a:cs typeface="IBM Plex Sans"/>
              <a:sym typeface="IBM Plex Sans"/>
            </a:endParaRPr>
          </a:p>
        </p:txBody>
      </p:sp>
      <p:sp>
        <p:nvSpPr>
          <p:cNvPr id="1242" name="Google Shape;1242;p91"/>
          <p:cNvSpPr/>
          <p:nvPr/>
        </p:nvSpPr>
        <p:spPr>
          <a:xfrm>
            <a:off x="2542607" y="3349603"/>
            <a:ext cx="1973400" cy="1671300"/>
          </a:xfrm>
          <a:prstGeom prst="roundRect">
            <a:avLst>
              <a:gd name="adj" fmla="val 5827"/>
            </a:avLst>
          </a:prstGeom>
          <a:solidFill>
            <a:srgbClr val="FFFFFF"/>
          </a:solidFill>
          <a:ln>
            <a:noFill/>
          </a:ln>
        </p:spPr>
        <p:txBody>
          <a:bodyPr spcFirstLastPara="1" wrap="square" lIns="57150" tIns="57150" rIns="57150" bIns="57150" anchor="ctr" anchorCtr="0">
            <a:noAutofit/>
          </a:bodyPr>
          <a:lstStyle/>
          <a:p>
            <a:pPr marL="0" lvl="0" indent="0" algn="l" rtl="0">
              <a:spcBef>
                <a:spcPts val="0"/>
              </a:spcBef>
              <a:spcAft>
                <a:spcPts val="0"/>
              </a:spcAft>
              <a:buNone/>
            </a:pPr>
            <a:endParaRPr sz="900"/>
          </a:p>
        </p:txBody>
      </p:sp>
      <p:sp>
        <p:nvSpPr>
          <p:cNvPr id="1243" name="Google Shape;1243;p91"/>
          <p:cNvSpPr/>
          <p:nvPr/>
        </p:nvSpPr>
        <p:spPr>
          <a:xfrm>
            <a:off x="4628013" y="2996834"/>
            <a:ext cx="1971300" cy="1924200"/>
          </a:xfrm>
          <a:prstGeom prst="roundRect">
            <a:avLst>
              <a:gd name="adj" fmla="val 5827"/>
            </a:avLst>
          </a:prstGeom>
          <a:solidFill>
            <a:srgbClr val="FC5D0D"/>
          </a:solidFill>
          <a:ln>
            <a:noFill/>
          </a:ln>
        </p:spPr>
        <p:txBody>
          <a:bodyPr spcFirstLastPara="1" wrap="square" lIns="57150" tIns="57150" rIns="57150" bIns="57150" anchor="ctr" anchorCtr="0">
            <a:noAutofit/>
          </a:bodyPr>
          <a:lstStyle/>
          <a:p>
            <a:pPr marL="0" lvl="0" indent="0" algn="l" rtl="0">
              <a:spcBef>
                <a:spcPts val="0"/>
              </a:spcBef>
              <a:spcAft>
                <a:spcPts val="0"/>
              </a:spcAft>
              <a:buNone/>
            </a:pPr>
            <a:endParaRPr sz="900" b="1">
              <a:latin typeface="IBM Plex Sans"/>
              <a:ea typeface="IBM Plex Sans"/>
              <a:cs typeface="IBM Plex Sans"/>
              <a:sym typeface="IBM Plex Sans"/>
            </a:endParaRPr>
          </a:p>
        </p:txBody>
      </p:sp>
      <p:sp>
        <p:nvSpPr>
          <p:cNvPr id="1244" name="Google Shape;1244;p91"/>
          <p:cNvSpPr/>
          <p:nvPr/>
        </p:nvSpPr>
        <p:spPr>
          <a:xfrm>
            <a:off x="4628013" y="3349603"/>
            <a:ext cx="1973400" cy="1671300"/>
          </a:xfrm>
          <a:prstGeom prst="roundRect">
            <a:avLst>
              <a:gd name="adj" fmla="val 5827"/>
            </a:avLst>
          </a:prstGeom>
          <a:solidFill>
            <a:srgbClr val="FFFFFF"/>
          </a:solidFill>
          <a:ln>
            <a:noFill/>
          </a:ln>
        </p:spPr>
        <p:txBody>
          <a:bodyPr spcFirstLastPara="1" wrap="square" lIns="57150" tIns="57150" rIns="57150" bIns="57150" anchor="ctr" anchorCtr="0">
            <a:noAutofit/>
          </a:bodyPr>
          <a:lstStyle/>
          <a:p>
            <a:pPr marL="0" lvl="0" indent="0" algn="l" rtl="0">
              <a:spcBef>
                <a:spcPts val="0"/>
              </a:spcBef>
              <a:spcAft>
                <a:spcPts val="0"/>
              </a:spcAft>
              <a:buNone/>
            </a:pPr>
            <a:endParaRPr sz="900"/>
          </a:p>
        </p:txBody>
      </p:sp>
      <p:sp>
        <p:nvSpPr>
          <p:cNvPr id="1245" name="Google Shape;1245;p91"/>
          <p:cNvSpPr/>
          <p:nvPr/>
        </p:nvSpPr>
        <p:spPr>
          <a:xfrm>
            <a:off x="6713420" y="2996834"/>
            <a:ext cx="1971300" cy="1924200"/>
          </a:xfrm>
          <a:prstGeom prst="roundRect">
            <a:avLst>
              <a:gd name="adj" fmla="val 5827"/>
            </a:avLst>
          </a:prstGeom>
          <a:solidFill>
            <a:srgbClr val="FC5D0D"/>
          </a:solidFill>
          <a:ln>
            <a:noFill/>
          </a:ln>
        </p:spPr>
        <p:txBody>
          <a:bodyPr spcFirstLastPara="1" wrap="square" lIns="57150" tIns="57150" rIns="57150" bIns="57150" anchor="ctr" anchorCtr="0">
            <a:noAutofit/>
          </a:bodyPr>
          <a:lstStyle/>
          <a:p>
            <a:pPr marL="0" lvl="0" indent="0" algn="l" rtl="0">
              <a:spcBef>
                <a:spcPts val="0"/>
              </a:spcBef>
              <a:spcAft>
                <a:spcPts val="0"/>
              </a:spcAft>
              <a:buNone/>
            </a:pPr>
            <a:endParaRPr sz="900" b="1">
              <a:latin typeface="IBM Plex Sans"/>
              <a:ea typeface="IBM Plex Sans"/>
              <a:cs typeface="IBM Plex Sans"/>
              <a:sym typeface="IBM Plex Sans"/>
            </a:endParaRPr>
          </a:p>
        </p:txBody>
      </p:sp>
      <p:sp>
        <p:nvSpPr>
          <p:cNvPr id="1246" name="Google Shape;1246;p91"/>
          <p:cNvSpPr/>
          <p:nvPr/>
        </p:nvSpPr>
        <p:spPr>
          <a:xfrm>
            <a:off x="6713420" y="3349603"/>
            <a:ext cx="1973400" cy="1671300"/>
          </a:xfrm>
          <a:prstGeom prst="roundRect">
            <a:avLst>
              <a:gd name="adj" fmla="val 5827"/>
            </a:avLst>
          </a:prstGeom>
          <a:solidFill>
            <a:srgbClr val="FFFFFF"/>
          </a:solidFill>
          <a:ln>
            <a:noFill/>
          </a:ln>
        </p:spPr>
        <p:txBody>
          <a:bodyPr spcFirstLastPara="1" wrap="square" lIns="57150" tIns="57150" rIns="57150" bIns="57150" anchor="ctr" anchorCtr="0">
            <a:noAutofit/>
          </a:bodyPr>
          <a:lstStyle/>
          <a:p>
            <a:pPr marL="0" lvl="0" indent="0" algn="l" rtl="0">
              <a:spcBef>
                <a:spcPts val="0"/>
              </a:spcBef>
              <a:spcAft>
                <a:spcPts val="0"/>
              </a:spcAft>
              <a:buNone/>
            </a:pPr>
            <a:endParaRPr sz="900"/>
          </a:p>
        </p:txBody>
      </p:sp>
      <p:sp>
        <p:nvSpPr>
          <p:cNvPr id="1247" name="Google Shape;1247;p91"/>
          <p:cNvSpPr txBox="1"/>
          <p:nvPr/>
        </p:nvSpPr>
        <p:spPr>
          <a:xfrm>
            <a:off x="3037785" y="926444"/>
            <a:ext cx="963300" cy="246300"/>
          </a:xfrm>
          <a:prstGeom prst="rect">
            <a:avLst/>
          </a:prstGeom>
          <a:noFill/>
          <a:ln>
            <a:noFill/>
          </a:ln>
        </p:spPr>
        <p:txBody>
          <a:bodyPr spcFirstLastPara="1" wrap="square" lIns="68575" tIns="68575" rIns="68575" bIns="68575" anchor="ctr" anchorCtr="0">
            <a:noAutofit/>
          </a:bodyPr>
          <a:lstStyle/>
          <a:p>
            <a:pPr marL="0" lvl="0" indent="0" algn="ctr" rtl="0">
              <a:spcBef>
                <a:spcPts val="0"/>
              </a:spcBef>
              <a:spcAft>
                <a:spcPts val="0"/>
              </a:spcAft>
              <a:buNone/>
            </a:pPr>
            <a:r>
              <a:rPr lang="en" sz="1200">
                <a:solidFill>
                  <a:srgbClr val="FFFFFF"/>
                </a:solidFill>
                <a:latin typeface="IBM Plex Sans Medium"/>
                <a:ea typeface="IBM Plex Sans Medium"/>
                <a:cs typeface="IBM Plex Sans Medium"/>
                <a:sym typeface="IBM Plex Sans Medium"/>
              </a:rPr>
              <a:t>Insurance</a:t>
            </a:r>
            <a:endParaRPr sz="1200">
              <a:solidFill>
                <a:srgbClr val="FFFFFF"/>
              </a:solidFill>
              <a:latin typeface="IBM Plex Sans Medium"/>
              <a:ea typeface="IBM Plex Sans Medium"/>
              <a:cs typeface="IBM Plex Sans Medium"/>
              <a:sym typeface="IBM Plex Sans Medium"/>
            </a:endParaRPr>
          </a:p>
        </p:txBody>
      </p:sp>
      <p:sp>
        <p:nvSpPr>
          <p:cNvPr id="1248" name="Google Shape;1248;p91"/>
          <p:cNvSpPr txBox="1"/>
          <p:nvPr/>
        </p:nvSpPr>
        <p:spPr>
          <a:xfrm>
            <a:off x="7326036" y="926444"/>
            <a:ext cx="735600" cy="246300"/>
          </a:xfrm>
          <a:prstGeom prst="rect">
            <a:avLst/>
          </a:prstGeom>
          <a:noFill/>
          <a:ln>
            <a:noFill/>
          </a:ln>
        </p:spPr>
        <p:txBody>
          <a:bodyPr spcFirstLastPara="1" wrap="square" lIns="68575" tIns="68575" rIns="68575" bIns="68575" anchor="ctr" anchorCtr="0">
            <a:noAutofit/>
          </a:bodyPr>
          <a:lstStyle/>
          <a:p>
            <a:pPr marL="0" lvl="0" indent="0" algn="ctr" rtl="0">
              <a:spcBef>
                <a:spcPts val="0"/>
              </a:spcBef>
              <a:spcAft>
                <a:spcPts val="0"/>
              </a:spcAft>
              <a:buNone/>
            </a:pPr>
            <a:r>
              <a:rPr lang="en" sz="1200">
                <a:solidFill>
                  <a:srgbClr val="FFFFFF"/>
                </a:solidFill>
                <a:latin typeface="IBM Plex Sans Medium"/>
                <a:ea typeface="IBM Plex Sans Medium"/>
                <a:cs typeface="IBM Plex Sans Medium"/>
                <a:sym typeface="IBM Plex Sans Medium"/>
              </a:rPr>
              <a:t>Media</a:t>
            </a:r>
            <a:endParaRPr sz="1200">
              <a:solidFill>
                <a:srgbClr val="FFFFFF"/>
              </a:solidFill>
              <a:latin typeface="IBM Plex Sans Medium"/>
              <a:ea typeface="IBM Plex Sans Medium"/>
              <a:cs typeface="IBM Plex Sans Medium"/>
              <a:sym typeface="IBM Plex Sans Medium"/>
            </a:endParaRPr>
          </a:p>
        </p:txBody>
      </p:sp>
      <p:sp>
        <p:nvSpPr>
          <p:cNvPr id="1249" name="Google Shape;1249;p91"/>
          <p:cNvSpPr txBox="1"/>
          <p:nvPr/>
        </p:nvSpPr>
        <p:spPr>
          <a:xfrm>
            <a:off x="7106509" y="3057806"/>
            <a:ext cx="1273200" cy="246300"/>
          </a:xfrm>
          <a:prstGeom prst="rect">
            <a:avLst/>
          </a:prstGeom>
          <a:noFill/>
          <a:ln>
            <a:noFill/>
          </a:ln>
        </p:spPr>
        <p:txBody>
          <a:bodyPr spcFirstLastPara="1" wrap="square" lIns="68575" tIns="68575" rIns="68575" bIns="68575" anchor="ctr" anchorCtr="0">
            <a:noAutofit/>
          </a:bodyPr>
          <a:lstStyle/>
          <a:p>
            <a:pPr marL="0" lvl="0" indent="0" algn="ctr" rtl="0">
              <a:spcBef>
                <a:spcPts val="0"/>
              </a:spcBef>
              <a:spcAft>
                <a:spcPts val="0"/>
              </a:spcAft>
              <a:buNone/>
            </a:pPr>
            <a:r>
              <a:rPr lang="en" sz="1200">
                <a:solidFill>
                  <a:srgbClr val="FFFFFF"/>
                </a:solidFill>
                <a:latin typeface="IBM Plex Sans Medium"/>
                <a:ea typeface="IBM Plex Sans Medium"/>
                <a:cs typeface="IBM Plex Sans Medium"/>
                <a:sym typeface="IBM Plex Sans Medium"/>
              </a:rPr>
              <a:t>Public Sector</a:t>
            </a:r>
            <a:endParaRPr sz="1200">
              <a:solidFill>
                <a:srgbClr val="FFFFFF"/>
              </a:solidFill>
              <a:latin typeface="IBM Plex Sans Medium"/>
              <a:ea typeface="IBM Plex Sans Medium"/>
              <a:cs typeface="IBM Plex Sans Medium"/>
              <a:sym typeface="IBM Plex Sans Medium"/>
            </a:endParaRPr>
          </a:p>
        </p:txBody>
      </p:sp>
      <p:sp>
        <p:nvSpPr>
          <p:cNvPr id="1250" name="Google Shape;1250;p91"/>
          <p:cNvSpPr txBox="1"/>
          <p:nvPr/>
        </p:nvSpPr>
        <p:spPr>
          <a:xfrm>
            <a:off x="559852" y="3057806"/>
            <a:ext cx="1727400" cy="246300"/>
          </a:xfrm>
          <a:prstGeom prst="rect">
            <a:avLst/>
          </a:prstGeom>
          <a:noFill/>
          <a:ln>
            <a:noFill/>
          </a:ln>
        </p:spPr>
        <p:txBody>
          <a:bodyPr spcFirstLastPara="1" wrap="square" lIns="68575" tIns="68575" rIns="68575" bIns="68575" anchor="ctr" anchorCtr="0">
            <a:noAutofit/>
          </a:bodyPr>
          <a:lstStyle/>
          <a:p>
            <a:pPr marL="0" lvl="0" indent="0" algn="ctr" rtl="0">
              <a:spcBef>
                <a:spcPts val="0"/>
              </a:spcBef>
              <a:spcAft>
                <a:spcPts val="0"/>
              </a:spcAft>
              <a:buNone/>
            </a:pPr>
            <a:r>
              <a:rPr lang="en" sz="1200">
                <a:solidFill>
                  <a:srgbClr val="FFFFFF"/>
                </a:solidFill>
                <a:latin typeface="IBM Plex Sans Medium"/>
                <a:ea typeface="IBM Plex Sans Medium"/>
                <a:cs typeface="IBM Plex Sans Medium"/>
                <a:sym typeface="IBM Plex Sans Medium"/>
              </a:rPr>
              <a:t>Transport &amp; Logistics</a:t>
            </a:r>
            <a:endParaRPr sz="1200">
              <a:solidFill>
                <a:srgbClr val="FFFFFF"/>
              </a:solidFill>
              <a:latin typeface="IBM Plex Sans Medium"/>
              <a:ea typeface="IBM Plex Sans Medium"/>
              <a:cs typeface="IBM Plex Sans Medium"/>
              <a:sym typeface="IBM Plex Sans Medium"/>
            </a:endParaRPr>
          </a:p>
        </p:txBody>
      </p:sp>
      <p:sp>
        <p:nvSpPr>
          <p:cNvPr id="1251" name="Google Shape;1251;p91"/>
          <p:cNvSpPr txBox="1"/>
          <p:nvPr/>
        </p:nvSpPr>
        <p:spPr>
          <a:xfrm>
            <a:off x="2994014" y="3057806"/>
            <a:ext cx="1131000" cy="246300"/>
          </a:xfrm>
          <a:prstGeom prst="rect">
            <a:avLst/>
          </a:prstGeom>
          <a:noFill/>
          <a:ln>
            <a:noFill/>
          </a:ln>
        </p:spPr>
        <p:txBody>
          <a:bodyPr spcFirstLastPara="1" wrap="square" lIns="68575" tIns="68575" rIns="68575" bIns="68575" anchor="ctr" anchorCtr="0">
            <a:noAutofit/>
          </a:bodyPr>
          <a:lstStyle/>
          <a:p>
            <a:pPr marL="0" lvl="0" indent="0" algn="ctr" rtl="0">
              <a:spcBef>
                <a:spcPts val="0"/>
              </a:spcBef>
              <a:spcAft>
                <a:spcPts val="0"/>
              </a:spcAft>
              <a:buNone/>
            </a:pPr>
            <a:r>
              <a:rPr lang="en" sz="1200">
                <a:solidFill>
                  <a:srgbClr val="FFFFFF"/>
                </a:solidFill>
                <a:latin typeface="IBM Plex Sans Medium"/>
                <a:ea typeface="IBM Plex Sans Medium"/>
                <a:cs typeface="IBM Plex Sans Medium"/>
                <a:sym typeface="IBM Plex Sans Medium"/>
              </a:rPr>
              <a:t>Technology</a:t>
            </a:r>
            <a:endParaRPr sz="1200">
              <a:solidFill>
                <a:srgbClr val="FFFFFF"/>
              </a:solidFill>
              <a:latin typeface="IBM Plex Sans Medium"/>
              <a:ea typeface="IBM Plex Sans Medium"/>
              <a:cs typeface="IBM Plex Sans Medium"/>
              <a:sym typeface="IBM Plex Sans Medium"/>
            </a:endParaRPr>
          </a:p>
        </p:txBody>
      </p:sp>
      <p:sp>
        <p:nvSpPr>
          <p:cNvPr id="1252" name="Google Shape;1252;p91"/>
          <p:cNvSpPr txBox="1"/>
          <p:nvPr/>
        </p:nvSpPr>
        <p:spPr>
          <a:xfrm>
            <a:off x="5141472" y="926444"/>
            <a:ext cx="963300" cy="246300"/>
          </a:xfrm>
          <a:prstGeom prst="rect">
            <a:avLst/>
          </a:prstGeom>
          <a:noFill/>
          <a:ln>
            <a:noFill/>
          </a:ln>
        </p:spPr>
        <p:txBody>
          <a:bodyPr spcFirstLastPara="1" wrap="square" lIns="68575" tIns="68575" rIns="68575" bIns="68575" anchor="ctr" anchorCtr="0">
            <a:noAutofit/>
          </a:bodyPr>
          <a:lstStyle/>
          <a:p>
            <a:pPr marL="0" lvl="0" indent="0" algn="ctr" rtl="0">
              <a:spcBef>
                <a:spcPts val="0"/>
              </a:spcBef>
              <a:spcAft>
                <a:spcPts val="0"/>
              </a:spcAft>
              <a:buNone/>
            </a:pPr>
            <a:r>
              <a:rPr lang="en" sz="1200">
                <a:solidFill>
                  <a:srgbClr val="FFFFFF"/>
                </a:solidFill>
                <a:latin typeface="IBM Plex Sans Medium"/>
                <a:ea typeface="IBM Plex Sans Medium"/>
                <a:cs typeface="IBM Plex Sans Medium"/>
                <a:sym typeface="IBM Plex Sans Medium"/>
              </a:rPr>
              <a:t>Telecom</a:t>
            </a:r>
            <a:endParaRPr sz="1200">
              <a:solidFill>
                <a:srgbClr val="FFFFFF"/>
              </a:solidFill>
              <a:latin typeface="IBM Plex Sans Medium"/>
              <a:ea typeface="IBM Plex Sans Medium"/>
              <a:cs typeface="IBM Plex Sans Medium"/>
              <a:sym typeface="IBM Plex Sans Medium"/>
            </a:endParaRPr>
          </a:p>
        </p:txBody>
      </p:sp>
      <p:sp>
        <p:nvSpPr>
          <p:cNvPr id="1253" name="Google Shape;1253;p91"/>
          <p:cNvSpPr txBox="1"/>
          <p:nvPr/>
        </p:nvSpPr>
        <p:spPr>
          <a:xfrm>
            <a:off x="4981638" y="3057806"/>
            <a:ext cx="1320000" cy="246300"/>
          </a:xfrm>
          <a:prstGeom prst="rect">
            <a:avLst/>
          </a:prstGeom>
          <a:noFill/>
          <a:ln>
            <a:noFill/>
          </a:ln>
        </p:spPr>
        <p:txBody>
          <a:bodyPr spcFirstLastPara="1" wrap="square" lIns="68575" tIns="68575" rIns="68575" bIns="68575" anchor="ctr" anchorCtr="0">
            <a:noAutofit/>
          </a:bodyPr>
          <a:lstStyle/>
          <a:p>
            <a:pPr marL="0" lvl="0" indent="0" algn="ctr" rtl="0">
              <a:spcBef>
                <a:spcPts val="0"/>
              </a:spcBef>
              <a:spcAft>
                <a:spcPts val="0"/>
              </a:spcAft>
              <a:buNone/>
            </a:pPr>
            <a:r>
              <a:rPr lang="en" sz="1200">
                <a:solidFill>
                  <a:srgbClr val="FFFFFF"/>
                </a:solidFill>
                <a:latin typeface="IBM Plex Sans Medium"/>
                <a:ea typeface="IBM Plex Sans Medium"/>
                <a:cs typeface="IBM Plex Sans Medium"/>
                <a:sym typeface="IBM Plex Sans Medium"/>
              </a:rPr>
              <a:t>Manufacturing</a:t>
            </a:r>
            <a:endParaRPr sz="1200">
              <a:solidFill>
                <a:srgbClr val="FFFFFF"/>
              </a:solidFill>
              <a:latin typeface="IBM Plex Sans Medium"/>
              <a:ea typeface="IBM Plex Sans Medium"/>
              <a:cs typeface="IBM Plex Sans Medium"/>
              <a:sym typeface="IBM Plex Sans Medium"/>
            </a:endParaRPr>
          </a:p>
        </p:txBody>
      </p:sp>
      <p:sp>
        <p:nvSpPr>
          <p:cNvPr id="1254" name="Google Shape;1254;p91"/>
          <p:cNvSpPr txBox="1"/>
          <p:nvPr/>
        </p:nvSpPr>
        <p:spPr>
          <a:xfrm>
            <a:off x="622516" y="926444"/>
            <a:ext cx="1577700" cy="246300"/>
          </a:xfrm>
          <a:prstGeom prst="rect">
            <a:avLst/>
          </a:prstGeom>
          <a:noFill/>
          <a:ln>
            <a:noFill/>
          </a:ln>
        </p:spPr>
        <p:txBody>
          <a:bodyPr spcFirstLastPara="1" wrap="square" lIns="68575" tIns="68575" rIns="68575" bIns="68575" anchor="ctr" anchorCtr="0">
            <a:noAutofit/>
          </a:bodyPr>
          <a:lstStyle/>
          <a:p>
            <a:pPr marL="0" lvl="0" indent="0" algn="ctr" rtl="0">
              <a:spcBef>
                <a:spcPts val="0"/>
              </a:spcBef>
              <a:spcAft>
                <a:spcPts val="0"/>
              </a:spcAft>
              <a:buNone/>
            </a:pPr>
            <a:r>
              <a:rPr lang="en" sz="1200">
                <a:solidFill>
                  <a:srgbClr val="FFFFFF"/>
                </a:solidFill>
                <a:latin typeface="IBM Plex Sans Medium"/>
                <a:ea typeface="IBM Plex Sans Medium"/>
                <a:cs typeface="IBM Plex Sans Medium"/>
                <a:sym typeface="IBM Plex Sans Medium"/>
              </a:rPr>
              <a:t>Financial Services</a:t>
            </a:r>
            <a:endParaRPr sz="1200">
              <a:solidFill>
                <a:srgbClr val="FFFFFF"/>
              </a:solidFill>
              <a:latin typeface="IBM Plex Sans Medium"/>
              <a:ea typeface="IBM Plex Sans Medium"/>
              <a:cs typeface="IBM Plex Sans Medium"/>
              <a:sym typeface="IBM Plex Sans Medium"/>
            </a:endParaRPr>
          </a:p>
        </p:txBody>
      </p:sp>
      <p:pic>
        <p:nvPicPr>
          <p:cNvPr id="1255" name="Google Shape;1255;p91"/>
          <p:cNvPicPr preferRelativeResize="0"/>
          <p:nvPr/>
        </p:nvPicPr>
        <p:blipFill rotWithShape="1">
          <a:blip r:embed="rId2">
            <a:alphaModFix/>
          </a:blip>
          <a:srcRect/>
          <a:stretch/>
        </p:blipFill>
        <p:spPr>
          <a:xfrm>
            <a:off x="2760748" y="1482652"/>
            <a:ext cx="752844" cy="231504"/>
          </a:xfrm>
          <a:prstGeom prst="rect">
            <a:avLst/>
          </a:prstGeom>
          <a:noFill/>
          <a:ln>
            <a:noFill/>
          </a:ln>
        </p:spPr>
      </p:pic>
      <p:pic>
        <p:nvPicPr>
          <p:cNvPr id="1256" name="Google Shape;1256;p91"/>
          <p:cNvPicPr preferRelativeResize="0"/>
          <p:nvPr/>
        </p:nvPicPr>
        <p:blipFill rotWithShape="1">
          <a:blip r:embed="rId3">
            <a:alphaModFix/>
          </a:blip>
          <a:srcRect/>
          <a:stretch/>
        </p:blipFill>
        <p:spPr>
          <a:xfrm>
            <a:off x="3821212" y="2297221"/>
            <a:ext cx="443718" cy="372106"/>
          </a:xfrm>
          <a:prstGeom prst="rect">
            <a:avLst/>
          </a:prstGeom>
          <a:noFill/>
          <a:ln>
            <a:noFill/>
          </a:ln>
        </p:spPr>
      </p:pic>
      <p:pic>
        <p:nvPicPr>
          <p:cNvPr id="1257" name="Google Shape;1257;p91"/>
          <p:cNvPicPr preferRelativeResize="0"/>
          <p:nvPr/>
        </p:nvPicPr>
        <p:blipFill rotWithShape="1">
          <a:blip r:embed="rId4">
            <a:alphaModFix/>
          </a:blip>
          <a:srcRect/>
          <a:stretch/>
        </p:blipFill>
        <p:spPr>
          <a:xfrm>
            <a:off x="2762007" y="1934152"/>
            <a:ext cx="833916" cy="161132"/>
          </a:xfrm>
          <a:prstGeom prst="rect">
            <a:avLst/>
          </a:prstGeom>
          <a:noFill/>
          <a:ln>
            <a:noFill/>
          </a:ln>
        </p:spPr>
      </p:pic>
      <p:pic>
        <p:nvPicPr>
          <p:cNvPr id="1258" name="Google Shape;1258;p91"/>
          <p:cNvPicPr preferRelativeResize="0"/>
          <p:nvPr/>
        </p:nvPicPr>
        <p:blipFill rotWithShape="1">
          <a:blip r:embed="rId5">
            <a:alphaModFix/>
          </a:blip>
          <a:srcRect/>
          <a:stretch/>
        </p:blipFill>
        <p:spPr>
          <a:xfrm>
            <a:off x="3843700" y="1390383"/>
            <a:ext cx="375355" cy="372106"/>
          </a:xfrm>
          <a:prstGeom prst="rect">
            <a:avLst/>
          </a:prstGeom>
          <a:noFill/>
          <a:ln>
            <a:noFill/>
          </a:ln>
        </p:spPr>
      </p:pic>
      <p:pic>
        <p:nvPicPr>
          <p:cNvPr id="1259" name="Google Shape;1259;p91"/>
          <p:cNvPicPr preferRelativeResize="0"/>
          <p:nvPr/>
        </p:nvPicPr>
        <p:blipFill rotWithShape="1">
          <a:blip r:embed="rId6">
            <a:alphaModFix/>
          </a:blip>
          <a:srcRect/>
          <a:stretch/>
        </p:blipFill>
        <p:spPr>
          <a:xfrm>
            <a:off x="3761499" y="1828654"/>
            <a:ext cx="563158" cy="372106"/>
          </a:xfrm>
          <a:prstGeom prst="rect">
            <a:avLst/>
          </a:prstGeom>
          <a:noFill/>
          <a:ln>
            <a:noFill/>
          </a:ln>
        </p:spPr>
      </p:pic>
      <p:pic>
        <p:nvPicPr>
          <p:cNvPr id="1260" name="Google Shape;1260;p91"/>
          <p:cNvPicPr preferRelativeResize="0"/>
          <p:nvPr/>
        </p:nvPicPr>
        <p:blipFill rotWithShape="1">
          <a:blip r:embed="rId7">
            <a:alphaModFix/>
          </a:blip>
          <a:srcRect/>
          <a:stretch/>
        </p:blipFill>
        <p:spPr>
          <a:xfrm>
            <a:off x="2785740" y="2315269"/>
            <a:ext cx="752844" cy="232064"/>
          </a:xfrm>
          <a:prstGeom prst="rect">
            <a:avLst/>
          </a:prstGeom>
          <a:noFill/>
          <a:ln>
            <a:noFill/>
          </a:ln>
        </p:spPr>
      </p:pic>
      <p:pic>
        <p:nvPicPr>
          <p:cNvPr id="1261" name="Google Shape;1261;p91"/>
          <p:cNvPicPr preferRelativeResize="0"/>
          <p:nvPr/>
        </p:nvPicPr>
        <p:blipFill rotWithShape="1">
          <a:blip r:embed="rId8">
            <a:alphaModFix/>
          </a:blip>
          <a:srcRect/>
          <a:stretch/>
        </p:blipFill>
        <p:spPr>
          <a:xfrm>
            <a:off x="7739107" y="2374791"/>
            <a:ext cx="773072" cy="323467"/>
          </a:xfrm>
          <a:prstGeom prst="rect">
            <a:avLst/>
          </a:prstGeom>
          <a:noFill/>
          <a:ln>
            <a:noFill/>
          </a:ln>
        </p:spPr>
      </p:pic>
      <p:pic>
        <p:nvPicPr>
          <p:cNvPr id="1262" name="Google Shape;1262;p91"/>
          <p:cNvPicPr preferRelativeResize="0"/>
          <p:nvPr/>
        </p:nvPicPr>
        <p:blipFill rotWithShape="1">
          <a:blip r:embed="rId9">
            <a:alphaModFix/>
          </a:blip>
          <a:srcRect/>
          <a:stretch/>
        </p:blipFill>
        <p:spPr>
          <a:xfrm>
            <a:off x="7633568" y="1701031"/>
            <a:ext cx="783606" cy="337917"/>
          </a:xfrm>
          <a:prstGeom prst="rect">
            <a:avLst/>
          </a:prstGeom>
          <a:noFill/>
          <a:ln>
            <a:noFill/>
          </a:ln>
        </p:spPr>
      </p:pic>
      <p:pic>
        <p:nvPicPr>
          <p:cNvPr id="1263" name="Google Shape;1263;p91"/>
          <p:cNvPicPr preferRelativeResize="0"/>
          <p:nvPr/>
        </p:nvPicPr>
        <p:blipFill rotWithShape="1">
          <a:blip r:embed="rId10">
            <a:alphaModFix/>
          </a:blip>
          <a:srcRect/>
          <a:stretch/>
        </p:blipFill>
        <p:spPr>
          <a:xfrm>
            <a:off x="6822099" y="1923301"/>
            <a:ext cx="906640" cy="353683"/>
          </a:xfrm>
          <a:prstGeom prst="rect">
            <a:avLst/>
          </a:prstGeom>
          <a:noFill/>
          <a:ln>
            <a:noFill/>
          </a:ln>
        </p:spPr>
      </p:pic>
      <p:pic>
        <p:nvPicPr>
          <p:cNvPr id="1264" name="Google Shape;1264;p91"/>
          <p:cNvPicPr preferRelativeResize="0"/>
          <p:nvPr/>
        </p:nvPicPr>
        <p:blipFill rotWithShape="1">
          <a:blip r:embed="rId11">
            <a:alphaModFix/>
          </a:blip>
          <a:srcRect l="26600"/>
          <a:stretch/>
        </p:blipFill>
        <p:spPr>
          <a:xfrm>
            <a:off x="7502249" y="4496830"/>
            <a:ext cx="962785" cy="288259"/>
          </a:xfrm>
          <a:prstGeom prst="rect">
            <a:avLst/>
          </a:prstGeom>
          <a:noFill/>
          <a:ln>
            <a:noFill/>
          </a:ln>
        </p:spPr>
      </p:pic>
      <p:pic>
        <p:nvPicPr>
          <p:cNvPr id="1265" name="Google Shape;1265;p91"/>
          <p:cNvPicPr preferRelativeResize="0"/>
          <p:nvPr/>
        </p:nvPicPr>
        <p:blipFill>
          <a:blip r:embed="rId12">
            <a:alphaModFix/>
          </a:blip>
          <a:stretch>
            <a:fillRect/>
          </a:stretch>
        </p:blipFill>
        <p:spPr>
          <a:xfrm>
            <a:off x="7629065" y="3869594"/>
            <a:ext cx="888378" cy="188595"/>
          </a:xfrm>
          <a:prstGeom prst="rect">
            <a:avLst/>
          </a:prstGeom>
          <a:noFill/>
          <a:ln>
            <a:noFill/>
          </a:ln>
        </p:spPr>
      </p:pic>
      <p:pic>
        <p:nvPicPr>
          <p:cNvPr id="1266" name="Google Shape;1266;p91" descr="EDF - Logos, brands and logotypes"/>
          <p:cNvPicPr preferRelativeResize="0"/>
          <p:nvPr/>
        </p:nvPicPr>
        <p:blipFill rotWithShape="1">
          <a:blip r:embed="rId13">
            <a:alphaModFix/>
          </a:blip>
          <a:srcRect/>
          <a:stretch/>
        </p:blipFill>
        <p:spPr>
          <a:xfrm>
            <a:off x="6831533" y="4097231"/>
            <a:ext cx="962784" cy="235046"/>
          </a:xfrm>
          <a:prstGeom prst="rect">
            <a:avLst/>
          </a:prstGeom>
          <a:noFill/>
          <a:ln>
            <a:noFill/>
          </a:ln>
        </p:spPr>
      </p:pic>
      <p:pic>
        <p:nvPicPr>
          <p:cNvPr id="1267" name="Google Shape;1267;p91"/>
          <p:cNvPicPr preferRelativeResize="0"/>
          <p:nvPr/>
        </p:nvPicPr>
        <p:blipFill>
          <a:blip r:embed="rId14">
            <a:alphaModFix/>
          </a:blip>
          <a:stretch>
            <a:fillRect/>
          </a:stretch>
        </p:blipFill>
        <p:spPr>
          <a:xfrm>
            <a:off x="6891355" y="3491593"/>
            <a:ext cx="851082" cy="259269"/>
          </a:xfrm>
          <a:prstGeom prst="rect">
            <a:avLst/>
          </a:prstGeom>
          <a:noFill/>
          <a:ln>
            <a:noFill/>
          </a:ln>
        </p:spPr>
      </p:pic>
      <p:pic>
        <p:nvPicPr>
          <p:cNvPr id="1268" name="Google Shape;1268;p91" descr="Airbus Logo PNG Transparent &amp; SVG Vector - Freebie Supply"/>
          <p:cNvPicPr preferRelativeResize="0"/>
          <p:nvPr/>
        </p:nvPicPr>
        <p:blipFill rotWithShape="1">
          <a:blip r:embed="rId15">
            <a:alphaModFix/>
          </a:blip>
          <a:srcRect t="39280" b="40601"/>
          <a:stretch/>
        </p:blipFill>
        <p:spPr>
          <a:xfrm>
            <a:off x="814290" y="3567802"/>
            <a:ext cx="1180350" cy="235050"/>
          </a:xfrm>
          <a:prstGeom prst="rect">
            <a:avLst/>
          </a:prstGeom>
          <a:noFill/>
          <a:ln>
            <a:noFill/>
          </a:ln>
        </p:spPr>
      </p:pic>
      <p:pic>
        <p:nvPicPr>
          <p:cNvPr id="1269" name="Google Shape;1269;p91" descr="Kuehne + Nagel - Logos, brands and logotypes"/>
          <p:cNvPicPr preferRelativeResize="0"/>
          <p:nvPr/>
        </p:nvPicPr>
        <p:blipFill rotWithShape="1">
          <a:blip r:embed="rId16">
            <a:alphaModFix/>
          </a:blip>
          <a:srcRect/>
          <a:stretch/>
        </p:blipFill>
        <p:spPr>
          <a:xfrm>
            <a:off x="759065" y="3943745"/>
            <a:ext cx="1328790" cy="303487"/>
          </a:xfrm>
          <a:prstGeom prst="rect">
            <a:avLst/>
          </a:prstGeom>
          <a:noFill/>
          <a:ln>
            <a:noFill/>
          </a:ln>
        </p:spPr>
      </p:pic>
      <p:pic>
        <p:nvPicPr>
          <p:cNvPr id="1270" name="Google Shape;1270;p91" descr="Taking You From Point A to Point Possible - BNSF Logistics"/>
          <p:cNvPicPr preferRelativeResize="0"/>
          <p:nvPr/>
        </p:nvPicPr>
        <p:blipFill rotWithShape="1">
          <a:blip r:embed="rId17">
            <a:alphaModFix/>
          </a:blip>
          <a:srcRect/>
          <a:stretch/>
        </p:blipFill>
        <p:spPr>
          <a:xfrm>
            <a:off x="941283" y="4463955"/>
            <a:ext cx="1005284" cy="259274"/>
          </a:xfrm>
          <a:prstGeom prst="rect">
            <a:avLst/>
          </a:prstGeom>
          <a:noFill/>
          <a:ln>
            <a:noFill/>
          </a:ln>
        </p:spPr>
      </p:pic>
      <p:pic>
        <p:nvPicPr>
          <p:cNvPr id="1271" name="Google Shape;1271;p91"/>
          <p:cNvPicPr preferRelativeResize="0"/>
          <p:nvPr/>
        </p:nvPicPr>
        <p:blipFill rotWithShape="1">
          <a:blip r:embed="rId18">
            <a:alphaModFix/>
          </a:blip>
          <a:srcRect l="5440" t="29974" r="5812" b="33399"/>
          <a:stretch/>
        </p:blipFill>
        <p:spPr>
          <a:xfrm>
            <a:off x="3414634" y="4041143"/>
            <a:ext cx="1038339" cy="222113"/>
          </a:xfrm>
          <a:prstGeom prst="rect">
            <a:avLst/>
          </a:prstGeom>
          <a:noFill/>
          <a:ln>
            <a:noFill/>
          </a:ln>
        </p:spPr>
      </p:pic>
      <p:pic>
        <p:nvPicPr>
          <p:cNvPr id="1272" name="Google Shape;1272;p91"/>
          <p:cNvPicPr preferRelativeResize="0"/>
          <p:nvPr/>
        </p:nvPicPr>
        <p:blipFill>
          <a:blip r:embed="rId19">
            <a:alphaModFix/>
          </a:blip>
          <a:stretch>
            <a:fillRect/>
          </a:stretch>
        </p:blipFill>
        <p:spPr>
          <a:xfrm>
            <a:off x="3724123" y="3518703"/>
            <a:ext cx="614016" cy="182787"/>
          </a:xfrm>
          <a:prstGeom prst="rect">
            <a:avLst/>
          </a:prstGeom>
          <a:noFill/>
          <a:ln>
            <a:noFill/>
          </a:ln>
        </p:spPr>
      </p:pic>
      <p:pic>
        <p:nvPicPr>
          <p:cNvPr id="1273" name="Google Shape;1273;p91"/>
          <p:cNvPicPr preferRelativeResize="0"/>
          <p:nvPr/>
        </p:nvPicPr>
        <p:blipFill>
          <a:blip r:embed="rId20">
            <a:alphaModFix/>
          </a:blip>
          <a:stretch>
            <a:fillRect/>
          </a:stretch>
        </p:blipFill>
        <p:spPr>
          <a:xfrm>
            <a:off x="2680770" y="3749039"/>
            <a:ext cx="962788" cy="206832"/>
          </a:xfrm>
          <a:prstGeom prst="rect">
            <a:avLst/>
          </a:prstGeom>
          <a:noFill/>
          <a:ln>
            <a:noFill/>
          </a:ln>
        </p:spPr>
      </p:pic>
      <p:pic>
        <p:nvPicPr>
          <p:cNvPr id="1274" name="Google Shape;1274;p91"/>
          <p:cNvPicPr preferRelativeResize="0"/>
          <p:nvPr/>
        </p:nvPicPr>
        <p:blipFill>
          <a:blip r:embed="rId21">
            <a:alphaModFix/>
          </a:blip>
          <a:stretch>
            <a:fillRect/>
          </a:stretch>
        </p:blipFill>
        <p:spPr>
          <a:xfrm>
            <a:off x="2704923" y="4210428"/>
            <a:ext cx="559398" cy="444611"/>
          </a:xfrm>
          <a:prstGeom prst="rect">
            <a:avLst/>
          </a:prstGeom>
          <a:noFill/>
          <a:ln>
            <a:noFill/>
          </a:ln>
        </p:spPr>
      </p:pic>
      <p:pic>
        <p:nvPicPr>
          <p:cNvPr id="1275" name="Google Shape;1275;p91"/>
          <p:cNvPicPr preferRelativeResize="0"/>
          <p:nvPr/>
        </p:nvPicPr>
        <p:blipFill>
          <a:blip r:embed="rId22">
            <a:alphaModFix/>
          </a:blip>
          <a:stretch>
            <a:fillRect/>
          </a:stretch>
        </p:blipFill>
        <p:spPr>
          <a:xfrm>
            <a:off x="3538588" y="4558692"/>
            <a:ext cx="888377" cy="164548"/>
          </a:xfrm>
          <a:prstGeom prst="rect">
            <a:avLst/>
          </a:prstGeom>
          <a:noFill/>
          <a:ln>
            <a:noFill/>
          </a:ln>
        </p:spPr>
      </p:pic>
      <p:pic>
        <p:nvPicPr>
          <p:cNvPr id="1276" name="Google Shape;1276;p91"/>
          <p:cNvPicPr preferRelativeResize="0"/>
          <p:nvPr/>
        </p:nvPicPr>
        <p:blipFill>
          <a:blip r:embed="rId23">
            <a:alphaModFix/>
          </a:blip>
          <a:stretch>
            <a:fillRect/>
          </a:stretch>
        </p:blipFill>
        <p:spPr>
          <a:xfrm>
            <a:off x="5750234" y="1551706"/>
            <a:ext cx="794910" cy="188142"/>
          </a:xfrm>
          <a:prstGeom prst="rect">
            <a:avLst/>
          </a:prstGeom>
          <a:noFill/>
          <a:ln>
            <a:noFill/>
          </a:ln>
        </p:spPr>
      </p:pic>
      <p:pic>
        <p:nvPicPr>
          <p:cNvPr id="1277" name="Google Shape;1277;p91"/>
          <p:cNvPicPr preferRelativeResize="0"/>
          <p:nvPr/>
        </p:nvPicPr>
        <p:blipFill>
          <a:blip r:embed="rId24">
            <a:alphaModFix/>
          </a:blip>
          <a:stretch>
            <a:fillRect/>
          </a:stretch>
        </p:blipFill>
        <p:spPr>
          <a:xfrm>
            <a:off x="4753549" y="1375086"/>
            <a:ext cx="951554" cy="270151"/>
          </a:xfrm>
          <a:prstGeom prst="rect">
            <a:avLst/>
          </a:prstGeom>
          <a:noFill/>
          <a:ln>
            <a:noFill/>
          </a:ln>
        </p:spPr>
      </p:pic>
      <p:pic>
        <p:nvPicPr>
          <p:cNvPr id="1278" name="Google Shape;1278;p91"/>
          <p:cNvPicPr preferRelativeResize="0"/>
          <p:nvPr/>
        </p:nvPicPr>
        <p:blipFill>
          <a:blip r:embed="rId25">
            <a:alphaModFix/>
          </a:blip>
          <a:stretch>
            <a:fillRect/>
          </a:stretch>
        </p:blipFill>
        <p:spPr>
          <a:xfrm>
            <a:off x="4733241" y="1801691"/>
            <a:ext cx="951552" cy="250764"/>
          </a:xfrm>
          <a:prstGeom prst="rect">
            <a:avLst/>
          </a:prstGeom>
          <a:noFill/>
          <a:ln>
            <a:noFill/>
          </a:ln>
        </p:spPr>
      </p:pic>
      <p:pic>
        <p:nvPicPr>
          <p:cNvPr id="1279" name="Google Shape;1279;p91"/>
          <p:cNvPicPr preferRelativeResize="0"/>
          <p:nvPr/>
        </p:nvPicPr>
        <p:blipFill>
          <a:blip r:embed="rId26">
            <a:alphaModFix/>
          </a:blip>
          <a:stretch>
            <a:fillRect/>
          </a:stretch>
        </p:blipFill>
        <p:spPr>
          <a:xfrm>
            <a:off x="4871660" y="2208911"/>
            <a:ext cx="351750" cy="349405"/>
          </a:xfrm>
          <a:prstGeom prst="rect">
            <a:avLst/>
          </a:prstGeom>
          <a:noFill/>
          <a:ln>
            <a:noFill/>
          </a:ln>
        </p:spPr>
      </p:pic>
      <p:pic>
        <p:nvPicPr>
          <p:cNvPr id="1280" name="Google Shape;1280;p91"/>
          <p:cNvPicPr preferRelativeResize="0"/>
          <p:nvPr/>
        </p:nvPicPr>
        <p:blipFill>
          <a:blip r:embed="rId27">
            <a:alphaModFix/>
          </a:blip>
          <a:stretch>
            <a:fillRect/>
          </a:stretch>
        </p:blipFill>
        <p:spPr>
          <a:xfrm>
            <a:off x="5817095" y="1912415"/>
            <a:ext cx="728040" cy="344640"/>
          </a:xfrm>
          <a:prstGeom prst="rect">
            <a:avLst/>
          </a:prstGeom>
          <a:noFill/>
          <a:ln>
            <a:noFill/>
          </a:ln>
        </p:spPr>
      </p:pic>
      <p:pic>
        <p:nvPicPr>
          <p:cNvPr id="1281" name="Google Shape;1281;p91"/>
          <p:cNvPicPr preferRelativeResize="0"/>
          <p:nvPr/>
        </p:nvPicPr>
        <p:blipFill>
          <a:blip r:embed="rId28">
            <a:alphaModFix/>
          </a:blip>
          <a:stretch>
            <a:fillRect/>
          </a:stretch>
        </p:blipFill>
        <p:spPr>
          <a:xfrm>
            <a:off x="4792986" y="3594589"/>
            <a:ext cx="1038323" cy="181473"/>
          </a:xfrm>
          <a:prstGeom prst="rect">
            <a:avLst/>
          </a:prstGeom>
          <a:noFill/>
          <a:ln>
            <a:noFill/>
          </a:ln>
        </p:spPr>
      </p:pic>
      <p:pic>
        <p:nvPicPr>
          <p:cNvPr id="1282" name="Google Shape;1282;p91"/>
          <p:cNvPicPr preferRelativeResize="0"/>
          <p:nvPr/>
        </p:nvPicPr>
        <p:blipFill>
          <a:blip r:embed="rId29">
            <a:alphaModFix/>
          </a:blip>
          <a:stretch>
            <a:fillRect/>
          </a:stretch>
        </p:blipFill>
        <p:spPr>
          <a:xfrm>
            <a:off x="5436956" y="3904979"/>
            <a:ext cx="927603" cy="175762"/>
          </a:xfrm>
          <a:prstGeom prst="rect">
            <a:avLst/>
          </a:prstGeom>
          <a:noFill/>
          <a:ln>
            <a:noFill/>
          </a:ln>
        </p:spPr>
      </p:pic>
      <p:pic>
        <p:nvPicPr>
          <p:cNvPr id="1283" name="Google Shape;1283;p91"/>
          <p:cNvPicPr preferRelativeResize="0"/>
          <p:nvPr/>
        </p:nvPicPr>
        <p:blipFill>
          <a:blip r:embed="rId30">
            <a:alphaModFix/>
          </a:blip>
          <a:stretch>
            <a:fillRect/>
          </a:stretch>
        </p:blipFill>
        <p:spPr>
          <a:xfrm>
            <a:off x="4784919" y="4066662"/>
            <a:ext cx="680136" cy="316445"/>
          </a:xfrm>
          <a:prstGeom prst="rect">
            <a:avLst/>
          </a:prstGeom>
          <a:noFill/>
          <a:ln>
            <a:noFill/>
          </a:ln>
        </p:spPr>
      </p:pic>
      <p:pic>
        <p:nvPicPr>
          <p:cNvPr id="1284" name="Google Shape;1284;p91" descr="Who We Are | Zymergen"/>
          <p:cNvPicPr preferRelativeResize="0"/>
          <p:nvPr/>
        </p:nvPicPr>
        <p:blipFill rotWithShape="1">
          <a:blip r:embed="rId31">
            <a:alphaModFix/>
          </a:blip>
          <a:srcRect/>
          <a:stretch/>
        </p:blipFill>
        <p:spPr>
          <a:xfrm>
            <a:off x="5112097" y="4558692"/>
            <a:ext cx="1180348" cy="179166"/>
          </a:xfrm>
          <a:prstGeom prst="rect">
            <a:avLst/>
          </a:prstGeom>
          <a:noFill/>
          <a:ln>
            <a:noFill/>
          </a:ln>
        </p:spPr>
      </p:pic>
      <p:pic>
        <p:nvPicPr>
          <p:cNvPr id="1285" name="Google Shape;1285;p91"/>
          <p:cNvPicPr preferRelativeResize="0"/>
          <p:nvPr/>
        </p:nvPicPr>
        <p:blipFill rotWithShape="1">
          <a:blip r:embed="rId32">
            <a:alphaModFix/>
          </a:blip>
          <a:srcRect/>
          <a:stretch/>
        </p:blipFill>
        <p:spPr>
          <a:xfrm>
            <a:off x="554297" y="1472302"/>
            <a:ext cx="934303" cy="192781"/>
          </a:xfrm>
          <a:prstGeom prst="rect">
            <a:avLst/>
          </a:prstGeom>
          <a:noFill/>
          <a:ln>
            <a:noFill/>
          </a:ln>
        </p:spPr>
      </p:pic>
      <p:pic>
        <p:nvPicPr>
          <p:cNvPr id="1286" name="Google Shape;1286;p91"/>
          <p:cNvPicPr preferRelativeResize="0"/>
          <p:nvPr/>
        </p:nvPicPr>
        <p:blipFill rotWithShape="1">
          <a:blip r:embed="rId33">
            <a:alphaModFix/>
          </a:blip>
          <a:srcRect/>
          <a:stretch/>
        </p:blipFill>
        <p:spPr>
          <a:xfrm>
            <a:off x="554293" y="1909561"/>
            <a:ext cx="934303" cy="240576"/>
          </a:xfrm>
          <a:prstGeom prst="rect">
            <a:avLst/>
          </a:prstGeom>
          <a:noFill/>
          <a:ln>
            <a:noFill/>
          </a:ln>
        </p:spPr>
      </p:pic>
      <p:pic>
        <p:nvPicPr>
          <p:cNvPr id="1287" name="Google Shape;1287;p91"/>
          <p:cNvPicPr preferRelativeResize="0"/>
          <p:nvPr/>
        </p:nvPicPr>
        <p:blipFill rotWithShape="1">
          <a:blip r:embed="rId34">
            <a:alphaModFix/>
          </a:blip>
          <a:srcRect/>
          <a:stretch/>
        </p:blipFill>
        <p:spPr>
          <a:xfrm>
            <a:off x="1469363" y="1448398"/>
            <a:ext cx="962273" cy="240586"/>
          </a:xfrm>
          <a:prstGeom prst="rect">
            <a:avLst/>
          </a:prstGeom>
          <a:noFill/>
          <a:ln>
            <a:noFill/>
          </a:ln>
        </p:spPr>
      </p:pic>
      <p:pic>
        <p:nvPicPr>
          <p:cNvPr id="1288" name="Google Shape;1288;p91"/>
          <p:cNvPicPr preferRelativeResize="0"/>
          <p:nvPr/>
        </p:nvPicPr>
        <p:blipFill rotWithShape="1">
          <a:blip r:embed="rId35">
            <a:alphaModFix/>
          </a:blip>
          <a:srcRect/>
          <a:stretch/>
        </p:blipFill>
        <p:spPr>
          <a:xfrm>
            <a:off x="1617943" y="1916659"/>
            <a:ext cx="665097" cy="192777"/>
          </a:xfrm>
          <a:prstGeom prst="rect">
            <a:avLst/>
          </a:prstGeom>
          <a:noFill/>
          <a:ln>
            <a:noFill/>
          </a:ln>
        </p:spPr>
      </p:pic>
      <p:pic>
        <p:nvPicPr>
          <p:cNvPr id="1289" name="Google Shape;1289;p91"/>
          <p:cNvPicPr preferRelativeResize="0"/>
          <p:nvPr/>
        </p:nvPicPr>
        <p:blipFill rotWithShape="1">
          <a:blip r:embed="rId36">
            <a:alphaModFix/>
          </a:blip>
          <a:srcRect/>
          <a:stretch/>
        </p:blipFill>
        <p:spPr>
          <a:xfrm>
            <a:off x="1784695" y="2337101"/>
            <a:ext cx="331609" cy="272045"/>
          </a:xfrm>
          <a:prstGeom prst="rect">
            <a:avLst/>
          </a:prstGeom>
          <a:noFill/>
          <a:ln>
            <a:noFill/>
          </a:ln>
        </p:spPr>
      </p:pic>
      <p:pic>
        <p:nvPicPr>
          <p:cNvPr id="1290" name="Google Shape;1290;p91"/>
          <p:cNvPicPr preferRelativeResize="0"/>
          <p:nvPr/>
        </p:nvPicPr>
        <p:blipFill rotWithShape="1">
          <a:blip r:embed="rId37">
            <a:alphaModFix/>
          </a:blip>
          <a:srcRect/>
          <a:stretch/>
        </p:blipFill>
        <p:spPr>
          <a:xfrm>
            <a:off x="554294" y="2370696"/>
            <a:ext cx="934303" cy="272038"/>
          </a:xfrm>
          <a:prstGeom prst="rect">
            <a:avLst/>
          </a:prstGeom>
          <a:noFill/>
          <a:ln>
            <a:noFill/>
          </a:ln>
        </p:spPr>
      </p:pic>
      <p:pic>
        <p:nvPicPr>
          <p:cNvPr id="1291" name="Google Shape;1291;p91"/>
          <p:cNvPicPr preferRelativeResize="0"/>
          <p:nvPr/>
        </p:nvPicPr>
        <p:blipFill>
          <a:blip r:embed="rId38">
            <a:alphaModFix/>
          </a:blip>
          <a:stretch>
            <a:fillRect/>
          </a:stretch>
        </p:blipFill>
        <p:spPr>
          <a:xfrm>
            <a:off x="6902969" y="1457298"/>
            <a:ext cx="1082588" cy="164547"/>
          </a:xfrm>
          <a:prstGeom prst="rect">
            <a:avLst/>
          </a:prstGeom>
          <a:noFill/>
          <a:ln>
            <a:noFill/>
          </a:ln>
        </p:spPr>
      </p:pic>
      <p:pic>
        <p:nvPicPr>
          <p:cNvPr id="1292" name="Google Shape;1292;p91"/>
          <p:cNvPicPr preferRelativeResize="0"/>
          <p:nvPr/>
        </p:nvPicPr>
        <p:blipFill>
          <a:blip r:embed="rId39">
            <a:alphaModFix/>
          </a:blip>
          <a:stretch>
            <a:fillRect/>
          </a:stretch>
        </p:blipFill>
        <p:spPr>
          <a:xfrm>
            <a:off x="8544852" y="62010"/>
            <a:ext cx="599140" cy="599141"/>
          </a:xfrm>
          <a:prstGeom prst="rect">
            <a:avLst/>
          </a:prstGeom>
          <a:noFill/>
          <a:ln>
            <a:noFill/>
          </a:ln>
        </p:spPr>
      </p:pic>
      <p:sp>
        <p:nvSpPr>
          <p:cNvPr id="1293" name="Google Shape;1293;p91"/>
          <p:cNvSpPr txBox="1"/>
          <p:nvPr/>
        </p:nvSpPr>
        <p:spPr>
          <a:xfrm>
            <a:off x="466925" y="118575"/>
            <a:ext cx="8220000" cy="5232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r>
              <a:rPr lang="en" sz="3400" b="1">
                <a:solidFill>
                  <a:schemeClr val="dk1"/>
                </a:solidFill>
                <a:latin typeface="IBM Plex Sans"/>
                <a:ea typeface="IBM Plex Sans"/>
                <a:cs typeface="IBM Plex Sans"/>
                <a:sym typeface="IBM Plex Sans"/>
              </a:rPr>
              <a:t>400+ Customers Across Industries</a:t>
            </a:r>
            <a:endParaRPr sz="3400" b="1">
              <a:solidFill>
                <a:schemeClr val="dk1"/>
              </a:solidFill>
              <a:latin typeface="IBM Plex Sans"/>
              <a:ea typeface="IBM Plex Sans"/>
              <a:cs typeface="IBM Plex Sans"/>
              <a:sym typeface="IBM Plex Sans"/>
            </a:endParaRPr>
          </a:p>
        </p:txBody>
      </p:sp>
      <p:sp>
        <p:nvSpPr>
          <p:cNvPr id="1294" name="Google Shape;1294;p91"/>
          <p:cNvSpPr txBox="1">
            <a:spLocks noGrp="1"/>
          </p:cNvSpPr>
          <p:nvPr>
            <p:ph type="sldNum" idx="12"/>
          </p:nvPr>
        </p:nvSpPr>
        <p:spPr>
          <a:xfrm>
            <a:off x="8366700" y="4805546"/>
            <a:ext cx="548700" cy="215400"/>
          </a:xfrm>
          <a:prstGeom prst="rect">
            <a:avLst/>
          </a:prstGeom>
        </p:spPr>
        <p:txBody>
          <a:bodyPr spcFirstLastPara="1" wrap="square" lIns="0" tIns="0" rIns="0" bIns="0" anchor="b"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pic>
        <p:nvPicPr>
          <p:cNvPr id="1295" name="Google Shape;1295;p91"/>
          <p:cNvPicPr preferRelativeResize="0"/>
          <p:nvPr/>
        </p:nvPicPr>
        <p:blipFill>
          <a:blip r:embed="rId40">
            <a:alphaModFix/>
          </a:blip>
          <a:stretch>
            <a:fillRect/>
          </a:stretch>
        </p:blipFill>
        <p:spPr>
          <a:xfrm>
            <a:off x="5659702" y="2382050"/>
            <a:ext cx="328723" cy="400842"/>
          </a:xfrm>
          <a:prstGeom prst="rect">
            <a:avLst/>
          </a:prstGeom>
          <a:noFill/>
          <a:ln>
            <a:noFill/>
          </a:ln>
        </p:spPr>
      </p:pic>
    </p:spTree>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matchingName="Closing">
  <p:cSld name="SECTION_HEADER_1_1">
    <p:bg>
      <p:bgPr>
        <a:solidFill>
          <a:schemeClr val="dk1"/>
        </a:solidFill>
        <a:effectLst/>
      </p:bgPr>
    </p:bg>
    <p:spTree>
      <p:nvGrpSpPr>
        <p:cNvPr id="1" name="Shape 1296"/>
        <p:cNvGrpSpPr/>
        <p:nvPr/>
      </p:nvGrpSpPr>
      <p:grpSpPr>
        <a:xfrm>
          <a:off x="0" y="0"/>
          <a:ext cx="0" cy="0"/>
          <a:chOff x="0" y="0"/>
          <a:chExt cx="0" cy="0"/>
        </a:xfrm>
      </p:grpSpPr>
      <p:sp>
        <p:nvSpPr>
          <p:cNvPr id="1297" name="Google Shape;1297;p92"/>
          <p:cNvSpPr txBox="1">
            <a:spLocks noGrp="1"/>
          </p:cNvSpPr>
          <p:nvPr>
            <p:ph type="title"/>
          </p:nvPr>
        </p:nvSpPr>
        <p:spPr>
          <a:xfrm>
            <a:off x="457200" y="1152475"/>
            <a:ext cx="8229600" cy="841800"/>
          </a:xfrm>
          <a:prstGeom prst="rect">
            <a:avLst/>
          </a:prstGeom>
        </p:spPr>
        <p:txBody>
          <a:bodyPr spcFirstLastPara="1" wrap="square" lIns="0" tIns="0" rIns="0" bIns="0" anchor="t" anchorCtr="0">
            <a:normAutofit/>
          </a:bodyPr>
          <a:lstStyle>
            <a:lvl1pPr lvl="0" rtl="0">
              <a:spcBef>
                <a:spcPts val="0"/>
              </a:spcBef>
              <a:spcAft>
                <a:spcPts val="0"/>
              </a:spcAft>
              <a:buClr>
                <a:schemeClr val="lt2"/>
              </a:buClr>
              <a:buSzPts val="3400"/>
              <a:buNone/>
              <a:defRPr>
                <a:solidFill>
                  <a:schemeClr val="lt2"/>
                </a:solidFill>
              </a:defRPr>
            </a:lvl1pPr>
            <a:lvl2pPr lvl="1" rtl="0">
              <a:spcBef>
                <a:spcPts val="0"/>
              </a:spcBef>
              <a:spcAft>
                <a:spcPts val="0"/>
              </a:spcAft>
              <a:buSzPts val="3400"/>
              <a:buNone/>
              <a:defRPr sz="3400"/>
            </a:lvl2pPr>
            <a:lvl3pPr lvl="2" rtl="0">
              <a:spcBef>
                <a:spcPts val="0"/>
              </a:spcBef>
              <a:spcAft>
                <a:spcPts val="0"/>
              </a:spcAft>
              <a:buSzPts val="3400"/>
              <a:buNone/>
              <a:defRPr sz="3400"/>
            </a:lvl3pPr>
            <a:lvl4pPr lvl="3" rtl="0">
              <a:spcBef>
                <a:spcPts val="0"/>
              </a:spcBef>
              <a:spcAft>
                <a:spcPts val="0"/>
              </a:spcAft>
              <a:buSzPts val="3400"/>
              <a:buNone/>
              <a:defRPr sz="3400"/>
            </a:lvl4pPr>
            <a:lvl5pPr lvl="4" rtl="0">
              <a:spcBef>
                <a:spcPts val="0"/>
              </a:spcBef>
              <a:spcAft>
                <a:spcPts val="0"/>
              </a:spcAft>
              <a:buSzPts val="3400"/>
              <a:buNone/>
              <a:defRPr sz="3400"/>
            </a:lvl5pPr>
            <a:lvl6pPr lvl="5" rtl="0">
              <a:spcBef>
                <a:spcPts val="0"/>
              </a:spcBef>
              <a:spcAft>
                <a:spcPts val="0"/>
              </a:spcAft>
              <a:buSzPts val="3400"/>
              <a:buNone/>
              <a:defRPr sz="3400"/>
            </a:lvl6pPr>
            <a:lvl7pPr lvl="6" rtl="0">
              <a:spcBef>
                <a:spcPts val="0"/>
              </a:spcBef>
              <a:spcAft>
                <a:spcPts val="0"/>
              </a:spcAft>
              <a:buSzPts val="3400"/>
              <a:buNone/>
              <a:defRPr sz="3400"/>
            </a:lvl7pPr>
            <a:lvl8pPr lvl="7" rtl="0">
              <a:spcBef>
                <a:spcPts val="0"/>
              </a:spcBef>
              <a:spcAft>
                <a:spcPts val="0"/>
              </a:spcAft>
              <a:buSzPts val="3400"/>
              <a:buNone/>
              <a:defRPr sz="3400"/>
            </a:lvl8pPr>
            <a:lvl9pPr lvl="8" rtl="0">
              <a:spcBef>
                <a:spcPts val="0"/>
              </a:spcBef>
              <a:spcAft>
                <a:spcPts val="0"/>
              </a:spcAft>
              <a:buSzPts val="3400"/>
              <a:buNone/>
              <a:defRPr sz="3400"/>
            </a:lvl9pPr>
          </a:lstStyle>
          <a:p>
            <a:endParaRPr/>
          </a:p>
        </p:txBody>
      </p:sp>
      <p:sp>
        <p:nvSpPr>
          <p:cNvPr id="1298" name="Google Shape;1298;p92"/>
          <p:cNvSpPr txBox="1">
            <a:spLocks noGrp="1"/>
          </p:cNvSpPr>
          <p:nvPr>
            <p:ph type="sldNum" idx="12"/>
          </p:nvPr>
        </p:nvSpPr>
        <p:spPr>
          <a:xfrm>
            <a:off x="8366700" y="4805546"/>
            <a:ext cx="548700" cy="215400"/>
          </a:xfrm>
          <a:prstGeom prst="rect">
            <a:avLst/>
          </a:prstGeom>
        </p:spPr>
        <p:txBody>
          <a:bodyPr spcFirstLastPara="1" wrap="square" lIns="0" tIns="0" rIns="0" bIns="0" anchor="b" anchorCtr="0">
            <a:normAutofit/>
          </a:bodyPr>
          <a:lstStyle>
            <a:lvl1pPr lvl="0" rtl="0">
              <a:buNone/>
              <a:defRPr>
                <a:solidFill>
                  <a:schemeClr val="accent5"/>
                </a:solidFill>
              </a:defRPr>
            </a:lvl1pPr>
            <a:lvl2pPr lvl="1" rtl="0">
              <a:buNone/>
              <a:defRPr>
                <a:solidFill>
                  <a:schemeClr val="accent5"/>
                </a:solidFill>
              </a:defRPr>
            </a:lvl2pPr>
            <a:lvl3pPr lvl="2" rtl="0">
              <a:buNone/>
              <a:defRPr>
                <a:solidFill>
                  <a:schemeClr val="accent5"/>
                </a:solidFill>
              </a:defRPr>
            </a:lvl3pPr>
            <a:lvl4pPr lvl="3" rtl="0">
              <a:buNone/>
              <a:defRPr>
                <a:solidFill>
                  <a:schemeClr val="accent5"/>
                </a:solidFill>
              </a:defRPr>
            </a:lvl4pPr>
            <a:lvl5pPr lvl="4" rtl="0">
              <a:buNone/>
              <a:defRPr>
                <a:solidFill>
                  <a:schemeClr val="accent5"/>
                </a:solidFill>
              </a:defRPr>
            </a:lvl5pPr>
            <a:lvl6pPr lvl="5" rtl="0">
              <a:buNone/>
              <a:defRPr>
                <a:solidFill>
                  <a:schemeClr val="accent5"/>
                </a:solidFill>
              </a:defRPr>
            </a:lvl6pPr>
            <a:lvl7pPr lvl="6" rtl="0">
              <a:buNone/>
              <a:defRPr>
                <a:solidFill>
                  <a:schemeClr val="accent5"/>
                </a:solidFill>
              </a:defRPr>
            </a:lvl7pPr>
            <a:lvl8pPr lvl="7" rtl="0">
              <a:buNone/>
              <a:defRPr>
                <a:solidFill>
                  <a:schemeClr val="accent5"/>
                </a:solidFill>
              </a:defRPr>
            </a:lvl8pPr>
            <a:lvl9pPr lvl="8" rtl="0">
              <a:buNone/>
              <a:defRPr>
                <a:solidFill>
                  <a:schemeClr val="accent5"/>
                </a:solidFill>
              </a:defRPr>
            </a:lvl9pPr>
          </a:lstStyle>
          <a:p>
            <a:pPr marL="0" lvl="0" indent="0" algn="r" rtl="0">
              <a:spcBef>
                <a:spcPts val="0"/>
              </a:spcBef>
              <a:spcAft>
                <a:spcPts val="0"/>
              </a:spcAft>
              <a:buNone/>
            </a:pPr>
            <a:fld id="{00000000-1234-1234-1234-123412341234}" type="slidenum">
              <a:rPr lang="en"/>
              <a:t>‹#›</a:t>
            </a:fld>
            <a:endParaRPr/>
          </a:p>
        </p:txBody>
      </p:sp>
      <p:pic>
        <p:nvPicPr>
          <p:cNvPr id="1299" name="Google Shape;1299;p92"/>
          <p:cNvPicPr preferRelativeResize="0"/>
          <p:nvPr/>
        </p:nvPicPr>
        <p:blipFill>
          <a:blip r:embed="rId2">
            <a:alphaModFix/>
          </a:blip>
          <a:stretch>
            <a:fillRect/>
          </a:stretch>
        </p:blipFill>
        <p:spPr>
          <a:xfrm>
            <a:off x="8544859" y="62003"/>
            <a:ext cx="599140" cy="599141"/>
          </a:xfrm>
          <a:prstGeom prst="rect">
            <a:avLst/>
          </a:prstGeom>
          <a:noFill/>
          <a:ln>
            <a:noFill/>
          </a:ln>
        </p:spPr>
      </p:pic>
      <p:sp>
        <p:nvSpPr>
          <p:cNvPr id="1300" name="Google Shape;1300;p92"/>
          <p:cNvSpPr txBox="1">
            <a:spLocks noGrp="1"/>
          </p:cNvSpPr>
          <p:nvPr>
            <p:ph type="subTitle" idx="1"/>
          </p:nvPr>
        </p:nvSpPr>
        <p:spPr>
          <a:xfrm>
            <a:off x="467075" y="4814525"/>
            <a:ext cx="2326500" cy="206400"/>
          </a:xfrm>
          <a:prstGeom prst="rect">
            <a:avLst/>
          </a:prstGeom>
        </p:spPr>
        <p:txBody>
          <a:bodyPr spcFirstLastPara="1" wrap="square" lIns="0" tIns="0" rIns="0" bIns="0" anchor="b" anchorCtr="0">
            <a:normAutofit/>
          </a:bodyPr>
          <a:lstStyle>
            <a:lvl1pPr lvl="0" rtl="0">
              <a:spcBef>
                <a:spcPts val="0"/>
              </a:spcBef>
              <a:spcAft>
                <a:spcPts val="0"/>
              </a:spcAft>
              <a:buClr>
                <a:schemeClr val="accent5"/>
              </a:buClr>
              <a:buSzPts val="700"/>
              <a:buNone/>
              <a:defRPr sz="700">
                <a:solidFill>
                  <a:schemeClr val="accent5"/>
                </a:solidFill>
              </a:defRPr>
            </a:lvl1pPr>
            <a:lvl2pPr lvl="1" rtl="0">
              <a:spcBef>
                <a:spcPts val="0"/>
              </a:spcBef>
              <a:spcAft>
                <a:spcPts val="0"/>
              </a:spcAft>
              <a:buClr>
                <a:schemeClr val="accent5"/>
              </a:buClr>
              <a:buSzPts val="1400"/>
              <a:buNone/>
              <a:defRPr>
                <a:solidFill>
                  <a:schemeClr val="accent5"/>
                </a:solidFill>
              </a:defRPr>
            </a:lvl2pPr>
            <a:lvl3pPr lvl="2" rtl="0">
              <a:spcBef>
                <a:spcPts val="0"/>
              </a:spcBef>
              <a:spcAft>
                <a:spcPts val="0"/>
              </a:spcAft>
              <a:buClr>
                <a:schemeClr val="accent5"/>
              </a:buClr>
              <a:buSzPts val="1400"/>
              <a:buNone/>
              <a:defRPr>
                <a:solidFill>
                  <a:schemeClr val="accent5"/>
                </a:solidFill>
              </a:defRPr>
            </a:lvl3pPr>
            <a:lvl4pPr lvl="3" rtl="0">
              <a:spcBef>
                <a:spcPts val="0"/>
              </a:spcBef>
              <a:spcAft>
                <a:spcPts val="0"/>
              </a:spcAft>
              <a:buClr>
                <a:schemeClr val="accent5"/>
              </a:buClr>
              <a:buSzPts val="1400"/>
              <a:buNone/>
              <a:defRPr>
                <a:solidFill>
                  <a:schemeClr val="accent5"/>
                </a:solidFill>
              </a:defRPr>
            </a:lvl4pPr>
            <a:lvl5pPr lvl="4" rtl="0">
              <a:spcBef>
                <a:spcPts val="0"/>
              </a:spcBef>
              <a:spcAft>
                <a:spcPts val="0"/>
              </a:spcAft>
              <a:buClr>
                <a:schemeClr val="accent5"/>
              </a:buClr>
              <a:buSzPts val="1400"/>
              <a:buNone/>
              <a:defRPr>
                <a:solidFill>
                  <a:schemeClr val="accent5"/>
                </a:solidFill>
              </a:defRPr>
            </a:lvl5pPr>
            <a:lvl6pPr lvl="5" rtl="0">
              <a:spcBef>
                <a:spcPts val="0"/>
              </a:spcBef>
              <a:spcAft>
                <a:spcPts val="0"/>
              </a:spcAft>
              <a:buClr>
                <a:schemeClr val="accent5"/>
              </a:buClr>
              <a:buSzPts val="1400"/>
              <a:buNone/>
              <a:defRPr>
                <a:solidFill>
                  <a:schemeClr val="accent5"/>
                </a:solidFill>
              </a:defRPr>
            </a:lvl6pPr>
            <a:lvl7pPr lvl="6" rtl="0">
              <a:spcBef>
                <a:spcPts val="0"/>
              </a:spcBef>
              <a:spcAft>
                <a:spcPts val="0"/>
              </a:spcAft>
              <a:buClr>
                <a:schemeClr val="accent5"/>
              </a:buClr>
              <a:buSzPts val="1400"/>
              <a:buNone/>
              <a:defRPr>
                <a:solidFill>
                  <a:schemeClr val="accent5"/>
                </a:solidFill>
              </a:defRPr>
            </a:lvl7pPr>
            <a:lvl8pPr lvl="7" rtl="0">
              <a:spcBef>
                <a:spcPts val="0"/>
              </a:spcBef>
              <a:spcAft>
                <a:spcPts val="0"/>
              </a:spcAft>
              <a:buClr>
                <a:schemeClr val="accent5"/>
              </a:buClr>
              <a:buSzPts val="1400"/>
              <a:buNone/>
              <a:defRPr>
                <a:solidFill>
                  <a:schemeClr val="accent5"/>
                </a:solidFill>
              </a:defRPr>
            </a:lvl8pPr>
            <a:lvl9pPr lvl="8" rtl="0">
              <a:spcBef>
                <a:spcPts val="0"/>
              </a:spcBef>
              <a:spcAft>
                <a:spcPts val="0"/>
              </a:spcAft>
              <a:buClr>
                <a:schemeClr val="accent5"/>
              </a:buClr>
              <a:buSzPts val="1400"/>
              <a:buNone/>
              <a:defRPr>
                <a:solidFill>
                  <a:schemeClr val="accent5"/>
                </a:solidFill>
              </a:defRPr>
            </a:lvl9pPr>
          </a:lstStyle>
          <a:p>
            <a:endParaRPr/>
          </a:p>
        </p:txBody>
      </p:sp>
      <p:grpSp>
        <p:nvGrpSpPr>
          <p:cNvPr id="1301" name="Google Shape;1301;p92"/>
          <p:cNvGrpSpPr/>
          <p:nvPr/>
        </p:nvGrpSpPr>
        <p:grpSpPr>
          <a:xfrm>
            <a:off x="5519868" y="4278888"/>
            <a:ext cx="881054" cy="483615"/>
            <a:chOff x="5988337" y="3156400"/>
            <a:chExt cx="881054" cy="483615"/>
          </a:xfrm>
        </p:grpSpPr>
        <p:sp>
          <p:nvSpPr>
            <p:cNvPr id="1302" name="Google Shape;1302;p92"/>
            <p:cNvSpPr/>
            <p:nvPr/>
          </p:nvSpPr>
          <p:spPr>
            <a:xfrm>
              <a:off x="6779691" y="3550315"/>
              <a:ext cx="89700" cy="89700"/>
            </a:xfrm>
            <a:prstGeom prst="ellipse">
              <a:avLst/>
            </a:prstGeom>
            <a:solidFill>
              <a:srgbClr val="FC5D0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3" name="Google Shape;1303;p92"/>
            <p:cNvSpPr/>
            <p:nvPr/>
          </p:nvSpPr>
          <p:spPr>
            <a:xfrm>
              <a:off x="6779691" y="3353358"/>
              <a:ext cx="89700" cy="89700"/>
            </a:xfrm>
            <a:prstGeom prst="ellipse">
              <a:avLst/>
            </a:prstGeom>
            <a:solidFill>
              <a:srgbClr val="FC5D0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4" name="Google Shape;1304;p92"/>
            <p:cNvSpPr/>
            <p:nvPr/>
          </p:nvSpPr>
          <p:spPr>
            <a:xfrm>
              <a:off x="6779691" y="3156400"/>
              <a:ext cx="89700" cy="89700"/>
            </a:xfrm>
            <a:prstGeom prst="ellipse">
              <a:avLst/>
            </a:prstGeom>
            <a:solidFill>
              <a:srgbClr val="FC5D0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5" name="Google Shape;1305;p92"/>
            <p:cNvSpPr/>
            <p:nvPr/>
          </p:nvSpPr>
          <p:spPr>
            <a:xfrm>
              <a:off x="5988337" y="3550315"/>
              <a:ext cx="89700" cy="89700"/>
            </a:xfrm>
            <a:prstGeom prst="ellipse">
              <a:avLst/>
            </a:prstGeom>
            <a:solidFill>
              <a:srgbClr val="FC5D0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6" name="Google Shape;1306;p92"/>
            <p:cNvSpPr/>
            <p:nvPr/>
          </p:nvSpPr>
          <p:spPr>
            <a:xfrm>
              <a:off x="5988337" y="3353358"/>
              <a:ext cx="89700" cy="89700"/>
            </a:xfrm>
            <a:prstGeom prst="ellipse">
              <a:avLst/>
            </a:prstGeom>
            <a:solidFill>
              <a:srgbClr val="FC5D0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7" name="Google Shape;1307;p92"/>
            <p:cNvSpPr/>
            <p:nvPr/>
          </p:nvSpPr>
          <p:spPr>
            <a:xfrm>
              <a:off x="5988337" y="3156400"/>
              <a:ext cx="89700" cy="89700"/>
            </a:xfrm>
            <a:prstGeom prst="ellipse">
              <a:avLst/>
            </a:prstGeom>
            <a:solidFill>
              <a:srgbClr val="FC5D0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8" name="Google Shape;1308;p92"/>
            <p:cNvSpPr/>
            <p:nvPr/>
          </p:nvSpPr>
          <p:spPr>
            <a:xfrm>
              <a:off x="6186176" y="3550315"/>
              <a:ext cx="89700" cy="89700"/>
            </a:xfrm>
            <a:prstGeom prst="ellipse">
              <a:avLst/>
            </a:prstGeom>
            <a:solidFill>
              <a:srgbClr val="FC5D0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9" name="Google Shape;1309;p92"/>
            <p:cNvSpPr/>
            <p:nvPr/>
          </p:nvSpPr>
          <p:spPr>
            <a:xfrm>
              <a:off x="6186176" y="3353358"/>
              <a:ext cx="89700" cy="89700"/>
            </a:xfrm>
            <a:prstGeom prst="ellipse">
              <a:avLst/>
            </a:prstGeom>
            <a:solidFill>
              <a:srgbClr val="FC5D0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0" name="Google Shape;1310;p92"/>
            <p:cNvSpPr/>
            <p:nvPr/>
          </p:nvSpPr>
          <p:spPr>
            <a:xfrm>
              <a:off x="6186176" y="3156400"/>
              <a:ext cx="89700" cy="89700"/>
            </a:xfrm>
            <a:prstGeom prst="ellipse">
              <a:avLst/>
            </a:prstGeom>
            <a:solidFill>
              <a:srgbClr val="FC5D0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1" name="Google Shape;1311;p92"/>
            <p:cNvSpPr/>
            <p:nvPr/>
          </p:nvSpPr>
          <p:spPr>
            <a:xfrm>
              <a:off x="6384014" y="3550315"/>
              <a:ext cx="89700" cy="89700"/>
            </a:xfrm>
            <a:prstGeom prst="ellipse">
              <a:avLst/>
            </a:prstGeom>
            <a:solidFill>
              <a:srgbClr val="FC5D0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2" name="Google Shape;1312;p92"/>
            <p:cNvSpPr/>
            <p:nvPr/>
          </p:nvSpPr>
          <p:spPr>
            <a:xfrm>
              <a:off x="6384014" y="3353358"/>
              <a:ext cx="89700" cy="89700"/>
            </a:xfrm>
            <a:prstGeom prst="ellipse">
              <a:avLst/>
            </a:prstGeom>
            <a:solidFill>
              <a:srgbClr val="FC5D0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3" name="Google Shape;1313;p92"/>
            <p:cNvSpPr/>
            <p:nvPr/>
          </p:nvSpPr>
          <p:spPr>
            <a:xfrm>
              <a:off x="6384014" y="3156400"/>
              <a:ext cx="89700" cy="89700"/>
            </a:xfrm>
            <a:prstGeom prst="ellipse">
              <a:avLst/>
            </a:prstGeom>
            <a:solidFill>
              <a:srgbClr val="FC5D0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4" name="Google Shape;1314;p92"/>
            <p:cNvSpPr/>
            <p:nvPr/>
          </p:nvSpPr>
          <p:spPr>
            <a:xfrm>
              <a:off x="6581853" y="3550315"/>
              <a:ext cx="89700" cy="89700"/>
            </a:xfrm>
            <a:prstGeom prst="ellipse">
              <a:avLst/>
            </a:prstGeom>
            <a:solidFill>
              <a:srgbClr val="FC5D0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5" name="Google Shape;1315;p92"/>
            <p:cNvSpPr/>
            <p:nvPr/>
          </p:nvSpPr>
          <p:spPr>
            <a:xfrm>
              <a:off x="6581853" y="3353358"/>
              <a:ext cx="89700" cy="89700"/>
            </a:xfrm>
            <a:prstGeom prst="ellipse">
              <a:avLst/>
            </a:prstGeom>
            <a:solidFill>
              <a:srgbClr val="FC5D0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6" name="Google Shape;1316;p92"/>
            <p:cNvSpPr/>
            <p:nvPr/>
          </p:nvSpPr>
          <p:spPr>
            <a:xfrm>
              <a:off x="6581853" y="3156400"/>
              <a:ext cx="89700" cy="89700"/>
            </a:xfrm>
            <a:prstGeom prst="ellipse">
              <a:avLst/>
            </a:prstGeom>
            <a:solidFill>
              <a:srgbClr val="FC5D0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17" name="Google Shape;1317;p92"/>
          <p:cNvGrpSpPr/>
          <p:nvPr/>
        </p:nvGrpSpPr>
        <p:grpSpPr>
          <a:xfrm rot="5400000">
            <a:off x="7742957" y="182351"/>
            <a:ext cx="485377" cy="483615"/>
            <a:chOff x="6384014" y="3156400"/>
            <a:chExt cx="485377" cy="483615"/>
          </a:xfrm>
        </p:grpSpPr>
        <p:sp>
          <p:nvSpPr>
            <p:cNvPr id="1318" name="Google Shape;1318;p92"/>
            <p:cNvSpPr/>
            <p:nvPr/>
          </p:nvSpPr>
          <p:spPr>
            <a:xfrm>
              <a:off x="6779691" y="3550315"/>
              <a:ext cx="89700" cy="897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9" name="Google Shape;1319;p92"/>
            <p:cNvSpPr/>
            <p:nvPr/>
          </p:nvSpPr>
          <p:spPr>
            <a:xfrm>
              <a:off x="6779691" y="3353358"/>
              <a:ext cx="89700" cy="897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0" name="Google Shape;1320;p92"/>
            <p:cNvSpPr/>
            <p:nvPr/>
          </p:nvSpPr>
          <p:spPr>
            <a:xfrm>
              <a:off x="6779691" y="3156400"/>
              <a:ext cx="89700" cy="897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1" name="Google Shape;1321;p92"/>
            <p:cNvSpPr/>
            <p:nvPr/>
          </p:nvSpPr>
          <p:spPr>
            <a:xfrm>
              <a:off x="6384014" y="3550315"/>
              <a:ext cx="89700" cy="897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2" name="Google Shape;1322;p92"/>
            <p:cNvSpPr/>
            <p:nvPr/>
          </p:nvSpPr>
          <p:spPr>
            <a:xfrm>
              <a:off x="6384014" y="3353358"/>
              <a:ext cx="89700" cy="897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3" name="Google Shape;1323;p92"/>
            <p:cNvSpPr/>
            <p:nvPr/>
          </p:nvSpPr>
          <p:spPr>
            <a:xfrm>
              <a:off x="6384014" y="3156400"/>
              <a:ext cx="89700" cy="897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4" name="Google Shape;1324;p92"/>
            <p:cNvSpPr/>
            <p:nvPr/>
          </p:nvSpPr>
          <p:spPr>
            <a:xfrm>
              <a:off x="6581853" y="3550315"/>
              <a:ext cx="89700" cy="897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5" name="Google Shape;1325;p92"/>
            <p:cNvSpPr/>
            <p:nvPr/>
          </p:nvSpPr>
          <p:spPr>
            <a:xfrm>
              <a:off x="6581853" y="3353358"/>
              <a:ext cx="89700" cy="897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6" name="Google Shape;1326;p92"/>
            <p:cNvSpPr/>
            <p:nvPr/>
          </p:nvSpPr>
          <p:spPr>
            <a:xfrm>
              <a:off x="6581853" y="3156400"/>
              <a:ext cx="89700" cy="897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matchingName="Contact">
  <p:cSld name="SECTION_HEADER_1_1_1">
    <p:bg>
      <p:bgPr>
        <a:solidFill>
          <a:schemeClr val="dk1"/>
        </a:solidFill>
        <a:effectLst/>
      </p:bgPr>
    </p:bg>
    <p:spTree>
      <p:nvGrpSpPr>
        <p:cNvPr id="1" name="Shape 1327"/>
        <p:cNvGrpSpPr/>
        <p:nvPr/>
      </p:nvGrpSpPr>
      <p:grpSpPr>
        <a:xfrm>
          <a:off x="0" y="0"/>
          <a:ext cx="0" cy="0"/>
          <a:chOff x="0" y="0"/>
          <a:chExt cx="0" cy="0"/>
        </a:xfrm>
      </p:grpSpPr>
      <p:sp>
        <p:nvSpPr>
          <p:cNvPr id="1328" name="Google Shape;1328;p93"/>
          <p:cNvSpPr txBox="1">
            <a:spLocks noGrp="1"/>
          </p:cNvSpPr>
          <p:nvPr>
            <p:ph type="title"/>
          </p:nvPr>
        </p:nvSpPr>
        <p:spPr>
          <a:xfrm>
            <a:off x="457200" y="1152475"/>
            <a:ext cx="8229600" cy="841800"/>
          </a:xfrm>
          <a:prstGeom prst="rect">
            <a:avLst/>
          </a:prstGeom>
        </p:spPr>
        <p:txBody>
          <a:bodyPr spcFirstLastPara="1" wrap="square" lIns="0" tIns="0" rIns="0" bIns="0" anchor="t" anchorCtr="0">
            <a:normAutofit/>
          </a:bodyPr>
          <a:lstStyle>
            <a:lvl1pPr lvl="0" rtl="0">
              <a:spcBef>
                <a:spcPts val="0"/>
              </a:spcBef>
              <a:spcAft>
                <a:spcPts val="0"/>
              </a:spcAft>
              <a:buClr>
                <a:schemeClr val="lt2"/>
              </a:buClr>
              <a:buSzPts val="3400"/>
              <a:buNone/>
              <a:defRPr>
                <a:solidFill>
                  <a:schemeClr val="lt2"/>
                </a:solidFill>
              </a:defRPr>
            </a:lvl1pPr>
            <a:lvl2pPr lvl="1" rtl="0">
              <a:spcBef>
                <a:spcPts val="0"/>
              </a:spcBef>
              <a:spcAft>
                <a:spcPts val="0"/>
              </a:spcAft>
              <a:buSzPts val="3400"/>
              <a:buNone/>
              <a:defRPr sz="3400"/>
            </a:lvl2pPr>
            <a:lvl3pPr lvl="2" rtl="0">
              <a:spcBef>
                <a:spcPts val="0"/>
              </a:spcBef>
              <a:spcAft>
                <a:spcPts val="0"/>
              </a:spcAft>
              <a:buSzPts val="3400"/>
              <a:buNone/>
              <a:defRPr sz="3400"/>
            </a:lvl3pPr>
            <a:lvl4pPr lvl="3" rtl="0">
              <a:spcBef>
                <a:spcPts val="0"/>
              </a:spcBef>
              <a:spcAft>
                <a:spcPts val="0"/>
              </a:spcAft>
              <a:buSzPts val="3400"/>
              <a:buNone/>
              <a:defRPr sz="3400"/>
            </a:lvl4pPr>
            <a:lvl5pPr lvl="4" rtl="0">
              <a:spcBef>
                <a:spcPts val="0"/>
              </a:spcBef>
              <a:spcAft>
                <a:spcPts val="0"/>
              </a:spcAft>
              <a:buSzPts val="3400"/>
              <a:buNone/>
              <a:defRPr sz="3400"/>
            </a:lvl5pPr>
            <a:lvl6pPr lvl="5" rtl="0">
              <a:spcBef>
                <a:spcPts val="0"/>
              </a:spcBef>
              <a:spcAft>
                <a:spcPts val="0"/>
              </a:spcAft>
              <a:buSzPts val="3400"/>
              <a:buNone/>
              <a:defRPr sz="3400"/>
            </a:lvl6pPr>
            <a:lvl7pPr lvl="6" rtl="0">
              <a:spcBef>
                <a:spcPts val="0"/>
              </a:spcBef>
              <a:spcAft>
                <a:spcPts val="0"/>
              </a:spcAft>
              <a:buSzPts val="3400"/>
              <a:buNone/>
              <a:defRPr sz="3400"/>
            </a:lvl7pPr>
            <a:lvl8pPr lvl="7" rtl="0">
              <a:spcBef>
                <a:spcPts val="0"/>
              </a:spcBef>
              <a:spcAft>
                <a:spcPts val="0"/>
              </a:spcAft>
              <a:buSzPts val="3400"/>
              <a:buNone/>
              <a:defRPr sz="3400"/>
            </a:lvl8pPr>
            <a:lvl9pPr lvl="8" rtl="0">
              <a:spcBef>
                <a:spcPts val="0"/>
              </a:spcBef>
              <a:spcAft>
                <a:spcPts val="0"/>
              </a:spcAft>
              <a:buSzPts val="3400"/>
              <a:buNone/>
              <a:defRPr sz="3400"/>
            </a:lvl9pPr>
          </a:lstStyle>
          <a:p>
            <a:endParaRPr/>
          </a:p>
        </p:txBody>
      </p:sp>
      <p:sp>
        <p:nvSpPr>
          <p:cNvPr id="1329" name="Google Shape;1329;p93"/>
          <p:cNvSpPr txBox="1">
            <a:spLocks noGrp="1"/>
          </p:cNvSpPr>
          <p:nvPr>
            <p:ph type="sldNum" idx="12"/>
          </p:nvPr>
        </p:nvSpPr>
        <p:spPr>
          <a:xfrm>
            <a:off x="8366700" y="4805546"/>
            <a:ext cx="548700" cy="215400"/>
          </a:xfrm>
          <a:prstGeom prst="rect">
            <a:avLst/>
          </a:prstGeom>
        </p:spPr>
        <p:txBody>
          <a:bodyPr spcFirstLastPara="1" wrap="square" lIns="0" tIns="0" rIns="0" bIns="0" anchor="b" anchorCtr="0">
            <a:normAutofit/>
          </a:bodyPr>
          <a:lstStyle>
            <a:lvl1pPr lvl="0" rtl="0">
              <a:buNone/>
              <a:defRPr>
                <a:solidFill>
                  <a:schemeClr val="accent5"/>
                </a:solidFill>
              </a:defRPr>
            </a:lvl1pPr>
            <a:lvl2pPr lvl="1" rtl="0">
              <a:buNone/>
              <a:defRPr>
                <a:solidFill>
                  <a:schemeClr val="accent5"/>
                </a:solidFill>
              </a:defRPr>
            </a:lvl2pPr>
            <a:lvl3pPr lvl="2" rtl="0">
              <a:buNone/>
              <a:defRPr>
                <a:solidFill>
                  <a:schemeClr val="accent5"/>
                </a:solidFill>
              </a:defRPr>
            </a:lvl3pPr>
            <a:lvl4pPr lvl="3" rtl="0">
              <a:buNone/>
              <a:defRPr>
                <a:solidFill>
                  <a:schemeClr val="accent5"/>
                </a:solidFill>
              </a:defRPr>
            </a:lvl4pPr>
            <a:lvl5pPr lvl="4" rtl="0">
              <a:buNone/>
              <a:defRPr>
                <a:solidFill>
                  <a:schemeClr val="accent5"/>
                </a:solidFill>
              </a:defRPr>
            </a:lvl5pPr>
            <a:lvl6pPr lvl="5" rtl="0">
              <a:buNone/>
              <a:defRPr>
                <a:solidFill>
                  <a:schemeClr val="accent5"/>
                </a:solidFill>
              </a:defRPr>
            </a:lvl6pPr>
            <a:lvl7pPr lvl="6" rtl="0">
              <a:buNone/>
              <a:defRPr>
                <a:solidFill>
                  <a:schemeClr val="accent5"/>
                </a:solidFill>
              </a:defRPr>
            </a:lvl7pPr>
            <a:lvl8pPr lvl="7" rtl="0">
              <a:buNone/>
              <a:defRPr>
                <a:solidFill>
                  <a:schemeClr val="accent5"/>
                </a:solidFill>
              </a:defRPr>
            </a:lvl8pPr>
            <a:lvl9pPr lvl="8" rtl="0">
              <a:buNone/>
              <a:defRPr>
                <a:solidFill>
                  <a:schemeClr val="accent5"/>
                </a:solidFill>
              </a:defRPr>
            </a:lvl9pPr>
          </a:lstStyle>
          <a:p>
            <a:pPr marL="0" lvl="0" indent="0" algn="r" rtl="0">
              <a:spcBef>
                <a:spcPts val="0"/>
              </a:spcBef>
              <a:spcAft>
                <a:spcPts val="0"/>
              </a:spcAft>
              <a:buNone/>
            </a:pPr>
            <a:fld id="{00000000-1234-1234-1234-123412341234}" type="slidenum">
              <a:rPr lang="en"/>
              <a:t>‹#›</a:t>
            </a:fld>
            <a:endParaRPr/>
          </a:p>
        </p:txBody>
      </p:sp>
      <p:pic>
        <p:nvPicPr>
          <p:cNvPr id="1330" name="Google Shape;1330;p93"/>
          <p:cNvPicPr preferRelativeResize="0"/>
          <p:nvPr/>
        </p:nvPicPr>
        <p:blipFill>
          <a:blip r:embed="rId2">
            <a:alphaModFix/>
          </a:blip>
          <a:stretch>
            <a:fillRect/>
          </a:stretch>
        </p:blipFill>
        <p:spPr>
          <a:xfrm>
            <a:off x="8544859" y="62003"/>
            <a:ext cx="599140" cy="599141"/>
          </a:xfrm>
          <a:prstGeom prst="rect">
            <a:avLst/>
          </a:prstGeom>
          <a:noFill/>
          <a:ln>
            <a:noFill/>
          </a:ln>
        </p:spPr>
      </p:pic>
      <p:sp>
        <p:nvSpPr>
          <p:cNvPr id="1331" name="Google Shape;1331;p93"/>
          <p:cNvSpPr txBox="1">
            <a:spLocks noGrp="1"/>
          </p:cNvSpPr>
          <p:nvPr>
            <p:ph type="subTitle" idx="1"/>
          </p:nvPr>
        </p:nvSpPr>
        <p:spPr>
          <a:xfrm>
            <a:off x="467075" y="4814525"/>
            <a:ext cx="2326500" cy="206400"/>
          </a:xfrm>
          <a:prstGeom prst="rect">
            <a:avLst/>
          </a:prstGeom>
        </p:spPr>
        <p:txBody>
          <a:bodyPr spcFirstLastPara="1" wrap="square" lIns="0" tIns="0" rIns="0" bIns="0" anchor="b" anchorCtr="0">
            <a:normAutofit/>
          </a:bodyPr>
          <a:lstStyle>
            <a:lvl1pPr lvl="0" rtl="0">
              <a:spcBef>
                <a:spcPts val="0"/>
              </a:spcBef>
              <a:spcAft>
                <a:spcPts val="0"/>
              </a:spcAft>
              <a:buClr>
                <a:schemeClr val="accent5"/>
              </a:buClr>
              <a:buSzPts val="700"/>
              <a:buNone/>
              <a:defRPr sz="700">
                <a:solidFill>
                  <a:schemeClr val="accent5"/>
                </a:solidFill>
              </a:defRPr>
            </a:lvl1pPr>
            <a:lvl2pPr lvl="1" rtl="0">
              <a:spcBef>
                <a:spcPts val="0"/>
              </a:spcBef>
              <a:spcAft>
                <a:spcPts val="0"/>
              </a:spcAft>
              <a:buClr>
                <a:schemeClr val="accent5"/>
              </a:buClr>
              <a:buSzPts val="1400"/>
              <a:buNone/>
              <a:defRPr>
                <a:solidFill>
                  <a:schemeClr val="accent5"/>
                </a:solidFill>
              </a:defRPr>
            </a:lvl2pPr>
            <a:lvl3pPr lvl="2" rtl="0">
              <a:spcBef>
                <a:spcPts val="0"/>
              </a:spcBef>
              <a:spcAft>
                <a:spcPts val="0"/>
              </a:spcAft>
              <a:buClr>
                <a:schemeClr val="accent5"/>
              </a:buClr>
              <a:buSzPts val="1400"/>
              <a:buNone/>
              <a:defRPr>
                <a:solidFill>
                  <a:schemeClr val="accent5"/>
                </a:solidFill>
              </a:defRPr>
            </a:lvl3pPr>
            <a:lvl4pPr lvl="3" rtl="0">
              <a:spcBef>
                <a:spcPts val="0"/>
              </a:spcBef>
              <a:spcAft>
                <a:spcPts val="0"/>
              </a:spcAft>
              <a:buClr>
                <a:schemeClr val="accent5"/>
              </a:buClr>
              <a:buSzPts val="1400"/>
              <a:buNone/>
              <a:defRPr>
                <a:solidFill>
                  <a:schemeClr val="accent5"/>
                </a:solidFill>
              </a:defRPr>
            </a:lvl4pPr>
            <a:lvl5pPr lvl="4" rtl="0">
              <a:spcBef>
                <a:spcPts val="0"/>
              </a:spcBef>
              <a:spcAft>
                <a:spcPts val="0"/>
              </a:spcAft>
              <a:buClr>
                <a:schemeClr val="accent5"/>
              </a:buClr>
              <a:buSzPts val="1400"/>
              <a:buNone/>
              <a:defRPr>
                <a:solidFill>
                  <a:schemeClr val="accent5"/>
                </a:solidFill>
              </a:defRPr>
            </a:lvl5pPr>
            <a:lvl6pPr lvl="5" rtl="0">
              <a:spcBef>
                <a:spcPts val="0"/>
              </a:spcBef>
              <a:spcAft>
                <a:spcPts val="0"/>
              </a:spcAft>
              <a:buClr>
                <a:schemeClr val="accent5"/>
              </a:buClr>
              <a:buSzPts val="1400"/>
              <a:buNone/>
              <a:defRPr>
                <a:solidFill>
                  <a:schemeClr val="accent5"/>
                </a:solidFill>
              </a:defRPr>
            </a:lvl6pPr>
            <a:lvl7pPr lvl="6" rtl="0">
              <a:spcBef>
                <a:spcPts val="0"/>
              </a:spcBef>
              <a:spcAft>
                <a:spcPts val="0"/>
              </a:spcAft>
              <a:buClr>
                <a:schemeClr val="accent5"/>
              </a:buClr>
              <a:buSzPts val="1400"/>
              <a:buNone/>
              <a:defRPr>
                <a:solidFill>
                  <a:schemeClr val="accent5"/>
                </a:solidFill>
              </a:defRPr>
            </a:lvl7pPr>
            <a:lvl8pPr lvl="7" rtl="0">
              <a:spcBef>
                <a:spcPts val="0"/>
              </a:spcBef>
              <a:spcAft>
                <a:spcPts val="0"/>
              </a:spcAft>
              <a:buClr>
                <a:schemeClr val="accent5"/>
              </a:buClr>
              <a:buSzPts val="1400"/>
              <a:buNone/>
              <a:defRPr>
                <a:solidFill>
                  <a:schemeClr val="accent5"/>
                </a:solidFill>
              </a:defRPr>
            </a:lvl8pPr>
            <a:lvl9pPr lvl="8" rtl="0">
              <a:spcBef>
                <a:spcPts val="0"/>
              </a:spcBef>
              <a:spcAft>
                <a:spcPts val="0"/>
              </a:spcAft>
              <a:buClr>
                <a:schemeClr val="accent5"/>
              </a:buClr>
              <a:buSzPts val="1400"/>
              <a:buNone/>
              <a:defRPr>
                <a:solidFill>
                  <a:schemeClr val="accent5"/>
                </a:solidFill>
              </a:defRPr>
            </a:lvl9pPr>
          </a:lstStyle>
          <a:p>
            <a:endParaRPr/>
          </a:p>
        </p:txBody>
      </p:sp>
      <p:sp>
        <p:nvSpPr>
          <p:cNvPr id="1332" name="Google Shape;1332;p93"/>
          <p:cNvSpPr>
            <a:spLocks noGrp="1"/>
          </p:cNvSpPr>
          <p:nvPr>
            <p:ph type="pic" idx="2"/>
          </p:nvPr>
        </p:nvSpPr>
        <p:spPr>
          <a:xfrm>
            <a:off x="457200" y="1994275"/>
            <a:ext cx="673800" cy="673800"/>
          </a:xfrm>
          <a:prstGeom prst="roundRect">
            <a:avLst>
              <a:gd name="adj" fmla="val 16667"/>
            </a:avLst>
          </a:prstGeom>
          <a:noFill/>
          <a:ln>
            <a:noFill/>
          </a:ln>
        </p:spPr>
      </p:sp>
      <p:sp>
        <p:nvSpPr>
          <p:cNvPr id="1333" name="Google Shape;1333;p93"/>
          <p:cNvSpPr>
            <a:spLocks noGrp="1"/>
          </p:cNvSpPr>
          <p:nvPr>
            <p:ph type="pic" idx="3"/>
          </p:nvPr>
        </p:nvSpPr>
        <p:spPr>
          <a:xfrm>
            <a:off x="457200" y="2843100"/>
            <a:ext cx="673800" cy="673800"/>
          </a:xfrm>
          <a:prstGeom prst="roundRect">
            <a:avLst>
              <a:gd name="adj" fmla="val 16667"/>
            </a:avLst>
          </a:prstGeom>
          <a:noFill/>
          <a:ln>
            <a:noFill/>
          </a:ln>
        </p:spPr>
      </p:sp>
      <p:sp>
        <p:nvSpPr>
          <p:cNvPr id="1334" name="Google Shape;1334;p93"/>
          <p:cNvSpPr>
            <a:spLocks noGrp="1"/>
          </p:cNvSpPr>
          <p:nvPr>
            <p:ph type="pic" idx="4"/>
          </p:nvPr>
        </p:nvSpPr>
        <p:spPr>
          <a:xfrm>
            <a:off x="457200" y="3691925"/>
            <a:ext cx="673800" cy="673800"/>
          </a:xfrm>
          <a:prstGeom prst="roundRect">
            <a:avLst>
              <a:gd name="adj" fmla="val 16667"/>
            </a:avLst>
          </a:prstGeom>
          <a:noFill/>
          <a:ln>
            <a:noFill/>
          </a:ln>
        </p:spPr>
      </p:sp>
      <p:sp>
        <p:nvSpPr>
          <p:cNvPr id="1335" name="Google Shape;1335;p93"/>
          <p:cNvSpPr txBox="1">
            <a:spLocks noGrp="1"/>
          </p:cNvSpPr>
          <p:nvPr>
            <p:ph type="subTitle" idx="5"/>
          </p:nvPr>
        </p:nvSpPr>
        <p:spPr>
          <a:xfrm>
            <a:off x="1311400" y="1994275"/>
            <a:ext cx="5272500" cy="673800"/>
          </a:xfrm>
          <a:prstGeom prst="rect">
            <a:avLst/>
          </a:prstGeom>
        </p:spPr>
        <p:txBody>
          <a:bodyPr spcFirstLastPara="1" wrap="square" lIns="0" tIns="0" rIns="0" bIns="0" anchor="ctr" anchorCtr="0">
            <a:normAutofit/>
          </a:bodyPr>
          <a:lstStyle>
            <a:lvl1pPr lvl="0" rtl="0">
              <a:spcBef>
                <a:spcPts val="0"/>
              </a:spcBef>
              <a:spcAft>
                <a:spcPts val="0"/>
              </a:spcAft>
              <a:buClr>
                <a:schemeClr val="lt1"/>
              </a:buClr>
              <a:buSzPts val="1600"/>
              <a:buNone/>
              <a:defRPr>
                <a:solidFill>
                  <a:schemeClr val="lt1"/>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336" name="Google Shape;1336;p93"/>
          <p:cNvSpPr txBox="1">
            <a:spLocks noGrp="1"/>
          </p:cNvSpPr>
          <p:nvPr>
            <p:ph type="subTitle" idx="6"/>
          </p:nvPr>
        </p:nvSpPr>
        <p:spPr>
          <a:xfrm>
            <a:off x="1311400" y="2843100"/>
            <a:ext cx="5272500" cy="673800"/>
          </a:xfrm>
          <a:prstGeom prst="rect">
            <a:avLst/>
          </a:prstGeom>
        </p:spPr>
        <p:txBody>
          <a:bodyPr spcFirstLastPara="1" wrap="square" lIns="0" tIns="0" rIns="0" bIns="0" anchor="ctr" anchorCtr="0">
            <a:normAutofit/>
          </a:bodyPr>
          <a:lstStyle>
            <a:lvl1pPr lvl="0" rtl="0">
              <a:spcBef>
                <a:spcPts val="0"/>
              </a:spcBef>
              <a:spcAft>
                <a:spcPts val="0"/>
              </a:spcAft>
              <a:buClr>
                <a:schemeClr val="lt1"/>
              </a:buClr>
              <a:buSzPts val="1600"/>
              <a:buNone/>
              <a:defRPr>
                <a:solidFill>
                  <a:schemeClr val="lt1"/>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337" name="Google Shape;1337;p93"/>
          <p:cNvSpPr txBox="1">
            <a:spLocks noGrp="1"/>
          </p:cNvSpPr>
          <p:nvPr>
            <p:ph type="subTitle" idx="7"/>
          </p:nvPr>
        </p:nvSpPr>
        <p:spPr>
          <a:xfrm>
            <a:off x="1311400" y="3691925"/>
            <a:ext cx="5272500" cy="673800"/>
          </a:xfrm>
          <a:prstGeom prst="rect">
            <a:avLst/>
          </a:prstGeom>
        </p:spPr>
        <p:txBody>
          <a:bodyPr spcFirstLastPara="1" wrap="square" lIns="0" tIns="0" rIns="0" bIns="0" anchor="ctr" anchorCtr="0">
            <a:normAutofit/>
          </a:bodyPr>
          <a:lstStyle>
            <a:lvl1pPr lvl="0" rtl="0">
              <a:spcBef>
                <a:spcPts val="0"/>
              </a:spcBef>
              <a:spcAft>
                <a:spcPts val="0"/>
              </a:spcAft>
              <a:buClr>
                <a:schemeClr val="lt1"/>
              </a:buClr>
              <a:buSzPts val="1600"/>
              <a:buNone/>
              <a:defRPr>
                <a:solidFill>
                  <a:schemeClr val="lt1"/>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grpSp>
        <p:nvGrpSpPr>
          <p:cNvPr id="1338" name="Google Shape;1338;p93"/>
          <p:cNvGrpSpPr/>
          <p:nvPr/>
        </p:nvGrpSpPr>
        <p:grpSpPr>
          <a:xfrm>
            <a:off x="5519868" y="4278888"/>
            <a:ext cx="881054" cy="483615"/>
            <a:chOff x="5988337" y="3156400"/>
            <a:chExt cx="881054" cy="483615"/>
          </a:xfrm>
        </p:grpSpPr>
        <p:sp>
          <p:nvSpPr>
            <p:cNvPr id="1339" name="Google Shape;1339;p93"/>
            <p:cNvSpPr/>
            <p:nvPr/>
          </p:nvSpPr>
          <p:spPr>
            <a:xfrm>
              <a:off x="6779691" y="3550315"/>
              <a:ext cx="89700" cy="89700"/>
            </a:xfrm>
            <a:prstGeom prst="ellipse">
              <a:avLst/>
            </a:prstGeom>
            <a:solidFill>
              <a:srgbClr val="FC5D0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0" name="Google Shape;1340;p93"/>
            <p:cNvSpPr/>
            <p:nvPr/>
          </p:nvSpPr>
          <p:spPr>
            <a:xfrm>
              <a:off x="6779691" y="3353358"/>
              <a:ext cx="89700" cy="89700"/>
            </a:xfrm>
            <a:prstGeom prst="ellipse">
              <a:avLst/>
            </a:prstGeom>
            <a:solidFill>
              <a:srgbClr val="FC5D0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1" name="Google Shape;1341;p93"/>
            <p:cNvSpPr/>
            <p:nvPr/>
          </p:nvSpPr>
          <p:spPr>
            <a:xfrm>
              <a:off x="6779691" y="3156400"/>
              <a:ext cx="89700" cy="89700"/>
            </a:xfrm>
            <a:prstGeom prst="ellipse">
              <a:avLst/>
            </a:prstGeom>
            <a:solidFill>
              <a:srgbClr val="FC5D0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2" name="Google Shape;1342;p93"/>
            <p:cNvSpPr/>
            <p:nvPr/>
          </p:nvSpPr>
          <p:spPr>
            <a:xfrm>
              <a:off x="5988337" y="3550315"/>
              <a:ext cx="89700" cy="89700"/>
            </a:xfrm>
            <a:prstGeom prst="ellipse">
              <a:avLst/>
            </a:prstGeom>
            <a:solidFill>
              <a:srgbClr val="FC5D0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3" name="Google Shape;1343;p93"/>
            <p:cNvSpPr/>
            <p:nvPr/>
          </p:nvSpPr>
          <p:spPr>
            <a:xfrm>
              <a:off x="5988337" y="3353358"/>
              <a:ext cx="89700" cy="89700"/>
            </a:xfrm>
            <a:prstGeom prst="ellipse">
              <a:avLst/>
            </a:prstGeom>
            <a:solidFill>
              <a:srgbClr val="FC5D0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4" name="Google Shape;1344;p93"/>
            <p:cNvSpPr/>
            <p:nvPr/>
          </p:nvSpPr>
          <p:spPr>
            <a:xfrm>
              <a:off x="5988337" y="3156400"/>
              <a:ext cx="89700" cy="89700"/>
            </a:xfrm>
            <a:prstGeom prst="ellipse">
              <a:avLst/>
            </a:prstGeom>
            <a:solidFill>
              <a:srgbClr val="FC5D0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5" name="Google Shape;1345;p93"/>
            <p:cNvSpPr/>
            <p:nvPr/>
          </p:nvSpPr>
          <p:spPr>
            <a:xfrm>
              <a:off x="6186176" y="3550315"/>
              <a:ext cx="89700" cy="89700"/>
            </a:xfrm>
            <a:prstGeom prst="ellipse">
              <a:avLst/>
            </a:prstGeom>
            <a:solidFill>
              <a:srgbClr val="FC5D0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6" name="Google Shape;1346;p93"/>
            <p:cNvSpPr/>
            <p:nvPr/>
          </p:nvSpPr>
          <p:spPr>
            <a:xfrm>
              <a:off x="6186176" y="3353358"/>
              <a:ext cx="89700" cy="89700"/>
            </a:xfrm>
            <a:prstGeom prst="ellipse">
              <a:avLst/>
            </a:prstGeom>
            <a:solidFill>
              <a:srgbClr val="FC5D0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7" name="Google Shape;1347;p93"/>
            <p:cNvSpPr/>
            <p:nvPr/>
          </p:nvSpPr>
          <p:spPr>
            <a:xfrm>
              <a:off x="6186176" y="3156400"/>
              <a:ext cx="89700" cy="89700"/>
            </a:xfrm>
            <a:prstGeom prst="ellipse">
              <a:avLst/>
            </a:prstGeom>
            <a:solidFill>
              <a:srgbClr val="FC5D0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8" name="Google Shape;1348;p93"/>
            <p:cNvSpPr/>
            <p:nvPr/>
          </p:nvSpPr>
          <p:spPr>
            <a:xfrm>
              <a:off x="6384014" y="3550315"/>
              <a:ext cx="89700" cy="89700"/>
            </a:xfrm>
            <a:prstGeom prst="ellipse">
              <a:avLst/>
            </a:prstGeom>
            <a:solidFill>
              <a:srgbClr val="FC5D0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9" name="Google Shape;1349;p93"/>
            <p:cNvSpPr/>
            <p:nvPr/>
          </p:nvSpPr>
          <p:spPr>
            <a:xfrm>
              <a:off x="6384014" y="3353358"/>
              <a:ext cx="89700" cy="89700"/>
            </a:xfrm>
            <a:prstGeom prst="ellipse">
              <a:avLst/>
            </a:prstGeom>
            <a:solidFill>
              <a:srgbClr val="FC5D0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0" name="Google Shape;1350;p93"/>
            <p:cNvSpPr/>
            <p:nvPr/>
          </p:nvSpPr>
          <p:spPr>
            <a:xfrm>
              <a:off x="6384014" y="3156400"/>
              <a:ext cx="89700" cy="89700"/>
            </a:xfrm>
            <a:prstGeom prst="ellipse">
              <a:avLst/>
            </a:prstGeom>
            <a:solidFill>
              <a:srgbClr val="FC5D0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1" name="Google Shape;1351;p93"/>
            <p:cNvSpPr/>
            <p:nvPr/>
          </p:nvSpPr>
          <p:spPr>
            <a:xfrm>
              <a:off x="6581853" y="3550315"/>
              <a:ext cx="89700" cy="89700"/>
            </a:xfrm>
            <a:prstGeom prst="ellipse">
              <a:avLst/>
            </a:prstGeom>
            <a:solidFill>
              <a:srgbClr val="FC5D0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2" name="Google Shape;1352;p93"/>
            <p:cNvSpPr/>
            <p:nvPr/>
          </p:nvSpPr>
          <p:spPr>
            <a:xfrm>
              <a:off x="6581853" y="3353358"/>
              <a:ext cx="89700" cy="89700"/>
            </a:xfrm>
            <a:prstGeom prst="ellipse">
              <a:avLst/>
            </a:prstGeom>
            <a:solidFill>
              <a:srgbClr val="FC5D0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3" name="Google Shape;1353;p93"/>
            <p:cNvSpPr/>
            <p:nvPr/>
          </p:nvSpPr>
          <p:spPr>
            <a:xfrm>
              <a:off x="6581853" y="3156400"/>
              <a:ext cx="89700" cy="89700"/>
            </a:xfrm>
            <a:prstGeom prst="ellipse">
              <a:avLst/>
            </a:prstGeom>
            <a:solidFill>
              <a:srgbClr val="FC5D0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54" name="Google Shape;1354;p93"/>
          <p:cNvGrpSpPr/>
          <p:nvPr/>
        </p:nvGrpSpPr>
        <p:grpSpPr>
          <a:xfrm rot="5400000">
            <a:off x="7742957" y="182351"/>
            <a:ext cx="485377" cy="483615"/>
            <a:chOff x="6384014" y="3156400"/>
            <a:chExt cx="485377" cy="483615"/>
          </a:xfrm>
        </p:grpSpPr>
        <p:sp>
          <p:nvSpPr>
            <p:cNvPr id="1355" name="Google Shape;1355;p93"/>
            <p:cNvSpPr/>
            <p:nvPr/>
          </p:nvSpPr>
          <p:spPr>
            <a:xfrm>
              <a:off x="6779691" y="3550315"/>
              <a:ext cx="89700" cy="897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6" name="Google Shape;1356;p93"/>
            <p:cNvSpPr/>
            <p:nvPr/>
          </p:nvSpPr>
          <p:spPr>
            <a:xfrm>
              <a:off x="6779691" y="3353358"/>
              <a:ext cx="89700" cy="897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7" name="Google Shape;1357;p93"/>
            <p:cNvSpPr/>
            <p:nvPr/>
          </p:nvSpPr>
          <p:spPr>
            <a:xfrm>
              <a:off x="6779691" y="3156400"/>
              <a:ext cx="89700" cy="897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8" name="Google Shape;1358;p93"/>
            <p:cNvSpPr/>
            <p:nvPr/>
          </p:nvSpPr>
          <p:spPr>
            <a:xfrm>
              <a:off x="6384014" y="3550315"/>
              <a:ext cx="89700" cy="897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9" name="Google Shape;1359;p93"/>
            <p:cNvSpPr/>
            <p:nvPr/>
          </p:nvSpPr>
          <p:spPr>
            <a:xfrm>
              <a:off x="6384014" y="3353358"/>
              <a:ext cx="89700" cy="897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0" name="Google Shape;1360;p93"/>
            <p:cNvSpPr/>
            <p:nvPr/>
          </p:nvSpPr>
          <p:spPr>
            <a:xfrm>
              <a:off x="6384014" y="3156400"/>
              <a:ext cx="89700" cy="897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1" name="Google Shape;1361;p93"/>
            <p:cNvSpPr/>
            <p:nvPr/>
          </p:nvSpPr>
          <p:spPr>
            <a:xfrm>
              <a:off x="6581853" y="3550315"/>
              <a:ext cx="89700" cy="897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2" name="Google Shape;1362;p93"/>
            <p:cNvSpPr/>
            <p:nvPr/>
          </p:nvSpPr>
          <p:spPr>
            <a:xfrm>
              <a:off x="6581853" y="3353358"/>
              <a:ext cx="89700" cy="897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3" name="Google Shape;1363;p93"/>
            <p:cNvSpPr/>
            <p:nvPr/>
          </p:nvSpPr>
          <p:spPr>
            <a:xfrm>
              <a:off x="6581853" y="3156400"/>
              <a:ext cx="89700" cy="897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matchingName="Blank 1">
  <p:cSld name="Blank_1">
    <p:bg>
      <p:bgPr>
        <a:solidFill>
          <a:srgbClr val="F7F7F7"/>
        </a:solidFill>
        <a:effectLst/>
      </p:bgPr>
    </p:bg>
    <p:spTree>
      <p:nvGrpSpPr>
        <p:cNvPr id="1" name="Shape 1364"/>
        <p:cNvGrpSpPr/>
        <p:nvPr/>
      </p:nvGrpSpPr>
      <p:grpSpPr>
        <a:xfrm>
          <a:off x="0" y="0"/>
          <a:ext cx="0" cy="0"/>
          <a:chOff x="0" y="0"/>
          <a:chExt cx="0" cy="0"/>
        </a:xfrm>
      </p:grpSpPr>
      <p:sp>
        <p:nvSpPr>
          <p:cNvPr id="1365" name="Google Shape;1365;p94"/>
          <p:cNvSpPr txBox="1">
            <a:spLocks noGrp="1"/>
          </p:cNvSpPr>
          <p:nvPr>
            <p:ph type="sldNum" idx="12"/>
          </p:nvPr>
        </p:nvSpPr>
        <p:spPr>
          <a:xfrm>
            <a:off x="8377928" y="4786310"/>
            <a:ext cx="548700" cy="162000"/>
          </a:xfrm>
          <a:prstGeom prst="rect">
            <a:avLst/>
          </a:prstGeom>
        </p:spPr>
        <p:txBody>
          <a:bodyPr spcFirstLastPara="1" wrap="square" lIns="0" tIns="0" rIns="0" bIns="0" anchor="b" anchorCtr="0">
            <a:normAutofit/>
          </a:bodyPr>
          <a:lstStyle>
            <a:lvl1pPr lvl="0" algn="r" rtl="0">
              <a:buNone/>
              <a:defRPr sz="500">
                <a:solidFill>
                  <a:schemeClr val="dk2"/>
                </a:solidFill>
                <a:latin typeface="IBM Plex Sans"/>
                <a:ea typeface="IBM Plex Sans"/>
                <a:cs typeface="IBM Plex Sans"/>
                <a:sym typeface="IBM Plex Sans"/>
              </a:defRPr>
            </a:lvl1pPr>
            <a:lvl2pPr lvl="1" algn="r" rtl="0">
              <a:buNone/>
              <a:defRPr sz="500">
                <a:solidFill>
                  <a:schemeClr val="dk2"/>
                </a:solidFill>
                <a:latin typeface="IBM Plex Sans"/>
                <a:ea typeface="IBM Plex Sans"/>
                <a:cs typeface="IBM Plex Sans"/>
                <a:sym typeface="IBM Plex Sans"/>
              </a:defRPr>
            </a:lvl2pPr>
            <a:lvl3pPr lvl="2" algn="r" rtl="0">
              <a:buNone/>
              <a:defRPr sz="500">
                <a:solidFill>
                  <a:schemeClr val="dk2"/>
                </a:solidFill>
                <a:latin typeface="IBM Plex Sans"/>
                <a:ea typeface="IBM Plex Sans"/>
                <a:cs typeface="IBM Plex Sans"/>
                <a:sym typeface="IBM Plex Sans"/>
              </a:defRPr>
            </a:lvl3pPr>
            <a:lvl4pPr lvl="3" algn="r" rtl="0">
              <a:buNone/>
              <a:defRPr sz="500">
                <a:solidFill>
                  <a:schemeClr val="dk2"/>
                </a:solidFill>
                <a:latin typeface="IBM Plex Sans"/>
                <a:ea typeface="IBM Plex Sans"/>
                <a:cs typeface="IBM Plex Sans"/>
                <a:sym typeface="IBM Plex Sans"/>
              </a:defRPr>
            </a:lvl4pPr>
            <a:lvl5pPr lvl="4" algn="r" rtl="0">
              <a:buNone/>
              <a:defRPr sz="500">
                <a:solidFill>
                  <a:schemeClr val="dk2"/>
                </a:solidFill>
                <a:latin typeface="IBM Plex Sans"/>
                <a:ea typeface="IBM Plex Sans"/>
                <a:cs typeface="IBM Plex Sans"/>
                <a:sym typeface="IBM Plex Sans"/>
              </a:defRPr>
            </a:lvl5pPr>
            <a:lvl6pPr lvl="5" algn="r" rtl="0">
              <a:buNone/>
              <a:defRPr sz="500">
                <a:solidFill>
                  <a:schemeClr val="dk2"/>
                </a:solidFill>
                <a:latin typeface="IBM Plex Sans"/>
                <a:ea typeface="IBM Plex Sans"/>
                <a:cs typeface="IBM Plex Sans"/>
                <a:sym typeface="IBM Plex Sans"/>
              </a:defRPr>
            </a:lvl6pPr>
            <a:lvl7pPr lvl="6" algn="r" rtl="0">
              <a:buNone/>
              <a:defRPr sz="500">
                <a:solidFill>
                  <a:schemeClr val="dk2"/>
                </a:solidFill>
                <a:latin typeface="IBM Plex Sans"/>
                <a:ea typeface="IBM Plex Sans"/>
                <a:cs typeface="IBM Plex Sans"/>
                <a:sym typeface="IBM Plex Sans"/>
              </a:defRPr>
            </a:lvl7pPr>
            <a:lvl8pPr lvl="7" algn="r" rtl="0">
              <a:buNone/>
              <a:defRPr sz="500">
                <a:solidFill>
                  <a:schemeClr val="dk2"/>
                </a:solidFill>
                <a:latin typeface="IBM Plex Sans"/>
                <a:ea typeface="IBM Plex Sans"/>
                <a:cs typeface="IBM Plex Sans"/>
                <a:sym typeface="IBM Plex Sans"/>
              </a:defRPr>
            </a:lvl8pPr>
            <a:lvl9pPr lvl="8" algn="r" rtl="0">
              <a:buNone/>
              <a:defRPr sz="500">
                <a:solidFill>
                  <a:schemeClr val="dk2"/>
                </a:solidFill>
                <a:latin typeface="IBM Plex Sans"/>
                <a:ea typeface="IBM Plex Sans"/>
                <a:cs typeface="IBM Plex Sans"/>
                <a:sym typeface="IBM Plex Sans"/>
              </a:defRPr>
            </a:lvl9pPr>
          </a:lstStyle>
          <a:p>
            <a:pPr marL="0" lvl="0" indent="0" algn="r" rtl="0">
              <a:spcBef>
                <a:spcPts val="0"/>
              </a:spcBef>
              <a:spcAft>
                <a:spcPts val="0"/>
              </a:spcAft>
              <a:buNone/>
            </a:pPr>
            <a:fld id="{00000000-1234-1234-1234-123412341234}" type="slidenum">
              <a:rPr lang="en"/>
              <a:t>‹#›</a:t>
            </a:fld>
            <a:endParaRPr/>
          </a:p>
        </p:txBody>
      </p:sp>
      <p:pic>
        <p:nvPicPr>
          <p:cNvPr id="1366" name="Google Shape;1366;p94"/>
          <p:cNvPicPr preferRelativeResize="0"/>
          <p:nvPr/>
        </p:nvPicPr>
        <p:blipFill>
          <a:blip r:embed="rId2">
            <a:alphaModFix/>
          </a:blip>
          <a:stretch>
            <a:fillRect/>
          </a:stretch>
        </p:blipFill>
        <p:spPr>
          <a:xfrm>
            <a:off x="8544852" y="62010"/>
            <a:ext cx="599140" cy="599141"/>
          </a:xfrm>
          <a:prstGeom prst="rect">
            <a:avLst/>
          </a:prstGeom>
          <a:noFill/>
          <a:ln>
            <a:noFill/>
          </a:ln>
        </p:spPr>
      </p:pic>
    </p:spTree>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matchingName="TITLE_AND_BODY_3_4">
  <p:cSld name="TITLE_AND_BODY_3_4">
    <p:spTree>
      <p:nvGrpSpPr>
        <p:cNvPr id="1" name="Shape 1367"/>
        <p:cNvGrpSpPr/>
        <p:nvPr/>
      </p:nvGrpSpPr>
      <p:grpSpPr>
        <a:xfrm>
          <a:off x="0" y="0"/>
          <a:ext cx="0" cy="0"/>
          <a:chOff x="0" y="0"/>
          <a:chExt cx="0" cy="0"/>
        </a:xfrm>
      </p:grpSpPr>
      <p:sp>
        <p:nvSpPr>
          <p:cNvPr id="1368" name="Google Shape;1368;p95"/>
          <p:cNvSpPr txBox="1">
            <a:spLocks noGrp="1"/>
          </p:cNvSpPr>
          <p:nvPr>
            <p:ph type="title"/>
          </p:nvPr>
        </p:nvSpPr>
        <p:spPr>
          <a:xfrm>
            <a:off x="311700" y="445025"/>
            <a:ext cx="8520600" cy="572700"/>
          </a:xfrm>
          <a:prstGeom prst="rect">
            <a:avLst/>
          </a:prstGeom>
        </p:spPr>
        <p:txBody>
          <a:bodyPr spcFirstLastPara="1" wrap="square" lIns="0" tIns="0" rIns="0" bIns="0" anchor="t" anchorCtr="0">
            <a:normAutofit/>
          </a:bodyPr>
          <a:lstStyle>
            <a:lvl1pPr lvl="0" rtl="0">
              <a:spcBef>
                <a:spcPts val="0"/>
              </a:spcBef>
              <a:spcAft>
                <a:spcPts val="0"/>
              </a:spcAft>
              <a:buSzPts val="34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1369" name="Google Shape;1369;p95"/>
          <p:cNvSpPr txBox="1">
            <a:spLocks noGrp="1"/>
          </p:cNvSpPr>
          <p:nvPr>
            <p:ph type="body" idx="1"/>
          </p:nvPr>
        </p:nvSpPr>
        <p:spPr>
          <a:xfrm>
            <a:off x="311700" y="1152475"/>
            <a:ext cx="8520600" cy="3416400"/>
          </a:xfrm>
          <a:prstGeom prst="rect">
            <a:avLst/>
          </a:prstGeom>
        </p:spPr>
        <p:txBody>
          <a:bodyPr spcFirstLastPara="1" wrap="square" lIns="0" tIns="0" rIns="0" bIns="0" anchor="t" anchorCtr="0">
            <a:normAutofit/>
          </a:bodyPr>
          <a:lstStyle>
            <a:lvl1pPr marL="457200" lvl="0" indent="-330200" rtl="0">
              <a:spcBef>
                <a:spcPts val="0"/>
              </a:spcBef>
              <a:spcAft>
                <a:spcPts val="0"/>
              </a:spcAft>
              <a:buSzPts val="1600"/>
              <a:buChar char="■"/>
              <a:defRPr/>
            </a:lvl1pPr>
            <a:lvl2pPr marL="914400" lvl="1" indent="-317500" rtl="0">
              <a:spcBef>
                <a:spcPts val="0"/>
              </a:spcBef>
              <a:spcAft>
                <a:spcPts val="0"/>
              </a:spcAft>
              <a:buSzPts val="1400"/>
              <a:buChar char="■"/>
              <a:defRPr/>
            </a:lvl2pPr>
            <a:lvl3pPr marL="1371600" lvl="2" indent="-317500" rtl="0">
              <a:spcBef>
                <a:spcPts val="0"/>
              </a:spcBef>
              <a:spcAft>
                <a:spcPts val="0"/>
              </a:spcAft>
              <a:buSzPts val="1400"/>
              <a:buChar char="■"/>
              <a:defRPr/>
            </a:lvl3pPr>
            <a:lvl4pPr marL="1828800" lvl="3" indent="-317500" rtl="0">
              <a:spcBef>
                <a:spcPts val="0"/>
              </a:spcBef>
              <a:spcAft>
                <a:spcPts val="0"/>
              </a:spcAft>
              <a:buSzPts val="1400"/>
              <a:buChar char="●"/>
              <a:defRPr/>
            </a:lvl4pPr>
            <a:lvl5pPr marL="2286000" lvl="4" indent="-317500" rtl="0">
              <a:spcBef>
                <a:spcPts val="0"/>
              </a:spcBef>
              <a:spcAft>
                <a:spcPts val="0"/>
              </a:spcAft>
              <a:buSzPts val="1400"/>
              <a:buChar char="○"/>
              <a:defRPr/>
            </a:lvl5pPr>
            <a:lvl6pPr marL="2743200" lvl="5" indent="-317500" rtl="0">
              <a:spcBef>
                <a:spcPts val="0"/>
              </a:spcBef>
              <a:spcAft>
                <a:spcPts val="0"/>
              </a:spcAft>
              <a:buSzPts val="1400"/>
              <a:buChar char="■"/>
              <a:defRPr/>
            </a:lvl6pPr>
            <a:lvl7pPr marL="3200400" lvl="6" indent="-317500" rtl="0">
              <a:spcBef>
                <a:spcPts val="0"/>
              </a:spcBef>
              <a:spcAft>
                <a:spcPts val="0"/>
              </a:spcAft>
              <a:buSzPts val="1400"/>
              <a:buChar char="●"/>
              <a:defRPr/>
            </a:lvl7pPr>
            <a:lvl8pPr marL="3657600" lvl="7" indent="-317500" rtl="0">
              <a:spcBef>
                <a:spcPts val="0"/>
              </a:spcBef>
              <a:spcAft>
                <a:spcPts val="0"/>
              </a:spcAft>
              <a:buSzPts val="1400"/>
              <a:buChar char="○"/>
              <a:defRPr/>
            </a:lvl8pPr>
            <a:lvl9pPr marL="4114800" lvl="8" indent="-317500" rtl="0">
              <a:spcBef>
                <a:spcPts val="0"/>
              </a:spcBef>
              <a:spcAft>
                <a:spcPts val="0"/>
              </a:spcAft>
              <a:buSzPts val="1400"/>
              <a:buChar char="■"/>
              <a:defRPr/>
            </a:lvl9pPr>
          </a:lstStyle>
          <a:p>
            <a:endParaRPr/>
          </a:p>
        </p:txBody>
      </p:sp>
      <p:sp>
        <p:nvSpPr>
          <p:cNvPr id="1370" name="Google Shape;1370;p95"/>
          <p:cNvSpPr txBox="1">
            <a:spLocks noGrp="1"/>
          </p:cNvSpPr>
          <p:nvPr>
            <p:ph type="sldNum" idx="12"/>
          </p:nvPr>
        </p:nvSpPr>
        <p:spPr>
          <a:xfrm>
            <a:off x="8472458" y="4663217"/>
            <a:ext cx="548700" cy="393600"/>
          </a:xfrm>
          <a:prstGeom prst="rect">
            <a:avLst/>
          </a:prstGeom>
        </p:spPr>
        <p:txBody>
          <a:bodyPr spcFirstLastPara="1" wrap="square" lIns="0" tIns="0" rIns="0" bIns="0" anchor="b"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matchingName="Orange Background 2">
  <p:cSld name="Two Content_1_3">
    <p:bg>
      <p:bgPr>
        <a:solidFill>
          <a:srgbClr val="FC5D0D"/>
        </a:solidFill>
        <a:effectLst/>
      </p:bgPr>
    </p:bg>
    <p:spTree>
      <p:nvGrpSpPr>
        <p:cNvPr id="1" name="Shape 1371"/>
        <p:cNvGrpSpPr/>
        <p:nvPr/>
      </p:nvGrpSpPr>
      <p:grpSpPr>
        <a:xfrm>
          <a:off x="0" y="0"/>
          <a:ext cx="0" cy="0"/>
          <a:chOff x="0" y="0"/>
          <a:chExt cx="0" cy="0"/>
        </a:xfrm>
      </p:grpSpPr>
      <p:sp>
        <p:nvSpPr>
          <p:cNvPr id="1372" name="Google Shape;1372;p96"/>
          <p:cNvSpPr/>
          <p:nvPr/>
        </p:nvSpPr>
        <p:spPr>
          <a:xfrm rot="-5400000">
            <a:off x="8540595" y="546728"/>
            <a:ext cx="578643" cy="199549"/>
          </a:xfrm>
          <a:custGeom>
            <a:avLst/>
            <a:gdLst/>
            <a:ahLst/>
            <a:cxnLst/>
            <a:rect l="l" t="t" r="r" b="b"/>
            <a:pathLst>
              <a:path w="1543049" h="532130" extrusionOk="0">
                <a:moveTo>
                  <a:pt x="172758" y="93332"/>
                </a:moveTo>
                <a:lnTo>
                  <a:pt x="167297" y="53708"/>
                </a:lnTo>
                <a:lnTo>
                  <a:pt x="150977" y="24422"/>
                </a:lnTo>
                <a:lnTo>
                  <a:pt x="123990" y="6248"/>
                </a:lnTo>
                <a:lnTo>
                  <a:pt x="86537" y="0"/>
                </a:lnTo>
                <a:lnTo>
                  <a:pt x="49072" y="6197"/>
                </a:lnTo>
                <a:lnTo>
                  <a:pt x="22059" y="24320"/>
                </a:lnTo>
                <a:lnTo>
                  <a:pt x="5689" y="53568"/>
                </a:lnTo>
                <a:lnTo>
                  <a:pt x="165" y="93179"/>
                </a:lnTo>
                <a:lnTo>
                  <a:pt x="0" y="286029"/>
                </a:lnTo>
                <a:lnTo>
                  <a:pt x="5461" y="325628"/>
                </a:lnTo>
                <a:lnTo>
                  <a:pt x="21780" y="354914"/>
                </a:lnTo>
                <a:lnTo>
                  <a:pt x="48768" y="373087"/>
                </a:lnTo>
                <a:lnTo>
                  <a:pt x="86220" y="379349"/>
                </a:lnTo>
                <a:lnTo>
                  <a:pt x="123685" y="373151"/>
                </a:lnTo>
                <a:lnTo>
                  <a:pt x="167081" y="325767"/>
                </a:lnTo>
                <a:lnTo>
                  <a:pt x="172605" y="286181"/>
                </a:lnTo>
                <a:lnTo>
                  <a:pt x="172643" y="236905"/>
                </a:lnTo>
                <a:lnTo>
                  <a:pt x="117919" y="236855"/>
                </a:lnTo>
                <a:lnTo>
                  <a:pt x="117868" y="289839"/>
                </a:lnTo>
                <a:lnTo>
                  <a:pt x="115760" y="306641"/>
                </a:lnTo>
                <a:lnTo>
                  <a:pt x="109753" y="317779"/>
                </a:lnTo>
                <a:lnTo>
                  <a:pt x="100304" y="323938"/>
                </a:lnTo>
                <a:lnTo>
                  <a:pt x="87845" y="325843"/>
                </a:lnTo>
                <a:lnTo>
                  <a:pt x="75387" y="323926"/>
                </a:lnTo>
                <a:lnTo>
                  <a:pt x="65951" y="317741"/>
                </a:lnTo>
                <a:lnTo>
                  <a:pt x="59969" y="306590"/>
                </a:lnTo>
                <a:lnTo>
                  <a:pt x="57886" y="289788"/>
                </a:lnTo>
                <a:lnTo>
                  <a:pt x="58051" y="89522"/>
                </a:lnTo>
                <a:lnTo>
                  <a:pt x="60159" y="72631"/>
                </a:lnTo>
                <a:lnTo>
                  <a:pt x="66167" y="61302"/>
                </a:lnTo>
                <a:lnTo>
                  <a:pt x="75615" y="54952"/>
                </a:lnTo>
                <a:lnTo>
                  <a:pt x="88074" y="52984"/>
                </a:lnTo>
                <a:lnTo>
                  <a:pt x="100520" y="54978"/>
                </a:lnTo>
                <a:lnTo>
                  <a:pt x="109969" y="61353"/>
                </a:lnTo>
                <a:lnTo>
                  <a:pt x="115951" y="72682"/>
                </a:lnTo>
                <a:lnTo>
                  <a:pt x="118033" y="89573"/>
                </a:lnTo>
                <a:lnTo>
                  <a:pt x="118008" y="129311"/>
                </a:lnTo>
                <a:lnTo>
                  <a:pt x="172732" y="129349"/>
                </a:lnTo>
                <a:lnTo>
                  <a:pt x="172758" y="93332"/>
                </a:lnTo>
                <a:close/>
              </a:path>
              <a:path w="1543049" h="532130" extrusionOk="0">
                <a:moveTo>
                  <a:pt x="395109" y="375361"/>
                </a:moveTo>
                <a:lnTo>
                  <a:pt x="384454" y="307962"/>
                </a:lnTo>
                <a:lnTo>
                  <a:pt x="376516" y="257683"/>
                </a:lnTo>
                <a:lnTo>
                  <a:pt x="346862" y="70104"/>
                </a:lnTo>
                <a:lnTo>
                  <a:pt x="336486" y="4445"/>
                </a:lnTo>
                <a:lnTo>
                  <a:pt x="318909" y="4432"/>
                </a:lnTo>
                <a:lnTo>
                  <a:pt x="318909" y="257683"/>
                </a:lnTo>
                <a:lnTo>
                  <a:pt x="263118" y="257632"/>
                </a:lnTo>
                <a:lnTo>
                  <a:pt x="291172" y="70104"/>
                </a:lnTo>
                <a:lnTo>
                  <a:pt x="318909" y="257683"/>
                </a:lnTo>
                <a:lnTo>
                  <a:pt x="318909" y="4432"/>
                </a:lnTo>
                <a:lnTo>
                  <a:pt x="251764" y="4381"/>
                </a:lnTo>
                <a:lnTo>
                  <a:pt x="192506" y="375183"/>
                </a:lnTo>
                <a:lnTo>
                  <a:pt x="245656" y="375234"/>
                </a:lnTo>
                <a:lnTo>
                  <a:pt x="255714" y="307962"/>
                </a:lnTo>
                <a:lnTo>
                  <a:pt x="326758" y="308025"/>
                </a:lnTo>
                <a:lnTo>
                  <a:pt x="336702" y="375310"/>
                </a:lnTo>
                <a:lnTo>
                  <a:pt x="395109" y="375361"/>
                </a:lnTo>
                <a:close/>
              </a:path>
              <a:path w="1543049" h="532130" extrusionOk="0">
                <a:moveTo>
                  <a:pt x="664845" y="4737"/>
                </a:moveTo>
                <a:lnTo>
                  <a:pt x="584339" y="4673"/>
                </a:lnTo>
                <a:lnTo>
                  <a:pt x="544652" y="267957"/>
                </a:lnTo>
                <a:lnTo>
                  <a:pt x="502246" y="4597"/>
                </a:lnTo>
                <a:lnTo>
                  <a:pt x="421728" y="4533"/>
                </a:lnTo>
                <a:lnTo>
                  <a:pt x="421424" y="375399"/>
                </a:lnTo>
                <a:lnTo>
                  <a:pt x="471932" y="375437"/>
                </a:lnTo>
                <a:lnTo>
                  <a:pt x="472160" y="113182"/>
                </a:lnTo>
                <a:lnTo>
                  <a:pt x="515086" y="375475"/>
                </a:lnTo>
                <a:lnTo>
                  <a:pt x="569810" y="375526"/>
                </a:lnTo>
                <a:lnTo>
                  <a:pt x="610031" y="109588"/>
                </a:lnTo>
                <a:lnTo>
                  <a:pt x="609815" y="375564"/>
                </a:lnTo>
                <a:lnTo>
                  <a:pt x="664540" y="375615"/>
                </a:lnTo>
                <a:lnTo>
                  <a:pt x="664845" y="4737"/>
                </a:lnTo>
                <a:close/>
              </a:path>
              <a:path w="1543049" h="532130" extrusionOk="0">
                <a:moveTo>
                  <a:pt x="876909" y="4914"/>
                </a:moveTo>
                <a:lnTo>
                  <a:pt x="822185" y="4864"/>
                </a:lnTo>
                <a:lnTo>
                  <a:pt x="821944" y="290969"/>
                </a:lnTo>
                <a:lnTo>
                  <a:pt x="819835" y="307771"/>
                </a:lnTo>
                <a:lnTo>
                  <a:pt x="813828" y="318909"/>
                </a:lnTo>
                <a:lnTo>
                  <a:pt x="804379" y="325081"/>
                </a:lnTo>
                <a:lnTo>
                  <a:pt x="791908" y="326974"/>
                </a:lnTo>
                <a:lnTo>
                  <a:pt x="779462" y="325056"/>
                </a:lnTo>
                <a:lnTo>
                  <a:pt x="770026" y="318871"/>
                </a:lnTo>
                <a:lnTo>
                  <a:pt x="764044" y="307721"/>
                </a:lnTo>
                <a:lnTo>
                  <a:pt x="761949" y="290918"/>
                </a:lnTo>
                <a:lnTo>
                  <a:pt x="762190" y="4813"/>
                </a:lnTo>
                <a:lnTo>
                  <a:pt x="704303" y="4775"/>
                </a:lnTo>
                <a:lnTo>
                  <a:pt x="704062" y="287159"/>
                </a:lnTo>
                <a:lnTo>
                  <a:pt x="709536" y="326771"/>
                </a:lnTo>
                <a:lnTo>
                  <a:pt x="752843" y="374218"/>
                </a:lnTo>
                <a:lnTo>
                  <a:pt x="790295" y="380479"/>
                </a:lnTo>
                <a:lnTo>
                  <a:pt x="827760" y="374281"/>
                </a:lnTo>
                <a:lnTo>
                  <a:pt x="854786" y="356158"/>
                </a:lnTo>
                <a:lnTo>
                  <a:pt x="871143" y="326910"/>
                </a:lnTo>
                <a:lnTo>
                  <a:pt x="876668" y="287312"/>
                </a:lnTo>
                <a:lnTo>
                  <a:pt x="876909" y="4914"/>
                </a:lnTo>
                <a:close/>
              </a:path>
              <a:path w="1543049" h="532130" extrusionOk="0">
                <a:moveTo>
                  <a:pt x="1099515" y="5105"/>
                </a:moveTo>
                <a:lnTo>
                  <a:pt x="1047940" y="5067"/>
                </a:lnTo>
                <a:lnTo>
                  <a:pt x="1047750" y="227063"/>
                </a:lnTo>
                <a:lnTo>
                  <a:pt x="988479" y="5016"/>
                </a:lnTo>
                <a:lnTo>
                  <a:pt x="915860" y="4953"/>
                </a:lnTo>
                <a:lnTo>
                  <a:pt x="915543" y="375818"/>
                </a:lnTo>
                <a:lnTo>
                  <a:pt x="967638" y="375856"/>
                </a:lnTo>
                <a:lnTo>
                  <a:pt x="967867" y="107251"/>
                </a:lnTo>
                <a:lnTo>
                  <a:pt x="1039736" y="375920"/>
                </a:lnTo>
                <a:lnTo>
                  <a:pt x="1099197" y="375983"/>
                </a:lnTo>
                <a:lnTo>
                  <a:pt x="1099515" y="5105"/>
                </a:lnTo>
                <a:close/>
              </a:path>
              <a:path w="1543049" h="532130" extrusionOk="0">
                <a:moveTo>
                  <a:pt x="1318869" y="96951"/>
                </a:moveTo>
                <a:lnTo>
                  <a:pt x="1313637" y="58178"/>
                </a:lnTo>
                <a:lnTo>
                  <a:pt x="1313561" y="57594"/>
                </a:lnTo>
                <a:lnTo>
                  <a:pt x="1297482" y="28854"/>
                </a:lnTo>
                <a:lnTo>
                  <a:pt x="1270546" y="11226"/>
                </a:lnTo>
                <a:lnTo>
                  <a:pt x="1260983" y="9715"/>
                </a:lnTo>
                <a:lnTo>
                  <a:pt x="1260983" y="94259"/>
                </a:lnTo>
                <a:lnTo>
                  <a:pt x="1260817" y="287108"/>
                </a:lnTo>
                <a:lnTo>
                  <a:pt x="1258785" y="303911"/>
                </a:lnTo>
                <a:lnTo>
                  <a:pt x="1252956" y="315048"/>
                </a:lnTo>
                <a:lnTo>
                  <a:pt x="1243685" y="321221"/>
                </a:lnTo>
                <a:lnTo>
                  <a:pt x="1231315" y="323113"/>
                </a:lnTo>
                <a:lnTo>
                  <a:pt x="1198689" y="323088"/>
                </a:lnTo>
                <a:lnTo>
                  <a:pt x="1198918" y="58178"/>
                </a:lnTo>
                <a:lnTo>
                  <a:pt x="1231544" y="58204"/>
                </a:lnTo>
                <a:lnTo>
                  <a:pt x="1243914" y="60109"/>
                </a:lnTo>
                <a:lnTo>
                  <a:pt x="1253172" y="66294"/>
                </a:lnTo>
                <a:lnTo>
                  <a:pt x="1258976" y="77444"/>
                </a:lnTo>
                <a:lnTo>
                  <a:pt x="1260983" y="94259"/>
                </a:lnTo>
                <a:lnTo>
                  <a:pt x="1260983" y="9715"/>
                </a:lnTo>
                <a:lnTo>
                  <a:pt x="1232649" y="5219"/>
                </a:lnTo>
                <a:lnTo>
                  <a:pt x="1141082" y="5143"/>
                </a:lnTo>
                <a:lnTo>
                  <a:pt x="1140764" y="376008"/>
                </a:lnTo>
                <a:lnTo>
                  <a:pt x="1232331" y="376085"/>
                </a:lnTo>
                <a:lnTo>
                  <a:pt x="1270228" y="370141"/>
                </a:lnTo>
                <a:lnTo>
                  <a:pt x="1297203" y="352564"/>
                </a:lnTo>
                <a:lnTo>
                  <a:pt x="1313319" y="323850"/>
                </a:lnTo>
                <a:lnTo>
                  <a:pt x="1313421" y="323113"/>
                </a:lnTo>
                <a:lnTo>
                  <a:pt x="1318704" y="284505"/>
                </a:lnTo>
                <a:lnTo>
                  <a:pt x="1318869" y="96951"/>
                </a:lnTo>
                <a:close/>
              </a:path>
              <a:path w="1543049" h="532130" extrusionOk="0">
                <a:moveTo>
                  <a:pt x="1542796" y="433819"/>
                </a:moveTo>
                <a:lnTo>
                  <a:pt x="0" y="433819"/>
                </a:lnTo>
                <a:lnTo>
                  <a:pt x="0" y="532066"/>
                </a:lnTo>
                <a:lnTo>
                  <a:pt x="1542796" y="532066"/>
                </a:lnTo>
                <a:lnTo>
                  <a:pt x="1542796" y="433819"/>
                </a:lnTo>
                <a:close/>
              </a:path>
              <a:path w="1543049" h="532130" extrusionOk="0">
                <a:moveTo>
                  <a:pt x="1542796" y="376364"/>
                </a:moveTo>
                <a:lnTo>
                  <a:pt x="1532140" y="308952"/>
                </a:lnTo>
                <a:lnTo>
                  <a:pt x="1524203" y="258673"/>
                </a:lnTo>
                <a:lnTo>
                  <a:pt x="1494548" y="71094"/>
                </a:lnTo>
                <a:lnTo>
                  <a:pt x="1484172" y="5448"/>
                </a:lnTo>
                <a:lnTo>
                  <a:pt x="1466596" y="5435"/>
                </a:lnTo>
                <a:lnTo>
                  <a:pt x="1466596" y="258673"/>
                </a:lnTo>
                <a:lnTo>
                  <a:pt x="1410804" y="258635"/>
                </a:lnTo>
                <a:lnTo>
                  <a:pt x="1438859" y="71094"/>
                </a:lnTo>
                <a:lnTo>
                  <a:pt x="1466596" y="258673"/>
                </a:lnTo>
                <a:lnTo>
                  <a:pt x="1466596" y="5435"/>
                </a:lnTo>
                <a:lnTo>
                  <a:pt x="1399438" y="5372"/>
                </a:lnTo>
                <a:lnTo>
                  <a:pt x="1340192" y="376186"/>
                </a:lnTo>
                <a:lnTo>
                  <a:pt x="1393342" y="376224"/>
                </a:lnTo>
                <a:lnTo>
                  <a:pt x="1403400" y="308952"/>
                </a:lnTo>
                <a:lnTo>
                  <a:pt x="1474431" y="309016"/>
                </a:lnTo>
                <a:lnTo>
                  <a:pt x="1484376" y="376313"/>
                </a:lnTo>
                <a:lnTo>
                  <a:pt x="1542796" y="376364"/>
                </a:lnTo>
                <a:close/>
              </a:path>
            </a:pathLst>
          </a:custGeom>
          <a:solidFill>
            <a:schemeClr val="lt1"/>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100"/>
          </a:p>
        </p:txBody>
      </p:sp>
      <p:sp>
        <p:nvSpPr>
          <p:cNvPr id="1373" name="Google Shape;1373;p96"/>
          <p:cNvSpPr/>
          <p:nvPr/>
        </p:nvSpPr>
        <p:spPr>
          <a:xfrm>
            <a:off x="510094" y="1076984"/>
            <a:ext cx="8110500" cy="4066500"/>
          </a:xfrm>
          <a:prstGeom prst="round2SameRect">
            <a:avLst>
              <a:gd name="adj1" fmla="val 8094"/>
              <a:gd name="adj2" fmla="val 0"/>
            </a:avLst>
          </a:prstGeom>
          <a:solidFill>
            <a:srgbClr val="FFFFFF"/>
          </a:solidFill>
          <a:ln>
            <a:noFill/>
          </a:ln>
        </p:spPr>
        <p:txBody>
          <a:bodyPr spcFirstLastPara="1" wrap="square" lIns="57150" tIns="57150" rIns="57150" bIns="57150"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matchingName="Spacecraft - Title">
  <p:cSld name="BLANK_2_2_1_1">
    <p:bg>
      <p:bgPr>
        <a:solidFill>
          <a:srgbClr val="F7F7F7"/>
        </a:solidFill>
        <a:effectLst/>
      </p:bgPr>
    </p:bg>
    <p:spTree>
      <p:nvGrpSpPr>
        <p:cNvPr id="1" name="Shape 1374"/>
        <p:cNvGrpSpPr/>
        <p:nvPr/>
      </p:nvGrpSpPr>
      <p:grpSpPr>
        <a:xfrm>
          <a:off x="0" y="0"/>
          <a:ext cx="0" cy="0"/>
          <a:chOff x="0" y="0"/>
          <a:chExt cx="0" cy="0"/>
        </a:xfrm>
      </p:grpSpPr>
      <p:sp>
        <p:nvSpPr>
          <p:cNvPr id="1375" name="Google Shape;1375;p97"/>
          <p:cNvSpPr txBox="1">
            <a:spLocks noGrp="1"/>
          </p:cNvSpPr>
          <p:nvPr>
            <p:ph type="sldNum" idx="12"/>
          </p:nvPr>
        </p:nvSpPr>
        <p:spPr>
          <a:xfrm>
            <a:off x="8472458" y="4663217"/>
            <a:ext cx="548700" cy="393600"/>
          </a:xfrm>
          <a:prstGeom prst="rect">
            <a:avLst/>
          </a:prstGeom>
        </p:spPr>
        <p:txBody>
          <a:bodyPr spcFirstLastPara="1" wrap="square" lIns="0" tIns="0" rIns="0" bIns="0" anchor="b"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pic>
        <p:nvPicPr>
          <p:cNvPr id="1376" name="Google Shape;1376;p97"/>
          <p:cNvPicPr preferRelativeResize="0"/>
          <p:nvPr/>
        </p:nvPicPr>
        <p:blipFill>
          <a:blip r:embed="rId2">
            <a:alphaModFix/>
          </a:blip>
          <a:stretch>
            <a:fillRect/>
          </a:stretch>
        </p:blipFill>
        <p:spPr>
          <a:xfrm>
            <a:off x="8544852" y="62010"/>
            <a:ext cx="599140" cy="599141"/>
          </a:xfrm>
          <a:prstGeom prst="rect">
            <a:avLst/>
          </a:prstGeom>
          <a:noFill/>
          <a:ln>
            <a:noFill/>
          </a:ln>
        </p:spPr>
      </p:pic>
      <p:sp>
        <p:nvSpPr>
          <p:cNvPr id="1377" name="Google Shape;1377;p97"/>
          <p:cNvSpPr txBox="1">
            <a:spLocks noGrp="1"/>
          </p:cNvSpPr>
          <p:nvPr>
            <p:ph type="title"/>
          </p:nvPr>
        </p:nvSpPr>
        <p:spPr>
          <a:xfrm>
            <a:off x="457200" y="148350"/>
            <a:ext cx="8183700" cy="864900"/>
          </a:xfrm>
          <a:prstGeom prst="rect">
            <a:avLst/>
          </a:prstGeom>
        </p:spPr>
        <p:txBody>
          <a:bodyPr spcFirstLastPara="1" wrap="square" lIns="0" tIns="0" rIns="0" bIns="0" anchor="t" anchorCtr="0">
            <a:normAutofit/>
          </a:bodyPr>
          <a:lstStyle>
            <a:lvl1pPr lvl="0" rtl="0">
              <a:spcBef>
                <a:spcPts val="0"/>
              </a:spcBef>
              <a:spcAft>
                <a:spcPts val="0"/>
              </a:spcAft>
              <a:buClr>
                <a:schemeClr val="dk1"/>
              </a:buClr>
              <a:buSzPts val="3400"/>
              <a:buFont typeface="IBM Plex Sans"/>
              <a:buNone/>
              <a:defRPr sz="3400" b="1">
                <a:solidFill>
                  <a:schemeClr val="dk1"/>
                </a:solidFill>
                <a:latin typeface="IBM Plex Sans"/>
                <a:ea typeface="IBM Plex Sans"/>
                <a:cs typeface="IBM Plex Sans"/>
                <a:sym typeface="IBM Plex Sans"/>
              </a:defRPr>
            </a:lvl1pPr>
            <a:lvl2pPr lvl="1" rtl="0">
              <a:spcBef>
                <a:spcPts val="0"/>
              </a:spcBef>
              <a:spcAft>
                <a:spcPts val="0"/>
              </a:spcAft>
              <a:buClr>
                <a:schemeClr val="dk1"/>
              </a:buClr>
              <a:buSzPts val="2800"/>
              <a:buNone/>
              <a:defRPr sz="2800">
                <a:solidFill>
                  <a:schemeClr val="dk1"/>
                </a:solidFill>
              </a:defRPr>
            </a:lvl2pPr>
            <a:lvl3pPr lvl="2" rtl="0">
              <a:spcBef>
                <a:spcPts val="0"/>
              </a:spcBef>
              <a:spcAft>
                <a:spcPts val="0"/>
              </a:spcAft>
              <a:buClr>
                <a:schemeClr val="dk1"/>
              </a:buClr>
              <a:buSzPts val="2800"/>
              <a:buNone/>
              <a:defRPr sz="2800">
                <a:solidFill>
                  <a:schemeClr val="dk1"/>
                </a:solidFill>
              </a:defRPr>
            </a:lvl3pPr>
            <a:lvl4pPr lvl="3" rtl="0">
              <a:spcBef>
                <a:spcPts val="0"/>
              </a:spcBef>
              <a:spcAft>
                <a:spcPts val="0"/>
              </a:spcAft>
              <a:buClr>
                <a:schemeClr val="dk1"/>
              </a:buClr>
              <a:buSzPts val="2800"/>
              <a:buNone/>
              <a:defRPr sz="2800">
                <a:solidFill>
                  <a:schemeClr val="dk1"/>
                </a:solidFill>
              </a:defRPr>
            </a:lvl4pPr>
            <a:lvl5pPr lvl="4" rtl="0">
              <a:spcBef>
                <a:spcPts val="0"/>
              </a:spcBef>
              <a:spcAft>
                <a:spcPts val="0"/>
              </a:spcAft>
              <a:buClr>
                <a:schemeClr val="dk1"/>
              </a:buClr>
              <a:buSzPts val="2800"/>
              <a:buNone/>
              <a:defRPr sz="2800">
                <a:solidFill>
                  <a:schemeClr val="dk1"/>
                </a:solidFill>
              </a:defRPr>
            </a:lvl5pPr>
            <a:lvl6pPr lvl="5" rtl="0">
              <a:spcBef>
                <a:spcPts val="0"/>
              </a:spcBef>
              <a:spcAft>
                <a:spcPts val="0"/>
              </a:spcAft>
              <a:buClr>
                <a:schemeClr val="dk1"/>
              </a:buClr>
              <a:buSzPts val="2800"/>
              <a:buNone/>
              <a:defRPr sz="2800">
                <a:solidFill>
                  <a:schemeClr val="dk1"/>
                </a:solidFill>
              </a:defRPr>
            </a:lvl6pPr>
            <a:lvl7pPr lvl="6" rtl="0">
              <a:spcBef>
                <a:spcPts val="0"/>
              </a:spcBef>
              <a:spcAft>
                <a:spcPts val="0"/>
              </a:spcAft>
              <a:buClr>
                <a:schemeClr val="dk1"/>
              </a:buClr>
              <a:buSzPts val="2800"/>
              <a:buNone/>
              <a:defRPr sz="2800">
                <a:solidFill>
                  <a:schemeClr val="dk1"/>
                </a:solidFill>
              </a:defRPr>
            </a:lvl7pPr>
            <a:lvl8pPr lvl="7" rtl="0">
              <a:spcBef>
                <a:spcPts val="0"/>
              </a:spcBef>
              <a:spcAft>
                <a:spcPts val="0"/>
              </a:spcAft>
              <a:buClr>
                <a:schemeClr val="dk1"/>
              </a:buClr>
              <a:buSzPts val="2800"/>
              <a:buNone/>
              <a:defRPr sz="2800">
                <a:solidFill>
                  <a:schemeClr val="dk1"/>
                </a:solidFill>
              </a:defRPr>
            </a:lvl8pPr>
            <a:lvl9pPr lvl="8" rtl="0">
              <a:spcBef>
                <a:spcPts val="0"/>
              </a:spcBef>
              <a:spcAft>
                <a:spcPts val="0"/>
              </a:spcAft>
              <a:buClr>
                <a:schemeClr val="dk1"/>
              </a:buClr>
              <a:buSzPts val="2800"/>
              <a:buNone/>
              <a:defRPr sz="2800">
                <a:solidFill>
                  <a:schemeClr val="dk1"/>
                </a:solidFill>
              </a:defRPr>
            </a:lvl9pPr>
          </a:lstStyle>
          <a:p>
            <a:endParaRPr/>
          </a:p>
        </p:txBody>
      </p:sp>
      <p:sp>
        <p:nvSpPr>
          <p:cNvPr id="1378" name="Google Shape;1378;p97"/>
          <p:cNvSpPr txBox="1"/>
          <p:nvPr/>
        </p:nvSpPr>
        <p:spPr>
          <a:xfrm>
            <a:off x="457211" y="4813833"/>
            <a:ext cx="1902000" cy="924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r>
              <a:rPr lang="en" sz="600">
                <a:solidFill>
                  <a:srgbClr val="434343"/>
                </a:solidFill>
                <a:latin typeface="IBM Plex Sans"/>
                <a:ea typeface="IBM Plex Sans"/>
                <a:cs typeface="IBM Plex Sans"/>
                <a:sym typeface="IBM Plex Sans"/>
              </a:rPr>
              <a:t>CAMUNDA 2021</a:t>
            </a:r>
            <a:endParaRPr sz="600">
              <a:solidFill>
                <a:srgbClr val="434343"/>
              </a:solidFill>
              <a:latin typeface="IBM Plex Sans"/>
              <a:ea typeface="IBM Plex Sans"/>
              <a:cs typeface="IBM Plex Sans"/>
              <a:sym typeface="IBM Plex Sans"/>
            </a:endParaRPr>
          </a:p>
        </p:txBody>
      </p:sp>
    </p:spTree>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matchingName="TITLE_AND_BODY_3_5">
  <p:cSld name="TITLE_AND_BODY_3_5">
    <p:spTree>
      <p:nvGrpSpPr>
        <p:cNvPr id="1" name="Shape 1379"/>
        <p:cNvGrpSpPr/>
        <p:nvPr/>
      </p:nvGrpSpPr>
      <p:grpSpPr>
        <a:xfrm>
          <a:off x="0" y="0"/>
          <a:ext cx="0" cy="0"/>
          <a:chOff x="0" y="0"/>
          <a:chExt cx="0" cy="0"/>
        </a:xfrm>
      </p:grpSpPr>
      <p:sp>
        <p:nvSpPr>
          <p:cNvPr id="1380" name="Google Shape;1380;p98"/>
          <p:cNvSpPr txBox="1">
            <a:spLocks noGrp="1"/>
          </p:cNvSpPr>
          <p:nvPr>
            <p:ph type="title"/>
          </p:nvPr>
        </p:nvSpPr>
        <p:spPr>
          <a:xfrm>
            <a:off x="311700" y="445025"/>
            <a:ext cx="8520600" cy="572700"/>
          </a:xfrm>
          <a:prstGeom prst="rect">
            <a:avLst/>
          </a:prstGeom>
        </p:spPr>
        <p:txBody>
          <a:bodyPr spcFirstLastPara="1" wrap="square" lIns="0" tIns="0" rIns="0" bIns="0" anchor="t" anchorCtr="0">
            <a:normAutofit/>
          </a:bodyPr>
          <a:lstStyle>
            <a:lvl1pPr lvl="0" rtl="0">
              <a:spcBef>
                <a:spcPts val="0"/>
              </a:spcBef>
              <a:spcAft>
                <a:spcPts val="0"/>
              </a:spcAft>
              <a:buSzPts val="34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1381" name="Google Shape;1381;p98"/>
          <p:cNvSpPr txBox="1">
            <a:spLocks noGrp="1"/>
          </p:cNvSpPr>
          <p:nvPr>
            <p:ph type="body" idx="1"/>
          </p:nvPr>
        </p:nvSpPr>
        <p:spPr>
          <a:xfrm>
            <a:off x="311700" y="1152475"/>
            <a:ext cx="8520600" cy="3416400"/>
          </a:xfrm>
          <a:prstGeom prst="rect">
            <a:avLst/>
          </a:prstGeom>
        </p:spPr>
        <p:txBody>
          <a:bodyPr spcFirstLastPara="1" wrap="square" lIns="0" tIns="0" rIns="0" bIns="0" anchor="t" anchorCtr="0">
            <a:normAutofit/>
          </a:bodyPr>
          <a:lstStyle>
            <a:lvl1pPr marL="457200" lvl="0" indent="-330200" rtl="0">
              <a:spcBef>
                <a:spcPts val="0"/>
              </a:spcBef>
              <a:spcAft>
                <a:spcPts val="0"/>
              </a:spcAft>
              <a:buSzPts val="1600"/>
              <a:buChar char="■"/>
              <a:defRPr/>
            </a:lvl1pPr>
            <a:lvl2pPr marL="914400" lvl="1" indent="-317500" rtl="0">
              <a:spcBef>
                <a:spcPts val="0"/>
              </a:spcBef>
              <a:spcAft>
                <a:spcPts val="0"/>
              </a:spcAft>
              <a:buSzPts val="1400"/>
              <a:buChar char="■"/>
              <a:defRPr/>
            </a:lvl2pPr>
            <a:lvl3pPr marL="1371600" lvl="2" indent="-317500" rtl="0">
              <a:spcBef>
                <a:spcPts val="0"/>
              </a:spcBef>
              <a:spcAft>
                <a:spcPts val="0"/>
              </a:spcAft>
              <a:buSzPts val="1400"/>
              <a:buChar char="■"/>
              <a:defRPr/>
            </a:lvl3pPr>
            <a:lvl4pPr marL="1828800" lvl="3" indent="-317500" rtl="0">
              <a:spcBef>
                <a:spcPts val="0"/>
              </a:spcBef>
              <a:spcAft>
                <a:spcPts val="0"/>
              </a:spcAft>
              <a:buSzPts val="1400"/>
              <a:buChar char="●"/>
              <a:defRPr/>
            </a:lvl4pPr>
            <a:lvl5pPr marL="2286000" lvl="4" indent="-317500" rtl="0">
              <a:spcBef>
                <a:spcPts val="0"/>
              </a:spcBef>
              <a:spcAft>
                <a:spcPts val="0"/>
              </a:spcAft>
              <a:buSzPts val="1400"/>
              <a:buChar char="○"/>
              <a:defRPr/>
            </a:lvl5pPr>
            <a:lvl6pPr marL="2743200" lvl="5" indent="-317500" rtl="0">
              <a:spcBef>
                <a:spcPts val="0"/>
              </a:spcBef>
              <a:spcAft>
                <a:spcPts val="0"/>
              </a:spcAft>
              <a:buSzPts val="1400"/>
              <a:buChar char="■"/>
              <a:defRPr/>
            </a:lvl6pPr>
            <a:lvl7pPr marL="3200400" lvl="6" indent="-317500" rtl="0">
              <a:spcBef>
                <a:spcPts val="0"/>
              </a:spcBef>
              <a:spcAft>
                <a:spcPts val="0"/>
              </a:spcAft>
              <a:buSzPts val="1400"/>
              <a:buChar char="●"/>
              <a:defRPr/>
            </a:lvl7pPr>
            <a:lvl8pPr marL="3657600" lvl="7" indent="-317500" rtl="0">
              <a:spcBef>
                <a:spcPts val="0"/>
              </a:spcBef>
              <a:spcAft>
                <a:spcPts val="0"/>
              </a:spcAft>
              <a:buSzPts val="1400"/>
              <a:buChar char="○"/>
              <a:defRPr/>
            </a:lvl8pPr>
            <a:lvl9pPr marL="4114800" lvl="8" indent="-317500" rtl="0">
              <a:spcBef>
                <a:spcPts val="0"/>
              </a:spcBef>
              <a:spcAft>
                <a:spcPts val="0"/>
              </a:spcAft>
              <a:buSzPts val="1400"/>
              <a:buChar char="■"/>
              <a:defRPr/>
            </a:lvl9pPr>
          </a:lstStyle>
          <a:p>
            <a:endParaRPr/>
          </a:p>
        </p:txBody>
      </p:sp>
      <p:sp>
        <p:nvSpPr>
          <p:cNvPr id="1382" name="Google Shape;1382;p98"/>
          <p:cNvSpPr txBox="1">
            <a:spLocks noGrp="1"/>
          </p:cNvSpPr>
          <p:nvPr>
            <p:ph type="sldNum" idx="12"/>
          </p:nvPr>
        </p:nvSpPr>
        <p:spPr>
          <a:xfrm>
            <a:off x="8472458" y="4663217"/>
            <a:ext cx="548700" cy="393600"/>
          </a:xfrm>
          <a:prstGeom prst="rect">
            <a:avLst/>
          </a:prstGeom>
        </p:spPr>
        <p:txBody>
          <a:bodyPr spcFirstLastPara="1" wrap="square" lIns="0" tIns="0" rIns="0" bIns="0" anchor="b"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matchingName="Space - Title Blank">
  <p:cSld name="BLANK_2_2_1_1_1">
    <p:bg>
      <p:bgPr>
        <a:solidFill>
          <a:srgbClr val="F7F7F7"/>
        </a:solidFill>
        <a:effectLst/>
      </p:bgPr>
    </p:bg>
    <p:spTree>
      <p:nvGrpSpPr>
        <p:cNvPr id="1" name="Shape 1383"/>
        <p:cNvGrpSpPr/>
        <p:nvPr/>
      </p:nvGrpSpPr>
      <p:grpSpPr>
        <a:xfrm>
          <a:off x="0" y="0"/>
          <a:ext cx="0" cy="0"/>
          <a:chOff x="0" y="0"/>
          <a:chExt cx="0" cy="0"/>
        </a:xfrm>
      </p:grpSpPr>
      <p:sp>
        <p:nvSpPr>
          <p:cNvPr id="1384" name="Google Shape;1384;p99"/>
          <p:cNvSpPr txBox="1">
            <a:spLocks noGrp="1"/>
          </p:cNvSpPr>
          <p:nvPr>
            <p:ph type="sldNum" idx="12"/>
          </p:nvPr>
        </p:nvSpPr>
        <p:spPr>
          <a:xfrm>
            <a:off x="8472458" y="4663217"/>
            <a:ext cx="548700" cy="393600"/>
          </a:xfrm>
          <a:prstGeom prst="rect">
            <a:avLst/>
          </a:prstGeom>
        </p:spPr>
        <p:txBody>
          <a:bodyPr spcFirstLastPara="1" wrap="square" lIns="0" tIns="0" rIns="0" bIns="0" anchor="b"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
        <p:nvSpPr>
          <p:cNvPr id="1385" name="Google Shape;1385;p99"/>
          <p:cNvSpPr txBox="1">
            <a:spLocks noGrp="1"/>
          </p:cNvSpPr>
          <p:nvPr>
            <p:ph type="ctrTitle"/>
          </p:nvPr>
        </p:nvSpPr>
        <p:spPr>
          <a:xfrm>
            <a:off x="378325" y="31276"/>
            <a:ext cx="7458900" cy="763500"/>
          </a:xfrm>
          <a:prstGeom prst="rect">
            <a:avLst/>
          </a:prstGeom>
        </p:spPr>
        <p:txBody>
          <a:bodyPr spcFirstLastPara="1" wrap="square" lIns="0" tIns="0" rIns="0" bIns="0" anchor="t" anchorCtr="0">
            <a:normAutofit/>
          </a:bodyPr>
          <a:lstStyle>
            <a:lvl1pPr lvl="0" rtl="0">
              <a:spcBef>
                <a:spcPts val="0"/>
              </a:spcBef>
              <a:spcAft>
                <a:spcPts val="0"/>
              </a:spcAft>
              <a:buSzPts val="3600"/>
              <a:buFont typeface="IBM Plex Sans"/>
              <a:buNone/>
              <a:defRPr sz="3600" b="1">
                <a:latin typeface="IBM Plex Sans"/>
                <a:ea typeface="IBM Plex Sans"/>
                <a:cs typeface="IBM Plex Sans"/>
                <a:sym typeface="IBM Plex Sans"/>
              </a:defRPr>
            </a:lvl1pPr>
            <a:lvl2pPr lvl="1" algn="ctr" rtl="0">
              <a:spcBef>
                <a:spcPts val="0"/>
              </a:spcBef>
              <a:spcAft>
                <a:spcPts val="0"/>
              </a:spcAft>
              <a:buSzPts val="5200"/>
              <a:buNone/>
              <a:defRPr sz="5200"/>
            </a:lvl2pPr>
            <a:lvl3pPr lvl="2" algn="ctr" rtl="0">
              <a:spcBef>
                <a:spcPts val="0"/>
              </a:spcBef>
              <a:spcAft>
                <a:spcPts val="0"/>
              </a:spcAft>
              <a:buSzPts val="5200"/>
              <a:buNone/>
              <a:defRPr sz="5200"/>
            </a:lvl3pPr>
            <a:lvl4pPr lvl="3" algn="ctr" rtl="0">
              <a:spcBef>
                <a:spcPts val="0"/>
              </a:spcBef>
              <a:spcAft>
                <a:spcPts val="0"/>
              </a:spcAft>
              <a:buSzPts val="5200"/>
              <a:buNone/>
              <a:defRPr sz="5200"/>
            </a:lvl4pPr>
            <a:lvl5pPr lvl="4" algn="ctr" rtl="0">
              <a:spcBef>
                <a:spcPts val="0"/>
              </a:spcBef>
              <a:spcAft>
                <a:spcPts val="0"/>
              </a:spcAft>
              <a:buSzPts val="5200"/>
              <a:buNone/>
              <a:defRPr sz="5200"/>
            </a:lvl5pPr>
            <a:lvl6pPr lvl="5" algn="ctr" rtl="0">
              <a:spcBef>
                <a:spcPts val="0"/>
              </a:spcBef>
              <a:spcAft>
                <a:spcPts val="0"/>
              </a:spcAft>
              <a:buSzPts val="5200"/>
              <a:buNone/>
              <a:defRPr sz="5200"/>
            </a:lvl6pPr>
            <a:lvl7pPr lvl="6" algn="ctr" rtl="0">
              <a:spcBef>
                <a:spcPts val="0"/>
              </a:spcBef>
              <a:spcAft>
                <a:spcPts val="0"/>
              </a:spcAft>
              <a:buSzPts val="5200"/>
              <a:buNone/>
              <a:defRPr sz="5200"/>
            </a:lvl7pPr>
            <a:lvl8pPr lvl="7" algn="ctr" rtl="0">
              <a:spcBef>
                <a:spcPts val="0"/>
              </a:spcBef>
              <a:spcAft>
                <a:spcPts val="0"/>
              </a:spcAft>
              <a:buSzPts val="5200"/>
              <a:buNone/>
              <a:defRPr sz="5200"/>
            </a:lvl8pPr>
            <a:lvl9pPr lvl="8" algn="ctr" rtl="0">
              <a:spcBef>
                <a:spcPts val="0"/>
              </a:spcBef>
              <a:spcAft>
                <a:spcPts val="0"/>
              </a:spcAft>
              <a:buSzPts val="5200"/>
              <a:buNone/>
              <a:defRPr sz="5200"/>
            </a:lvl9pPr>
          </a:lstStyle>
          <a:p>
            <a:endParaRPr/>
          </a:p>
        </p:txBody>
      </p:sp>
      <p:pic>
        <p:nvPicPr>
          <p:cNvPr id="1386" name="Google Shape;1386;p99"/>
          <p:cNvPicPr preferRelativeResize="0"/>
          <p:nvPr/>
        </p:nvPicPr>
        <p:blipFill>
          <a:blip r:embed="rId2">
            <a:alphaModFix/>
          </a:blip>
          <a:stretch>
            <a:fillRect/>
          </a:stretch>
        </p:blipFill>
        <p:spPr>
          <a:xfrm>
            <a:off x="8544852" y="62010"/>
            <a:ext cx="599140" cy="599141"/>
          </a:xfrm>
          <a:prstGeom prst="rect">
            <a:avLst/>
          </a:prstGeom>
          <a:noFill/>
          <a:ln>
            <a:noFill/>
          </a:ln>
        </p:spPr>
      </p:pic>
    </p:spTree>
  </p:cSld>
  <p:clrMapOvr>
    <a:masterClrMapping/>
  </p:clrMapOvr>
  <p:extLst>
    <p:ext uri="{DCECCB84-F9BA-43D5-87BE-67443E8EF086}">
      <p15:sldGuideLst xmlns:p15="http://schemas.microsoft.com/office/powerpoint/2012/main">
        <p15:guide id="1" orient="horz" pos="360">
          <p15:clr>
            <a:srgbClr val="FA7B17"/>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image" Target="../media/image2.png"/><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42.xml"/><Relationship Id="rId18" Type="http://schemas.openxmlformats.org/officeDocument/2006/relationships/slideLayout" Target="../slideLayouts/slideLayout47.xml"/><Relationship Id="rId26" Type="http://schemas.openxmlformats.org/officeDocument/2006/relationships/slideLayout" Target="../slideLayouts/slideLayout55.xml"/><Relationship Id="rId39" Type="http://schemas.openxmlformats.org/officeDocument/2006/relationships/slideLayout" Target="../slideLayouts/slideLayout68.xml"/><Relationship Id="rId21" Type="http://schemas.openxmlformats.org/officeDocument/2006/relationships/slideLayout" Target="../slideLayouts/slideLayout50.xml"/><Relationship Id="rId34" Type="http://schemas.openxmlformats.org/officeDocument/2006/relationships/slideLayout" Target="../slideLayouts/slideLayout63.xml"/><Relationship Id="rId42" Type="http://schemas.openxmlformats.org/officeDocument/2006/relationships/slideLayout" Target="../slideLayouts/slideLayout71.xml"/><Relationship Id="rId47" Type="http://schemas.openxmlformats.org/officeDocument/2006/relationships/slideLayout" Target="../slideLayouts/slideLayout76.xml"/><Relationship Id="rId50" Type="http://schemas.openxmlformats.org/officeDocument/2006/relationships/slideLayout" Target="../slideLayouts/slideLayout79.xml"/><Relationship Id="rId55" Type="http://schemas.openxmlformats.org/officeDocument/2006/relationships/slideLayout" Target="../slideLayouts/slideLayout84.xml"/><Relationship Id="rId7" Type="http://schemas.openxmlformats.org/officeDocument/2006/relationships/slideLayout" Target="../slideLayouts/slideLayout36.xml"/><Relationship Id="rId2" Type="http://schemas.openxmlformats.org/officeDocument/2006/relationships/slideLayout" Target="../slideLayouts/slideLayout31.xml"/><Relationship Id="rId16" Type="http://schemas.openxmlformats.org/officeDocument/2006/relationships/slideLayout" Target="../slideLayouts/slideLayout45.xml"/><Relationship Id="rId29" Type="http://schemas.openxmlformats.org/officeDocument/2006/relationships/slideLayout" Target="../slideLayouts/slideLayout58.xml"/><Relationship Id="rId11" Type="http://schemas.openxmlformats.org/officeDocument/2006/relationships/slideLayout" Target="../slideLayouts/slideLayout40.xml"/><Relationship Id="rId24" Type="http://schemas.openxmlformats.org/officeDocument/2006/relationships/slideLayout" Target="../slideLayouts/slideLayout53.xml"/><Relationship Id="rId32" Type="http://schemas.openxmlformats.org/officeDocument/2006/relationships/slideLayout" Target="../slideLayouts/slideLayout61.xml"/><Relationship Id="rId37" Type="http://schemas.openxmlformats.org/officeDocument/2006/relationships/slideLayout" Target="../slideLayouts/slideLayout66.xml"/><Relationship Id="rId40" Type="http://schemas.openxmlformats.org/officeDocument/2006/relationships/slideLayout" Target="../slideLayouts/slideLayout69.xml"/><Relationship Id="rId45" Type="http://schemas.openxmlformats.org/officeDocument/2006/relationships/slideLayout" Target="../slideLayouts/slideLayout74.xml"/><Relationship Id="rId53" Type="http://schemas.openxmlformats.org/officeDocument/2006/relationships/slideLayout" Target="../slideLayouts/slideLayout82.xml"/><Relationship Id="rId58" Type="http://schemas.openxmlformats.org/officeDocument/2006/relationships/slideLayout" Target="../slideLayouts/slideLayout87.xml"/><Relationship Id="rId5" Type="http://schemas.openxmlformats.org/officeDocument/2006/relationships/slideLayout" Target="../slideLayouts/slideLayout34.xml"/><Relationship Id="rId19" Type="http://schemas.openxmlformats.org/officeDocument/2006/relationships/slideLayout" Target="../slideLayouts/slideLayout48.xml"/><Relationship Id="rId4" Type="http://schemas.openxmlformats.org/officeDocument/2006/relationships/slideLayout" Target="../slideLayouts/slideLayout33.xml"/><Relationship Id="rId9" Type="http://schemas.openxmlformats.org/officeDocument/2006/relationships/slideLayout" Target="../slideLayouts/slideLayout38.xml"/><Relationship Id="rId14" Type="http://schemas.openxmlformats.org/officeDocument/2006/relationships/slideLayout" Target="../slideLayouts/slideLayout43.xml"/><Relationship Id="rId22" Type="http://schemas.openxmlformats.org/officeDocument/2006/relationships/slideLayout" Target="../slideLayouts/slideLayout51.xml"/><Relationship Id="rId27" Type="http://schemas.openxmlformats.org/officeDocument/2006/relationships/slideLayout" Target="../slideLayouts/slideLayout56.xml"/><Relationship Id="rId30" Type="http://schemas.openxmlformats.org/officeDocument/2006/relationships/slideLayout" Target="../slideLayouts/slideLayout59.xml"/><Relationship Id="rId35" Type="http://schemas.openxmlformats.org/officeDocument/2006/relationships/slideLayout" Target="../slideLayouts/slideLayout64.xml"/><Relationship Id="rId43" Type="http://schemas.openxmlformats.org/officeDocument/2006/relationships/slideLayout" Target="../slideLayouts/slideLayout72.xml"/><Relationship Id="rId48" Type="http://schemas.openxmlformats.org/officeDocument/2006/relationships/slideLayout" Target="../slideLayouts/slideLayout77.xml"/><Relationship Id="rId56" Type="http://schemas.openxmlformats.org/officeDocument/2006/relationships/slideLayout" Target="../slideLayouts/slideLayout85.xml"/><Relationship Id="rId8" Type="http://schemas.openxmlformats.org/officeDocument/2006/relationships/slideLayout" Target="../slideLayouts/slideLayout37.xml"/><Relationship Id="rId51" Type="http://schemas.openxmlformats.org/officeDocument/2006/relationships/slideLayout" Target="../slideLayouts/slideLayout80.xml"/><Relationship Id="rId3" Type="http://schemas.openxmlformats.org/officeDocument/2006/relationships/slideLayout" Target="../slideLayouts/slideLayout32.xml"/><Relationship Id="rId12" Type="http://schemas.openxmlformats.org/officeDocument/2006/relationships/slideLayout" Target="../slideLayouts/slideLayout41.xml"/><Relationship Id="rId17" Type="http://schemas.openxmlformats.org/officeDocument/2006/relationships/slideLayout" Target="../slideLayouts/slideLayout46.xml"/><Relationship Id="rId25" Type="http://schemas.openxmlformats.org/officeDocument/2006/relationships/slideLayout" Target="../slideLayouts/slideLayout54.xml"/><Relationship Id="rId33" Type="http://schemas.openxmlformats.org/officeDocument/2006/relationships/slideLayout" Target="../slideLayouts/slideLayout62.xml"/><Relationship Id="rId38" Type="http://schemas.openxmlformats.org/officeDocument/2006/relationships/slideLayout" Target="../slideLayouts/slideLayout67.xml"/><Relationship Id="rId46" Type="http://schemas.openxmlformats.org/officeDocument/2006/relationships/slideLayout" Target="../slideLayouts/slideLayout75.xml"/><Relationship Id="rId59" Type="http://schemas.openxmlformats.org/officeDocument/2006/relationships/theme" Target="../theme/theme2.xml"/><Relationship Id="rId20" Type="http://schemas.openxmlformats.org/officeDocument/2006/relationships/slideLayout" Target="../slideLayouts/slideLayout49.xml"/><Relationship Id="rId41" Type="http://schemas.openxmlformats.org/officeDocument/2006/relationships/slideLayout" Target="../slideLayouts/slideLayout70.xml"/><Relationship Id="rId54" Type="http://schemas.openxmlformats.org/officeDocument/2006/relationships/slideLayout" Target="../slideLayouts/slideLayout83.xml"/><Relationship Id="rId1" Type="http://schemas.openxmlformats.org/officeDocument/2006/relationships/slideLayout" Target="../slideLayouts/slideLayout30.xml"/><Relationship Id="rId6" Type="http://schemas.openxmlformats.org/officeDocument/2006/relationships/slideLayout" Target="../slideLayouts/slideLayout35.xml"/><Relationship Id="rId15" Type="http://schemas.openxmlformats.org/officeDocument/2006/relationships/slideLayout" Target="../slideLayouts/slideLayout44.xml"/><Relationship Id="rId23" Type="http://schemas.openxmlformats.org/officeDocument/2006/relationships/slideLayout" Target="../slideLayouts/slideLayout52.xml"/><Relationship Id="rId28" Type="http://schemas.openxmlformats.org/officeDocument/2006/relationships/slideLayout" Target="../slideLayouts/slideLayout57.xml"/><Relationship Id="rId36" Type="http://schemas.openxmlformats.org/officeDocument/2006/relationships/slideLayout" Target="../slideLayouts/slideLayout65.xml"/><Relationship Id="rId49" Type="http://schemas.openxmlformats.org/officeDocument/2006/relationships/slideLayout" Target="../slideLayouts/slideLayout78.xml"/><Relationship Id="rId57" Type="http://schemas.openxmlformats.org/officeDocument/2006/relationships/slideLayout" Target="../slideLayouts/slideLayout86.xml"/><Relationship Id="rId10" Type="http://schemas.openxmlformats.org/officeDocument/2006/relationships/slideLayout" Target="../slideLayouts/slideLayout39.xml"/><Relationship Id="rId31" Type="http://schemas.openxmlformats.org/officeDocument/2006/relationships/slideLayout" Target="../slideLayouts/slideLayout60.xml"/><Relationship Id="rId44" Type="http://schemas.openxmlformats.org/officeDocument/2006/relationships/slideLayout" Target="../slideLayouts/slideLayout73.xml"/><Relationship Id="rId52" Type="http://schemas.openxmlformats.org/officeDocument/2006/relationships/slideLayout" Target="../slideLayouts/slideLayout8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a:blip r:embed="rId31">
            <a:alphaModFix/>
          </a:blip>
          <a:stretch>
            <a:fillRect/>
          </a:stretch>
        </a:blip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71475" y="257176"/>
            <a:ext cx="8400900" cy="549000"/>
          </a:xfrm>
          <a:prstGeom prst="rect">
            <a:avLst/>
          </a:prstGeom>
          <a:noFill/>
          <a:ln>
            <a:noFill/>
          </a:ln>
        </p:spPr>
        <p:txBody>
          <a:bodyPr spcFirstLastPara="1" wrap="square" lIns="0" tIns="0" rIns="0" bIns="0" anchor="t" anchorCtr="0">
            <a:noAutofit/>
          </a:bodyPr>
          <a:lstStyle>
            <a:lvl1pPr marR="0" lvl="0" algn="l" rtl="0">
              <a:lnSpc>
                <a:spcPct val="90000"/>
              </a:lnSpc>
              <a:spcBef>
                <a:spcPts val="0"/>
              </a:spcBef>
              <a:spcAft>
                <a:spcPts val="0"/>
              </a:spcAft>
              <a:buClr>
                <a:schemeClr val="dk1"/>
              </a:buClr>
              <a:buSzPts val="2400"/>
              <a:buFont typeface="Arial"/>
              <a:buNone/>
              <a:defRPr sz="2400" b="1" i="0" u="none" strike="noStrike" cap="none">
                <a:solidFill>
                  <a:schemeClr val="dk1"/>
                </a:solidFill>
                <a:latin typeface="Arial"/>
                <a:ea typeface="Arial"/>
                <a:cs typeface="Arial"/>
                <a:sym typeface="Arial"/>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a:endParaRPr/>
          </a:p>
        </p:txBody>
      </p:sp>
      <p:sp>
        <p:nvSpPr>
          <p:cNvPr id="7" name="Google Shape;7;p1"/>
          <p:cNvSpPr txBox="1">
            <a:spLocks noGrp="1"/>
          </p:cNvSpPr>
          <p:nvPr>
            <p:ph type="body" idx="1"/>
          </p:nvPr>
        </p:nvSpPr>
        <p:spPr>
          <a:xfrm>
            <a:off x="371475" y="1057275"/>
            <a:ext cx="8400900" cy="3429000"/>
          </a:xfrm>
          <a:prstGeom prst="rect">
            <a:avLst/>
          </a:prstGeom>
          <a:noFill/>
          <a:ln>
            <a:noFill/>
          </a:ln>
        </p:spPr>
        <p:txBody>
          <a:bodyPr spcFirstLastPara="1" wrap="square" lIns="0" tIns="0" rIns="0" bIns="0" anchor="t" anchorCtr="0">
            <a:noAutofit/>
          </a:bodyPr>
          <a:lstStyle>
            <a:lvl1pPr marL="457200" marR="0" lvl="0" indent="-361950" algn="l" rtl="0">
              <a:lnSpc>
                <a:spcPct val="90000"/>
              </a:lnSpc>
              <a:spcBef>
                <a:spcPts val="800"/>
              </a:spcBef>
              <a:spcAft>
                <a:spcPts val="0"/>
              </a:spcAft>
              <a:buClr>
                <a:schemeClr val="accent1"/>
              </a:buClr>
              <a:buSzPts val="2100"/>
              <a:buFont typeface="Arial"/>
              <a:buChar char="•"/>
              <a:defRPr sz="2100" b="0" i="0" u="none" strike="noStrike" cap="none">
                <a:solidFill>
                  <a:schemeClr val="dk1"/>
                </a:solidFill>
                <a:latin typeface="Arial"/>
                <a:ea typeface="Arial"/>
                <a:cs typeface="Arial"/>
                <a:sym typeface="Arial"/>
              </a:defRPr>
            </a:lvl1pPr>
            <a:lvl2pPr marL="914400" marR="0" lvl="1" indent="-342900" algn="l" rtl="0">
              <a:lnSpc>
                <a:spcPct val="90000"/>
              </a:lnSpc>
              <a:spcBef>
                <a:spcPts val="500"/>
              </a:spcBef>
              <a:spcAft>
                <a:spcPts val="0"/>
              </a:spcAft>
              <a:buClr>
                <a:schemeClr val="accent1"/>
              </a:buClr>
              <a:buSzPts val="1800"/>
              <a:buFont typeface="Noto Sans Symbols"/>
              <a:buChar char="•"/>
              <a:defRPr sz="1800" b="0" i="0" u="none" strike="noStrike" cap="none">
                <a:solidFill>
                  <a:schemeClr val="dk1"/>
                </a:solidFill>
                <a:latin typeface="Arial"/>
                <a:ea typeface="Arial"/>
                <a:cs typeface="Arial"/>
                <a:sym typeface="Arial"/>
              </a:defRPr>
            </a:lvl2pPr>
            <a:lvl3pPr marL="1371600" marR="0" lvl="2" indent="-323850" algn="l" rtl="0">
              <a:lnSpc>
                <a:spcPct val="90000"/>
              </a:lnSpc>
              <a:spcBef>
                <a:spcPts val="500"/>
              </a:spcBef>
              <a:spcAft>
                <a:spcPts val="0"/>
              </a:spcAft>
              <a:buClr>
                <a:schemeClr val="accent1"/>
              </a:buClr>
              <a:buSzPts val="1500"/>
              <a:buFont typeface="Arial"/>
              <a:buChar char="•"/>
              <a:defRPr sz="1500" b="0" i="0" u="none" strike="noStrike" cap="none">
                <a:solidFill>
                  <a:schemeClr val="dk1"/>
                </a:solidFill>
                <a:latin typeface="Arial"/>
                <a:ea typeface="Arial"/>
                <a:cs typeface="Arial"/>
                <a:sym typeface="Arial"/>
              </a:defRPr>
            </a:lvl3pPr>
            <a:lvl4pPr marL="1828800" marR="0" lvl="3" indent="-317500" algn="l" rtl="0">
              <a:lnSpc>
                <a:spcPct val="90000"/>
              </a:lnSpc>
              <a:spcBef>
                <a:spcPts val="500"/>
              </a:spcBef>
              <a:spcAft>
                <a:spcPts val="0"/>
              </a:spcAft>
              <a:buClr>
                <a:schemeClr val="accent1"/>
              </a:buClr>
              <a:buSzPts val="1400"/>
              <a:buFont typeface="Arial"/>
              <a:buChar char="•"/>
              <a:defRPr sz="1400" b="0" i="0" u="none" strike="noStrike" cap="none">
                <a:solidFill>
                  <a:schemeClr val="dk1"/>
                </a:solidFill>
                <a:latin typeface="Arial"/>
                <a:ea typeface="Arial"/>
                <a:cs typeface="Arial"/>
                <a:sym typeface="Arial"/>
              </a:defRPr>
            </a:lvl4pPr>
            <a:lvl5pPr marL="2286000" marR="0" lvl="4" indent="-317500" algn="l" rtl="0">
              <a:lnSpc>
                <a:spcPct val="90000"/>
              </a:lnSpc>
              <a:spcBef>
                <a:spcPts val="500"/>
              </a:spcBef>
              <a:spcAft>
                <a:spcPts val="0"/>
              </a:spcAft>
              <a:buClr>
                <a:schemeClr val="accent1"/>
              </a:buClr>
              <a:buSzPts val="1400"/>
              <a:buFont typeface="Arial"/>
              <a:buChar char="•"/>
              <a:defRPr sz="1400" b="0" i="0" u="none" strike="noStrike" cap="none">
                <a:solidFill>
                  <a:schemeClr val="dk1"/>
                </a:solidFill>
                <a:latin typeface="Arial"/>
                <a:ea typeface="Arial"/>
                <a:cs typeface="Arial"/>
                <a:sym typeface="Arial"/>
              </a:defRPr>
            </a:lvl5pPr>
            <a:lvl6pPr marL="2743200" marR="0" lvl="5" indent="-317500" algn="l" rtl="0">
              <a:lnSpc>
                <a:spcPct val="90000"/>
              </a:lnSpc>
              <a:spcBef>
                <a:spcPts val="5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9pPr>
          </a:lstStyle>
          <a:p>
            <a:endParaRPr/>
          </a:p>
        </p:txBody>
      </p:sp>
      <p:sp>
        <p:nvSpPr>
          <p:cNvPr id="8" name="Google Shape;8;p1"/>
          <p:cNvSpPr txBox="1">
            <a:spLocks noGrp="1"/>
          </p:cNvSpPr>
          <p:nvPr>
            <p:ph type="ftr" idx="11"/>
          </p:nvPr>
        </p:nvSpPr>
        <p:spPr>
          <a:xfrm>
            <a:off x="742950" y="4838007"/>
            <a:ext cx="6776100" cy="121800"/>
          </a:xfrm>
          <a:prstGeom prst="rect">
            <a:avLst/>
          </a:prstGeom>
          <a:noFill/>
          <a:ln>
            <a:noFill/>
          </a:ln>
        </p:spPr>
        <p:txBody>
          <a:bodyPr spcFirstLastPara="1" wrap="square" lIns="0" tIns="0" rIns="0" bIns="0" anchor="ctr" anchorCtr="0">
            <a:noAutofit/>
          </a:bodyPr>
          <a:lstStyle>
            <a:lvl1pPr marR="0" lvl="0" algn="l" rtl="0">
              <a:spcBef>
                <a:spcPts val="0"/>
              </a:spcBef>
              <a:spcAft>
                <a:spcPts val="0"/>
              </a:spcAft>
              <a:buSzPts val="1100"/>
              <a:buNone/>
              <a:defRPr sz="800" b="0" i="0" u="none" strike="noStrike" cap="none">
                <a:solidFill>
                  <a:schemeClr val="dk2"/>
                </a:solidFill>
                <a:latin typeface="Arial"/>
                <a:ea typeface="Arial"/>
                <a:cs typeface="Arial"/>
                <a:sym typeface="Arial"/>
              </a:defRPr>
            </a:lvl1pPr>
            <a:lvl2pPr marR="0" lvl="1" algn="l" rtl="0">
              <a:spcBef>
                <a:spcPts val="0"/>
              </a:spcBef>
              <a:spcAft>
                <a:spcPts val="0"/>
              </a:spcAft>
              <a:buSzPts val="1100"/>
              <a:buNone/>
              <a:defRPr sz="1400" b="0" i="0" u="none" strike="noStrike" cap="none">
                <a:solidFill>
                  <a:schemeClr val="dk1"/>
                </a:solidFill>
                <a:latin typeface="Arial"/>
                <a:ea typeface="Arial"/>
                <a:cs typeface="Arial"/>
                <a:sym typeface="Arial"/>
              </a:defRPr>
            </a:lvl2pPr>
            <a:lvl3pPr marR="0" lvl="2" algn="l" rtl="0">
              <a:spcBef>
                <a:spcPts val="0"/>
              </a:spcBef>
              <a:spcAft>
                <a:spcPts val="0"/>
              </a:spcAft>
              <a:buSzPts val="1100"/>
              <a:buNone/>
              <a:defRPr sz="1400" b="0" i="0" u="none" strike="noStrike" cap="none">
                <a:solidFill>
                  <a:schemeClr val="dk1"/>
                </a:solidFill>
                <a:latin typeface="Arial"/>
                <a:ea typeface="Arial"/>
                <a:cs typeface="Arial"/>
                <a:sym typeface="Arial"/>
              </a:defRPr>
            </a:lvl3pPr>
            <a:lvl4pPr marR="0" lvl="3" algn="l" rtl="0">
              <a:spcBef>
                <a:spcPts val="0"/>
              </a:spcBef>
              <a:spcAft>
                <a:spcPts val="0"/>
              </a:spcAft>
              <a:buSzPts val="1100"/>
              <a:buNone/>
              <a:defRPr sz="1400" b="0" i="0" u="none" strike="noStrike" cap="none">
                <a:solidFill>
                  <a:schemeClr val="dk1"/>
                </a:solidFill>
                <a:latin typeface="Arial"/>
                <a:ea typeface="Arial"/>
                <a:cs typeface="Arial"/>
                <a:sym typeface="Arial"/>
              </a:defRPr>
            </a:lvl4pPr>
            <a:lvl5pPr marR="0" lvl="4" algn="l" rtl="0">
              <a:spcBef>
                <a:spcPts val="0"/>
              </a:spcBef>
              <a:spcAft>
                <a:spcPts val="0"/>
              </a:spcAft>
              <a:buSzPts val="1100"/>
              <a:buNone/>
              <a:defRPr sz="1400" b="0" i="0" u="none" strike="noStrike" cap="none">
                <a:solidFill>
                  <a:schemeClr val="dk1"/>
                </a:solidFill>
                <a:latin typeface="Arial"/>
                <a:ea typeface="Arial"/>
                <a:cs typeface="Arial"/>
                <a:sym typeface="Arial"/>
              </a:defRPr>
            </a:lvl5pPr>
            <a:lvl6pPr marR="0" lvl="5" algn="l" rtl="0">
              <a:spcBef>
                <a:spcPts val="0"/>
              </a:spcBef>
              <a:spcAft>
                <a:spcPts val="0"/>
              </a:spcAft>
              <a:buSzPts val="1100"/>
              <a:buNone/>
              <a:defRPr sz="1400" b="0" i="0" u="none" strike="noStrike" cap="none">
                <a:solidFill>
                  <a:schemeClr val="dk1"/>
                </a:solidFill>
                <a:latin typeface="Arial"/>
                <a:ea typeface="Arial"/>
                <a:cs typeface="Arial"/>
                <a:sym typeface="Arial"/>
              </a:defRPr>
            </a:lvl6pPr>
            <a:lvl7pPr marR="0" lvl="6" algn="l" rtl="0">
              <a:spcBef>
                <a:spcPts val="0"/>
              </a:spcBef>
              <a:spcAft>
                <a:spcPts val="0"/>
              </a:spcAft>
              <a:buSzPts val="1100"/>
              <a:buNone/>
              <a:defRPr sz="1400" b="0" i="0" u="none" strike="noStrike" cap="none">
                <a:solidFill>
                  <a:schemeClr val="dk1"/>
                </a:solidFill>
                <a:latin typeface="Arial"/>
                <a:ea typeface="Arial"/>
                <a:cs typeface="Arial"/>
                <a:sym typeface="Arial"/>
              </a:defRPr>
            </a:lvl7pPr>
            <a:lvl8pPr marR="0" lvl="7" algn="l" rtl="0">
              <a:spcBef>
                <a:spcPts val="0"/>
              </a:spcBef>
              <a:spcAft>
                <a:spcPts val="0"/>
              </a:spcAft>
              <a:buSzPts val="1100"/>
              <a:buNone/>
              <a:defRPr sz="1400" b="0" i="0" u="none" strike="noStrike" cap="none">
                <a:solidFill>
                  <a:schemeClr val="dk1"/>
                </a:solidFill>
                <a:latin typeface="Arial"/>
                <a:ea typeface="Arial"/>
                <a:cs typeface="Arial"/>
                <a:sym typeface="Arial"/>
              </a:defRPr>
            </a:lvl8pPr>
            <a:lvl9pPr marR="0" lvl="8" algn="l" rtl="0">
              <a:spcBef>
                <a:spcPts val="0"/>
              </a:spcBef>
              <a:spcAft>
                <a:spcPts val="0"/>
              </a:spcAft>
              <a:buSzPts val="1100"/>
              <a:buNone/>
              <a:defRPr sz="1400" b="0" i="0" u="none" strike="noStrike" cap="none">
                <a:solidFill>
                  <a:schemeClr val="dk1"/>
                </a:solidFill>
                <a:latin typeface="Arial"/>
                <a:ea typeface="Arial"/>
                <a:cs typeface="Arial"/>
                <a:sym typeface="Arial"/>
              </a:defRPr>
            </a:lvl9pPr>
          </a:lstStyle>
          <a:p>
            <a:endParaRPr/>
          </a:p>
        </p:txBody>
      </p:sp>
      <p:sp>
        <p:nvSpPr>
          <p:cNvPr id="9" name="Google Shape;9;p1"/>
          <p:cNvSpPr txBox="1"/>
          <p:nvPr/>
        </p:nvSpPr>
        <p:spPr>
          <a:xfrm>
            <a:off x="371475" y="4838007"/>
            <a:ext cx="371400" cy="121800"/>
          </a:xfrm>
          <a:prstGeom prst="rect">
            <a:avLst/>
          </a:prstGeom>
          <a:noFill/>
          <a:ln>
            <a:noFill/>
          </a:ln>
        </p:spPr>
        <p:txBody>
          <a:bodyPr spcFirstLastPara="1" wrap="square" lIns="68575" tIns="34275" rIns="68575" bIns="34275" anchor="ctr" anchorCtr="0">
            <a:noAutofit/>
          </a:bodyPr>
          <a:lstStyle/>
          <a:p>
            <a:pPr marL="0" marR="0" lvl="0" indent="0" algn="l" rtl="0">
              <a:spcBef>
                <a:spcPts val="0"/>
              </a:spcBef>
              <a:spcAft>
                <a:spcPts val="0"/>
              </a:spcAft>
              <a:buNone/>
            </a:pPr>
            <a:fld id="{00000000-1234-1234-1234-123412341234}" type="slidenum">
              <a:rPr lang="en" sz="800" b="0" i="0" u="none" strike="noStrike" cap="none">
                <a:solidFill>
                  <a:schemeClr val="dk1"/>
                </a:solidFill>
                <a:latin typeface="Arial"/>
                <a:ea typeface="Arial"/>
                <a:cs typeface="Arial"/>
                <a:sym typeface="Arial"/>
              </a:rPr>
              <a:t>‹#›</a:t>
            </a:fld>
            <a:endParaRPr sz="800" b="0" i="0" u="none" strike="noStrike" cap="none">
              <a:solidFill>
                <a:schemeClr val="dk1"/>
              </a:solidFill>
              <a:latin typeface="Arial"/>
              <a:ea typeface="Arial"/>
              <a:cs typeface="Arial"/>
              <a:sym typeface="Arial"/>
            </a:endParaRPr>
          </a:p>
        </p:txBody>
      </p:sp>
      <p:pic>
        <p:nvPicPr>
          <p:cNvPr id="10" name="Google Shape;10;p1"/>
          <p:cNvPicPr preferRelativeResize="0"/>
          <p:nvPr/>
        </p:nvPicPr>
        <p:blipFill rotWithShape="1">
          <a:blip r:embed="rId32">
            <a:alphaModFix/>
          </a:blip>
          <a:srcRect/>
          <a:stretch/>
        </p:blipFill>
        <p:spPr>
          <a:xfrm>
            <a:off x="8246394" y="4808816"/>
            <a:ext cx="526131" cy="180134"/>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7" r:id="rId18"/>
    <p:sldLayoutId id="2147483668" r:id="rId19"/>
    <p:sldLayoutId id="2147483669" r:id="rId20"/>
    <p:sldLayoutId id="2147483670" r:id="rId21"/>
    <p:sldLayoutId id="2147483671" r:id="rId22"/>
    <p:sldLayoutId id="2147483672" r:id="rId23"/>
    <p:sldLayoutId id="2147483673" r:id="rId24"/>
    <p:sldLayoutId id="2147483675" r:id="rId25"/>
    <p:sldLayoutId id="2147483677" r:id="rId26"/>
    <p:sldLayoutId id="2147483683" r:id="rId27"/>
    <p:sldLayoutId id="2147483684" r:id="rId28"/>
    <p:sldLayoutId id="2147483686" r:id="rId29"/>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pos="2880">
          <p15:clr>
            <a:srgbClr val="F26B43"/>
          </p15:clr>
        </p15:guide>
        <p15:guide id="2" orient="horz" pos="162">
          <p15:clr>
            <a:srgbClr val="F26B43"/>
          </p15:clr>
        </p15:guide>
        <p15:guide id="3" orient="horz" pos="2970">
          <p15:clr>
            <a:srgbClr val="F26B43"/>
          </p15:clr>
        </p15:guide>
        <p15:guide id="4" orient="horz" pos="2826">
          <p15:clr>
            <a:srgbClr val="F26B43"/>
          </p15:clr>
        </p15:guide>
        <p15:guide id="5" orient="horz" pos="508">
          <p15:clr>
            <a:srgbClr val="F26B43"/>
          </p15:clr>
        </p15:guide>
        <p15:guide id="6" orient="horz" pos="666">
          <p15:clr>
            <a:srgbClr val="F26B43"/>
          </p15:clr>
        </p15:guide>
        <p15:guide id="7" pos="234">
          <p15:clr>
            <a:srgbClr val="F26B43"/>
          </p15:clr>
        </p15:guide>
        <p15:guide id="8" pos="5526">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name="simple-light-2">
    <p:bg>
      <p:bgPr>
        <a:solidFill>
          <a:schemeClr val="lt2"/>
        </a:solidFill>
        <a:effectLst/>
      </p:bgPr>
    </p:bg>
    <p:spTree>
      <p:nvGrpSpPr>
        <p:cNvPr id="1" name="Shape 303"/>
        <p:cNvGrpSpPr/>
        <p:nvPr/>
      </p:nvGrpSpPr>
      <p:grpSpPr>
        <a:xfrm>
          <a:off x="0" y="0"/>
          <a:ext cx="0" cy="0"/>
          <a:chOff x="0" y="0"/>
          <a:chExt cx="0" cy="0"/>
        </a:xfrm>
      </p:grpSpPr>
      <p:sp>
        <p:nvSpPr>
          <p:cNvPr id="304" name="Google Shape;304;p41"/>
          <p:cNvSpPr txBox="1">
            <a:spLocks noGrp="1"/>
          </p:cNvSpPr>
          <p:nvPr>
            <p:ph type="title"/>
          </p:nvPr>
        </p:nvSpPr>
        <p:spPr>
          <a:xfrm>
            <a:off x="457200" y="114300"/>
            <a:ext cx="8229600" cy="903300"/>
          </a:xfrm>
          <a:prstGeom prst="rect">
            <a:avLst/>
          </a:prstGeom>
          <a:noFill/>
          <a:ln>
            <a:noFill/>
          </a:ln>
        </p:spPr>
        <p:txBody>
          <a:bodyPr spcFirstLastPara="1" wrap="square" lIns="0" tIns="0" rIns="0" bIns="0" anchor="t" anchorCtr="0">
            <a:normAutofit/>
          </a:bodyPr>
          <a:lstStyle>
            <a:lvl1pPr lvl="0" rtl="0">
              <a:spcBef>
                <a:spcPts val="0"/>
              </a:spcBef>
              <a:spcAft>
                <a:spcPts val="0"/>
              </a:spcAft>
              <a:buClr>
                <a:schemeClr val="dk1"/>
              </a:buClr>
              <a:buSzPts val="3400"/>
              <a:buFont typeface="IBM Plex Sans"/>
              <a:buNone/>
              <a:defRPr sz="3400" b="1">
                <a:solidFill>
                  <a:schemeClr val="dk1"/>
                </a:solidFill>
                <a:latin typeface="IBM Plex Sans"/>
                <a:ea typeface="IBM Plex Sans"/>
                <a:cs typeface="IBM Plex Sans"/>
                <a:sym typeface="IBM Plex Sans"/>
              </a:defRPr>
            </a:lvl1pPr>
            <a:lvl2pPr lvl="1" rtl="0">
              <a:spcBef>
                <a:spcPts val="0"/>
              </a:spcBef>
              <a:spcAft>
                <a:spcPts val="0"/>
              </a:spcAft>
              <a:buClr>
                <a:schemeClr val="dk1"/>
              </a:buClr>
              <a:buSzPts val="2800"/>
              <a:buNone/>
              <a:defRPr sz="2800">
                <a:solidFill>
                  <a:schemeClr val="dk1"/>
                </a:solidFill>
              </a:defRPr>
            </a:lvl2pPr>
            <a:lvl3pPr lvl="2" rtl="0">
              <a:spcBef>
                <a:spcPts val="0"/>
              </a:spcBef>
              <a:spcAft>
                <a:spcPts val="0"/>
              </a:spcAft>
              <a:buClr>
                <a:schemeClr val="dk1"/>
              </a:buClr>
              <a:buSzPts val="2800"/>
              <a:buNone/>
              <a:defRPr sz="2800">
                <a:solidFill>
                  <a:schemeClr val="dk1"/>
                </a:solidFill>
              </a:defRPr>
            </a:lvl3pPr>
            <a:lvl4pPr lvl="3" rtl="0">
              <a:spcBef>
                <a:spcPts val="0"/>
              </a:spcBef>
              <a:spcAft>
                <a:spcPts val="0"/>
              </a:spcAft>
              <a:buClr>
                <a:schemeClr val="dk1"/>
              </a:buClr>
              <a:buSzPts val="2800"/>
              <a:buNone/>
              <a:defRPr sz="2800">
                <a:solidFill>
                  <a:schemeClr val="dk1"/>
                </a:solidFill>
              </a:defRPr>
            </a:lvl4pPr>
            <a:lvl5pPr lvl="4" rtl="0">
              <a:spcBef>
                <a:spcPts val="0"/>
              </a:spcBef>
              <a:spcAft>
                <a:spcPts val="0"/>
              </a:spcAft>
              <a:buClr>
                <a:schemeClr val="dk1"/>
              </a:buClr>
              <a:buSzPts val="2800"/>
              <a:buNone/>
              <a:defRPr sz="2800">
                <a:solidFill>
                  <a:schemeClr val="dk1"/>
                </a:solidFill>
              </a:defRPr>
            </a:lvl5pPr>
            <a:lvl6pPr lvl="5" rtl="0">
              <a:spcBef>
                <a:spcPts val="0"/>
              </a:spcBef>
              <a:spcAft>
                <a:spcPts val="0"/>
              </a:spcAft>
              <a:buClr>
                <a:schemeClr val="dk1"/>
              </a:buClr>
              <a:buSzPts val="2800"/>
              <a:buNone/>
              <a:defRPr sz="2800">
                <a:solidFill>
                  <a:schemeClr val="dk1"/>
                </a:solidFill>
              </a:defRPr>
            </a:lvl6pPr>
            <a:lvl7pPr lvl="6" rtl="0">
              <a:spcBef>
                <a:spcPts val="0"/>
              </a:spcBef>
              <a:spcAft>
                <a:spcPts val="0"/>
              </a:spcAft>
              <a:buClr>
                <a:schemeClr val="dk1"/>
              </a:buClr>
              <a:buSzPts val="2800"/>
              <a:buNone/>
              <a:defRPr sz="2800">
                <a:solidFill>
                  <a:schemeClr val="dk1"/>
                </a:solidFill>
              </a:defRPr>
            </a:lvl7pPr>
            <a:lvl8pPr lvl="7" rtl="0">
              <a:spcBef>
                <a:spcPts val="0"/>
              </a:spcBef>
              <a:spcAft>
                <a:spcPts val="0"/>
              </a:spcAft>
              <a:buClr>
                <a:schemeClr val="dk1"/>
              </a:buClr>
              <a:buSzPts val="2800"/>
              <a:buNone/>
              <a:defRPr sz="2800">
                <a:solidFill>
                  <a:schemeClr val="dk1"/>
                </a:solidFill>
              </a:defRPr>
            </a:lvl8pPr>
            <a:lvl9pPr lvl="8" rtl="0">
              <a:spcBef>
                <a:spcPts val="0"/>
              </a:spcBef>
              <a:spcAft>
                <a:spcPts val="0"/>
              </a:spcAft>
              <a:buClr>
                <a:schemeClr val="dk1"/>
              </a:buClr>
              <a:buSzPts val="2800"/>
              <a:buNone/>
              <a:defRPr sz="2800">
                <a:solidFill>
                  <a:schemeClr val="dk1"/>
                </a:solidFill>
              </a:defRPr>
            </a:lvl9pPr>
          </a:lstStyle>
          <a:p>
            <a:endParaRPr/>
          </a:p>
        </p:txBody>
      </p:sp>
      <p:sp>
        <p:nvSpPr>
          <p:cNvPr id="305" name="Google Shape;305;p41"/>
          <p:cNvSpPr txBox="1">
            <a:spLocks noGrp="1"/>
          </p:cNvSpPr>
          <p:nvPr>
            <p:ph type="body" idx="1"/>
          </p:nvPr>
        </p:nvSpPr>
        <p:spPr>
          <a:xfrm>
            <a:off x="457200" y="1152475"/>
            <a:ext cx="8229600" cy="3416400"/>
          </a:xfrm>
          <a:prstGeom prst="rect">
            <a:avLst/>
          </a:prstGeom>
          <a:noFill/>
          <a:ln>
            <a:noFill/>
          </a:ln>
        </p:spPr>
        <p:txBody>
          <a:bodyPr spcFirstLastPara="1" wrap="square" lIns="0" tIns="0" rIns="0" bIns="0" anchor="t" anchorCtr="0">
            <a:normAutofit/>
          </a:bodyPr>
          <a:lstStyle>
            <a:lvl1pPr marL="457200" lvl="0" indent="-330200" rtl="0">
              <a:lnSpc>
                <a:spcPct val="115000"/>
              </a:lnSpc>
              <a:spcBef>
                <a:spcPts val="0"/>
              </a:spcBef>
              <a:spcAft>
                <a:spcPts val="0"/>
              </a:spcAft>
              <a:buClr>
                <a:schemeClr val="accent1"/>
              </a:buClr>
              <a:buSzPts val="1600"/>
              <a:buFont typeface="IBM Plex Sans"/>
              <a:buChar char="■"/>
              <a:defRPr sz="1600">
                <a:solidFill>
                  <a:schemeClr val="dk1"/>
                </a:solidFill>
                <a:latin typeface="IBM Plex Sans"/>
                <a:ea typeface="IBM Plex Sans"/>
                <a:cs typeface="IBM Plex Sans"/>
                <a:sym typeface="IBM Plex Sans"/>
              </a:defRPr>
            </a:lvl1pPr>
            <a:lvl2pPr marL="914400" lvl="1" indent="-317500" rtl="0">
              <a:lnSpc>
                <a:spcPct val="115000"/>
              </a:lnSpc>
              <a:spcBef>
                <a:spcPts val="0"/>
              </a:spcBef>
              <a:spcAft>
                <a:spcPts val="0"/>
              </a:spcAft>
              <a:buClr>
                <a:schemeClr val="accent1"/>
              </a:buClr>
              <a:buSzPts val="1400"/>
              <a:buFont typeface="IBM Plex Sans"/>
              <a:buChar char="■"/>
              <a:defRPr>
                <a:solidFill>
                  <a:schemeClr val="dk1"/>
                </a:solidFill>
                <a:latin typeface="IBM Plex Sans"/>
                <a:ea typeface="IBM Plex Sans"/>
                <a:cs typeface="IBM Plex Sans"/>
                <a:sym typeface="IBM Plex Sans"/>
              </a:defRPr>
            </a:lvl2pPr>
            <a:lvl3pPr marL="1371600" lvl="2" indent="-317500" rtl="0">
              <a:lnSpc>
                <a:spcPct val="115000"/>
              </a:lnSpc>
              <a:spcBef>
                <a:spcPts val="0"/>
              </a:spcBef>
              <a:spcAft>
                <a:spcPts val="0"/>
              </a:spcAft>
              <a:buClr>
                <a:schemeClr val="accent1"/>
              </a:buClr>
              <a:buSzPts val="1400"/>
              <a:buFont typeface="IBM Plex Sans"/>
              <a:buChar char="■"/>
              <a:defRPr>
                <a:solidFill>
                  <a:schemeClr val="dk1"/>
                </a:solidFill>
                <a:latin typeface="IBM Plex Sans"/>
                <a:ea typeface="IBM Plex Sans"/>
                <a:cs typeface="IBM Plex Sans"/>
                <a:sym typeface="IBM Plex Sans"/>
              </a:defRPr>
            </a:lvl3pPr>
            <a:lvl4pPr marL="1828800" lvl="3" indent="-317500" rtl="0">
              <a:lnSpc>
                <a:spcPct val="115000"/>
              </a:lnSpc>
              <a:spcBef>
                <a:spcPts val="0"/>
              </a:spcBef>
              <a:spcAft>
                <a:spcPts val="0"/>
              </a:spcAft>
              <a:buClr>
                <a:schemeClr val="accent1"/>
              </a:buClr>
              <a:buSzPts val="1400"/>
              <a:buFont typeface="IBM Plex Sans"/>
              <a:buChar char="●"/>
              <a:defRPr>
                <a:solidFill>
                  <a:schemeClr val="dk1"/>
                </a:solidFill>
                <a:latin typeface="IBM Plex Sans"/>
                <a:ea typeface="IBM Plex Sans"/>
                <a:cs typeface="IBM Plex Sans"/>
                <a:sym typeface="IBM Plex Sans"/>
              </a:defRPr>
            </a:lvl4pPr>
            <a:lvl5pPr marL="2286000" lvl="4" indent="-317500" rtl="0">
              <a:lnSpc>
                <a:spcPct val="115000"/>
              </a:lnSpc>
              <a:spcBef>
                <a:spcPts val="0"/>
              </a:spcBef>
              <a:spcAft>
                <a:spcPts val="0"/>
              </a:spcAft>
              <a:buClr>
                <a:schemeClr val="dk1"/>
              </a:buClr>
              <a:buSzPts val="1400"/>
              <a:buFont typeface="IBM Plex Sans"/>
              <a:buChar char="○"/>
              <a:defRPr>
                <a:solidFill>
                  <a:schemeClr val="dk1"/>
                </a:solidFill>
                <a:latin typeface="IBM Plex Sans"/>
                <a:ea typeface="IBM Plex Sans"/>
                <a:cs typeface="IBM Plex Sans"/>
                <a:sym typeface="IBM Plex Sans"/>
              </a:defRPr>
            </a:lvl5pPr>
            <a:lvl6pPr marL="2743200" lvl="5" indent="-317500" rtl="0">
              <a:lnSpc>
                <a:spcPct val="115000"/>
              </a:lnSpc>
              <a:spcBef>
                <a:spcPts val="0"/>
              </a:spcBef>
              <a:spcAft>
                <a:spcPts val="0"/>
              </a:spcAft>
              <a:buClr>
                <a:schemeClr val="dk1"/>
              </a:buClr>
              <a:buSzPts val="1400"/>
              <a:buFont typeface="IBM Plex Sans"/>
              <a:buChar char="■"/>
              <a:defRPr>
                <a:solidFill>
                  <a:schemeClr val="dk1"/>
                </a:solidFill>
                <a:latin typeface="IBM Plex Sans"/>
                <a:ea typeface="IBM Plex Sans"/>
                <a:cs typeface="IBM Plex Sans"/>
                <a:sym typeface="IBM Plex Sans"/>
              </a:defRPr>
            </a:lvl6pPr>
            <a:lvl7pPr marL="3200400" lvl="6" indent="-317500" rtl="0">
              <a:lnSpc>
                <a:spcPct val="115000"/>
              </a:lnSpc>
              <a:spcBef>
                <a:spcPts val="0"/>
              </a:spcBef>
              <a:spcAft>
                <a:spcPts val="0"/>
              </a:spcAft>
              <a:buClr>
                <a:schemeClr val="dk1"/>
              </a:buClr>
              <a:buSzPts val="1400"/>
              <a:buFont typeface="IBM Plex Sans"/>
              <a:buChar char="●"/>
              <a:defRPr>
                <a:solidFill>
                  <a:schemeClr val="dk1"/>
                </a:solidFill>
                <a:latin typeface="IBM Plex Sans"/>
                <a:ea typeface="IBM Plex Sans"/>
                <a:cs typeface="IBM Plex Sans"/>
                <a:sym typeface="IBM Plex Sans"/>
              </a:defRPr>
            </a:lvl7pPr>
            <a:lvl8pPr marL="3657600" lvl="7" indent="-317500" rtl="0">
              <a:lnSpc>
                <a:spcPct val="115000"/>
              </a:lnSpc>
              <a:spcBef>
                <a:spcPts val="0"/>
              </a:spcBef>
              <a:spcAft>
                <a:spcPts val="0"/>
              </a:spcAft>
              <a:buClr>
                <a:schemeClr val="dk1"/>
              </a:buClr>
              <a:buSzPts val="1400"/>
              <a:buFont typeface="IBM Plex Sans"/>
              <a:buChar char="○"/>
              <a:defRPr>
                <a:solidFill>
                  <a:schemeClr val="dk1"/>
                </a:solidFill>
                <a:latin typeface="IBM Plex Sans"/>
                <a:ea typeface="IBM Plex Sans"/>
                <a:cs typeface="IBM Plex Sans"/>
                <a:sym typeface="IBM Plex Sans"/>
              </a:defRPr>
            </a:lvl8pPr>
            <a:lvl9pPr marL="4114800" lvl="8" indent="-317500" rtl="0">
              <a:lnSpc>
                <a:spcPct val="115000"/>
              </a:lnSpc>
              <a:spcBef>
                <a:spcPts val="0"/>
              </a:spcBef>
              <a:spcAft>
                <a:spcPts val="0"/>
              </a:spcAft>
              <a:buClr>
                <a:schemeClr val="dk1"/>
              </a:buClr>
              <a:buSzPts val="1400"/>
              <a:buFont typeface="IBM Plex Sans"/>
              <a:buChar char="■"/>
              <a:defRPr>
                <a:solidFill>
                  <a:schemeClr val="dk1"/>
                </a:solidFill>
                <a:latin typeface="IBM Plex Sans"/>
                <a:ea typeface="IBM Plex Sans"/>
                <a:cs typeface="IBM Plex Sans"/>
                <a:sym typeface="IBM Plex Sans"/>
              </a:defRPr>
            </a:lvl9pPr>
          </a:lstStyle>
          <a:p>
            <a:endParaRPr/>
          </a:p>
        </p:txBody>
      </p:sp>
      <p:sp>
        <p:nvSpPr>
          <p:cNvPr id="306" name="Google Shape;306;p41"/>
          <p:cNvSpPr txBox="1">
            <a:spLocks noGrp="1"/>
          </p:cNvSpPr>
          <p:nvPr>
            <p:ph type="sldNum" idx="12"/>
          </p:nvPr>
        </p:nvSpPr>
        <p:spPr>
          <a:xfrm>
            <a:off x="8366700" y="4805546"/>
            <a:ext cx="548700" cy="215400"/>
          </a:xfrm>
          <a:prstGeom prst="rect">
            <a:avLst/>
          </a:prstGeom>
          <a:noFill/>
          <a:ln>
            <a:noFill/>
          </a:ln>
        </p:spPr>
        <p:txBody>
          <a:bodyPr spcFirstLastPara="1" wrap="square" lIns="0" tIns="0" rIns="0" bIns="0" anchor="b" anchorCtr="0">
            <a:normAutofit/>
          </a:bodyPr>
          <a:lstStyle>
            <a:lvl1pPr lvl="0" algn="r" rtl="0">
              <a:buNone/>
              <a:defRPr sz="800">
                <a:solidFill>
                  <a:schemeClr val="dk2"/>
                </a:solidFill>
                <a:latin typeface="IBM Plex Sans"/>
                <a:ea typeface="IBM Plex Sans"/>
                <a:cs typeface="IBM Plex Sans"/>
                <a:sym typeface="IBM Plex Sans"/>
              </a:defRPr>
            </a:lvl1pPr>
            <a:lvl2pPr lvl="1" algn="r" rtl="0">
              <a:buNone/>
              <a:defRPr sz="800">
                <a:solidFill>
                  <a:schemeClr val="dk2"/>
                </a:solidFill>
                <a:latin typeface="IBM Plex Sans"/>
                <a:ea typeface="IBM Plex Sans"/>
                <a:cs typeface="IBM Plex Sans"/>
                <a:sym typeface="IBM Plex Sans"/>
              </a:defRPr>
            </a:lvl2pPr>
            <a:lvl3pPr lvl="2" algn="r" rtl="0">
              <a:buNone/>
              <a:defRPr sz="800">
                <a:solidFill>
                  <a:schemeClr val="dk2"/>
                </a:solidFill>
                <a:latin typeface="IBM Plex Sans"/>
                <a:ea typeface="IBM Plex Sans"/>
                <a:cs typeface="IBM Plex Sans"/>
                <a:sym typeface="IBM Plex Sans"/>
              </a:defRPr>
            </a:lvl3pPr>
            <a:lvl4pPr lvl="3" algn="r" rtl="0">
              <a:buNone/>
              <a:defRPr sz="800">
                <a:solidFill>
                  <a:schemeClr val="dk2"/>
                </a:solidFill>
                <a:latin typeface="IBM Plex Sans"/>
                <a:ea typeface="IBM Plex Sans"/>
                <a:cs typeface="IBM Plex Sans"/>
                <a:sym typeface="IBM Plex Sans"/>
              </a:defRPr>
            </a:lvl4pPr>
            <a:lvl5pPr lvl="4" algn="r" rtl="0">
              <a:buNone/>
              <a:defRPr sz="800">
                <a:solidFill>
                  <a:schemeClr val="dk2"/>
                </a:solidFill>
                <a:latin typeface="IBM Plex Sans"/>
                <a:ea typeface="IBM Plex Sans"/>
                <a:cs typeface="IBM Plex Sans"/>
                <a:sym typeface="IBM Plex Sans"/>
              </a:defRPr>
            </a:lvl5pPr>
            <a:lvl6pPr lvl="5" algn="r" rtl="0">
              <a:buNone/>
              <a:defRPr sz="800">
                <a:solidFill>
                  <a:schemeClr val="dk2"/>
                </a:solidFill>
                <a:latin typeface="IBM Plex Sans"/>
                <a:ea typeface="IBM Plex Sans"/>
                <a:cs typeface="IBM Plex Sans"/>
                <a:sym typeface="IBM Plex Sans"/>
              </a:defRPr>
            </a:lvl6pPr>
            <a:lvl7pPr lvl="6" algn="r" rtl="0">
              <a:buNone/>
              <a:defRPr sz="800">
                <a:solidFill>
                  <a:schemeClr val="dk2"/>
                </a:solidFill>
                <a:latin typeface="IBM Plex Sans"/>
                <a:ea typeface="IBM Plex Sans"/>
                <a:cs typeface="IBM Plex Sans"/>
                <a:sym typeface="IBM Plex Sans"/>
              </a:defRPr>
            </a:lvl7pPr>
            <a:lvl8pPr lvl="7" algn="r" rtl="0">
              <a:buNone/>
              <a:defRPr sz="800">
                <a:solidFill>
                  <a:schemeClr val="dk2"/>
                </a:solidFill>
                <a:latin typeface="IBM Plex Sans"/>
                <a:ea typeface="IBM Plex Sans"/>
                <a:cs typeface="IBM Plex Sans"/>
                <a:sym typeface="IBM Plex Sans"/>
              </a:defRPr>
            </a:lvl8pPr>
            <a:lvl9pPr lvl="8" algn="r" rtl="0">
              <a:buNone/>
              <a:defRPr sz="800">
                <a:solidFill>
                  <a:schemeClr val="dk2"/>
                </a:solidFill>
                <a:latin typeface="IBM Plex Sans"/>
                <a:ea typeface="IBM Plex Sans"/>
                <a:cs typeface="IBM Plex Sans"/>
                <a:sym typeface="IBM Plex Sans"/>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87" r:id="rId1"/>
    <p:sldLayoutId id="2147483688" r:id="rId2"/>
    <p:sldLayoutId id="2147483689" r:id="rId3"/>
    <p:sldLayoutId id="2147483690" r:id="rId4"/>
    <p:sldLayoutId id="2147483691" r:id="rId5"/>
    <p:sldLayoutId id="2147483692" r:id="rId6"/>
    <p:sldLayoutId id="2147483693" r:id="rId7"/>
    <p:sldLayoutId id="2147483694" r:id="rId8"/>
    <p:sldLayoutId id="2147483695" r:id="rId9"/>
    <p:sldLayoutId id="2147483696" r:id="rId10"/>
    <p:sldLayoutId id="2147483697" r:id="rId11"/>
    <p:sldLayoutId id="2147483698" r:id="rId12"/>
    <p:sldLayoutId id="2147483699" r:id="rId13"/>
    <p:sldLayoutId id="2147483700" r:id="rId14"/>
    <p:sldLayoutId id="2147483701" r:id="rId15"/>
    <p:sldLayoutId id="2147483702" r:id="rId16"/>
    <p:sldLayoutId id="2147483703" r:id="rId17"/>
    <p:sldLayoutId id="2147483704" r:id="rId18"/>
    <p:sldLayoutId id="2147483705" r:id="rId19"/>
    <p:sldLayoutId id="2147483706" r:id="rId20"/>
    <p:sldLayoutId id="2147483707" r:id="rId21"/>
    <p:sldLayoutId id="2147483708" r:id="rId22"/>
    <p:sldLayoutId id="2147483709" r:id="rId23"/>
    <p:sldLayoutId id="2147483710" r:id="rId24"/>
    <p:sldLayoutId id="2147483711" r:id="rId25"/>
    <p:sldLayoutId id="2147483712" r:id="rId26"/>
    <p:sldLayoutId id="2147483713" r:id="rId27"/>
    <p:sldLayoutId id="2147483714" r:id="rId28"/>
    <p:sldLayoutId id="2147483715" r:id="rId29"/>
    <p:sldLayoutId id="2147483716" r:id="rId30"/>
    <p:sldLayoutId id="2147483717" r:id="rId31"/>
    <p:sldLayoutId id="2147483718" r:id="rId32"/>
    <p:sldLayoutId id="2147483719" r:id="rId33"/>
    <p:sldLayoutId id="2147483720" r:id="rId34"/>
    <p:sldLayoutId id="2147483721" r:id="rId35"/>
    <p:sldLayoutId id="2147483722" r:id="rId36"/>
    <p:sldLayoutId id="2147483723" r:id="rId37"/>
    <p:sldLayoutId id="2147483724" r:id="rId38"/>
    <p:sldLayoutId id="2147483725" r:id="rId39"/>
    <p:sldLayoutId id="2147483726" r:id="rId40"/>
    <p:sldLayoutId id="2147483727" r:id="rId41"/>
    <p:sldLayoutId id="2147483728" r:id="rId42"/>
    <p:sldLayoutId id="2147483729" r:id="rId43"/>
    <p:sldLayoutId id="2147483730" r:id="rId44"/>
    <p:sldLayoutId id="2147483731" r:id="rId45"/>
    <p:sldLayoutId id="2147483732" r:id="rId46"/>
    <p:sldLayoutId id="2147483733" r:id="rId47"/>
    <p:sldLayoutId id="2147483734" r:id="rId48"/>
    <p:sldLayoutId id="2147483735" r:id="rId49"/>
    <p:sldLayoutId id="2147483736" r:id="rId50"/>
    <p:sldLayoutId id="2147483737" r:id="rId51"/>
    <p:sldLayoutId id="2147483738" r:id="rId52"/>
    <p:sldLayoutId id="2147483739" r:id="rId53"/>
    <p:sldLayoutId id="2147483740" r:id="rId54"/>
    <p:sldLayoutId id="2147483741" r:id="rId55"/>
    <p:sldLayoutId id="2147483742" r:id="rId56"/>
    <p:sldLayoutId id="2147483743" r:id="rId57"/>
    <p:sldLayoutId id="2147483744" r:id="rId58"/>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72">
          <p15:clr>
            <a:srgbClr val="EA4335"/>
          </p15:clr>
        </p15:guide>
        <p15:guide id="2" orient="horz" pos="360">
          <p15:clr>
            <a:srgbClr val="EA4335"/>
          </p15:clr>
        </p15:guide>
        <p15:guide id="3" orient="horz" pos="648">
          <p15:clr>
            <a:srgbClr val="EA4335"/>
          </p15:clr>
        </p15:guide>
        <p15:guide id="4" pos="288">
          <p15:clr>
            <a:srgbClr val="EA4335"/>
          </p15:clr>
        </p15:guide>
        <p15:guide id="5" pos="5472">
          <p15:clr>
            <a:srgbClr val="EA4335"/>
          </p15:clr>
        </p15:guide>
        <p15:guide id="6" pos="5616">
          <p15:clr>
            <a:srgbClr val="EA4335"/>
          </p15:clr>
        </p15:guide>
        <p15:guide id="7" orient="horz" pos="3163">
          <p15:clr>
            <a:srgbClr val="EA4335"/>
          </p15:clr>
        </p15:guide>
        <p15:guide id="8" orient="horz" pos="3027">
          <p15:clr>
            <a:srgbClr val="EA4335"/>
          </p15:clr>
        </p15:guide>
        <p15:guide id="9" orient="horz" pos="726">
          <p15:clr>
            <a:srgbClr val="EA4335"/>
          </p15:clr>
        </p15:guide>
        <p15:guide id="10" orient="horz" pos="1092">
          <p15:clr>
            <a:srgbClr val="EA4335"/>
          </p15:clr>
        </p15:guide>
        <p15:guide id="11" orient="horz" pos="1008">
          <p15:clr>
            <a:srgbClr val="EA4335"/>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6.xml"/><Relationship Id="rId1" Type="http://schemas.openxmlformats.org/officeDocument/2006/relationships/slideLayout" Target="../slideLayouts/slideLayout6.xml"/><Relationship Id="rId4" Type="http://schemas.openxmlformats.org/officeDocument/2006/relationships/image" Target="../media/image53.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8" Type="http://schemas.openxmlformats.org/officeDocument/2006/relationships/image" Target="../media/image60.png"/><Relationship Id="rId13" Type="http://schemas.openxmlformats.org/officeDocument/2006/relationships/image" Target="../media/image65.png"/><Relationship Id="rId3" Type="http://schemas.openxmlformats.org/officeDocument/2006/relationships/image" Target="../media/image55.png"/><Relationship Id="rId7" Type="http://schemas.openxmlformats.org/officeDocument/2006/relationships/image" Target="../media/image59.png"/><Relationship Id="rId12" Type="http://schemas.openxmlformats.org/officeDocument/2006/relationships/image" Target="../media/image64.png"/><Relationship Id="rId17" Type="http://schemas.openxmlformats.org/officeDocument/2006/relationships/image" Target="../media/image69.png"/><Relationship Id="rId2" Type="http://schemas.openxmlformats.org/officeDocument/2006/relationships/notesSlide" Target="../notesSlides/notesSlide15.xml"/><Relationship Id="rId16" Type="http://schemas.openxmlformats.org/officeDocument/2006/relationships/image" Target="../media/image68.png"/><Relationship Id="rId1" Type="http://schemas.openxmlformats.org/officeDocument/2006/relationships/slideLayout" Target="../slideLayouts/slideLayout23.xml"/><Relationship Id="rId6" Type="http://schemas.openxmlformats.org/officeDocument/2006/relationships/image" Target="../media/image58.png"/><Relationship Id="rId11" Type="http://schemas.openxmlformats.org/officeDocument/2006/relationships/image" Target="../media/image63.png"/><Relationship Id="rId5" Type="http://schemas.openxmlformats.org/officeDocument/2006/relationships/image" Target="../media/image57.png"/><Relationship Id="rId15" Type="http://schemas.openxmlformats.org/officeDocument/2006/relationships/image" Target="../media/image67.png"/><Relationship Id="rId10" Type="http://schemas.openxmlformats.org/officeDocument/2006/relationships/image" Target="../media/image62.png"/><Relationship Id="rId4" Type="http://schemas.openxmlformats.org/officeDocument/2006/relationships/image" Target="../media/image56.png"/><Relationship Id="rId9" Type="http://schemas.openxmlformats.org/officeDocument/2006/relationships/image" Target="../media/image61.png"/><Relationship Id="rId14" Type="http://schemas.openxmlformats.org/officeDocument/2006/relationships/image" Target="../media/image66.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6.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5.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3" Type="http://schemas.openxmlformats.org/officeDocument/2006/relationships/hyperlink" Target="https://page.camunda.com/wod-process-automation-forum-live-finance-banking-june2021-success" TargetMode="External"/><Relationship Id="rId2" Type="http://schemas.openxmlformats.org/officeDocument/2006/relationships/notesSlide" Target="../notesSlides/notesSlide19.xml"/><Relationship Id="rId1" Type="http://schemas.openxmlformats.org/officeDocument/2006/relationships/slideLayout" Target="../slideLayouts/slideLayout5.xml"/><Relationship Id="rId5" Type="http://schemas.openxmlformats.org/officeDocument/2006/relationships/image" Target="../media/image71.png"/><Relationship Id="rId4" Type="http://schemas.openxmlformats.org/officeDocument/2006/relationships/image" Target="../media/image70.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9.xml"/></Relationships>
</file>

<file path=ppt/slides/_rels/slide21.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notesSlide" Target="../notesSlides/notesSlide21.xml"/><Relationship Id="rId1" Type="http://schemas.openxmlformats.org/officeDocument/2006/relationships/slideLayout" Target="../slideLayouts/slideLayout28.xml"/></Relationships>
</file>

<file path=ppt/slides/_rels/slide22.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notesSlide" Target="../notesSlides/notesSlide22.xml"/><Relationship Id="rId1" Type="http://schemas.openxmlformats.org/officeDocument/2006/relationships/slideLayout" Target="../slideLayouts/slideLayout28.xml"/></Relationships>
</file>

<file path=ppt/slides/_rels/slide23.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notesSlide" Target="../notesSlides/notesSlide23.xml"/><Relationship Id="rId1" Type="http://schemas.openxmlformats.org/officeDocument/2006/relationships/slideLayout" Target="../slideLayouts/slideLayout28.xml"/></Relationships>
</file>

<file path=ppt/slides/_rels/slide24.xml.rels><?xml version="1.0" encoding="UTF-8" standalone="yes"?>
<Relationships xmlns="http://schemas.openxmlformats.org/package/2006/relationships"><Relationship Id="rId8" Type="http://schemas.openxmlformats.org/officeDocument/2006/relationships/image" Target="../media/image63.png"/><Relationship Id="rId13" Type="http://schemas.openxmlformats.org/officeDocument/2006/relationships/image" Target="../media/image76.png"/><Relationship Id="rId18" Type="http://schemas.openxmlformats.org/officeDocument/2006/relationships/image" Target="../media/image81.png"/><Relationship Id="rId3" Type="http://schemas.openxmlformats.org/officeDocument/2006/relationships/image" Target="../media/image75.png"/><Relationship Id="rId7" Type="http://schemas.openxmlformats.org/officeDocument/2006/relationships/image" Target="../media/image58.png"/><Relationship Id="rId12" Type="http://schemas.openxmlformats.org/officeDocument/2006/relationships/image" Target="../media/image68.png"/><Relationship Id="rId17" Type="http://schemas.openxmlformats.org/officeDocument/2006/relationships/image" Target="../media/image80.png"/><Relationship Id="rId2" Type="http://schemas.openxmlformats.org/officeDocument/2006/relationships/notesSlide" Target="../notesSlides/notesSlide24.xml"/><Relationship Id="rId16" Type="http://schemas.openxmlformats.org/officeDocument/2006/relationships/image" Target="../media/image79.png"/><Relationship Id="rId1" Type="http://schemas.openxmlformats.org/officeDocument/2006/relationships/slideLayout" Target="../slideLayouts/slideLayout20.xml"/><Relationship Id="rId6" Type="http://schemas.openxmlformats.org/officeDocument/2006/relationships/image" Target="../media/image57.png"/><Relationship Id="rId11" Type="http://schemas.openxmlformats.org/officeDocument/2006/relationships/image" Target="../media/image67.png"/><Relationship Id="rId5" Type="http://schemas.openxmlformats.org/officeDocument/2006/relationships/image" Target="../media/image56.png"/><Relationship Id="rId15" Type="http://schemas.openxmlformats.org/officeDocument/2006/relationships/image" Target="../media/image78.png"/><Relationship Id="rId10" Type="http://schemas.openxmlformats.org/officeDocument/2006/relationships/image" Target="../media/image65.png"/><Relationship Id="rId19" Type="http://schemas.openxmlformats.org/officeDocument/2006/relationships/image" Target="../media/image82.png"/><Relationship Id="rId4" Type="http://schemas.openxmlformats.org/officeDocument/2006/relationships/image" Target="../media/image55.png"/><Relationship Id="rId9" Type="http://schemas.openxmlformats.org/officeDocument/2006/relationships/image" Target="../media/image64.png"/><Relationship Id="rId14" Type="http://schemas.openxmlformats.org/officeDocument/2006/relationships/image" Target="../media/image77.png"/></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3" Type="http://schemas.openxmlformats.org/officeDocument/2006/relationships/hyperlink" Target="https://docs.camunda.io/docs/guides/" TargetMode="External"/><Relationship Id="rId2" Type="http://schemas.openxmlformats.org/officeDocument/2006/relationships/notesSlide" Target="../notesSlides/notesSlide26.xml"/><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3" Type="http://schemas.openxmlformats.org/officeDocument/2006/relationships/hyperlink" Target="https://www.apache.org/licenses/LICENSE-2.0" TargetMode="External"/><Relationship Id="rId2" Type="http://schemas.openxmlformats.org/officeDocument/2006/relationships/notesSlide" Target="../notesSlides/notesSlide27.xml"/><Relationship Id="rId1" Type="http://schemas.openxmlformats.org/officeDocument/2006/relationships/slideLayout" Target="../slideLayouts/slideLayout4.xml"/><Relationship Id="rId4" Type="http://schemas.openxmlformats.org/officeDocument/2006/relationships/hyperlink" Target="https://camunda.com/legal/terms/cloud-terms-and-conditions/zeebe-community-license-v11/" TargetMode="External"/></Relationships>
</file>

<file path=ppt/slides/_rels/slide2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8.xml"/><Relationship Id="rId1" Type="http://schemas.openxmlformats.org/officeDocument/2006/relationships/slideLayout" Target="../slideLayouts/slideLayout21.xml"/></Relationships>
</file>

<file path=ppt/slides/_rels/slide2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9.xml"/><Relationship Id="rId1" Type="http://schemas.openxmlformats.org/officeDocument/2006/relationships/slideLayout" Target="../slideLayouts/slideLayout21.xml"/><Relationship Id="rId4" Type="http://schemas.openxmlformats.org/officeDocument/2006/relationships/image" Target="../media/image83.emf"/></Relationships>
</file>

<file path=ppt/slides/_rels/slide30.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notesSlide" Target="../notesSlides/notesSlide30.xml"/><Relationship Id="rId1" Type="http://schemas.openxmlformats.org/officeDocument/2006/relationships/slideLayout" Target="../slideLayouts/slideLayout48.xml"/></Relationships>
</file>

<file path=ppt/slides/_rels/slide31.xml.rels><?xml version="1.0" encoding="UTF-8" standalone="yes"?>
<Relationships xmlns="http://schemas.openxmlformats.org/package/2006/relationships"><Relationship Id="rId8" Type="http://schemas.openxmlformats.org/officeDocument/2006/relationships/image" Target="../media/image90.png"/><Relationship Id="rId3" Type="http://schemas.openxmlformats.org/officeDocument/2006/relationships/image" Target="../media/image85.png"/><Relationship Id="rId7" Type="http://schemas.openxmlformats.org/officeDocument/2006/relationships/image" Target="../media/image89.png"/><Relationship Id="rId2" Type="http://schemas.openxmlformats.org/officeDocument/2006/relationships/notesSlide" Target="../notesSlides/notesSlide31.xml"/><Relationship Id="rId1" Type="http://schemas.openxmlformats.org/officeDocument/2006/relationships/slideLayout" Target="../slideLayouts/slideLayout48.xml"/><Relationship Id="rId6" Type="http://schemas.openxmlformats.org/officeDocument/2006/relationships/image" Target="../media/image88.png"/><Relationship Id="rId5" Type="http://schemas.openxmlformats.org/officeDocument/2006/relationships/image" Target="../media/image87.png"/><Relationship Id="rId4" Type="http://schemas.openxmlformats.org/officeDocument/2006/relationships/image" Target="../media/image86.png"/></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48.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48.xml"/></Relationships>
</file>

<file path=ppt/slides/_rels/slide34.xml.rels><?xml version="1.0" encoding="UTF-8" standalone="yes"?>
<Relationships xmlns="http://schemas.openxmlformats.org/package/2006/relationships"><Relationship Id="rId3" Type="http://schemas.openxmlformats.org/officeDocument/2006/relationships/image" Target="../media/image91.png"/><Relationship Id="rId2" Type="http://schemas.openxmlformats.org/officeDocument/2006/relationships/notesSlide" Target="../notesSlides/notesSlide34.xml"/><Relationship Id="rId1" Type="http://schemas.openxmlformats.org/officeDocument/2006/relationships/slideLayout" Target="../slideLayouts/slideLayout48.xml"/><Relationship Id="rId4" Type="http://schemas.openxmlformats.org/officeDocument/2006/relationships/image" Target="../media/image92.png"/></Relationships>
</file>

<file path=ppt/slides/_rels/slide35.xml.rels><?xml version="1.0" encoding="UTF-8" standalone="yes"?>
<Relationships xmlns="http://schemas.openxmlformats.org/package/2006/relationships"><Relationship Id="rId3" Type="http://schemas.openxmlformats.org/officeDocument/2006/relationships/image" Target="../media/image93.png"/><Relationship Id="rId2" Type="http://schemas.openxmlformats.org/officeDocument/2006/relationships/notesSlide" Target="../notesSlides/notesSlide35.xml"/><Relationship Id="rId1" Type="http://schemas.openxmlformats.org/officeDocument/2006/relationships/slideLayout" Target="../slideLayouts/slideLayout48.xml"/><Relationship Id="rId4" Type="http://schemas.openxmlformats.org/officeDocument/2006/relationships/image" Target="../media/image94.png"/></Relationships>
</file>

<file path=ppt/slides/_rels/slide36.xml.rels><?xml version="1.0" encoding="UTF-8" standalone="yes"?>
<Relationships xmlns="http://schemas.openxmlformats.org/package/2006/relationships"><Relationship Id="rId3" Type="http://schemas.openxmlformats.org/officeDocument/2006/relationships/image" Target="../media/image95.png"/><Relationship Id="rId2" Type="http://schemas.openxmlformats.org/officeDocument/2006/relationships/notesSlide" Target="../notesSlides/notesSlide36.xml"/><Relationship Id="rId1" Type="http://schemas.openxmlformats.org/officeDocument/2006/relationships/slideLayout" Target="../slideLayouts/slideLayout48.xml"/><Relationship Id="rId4" Type="http://schemas.openxmlformats.org/officeDocument/2006/relationships/image" Target="../media/image96.png"/></Relationships>
</file>

<file path=ppt/slides/_rels/slide37.xml.rels><?xml version="1.0" encoding="UTF-8" standalone="yes"?>
<Relationships xmlns="http://schemas.openxmlformats.org/package/2006/relationships"><Relationship Id="rId3" Type="http://schemas.openxmlformats.org/officeDocument/2006/relationships/image" Target="../media/image97.png"/><Relationship Id="rId2" Type="http://schemas.openxmlformats.org/officeDocument/2006/relationships/notesSlide" Target="../notesSlides/notesSlide37.xml"/><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3" Type="http://schemas.openxmlformats.org/officeDocument/2006/relationships/image" Target="../media/image98.png"/><Relationship Id="rId2" Type="http://schemas.openxmlformats.org/officeDocument/2006/relationships/notesSlide" Target="../notesSlides/notesSlide38.xml"/><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3" Type="http://schemas.openxmlformats.org/officeDocument/2006/relationships/image" Target="../media/image99.png"/><Relationship Id="rId2" Type="http://schemas.openxmlformats.org/officeDocument/2006/relationships/notesSlide" Target="../notesSlides/notesSlide39.xml"/><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3" Type="http://schemas.openxmlformats.org/officeDocument/2006/relationships/image" Target="../media/image100.png"/><Relationship Id="rId2" Type="http://schemas.openxmlformats.org/officeDocument/2006/relationships/notesSlide" Target="../notesSlides/notesSlide40.xml"/><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3" Type="http://schemas.openxmlformats.org/officeDocument/2006/relationships/image" Target="../media/image101.png"/><Relationship Id="rId2" Type="http://schemas.openxmlformats.org/officeDocument/2006/relationships/notesSlide" Target="../notesSlides/notesSlide41.xml"/><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3" Type="http://schemas.openxmlformats.org/officeDocument/2006/relationships/image" Target="../media/image102.png"/><Relationship Id="rId2" Type="http://schemas.openxmlformats.org/officeDocument/2006/relationships/notesSlide" Target="../notesSlides/notesSlide42.xml"/><Relationship Id="rId1" Type="http://schemas.openxmlformats.org/officeDocument/2006/relationships/slideLayout" Target="../slideLayouts/slideLayout4.xml"/><Relationship Id="rId5" Type="http://schemas.openxmlformats.org/officeDocument/2006/relationships/image" Target="../media/image104.png"/><Relationship Id="rId4" Type="http://schemas.openxmlformats.org/officeDocument/2006/relationships/image" Target="../media/image103.png"/></Relationships>
</file>

<file path=ppt/slides/_rels/slide43.xml.rels><?xml version="1.0" encoding="UTF-8" standalone="yes"?>
<Relationships xmlns="http://schemas.openxmlformats.org/package/2006/relationships"><Relationship Id="rId3" Type="http://schemas.openxmlformats.org/officeDocument/2006/relationships/image" Target="../media/image105.png"/><Relationship Id="rId2" Type="http://schemas.openxmlformats.org/officeDocument/2006/relationships/notesSlide" Target="../notesSlides/notesSlide43.xml"/><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8" Type="http://schemas.openxmlformats.org/officeDocument/2006/relationships/image" Target="../media/image110.png"/><Relationship Id="rId3" Type="http://schemas.openxmlformats.org/officeDocument/2006/relationships/image" Target="../media/image85.png"/><Relationship Id="rId7" Type="http://schemas.openxmlformats.org/officeDocument/2006/relationships/image" Target="../media/image109.png"/><Relationship Id="rId2" Type="http://schemas.openxmlformats.org/officeDocument/2006/relationships/notesSlide" Target="../notesSlides/notesSlide44.xml"/><Relationship Id="rId1" Type="http://schemas.openxmlformats.org/officeDocument/2006/relationships/slideLayout" Target="../slideLayouts/slideLayout4.xml"/><Relationship Id="rId6" Type="http://schemas.openxmlformats.org/officeDocument/2006/relationships/image" Target="../media/image108.png"/><Relationship Id="rId5" Type="http://schemas.openxmlformats.org/officeDocument/2006/relationships/image" Target="../media/image107.png"/><Relationship Id="rId10" Type="http://schemas.openxmlformats.org/officeDocument/2006/relationships/hyperlink" Target="https://docs.camunda.io/docs/components/modeler/web-modeler/connectors/" TargetMode="External"/><Relationship Id="rId4" Type="http://schemas.openxmlformats.org/officeDocument/2006/relationships/image" Target="../media/image106.png"/><Relationship Id="rId9" Type="http://schemas.openxmlformats.org/officeDocument/2006/relationships/image" Target="../media/image111.png"/></Relationships>
</file>

<file path=ppt/slides/_rels/slide45.xml.rels><?xml version="1.0" encoding="UTF-8" standalone="yes"?>
<Relationships xmlns="http://schemas.openxmlformats.org/package/2006/relationships"><Relationship Id="rId3" Type="http://schemas.openxmlformats.org/officeDocument/2006/relationships/image" Target="../media/image112.png"/><Relationship Id="rId2" Type="http://schemas.openxmlformats.org/officeDocument/2006/relationships/notesSlide" Target="../notesSlides/notesSlide45.xml"/><Relationship Id="rId1" Type="http://schemas.openxmlformats.org/officeDocument/2006/relationships/slideLayout" Target="../slideLayouts/slideLayout4.xml"/><Relationship Id="rId4" Type="http://schemas.openxmlformats.org/officeDocument/2006/relationships/hyperlink" Target="https://docs.camunda.io/docs/components/optimize/userguide/collections-dashboards-reports/" TargetMode="External"/></Relationships>
</file>

<file path=ppt/slides/_rels/slide46.xml.rels><?xml version="1.0" encoding="UTF-8" standalone="yes"?>
<Relationships xmlns="http://schemas.openxmlformats.org/package/2006/relationships"><Relationship Id="rId3" Type="http://schemas.openxmlformats.org/officeDocument/2006/relationships/hyperlink" Target="https://docs.camunda.io/docs/components/zeebe/zeebe-overview/" TargetMode="External"/><Relationship Id="rId2" Type="http://schemas.openxmlformats.org/officeDocument/2006/relationships/notesSlide" Target="../notesSlides/notesSlide46.xml"/><Relationship Id="rId1" Type="http://schemas.openxmlformats.org/officeDocument/2006/relationships/slideLayout" Target="../slideLayouts/slideLayout7.xml"/><Relationship Id="rId4" Type="http://schemas.openxmlformats.org/officeDocument/2006/relationships/hyperlink" Target="https://awesome.zeebe.io/#clients" TargetMode="External"/></Relationships>
</file>

<file path=ppt/slides/_rels/slide47.xml.rels><?xml version="1.0" encoding="UTF-8" standalone="yes"?>
<Relationships xmlns="http://schemas.openxmlformats.org/package/2006/relationships"><Relationship Id="rId3" Type="http://schemas.openxmlformats.org/officeDocument/2006/relationships/hyperlink" Target="https://docs.camunda.io/docs/components/zeebe/zeebe-overview/" TargetMode="External"/><Relationship Id="rId2" Type="http://schemas.openxmlformats.org/officeDocument/2006/relationships/notesSlide" Target="../notesSlides/notesSlide47.xml"/><Relationship Id="rId1" Type="http://schemas.openxmlformats.org/officeDocument/2006/relationships/slideLayout" Target="../slideLayouts/slideLayout7.xml"/><Relationship Id="rId4" Type="http://schemas.openxmlformats.org/officeDocument/2006/relationships/hyperlink" Target="https://github.com/zeebe-io/zeebe-http-worker" TargetMode="External"/></Relationships>
</file>

<file path=ppt/slides/_rels/slide48.xml.rels><?xml version="1.0" encoding="UTF-8" standalone="yes"?>
<Relationships xmlns="http://schemas.openxmlformats.org/package/2006/relationships"><Relationship Id="rId3" Type="http://schemas.openxmlformats.org/officeDocument/2006/relationships/hyperlink" Target="https://docs.camunda.io/docs/components/zeebe/technical-concepts/internal-processing/" TargetMode="External"/><Relationship Id="rId2" Type="http://schemas.openxmlformats.org/officeDocument/2006/relationships/notesSlide" Target="../notesSlides/notesSlide48.xml"/><Relationship Id="rId1" Type="http://schemas.openxmlformats.org/officeDocument/2006/relationships/slideLayout" Target="../slideLayouts/slideLayout7.xml"/><Relationship Id="rId4" Type="http://schemas.openxmlformats.org/officeDocument/2006/relationships/hyperlink" Target="https://zeebe.io/blog/2018/11/message-correlation-working-with-messages-in-zeebe/" TargetMode="External"/></Relationships>
</file>

<file path=ppt/slides/_rels/slide49.xml.rels><?xml version="1.0" encoding="UTF-8" standalone="yes"?>
<Relationships xmlns="http://schemas.openxmlformats.org/package/2006/relationships"><Relationship Id="rId3" Type="http://schemas.openxmlformats.org/officeDocument/2006/relationships/image" Target="../media/image113.png"/><Relationship Id="rId2" Type="http://schemas.openxmlformats.org/officeDocument/2006/relationships/notesSlide" Target="../notesSlides/notesSlide49.xml"/><Relationship Id="rId1" Type="http://schemas.openxmlformats.org/officeDocument/2006/relationships/slideLayout" Target="../slideLayouts/slideLayout4.xml"/><Relationship Id="rId5" Type="http://schemas.openxmlformats.org/officeDocument/2006/relationships/hyperlink" Target="https://docs.camunda.io/docs/components/zeebe/technical-concepts/architecture/" TargetMode="External"/><Relationship Id="rId4" Type="http://schemas.openxmlformats.org/officeDocument/2006/relationships/image" Target="../media/image114.png"/></Relationships>
</file>

<file path=ppt/slides/_rels/slide50.xml.rels><?xml version="1.0" encoding="UTF-8" standalone="yes"?>
<Relationships xmlns="http://schemas.openxmlformats.org/package/2006/relationships"><Relationship Id="rId3" Type="http://schemas.openxmlformats.org/officeDocument/2006/relationships/hyperlink" Target="https://docs.camunda.io/docs/components/zeebe/technical-concepts/clustering/" TargetMode="External"/><Relationship Id="rId2" Type="http://schemas.openxmlformats.org/officeDocument/2006/relationships/notesSlide" Target="../notesSlides/notesSlide50.xml"/><Relationship Id="rId1" Type="http://schemas.openxmlformats.org/officeDocument/2006/relationships/slideLayout" Target="../slideLayouts/slideLayout4.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52.xml"/><Relationship Id="rId1" Type="http://schemas.openxmlformats.org/officeDocument/2006/relationships/slideLayout" Target="../slideLayouts/slideLayout4.xml"/></Relationships>
</file>

<file path=ppt/slides/_rels/slide53.xml.rels><?xml version="1.0" encoding="UTF-8" standalone="yes"?>
<Relationships xmlns="http://schemas.openxmlformats.org/package/2006/relationships"><Relationship Id="rId3" Type="http://schemas.openxmlformats.org/officeDocument/2006/relationships/image" Target="../media/image115.png"/><Relationship Id="rId2" Type="http://schemas.openxmlformats.org/officeDocument/2006/relationships/notesSlide" Target="../notesSlides/notesSlide53.xml"/><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390"/>
        <p:cNvGrpSpPr/>
        <p:nvPr/>
      </p:nvGrpSpPr>
      <p:grpSpPr>
        <a:xfrm>
          <a:off x="0" y="0"/>
          <a:ext cx="0" cy="0"/>
          <a:chOff x="0" y="0"/>
          <a:chExt cx="0" cy="0"/>
        </a:xfrm>
      </p:grpSpPr>
      <p:sp>
        <p:nvSpPr>
          <p:cNvPr id="1391" name="Google Shape;1391;p100"/>
          <p:cNvSpPr txBox="1">
            <a:spLocks noGrp="1"/>
          </p:cNvSpPr>
          <p:nvPr>
            <p:ph type="ctrTitle"/>
          </p:nvPr>
        </p:nvSpPr>
        <p:spPr>
          <a:xfrm>
            <a:off x="371475" y="1569720"/>
            <a:ext cx="8400900" cy="1051500"/>
          </a:xfrm>
          <a:prstGeom prst="rect">
            <a:avLst/>
          </a:prstGeom>
        </p:spPr>
        <p:txBody>
          <a:bodyPr spcFirstLastPara="1" wrap="square" lIns="0" tIns="0" rIns="0" bIns="0" anchor="b" anchorCtr="0">
            <a:noAutofit/>
          </a:bodyPr>
          <a:lstStyle/>
          <a:p>
            <a:pPr marL="0" lvl="0" indent="0" algn="l" rtl="0">
              <a:spcBef>
                <a:spcPts val="0"/>
              </a:spcBef>
              <a:spcAft>
                <a:spcPts val="0"/>
              </a:spcAft>
              <a:buNone/>
            </a:pPr>
            <a:r>
              <a:rPr lang="en"/>
              <a:t>Camunda</a:t>
            </a:r>
            <a:endParaRPr/>
          </a:p>
        </p:txBody>
      </p:sp>
      <p:sp>
        <p:nvSpPr>
          <p:cNvPr id="1392" name="Google Shape;1392;p100"/>
          <p:cNvSpPr txBox="1">
            <a:spLocks noGrp="1"/>
          </p:cNvSpPr>
          <p:nvPr>
            <p:ph type="subTitle" idx="1"/>
          </p:nvPr>
        </p:nvSpPr>
        <p:spPr>
          <a:xfrm>
            <a:off x="371475" y="2689273"/>
            <a:ext cx="8400900" cy="765300"/>
          </a:xfrm>
          <a:prstGeom prst="rect">
            <a:avLst/>
          </a:prstGeom>
        </p:spPr>
        <p:txBody>
          <a:bodyPr spcFirstLastPara="1" wrap="square" lIns="0" tIns="0" rIns="0" bIns="0" anchor="t" anchorCtr="0">
            <a:noAutofit/>
          </a:bodyPr>
          <a:lstStyle/>
          <a:p>
            <a:pPr marL="0" lvl="0" indent="0" algn="l" rtl="0">
              <a:spcBef>
                <a:spcPts val="800"/>
              </a:spcBef>
              <a:spcAft>
                <a:spcPts val="500"/>
              </a:spcAft>
              <a:buNone/>
            </a:pPr>
            <a:r>
              <a:rPr lang="en"/>
              <a:t>Orchestrate Anything, Automate Everything</a:t>
            </a:r>
            <a:endParaRPr/>
          </a:p>
        </p:txBody>
      </p:sp>
      <p:sp>
        <p:nvSpPr>
          <p:cNvPr id="1393" name="Google Shape;1393;p100"/>
          <p:cNvSpPr txBox="1">
            <a:spLocks noGrp="1"/>
          </p:cNvSpPr>
          <p:nvPr>
            <p:ph type="body" idx="2"/>
          </p:nvPr>
        </p:nvSpPr>
        <p:spPr>
          <a:xfrm>
            <a:off x="371475" y="3863578"/>
            <a:ext cx="8400900" cy="563100"/>
          </a:xfrm>
          <a:prstGeom prst="rect">
            <a:avLst/>
          </a:prstGeom>
        </p:spPr>
        <p:txBody>
          <a:bodyPr spcFirstLastPara="1" wrap="square" lIns="0" tIns="0" rIns="0" bIns="0" anchor="t" anchorCtr="0">
            <a:noAutofit/>
          </a:bodyPr>
          <a:lstStyle/>
          <a:p>
            <a:pPr marL="0" lvl="0" indent="0" algn="l" rtl="0">
              <a:lnSpc>
                <a:spcPct val="100000"/>
              </a:lnSpc>
              <a:spcBef>
                <a:spcPts val="0"/>
              </a:spcBef>
              <a:spcAft>
                <a:spcPts val="0"/>
              </a:spcAft>
              <a:buNone/>
            </a:pPr>
            <a:r>
              <a:rPr lang="en" sz="1300"/>
              <a:t>Garth Knudson</a:t>
            </a:r>
            <a:endParaRPr sz="1300"/>
          </a:p>
          <a:p>
            <a:pPr marL="0" lvl="0" indent="0" algn="l" rtl="0">
              <a:lnSpc>
                <a:spcPct val="100000"/>
              </a:lnSpc>
              <a:spcBef>
                <a:spcPts val="0"/>
              </a:spcBef>
              <a:spcAft>
                <a:spcPts val="0"/>
              </a:spcAft>
              <a:buNone/>
            </a:pPr>
            <a:r>
              <a:rPr lang="en" sz="1100"/>
              <a:t>Sr. Enterprise Account Executive</a:t>
            </a:r>
            <a:endParaRPr sz="1100"/>
          </a:p>
          <a:p>
            <a:pPr marL="0" lvl="0" indent="0" algn="l" rtl="0">
              <a:lnSpc>
                <a:spcPct val="100000"/>
              </a:lnSpc>
              <a:spcBef>
                <a:spcPts val="0"/>
              </a:spcBef>
              <a:spcAft>
                <a:spcPts val="0"/>
              </a:spcAft>
              <a:buNone/>
            </a:pPr>
            <a:r>
              <a:rPr lang="en" sz="1100"/>
              <a:t>garth.knudson@camunda.com</a:t>
            </a:r>
            <a:endParaRPr sz="1100"/>
          </a:p>
          <a:p>
            <a:pPr marL="0" lvl="0" indent="0" algn="l" rtl="0">
              <a:lnSpc>
                <a:spcPct val="100000"/>
              </a:lnSpc>
              <a:spcBef>
                <a:spcPts val="0"/>
              </a:spcBef>
              <a:spcAft>
                <a:spcPts val="0"/>
              </a:spcAft>
              <a:buNone/>
            </a:pPr>
            <a:r>
              <a:rPr lang="en" sz="1100"/>
              <a:t>T: 703.201.3201</a:t>
            </a:r>
            <a:endParaRPr sz="11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398"/>
        <p:cNvGrpSpPr/>
        <p:nvPr/>
      </p:nvGrpSpPr>
      <p:grpSpPr>
        <a:xfrm>
          <a:off x="0" y="0"/>
          <a:ext cx="0" cy="0"/>
          <a:chOff x="0" y="0"/>
          <a:chExt cx="0" cy="0"/>
        </a:xfrm>
      </p:grpSpPr>
      <p:sp>
        <p:nvSpPr>
          <p:cNvPr id="1399" name="Google Shape;1399;p101"/>
          <p:cNvSpPr txBox="1"/>
          <p:nvPr/>
        </p:nvSpPr>
        <p:spPr>
          <a:xfrm>
            <a:off x="371520" y="257310"/>
            <a:ext cx="8400900" cy="548400"/>
          </a:xfrm>
          <a:prstGeom prst="rect">
            <a:avLst/>
          </a:prstGeom>
          <a:noFill/>
          <a:ln>
            <a:noFill/>
          </a:ln>
        </p:spPr>
        <p:txBody>
          <a:bodyPr spcFirstLastPara="1" wrap="square" lIns="0" tIns="0" rIns="0" bIns="0" anchor="t" anchorCtr="0">
            <a:noAutofit/>
          </a:bodyPr>
          <a:lstStyle/>
          <a:p>
            <a:pPr marL="0" marR="0" lvl="0" indent="0" algn="l" rtl="0">
              <a:lnSpc>
                <a:spcPct val="90000"/>
              </a:lnSpc>
              <a:spcBef>
                <a:spcPts val="0"/>
              </a:spcBef>
              <a:spcAft>
                <a:spcPts val="0"/>
              </a:spcAft>
              <a:buClr>
                <a:srgbClr val="000000"/>
              </a:buClr>
              <a:buSzPts val="2400"/>
              <a:buFont typeface="Arial"/>
              <a:buNone/>
            </a:pPr>
            <a:r>
              <a:rPr lang="en" sz="2400" b="1" i="0" u="none" strike="noStrike" cap="none">
                <a:solidFill>
                  <a:srgbClr val="000000"/>
                </a:solidFill>
                <a:latin typeface="Arial"/>
                <a:ea typeface="Arial"/>
                <a:cs typeface="Arial"/>
                <a:sym typeface="Arial"/>
              </a:rPr>
              <a:t>About Camunda</a:t>
            </a:r>
            <a:endParaRPr sz="2400" b="0" i="0" u="none" strike="noStrike" cap="none">
              <a:solidFill>
                <a:srgbClr val="000000"/>
              </a:solidFill>
              <a:latin typeface="Arial"/>
              <a:ea typeface="Arial"/>
              <a:cs typeface="Arial"/>
              <a:sym typeface="Arial"/>
            </a:endParaRPr>
          </a:p>
        </p:txBody>
      </p:sp>
      <p:sp>
        <p:nvSpPr>
          <p:cNvPr id="1400" name="Google Shape;1400;p101"/>
          <p:cNvSpPr txBox="1"/>
          <p:nvPr/>
        </p:nvSpPr>
        <p:spPr>
          <a:xfrm>
            <a:off x="371520" y="828675"/>
            <a:ext cx="8423100" cy="548400"/>
          </a:xfrm>
          <a:prstGeom prst="rect">
            <a:avLst/>
          </a:prstGeom>
          <a:noFill/>
          <a:ln>
            <a:noFill/>
          </a:ln>
        </p:spPr>
        <p:txBody>
          <a:bodyPr spcFirstLastPara="1" wrap="square" lIns="68575" tIns="34275" rIns="68575" bIns="34275" anchor="t" anchorCtr="0">
            <a:noAutofit/>
          </a:bodyPr>
          <a:lstStyle/>
          <a:p>
            <a:pPr marL="0" marR="0" lvl="0" indent="0" algn="l" rtl="0">
              <a:lnSpc>
                <a:spcPct val="90000"/>
              </a:lnSpc>
              <a:spcBef>
                <a:spcPts val="0"/>
              </a:spcBef>
              <a:spcAft>
                <a:spcPts val="0"/>
              </a:spcAft>
              <a:buClr>
                <a:srgbClr val="000000"/>
              </a:buClr>
              <a:buSzPts val="1800"/>
              <a:buFont typeface="Arial"/>
              <a:buNone/>
            </a:pPr>
            <a:r>
              <a:rPr lang="en" sz="1900" u="none" strike="noStrike" cap="none">
                <a:solidFill>
                  <a:srgbClr val="000000"/>
                </a:solidFill>
              </a:rPr>
              <a:t>Camunda </a:t>
            </a:r>
            <a:r>
              <a:rPr lang="en" sz="1900"/>
              <a:t>enables </a:t>
            </a:r>
            <a:r>
              <a:rPr lang="en" sz="2300" b="1" u="none" strike="noStrike" cap="none">
                <a:solidFill>
                  <a:srgbClr val="000000"/>
                </a:solidFill>
              </a:rPr>
              <a:t>process </a:t>
            </a:r>
            <a:r>
              <a:rPr lang="en" sz="2300" b="1"/>
              <a:t>orchestration</a:t>
            </a:r>
            <a:r>
              <a:rPr lang="en" sz="1900" u="none" strike="noStrike" cap="none">
                <a:solidFill>
                  <a:srgbClr val="000000"/>
                </a:solidFill>
              </a:rPr>
              <a:t> with a</a:t>
            </a:r>
            <a:r>
              <a:rPr lang="en" sz="2100" u="none" strike="noStrike" cap="none">
                <a:solidFill>
                  <a:srgbClr val="000000"/>
                </a:solidFill>
              </a:rPr>
              <a:t> </a:t>
            </a:r>
            <a:r>
              <a:rPr lang="en" sz="2000" u="none" strike="noStrike" cap="none">
                <a:solidFill>
                  <a:srgbClr val="000000"/>
                </a:solidFill>
              </a:rPr>
              <a:t>developer-friendly</a:t>
            </a:r>
            <a:r>
              <a:rPr lang="en" sz="1900" u="none" strike="noStrike" cap="none">
                <a:solidFill>
                  <a:srgbClr val="000000"/>
                </a:solidFill>
              </a:rPr>
              <a:t> approach</a:t>
            </a:r>
            <a:r>
              <a:rPr lang="en" sz="1900">
                <a:solidFill>
                  <a:schemeClr val="dk1"/>
                </a:solidFill>
              </a:rPr>
              <a:t> </a:t>
            </a:r>
            <a:r>
              <a:rPr lang="en" sz="1900" u="none" strike="noStrike" cap="none">
                <a:solidFill>
                  <a:srgbClr val="000000"/>
                </a:solidFill>
              </a:rPr>
              <a:t>that is </a:t>
            </a:r>
            <a:r>
              <a:rPr lang="en" sz="2200" u="none" strike="noStrike" cap="none">
                <a:solidFill>
                  <a:srgbClr val="000000"/>
                </a:solidFill>
              </a:rPr>
              <a:t>standards-based</a:t>
            </a:r>
            <a:r>
              <a:rPr lang="en" sz="2100" u="none" strike="noStrike" cap="none">
                <a:solidFill>
                  <a:srgbClr val="000000"/>
                </a:solidFill>
              </a:rPr>
              <a:t>, </a:t>
            </a:r>
            <a:r>
              <a:rPr lang="en" sz="2200" u="none" strike="noStrike" cap="none">
                <a:solidFill>
                  <a:srgbClr val="000000"/>
                </a:solidFill>
              </a:rPr>
              <a:t>highly flexible</a:t>
            </a:r>
            <a:r>
              <a:rPr lang="en" sz="2100" u="none" strike="noStrike" cap="none">
                <a:solidFill>
                  <a:srgbClr val="000000"/>
                </a:solidFill>
              </a:rPr>
              <a:t>, </a:t>
            </a:r>
            <a:r>
              <a:rPr lang="en" sz="1900" u="none" strike="noStrike" cap="none">
                <a:solidFill>
                  <a:srgbClr val="000000"/>
                </a:solidFill>
              </a:rPr>
              <a:t>and </a:t>
            </a:r>
            <a:r>
              <a:rPr lang="en" sz="2200"/>
              <a:t>massively</a:t>
            </a:r>
            <a:r>
              <a:rPr lang="en" sz="2200" u="none" strike="noStrike" cap="none">
                <a:solidFill>
                  <a:srgbClr val="000000"/>
                </a:solidFill>
              </a:rPr>
              <a:t> scalable</a:t>
            </a:r>
            <a:r>
              <a:rPr lang="en" sz="2100"/>
              <a:t>.</a:t>
            </a:r>
            <a:endParaRPr sz="2100" b="0" u="none" strike="noStrike" cap="none">
              <a:solidFill>
                <a:srgbClr val="000000"/>
              </a:solidFill>
              <a:latin typeface="Arial"/>
              <a:ea typeface="Arial"/>
              <a:cs typeface="Arial"/>
              <a:sym typeface="Arial"/>
            </a:endParaRPr>
          </a:p>
          <a:p>
            <a:pPr marL="0" marR="0" lvl="0" indent="0" algn="l" rtl="0">
              <a:lnSpc>
                <a:spcPct val="90000"/>
              </a:lnSpc>
              <a:spcBef>
                <a:spcPts val="1200"/>
              </a:spcBef>
              <a:spcAft>
                <a:spcPts val="0"/>
              </a:spcAft>
              <a:buClr>
                <a:schemeClr val="dk1"/>
              </a:buClr>
              <a:buSzPts val="1800"/>
              <a:buFont typeface="Arial"/>
              <a:buNone/>
            </a:pPr>
            <a:endParaRPr sz="2100" b="0" i="0" u="none" strike="noStrike" cap="none">
              <a:solidFill>
                <a:srgbClr val="000000"/>
              </a:solidFill>
              <a:latin typeface="Arial"/>
              <a:ea typeface="Arial"/>
              <a:cs typeface="Arial"/>
              <a:sym typeface="Arial"/>
            </a:endParaRPr>
          </a:p>
        </p:txBody>
      </p:sp>
      <p:pic>
        <p:nvPicPr>
          <p:cNvPr id="1401" name="Google Shape;1401;p101"/>
          <p:cNvPicPr preferRelativeResize="0"/>
          <p:nvPr/>
        </p:nvPicPr>
        <p:blipFill rotWithShape="1">
          <a:blip r:embed="rId3">
            <a:alphaModFix/>
          </a:blip>
          <a:srcRect/>
          <a:stretch/>
        </p:blipFill>
        <p:spPr>
          <a:xfrm>
            <a:off x="382050" y="2779230"/>
            <a:ext cx="955263" cy="326700"/>
          </a:xfrm>
          <a:prstGeom prst="rect">
            <a:avLst/>
          </a:prstGeom>
          <a:noFill/>
          <a:ln>
            <a:noFill/>
          </a:ln>
        </p:spPr>
      </p:pic>
      <p:sp>
        <p:nvSpPr>
          <p:cNvPr id="1402" name="Google Shape;1402;p101"/>
          <p:cNvSpPr/>
          <p:nvPr/>
        </p:nvSpPr>
        <p:spPr>
          <a:xfrm>
            <a:off x="382050" y="3575190"/>
            <a:ext cx="955500" cy="375300"/>
          </a:xfrm>
          <a:prstGeom prst="rect">
            <a:avLst/>
          </a:prstGeom>
          <a:noFill/>
          <a:ln>
            <a:noFill/>
          </a:ln>
        </p:spPr>
        <p:txBody>
          <a:bodyPr spcFirstLastPara="1" wrap="square" lIns="0" tIns="0" rIns="0" bIns="0" anchor="t" anchorCtr="0">
            <a:noAutofit/>
          </a:bodyPr>
          <a:lstStyle/>
          <a:p>
            <a:pPr marL="0" marR="0" lvl="0" indent="0" algn="ctr" rtl="0">
              <a:lnSpc>
                <a:spcPct val="90000"/>
              </a:lnSpc>
              <a:spcBef>
                <a:spcPts val="0"/>
              </a:spcBef>
              <a:spcAft>
                <a:spcPts val="0"/>
              </a:spcAft>
              <a:buClr>
                <a:srgbClr val="58595B"/>
              </a:buClr>
              <a:buSzPts val="1500"/>
              <a:buFont typeface="Arial"/>
              <a:buNone/>
            </a:pPr>
            <a:r>
              <a:rPr lang="en" sz="1500" b="0" i="0" u="none" strike="noStrike" cap="none">
                <a:solidFill>
                  <a:srgbClr val="58595B"/>
                </a:solidFill>
                <a:latin typeface="Arial"/>
                <a:ea typeface="Arial"/>
                <a:cs typeface="Arial"/>
                <a:sym typeface="Arial"/>
              </a:rPr>
              <a:t>Founded</a:t>
            </a:r>
            <a:endParaRPr sz="1500" b="0" i="0" u="none" strike="noStrike" cap="none">
              <a:solidFill>
                <a:schemeClr val="dk1"/>
              </a:solidFill>
              <a:latin typeface="Arial"/>
              <a:ea typeface="Arial"/>
              <a:cs typeface="Arial"/>
              <a:sym typeface="Arial"/>
            </a:endParaRPr>
          </a:p>
        </p:txBody>
      </p:sp>
      <p:sp>
        <p:nvSpPr>
          <p:cNvPr id="1403" name="Google Shape;1403;p101"/>
          <p:cNvSpPr/>
          <p:nvPr/>
        </p:nvSpPr>
        <p:spPr>
          <a:xfrm>
            <a:off x="349110" y="3149400"/>
            <a:ext cx="1020900" cy="375300"/>
          </a:xfrm>
          <a:prstGeom prst="rect">
            <a:avLst/>
          </a:prstGeom>
          <a:noFill/>
          <a:ln>
            <a:noFill/>
          </a:ln>
        </p:spPr>
        <p:txBody>
          <a:bodyPr spcFirstLastPara="1" wrap="square" lIns="0" tIns="0" rIns="0" bIns="0" anchor="t" anchorCtr="0">
            <a:noAutofit/>
          </a:bodyPr>
          <a:lstStyle/>
          <a:p>
            <a:pPr marL="0" marR="0" lvl="0" indent="0" algn="ctr" rtl="0">
              <a:lnSpc>
                <a:spcPct val="90000"/>
              </a:lnSpc>
              <a:spcBef>
                <a:spcPts val="0"/>
              </a:spcBef>
              <a:spcAft>
                <a:spcPts val="0"/>
              </a:spcAft>
              <a:buClr>
                <a:schemeClr val="accent1"/>
              </a:buClr>
              <a:buSzPts val="3300"/>
              <a:buFont typeface="Arial"/>
              <a:buNone/>
            </a:pPr>
            <a:r>
              <a:rPr lang="en" sz="3300" b="1" i="0" u="none" strike="noStrike" cap="none">
                <a:solidFill>
                  <a:schemeClr val="accent1"/>
                </a:solidFill>
                <a:latin typeface="Arial"/>
                <a:ea typeface="Arial"/>
                <a:cs typeface="Arial"/>
                <a:sym typeface="Arial"/>
              </a:rPr>
              <a:t>2008</a:t>
            </a:r>
            <a:endParaRPr sz="3300" b="0" i="0" u="none" strike="noStrike" cap="none">
              <a:solidFill>
                <a:schemeClr val="accent1"/>
              </a:solidFill>
              <a:latin typeface="Arial"/>
              <a:ea typeface="Arial"/>
              <a:cs typeface="Arial"/>
              <a:sym typeface="Arial"/>
            </a:endParaRPr>
          </a:p>
        </p:txBody>
      </p:sp>
      <p:grpSp>
        <p:nvGrpSpPr>
          <p:cNvPr id="1404" name="Google Shape;1404;p101"/>
          <p:cNvGrpSpPr/>
          <p:nvPr/>
        </p:nvGrpSpPr>
        <p:grpSpPr>
          <a:xfrm>
            <a:off x="2134933" y="2271137"/>
            <a:ext cx="958759" cy="752637"/>
            <a:chOff x="2910600" y="2862720"/>
            <a:chExt cx="1361100" cy="1068480"/>
          </a:xfrm>
        </p:grpSpPr>
        <p:sp>
          <p:nvSpPr>
            <p:cNvPr id="1405" name="Google Shape;1405;p101"/>
            <p:cNvSpPr/>
            <p:nvPr/>
          </p:nvSpPr>
          <p:spPr>
            <a:xfrm>
              <a:off x="2954520" y="3430800"/>
              <a:ext cx="1273800" cy="500400"/>
            </a:xfrm>
            <a:prstGeom prst="rect">
              <a:avLst/>
            </a:prstGeom>
            <a:noFill/>
            <a:ln>
              <a:noFill/>
            </a:ln>
          </p:spPr>
          <p:txBody>
            <a:bodyPr spcFirstLastPara="1" wrap="square" lIns="0" tIns="0" rIns="0" bIns="0" anchor="t" anchorCtr="0">
              <a:noAutofit/>
            </a:bodyPr>
            <a:lstStyle/>
            <a:p>
              <a:pPr marL="0" marR="0" lvl="0" indent="0" algn="ctr" rtl="0">
                <a:lnSpc>
                  <a:spcPct val="90000"/>
                </a:lnSpc>
                <a:spcBef>
                  <a:spcPts val="0"/>
                </a:spcBef>
                <a:spcAft>
                  <a:spcPts val="0"/>
                </a:spcAft>
                <a:buClr>
                  <a:srgbClr val="58595B"/>
                </a:buClr>
                <a:buSzPts val="1400"/>
                <a:buFont typeface="Arial"/>
                <a:buNone/>
              </a:pPr>
              <a:r>
                <a:rPr lang="en" sz="1400" b="0" i="0" u="none" strike="noStrike" cap="none">
                  <a:solidFill>
                    <a:srgbClr val="58595B"/>
                  </a:solidFill>
                  <a:latin typeface="Arial"/>
                  <a:ea typeface="Arial"/>
                  <a:cs typeface="Arial"/>
                  <a:sym typeface="Arial"/>
                </a:rPr>
                <a:t>Employees</a:t>
              </a:r>
              <a:endParaRPr sz="1400" b="0" i="0" u="none" strike="noStrike" cap="none">
                <a:solidFill>
                  <a:schemeClr val="dk1"/>
                </a:solidFill>
                <a:latin typeface="Arial"/>
                <a:ea typeface="Arial"/>
                <a:cs typeface="Arial"/>
                <a:sym typeface="Arial"/>
              </a:endParaRPr>
            </a:p>
          </p:txBody>
        </p:sp>
        <p:sp>
          <p:nvSpPr>
            <p:cNvPr id="1406" name="Google Shape;1406;p101"/>
            <p:cNvSpPr/>
            <p:nvPr/>
          </p:nvSpPr>
          <p:spPr>
            <a:xfrm>
              <a:off x="2910600" y="2862720"/>
              <a:ext cx="1361100" cy="500400"/>
            </a:xfrm>
            <a:prstGeom prst="rect">
              <a:avLst/>
            </a:prstGeom>
            <a:noFill/>
            <a:ln>
              <a:noFill/>
            </a:ln>
          </p:spPr>
          <p:txBody>
            <a:bodyPr spcFirstLastPara="1" wrap="square" lIns="0" tIns="0" rIns="0" bIns="0" anchor="t" anchorCtr="0">
              <a:noAutofit/>
            </a:bodyPr>
            <a:lstStyle/>
            <a:p>
              <a:pPr marL="0" marR="0" lvl="0" indent="0" algn="ctr" rtl="0">
                <a:lnSpc>
                  <a:spcPct val="90000"/>
                </a:lnSpc>
                <a:spcBef>
                  <a:spcPts val="0"/>
                </a:spcBef>
                <a:spcAft>
                  <a:spcPts val="0"/>
                </a:spcAft>
                <a:buClr>
                  <a:schemeClr val="accent1"/>
                </a:buClr>
                <a:buSzPts val="3300"/>
                <a:buFont typeface="Arial"/>
                <a:buNone/>
              </a:pPr>
              <a:r>
                <a:rPr lang="en" sz="3300" b="1">
                  <a:solidFill>
                    <a:schemeClr val="accent1"/>
                  </a:solidFill>
                </a:rPr>
                <a:t>30</a:t>
              </a:r>
              <a:r>
                <a:rPr lang="en" sz="3300" b="1" i="0" u="none" strike="noStrike" cap="none">
                  <a:solidFill>
                    <a:schemeClr val="accent1"/>
                  </a:solidFill>
                  <a:latin typeface="Arial"/>
                  <a:ea typeface="Arial"/>
                  <a:cs typeface="Arial"/>
                  <a:sym typeface="Arial"/>
                </a:rPr>
                <a:t>0+</a:t>
              </a:r>
              <a:endParaRPr sz="3300" b="0" i="0" u="none" strike="noStrike" cap="none">
                <a:solidFill>
                  <a:schemeClr val="accent1"/>
                </a:solidFill>
                <a:latin typeface="Arial"/>
                <a:ea typeface="Arial"/>
                <a:cs typeface="Arial"/>
                <a:sym typeface="Arial"/>
              </a:endParaRPr>
            </a:p>
          </p:txBody>
        </p:sp>
      </p:grpSp>
      <p:grpSp>
        <p:nvGrpSpPr>
          <p:cNvPr id="1407" name="Google Shape;1407;p101"/>
          <p:cNvGrpSpPr/>
          <p:nvPr/>
        </p:nvGrpSpPr>
        <p:grpSpPr>
          <a:xfrm>
            <a:off x="3988886" y="2045955"/>
            <a:ext cx="2037125" cy="752637"/>
            <a:chOff x="5542560" y="2524680"/>
            <a:chExt cx="2892000" cy="1068480"/>
          </a:xfrm>
        </p:grpSpPr>
        <p:sp>
          <p:nvSpPr>
            <p:cNvPr id="1408" name="Google Shape;1408;p101"/>
            <p:cNvSpPr/>
            <p:nvPr/>
          </p:nvSpPr>
          <p:spPr>
            <a:xfrm>
              <a:off x="5635800" y="3092760"/>
              <a:ext cx="2705400" cy="5004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58595B"/>
                </a:buClr>
                <a:buSzPts val="1400"/>
                <a:buFont typeface="Arial"/>
                <a:buNone/>
              </a:pPr>
              <a:r>
                <a:rPr lang="en" sz="1400" b="0" i="0" u="none" strike="noStrike" cap="none">
                  <a:solidFill>
                    <a:srgbClr val="58595B"/>
                  </a:solidFill>
                  <a:latin typeface="Arial"/>
                  <a:ea typeface="Arial"/>
                  <a:cs typeface="Arial"/>
                  <a:sym typeface="Arial"/>
                </a:rPr>
                <a:t>Worldwide offices: America, Asia &amp; Europe</a:t>
              </a:r>
              <a:endParaRPr sz="1400" b="0" i="0" u="none" strike="noStrike" cap="none">
                <a:solidFill>
                  <a:schemeClr val="dk1"/>
                </a:solidFill>
                <a:latin typeface="Arial"/>
                <a:ea typeface="Arial"/>
                <a:cs typeface="Arial"/>
                <a:sym typeface="Arial"/>
              </a:endParaRPr>
            </a:p>
          </p:txBody>
        </p:sp>
        <p:sp>
          <p:nvSpPr>
            <p:cNvPr id="1409" name="Google Shape;1409;p101"/>
            <p:cNvSpPr/>
            <p:nvPr/>
          </p:nvSpPr>
          <p:spPr>
            <a:xfrm>
              <a:off x="5542560" y="2524680"/>
              <a:ext cx="2892000" cy="500400"/>
            </a:xfrm>
            <a:prstGeom prst="rect">
              <a:avLst/>
            </a:prstGeom>
            <a:noFill/>
            <a:ln>
              <a:noFill/>
            </a:ln>
          </p:spPr>
          <p:txBody>
            <a:bodyPr spcFirstLastPara="1" wrap="square" lIns="0" tIns="0" rIns="0" bIns="0" anchor="t" anchorCtr="0">
              <a:noAutofit/>
            </a:bodyPr>
            <a:lstStyle/>
            <a:p>
              <a:pPr marL="0" marR="0" lvl="0" indent="0" algn="ctr" rtl="0">
                <a:lnSpc>
                  <a:spcPct val="90000"/>
                </a:lnSpc>
                <a:spcBef>
                  <a:spcPts val="0"/>
                </a:spcBef>
                <a:spcAft>
                  <a:spcPts val="0"/>
                </a:spcAft>
                <a:buClr>
                  <a:schemeClr val="accent1"/>
                </a:buClr>
                <a:buSzPts val="3300"/>
                <a:buFont typeface="Arial"/>
                <a:buNone/>
              </a:pPr>
              <a:r>
                <a:rPr lang="en" sz="3300" b="1">
                  <a:solidFill>
                    <a:schemeClr val="accent1"/>
                  </a:solidFill>
                  <a:latin typeface="Arial"/>
                  <a:ea typeface="Arial"/>
                  <a:cs typeface="Arial"/>
                  <a:sym typeface="Arial"/>
                </a:rPr>
                <a:t>6</a:t>
              </a:r>
              <a:endParaRPr sz="3300" b="0" i="0" u="none" strike="noStrike" cap="none">
                <a:solidFill>
                  <a:schemeClr val="accent1"/>
                </a:solidFill>
                <a:latin typeface="Arial"/>
                <a:ea typeface="Arial"/>
                <a:cs typeface="Arial"/>
                <a:sym typeface="Arial"/>
              </a:endParaRPr>
            </a:p>
          </p:txBody>
        </p:sp>
      </p:grpSp>
      <p:grpSp>
        <p:nvGrpSpPr>
          <p:cNvPr id="1410" name="Google Shape;1410;p101"/>
          <p:cNvGrpSpPr/>
          <p:nvPr/>
        </p:nvGrpSpPr>
        <p:grpSpPr>
          <a:xfrm>
            <a:off x="6421518" y="2105040"/>
            <a:ext cx="2013668" cy="718657"/>
            <a:chOff x="8996040" y="2608560"/>
            <a:chExt cx="2858700" cy="1020240"/>
          </a:xfrm>
        </p:grpSpPr>
        <p:sp>
          <p:nvSpPr>
            <p:cNvPr id="1411" name="Google Shape;1411;p101"/>
            <p:cNvSpPr/>
            <p:nvPr/>
          </p:nvSpPr>
          <p:spPr>
            <a:xfrm>
              <a:off x="8996040" y="3128400"/>
              <a:ext cx="2858700" cy="500400"/>
            </a:xfrm>
            <a:prstGeom prst="rect">
              <a:avLst/>
            </a:prstGeom>
            <a:noFill/>
            <a:ln>
              <a:noFill/>
            </a:ln>
          </p:spPr>
          <p:txBody>
            <a:bodyPr spcFirstLastPara="1" wrap="square" lIns="0" tIns="0" rIns="0" bIns="0" anchor="t" anchorCtr="0">
              <a:noAutofit/>
            </a:bodyPr>
            <a:lstStyle/>
            <a:p>
              <a:pPr marL="0" marR="0" lvl="0" indent="0" algn="ctr" rtl="0">
                <a:lnSpc>
                  <a:spcPct val="90000"/>
                </a:lnSpc>
                <a:spcBef>
                  <a:spcPts val="0"/>
                </a:spcBef>
                <a:spcAft>
                  <a:spcPts val="0"/>
                </a:spcAft>
                <a:buClr>
                  <a:srgbClr val="58595B"/>
                </a:buClr>
                <a:buSzPts val="1400"/>
                <a:buFont typeface="Arial"/>
                <a:buNone/>
              </a:pPr>
              <a:r>
                <a:rPr lang="en" sz="1400" b="0" i="0" u="none" strike="noStrike" cap="none">
                  <a:solidFill>
                    <a:srgbClr val="58595B"/>
                  </a:solidFill>
                  <a:latin typeface="Arial"/>
                  <a:ea typeface="Arial"/>
                  <a:cs typeface="Arial"/>
                  <a:sym typeface="Arial"/>
                </a:rPr>
                <a:t>Countries with people using Camunda</a:t>
              </a:r>
              <a:endParaRPr sz="1400" b="0" i="0" u="none" strike="noStrike" cap="none">
                <a:solidFill>
                  <a:schemeClr val="dk1"/>
                </a:solidFill>
                <a:latin typeface="Arial"/>
                <a:ea typeface="Arial"/>
                <a:cs typeface="Arial"/>
                <a:sym typeface="Arial"/>
              </a:endParaRPr>
            </a:p>
          </p:txBody>
        </p:sp>
        <p:sp>
          <p:nvSpPr>
            <p:cNvPr id="1412" name="Google Shape;1412;p101"/>
            <p:cNvSpPr/>
            <p:nvPr/>
          </p:nvSpPr>
          <p:spPr>
            <a:xfrm>
              <a:off x="9722880" y="2608560"/>
              <a:ext cx="1373400" cy="500400"/>
            </a:xfrm>
            <a:prstGeom prst="rect">
              <a:avLst/>
            </a:prstGeom>
            <a:noFill/>
            <a:ln>
              <a:noFill/>
            </a:ln>
          </p:spPr>
          <p:txBody>
            <a:bodyPr spcFirstLastPara="1" wrap="square" lIns="0" tIns="0" rIns="0" bIns="0" anchor="t" anchorCtr="0">
              <a:noAutofit/>
            </a:bodyPr>
            <a:lstStyle/>
            <a:p>
              <a:pPr marL="0" marR="0" lvl="0" indent="0" algn="ctr" rtl="0">
                <a:lnSpc>
                  <a:spcPct val="90000"/>
                </a:lnSpc>
                <a:spcBef>
                  <a:spcPts val="0"/>
                </a:spcBef>
                <a:spcAft>
                  <a:spcPts val="0"/>
                </a:spcAft>
                <a:buClr>
                  <a:schemeClr val="accent1"/>
                </a:buClr>
                <a:buSzPts val="3300"/>
                <a:buFont typeface="Arial"/>
                <a:buNone/>
              </a:pPr>
              <a:r>
                <a:rPr lang="en" sz="3300" b="1" i="0" u="none" strike="noStrike" cap="none">
                  <a:solidFill>
                    <a:schemeClr val="accent1"/>
                  </a:solidFill>
                  <a:latin typeface="Arial"/>
                  <a:ea typeface="Arial"/>
                  <a:cs typeface="Arial"/>
                  <a:sym typeface="Arial"/>
                </a:rPr>
                <a:t>190+</a:t>
              </a:r>
              <a:endParaRPr sz="3300" b="0" i="0" u="none" strike="noStrike" cap="none">
                <a:solidFill>
                  <a:schemeClr val="accent1"/>
                </a:solidFill>
                <a:latin typeface="Arial"/>
                <a:ea typeface="Arial"/>
                <a:cs typeface="Arial"/>
                <a:sym typeface="Arial"/>
              </a:endParaRPr>
            </a:p>
          </p:txBody>
        </p:sp>
      </p:grpSp>
      <p:grpSp>
        <p:nvGrpSpPr>
          <p:cNvPr id="1413" name="Google Shape;1413;p101"/>
          <p:cNvGrpSpPr/>
          <p:nvPr/>
        </p:nvGrpSpPr>
        <p:grpSpPr>
          <a:xfrm>
            <a:off x="2959842" y="3649366"/>
            <a:ext cx="1801419" cy="752637"/>
            <a:chOff x="4081680" y="4800960"/>
            <a:chExt cx="2557380" cy="1068480"/>
          </a:xfrm>
        </p:grpSpPr>
        <p:sp>
          <p:nvSpPr>
            <p:cNvPr id="1414" name="Google Shape;1414;p101"/>
            <p:cNvSpPr/>
            <p:nvPr/>
          </p:nvSpPr>
          <p:spPr>
            <a:xfrm>
              <a:off x="4081680" y="5369040"/>
              <a:ext cx="2454600" cy="500400"/>
            </a:xfrm>
            <a:prstGeom prst="rect">
              <a:avLst/>
            </a:prstGeom>
            <a:noFill/>
            <a:ln>
              <a:noFill/>
            </a:ln>
          </p:spPr>
          <p:txBody>
            <a:bodyPr spcFirstLastPara="1" wrap="square" lIns="0" tIns="0" rIns="0" bIns="0" anchor="t" anchorCtr="0">
              <a:noAutofit/>
            </a:bodyPr>
            <a:lstStyle/>
            <a:p>
              <a:pPr marL="0" marR="0" lvl="0" indent="0" algn="ctr" rtl="0">
                <a:lnSpc>
                  <a:spcPct val="90000"/>
                </a:lnSpc>
                <a:spcBef>
                  <a:spcPts val="0"/>
                </a:spcBef>
                <a:spcAft>
                  <a:spcPts val="0"/>
                </a:spcAft>
                <a:buClr>
                  <a:srgbClr val="58595B"/>
                </a:buClr>
                <a:buSzPts val="1400"/>
                <a:buFont typeface="Arial"/>
                <a:buNone/>
              </a:pPr>
              <a:r>
                <a:rPr lang="en" sz="1400" b="0" i="0" u="none" strike="noStrike" cap="none">
                  <a:solidFill>
                    <a:srgbClr val="58595B"/>
                  </a:solidFill>
                  <a:latin typeface="Arial"/>
                  <a:ea typeface="Arial"/>
                  <a:cs typeface="Arial"/>
                  <a:sym typeface="Arial"/>
                </a:rPr>
                <a:t>Community Members</a:t>
              </a:r>
              <a:endParaRPr sz="1400" b="0" i="0" u="none" strike="noStrike" cap="none">
                <a:solidFill>
                  <a:schemeClr val="dk1"/>
                </a:solidFill>
                <a:latin typeface="Arial"/>
                <a:ea typeface="Arial"/>
                <a:cs typeface="Arial"/>
                <a:sym typeface="Arial"/>
              </a:endParaRPr>
            </a:p>
          </p:txBody>
        </p:sp>
        <p:sp>
          <p:nvSpPr>
            <p:cNvPr id="1415" name="Google Shape;1415;p101"/>
            <p:cNvSpPr/>
            <p:nvPr/>
          </p:nvSpPr>
          <p:spPr>
            <a:xfrm>
              <a:off x="4133160" y="4800960"/>
              <a:ext cx="2505900" cy="500400"/>
            </a:xfrm>
            <a:prstGeom prst="rect">
              <a:avLst/>
            </a:prstGeom>
            <a:noFill/>
            <a:ln>
              <a:noFill/>
            </a:ln>
          </p:spPr>
          <p:txBody>
            <a:bodyPr spcFirstLastPara="1" wrap="square" lIns="0" tIns="0" rIns="0" bIns="0" anchor="t" anchorCtr="0">
              <a:noAutofit/>
            </a:bodyPr>
            <a:lstStyle/>
            <a:p>
              <a:pPr marL="0" marR="0" lvl="0" indent="0" algn="ctr" rtl="0">
                <a:lnSpc>
                  <a:spcPct val="90000"/>
                </a:lnSpc>
                <a:spcBef>
                  <a:spcPts val="0"/>
                </a:spcBef>
                <a:spcAft>
                  <a:spcPts val="0"/>
                </a:spcAft>
                <a:buClr>
                  <a:schemeClr val="accent1"/>
                </a:buClr>
                <a:buSzPts val="3300"/>
                <a:buFont typeface="Arial"/>
                <a:buNone/>
              </a:pPr>
              <a:r>
                <a:rPr lang="en" sz="3300" b="1" i="0" u="none" strike="noStrike" cap="none">
                  <a:solidFill>
                    <a:schemeClr val="accent1"/>
                  </a:solidFill>
                  <a:latin typeface="Arial"/>
                  <a:ea typeface="Arial"/>
                  <a:cs typeface="Arial"/>
                  <a:sym typeface="Arial"/>
                </a:rPr>
                <a:t>100,000+</a:t>
              </a:r>
              <a:endParaRPr sz="3300" b="0" i="0" u="none" strike="noStrike" cap="none">
                <a:solidFill>
                  <a:schemeClr val="accent1"/>
                </a:solidFill>
                <a:latin typeface="Arial"/>
                <a:ea typeface="Arial"/>
                <a:cs typeface="Arial"/>
                <a:sym typeface="Arial"/>
              </a:endParaRPr>
            </a:p>
          </p:txBody>
        </p:sp>
      </p:grpSp>
      <p:grpSp>
        <p:nvGrpSpPr>
          <p:cNvPr id="1416" name="Google Shape;1416;p101"/>
          <p:cNvGrpSpPr/>
          <p:nvPr/>
        </p:nvGrpSpPr>
        <p:grpSpPr>
          <a:xfrm>
            <a:off x="5183267" y="3649366"/>
            <a:ext cx="2062061" cy="752637"/>
            <a:chOff x="7238160" y="4800960"/>
            <a:chExt cx="2927400" cy="1068480"/>
          </a:xfrm>
        </p:grpSpPr>
        <p:sp>
          <p:nvSpPr>
            <p:cNvPr id="1417" name="Google Shape;1417;p101"/>
            <p:cNvSpPr/>
            <p:nvPr/>
          </p:nvSpPr>
          <p:spPr>
            <a:xfrm>
              <a:off x="7383240" y="5369040"/>
              <a:ext cx="2738400" cy="500400"/>
            </a:xfrm>
            <a:prstGeom prst="rect">
              <a:avLst/>
            </a:prstGeom>
            <a:noFill/>
            <a:ln>
              <a:noFill/>
            </a:ln>
          </p:spPr>
          <p:txBody>
            <a:bodyPr spcFirstLastPara="1" wrap="square" lIns="0" tIns="0" rIns="0" bIns="0" anchor="t" anchorCtr="0">
              <a:noAutofit/>
            </a:bodyPr>
            <a:lstStyle/>
            <a:p>
              <a:pPr marL="0" marR="0" lvl="0" indent="0" algn="ctr" rtl="0">
                <a:lnSpc>
                  <a:spcPct val="90000"/>
                </a:lnSpc>
                <a:spcBef>
                  <a:spcPts val="0"/>
                </a:spcBef>
                <a:spcAft>
                  <a:spcPts val="0"/>
                </a:spcAft>
                <a:buClr>
                  <a:srgbClr val="58595B"/>
                </a:buClr>
                <a:buSzPts val="1400"/>
                <a:buFont typeface="Arial"/>
                <a:buNone/>
              </a:pPr>
              <a:r>
                <a:rPr lang="en" sz="1400" b="0" i="0" u="none" strike="noStrike" cap="none">
                  <a:solidFill>
                    <a:srgbClr val="58595B"/>
                  </a:solidFill>
                  <a:latin typeface="Arial"/>
                  <a:ea typeface="Arial"/>
                  <a:cs typeface="Arial"/>
                  <a:sym typeface="Arial"/>
                </a:rPr>
                <a:t>Enterprise Customers</a:t>
              </a:r>
              <a:endParaRPr sz="1400" b="0" i="0" u="none" strike="noStrike" cap="none">
                <a:solidFill>
                  <a:schemeClr val="dk1"/>
                </a:solidFill>
                <a:latin typeface="Arial"/>
                <a:ea typeface="Arial"/>
                <a:cs typeface="Arial"/>
                <a:sym typeface="Arial"/>
              </a:endParaRPr>
            </a:p>
          </p:txBody>
        </p:sp>
        <p:sp>
          <p:nvSpPr>
            <p:cNvPr id="1418" name="Google Shape;1418;p101"/>
            <p:cNvSpPr/>
            <p:nvPr/>
          </p:nvSpPr>
          <p:spPr>
            <a:xfrm>
              <a:off x="7238160" y="4800960"/>
              <a:ext cx="2927400" cy="500400"/>
            </a:xfrm>
            <a:prstGeom prst="rect">
              <a:avLst/>
            </a:prstGeom>
            <a:noFill/>
            <a:ln>
              <a:noFill/>
            </a:ln>
          </p:spPr>
          <p:txBody>
            <a:bodyPr spcFirstLastPara="1" wrap="square" lIns="0" tIns="0" rIns="0" bIns="0" anchor="t" anchorCtr="0">
              <a:noAutofit/>
            </a:bodyPr>
            <a:lstStyle/>
            <a:p>
              <a:pPr marL="0" marR="0" lvl="0" indent="0" algn="ctr" rtl="0">
                <a:lnSpc>
                  <a:spcPct val="90000"/>
                </a:lnSpc>
                <a:spcBef>
                  <a:spcPts val="0"/>
                </a:spcBef>
                <a:spcAft>
                  <a:spcPts val="0"/>
                </a:spcAft>
                <a:buClr>
                  <a:schemeClr val="accent1"/>
                </a:buClr>
                <a:buSzPts val="3300"/>
                <a:buFont typeface="Arial"/>
                <a:buNone/>
              </a:pPr>
              <a:r>
                <a:rPr lang="en" sz="3300" b="1">
                  <a:solidFill>
                    <a:schemeClr val="accent1"/>
                  </a:solidFill>
                </a:rPr>
                <a:t>500</a:t>
              </a:r>
              <a:r>
                <a:rPr lang="en" sz="3300" b="1" i="0" u="none" strike="noStrike" cap="none">
                  <a:solidFill>
                    <a:schemeClr val="accent1"/>
                  </a:solidFill>
                  <a:latin typeface="Arial"/>
                  <a:ea typeface="Arial"/>
                  <a:cs typeface="Arial"/>
                  <a:sym typeface="Arial"/>
                </a:rPr>
                <a:t>+</a:t>
              </a:r>
              <a:endParaRPr sz="3300" b="0" i="0" u="none" strike="noStrike" cap="none">
                <a:solidFill>
                  <a:schemeClr val="accent1"/>
                </a:solidFill>
                <a:latin typeface="Arial"/>
                <a:ea typeface="Arial"/>
                <a:cs typeface="Arial"/>
                <a:sym typeface="Arial"/>
              </a:endParaRPr>
            </a:p>
          </p:txBody>
        </p:sp>
      </p:grpSp>
      <p:grpSp>
        <p:nvGrpSpPr>
          <p:cNvPr id="1419" name="Google Shape;1419;p101"/>
          <p:cNvGrpSpPr/>
          <p:nvPr/>
        </p:nvGrpSpPr>
        <p:grpSpPr>
          <a:xfrm>
            <a:off x="1443038" y="2924556"/>
            <a:ext cx="7329600" cy="671915"/>
            <a:chOff x="1924050" y="3696208"/>
            <a:chExt cx="9772800" cy="895887"/>
          </a:xfrm>
        </p:grpSpPr>
        <p:cxnSp>
          <p:nvCxnSpPr>
            <p:cNvPr id="1420" name="Google Shape;1420;p101"/>
            <p:cNvCxnSpPr/>
            <p:nvPr/>
          </p:nvCxnSpPr>
          <p:spPr>
            <a:xfrm>
              <a:off x="5072109" y="4144195"/>
              <a:ext cx="0" cy="447900"/>
            </a:xfrm>
            <a:prstGeom prst="straightConnector1">
              <a:avLst/>
            </a:prstGeom>
            <a:noFill/>
            <a:ln w="19050" cap="flat" cmpd="sng">
              <a:solidFill>
                <a:schemeClr val="dk2"/>
              </a:solidFill>
              <a:prstDash val="solid"/>
              <a:miter lim="800000"/>
              <a:headEnd type="none" w="sm" len="sm"/>
              <a:tailEnd type="oval" w="med" len="med"/>
            </a:ln>
          </p:spPr>
        </p:cxnSp>
        <p:cxnSp>
          <p:nvCxnSpPr>
            <p:cNvPr id="1421" name="Google Shape;1421;p101"/>
            <p:cNvCxnSpPr/>
            <p:nvPr/>
          </p:nvCxnSpPr>
          <p:spPr>
            <a:xfrm>
              <a:off x="8205834" y="4144195"/>
              <a:ext cx="0" cy="447900"/>
            </a:xfrm>
            <a:prstGeom prst="straightConnector1">
              <a:avLst/>
            </a:prstGeom>
            <a:noFill/>
            <a:ln w="19050" cap="flat" cmpd="sng">
              <a:solidFill>
                <a:schemeClr val="dk2"/>
              </a:solidFill>
              <a:prstDash val="solid"/>
              <a:miter lim="800000"/>
              <a:headEnd type="none" w="sm" len="sm"/>
              <a:tailEnd type="oval" w="med" len="med"/>
            </a:ln>
          </p:spPr>
        </p:cxnSp>
        <p:cxnSp>
          <p:nvCxnSpPr>
            <p:cNvPr id="1422" name="Google Shape;1422;p101"/>
            <p:cNvCxnSpPr/>
            <p:nvPr/>
          </p:nvCxnSpPr>
          <p:spPr>
            <a:xfrm>
              <a:off x="3488939" y="3696208"/>
              <a:ext cx="0" cy="447900"/>
            </a:xfrm>
            <a:prstGeom prst="straightConnector1">
              <a:avLst/>
            </a:prstGeom>
            <a:noFill/>
            <a:ln w="19050" cap="flat" cmpd="sng">
              <a:solidFill>
                <a:schemeClr val="dk2"/>
              </a:solidFill>
              <a:prstDash val="solid"/>
              <a:miter lim="800000"/>
              <a:headEnd type="oval" w="med" len="med"/>
              <a:tailEnd type="none" w="sm" len="sm"/>
            </a:ln>
          </p:spPr>
        </p:cxnSp>
        <p:cxnSp>
          <p:nvCxnSpPr>
            <p:cNvPr id="1423" name="Google Shape;1423;p101"/>
            <p:cNvCxnSpPr/>
            <p:nvPr/>
          </p:nvCxnSpPr>
          <p:spPr>
            <a:xfrm>
              <a:off x="6622664" y="3701018"/>
              <a:ext cx="0" cy="447900"/>
            </a:xfrm>
            <a:prstGeom prst="straightConnector1">
              <a:avLst/>
            </a:prstGeom>
            <a:noFill/>
            <a:ln w="19050" cap="flat" cmpd="sng">
              <a:solidFill>
                <a:schemeClr val="dk2"/>
              </a:solidFill>
              <a:prstDash val="solid"/>
              <a:miter lim="800000"/>
              <a:headEnd type="oval" w="med" len="med"/>
              <a:tailEnd type="none" w="sm" len="sm"/>
            </a:ln>
          </p:spPr>
        </p:cxnSp>
        <p:cxnSp>
          <p:nvCxnSpPr>
            <p:cNvPr id="1424" name="Google Shape;1424;p101"/>
            <p:cNvCxnSpPr/>
            <p:nvPr/>
          </p:nvCxnSpPr>
          <p:spPr>
            <a:xfrm>
              <a:off x="9823064" y="3696208"/>
              <a:ext cx="0" cy="447900"/>
            </a:xfrm>
            <a:prstGeom prst="straightConnector1">
              <a:avLst/>
            </a:prstGeom>
            <a:noFill/>
            <a:ln w="19050" cap="flat" cmpd="sng">
              <a:solidFill>
                <a:schemeClr val="dk2"/>
              </a:solidFill>
              <a:prstDash val="solid"/>
              <a:miter lim="800000"/>
              <a:headEnd type="oval" w="med" len="med"/>
              <a:tailEnd type="none" w="sm" len="sm"/>
            </a:ln>
          </p:spPr>
        </p:cxnSp>
        <p:cxnSp>
          <p:nvCxnSpPr>
            <p:cNvPr id="1425" name="Google Shape;1425;p101"/>
            <p:cNvCxnSpPr/>
            <p:nvPr/>
          </p:nvCxnSpPr>
          <p:spPr>
            <a:xfrm>
              <a:off x="1924050" y="4144195"/>
              <a:ext cx="9772800" cy="0"/>
            </a:xfrm>
            <a:prstGeom prst="straightConnector1">
              <a:avLst/>
            </a:prstGeom>
            <a:noFill/>
            <a:ln w="19050" cap="flat" cmpd="sng">
              <a:solidFill>
                <a:schemeClr val="dk2"/>
              </a:solidFill>
              <a:prstDash val="solid"/>
              <a:miter lim="800000"/>
              <a:headEnd type="oval" w="med" len="med"/>
              <a:tailEnd type="triangle" w="med" len="med"/>
            </a:ln>
          </p:spPr>
        </p:cxn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429"/>
        <p:cNvGrpSpPr/>
        <p:nvPr/>
      </p:nvGrpSpPr>
      <p:grpSpPr>
        <a:xfrm>
          <a:off x="0" y="0"/>
          <a:ext cx="0" cy="0"/>
          <a:chOff x="0" y="0"/>
          <a:chExt cx="0" cy="0"/>
        </a:xfrm>
      </p:grpSpPr>
      <p:sp>
        <p:nvSpPr>
          <p:cNvPr id="1430" name="Google Shape;1430;p102"/>
          <p:cNvSpPr txBox="1">
            <a:spLocks noGrp="1"/>
          </p:cNvSpPr>
          <p:nvPr>
            <p:ph type="title"/>
          </p:nvPr>
        </p:nvSpPr>
        <p:spPr>
          <a:xfrm>
            <a:off x="371475" y="257176"/>
            <a:ext cx="8400900" cy="5490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en"/>
              <a:t>Market Positioning</a:t>
            </a:r>
            <a:endParaRPr/>
          </a:p>
        </p:txBody>
      </p:sp>
      <p:sp>
        <p:nvSpPr>
          <p:cNvPr id="1431" name="Google Shape;1431;p102"/>
          <p:cNvSpPr txBox="1">
            <a:spLocks noGrp="1"/>
          </p:cNvSpPr>
          <p:nvPr>
            <p:ph type="title"/>
          </p:nvPr>
        </p:nvSpPr>
        <p:spPr>
          <a:xfrm>
            <a:off x="752475" y="1781175"/>
            <a:ext cx="2619600" cy="549000"/>
          </a:xfrm>
          <a:prstGeom prst="rect">
            <a:avLst/>
          </a:prstGeom>
        </p:spPr>
        <p:txBody>
          <a:bodyPr spcFirstLastPara="1" wrap="square" lIns="0" tIns="0" rIns="0" bIns="0" anchor="t" anchorCtr="0">
            <a:noAutofit/>
          </a:bodyPr>
          <a:lstStyle/>
          <a:p>
            <a:pPr marL="0" lvl="0" indent="0" algn="ctr" rtl="0">
              <a:spcBef>
                <a:spcPts val="0"/>
              </a:spcBef>
              <a:spcAft>
                <a:spcPts val="0"/>
              </a:spcAft>
              <a:buNone/>
            </a:pPr>
            <a:r>
              <a:rPr lang="en" sz="2000"/>
              <a:t>Process Automation</a:t>
            </a:r>
            <a:endParaRPr sz="2000"/>
          </a:p>
        </p:txBody>
      </p:sp>
      <p:sp>
        <p:nvSpPr>
          <p:cNvPr id="1432" name="Google Shape;1432;p102"/>
          <p:cNvSpPr txBox="1">
            <a:spLocks noGrp="1"/>
          </p:cNvSpPr>
          <p:nvPr>
            <p:ph type="title"/>
          </p:nvPr>
        </p:nvSpPr>
        <p:spPr>
          <a:xfrm>
            <a:off x="5017425" y="1781175"/>
            <a:ext cx="3520200" cy="549000"/>
          </a:xfrm>
          <a:prstGeom prst="rect">
            <a:avLst/>
          </a:prstGeom>
        </p:spPr>
        <p:txBody>
          <a:bodyPr spcFirstLastPara="1" wrap="square" lIns="0" tIns="0" rIns="0" bIns="0" anchor="t" anchorCtr="0">
            <a:noAutofit/>
          </a:bodyPr>
          <a:lstStyle/>
          <a:p>
            <a:pPr marL="0" lvl="0" indent="0" algn="ctr" rtl="0">
              <a:spcBef>
                <a:spcPts val="0"/>
              </a:spcBef>
              <a:spcAft>
                <a:spcPts val="0"/>
              </a:spcAft>
              <a:buNone/>
            </a:pPr>
            <a:r>
              <a:rPr lang="en" sz="2000"/>
              <a:t>Microservices Orchestration</a:t>
            </a:r>
            <a:endParaRPr sz="2000"/>
          </a:p>
        </p:txBody>
      </p:sp>
      <p:pic>
        <p:nvPicPr>
          <p:cNvPr id="1433" name="Google Shape;1433;p102"/>
          <p:cNvPicPr preferRelativeResize="0"/>
          <p:nvPr/>
        </p:nvPicPr>
        <p:blipFill>
          <a:blip r:embed="rId3">
            <a:alphaModFix/>
          </a:blip>
          <a:stretch>
            <a:fillRect/>
          </a:stretch>
        </p:blipFill>
        <p:spPr>
          <a:xfrm>
            <a:off x="428500" y="2217593"/>
            <a:ext cx="3575927" cy="2042856"/>
          </a:xfrm>
          <a:prstGeom prst="rect">
            <a:avLst/>
          </a:prstGeom>
          <a:noFill/>
          <a:ln>
            <a:noFill/>
          </a:ln>
        </p:spPr>
      </p:pic>
      <p:grpSp>
        <p:nvGrpSpPr>
          <p:cNvPr id="1434" name="Google Shape;1434;p102"/>
          <p:cNvGrpSpPr/>
          <p:nvPr/>
        </p:nvGrpSpPr>
        <p:grpSpPr>
          <a:xfrm>
            <a:off x="7860728" y="3602794"/>
            <a:ext cx="268663" cy="161407"/>
            <a:chOff x="3489775" y="2366300"/>
            <a:chExt cx="366325" cy="220050"/>
          </a:xfrm>
        </p:grpSpPr>
        <p:sp>
          <p:nvSpPr>
            <p:cNvPr id="1435" name="Google Shape;1435;p102"/>
            <p:cNvSpPr/>
            <p:nvPr/>
          </p:nvSpPr>
          <p:spPr>
            <a:xfrm>
              <a:off x="3583200" y="2455525"/>
              <a:ext cx="179500" cy="41575"/>
            </a:xfrm>
            <a:custGeom>
              <a:avLst/>
              <a:gdLst/>
              <a:ahLst/>
              <a:cxnLst/>
              <a:rect l="l" t="t" r="r" b="b"/>
              <a:pathLst>
                <a:path w="7180" h="1663" extrusionOk="0">
                  <a:moveTo>
                    <a:pt x="709" y="1"/>
                  </a:moveTo>
                  <a:lnTo>
                    <a:pt x="610" y="11"/>
                  </a:lnTo>
                  <a:lnTo>
                    <a:pt x="532" y="30"/>
                  </a:lnTo>
                  <a:lnTo>
                    <a:pt x="453" y="50"/>
                  </a:lnTo>
                  <a:lnTo>
                    <a:pt x="374" y="70"/>
                  </a:lnTo>
                  <a:lnTo>
                    <a:pt x="315" y="109"/>
                  </a:lnTo>
                  <a:lnTo>
                    <a:pt x="256" y="148"/>
                  </a:lnTo>
                  <a:lnTo>
                    <a:pt x="197" y="188"/>
                  </a:lnTo>
                  <a:lnTo>
                    <a:pt x="148" y="237"/>
                  </a:lnTo>
                  <a:lnTo>
                    <a:pt x="109" y="286"/>
                  </a:lnTo>
                  <a:lnTo>
                    <a:pt x="79" y="345"/>
                  </a:lnTo>
                  <a:lnTo>
                    <a:pt x="50" y="414"/>
                  </a:lnTo>
                  <a:lnTo>
                    <a:pt x="30" y="483"/>
                  </a:lnTo>
                  <a:lnTo>
                    <a:pt x="10" y="552"/>
                  </a:lnTo>
                  <a:lnTo>
                    <a:pt x="1" y="620"/>
                  </a:lnTo>
                  <a:lnTo>
                    <a:pt x="1" y="709"/>
                  </a:lnTo>
                  <a:lnTo>
                    <a:pt x="1" y="955"/>
                  </a:lnTo>
                  <a:lnTo>
                    <a:pt x="1" y="1033"/>
                  </a:lnTo>
                  <a:lnTo>
                    <a:pt x="10" y="1112"/>
                  </a:lnTo>
                  <a:lnTo>
                    <a:pt x="30" y="1181"/>
                  </a:lnTo>
                  <a:lnTo>
                    <a:pt x="50" y="1250"/>
                  </a:lnTo>
                  <a:lnTo>
                    <a:pt x="79" y="1319"/>
                  </a:lnTo>
                  <a:lnTo>
                    <a:pt x="109" y="1368"/>
                  </a:lnTo>
                  <a:lnTo>
                    <a:pt x="148" y="1427"/>
                  </a:lnTo>
                  <a:lnTo>
                    <a:pt x="197" y="1476"/>
                  </a:lnTo>
                  <a:lnTo>
                    <a:pt x="256" y="1515"/>
                  </a:lnTo>
                  <a:lnTo>
                    <a:pt x="315" y="1555"/>
                  </a:lnTo>
                  <a:lnTo>
                    <a:pt x="374" y="1584"/>
                  </a:lnTo>
                  <a:lnTo>
                    <a:pt x="453" y="1614"/>
                  </a:lnTo>
                  <a:lnTo>
                    <a:pt x="532" y="1633"/>
                  </a:lnTo>
                  <a:lnTo>
                    <a:pt x="610" y="1653"/>
                  </a:lnTo>
                  <a:lnTo>
                    <a:pt x="709" y="1663"/>
                  </a:lnTo>
                  <a:lnTo>
                    <a:pt x="905" y="1663"/>
                  </a:lnTo>
                  <a:lnTo>
                    <a:pt x="1004" y="1653"/>
                  </a:lnTo>
                  <a:lnTo>
                    <a:pt x="1082" y="1633"/>
                  </a:lnTo>
                  <a:lnTo>
                    <a:pt x="1161" y="1614"/>
                  </a:lnTo>
                  <a:lnTo>
                    <a:pt x="1240" y="1584"/>
                  </a:lnTo>
                  <a:lnTo>
                    <a:pt x="1299" y="1555"/>
                  </a:lnTo>
                  <a:lnTo>
                    <a:pt x="1358" y="1515"/>
                  </a:lnTo>
                  <a:lnTo>
                    <a:pt x="1417" y="1476"/>
                  </a:lnTo>
                  <a:lnTo>
                    <a:pt x="1466" y="1427"/>
                  </a:lnTo>
                  <a:lnTo>
                    <a:pt x="1505" y="1368"/>
                  </a:lnTo>
                  <a:lnTo>
                    <a:pt x="1535" y="1319"/>
                  </a:lnTo>
                  <a:lnTo>
                    <a:pt x="1564" y="1250"/>
                  </a:lnTo>
                  <a:lnTo>
                    <a:pt x="1584" y="1181"/>
                  </a:lnTo>
                  <a:lnTo>
                    <a:pt x="1604" y="1112"/>
                  </a:lnTo>
                  <a:lnTo>
                    <a:pt x="1604" y="1033"/>
                  </a:lnTo>
                  <a:lnTo>
                    <a:pt x="1613" y="955"/>
                  </a:lnTo>
                  <a:lnTo>
                    <a:pt x="1613" y="709"/>
                  </a:lnTo>
                  <a:lnTo>
                    <a:pt x="1604" y="620"/>
                  </a:lnTo>
                  <a:lnTo>
                    <a:pt x="1604" y="552"/>
                  </a:lnTo>
                  <a:lnTo>
                    <a:pt x="1584" y="483"/>
                  </a:lnTo>
                  <a:lnTo>
                    <a:pt x="1564" y="414"/>
                  </a:lnTo>
                  <a:lnTo>
                    <a:pt x="1535" y="345"/>
                  </a:lnTo>
                  <a:lnTo>
                    <a:pt x="1505" y="286"/>
                  </a:lnTo>
                  <a:lnTo>
                    <a:pt x="1466" y="237"/>
                  </a:lnTo>
                  <a:lnTo>
                    <a:pt x="1417" y="188"/>
                  </a:lnTo>
                  <a:lnTo>
                    <a:pt x="1358" y="148"/>
                  </a:lnTo>
                  <a:lnTo>
                    <a:pt x="1299" y="109"/>
                  </a:lnTo>
                  <a:lnTo>
                    <a:pt x="1240" y="70"/>
                  </a:lnTo>
                  <a:lnTo>
                    <a:pt x="1161" y="50"/>
                  </a:lnTo>
                  <a:lnTo>
                    <a:pt x="1082" y="30"/>
                  </a:lnTo>
                  <a:lnTo>
                    <a:pt x="1004" y="11"/>
                  </a:lnTo>
                  <a:lnTo>
                    <a:pt x="905" y="1"/>
                  </a:lnTo>
                  <a:close/>
                  <a:moveTo>
                    <a:pt x="3492" y="1"/>
                  </a:moveTo>
                  <a:lnTo>
                    <a:pt x="3403" y="11"/>
                  </a:lnTo>
                  <a:lnTo>
                    <a:pt x="3315" y="30"/>
                  </a:lnTo>
                  <a:lnTo>
                    <a:pt x="3236" y="50"/>
                  </a:lnTo>
                  <a:lnTo>
                    <a:pt x="3167" y="70"/>
                  </a:lnTo>
                  <a:lnTo>
                    <a:pt x="3098" y="109"/>
                  </a:lnTo>
                  <a:lnTo>
                    <a:pt x="3039" y="148"/>
                  </a:lnTo>
                  <a:lnTo>
                    <a:pt x="2980" y="188"/>
                  </a:lnTo>
                  <a:lnTo>
                    <a:pt x="2941" y="237"/>
                  </a:lnTo>
                  <a:lnTo>
                    <a:pt x="2902" y="286"/>
                  </a:lnTo>
                  <a:lnTo>
                    <a:pt x="2862" y="345"/>
                  </a:lnTo>
                  <a:lnTo>
                    <a:pt x="2833" y="414"/>
                  </a:lnTo>
                  <a:lnTo>
                    <a:pt x="2813" y="483"/>
                  </a:lnTo>
                  <a:lnTo>
                    <a:pt x="2803" y="552"/>
                  </a:lnTo>
                  <a:lnTo>
                    <a:pt x="2793" y="620"/>
                  </a:lnTo>
                  <a:lnTo>
                    <a:pt x="2784" y="709"/>
                  </a:lnTo>
                  <a:lnTo>
                    <a:pt x="2784" y="955"/>
                  </a:lnTo>
                  <a:lnTo>
                    <a:pt x="2793" y="1033"/>
                  </a:lnTo>
                  <a:lnTo>
                    <a:pt x="2803" y="1112"/>
                  </a:lnTo>
                  <a:lnTo>
                    <a:pt x="2813" y="1181"/>
                  </a:lnTo>
                  <a:lnTo>
                    <a:pt x="2833" y="1250"/>
                  </a:lnTo>
                  <a:lnTo>
                    <a:pt x="2862" y="1319"/>
                  </a:lnTo>
                  <a:lnTo>
                    <a:pt x="2902" y="1368"/>
                  </a:lnTo>
                  <a:lnTo>
                    <a:pt x="2941" y="1427"/>
                  </a:lnTo>
                  <a:lnTo>
                    <a:pt x="2980" y="1476"/>
                  </a:lnTo>
                  <a:lnTo>
                    <a:pt x="3039" y="1515"/>
                  </a:lnTo>
                  <a:lnTo>
                    <a:pt x="3098" y="1555"/>
                  </a:lnTo>
                  <a:lnTo>
                    <a:pt x="3167" y="1584"/>
                  </a:lnTo>
                  <a:lnTo>
                    <a:pt x="3236" y="1614"/>
                  </a:lnTo>
                  <a:lnTo>
                    <a:pt x="3315" y="1633"/>
                  </a:lnTo>
                  <a:lnTo>
                    <a:pt x="3403" y="1653"/>
                  </a:lnTo>
                  <a:lnTo>
                    <a:pt x="3492" y="1663"/>
                  </a:lnTo>
                  <a:lnTo>
                    <a:pt x="3688" y="1663"/>
                  </a:lnTo>
                  <a:lnTo>
                    <a:pt x="3787" y="1653"/>
                  </a:lnTo>
                  <a:lnTo>
                    <a:pt x="3875" y="1633"/>
                  </a:lnTo>
                  <a:lnTo>
                    <a:pt x="3954" y="1614"/>
                  </a:lnTo>
                  <a:lnTo>
                    <a:pt x="4023" y="1584"/>
                  </a:lnTo>
                  <a:lnTo>
                    <a:pt x="4091" y="1555"/>
                  </a:lnTo>
                  <a:lnTo>
                    <a:pt x="4150" y="1515"/>
                  </a:lnTo>
                  <a:lnTo>
                    <a:pt x="4200" y="1476"/>
                  </a:lnTo>
                  <a:lnTo>
                    <a:pt x="4249" y="1427"/>
                  </a:lnTo>
                  <a:lnTo>
                    <a:pt x="4288" y="1368"/>
                  </a:lnTo>
                  <a:lnTo>
                    <a:pt x="4318" y="1319"/>
                  </a:lnTo>
                  <a:lnTo>
                    <a:pt x="4347" y="1250"/>
                  </a:lnTo>
                  <a:lnTo>
                    <a:pt x="4367" y="1181"/>
                  </a:lnTo>
                  <a:lnTo>
                    <a:pt x="4386" y="1112"/>
                  </a:lnTo>
                  <a:lnTo>
                    <a:pt x="4396" y="1033"/>
                  </a:lnTo>
                  <a:lnTo>
                    <a:pt x="4396" y="955"/>
                  </a:lnTo>
                  <a:lnTo>
                    <a:pt x="4396" y="709"/>
                  </a:lnTo>
                  <a:lnTo>
                    <a:pt x="4396" y="620"/>
                  </a:lnTo>
                  <a:lnTo>
                    <a:pt x="4386" y="552"/>
                  </a:lnTo>
                  <a:lnTo>
                    <a:pt x="4367" y="483"/>
                  </a:lnTo>
                  <a:lnTo>
                    <a:pt x="4347" y="414"/>
                  </a:lnTo>
                  <a:lnTo>
                    <a:pt x="4318" y="345"/>
                  </a:lnTo>
                  <a:lnTo>
                    <a:pt x="4288" y="286"/>
                  </a:lnTo>
                  <a:lnTo>
                    <a:pt x="4249" y="237"/>
                  </a:lnTo>
                  <a:lnTo>
                    <a:pt x="4200" y="188"/>
                  </a:lnTo>
                  <a:lnTo>
                    <a:pt x="4150" y="148"/>
                  </a:lnTo>
                  <a:lnTo>
                    <a:pt x="4091" y="109"/>
                  </a:lnTo>
                  <a:lnTo>
                    <a:pt x="4023" y="70"/>
                  </a:lnTo>
                  <a:lnTo>
                    <a:pt x="3954" y="50"/>
                  </a:lnTo>
                  <a:lnTo>
                    <a:pt x="3875" y="30"/>
                  </a:lnTo>
                  <a:lnTo>
                    <a:pt x="3787" y="11"/>
                  </a:lnTo>
                  <a:lnTo>
                    <a:pt x="3688" y="1"/>
                  </a:lnTo>
                  <a:close/>
                  <a:moveTo>
                    <a:pt x="6274" y="1"/>
                  </a:moveTo>
                  <a:lnTo>
                    <a:pt x="6186" y="11"/>
                  </a:lnTo>
                  <a:lnTo>
                    <a:pt x="6097" y="30"/>
                  </a:lnTo>
                  <a:lnTo>
                    <a:pt x="6019" y="50"/>
                  </a:lnTo>
                  <a:lnTo>
                    <a:pt x="5950" y="70"/>
                  </a:lnTo>
                  <a:lnTo>
                    <a:pt x="5881" y="109"/>
                  </a:lnTo>
                  <a:lnTo>
                    <a:pt x="5822" y="148"/>
                  </a:lnTo>
                  <a:lnTo>
                    <a:pt x="5773" y="188"/>
                  </a:lnTo>
                  <a:lnTo>
                    <a:pt x="5724" y="237"/>
                  </a:lnTo>
                  <a:lnTo>
                    <a:pt x="5684" y="286"/>
                  </a:lnTo>
                  <a:lnTo>
                    <a:pt x="5645" y="345"/>
                  </a:lnTo>
                  <a:lnTo>
                    <a:pt x="5625" y="414"/>
                  </a:lnTo>
                  <a:lnTo>
                    <a:pt x="5606" y="483"/>
                  </a:lnTo>
                  <a:lnTo>
                    <a:pt x="5586" y="552"/>
                  </a:lnTo>
                  <a:lnTo>
                    <a:pt x="5576" y="620"/>
                  </a:lnTo>
                  <a:lnTo>
                    <a:pt x="5576" y="709"/>
                  </a:lnTo>
                  <a:lnTo>
                    <a:pt x="5576" y="955"/>
                  </a:lnTo>
                  <a:lnTo>
                    <a:pt x="5576" y="1033"/>
                  </a:lnTo>
                  <a:lnTo>
                    <a:pt x="5586" y="1112"/>
                  </a:lnTo>
                  <a:lnTo>
                    <a:pt x="5606" y="1181"/>
                  </a:lnTo>
                  <a:lnTo>
                    <a:pt x="5625" y="1250"/>
                  </a:lnTo>
                  <a:lnTo>
                    <a:pt x="5645" y="1319"/>
                  </a:lnTo>
                  <a:lnTo>
                    <a:pt x="5684" y="1368"/>
                  </a:lnTo>
                  <a:lnTo>
                    <a:pt x="5724" y="1427"/>
                  </a:lnTo>
                  <a:lnTo>
                    <a:pt x="5773" y="1476"/>
                  </a:lnTo>
                  <a:lnTo>
                    <a:pt x="5822" y="1515"/>
                  </a:lnTo>
                  <a:lnTo>
                    <a:pt x="5881" y="1555"/>
                  </a:lnTo>
                  <a:lnTo>
                    <a:pt x="5950" y="1584"/>
                  </a:lnTo>
                  <a:lnTo>
                    <a:pt x="6019" y="1614"/>
                  </a:lnTo>
                  <a:lnTo>
                    <a:pt x="6097" y="1633"/>
                  </a:lnTo>
                  <a:lnTo>
                    <a:pt x="6186" y="1653"/>
                  </a:lnTo>
                  <a:lnTo>
                    <a:pt x="6274" y="1663"/>
                  </a:lnTo>
                  <a:lnTo>
                    <a:pt x="6481" y="1663"/>
                  </a:lnTo>
                  <a:lnTo>
                    <a:pt x="6569" y="1653"/>
                  </a:lnTo>
                  <a:lnTo>
                    <a:pt x="6658" y="1633"/>
                  </a:lnTo>
                  <a:lnTo>
                    <a:pt x="6737" y="1614"/>
                  </a:lnTo>
                  <a:lnTo>
                    <a:pt x="6805" y="1584"/>
                  </a:lnTo>
                  <a:lnTo>
                    <a:pt x="6874" y="1555"/>
                  </a:lnTo>
                  <a:lnTo>
                    <a:pt x="6933" y="1515"/>
                  </a:lnTo>
                  <a:lnTo>
                    <a:pt x="6982" y="1476"/>
                  </a:lnTo>
                  <a:lnTo>
                    <a:pt x="7032" y="1427"/>
                  </a:lnTo>
                  <a:lnTo>
                    <a:pt x="7071" y="1368"/>
                  </a:lnTo>
                  <a:lnTo>
                    <a:pt x="7110" y="1319"/>
                  </a:lnTo>
                  <a:lnTo>
                    <a:pt x="7130" y="1250"/>
                  </a:lnTo>
                  <a:lnTo>
                    <a:pt x="7159" y="1181"/>
                  </a:lnTo>
                  <a:lnTo>
                    <a:pt x="7169" y="1112"/>
                  </a:lnTo>
                  <a:lnTo>
                    <a:pt x="7179" y="1033"/>
                  </a:lnTo>
                  <a:lnTo>
                    <a:pt x="7179" y="955"/>
                  </a:lnTo>
                  <a:lnTo>
                    <a:pt x="7179" y="709"/>
                  </a:lnTo>
                  <a:lnTo>
                    <a:pt x="7179" y="620"/>
                  </a:lnTo>
                  <a:lnTo>
                    <a:pt x="7169" y="552"/>
                  </a:lnTo>
                  <a:lnTo>
                    <a:pt x="7159" y="483"/>
                  </a:lnTo>
                  <a:lnTo>
                    <a:pt x="7130" y="414"/>
                  </a:lnTo>
                  <a:lnTo>
                    <a:pt x="7110" y="345"/>
                  </a:lnTo>
                  <a:lnTo>
                    <a:pt x="7071" y="286"/>
                  </a:lnTo>
                  <a:lnTo>
                    <a:pt x="7032" y="237"/>
                  </a:lnTo>
                  <a:lnTo>
                    <a:pt x="6982" y="188"/>
                  </a:lnTo>
                  <a:lnTo>
                    <a:pt x="6933" y="148"/>
                  </a:lnTo>
                  <a:lnTo>
                    <a:pt x="6874" y="109"/>
                  </a:lnTo>
                  <a:lnTo>
                    <a:pt x="6805" y="70"/>
                  </a:lnTo>
                  <a:lnTo>
                    <a:pt x="6737" y="50"/>
                  </a:lnTo>
                  <a:lnTo>
                    <a:pt x="6658" y="30"/>
                  </a:lnTo>
                  <a:lnTo>
                    <a:pt x="6569" y="11"/>
                  </a:lnTo>
                  <a:lnTo>
                    <a:pt x="648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6" name="Google Shape;1436;p102"/>
            <p:cNvSpPr/>
            <p:nvPr/>
          </p:nvSpPr>
          <p:spPr>
            <a:xfrm>
              <a:off x="3489775" y="2366300"/>
              <a:ext cx="366325" cy="220050"/>
            </a:xfrm>
            <a:custGeom>
              <a:avLst/>
              <a:gdLst/>
              <a:ahLst/>
              <a:cxnLst/>
              <a:rect l="l" t="t" r="r" b="b"/>
              <a:pathLst>
                <a:path w="14653" h="8802" extrusionOk="0">
                  <a:moveTo>
                    <a:pt x="1604" y="0"/>
                  </a:moveTo>
                  <a:lnTo>
                    <a:pt x="1515" y="10"/>
                  </a:lnTo>
                  <a:lnTo>
                    <a:pt x="1437" y="30"/>
                  </a:lnTo>
                  <a:lnTo>
                    <a:pt x="1358" y="50"/>
                  </a:lnTo>
                  <a:lnTo>
                    <a:pt x="1279" y="79"/>
                  </a:lnTo>
                  <a:lnTo>
                    <a:pt x="1210" y="118"/>
                  </a:lnTo>
                  <a:lnTo>
                    <a:pt x="1151" y="158"/>
                  </a:lnTo>
                  <a:lnTo>
                    <a:pt x="1092" y="207"/>
                  </a:lnTo>
                  <a:lnTo>
                    <a:pt x="1043" y="266"/>
                  </a:lnTo>
                  <a:lnTo>
                    <a:pt x="994" y="335"/>
                  </a:lnTo>
                  <a:lnTo>
                    <a:pt x="955" y="404"/>
                  </a:lnTo>
                  <a:lnTo>
                    <a:pt x="915" y="482"/>
                  </a:lnTo>
                  <a:lnTo>
                    <a:pt x="896" y="571"/>
                  </a:lnTo>
                  <a:lnTo>
                    <a:pt x="876" y="669"/>
                  </a:lnTo>
                  <a:lnTo>
                    <a:pt x="856" y="767"/>
                  </a:lnTo>
                  <a:lnTo>
                    <a:pt x="856" y="876"/>
                  </a:lnTo>
                  <a:lnTo>
                    <a:pt x="856" y="3098"/>
                  </a:lnTo>
                  <a:lnTo>
                    <a:pt x="856" y="3196"/>
                  </a:lnTo>
                  <a:lnTo>
                    <a:pt x="837" y="3285"/>
                  </a:lnTo>
                  <a:lnTo>
                    <a:pt x="827" y="3363"/>
                  </a:lnTo>
                  <a:lnTo>
                    <a:pt x="797" y="3442"/>
                  </a:lnTo>
                  <a:lnTo>
                    <a:pt x="768" y="3511"/>
                  </a:lnTo>
                  <a:lnTo>
                    <a:pt x="729" y="3570"/>
                  </a:lnTo>
                  <a:lnTo>
                    <a:pt x="679" y="3629"/>
                  </a:lnTo>
                  <a:lnTo>
                    <a:pt x="630" y="3678"/>
                  </a:lnTo>
                  <a:lnTo>
                    <a:pt x="571" y="3727"/>
                  </a:lnTo>
                  <a:lnTo>
                    <a:pt x="502" y="3767"/>
                  </a:lnTo>
                  <a:lnTo>
                    <a:pt x="434" y="3796"/>
                  </a:lnTo>
                  <a:lnTo>
                    <a:pt x="355" y="3826"/>
                  </a:lnTo>
                  <a:lnTo>
                    <a:pt x="276" y="3845"/>
                  </a:lnTo>
                  <a:lnTo>
                    <a:pt x="188" y="3855"/>
                  </a:lnTo>
                  <a:lnTo>
                    <a:pt x="99" y="3865"/>
                  </a:lnTo>
                  <a:lnTo>
                    <a:pt x="1" y="3875"/>
                  </a:lnTo>
                  <a:lnTo>
                    <a:pt x="1" y="4927"/>
                  </a:lnTo>
                  <a:lnTo>
                    <a:pt x="99" y="4937"/>
                  </a:lnTo>
                  <a:lnTo>
                    <a:pt x="188" y="4947"/>
                  </a:lnTo>
                  <a:lnTo>
                    <a:pt x="276" y="4956"/>
                  </a:lnTo>
                  <a:lnTo>
                    <a:pt x="355" y="4976"/>
                  </a:lnTo>
                  <a:lnTo>
                    <a:pt x="434" y="5006"/>
                  </a:lnTo>
                  <a:lnTo>
                    <a:pt x="502" y="5035"/>
                  </a:lnTo>
                  <a:lnTo>
                    <a:pt x="571" y="5074"/>
                  </a:lnTo>
                  <a:lnTo>
                    <a:pt x="630" y="5124"/>
                  </a:lnTo>
                  <a:lnTo>
                    <a:pt x="679" y="5173"/>
                  </a:lnTo>
                  <a:lnTo>
                    <a:pt x="729" y="5232"/>
                  </a:lnTo>
                  <a:lnTo>
                    <a:pt x="768" y="5291"/>
                  </a:lnTo>
                  <a:lnTo>
                    <a:pt x="797" y="5360"/>
                  </a:lnTo>
                  <a:lnTo>
                    <a:pt x="827" y="5438"/>
                  </a:lnTo>
                  <a:lnTo>
                    <a:pt x="837" y="5517"/>
                  </a:lnTo>
                  <a:lnTo>
                    <a:pt x="856" y="5605"/>
                  </a:lnTo>
                  <a:lnTo>
                    <a:pt x="856" y="5704"/>
                  </a:lnTo>
                  <a:lnTo>
                    <a:pt x="856" y="7926"/>
                  </a:lnTo>
                  <a:lnTo>
                    <a:pt x="856" y="8034"/>
                  </a:lnTo>
                  <a:lnTo>
                    <a:pt x="876" y="8133"/>
                  </a:lnTo>
                  <a:lnTo>
                    <a:pt x="896" y="8231"/>
                  </a:lnTo>
                  <a:lnTo>
                    <a:pt x="915" y="8319"/>
                  </a:lnTo>
                  <a:lnTo>
                    <a:pt x="955" y="8398"/>
                  </a:lnTo>
                  <a:lnTo>
                    <a:pt x="994" y="8467"/>
                  </a:lnTo>
                  <a:lnTo>
                    <a:pt x="1043" y="8536"/>
                  </a:lnTo>
                  <a:lnTo>
                    <a:pt x="1092" y="8595"/>
                  </a:lnTo>
                  <a:lnTo>
                    <a:pt x="1151" y="8644"/>
                  </a:lnTo>
                  <a:lnTo>
                    <a:pt x="1210" y="8683"/>
                  </a:lnTo>
                  <a:lnTo>
                    <a:pt x="1279" y="8723"/>
                  </a:lnTo>
                  <a:lnTo>
                    <a:pt x="1358" y="8752"/>
                  </a:lnTo>
                  <a:lnTo>
                    <a:pt x="1437" y="8772"/>
                  </a:lnTo>
                  <a:lnTo>
                    <a:pt x="1515" y="8791"/>
                  </a:lnTo>
                  <a:lnTo>
                    <a:pt x="1604" y="8801"/>
                  </a:lnTo>
                  <a:lnTo>
                    <a:pt x="2715" y="8801"/>
                  </a:lnTo>
                  <a:lnTo>
                    <a:pt x="2715" y="7867"/>
                  </a:lnTo>
                  <a:lnTo>
                    <a:pt x="2056" y="7867"/>
                  </a:lnTo>
                  <a:lnTo>
                    <a:pt x="2056" y="5605"/>
                  </a:lnTo>
                  <a:lnTo>
                    <a:pt x="2046" y="5458"/>
                  </a:lnTo>
                  <a:lnTo>
                    <a:pt x="2027" y="5320"/>
                  </a:lnTo>
                  <a:lnTo>
                    <a:pt x="2007" y="5202"/>
                  </a:lnTo>
                  <a:lnTo>
                    <a:pt x="1968" y="5084"/>
                  </a:lnTo>
                  <a:lnTo>
                    <a:pt x="1918" y="4986"/>
                  </a:lnTo>
                  <a:lnTo>
                    <a:pt x="1859" y="4888"/>
                  </a:lnTo>
                  <a:lnTo>
                    <a:pt x="1791" y="4809"/>
                  </a:lnTo>
                  <a:lnTo>
                    <a:pt x="1712" y="4730"/>
                  </a:lnTo>
                  <a:lnTo>
                    <a:pt x="1623" y="4671"/>
                  </a:lnTo>
                  <a:lnTo>
                    <a:pt x="1525" y="4612"/>
                  </a:lnTo>
                  <a:lnTo>
                    <a:pt x="1417" y="4573"/>
                  </a:lnTo>
                  <a:lnTo>
                    <a:pt x="1299" y="4534"/>
                  </a:lnTo>
                  <a:lnTo>
                    <a:pt x="1171" y="4504"/>
                  </a:lnTo>
                  <a:lnTo>
                    <a:pt x="1033" y="4484"/>
                  </a:lnTo>
                  <a:lnTo>
                    <a:pt x="886" y="4475"/>
                  </a:lnTo>
                  <a:lnTo>
                    <a:pt x="729" y="4465"/>
                  </a:lnTo>
                  <a:lnTo>
                    <a:pt x="729" y="4327"/>
                  </a:lnTo>
                  <a:lnTo>
                    <a:pt x="886" y="4327"/>
                  </a:lnTo>
                  <a:lnTo>
                    <a:pt x="1033" y="4317"/>
                  </a:lnTo>
                  <a:lnTo>
                    <a:pt x="1171" y="4298"/>
                  </a:lnTo>
                  <a:lnTo>
                    <a:pt x="1299" y="4268"/>
                  </a:lnTo>
                  <a:lnTo>
                    <a:pt x="1417" y="4229"/>
                  </a:lnTo>
                  <a:lnTo>
                    <a:pt x="1525" y="4189"/>
                  </a:lnTo>
                  <a:lnTo>
                    <a:pt x="1623" y="4130"/>
                  </a:lnTo>
                  <a:lnTo>
                    <a:pt x="1712" y="4071"/>
                  </a:lnTo>
                  <a:lnTo>
                    <a:pt x="1791" y="3993"/>
                  </a:lnTo>
                  <a:lnTo>
                    <a:pt x="1859" y="3914"/>
                  </a:lnTo>
                  <a:lnTo>
                    <a:pt x="1918" y="3816"/>
                  </a:lnTo>
                  <a:lnTo>
                    <a:pt x="1968" y="3717"/>
                  </a:lnTo>
                  <a:lnTo>
                    <a:pt x="2007" y="3599"/>
                  </a:lnTo>
                  <a:lnTo>
                    <a:pt x="2027" y="3481"/>
                  </a:lnTo>
                  <a:lnTo>
                    <a:pt x="2046" y="3344"/>
                  </a:lnTo>
                  <a:lnTo>
                    <a:pt x="2056" y="3196"/>
                  </a:lnTo>
                  <a:lnTo>
                    <a:pt x="2056" y="935"/>
                  </a:lnTo>
                  <a:lnTo>
                    <a:pt x="2715" y="935"/>
                  </a:lnTo>
                  <a:lnTo>
                    <a:pt x="2715" y="0"/>
                  </a:lnTo>
                  <a:close/>
                  <a:moveTo>
                    <a:pt x="11939" y="0"/>
                  </a:moveTo>
                  <a:lnTo>
                    <a:pt x="11939" y="935"/>
                  </a:lnTo>
                  <a:lnTo>
                    <a:pt x="12607" y="935"/>
                  </a:lnTo>
                  <a:lnTo>
                    <a:pt x="12607" y="3196"/>
                  </a:lnTo>
                  <a:lnTo>
                    <a:pt x="12607" y="3344"/>
                  </a:lnTo>
                  <a:lnTo>
                    <a:pt x="12627" y="3481"/>
                  </a:lnTo>
                  <a:lnTo>
                    <a:pt x="12657" y="3599"/>
                  </a:lnTo>
                  <a:lnTo>
                    <a:pt x="12696" y="3717"/>
                  </a:lnTo>
                  <a:lnTo>
                    <a:pt x="12735" y="3816"/>
                  </a:lnTo>
                  <a:lnTo>
                    <a:pt x="12794" y="3914"/>
                  </a:lnTo>
                  <a:lnTo>
                    <a:pt x="12863" y="3993"/>
                  </a:lnTo>
                  <a:lnTo>
                    <a:pt x="12942" y="4071"/>
                  </a:lnTo>
                  <a:lnTo>
                    <a:pt x="13030" y="4130"/>
                  </a:lnTo>
                  <a:lnTo>
                    <a:pt x="13129" y="4189"/>
                  </a:lnTo>
                  <a:lnTo>
                    <a:pt x="13237" y="4229"/>
                  </a:lnTo>
                  <a:lnTo>
                    <a:pt x="13355" y="4268"/>
                  </a:lnTo>
                  <a:lnTo>
                    <a:pt x="13492" y="4298"/>
                  </a:lnTo>
                  <a:lnTo>
                    <a:pt x="13630" y="4317"/>
                  </a:lnTo>
                  <a:lnTo>
                    <a:pt x="13778" y="4327"/>
                  </a:lnTo>
                  <a:lnTo>
                    <a:pt x="13935" y="4327"/>
                  </a:lnTo>
                  <a:lnTo>
                    <a:pt x="13935" y="4465"/>
                  </a:lnTo>
                  <a:lnTo>
                    <a:pt x="13778" y="4475"/>
                  </a:lnTo>
                  <a:lnTo>
                    <a:pt x="13630" y="4484"/>
                  </a:lnTo>
                  <a:lnTo>
                    <a:pt x="13492" y="4504"/>
                  </a:lnTo>
                  <a:lnTo>
                    <a:pt x="13355" y="4534"/>
                  </a:lnTo>
                  <a:lnTo>
                    <a:pt x="13237" y="4573"/>
                  </a:lnTo>
                  <a:lnTo>
                    <a:pt x="13129" y="4612"/>
                  </a:lnTo>
                  <a:lnTo>
                    <a:pt x="13030" y="4671"/>
                  </a:lnTo>
                  <a:lnTo>
                    <a:pt x="12942" y="4730"/>
                  </a:lnTo>
                  <a:lnTo>
                    <a:pt x="12863" y="4809"/>
                  </a:lnTo>
                  <a:lnTo>
                    <a:pt x="12794" y="4888"/>
                  </a:lnTo>
                  <a:lnTo>
                    <a:pt x="12735" y="4986"/>
                  </a:lnTo>
                  <a:lnTo>
                    <a:pt x="12696" y="5084"/>
                  </a:lnTo>
                  <a:lnTo>
                    <a:pt x="12657" y="5202"/>
                  </a:lnTo>
                  <a:lnTo>
                    <a:pt x="12627" y="5320"/>
                  </a:lnTo>
                  <a:lnTo>
                    <a:pt x="12607" y="5458"/>
                  </a:lnTo>
                  <a:lnTo>
                    <a:pt x="12607" y="5605"/>
                  </a:lnTo>
                  <a:lnTo>
                    <a:pt x="12607" y="7867"/>
                  </a:lnTo>
                  <a:lnTo>
                    <a:pt x="11939" y="7867"/>
                  </a:lnTo>
                  <a:lnTo>
                    <a:pt x="11939" y="8801"/>
                  </a:lnTo>
                  <a:lnTo>
                    <a:pt x="13060" y="8801"/>
                  </a:lnTo>
                  <a:lnTo>
                    <a:pt x="13138" y="8791"/>
                  </a:lnTo>
                  <a:lnTo>
                    <a:pt x="13227" y="8772"/>
                  </a:lnTo>
                  <a:lnTo>
                    <a:pt x="13306" y="8752"/>
                  </a:lnTo>
                  <a:lnTo>
                    <a:pt x="13374" y="8723"/>
                  </a:lnTo>
                  <a:lnTo>
                    <a:pt x="13443" y="8683"/>
                  </a:lnTo>
                  <a:lnTo>
                    <a:pt x="13512" y="8644"/>
                  </a:lnTo>
                  <a:lnTo>
                    <a:pt x="13571" y="8595"/>
                  </a:lnTo>
                  <a:lnTo>
                    <a:pt x="13620" y="8536"/>
                  </a:lnTo>
                  <a:lnTo>
                    <a:pt x="13669" y="8467"/>
                  </a:lnTo>
                  <a:lnTo>
                    <a:pt x="13709" y="8398"/>
                  </a:lnTo>
                  <a:lnTo>
                    <a:pt x="13738" y="8319"/>
                  </a:lnTo>
                  <a:lnTo>
                    <a:pt x="13768" y="8231"/>
                  </a:lnTo>
                  <a:lnTo>
                    <a:pt x="13787" y="8133"/>
                  </a:lnTo>
                  <a:lnTo>
                    <a:pt x="13797" y="8034"/>
                  </a:lnTo>
                  <a:lnTo>
                    <a:pt x="13807" y="7926"/>
                  </a:lnTo>
                  <a:lnTo>
                    <a:pt x="13807" y="5704"/>
                  </a:lnTo>
                  <a:lnTo>
                    <a:pt x="13807" y="5605"/>
                  </a:lnTo>
                  <a:lnTo>
                    <a:pt x="13817" y="5517"/>
                  </a:lnTo>
                  <a:lnTo>
                    <a:pt x="13837" y="5438"/>
                  </a:lnTo>
                  <a:lnTo>
                    <a:pt x="13866" y="5360"/>
                  </a:lnTo>
                  <a:lnTo>
                    <a:pt x="13896" y="5291"/>
                  </a:lnTo>
                  <a:lnTo>
                    <a:pt x="13935" y="5232"/>
                  </a:lnTo>
                  <a:lnTo>
                    <a:pt x="13974" y="5173"/>
                  </a:lnTo>
                  <a:lnTo>
                    <a:pt x="14033" y="5124"/>
                  </a:lnTo>
                  <a:lnTo>
                    <a:pt x="14092" y="5074"/>
                  </a:lnTo>
                  <a:lnTo>
                    <a:pt x="14151" y="5035"/>
                  </a:lnTo>
                  <a:lnTo>
                    <a:pt x="14220" y="5006"/>
                  </a:lnTo>
                  <a:lnTo>
                    <a:pt x="14299" y="4976"/>
                  </a:lnTo>
                  <a:lnTo>
                    <a:pt x="14377" y="4956"/>
                  </a:lnTo>
                  <a:lnTo>
                    <a:pt x="14466" y="4947"/>
                  </a:lnTo>
                  <a:lnTo>
                    <a:pt x="14564" y="4937"/>
                  </a:lnTo>
                  <a:lnTo>
                    <a:pt x="14653" y="4927"/>
                  </a:lnTo>
                  <a:lnTo>
                    <a:pt x="14653" y="3875"/>
                  </a:lnTo>
                  <a:lnTo>
                    <a:pt x="14564" y="3865"/>
                  </a:lnTo>
                  <a:lnTo>
                    <a:pt x="14466" y="3855"/>
                  </a:lnTo>
                  <a:lnTo>
                    <a:pt x="14377" y="3845"/>
                  </a:lnTo>
                  <a:lnTo>
                    <a:pt x="14299" y="3826"/>
                  </a:lnTo>
                  <a:lnTo>
                    <a:pt x="14220" y="3796"/>
                  </a:lnTo>
                  <a:lnTo>
                    <a:pt x="14151" y="3767"/>
                  </a:lnTo>
                  <a:lnTo>
                    <a:pt x="14092" y="3727"/>
                  </a:lnTo>
                  <a:lnTo>
                    <a:pt x="14033" y="3678"/>
                  </a:lnTo>
                  <a:lnTo>
                    <a:pt x="13974" y="3629"/>
                  </a:lnTo>
                  <a:lnTo>
                    <a:pt x="13935" y="3570"/>
                  </a:lnTo>
                  <a:lnTo>
                    <a:pt x="13896" y="3511"/>
                  </a:lnTo>
                  <a:lnTo>
                    <a:pt x="13866" y="3442"/>
                  </a:lnTo>
                  <a:lnTo>
                    <a:pt x="13837" y="3363"/>
                  </a:lnTo>
                  <a:lnTo>
                    <a:pt x="13817" y="3285"/>
                  </a:lnTo>
                  <a:lnTo>
                    <a:pt x="13807" y="3196"/>
                  </a:lnTo>
                  <a:lnTo>
                    <a:pt x="13807" y="3098"/>
                  </a:lnTo>
                  <a:lnTo>
                    <a:pt x="13807" y="876"/>
                  </a:lnTo>
                  <a:lnTo>
                    <a:pt x="13797" y="767"/>
                  </a:lnTo>
                  <a:lnTo>
                    <a:pt x="13787" y="669"/>
                  </a:lnTo>
                  <a:lnTo>
                    <a:pt x="13768" y="571"/>
                  </a:lnTo>
                  <a:lnTo>
                    <a:pt x="13738" y="482"/>
                  </a:lnTo>
                  <a:lnTo>
                    <a:pt x="13709" y="404"/>
                  </a:lnTo>
                  <a:lnTo>
                    <a:pt x="13669" y="335"/>
                  </a:lnTo>
                  <a:lnTo>
                    <a:pt x="13620" y="266"/>
                  </a:lnTo>
                  <a:lnTo>
                    <a:pt x="13571" y="207"/>
                  </a:lnTo>
                  <a:lnTo>
                    <a:pt x="13512" y="158"/>
                  </a:lnTo>
                  <a:lnTo>
                    <a:pt x="13443" y="118"/>
                  </a:lnTo>
                  <a:lnTo>
                    <a:pt x="13374" y="79"/>
                  </a:lnTo>
                  <a:lnTo>
                    <a:pt x="13306" y="50"/>
                  </a:lnTo>
                  <a:lnTo>
                    <a:pt x="13227" y="30"/>
                  </a:lnTo>
                  <a:lnTo>
                    <a:pt x="13138" y="10"/>
                  </a:lnTo>
                  <a:lnTo>
                    <a:pt x="1306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37" name="Google Shape;1437;p102"/>
          <p:cNvGrpSpPr/>
          <p:nvPr/>
        </p:nvGrpSpPr>
        <p:grpSpPr>
          <a:xfrm>
            <a:off x="5509384" y="3554649"/>
            <a:ext cx="279829" cy="257697"/>
            <a:chOff x="2099100" y="2300650"/>
            <a:chExt cx="381550" cy="351325"/>
          </a:xfrm>
        </p:grpSpPr>
        <p:sp>
          <p:nvSpPr>
            <p:cNvPr id="1438" name="Google Shape;1438;p102"/>
            <p:cNvSpPr/>
            <p:nvPr/>
          </p:nvSpPr>
          <p:spPr>
            <a:xfrm>
              <a:off x="2235050" y="2421600"/>
              <a:ext cx="109400" cy="109175"/>
            </a:xfrm>
            <a:custGeom>
              <a:avLst/>
              <a:gdLst/>
              <a:ahLst/>
              <a:cxnLst/>
              <a:rect l="l" t="t" r="r" b="b"/>
              <a:pathLst>
                <a:path w="4376" h="4367" extrusionOk="0">
                  <a:moveTo>
                    <a:pt x="2193" y="974"/>
                  </a:moveTo>
                  <a:lnTo>
                    <a:pt x="2311" y="984"/>
                  </a:lnTo>
                  <a:lnTo>
                    <a:pt x="2439" y="1004"/>
                  </a:lnTo>
                  <a:lnTo>
                    <a:pt x="2547" y="1033"/>
                  </a:lnTo>
                  <a:lnTo>
                    <a:pt x="2665" y="1073"/>
                  </a:lnTo>
                  <a:lnTo>
                    <a:pt x="2763" y="1122"/>
                  </a:lnTo>
                  <a:lnTo>
                    <a:pt x="2871" y="1181"/>
                  </a:lnTo>
                  <a:lnTo>
                    <a:pt x="2960" y="1250"/>
                  </a:lnTo>
                  <a:lnTo>
                    <a:pt x="3048" y="1328"/>
                  </a:lnTo>
                  <a:lnTo>
                    <a:pt x="3127" y="1417"/>
                  </a:lnTo>
                  <a:lnTo>
                    <a:pt x="3196" y="1505"/>
                  </a:lnTo>
                  <a:lnTo>
                    <a:pt x="3255" y="1604"/>
                  </a:lnTo>
                  <a:lnTo>
                    <a:pt x="3304" y="1712"/>
                  </a:lnTo>
                  <a:lnTo>
                    <a:pt x="3343" y="1820"/>
                  </a:lnTo>
                  <a:lnTo>
                    <a:pt x="3373" y="1938"/>
                  </a:lnTo>
                  <a:lnTo>
                    <a:pt x="3393" y="2056"/>
                  </a:lnTo>
                  <a:lnTo>
                    <a:pt x="3402" y="2184"/>
                  </a:lnTo>
                  <a:lnTo>
                    <a:pt x="3393" y="2312"/>
                  </a:lnTo>
                  <a:lnTo>
                    <a:pt x="3373" y="2430"/>
                  </a:lnTo>
                  <a:lnTo>
                    <a:pt x="3343" y="2548"/>
                  </a:lnTo>
                  <a:lnTo>
                    <a:pt x="3304" y="2656"/>
                  </a:lnTo>
                  <a:lnTo>
                    <a:pt x="3255" y="2764"/>
                  </a:lnTo>
                  <a:lnTo>
                    <a:pt x="3196" y="2862"/>
                  </a:lnTo>
                  <a:lnTo>
                    <a:pt x="3127" y="2951"/>
                  </a:lnTo>
                  <a:lnTo>
                    <a:pt x="3048" y="3039"/>
                  </a:lnTo>
                  <a:lnTo>
                    <a:pt x="2960" y="3118"/>
                  </a:lnTo>
                  <a:lnTo>
                    <a:pt x="2871" y="3187"/>
                  </a:lnTo>
                  <a:lnTo>
                    <a:pt x="2763" y="3246"/>
                  </a:lnTo>
                  <a:lnTo>
                    <a:pt x="2665" y="3295"/>
                  </a:lnTo>
                  <a:lnTo>
                    <a:pt x="2547" y="3334"/>
                  </a:lnTo>
                  <a:lnTo>
                    <a:pt x="2439" y="3364"/>
                  </a:lnTo>
                  <a:lnTo>
                    <a:pt x="2311" y="3384"/>
                  </a:lnTo>
                  <a:lnTo>
                    <a:pt x="2193" y="3393"/>
                  </a:lnTo>
                  <a:lnTo>
                    <a:pt x="2065" y="3384"/>
                  </a:lnTo>
                  <a:lnTo>
                    <a:pt x="1947" y="3364"/>
                  </a:lnTo>
                  <a:lnTo>
                    <a:pt x="1829" y="3334"/>
                  </a:lnTo>
                  <a:lnTo>
                    <a:pt x="1721" y="3295"/>
                  </a:lnTo>
                  <a:lnTo>
                    <a:pt x="1613" y="3246"/>
                  </a:lnTo>
                  <a:lnTo>
                    <a:pt x="1514" y="3187"/>
                  </a:lnTo>
                  <a:lnTo>
                    <a:pt x="1426" y="3118"/>
                  </a:lnTo>
                  <a:lnTo>
                    <a:pt x="1337" y="3039"/>
                  </a:lnTo>
                  <a:lnTo>
                    <a:pt x="1259" y="2951"/>
                  </a:lnTo>
                  <a:lnTo>
                    <a:pt x="1190" y="2862"/>
                  </a:lnTo>
                  <a:lnTo>
                    <a:pt x="1131" y="2764"/>
                  </a:lnTo>
                  <a:lnTo>
                    <a:pt x="1082" y="2656"/>
                  </a:lnTo>
                  <a:lnTo>
                    <a:pt x="1033" y="2548"/>
                  </a:lnTo>
                  <a:lnTo>
                    <a:pt x="1003" y="2430"/>
                  </a:lnTo>
                  <a:lnTo>
                    <a:pt x="993" y="2312"/>
                  </a:lnTo>
                  <a:lnTo>
                    <a:pt x="983" y="2184"/>
                  </a:lnTo>
                  <a:lnTo>
                    <a:pt x="993" y="2056"/>
                  </a:lnTo>
                  <a:lnTo>
                    <a:pt x="1003" y="1938"/>
                  </a:lnTo>
                  <a:lnTo>
                    <a:pt x="1033" y="1820"/>
                  </a:lnTo>
                  <a:lnTo>
                    <a:pt x="1082" y="1712"/>
                  </a:lnTo>
                  <a:lnTo>
                    <a:pt x="1131" y="1604"/>
                  </a:lnTo>
                  <a:lnTo>
                    <a:pt x="1190" y="1505"/>
                  </a:lnTo>
                  <a:lnTo>
                    <a:pt x="1259" y="1417"/>
                  </a:lnTo>
                  <a:lnTo>
                    <a:pt x="1337" y="1328"/>
                  </a:lnTo>
                  <a:lnTo>
                    <a:pt x="1426" y="1250"/>
                  </a:lnTo>
                  <a:lnTo>
                    <a:pt x="1514" y="1181"/>
                  </a:lnTo>
                  <a:lnTo>
                    <a:pt x="1613" y="1122"/>
                  </a:lnTo>
                  <a:lnTo>
                    <a:pt x="1721" y="1073"/>
                  </a:lnTo>
                  <a:lnTo>
                    <a:pt x="1829" y="1033"/>
                  </a:lnTo>
                  <a:lnTo>
                    <a:pt x="1947" y="1004"/>
                  </a:lnTo>
                  <a:lnTo>
                    <a:pt x="2065" y="984"/>
                  </a:lnTo>
                  <a:lnTo>
                    <a:pt x="2193" y="974"/>
                  </a:lnTo>
                  <a:close/>
                  <a:moveTo>
                    <a:pt x="1731" y="1"/>
                  </a:moveTo>
                  <a:lnTo>
                    <a:pt x="1731" y="493"/>
                  </a:lnTo>
                  <a:lnTo>
                    <a:pt x="1632" y="522"/>
                  </a:lnTo>
                  <a:lnTo>
                    <a:pt x="1524" y="561"/>
                  </a:lnTo>
                  <a:lnTo>
                    <a:pt x="1426" y="611"/>
                  </a:lnTo>
                  <a:lnTo>
                    <a:pt x="1328" y="660"/>
                  </a:lnTo>
                  <a:lnTo>
                    <a:pt x="983" y="316"/>
                  </a:lnTo>
                  <a:lnTo>
                    <a:pt x="334" y="955"/>
                  </a:lnTo>
                  <a:lnTo>
                    <a:pt x="669" y="1299"/>
                  </a:lnTo>
                  <a:lnTo>
                    <a:pt x="620" y="1397"/>
                  </a:lnTo>
                  <a:lnTo>
                    <a:pt x="570" y="1496"/>
                  </a:lnTo>
                  <a:lnTo>
                    <a:pt x="531" y="1604"/>
                  </a:lnTo>
                  <a:lnTo>
                    <a:pt x="502" y="1702"/>
                  </a:lnTo>
                  <a:lnTo>
                    <a:pt x="0" y="1702"/>
                  </a:lnTo>
                  <a:lnTo>
                    <a:pt x="0" y="2617"/>
                  </a:lnTo>
                  <a:lnTo>
                    <a:pt x="492" y="2617"/>
                  </a:lnTo>
                  <a:lnTo>
                    <a:pt x="531" y="2725"/>
                  </a:lnTo>
                  <a:lnTo>
                    <a:pt x="570" y="2833"/>
                  </a:lnTo>
                  <a:lnTo>
                    <a:pt x="610" y="2931"/>
                  </a:lnTo>
                  <a:lnTo>
                    <a:pt x="659" y="3030"/>
                  </a:lnTo>
                  <a:lnTo>
                    <a:pt x="305" y="3384"/>
                  </a:lnTo>
                  <a:lnTo>
                    <a:pt x="944" y="4033"/>
                  </a:lnTo>
                  <a:lnTo>
                    <a:pt x="1308" y="3679"/>
                  </a:lnTo>
                  <a:lnTo>
                    <a:pt x="1406" y="3728"/>
                  </a:lnTo>
                  <a:lnTo>
                    <a:pt x="1505" y="3777"/>
                  </a:lnTo>
                  <a:lnTo>
                    <a:pt x="1613" y="3816"/>
                  </a:lnTo>
                  <a:lnTo>
                    <a:pt x="1721" y="3846"/>
                  </a:lnTo>
                  <a:lnTo>
                    <a:pt x="1721" y="4367"/>
                  </a:lnTo>
                  <a:lnTo>
                    <a:pt x="2635" y="4367"/>
                  </a:lnTo>
                  <a:lnTo>
                    <a:pt x="2635" y="3856"/>
                  </a:lnTo>
                  <a:lnTo>
                    <a:pt x="2744" y="3826"/>
                  </a:lnTo>
                  <a:lnTo>
                    <a:pt x="2852" y="3787"/>
                  </a:lnTo>
                  <a:lnTo>
                    <a:pt x="2950" y="3738"/>
                  </a:lnTo>
                  <a:lnTo>
                    <a:pt x="3048" y="3688"/>
                  </a:lnTo>
                  <a:lnTo>
                    <a:pt x="3412" y="4042"/>
                  </a:lnTo>
                  <a:lnTo>
                    <a:pt x="4061" y="3403"/>
                  </a:lnTo>
                  <a:lnTo>
                    <a:pt x="3697" y="3039"/>
                  </a:lnTo>
                  <a:lnTo>
                    <a:pt x="3756" y="2951"/>
                  </a:lnTo>
                  <a:lnTo>
                    <a:pt x="3796" y="2843"/>
                  </a:lnTo>
                  <a:lnTo>
                    <a:pt x="3835" y="2744"/>
                  </a:lnTo>
                  <a:lnTo>
                    <a:pt x="3874" y="2636"/>
                  </a:lnTo>
                  <a:lnTo>
                    <a:pt x="4376" y="2636"/>
                  </a:lnTo>
                  <a:lnTo>
                    <a:pt x="4376" y="1722"/>
                  </a:lnTo>
                  <a:lnTo>
                    <a:pt x="3874" y="1722"/>
                  </a:lnTo>
                  <a:lnTo>
                    <a:pt x="3845" y="1623"/>
                  </a:lnTo>
                  <a:lnTo>
                    <a:pt x="3806" y="1515"/>
                  </a:lnTo>
                  <a:lnTo>
                    <a:pt x="3756" y="1417"/>
                  </a:lnTo>
                  <a:lnTo>
                    <a:pt x="3707" y="1319"/>
                  </a:lnTo>
                  <a:lnTo>
                    <a:pt x="4061" y="965"/>
                  </a:lnTo>
                  <a:lnTo>
                    <a:pt x="3412" y="316"/>
                  </a:lnTo>
                  <a:lnTo>
                    <a:pt x="3068" y="670"/>
                  </a:lnTo>
                  <a:lnTo>
                    <a:pt x="2960" y="611"/>
                  </a:lnTo>
                  <a:lnTo>
                    <a:pt x="2862" y="571"/>
                  </a:lnTo>
                  <a:lnTo>
                    <a:pt x="2763" y="532"/>
                  </a:lnTo>
                  <a:lnTo>
                    <a:pt x="2655" y="493"/>
                  </a:lnTo>
                  <a:lnTo>
                    <a:pt x="265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9" name="Google Shape;1439;p102"/>
            <p:cNvSpPr/>
            <p:nvPr/>
          </p:nvSpPr>
          <p:spPr>
            <a:xfrm>
              <a:off x="2099100" y="2300650"/>
              <a:ext cx="381550" cy="351325"/>
            </a:xfrm>
            <a:custGeom>
              <a:avLst/>
              <a:gdLst/>
              <a:ahLst/>
              <a:cxnLst/>
              <a:rect l="l" t="t" r="r" b="b"/>
              <a:pathLst>
                <a:path w="15262" h="14053" extrusionOk="0">
                  <a:moveTo>
                    <a:pt x="10955" y="3688"/>
                  </a:moveTo>
                  <a:lnTo>
                    <a:pt x="10955" y="10355"/>
                  </a:lnTo>
                  <a:lnTo>
                    <a:pt x="4297" y="10355"/>
                  </a:lnTo>
                  <a:lnTo>
                    <a:pt x="4297" y="3688"/>
                  </a:lnTo>
                  <a:close/>
                  <a:moveTo>
                    <a:pt x="3344" y="1"/>
                  </a:moveTo>
                  <a:lnTo>
                    <a:pt x="3245" y="11"/>
                  </a:lnTo>
                  <a:lnTo>
                    <a:pt x="3147" y="21"/>
                  </a:lnTo>
                  <a:lnTo>
                    <a:pt x="3058" y="50"/>
                  </a:lnTo>
                  <a:lnTo>
                    <a:pt x="2970" y="80"/>
                  </a:lnTo>
                  <a:lnTo>
                    <a:pt x="2891" y="119"/>
                  </a:lnTo>
                  <a:lnTo>
                    <a:pt x="2813" y="168"/>
                  </a:lnTo>
                  <a:lnTo>
                    <a:pt x="2734" y="217"/>
                  </a:lnTo>
                  <a:lnTo>
                    <a:pt x="2675" y="286"/>
                  </a:lnTo>
                  <a:lnTo>
                    <a:pt x="2606" y="355"/>
                  </a:lnTo>
                  <a:lnTo>
                    <a:pt x="2557" y="424"/>
                  </a:lnTo>
                  <a:lnTo>
                    <a:pt x="2508" y="502"/>
                  </a:lnTo>
                  <a:lnTo>
                    <a:pt x="2468" y="581"/>
                  </a:lnTo>
                  <a:lnTo>
                    <a:pt x="2439" y="670"/>
                  </a:lnTo>
                  <a:lnTo>
                    <a:pt x="2409" y="768"/>
                  </a:lnTo>
                  <a:lnTo>
                    <a:pt x="2400" y="856"/>
                  </a:lnTo>
                  <a:lnTo>
                    <a:pt x="2390" y="955"/>
                  </a:lnTo>
                  <a:lnTo>
                    <a:pt x="2400" y="1053"/>
                  </a:lnTo>
                  <a:lnTo>
                    <a:pt x="2409" y="1151"/>
                  </a:lnTo>
                  <a:lnTo>
                    <a:pt x="2439" y="1240"/>
                  </a:lnTo>
                  <a:lnTo>
                    <a:pt x="2468" y="1328"/>
                  </a:lnTo>
                  <a:lnTo>
                    <a:pt x="2508" y="1407"/>
                  </a:lnTo>
                  <a:lnTo>
                    <a:pt x="2557" y="1486"/>
                  </a:lnTo>
                  <a:lnTo>
                    <a:pt x="2606" y="1564"/>
                  </a:lnTo>
                  <a:lnTo>
                    <a:pt x="2675" y="1623"/>
                  </a:lnTo>
                  <a:lnTo>
                    <a:pt x="2734" y="1692"/>
                  </a:lnTo>
                  <a:lnTo>
                    <a:pt x="2813" y="1741"/>
                  </a:lnTo>
                  <a:lnTo>
                    <a:pt x="2891" y="1791"/>
                  </a:lnTo>
                  <a:lnTo>
                    <a:pt x="2970" y="1830"/>
                  </a:lnTo>
                  <a:lnTo>
                    <a:pt x="3058" y="1859"/>
                  </a:lnTo>
                  <a:lnTo>
                    <a:pt x="3147" y="1889"/>
                  </a:lnTo>
                  <a:lnTo>
                    <a:pt x="3245" y="1899"/>
                  </a:lnTo>
                  <a:lnTo>
                    <a:pt x="3344" y="1909"/>
                  </a:lnTo>
                  <a:lnTo>
                    <a:pt x="3471" y="1899"/>
                  </a:lnTo>
                  <a:lnTo>
                    <a:pt x="3599" y="1869"/>
                  </a:lnTo>
                  <a:lnTo>
                    <a:pt x="3717" y="1830"/>
                  </a:lnTo>
                  <a:lnTo>
                    <a:pt x="3825" y="1771"/>
                  </a:lnTo>
                  <a:lnTo>
                    <a:pt x="3924" y="1702"/>
                  </a:lnTo>
                  <a:lnTo>
                    <a:pt x="4022" y="1623"/>
                  </a:lnTo>
                  <a:lnTo>
                    <a:pt x="4101" y="1535"/>
                  </a:lnTo>
                  <a:lnTo>
                    <a:pt x="4170" y="1427"/>
                  </a:lnTo>
                  <a:lnTo>
                    <a:pt x="5241" y="1427"/>
                  </a:lnTo>
                  <a:lnTo>
                    <a:pt x="5241" y="2744"/>
                  </a:lnTo>
                  <a:lnTo>
                    <a:pt x="3344" y="2744"/>
                  </a:lnTo>
                  <a:lnTo>
                    <a:pt x="3344" y="4642"/>
                  </a:lnTo>
                  <a:lnTo>
                    <a:pt x="1770" y="4642"/>
                  </a:lnTo>
                  <a:lnTo>
                    <a:pt x="1701" y="4544"/>
                  </a:lnTo>
                  <a:lnTo>
                    <a:pt x="1623" y="4446"/>
                  </a:lnTo>
                  <a:lnTo>
                    <a:pt x="1534" y="4367"/>
                  </a:lnTo>
                  <a:lnTo>
                    <a:pt x="1436" y="4298"/>
                  </a:lnTo>
                  <a:lnTo>
                    <a:pt x="1318" y="4239"/>
                  </a:lnTo>
                  <a:lnTo>
                    <a:pt x="1200" y="4200"/>
                  </a:lnTo>
                  <a:lnTo>
                    <a:pt x="1082" y="4180"/>
                  </a:lnTo>
                  <a:lnTo>
                    <a:pt x="944" y="4170"/>
                  </a:lnTo>
                  <a:lnTo>
                    <a:pt x="856" y="4170"/>
                  </a:lnTo>
                  <a:lnTo>
                    <a:pt x="757" y="4190"/>
                  </a:lnTo>
                  <a:lnTo>
                    <a:pt x="669" y="4210"/>
                  </a:lnTo>
                  <a:lnTo>
                    <a:pt x="580" y="4239"/>
                  </a:lnTo>
                  <a:lnTo>
                    <a:pt x="492" y="4278"/>
                  </a:lnTo>
                  <a:lnTo>
                    <a:pt x="413" y="4328"/>
                  </a:lnTo>
                  <a:lnTo>
                    <a:pt x="344" y="4387"/>
                  </a:lnTo>
                  <a:lnTo>
                    <a:pt x="275" y="4446"/>
                  </a:lnTo>
                  <a:lnTo>
                    <a:pt x="216" y="4514"/>
                  </a:lnTo>
                  <a:lnTo>
                    <a:pt x="157" y="4583"/>
                  </a:lnTo>
                  <a:lnTo>
                    <a:pt x="108" y="4662"/>
                  </a:lnTo>
                  <a:lnTo>
                    <a:pt x="69" y="4750"/>
                  </a:lnTo>
                  <a:lnTo>
                    <a:pt x="39" y="4839"/>
                  </a:lnTo>
                  <a:lnTo>
                    <a:pt x="20" y="4927"/>
                  </a:lnTo>
                  <a:lnTo>
                    <a:pt x="0" y="5026"/>
                  </a:lnTo>
                  <a:lnTo>
                    <a:pt x="0" y="5124"/>
                  </a:lnTo>
                  <a:lnTo>
                    <a:pt x="0" y="5213"/>
                  </a:lnTo>
                  <a:lnTo>
                    <a:pt x="20" y="5311"/>
                  </a:lnTo>
                  <a:lnTo>
                    <a:pt x="39" y="5399"/>
                  </a:lnTo>
                  <a:lnTo>
                    <a:pt x="69" y="5488"/>
                  </a:lnTo>
                  <a:lnTo>
                    <a:pt x="108" y="5576"/>
                  </a:lnTo>
                  <a:lnTo>
                    <a:pt x="157" y="5655"/>
                  </a:lnTo>
                  <a:lnTo>
                    <a:pt x="216" y="5724"/>
                  </a:lnTo>
                  <a:lnTo>
                    <a:pt x="275" y="5793"/>
                  </a:lnTo>
                  <a:lnTo>
                    <a:pt x="344" y="5852"/>
                  </a:lnTo>
                  <a:lnTo>
                    <a:pt x="413" y="5911"/>
                  </a:lnTo>
                  <a:lnTo>
                    <a:pt x="492" y="5960"/>
                  </a:lnTo>
                  <a:lnTo>
                    <a:pt x="580" y="5999"/>
                  </a:lnTo>
                  <a:lnTo>
                    <a:pt x="669" y="6029"/>
                  </a:lnTo>
                  <a:lnTo>
                    <a:pt x="757" y="6048"/>
                  </a:lnTo>
                  <a:lnTo>
                    <a:pt x="856" y="6068"/>
                  </a:lnTo>
                  <a:lnTo>
                    <a:pt x="944" y="6068"/>
                  </a:lnTo>
                  <a:lnTo>
                    <a:pt x="1082" y="6058"/>
                  </a:lnTo>
                  <a:lnTo>
                    <a:pt x="1200" y="6039"/>
                  </a:lnTo>
                  <a:lnTo>
                    <a:pt x="1318" y="5999"/>
                  </a:lnTo>
                  <a:lnTo>
                    <a:pt x="1436" y="5940"/>
                  </a:lnTo>
                  <a:lnTo>
                    <a:pt x="1534" y="5871"/>
                  </a:lnTo>
                  <a:lnTo>
                    <a:pt x="1623" y="5793"/>
                  </a:lnTo>
                  <a:lnTo>
                    <a:pt x="1701" y="5694"/>
                  </a:lnTo>
                  <a:lnTo>
                    <a:pt x="1770" y="5596"/>
                  </a:lnTo>
                  <a:lnTo>
                    <a:pt x="3344" y="5596"/>
                  </a:lnTo>
                  <a:lnTo>
                    <a:pt x="3344" y="8448"/>
                  </a:lnTo>
                  <a:lnTo>
                    <a:pt x="1770" y="8448"/>
                  </a:lnTo>
                  <a:lnTo>
                    <a:pt x="1701" y="8349"/>
                  </a:lnTo>
                  <a:lnTo>
                    <a:pt x="1623" y="8251"/>
                  </a:lnTo>
                  <a:lnTo>
                    <a:pt x="1534" y="8172"/>
                  </a:lnTo>
                  <a:lnTo>
                    <a:pt x="1436" y="8104"/>
                  </a:lnTo>
                  <a:lnTo>
                    <a:pt x="1318" y="8045"/>
                  </a:lnTo>
                  <a:lnTo>
                    <a:pt x="1200" y="8005"/>
                  </a:lnTo>
                  <a:lnTo>
                    <a:pt x="1082" y="7986"/>
                  </a:lnTo>
                  <a:lnTo>
                    <a:pt x="944" y="7976"/>
                  </a:lnTo>
                  <a:lnTo>
                    <a:pt x="856" y="7976"/>
                  </a:lnTo>
                  <a:lnTo>
                    <a:pt x="757" y="7995"/>
                  </a:lnTo>
                  <a:lnTo>
                    <a:pt x="669" y="8015"/>
                  </a:lnTo>
                  <a:lnTo>
                    <a:pt x="580" y="8045"/>
                  </a:lnTo>
                  <a:lnTo>
                    <a:pt x="492" y="8084"/>
                  </a:lnTo>
                  <a:lnTo>
                    <a:pt x="413" y="8133"/>
                  </a:lnTo>
                  <a:lnTo>
                    <a:pt x="344" y="8192"/>
                  </a:lnTo>
                  <a:lnTo>
                    <a:pt x="275" y="8251"/>
                  </a:lnTo>
                  <a:lnTo>
                    <a:pt x="216" y="8320"/>
                  </a:lnTo>
                  <a:lnTo>
                    <a:pt x="157" y="8389"/>
                  </a:lnTo>
                  <a:lnTo>
                    <a:pt x="108" y="8467"/>
                  </a:lnTo>
                  <a:lnTo>
                    <a:pt x="69" y="8556"/>
                  </a:lnTo>
                  <a:lnTo>
                    <a:pt x="39" y="8644"/>
                  </a:lnTo>
                  <a:lnTo>
                    <a:pt x="20" y="8733"/>
                  </a:lnTo>
                  <a:lnTo>
                    <a:pt x="0" y="8831"/>
                  </a:lnTo>
                  <a:lnTo>
                    <a:pt x="0" y="8930"/>
                  </a:lnTo>
                  <a:lnTo>
                    <a:pt x="0" y="9018"/>
                  </a:lnTo>
                  <a:lnTo>
                    <a:pt x="20" y="9116"/>
                  </a:lnTo>
                  <a:lnTo>
                    <a:pt x="39" y="9205"/>
                  </a:lnTo>
                  <a:lnTo>
                    <a:pt x="69" y="9293"/>
                  </a:lnTo>
                  <a:lnTo>
                    <a:pt x="108" y="9382"/>
                  </a:lnTo>
                  <a:lnTo>
                    <a:pt x="157" y="9461"/>
                  </a:lnTo>
                  <a:lnTo>
                    <a:pt x="216" y="9529"/>
                  </a:lnTo>
                  <a:lnTo>
                    <a:pt x="275" y="9598"/>
                  </a:lnTo>
                  <a:lnTo>
                    <a:pt x="344" y="9657"/>
                  </a:lnTo>
                  <a:lnTo>
                    <a:pt x="413" y="9716"/>
                  </a:lnTo>
                  <a:lnTo>
                    <a:pt x="492" y="9765"/>
                  </a:lnTo>
                  <a:lnTo>
                    <a:pt x="580" y="9805"/>
                  </a:lnTo>
                  <a:lnTo>
                    <a:pt x="669" y="9834"/>
                  </a:lnTo>
                  <a:lnTo>
                    <a:pt x="757" y="9854"/>
                  </a:lnTo>
                  <a:lnTo>
                    <a:pt x="856" y="9874"/>
                  </a:lnTo>
                  <a:lnTo>
                    <a:pt x="944" y="9874"/>
                  </a:lnTo>
                  <a:lnTo>
                    <a:pt x="1082" y="9864"/>
                  </a:lnTo>
                  <a:lnTo>
                    <a:pt x="1200" y="9844"/>
                  </a:lnTo>
                  <a:lnTo>
                    <a:pt x="1318" y="9805"/>
                  </a:lnTo>
                  <a:lnTo>
                    <a:pt x="1436" y="9746"/>
                  </a:lnTo>
                  <a:lnTo>
                    <a:pt x="1534" y="9677"/>
                  </a:lnTo>
                  <a:lnTo>
                    <a:pt x="1623" y="9598"/>
                  </a:lnTo>
                  <a:lnTo>
                    <a:pt x="1701" y="9500"/>
                  </a:lnTo>
                  <a:lnTo>
                    <a:pt x="1770" y="9402"/>
                  </a:lnTo>
                  <a:lnTo>
                    <a:pt x="3344" y="9402"/>
                  </a:lnTo>
                  <a:lnTo>
                    <a:pt x="3344" y="11299"/>
                  </a:lnTo>
                  <a:lnTo>
                    <a:pt x="5241" y="11299"/>
                  </a:lnTo>
                  <a:lnTo>
                    <a:pt x="5241" y="12617"/>
                  </a:lnTo>
                  <a:lnTo>
                    <a:pt x="4170" y="12617"/>
                  </a:lnTo>
                  <a:lnTo>
                    <a:pt x="4101" y="12519"/>
                  </a:lnTo>
                  <a:lnTo>
                    <a:pt x="4022" y="12430"/>
                  </a:lnTo>
                  <a:lnTo>
                    <a:pt x="3924" y="12342"/>
                  </a:lnTo>
                  <a:lnTo>
                    <a:pt x="3825" y="12273"/>
                  </a:lnTo>
                  <a:lnTo>
                    <a:pt x="3717" y="12224"/>
                  </a:lnTo>
                  <a:lnTo>
                    <a:pt x="3599" y="12184"/>
                  </a:lnTo>
                  <a:lnTo>
                    <a:pt x="3471" y="12155"/>
                  </a:lnTo>
                  <a:lnTo>
                    <a:pt x="3344" y="12145"/>
                  </a:lnTo>
                  <a:lnTo>
                    <a:pt x="3245" y="12155"/>
                  </a:lnTo>
                  <a:lnTo>
                    <a:pt x="3147" y="12165"/>
                  </a:lnTo>
                  <a:lnTo>
                    <a:pt x="3058" y="12184"/>
                  </a:lnTo>
                  <a:lnTo>
                    <a:pt x="2970" y="12224"/>
                  </a:lnTo>
                  <a:lnTo>
                    <a:pt x="2891" y="12263"/>
                  </a:lnTo>
                  <a:lnTo>
                    <a:pt x="2813" y="12312"/>
                  </a:lnTo>
                  <a:lnTo>
                    <a:pt x="2734" y="12361"/>
                  </a:lnTo>
                  <a:lnTo>
                    <a:pt x="2675" y="12420"/>
                  </a:lnTo>
                  <a:lnTo>
                    <a:pt x="2606" y="12489"/>
                  </a:lnTo>
                  <a:lnTo>
                    <a:pt x="2557" y="12568"/>
                  </a:lnTo>
                  <a:lnTo>
                    <a:pt x="2508" y="12647"/>
                  </a:lnTo>
                  <a:lnTo>
                    <a:pt x="2468" y="12725"/>
                  </a:lnTo>
                  <a:lnTo>
                    <a:pt x="2439" y="12814"/>
                  </a:lnTo>
                  <a:lnTo>
                    <a:pt x="2409" y="12902"/>
                  </a:lnTo>
                  <a:lnTo>
                    <a:pt x="2400" y="13001"/>
                  </a:lnTo>
                  <a:lnTo>
                    <a:pt x="2390" y="13099"/>
                  </a:lnTo>
                  <a:lnTo>
                    <a:pt x="2400" y="13197"/>
                  </a:lnTo>
                  <a:lnTo>
                    <a:pt x="2409" y="13286"/>
                  </a:lnTo>
                  <a:lnTo>
                    <a:pt x="2439" y="13384"/>
                  </a:lnTo>
                  <a:lnTo>
                    <a:pt x="2468" y="13473"/>
                  </a:lnTo>
                  <a:lnTo>
                    <a:pt x="2508" y="13551"/>
                  </a:lnTo>
                  <a:lnTo>
                    <a:pt x="2557" y="13630"/>
                  </a:lnTo>
                  <a:lnTo>
                    <a:pt x="2606" y="13699"/>
                  </a:lnTo>
                  <a:lnTo>
                    <a:pt x="2675" y="13768"/>
                  </a:lnTo>
                  <a:lnTo>
                    <a:pt x="2734" y="13836"/>
                  </a:lnTo>
                  <a:lnTo>
                    <a:pt x="2813" y="13886"/>
                  </a:lnTo>
                  <a:lnTo>
                    <a:pt x="2891" y="13935"/>
                  </a:lnTo>
                  <a:lnTo>
                    <a:pt x="2970" y="13974"/>
                  </a:lnTo>
                  <a:lnTo>
                    <a:pt x="3058" y="14004"/>
                  </a:lnTo>
                  <a:lnTo>
                    <a:pt x="3147" y="14033"/>
                  </a:lnTo>
                  <a:lnTo>
                    <a:pt x="3245" y="14043"/>
                  </a:lnTo>
                  <a:lnTo>
                    <a:pt x="3344" y="14053"/>
                  </a:lnTo>
                  <a:lnTo>
                    <a:pt x="3471" y="14043"/>
                  </a:lnTo>
                  <a:lnTo>
                    <a:pt x="3599" y="14013"/>
                  </a:lnTo>
                  <a:lnTo>
                    <a:pt x="3717" y="13974"/>
                  </a:lnTo>
                  <a:lnTo>
                    <a:pt x="3825" y="13915"/>
                  </a:lnTo>
                  <a:lnTo>
                    <a:pt x="3924" y="13846"/>
                  </a:lnTo>
                  <a:lnTo>
                    <a:pt x="4022" y="13768"/>
                  </a:lnTo>
                  <a:lnTo>
                    <a:pt x="4101" y="13679"/>
                  </a:lnTo>
                  <a:lnTo>
                    <a:pt x="4170" y="13571"/>
                  </a:lnTo>
                  <a:lnTo>
                    <a:pt x="6195" y="13571"/>
                  </a:lnTo>
                  <a:lnTo>
                    <a:pt x="6195" y="12617"/>
                  </a:lnTo>
                  <a:lnTo>
                    <a:pt x="6195" y="11299"/>
                  </a:lnTo>
                  <a:lnTo>
                    <a:pt x="9057" y="11299"/>
                  </a:lnTo>
                  <a:lnTo>
                    <a:pt x="9057" y="12617"/>
                  </a:lnTo>
                  <a:lnTo>
                    <a:pt x="9057" y="13571"/>
                  </a:lnTo>
                  <a:lnTo>
                    <a:pt x="11082" y="13571"/>
                  </a:lnTo>
                  <a:lnTo>
                    <a:pt x="11151" y="13679"/>
                  </a:lnTo>
                  <a:lnTo>
                    <a:pt x="11230" y="13768"/>
                  </a:lnTo>
                  <a:lnTo>
                    <a:pt x="11328" y="13846"/>
                  </a:lnTo>
                  <a:lnTo>
                    <a:pt x="11427" y="13915"/>
                  </a:lnTo>
                  <a:lnTo>
                    <a:pt x="11535" y="13974"/>
                  </a:lnTo>
                  <a:lnTo>
                    <a:pt x="11653" y="14013"/>
                  </a:lnTo>
                  <a:lnTo>
                    <a:pt x="11781" y="14043"/>
                  </a:lnTo>
                  <a:lnTo>
                    <a:pt x="11908" y="14053"/>
                  </a:lnTo>
                  <a:lnTo>
                    <a:pt x="12007" y="14043"/>
                  </a:lnTo>
                  <a:lnTo>
                    <a:pt x="12095" y="14033"/>
                  </a:lnTo>
                  <a:lnTo>
                    <a:pt x="12194" y="14004"/>
                  </a:lnTo>
                  <a:lnTo>
                    <a:pt x="12282" y="13974"/>
                  </a:lnTo>
                  <a:lnTo>
                    <a:pt x="12361" y="13935"/>
                  </a:lnTo>
                  <a:lnTo>
                    <a:pt x="12439" y="13886"/>
                  </a:lnTo>
                  <a:lnTo>
                    <a:pt x="12508" y="13836"/>
                  </a:lnTo>
                  <a:lnTo>
                    <a:pt x="12577" y="13768"/>
                  </a:lnTo>
                  <a:lnTo>
                    <a:pt x="12646" y="13699"/>
                  </a:lnTo>
                  <a:lnTo>
                    <a:pt x="12695" y="13630"/>
                  </a:lnTo>
                  <a:lnTo>
                    <a:pt x="12744" y="13551"/>
                  </a:lnTo>
                  <a:lnTo>
                    <a:pt x="12784" y="13473"/>
                  </a:lnTo>
                  <a:lnTo>
                    <a:pt x="12813" y="13384"/>
                  </a:lnTo>
                  <a:lnTo>
                    <a:pt x="12843" y="13286"/>
                  </a:lnTo>
                  <a:lnTo>
                    <a:pt x="12852" y="13197"/>
                  </a:lnTo>
                  <a:lnTo>
                    <a:pt x="12862" y="13099"/>
                  </a:lnTo>
                  <a:lnTo>
                    <a:pt x="12852" y="13001"/>
                  </a:lnTo>
                  <a:lnTo>
                    <a:pt x="12843" y="12902"/>
                  </a:lnTo>
                  <a:lnTo>
                    <a:pt x="12813" y="12814"/>
                  </a:lnTo>
                  <a:lnTo>
                    <a:pt x="12784" y="12725"/>
                  </a:lnTo>
                  <a:lnTo>
                    <a:pt x="12744" y="12647"/>
                  </a:lnTo>
                  <a:lnTo>
                    <a:pt x="12695" y="12568"/>
                  </a:lnTo>
                  <a:lnTo>
                    <a:pt x="12646" y="12489"/>
                  </a:lnTo>
                  <a:lnTo>
                    <a:pt x="12577" y="12420"/>
                  </a:lnTo>
                  <a:lnTo>
                    <a:pt x="12508" y="12361"/>
                  </a:lnTo>
                  <a:lnTo>
                    <a:pt x="12439" y="12312"/>
                  </a:lnTo>
                  <a:lnTo>
                    <a:pt x="12361" y="12263"/>
                  </a:lnTo>
                  <a:lnTo>
                    <a:pt x="12282" y="12224"/>
                  </a:lnTo>
                  <a:lnTo>
                    <a:pt x="12194" y="12184"/>
                  </a:lnTo>
                  <a:lnTo>
                    <a:pt x="12095" y="12165"/>
                  </a:lnTo>
                  <a:lnTo>
                    <a:pt x="12007" y="12155"/>
                  </a:lnTo>
                  <a:lnTo>
                    <a:pt x="11908" y="12145"/>
                  </a:lnTo>
                  <a:lnTo>
                    <a:pt x="11781" y="12155"/>
                  </a:lnTo>
                  <a:lnTo>
                    <a:pt x="11653" y="12184"/>
                  </a:lnTo>
                  <a:lnTo>
                    <a:pt x="11535" y="12224"/>
                  </a:lnTo>
                  <a:lnTo>
                    <a:pt x="11427" y="12273"/>
                  </a:lnTo>
                  <a:lnTo>
                    <a:pt x="11328" y="12342"/>
                  </a:lnTo>
                  <a:lnTo>
                    <a:pt x="11230" y="12430"/>
                  </a:lnTo>
                  <a:lnTo>
                    <a:pt x="11151" y="12519"/>
                  </a:lnTo>
                  <a:lnTo>
                    <a:pt x="11082" y="12617"/>
                  </a:lnTo>
                  <a:lnTo>
                    <a:pt x="10011" y="12617"/>
                  </a:lnTo>
                  <a:lnTo>
                    <a:pt x="10011" y="11299"/>
                  </a:lnTo>
                  <a:lnTo>
                    <a:pt x="11908" y="11299"/>
                  </a:lnTo>
                  <a:lnTo>
                    <a:pt x="11908" y="9402"/>
                  </a:lnTo>
                  <a:lnTo>
                    <a:pt x="13482" y="9402"/>
                  </a:lnTo>
                  <a:lnTo>
                    <a:pt x="13551" y="9500"/>
                  </a:lnTo>
                  <a:lnTo>
                    <a:pt x="13629" y="9598"/>
                  </a:lnTo>
                  <a:lnTo>
                    <a:pt x="13718" y="9677"/>
                  </a:lnTo>
                  <a:lnTo>
                    <a:pt x="13826" y="9746"/>
                  </a:lnTo>
                  <a:lnTo>
                    <a:pt x="13934" y="9805"/>
                  </a:lnTo>
                  <a:lnTo>
                    <a:pt x="14052" y="9844"/>
                  </a:lnTo>
                  <a:lnTo>
                    <a:pt x="14180" y="9864"/>
                  </a:lnTo>
                  <a:lnTo>
                    <a:pt x="14308" y="9874"/>
                  </a:lnTo>
                  <a:lnTo>
                    <a:pt x="14406" y="9874"/>
                  </a:lnTo>
                  <a:lnTo>
                    <a:pt x="14495" y="9854"/>
                  </a:lnTo>
                  <a:lnTo>
                    <a:pt x="14593" y="9834"/>
                  </a:lnTo>
                  <a:lnTo>
                    <a:pt x="14672" y="9805"/>
                  </a:lnTo>
                  <a:lnTo>
                    <a:pt x="14760" y="9765"/>
                  </a:lnTo>
                  <a:lnTo>
                    <a:pt x="14839" y="9716"/>
                  </a:lnTo>
                  <a:lnTo>
                    <a:pt x="14908" y="9657"/>
                  </a:lnTo>
                  <a:lnTo>
                    <a:pt x="14976" y="9598"/>
                  </a:lnTo>
                  <a:lnTo>
                    <a:pt x="15035" y="9529"/>
                  </a:lnTo>
                  <a:lnTo>
                    <a:pt x="15094" y="9461"/>
                  </a:lnTo>
                  <a:lnTo>
                    <a:pt x="15144" y="9382"/>
                  </a:lnTo>
                  <a:lnTo>
                    <a:pt x="15183" y="9293"/>
                  </a:lnTo>
                  <a:lnTo>
                    <a:pt x="15212" y="9205"/>
                  </a:lnTo>
                  <a:lnTo>
                    <a:pt x="15242" y="9116"/>
                  </a:lnTo>
                  <a:lnTo>
                    <a:pt x="15252" y="9018"/>
                  </a:lnTo>
                  <a:lnTo>
                    <a:pt x="15262" y="8930"/>
                  </a:lnTo>
                  <a:lnTo>
                    <a:pt x="15252" y="8831"/>
                  </a:lnTo>
                  <a:lnTo>
                    <a:pt x="15242" y="8733"/>
                  </a:lnTo>
                  <a:lnTo>
                    <a:pt x="15212" y="8644"/>
                  </a:lnTo>
                  <a:lnTo>
                    <a:pt x="15183" y="8556"/>
                  </a:lnTo>
                  <a:lnTo>
                    <a:pt x="15144" y="8467"/>
                  </a:lnTo>
                  <a:lnTo>
                    <a:pt x="15094" y="8389"/>
                  </a:lnTo>
                  <a:lnTo>
                    <a:pt x="15035" y="8320"/>
                  </a:lnTo>
                  <a:lnTo>
                    <a:pt x="14976" y="8251"/>
                  </a:lnTo>
                  <a:lnTo>
                    <a:pt x="14908" y="8192"/>
                  </a:lnTo>
                  <a:lnTo>
                    <a:pt x="14839" y="8133"/>
                  </a:lnTo>
                  <a:lnTo>
                    <a:pt x="14760" y="8084"/>
                  </a:lnTo>
                  <a:lnTo>
                    <a:pt x="14672" y="8045"/>
                  </a:lnTo>
                  <a:lnTo>
                    <a:pt x="14593" y="8015"/>
                  </a:lnTo>
                  <a:lnTo>
                    <a:pt x="14495" y="7995"/>
                  </a:lnTo>
                  <a:lnTo>
                    <a:pt x="14406" y="7976"/>
                  </a:lnTo>
                  <a:lnTo>
                    <a:pt x="14308" y="7976"/>
                  </a:lnTo>
                  <a:lnTo>
                    <a:pt x="14180" y="7986"/>
                  </a:lnTo>
                  <a:lnTo>
                    <a:pt x="14052" y="8005"/>
                  </a:lnTo>
                  <a:lnTo>
                    <a:pt x="13934" y="8045"/>
                  </a:lnTo>
                  <a:lnTo>
                    <a:pt x="13826" y="8104"/>
                  </a:lnTo>
                  <a:lnTo>
                    <a:pt x="13718" y="8172"/>
                  </a:lnTo>
                  <a:lnTo>
                    <a:pt x="13629" y="8251"/>
                  </a:lnTo>
                  <a:lnTo>
                    <a:pt x="13551" y="8349"/>
                  </a:lnTo>
                  <a:lnTo>
                    <a:pt x="13482" y="8448"/>
                  </a:lnTo>
                  <a:lnTo>
                    <a:pt x="11908" y="8448"/>
                  </a:lnTo>
                  <a:lnTo>
                    <a:pt x="11908" y="5596"/>
                  </a:lnTo>
                  <a:lnTo>
                    <a:pt x="13482" y="5596"/>
                  </a:lnTo>
                  <a:lnTo>
                    <a:pt x="13551" y="5694"/>
                  </a:lnTo>
                  <a:lnTo>
                    <a:pt x="13629" y="5793"/>
                  </a:lnTo>
                  <a:lnTo>
                    <a:pt x="13718" y="5871"/>
                  </a:lnTo>
                  <a:lnTo>
                    <a:pt x="13826" y="5940"/>
                  </a:lnTo>
                  <a:lnTo>
                    <a:pt x="13934" y="5999"/>
                  </a:lnTo>
                  <a:lnTo>
                    <a:pt x="14052" y="6039"/>
                  </a:lnTo>
                  <a:lnTo>
                    <a:pt x="14180" y="6058"/>
                  </a:lnTo>
                  <a:lnTo>
                    <a:pt x="14308" y="6068"/>
                  </a:lnTo>
                  <a:lnTo>
                    <a:pt x="14406" y="6068"/>
                  </a:lnTo>
                  <a:lnTo>
                    <a:pt x="14495" y="6048"/>
                  </a:lnTo>
                  <a:lnTo>
                    <a:pt x="14593" y="6029"/>
                  </a:lnTo>
                  <a:lnTo>
                    <a:pt x="14672" y="5999"/>
                  </a:lnTo>
                  <a:lnTo>
                    <a:pt x="14760" y="5960"/>
                  </a:lnTo>
                  <a:lnTo>
                    <a:pt x="14839" y="5911"/>
                  </a:lnTo>
                  <a:lnTo>
                    <a:pt x="14908" y="5852"/>
                  </a:lnTo>
                  <a:lnTo>
                    <a:pt x="14976" y="5793"/>
                  </a:lnTo>
                  <a:lnTo>
                    <a:pt x="15035" y="5724"/>
                  </a:lnTo>
                  <a:lnTo>
                    <a:pt x="15094" y="5655"/>
                  </a:lnTo>
                  <a:lnTo>
                    <a:pt x="15144" y="5576"/>
                  </a:lnTo>
                  <a:lnTo>
                    <a:pt x="15183" y="5488"/>
                  </a:lnTo>
                  <a:lnTo>
                    <a:pt x="15212" y="5399"/>
                  </a:lnTo>
                  <a:lnTo>
                    <a:pt x="15242" y="5311"/>
                  </a:lnTo>
                  <a:lnTo>
                    <a:pt x="15252" y="5213"/>
                  </a:lnTo>
                  <a:lnTo>
                    <a:pt x="15262" y="5124"/>
                  </a:lnTo>
                  <a:lnTo>
                    <a:pt x="15252" y="5026"/>
                  </a:lnTo>
                  <a:lnTo>
                    <a:pt x="15242" y="4927"/>
                  </a:lnTo>
                  <a:lnTo>
                    <a:pt x="15212" y="4839"/>
                  </a:lnTo>
                  <a:lnTo>
                    <a:pt x="15183" y="4750"/>
                  </a:lnTo>
                  <a:lnTo>
                    <a:pt x="15144" y="4662"/>
                  </a:lnTo>
                  <a:lnTo>
                    <a:pt x="15094" y="4583"/>
                  </a:lnTo>
                  <a:lnTo>
                    <a:pt x="15035" y="4514"/>
                  </a:lnTo>
                  <a:lnTo>
                    <a:pt x="14976" y="4446"/>
                  </a:lnTo>
                  <a:lnTo>
                    <a:pt x="14908" y="4387"/>
                  </a:lnTo>
                  <a:lnTo>
                    <a:pt x="14839" y="4328"/>
                  </a:lnTo>
                  <a:lnTo>
                    <a:pt x="14760" y="4278"/>
                  </a:lnTo>
                  <a:lnTo>
                    <a:pt x="14672" y="4239"/>
                  </a:lnTo>
                  <a:lnTo>
                    <a:pt x="14593" y="4210"/>
                  </a:lnTo>
                  <a:lnTo>
                    <a:pt x="14495" y="4190"/>
                  </a:lnTo>
                  <a:lnTo>
                    <a:pt x="14406" y="4170"/>
                  </a:lnTo>
                  <a:lnTo>
                    <a:pt x="14308" y="4170"/>
                  </a:lnTo>
                  <a:lnTo>
                    <a:pt x="14180" y="4180"/>
                  </a:lnTo>
                  <a:lnTo>
                    <a:pt x="14052" y="4200"/>
                  </a:lnTo>
                  <a:lnTo>
                    <a:pt x="13934" y="4239"/>
                  </a:lnTo>
                  <a:lnTo>
                    <a:pt x="13826" y="4298"/>
                  </a:lnTo>
                  <a:lnTo>
                    <a:pt x="13718" y="4367"/>
                  </a:lnTo>
                  <a:lnTo>
                    <a:pt x="13629" y="4446"/>
                  </a:lnTo>
                  <a:lnTo>
                    <a:pt x="13551" y="4544"/>
                  </a:lnTo>
                  <a:lnTo>
                    <a:pt x="13482" y="4642"/>
                  </a:lnTo>
                  <a:lnTo>
                    <a:pt x="11908" y="4642"/>
                  </a:lnTo>
                  <a:lnTo>
                    <a:pt x="11908" y="2744"/>
                  </a:lnTo>
                  <a:lnTo>
                    <a:pt x="10011" y="2744"/>
                  </a:lnTo>
                  <a:lnTo>
                    <a:pt x="10011" y="1427"/>
                  </a:lnTo>
                  <a:lnTo>
                    <a:pt x="11082" y="1427"/>
                  </a:lnTo>
                  <a:lnTo>
                    <a:pt x="11151" y="1535"/>
                  </a:lnTo>
                  <a:lnTo>
                    <a:pt x="11230" y="1623"/>
                  </a:lnTo>
                  <a:lnTo>
                    <a:pt x="11328" y="1702"/>
                  </a:lnTo>
                  <a:lnTo>
                    <a:pt x="11427" y="1771"/>
                  </a:lnTo>
                  <a:lnTo>
                    <a:pt x="11535" y="1830"/>
                  </a:lnTo>
                  <a:lnTo>
                    <a:pt x="11653" y="1869"/>
                  </a:lnTo>
                  <a:lnTo>
                    <a:pt x="11781" y="1899"/>
                  </a:lnTo>
                  <a:lnTo>
                    <a:pt x="11908" y="1909"/>
                  </a:lnTo>
                  <a:lnTo>
                    <a:pt x="12007" y="1899"/>
                  </a:lnTo>
                  <a:lnTo>
                    <a:pt x="12095" y="1889"/>
                  </a:lnTo>
                  <a:lnTo>
                    <a:pt x="12194" y="1859"/>
                  </a:lnTo>
                  <a:lnTo>
                    <a:pt x="12282" y="1830"/>
                  </a:lnTo>
                  <a:lnTo>
                    <a:pt x="12361" y="1791"/>
                  </a:lnTo>
                  <a:lnTo>
                    <a:pt x="12439" y="1741"/>
                  </a:lnTo>
                  <a:lnTo>
                    <a:pt x="12508" y="1692"/>
                  </a:lnTo>
                  <a:lnTo>
                    <a:pt x="12577" y="1623"/>
                  </a:lnTo>
                  <a:lnTo>
                    <a:pt x="12646" y="1564"/>
                  </a:lnTo>
                  <a:lnTo>
                    <a:pt x="12695" y="1486"/>
                  </a:lnTo>
                  <a:lnTo>
                    <a:pt x="12744" y="1407"/>
                  </a:lnTo>
                  <a:lnTo>
                    <a:pt x="12784" y="1328"/>
                  </a:lnTo>
                  <a:lnTo>
                    <a:pt x="12813" y="1240"/>
                  </a:lnTo>
                  <a:lnTo>
                    <a:pt x="12843" y="1151"/>
                  </a:lnTo>
                  <a:lnTo>
                    <a:pt x="12852" y="1053"/>
                  </a:lnTo>
                  <a:lnTo>
                    <a:pt x="12862" y="955"/>
                  </a:lnTo>
                  <a:lnTo>
                    <a:pt x="12852" y="856"/>
                  </a:lnTo>
                  <a:lnTo>
                    <a:pt x="12843" y="768"/>
                  </a:lnTo>
                  <a:lnTo>
                    <a:pt x="12813" y="670"/>
                  </a:lnTo>
                  <a:lnTo>
                    <a:pt x="12784" y="581"/>
                  </a:lnTo>
                  <a:lnTo>
                    <a:pt x="12744" y="502"/>
                  </a:lnTo>
                  <a:lnTo>
                    <a:pt x="12695" y="424"/>
                  </a:lnTo>
                  <a:lnTo>
                    <a:pt x="12646" y="355"/>
                  </a:lnTo>
                  <a:lnTo>
                    <a:pt x="12577" y="286"/>
                  </a:lnTo>
                  <a:lnTo>
                    <a:pt x="12508" y="217"/>
                  </a:lnTo>
                  <a:lnTo>
                    <a:pt x="12439" y="168"/>
                  </a:lnTo>
                  <a:lnTo>
                    <a:pt x="12361" y="119"/>
                  </a:lnTo>
                  <a:lnTo>
                    <a:pt x="12282" y="80"/>
                  </a:lnTo>
                  <a:lnTo>
                    <a:pt x="12194" y="50"/>
                  </a:lnTo>
                  <a:lnTo>
                    <a:pt x="12095" y="21"/>
                  </a:lnTo>
                  <a:lnTo>
                    <a:pt x="12007" y="11"/>
                  </a:lnTo>
                  <a:lnTo>
                    <a:pt x="11908" y="1"/>
                  </a:lnTo>
                  <a:lnTo>
                    <a:pt x="11781" y="11"/>
                  </a:lnTo>
                  <a:lnTo>
                    <a:pt x="11653" y="40"/>
                  </a:lnTo>
                  <a:lnTo>
                    <a:pt x="11535" y="80"/>
                  </a:lnTo>
                  <a:lnTo>
                    <a:pt x="11427" y="139"/>
                  </a:lnTo>
                  <a:lnTo>
                    <a:pt x="11328" y="207"/>
                  </a:lnTo>
                  <a:lnTo>
                    <a:pt x="11230" y="286"/>
                  </a:lnTo>
                  <a:lnTo>
                    <a:pt x="11151" y="375"/>
                  </a:lnTo>
                  <a:lnTo>
                    <a:pt x="11082" y="483"/>
                  </a:lnTo>
                  <a:lnTo>
                    <a:pt x="9057" y="483"/>
                  </a:lnTo>
                  <a:lnTo>
                    <a:pt x="9057" y="1427"/>
                  </a:lnTo>
                  <a:lnTo>
                    <a:pt x="9057" y="2744"/>
                  </a:lnTo>
                  <a:lnTo>
                    <a:pt x="6195" y="2744"/>
                  </a:lnTo>
                  <a:lnTo>
                    <a:pt x="6195" y="483"/>
                  </a:lnTo>
                  <a:lnTo>
                    <a:pt x="4170" y="483"/>
                  </a:lnTo>
                  <a:lnTo>
                    <a:pt x="4101" y="375"/>
                  </a:lnTo>
                  <a:lnTo>
                    <a:pt x="4022" y="286"/>
                  </a:lnTo>
                  <a:lnTo>
                    <a:pt x="3924" y="207"/>
                  </a:lnTo>
                  <a:lnTo>
                    <a:pt x="3825" y="139"/>
                  </a:lnTo>
                  <a:lnTo>
                    <a:pt x="3717" y="80"/>
                  </a:lnTo>
                  <a:lnTo>
                    <a:pt x="3599" y="40"/>
                  </a:lnTo>
                  <a:lnTo>
                    <a:pt x="3471" y="11"/>
                  </a:lnTo>
                  <a:lnTo>
                    <a:pt x="334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40" name="Google Shape;1440;p102"/>
          <p:cNvGrpSpPr/>
          <p:nvPr/>
        </p:nvGrpSpPr>
        <p:grpSpPr>
          <a:xfrm>
            <a:off x="7358861" y="3548882"/>
            <a:ext cx="283807" cy="269231"/>
            <a:chOff x="3479450" y="1575950"/>
            <a:chExt cx="386975" cy="367050"/>
          </a:xfrm>
        </p:grpSpPr>
        <p:sp>
          <p:nvSpPr>
            <p:cNvPr id="1441" name="Google Shape;1441;p102"/>
            <p:cNvSpPr/>
            <p:nvPr/>
          </p:nvSpPr>
          <p:spPr>
            <a:xfrm>
              <a:off x="3626475" y="1835050"/>
              <a:ext cx="92950" cy="23625"/>
            </a:xfrm>
            <a:custGeom>
              <a:avLst/>
              <a:gdLst/>
              <a:ahLst/>
              <a:cxnLst/>
              <a:rect l="l" t="t" r="r" b="b"/>
              <a:pathLst>
                <a:path w="3718" h="945" extrusionOk="0">
                  <a:moveTo>
                    <a:pt x="0" y="0"/>
                  </a:moveTo>
                  <a:lnTo>
                    <a:pt x="0" y="944"/>
                  </a:lnTo>
                  <a:lnTo>
                    <a:pt x="3717" y="944"/>
                  </a:lnTo>
                  <a:lnTo>
                    <a:pt x="371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2" name="Google Shape;1442;p102"/>
            <p:cNvSpPr/>
            <p:nvPr/>
          </p:nvSpPr>
          <p:spPr>
            <a:xfrm>
              <a:off x="3479450" y="1575950"/>
              <a:ext cx="386975" cy="367050"/>
            </a:xfrm>
            <a:custGeom>
              <a:avLst/>
              <a:gdLst/>
              <a:ahLst/>
              <a:cxnLst/>
              <a:rect l="l" t="t" r="r" b="b"/>
              <a:pathLst>
                <a:path w="15479" h="14682" extrusionOk="0">
                  <a:moveTo>
                    <a:pt x="7858" y="954"/>
                  </a:moveTo>
                  <a:lnTo>
                    <a:pt x="7976" y="974"/>
                  </a:lnTo>
                  <a:lnTo>
                    <a:pt x="8084" y="1003"/>
                  </a:lnTo>
                  <a:lnTo>
                    <a:pt x="8182" y="1042"/>
                  </a:lnTo>
                  <a:lnTo>
                    <a:pt x="8291" y="1092"/>
                  </a:lnTo>
                  <a:lnTo>
                    <a:pt x="8379" y="1151"/>
                  </a:lnTo>
                  <a:lnTo>
                    <a:pt x="8468" y="1210"/>
                  </a:lnTo>
                  <a:lnTo>
                    <a:pt x="8546" y="1288"/>
                  </a:lnTo>
                  <a:lnTo>
                    <a:pt x="8625" y="1367"/>
                  </a:lnTo>
                  <a:lnTo>
                    <a:pt x="8694" y="1455"/>
                  </a:lnTo>
                  <a:lnTo>
                    <a:pt x="8743" y="1554"/>
                  </a:lnTo>
                  <a:lnTo>
                    <a:pt x="8792" y="1652"/>
                  </a:lnTo>
                  <a:lnTo>
                    <a:pt x="8831" y="1750"/>
                  </a:lnTo>
                  <a:lnTo>
                    <a:pt x="8861" y="1868"/>
                  </a:lnTo>
                  <a:lnTo>
                    <a:pt x="8881" y="1977"/>
                  </a:lnTo>
                  <a:lnTo>
                    <a:pt x="8881" y="2095"/>
                  </a:lnTo>
                  <a:lnTo>
                    <a:pt x="8881" y="2213"/>
                  </a:lnTo>
                  <a:lnTo>
                    <a:pt x="8861" y="2321"/>
                  </a:lnTo>
                  <a:lnTo>
                    <a:pt x="8831" y="2429"/>
                  </a:lnTo>
                  <a:lnTo>
                    <a:pt x="8792" y="2537"/>
                  </a:lnTo>
                  <a:lnTo>
                    <a:pt x="8743" y="2635"/>
                  </a:lnTo>
                  <a:lnTo>
                    <a:pt x="8694" y="2734"/>
                  </a:lnTo>
                  <a:lnTo>
                    <a:pt x="8625" y="2822"/>
                  </a:lnTo>
                  <a:lnTo>
                    <a:pt x="8546" y="2901"/>
                  </a:lnTo>
                  <a:lnTo>
                    <a:pt x="8468" y="2980"/>
                  </a:lnTo>
                  <a:lnTo>
                    <a:pt x="8379" y="3039"/>
                  </a:lnTo>
                  <a:lnTo>
                    <a:pt x="8291" y="3098"/>
                  </a:lnTo>
                  <a:lnTo>
                    <a:pt x="8182" y="3147"/>
                  </a:lnTo>
                  <a:lnTo>
                    <a:pt x="8084" y="3186"/>
                  </a:lnTo>
                  <a:lnTo>
                    <a:pt x="7976" y="3216"/>
                  </a:lnTo>
                  <a:lnTo>
                    <a:pt x="7858" y="3235"/>
                  </a:lnTo>
                  <a:lnTo>
                    <a:pt x="7622" y="3235"/>
                  </a:lnTo>
                  <a:lnTo>
                    <a:pt x="7514" y="3216"/>
                  </a:lnTo>
                  <a:lnTo>
                    <a:pt x="7406" y="3186"/>
                  </a:lnTo>
                  <a:lnTo>
                    <a:pt x="7297" y="3147"/>
                  </a:lnTo>
                  <a:lnTo>
                    <a:pt x="7199" y="3098"/>
                  </a:lnTo>
                  <a:lnTo>
                    <a:pt x="7101" y="3039"/>
                  </a:lnTo>
                  <a:lnTo>
                    <a:pt x="7012" y="2980"/>
                  </a:lnTo>
                  <a:lnTo>
                    <a:pt x="6934" y="2901"/>
                  </a:lnTo>
                  <a:lnTo>
                    <a:pt x="6865" y="2822"/>
                  </a:lnTo>
                  <a:lnTo>
                    <a:pt x="6796" y="2734"/>
                  </a:lnTo>
                  <a:lnTo>
                    <a:pt x="6737" y="2635"/>
                  </a:lnTo>
                  <a:lnTo>
                    <a:pt x="6688" y="2537"/>
                  </a:lnTo>
                  <a:lnTo>
                    <a:pt x="6648" y="2429"/>
                  </a:lnTo>
                  <a:lnTo>
                    <a:pt x="6629" y="2321"/>
                  </a:lnTo>
                  <a:lnTo>
                    <a:pt x="6609" y="2213"/>
                  </a:lnTo>
                  <a:lnTo>
                    <a:pt x="6599" y="2095"/>
                  </a:lnTo>
                  <a:lnTo>
                    <a:pt x="6609" y="1977"/>
                  </a:lnTo>
                  <a:lnTo>
                    <a:pt x="6629" y="1868"/>
                  </a:lnTo>
                  <a:lnTo>
                    <a:pt x="6648" y="1750"/>
                  </a:lnTo>
                  <a:lnTo>
                    <a:pt x="6688" y="1652"/>
                  </a:lnTo>
                  <a:lnTo>
                    <a:pt x="6737" y="1554"/>
                  </a:lnTo>
                  <a:lnTo>
                    <a:pt x="6796" y="1455"/>
                  </a:lnTo>
                  <a:lnTo>
                    <a:pt x="6865" y="1367"/>
                  </a:lnTo>
                  <a:lnTo>
                    <a:pt x="6934" y="1288"/>
                  </a:lnTo>
                  <a:lnTo>
                    <a:pt x="7012" y="1210"/>
                  </a:lnTo>
                  <a:lnTo>
                    <a:pt x="7101" y="1151"/>
                  </a:lnTo>
                  <a:lnTo>
                    <a:pt x="7199" y="1092"/>
                  </a:lnTo>
                  <a:lnTo>
                    <a:pt x="7297" y="1042"/>
                  </a:lnTo>
                  <a:lnTo>
                    <a:pt x="7406" y="1003"/>
                  </a:lnTo>
                  <a:lnTo>
                    <a:pt x="7514" y="974"/>
                  </a:lnTo>
                  <a:lnTo>
                    <a:pt x="7622" y="954"/>
                  </a:lnTo>
                  <a:close/>
                  <a:moveTo>
                    <a:pt x="8025" y="4169"/>
                  </a:moveTo>
                  <a:lnTo>
                    <a:pt x="8025" y="4661"/>
                  </a:lnTo>
                  <a:lnTo>
                    <a:pt x="7465" y="4661"/>
                  </a:lnTo>
                  <a:lnTo>
                    <a:pt x="7465" y="4169"/>
                  </a:lnTo>
                  <a:lnTo>
                    <a:pt x="7602" y="4179"/>
                  </a:lnTo>
                  <a:lnTo>
                    <a:pt x="7740" y="4189"/>
                  </a:lnTo>
                  <a:lnTo>
                    <a:pt x="7887" y="4179"/>
                  </a:lnTo>
                  <a:lnTo>
                    <a:pt x="8025" y="4169"/>
                  </a:lnTo>
                  <a:close/>
                  <a:moveTo>
                    <a:pt x="1427" y="7031"/>
                  </a:moveTo>
                  <a:lnTo>
                    <a:pt x="1427" y="10364"/>
                  </a:lnTo>
                  <a:lnTo>
                    <a:pt x="955" y="10364"/>
                  </a:lnTo>
                  <a:lnTo>
                    <a:pt x="955" y="7031"/>
                  </a:lnTo>
                  <a:close/>
                  <a:moveTo>
                    <a:pt x="14535" y="7031"/>
                  </a:moveTo>
                  <a:lnTo>
                    <a:pt x="14535" y="10364"/>
                  </a:lnTo>
                  <a:lnTo>
                    <a:pt x="14053" y="10364"/>
                  </a:lnTo>
                  <a:lnTo>
                    <a:pt x="14053" y="7031"/>
                  </a:lnTo>
                  <a:close/>
                  <a:moveTo>
                    <a:pt x="13109" y="5615"/>
                  </a:moveTo>
                  <a:lnTo>
                    <a:pt x="13109" y="12125"/>
                  </a:lnTo>
                  <a:lnTo>
                    <a:pt x="2381" y="12125"/>
                  </a:lnTo>
                  <a:lnTo>
                    <a:pt x="2381" y="5615"/>
                  </a:lnTo>
                  <a:close/>
                  <a:moveTo>
                    <a:pt x="9598" y="13078"/>
                  </a:moveTo>
                  <a:lnTo>
                    <a:pt x="9598" y="13737"/>
                  </a:lnTo>
                  <a:lnTo>
                    <a:pt x="5881" y="13737"/>
                  </a:lnTo>
                  <a:lnTo>
                    <a:pt x="5881" y="13078"/>
                  </a:lnTo>
                  <a:close/>
                  <a:moveTo>
                    <a:pt x="7740" y="0"/>
                  </a:moveTo>
                  <a:lnTo>
                    <a:pt x="7533" y="10"/>
                  </a:lnTo>
                  <a:lnTo>
                    <a:pt x="7317" y="39"/>
                  </a:lnTo>
                  <a:lnTo>
                    <a:pt x="7120" y="98"/>
                  </a:lnTo>
                  <a:lnTo>
                    <a:pt x="6924" y="167"/>
                  </a:lnTo>
                  <a:lnTo>
                    <a:pt x="6747" y="256"/>
                  </a:lnTo>
                  <a:lnTo>
                    <a:pt x="6570" y="354"/>
                  </a:lnTo>
                  <a:lnTo>
                    <a:pt x="6412" y="482"/>
                  </a:lnTo>
                  <a:lnTo>
                    <a:pt x="6265" y="620"/>
                  </a:lnTo>
                  <a:lnTo>
                    <a:pt x="6127" y="767"/>
                  </a:lnTo>
                  <a:lnTo>
                    <a:pt x="6009" y="924"/>
                  </a:lnTo>
                  <a:lnTo>
                    <a:pt x="5901" y="1101"/>
                  </a:lnTo>
                  <a:lnTo>
                    <a:pt x="5813" y="1278"/>
                  </a:lnTo>
                  <a:lnTo>
                    <a:pt x="5744" y="1475"/>
                  </a:lnTo>
                  <a:lnTo>
                    <a:pt x="5695" y="1672"/>
                  </a:lnTo>
                  <a:lnTo>
                    <a:pt x="5655" y="1878"/>
                  </a:lnTo>
                  <a:lnTo>
                    <a:pt x="5645" y="2095"/>
                  </a:lnTo>
                  <a:lnTo>
                    <a:pt x="5655" y="2222"/>
                  </a:lnTo>
                  <a:lnTo>
                    <a:pt x="5665" y="2350"/>
                  </a:lnTo>
                  <a:lnTo>
                    <a:pt x="5685" y="2478"/>
                  </a:lnTo>
                  <a:lnTo>
                    <a:pt x="5714" y="2596"/>
                  </a:lnTo>
                  <a:lnTo>
                    <a:pt x="5744" y="2714"/>
                  </a:lnTo>
                  <a:lnTo>
                    <a:pt x="5783" y="2832"/>
                  </a:lnTo>
                  <a:lnTo>
                    <a:pt x="5832" y="2950"/>
                  </a:lnTo>
                  <a:lnTo>
                    <a:pt x="5881" y="3058"/>
                  </a:lnTo>
                  <a:lnTo>
                    <a:pt x="5940" y="3166"/>
                  </a:lnTo>
                  <a:lnTo>
                    <a:pt x="6009" y="3265"/>
                  </a:lnTo>
                  <a:lnTo>
                    <a:pt x="6078" y="3363"/>
                  </a:lnTo>
                  <a:lnTo>
                    <a:pt x="6157" y="3461"/>
                  </a:lnTo>
                  <a:lnTo>
                    <a:pt x="6235" y="3550"/>
                  </a:lnTo>
                  <a:lnTo>
                    <a:pt x="6324" y="3638"/>
                  </a:lnTo>
                  <a:lnTo>
                    <a:pt x="6412" y="3717"/>
                  </a:lnTo>
                  <a:lnTo>
                    <a:pt x="6511" y="3786"/>
                  </a:lnTo>
                  <a:lnTo>
                    <a:pt x="6511" y="4661"/>
                  </a:lnTo>
                  <a:lnTo>
                    <a:pt x="1427" y="4661"/>
                  </a:lnTo>
                  <a:lnTo>
                    <a:pt x="1427" y="4995"/>
                  </a:lnTo>
                  <a:lnTo>
                    <a:pt x="1427" y="5615"/>
                  </a:lnTo>
                  <a:lnTo>
                    <a:pt x="1427" y="6077"/>
                  </a:lnTo>
                  <a:lnTo>
                    <a:pt x="1" y="6077"/>
                  </a:lnTo>
                  <a:lnTo>
                    <a:pt x="1" y="11308"/>
                  </a:lnTo>
                  <a:lnTo>
                    <a:pt x="1427" y="11308"/>
                  </a:lnTo>
                  <a:lnTo>
                    <a:pt x="1427" y="13078"/>
                  </a:lnTo>
                  <a:lnTo>
                    <a:pt x="4937" y="13078"/>
                  </a:lnTo>
                  <a:lnTo>
                    <a:pt x="4937" y="14681"/>
                  </a:lnTo>
                  <a:lnTo>
                    <a:pt x="10552" y="14681"/>
                  </a:lnTo>
                  <a:lnTo>
                    <a:pt x="10552" y="13078"/>
                  </a:lnTo>
                  <a:lnTo>
                    <a:pt x="14053" y="13078"/>
                  </a:lnTo>
                  <a:lnTo>
                    <a:pt x="14053" y="11308"/>
                  </a:lnTo>
                  <a:lnTo>
                    <a:pt x="15479" y="11308"/>
                  </a:lnTo>
                  <a:lnTo>
                    <a:pt x="15479" y="6077"/>
                  </a:lnTo>
                  <a:lnTo>
                    <a:pt x="14053" y="6077"/>
                  </a:lnTo>
                  <a:lnTo>
                    <a:pt x="14053" y="4661"/>
                  </a:lnTo>
                  <a:lnTo>
                    <a:pt x="8969" y="4661"/>
                  </a:lnTo>
                  <a:lnTo>
                    <a:pt x="8969" y="3786"/>
                  </a:lnTo>
                  <a:lnTo>
                    <a:pt x="9067" y="3717"/>
                  </a:lnTo>
                  <a:lnTo>
                    <a:pt x="9156" y="3638"/>
                  </a:lnTo>
                  <a:lnTo>
                    <a:pt x="9244" y="3550"/>
                  </a:lnTo>
                  <a:lnTo>
                    <a:pt x="9333" y="3461"/>
                  </a:lnTo>
                  <a:lnTo>
                    <a:pt x="9402" y="3363"/>
                  </a:lnTo>
                  <a:lnTo>
                    <a:pt x="9480" y="3265"/>
                  </a:lnTo>
                  <a:lnTo>
                    <a:pt x="9539" y="3166"/>
                  </a:lnTo>
                  <a:lnTo>
                    <a:pt x="9598" y="3058"/>
                  </a:lnTo>
                  <a:lnTo>
                    <a:pt x="9657" y="2950"/>
                  </a:lnTo>
                  <a:lnTo>
                    <a:pt x="9697" y="2832"/>
                  </a:lnTo>
                  <a:lnTo>
                    <a:pt x="9746" y="2714"/>
                  </a:lnTo>
                  <a:lnTo>
                    <a:pt x="9775" y="2596"/>
                  </a:lnTo>
                  <a:lnTo>
                    <a:pt x="9805" y="2478"/>
                  </a:lnTo>
                  <a:lnTo>
                    <a:pt x="9825" y="2350"/>
                  </a:lnTo>
                  <a:lnTo>
                    <a:pt x="9834" y="2222"/>
                  </a:lnTo>
                  <a:lnTo>
                    <a:pt x="9834" y="2095"/>
                  </a:lnTo>
                  <a:lnTo>
                    <a:pt x="9825" y="1878"/>
                  </a:lnTo>
                  <a:lnTo>
                    <a:pt x="9795" y="1672"/>
                  </a:lnTo>
                  <a:lnTo>
                    <a:pt x="9746" y="1475"/>
                  </a:lnTo>
                  <a:lnTo>
                    <a:pt x="9667" y="1278"/>
                  </a:lnTo>
                  <a:lnTo>
                    <a:pt x="9579" y="1101"/>
                  </a:lnTo>
                  <a:lnTo>
                    <a:pt x="9480" y="924"/>
                  </a:lnTo>
                  <a:lnTo>
                    <a:pt x="9362" y="767"/>
                  </a:lnTo>
                  <a:lnTo>
                    <a:pt x="9225" y="620"/>
                  </a:lnTo>
                  <a:lnTo>
                    <a:pt x="9077" y="482"/>
                  </a:lnTo>
                  <a:lnTo>
                    <a:pt x="8910" y="354"/>
                  </a:lnTo>
                  <a:lnTo>
                    <a:pt x="8743" y="256"/>
                  </a:lnTo>
                  <a:lnTo>
                    <a:pt x="8556" y="167"/>
                  </a:lnTo>
                  <a:lnTo>
                    <a:pt x="8369" y="98"/>
                  </a:lnTo>
                  <a:lnTo>
                    <a:pt x="8163" y="39"/>
                  </a:lnTo>
                  <a:lnTo>
                    <a:pt x="7956" y="10"/>
                  </a:lnTo>
                  <a:lnTo>
                    <a:pt x="774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3" name="Google Shape;1443;p102"/>
            <p:cNvSpPr/>
            <p:nvPr/>
          </p:nvSpPr>
          <p:spPr>
            <a:xfrm>
              <a:off x="3559100" y="1738925"/>
              <a:ext cx="227675" cy="82875"/>
            </a:xfrm>
            <a:custGeom>
              <a:avLst/>
              <a:gdLst/>
              <a:ahLst/>
              <a:cxnLst/>
              <a:rect l="l" t="t" r="r" b="b"/>
              <a:pathLst>
                <a:path w="9107" h="3315" extrusionOk="0">
                  <a:moveTo>
                    <a:pt x="1732" y="954"/>
                  </a:moveTo>
                  <a:lnTo>
                    <a:pt x="1800" y="964"/>
                  </a:lnTo>
                  <a:lnTo>
                    <a:pt x="1869" y="984"/>
                  </a:lnTo>
                  <a:lnTo>
                    <a:pt x="1938" y="1004"/>
                  </a:lnTo>
                  <a:lnTo>
                    <a:pt x="1997" y="1033"/>
                  </a:lnTo>
                  <a:lnTo>
                    <a:pt x="2056" y="1072"/>
                  </a:lnTo>
                  <a:lnTo>
                    <a:pt x="2115" y="1112"/>
                  </a:lnTo>
                  <a:lnTo>
                    <a:pt x="2164" y="1161"/>
                  </a:lnTo>
                  <a:lnTo>
                    <a:pt x="2204" y="1210"/>
                  </a:lnTo>
                  <a:lnTo>
                    <a:pt x="2243" y="1259"/>
                  </a:lnTo>
                  <a:lnTo>
                    <a:pt x="2282" y="1318"/>
                  </a:lnTo>
                  <a:lnTo>
                    <a:pt x="2312" y="1387"/>
                  </a:lnTo>
                  <a:lnTo>
                    <a:pt x="2341" y="1446"/>
                  </a:lnTo>
                  <a:lnTo>
                    <a:pt x="2351" y="1515"/>
                  </a:lnTo>
                  <a:lnTo>
                    <a:pt x="2361" y="1584"/>
                  </a:lnTo>
                  <a:lnTo>
                    <a:pt x="2371" y="1662"/>
                  </a:lnTo>
                  <a:lnTo>
                    <a:pt x="2361" y="1731"/>
                  </a:lnTo>
                  <a:lnTo>
                    <a:pt x="2351" y="1800"/>
                  </a:lnTo>
                  <a:lnTo>
                    <a:pt x="2341" y="1869"/>
                  </a:lnTo>
                  <a:lnTo>
                    <a:pt x="2312" y="1928"/>
                  </a:lnTo>
                  <a:lnTo>
                    <a:pt x="2282" y="1997"/>
                  </a:lnTo>
                  <a:lnTo>
                    <a:pt x="2243" y="2056"/>
                  </a:lnTo>
                  <a:lnTo>
                    <a:pt x="2204" y="2105"/>
                  </a:lnTo>
                  <a:lnTo>
                    <a:pt x="2164" y="2154"/>
                  </a:lnTo>
                  <a:lnTo>
                    <a:pt x="2115" y="2203"/>
                  </a:lnTo>
                  <a:lnTo>
                    <a:pt x="2056" y="2243"/>
                  </a:lnTo>
                  <a:lnTo>
                    <a:pt x="1997" y="2282"/>
                  </a:lnTo>
                  <a:lnTo>
                    <a:pt x="1938" y="2311"/>
                  </a:lnTo>
                  <a:lnTo>
                    <a:pt x="1869" y="2331"/>
                  </a:lnTo>
                  <a:lnTo>
                    <a:pt x="1800" y="2351"/>
                  </a:lnTo>
                  <a:lnTo>
                    <a:pt x="1732" y="2361"/>
                  </a:lnTo>
                  <a:lnTo>
                    <a:pt x="1594" y="2361"/>
                  </a:lnTo>
                  <a:lnTo>
                    <a:pt x="1515" y="2351"/>
                  </a:lnTo>
                  <a:lnTo>
                    <a:pt x="1456" y="2331"/>
                  </a:lnTo>
                  <a:lnTo>
                    <a:pt x="1387" y="2311"/>
                  </a:lnTo>
                  <a:lnTo>
                    <a:pt x="1328" y="2282"/>
                  </a:lnTo>
                  <a:lnTo>
                    <a:pt x="1269" y="2243"/>
                  </a:lnTo>
                  <a:lnTo>
                    <a:pt x="1210" y="2203"/>
                  </a:lnTo>
                  <a:lnTo>
                    <a:pt x="1161" y="2154"/>
                  </a:lnTo>
                  <a:lnTo>
                    <a:pt x="1122" y="2105"/>
                  </a:lnTo>
                  <a:lnTo>
                    <a:pt x="1073" y="2056"/>
                  </a:lnTo>
                  <a:lnTo>
                    <a:pt x="1043" y="1997"/>
                  </a:lnTo>
                  <a:lnTo>
                    <a:pt x="1014" y="1928"/>
                  </a:lnTo>
                  <a:lnTo>
                    <a:pt x="984" y="1869"/>
                  </a:lnTo>
                  <a:lnTo>
                    <a:pt x="974" y="1800"/>
                  </a:lnTo>
                  <a:lnTo>
                    <a:pt x="955" y="1731"/>
                  </a:lnTo>
                  <a:lnTo>
                    <a:pt x="955" y="1662"/>
                  </a:lnTo>
                  <a:lnTo>
                    <a:pt x="955" y="1584"/>
                  </a:lnTo>
                  <a:lnTo>
                    <a:pt x="974" y="1515"/>
                  </a:lnTo>
                  <a:lnTo>
                    <a:pt x="984" y="1446"/>
                  </a:lnTo>
                  <a:lnTo>
                    <a:pt x="1014" y="1387"/>
                  </a:lnTo>
                  <a:lnTo>
                    <a:pt x="1043" y="1318"/>
                  </a:lnTo>
                  <a:lnTo>
                    <a:pt x="1073" y="1259"/>
                  </a:lnTo>
                  <a:lnTo>
                    <a:pt x="1122" y="1210"/>
                  </a:lnTo>
                  <a:lnTo>
                    <a:pt x="1161" y="1161"/>
                  </a:lnTo>
                  <a:lnTo>
                    <a:pt x="1210" y="1112"/>
                  </a:lnTo>
                  <a:lnTo>
                    <a:pt x="1269" y="1072"/>
                  </a:lnTo>
                  <a:lnTo>
                    <a:pt x="1328" y="1033"/>
                  </a:lnTo>
                  <a:lnTo>
                    <a:pt x="1387" y="1004"/>
                  </a:lnTo>
                  <a:lnTo>
                    <a:pt x="1456" y="984"/>
                  </a:lnTo>
                  <a:lnTo>
                    <a:pt x="1515" y="964"/>
                  </a:lnTo>
                  <a:lnTo>
                    <a:pt x="1594" y="954"/>
                  </a:lnTo>
                  <a:close/>
                  <a:moveTo>
                    <a:pt x="7524" y="954"/>
                  </a:moveTo>
                  <a:lnTo>
                    <a:pt x="7592" y="964"/>
                  </a:lnTo>
                  <a:lnTo>
                    <a:pt x="7661" y="984"/>
                  </a:lnTo>
                  <a:lnTo>
                    <a:pt x="7730" y="1004"/>
                  </a:lnTo>
                  <a:lnTo>
                    <a:pt x="7789" y="1033"/>
                  </a:lnTo>
                  <a:lnTo>
                    <a:pt x="7848" y="1072"/>
                  </a:lnTo>
                  <a:lnTo>
                    <a:pt x="7897" y="1112"/>
                  </a:lnTo>
                  <a:lnTo>
                    <a:pt x="7946" y="1161"/>
                  </a:lnTo>
                  <a:lnTo>
                    <a:pt x="7996" y="1210"/>
                  </a:lnTo>
                  <a:lnTo>
                    <a:pt x="8035" y="1259"/>
                  </a:lnTo>
                  <a:lnTo>
                    <a:pt x="8074" y="1318"/>
                  </a:lnTo>
                  <a:lnTo>
                    <a:pt x="8104" y="1387"/>
                  </a:lnTo>
                  <a:lnTo>
                    <a:pt x="8123" y="1446"/>
                  </a:lnTo>
                  <a:lnTo>
                    <a:pt x="8143" y="1515"/>
                  </a:lnTo>
                  <a:lnTo>
                    <a:pt x="8153" y="1584"/>
                  </a:lnTo>
                  <a:lnTo>
                    <a:pt x="8153" y="1662"/>
                  </a:lnTo>
                  <a:lnTo>
                    <a:pt x="8153" y="1731"/>
                  </a:lnTo>
                  <a:lnTo>
                    <a:pt x="8143" y="1800"/>
                  </a:lnTo>
                  <a:lnTo>
                    <a:pt x="8123" y="1869"/>
                  </a:lnTo>
                  <a:lnTo>
                    <a:pt x="8104" y="1928"/>
                  </a:lnTo>
                  <a:lnTo>
                    <a:pt x="8074" y="1997"/>
                  </a:lnTo>
                  <a:lnTo>
                    <a:pt x="8035" y="2056"/>
                  </a:lnTo>
                  <a:lnTo>
                    <a:pt x="7996" y="2105"/>
                  </a:lnTo>
                  <a:lnTo>
                    <a:pt x="7946" y="2154"/>
                  </a:lnTo>
                  <a:lnTo>
                    <a:pt x="7897" y="2203"/>
                  </a:lnTo>
                  <a:lnTo>
                    <a:pt x="7848" y="2243"/>
                  </a:lnTo>
                  <a:lnTo>
                    <a:pt x="7789" y="2282"/>
                  </a:lnTo>
                  <a:lnTo>
                    <a:pt x="7730" y="2311"/>
                  </a:lnTo>
                  <a:lnTo>
                    <a:pt x="7661" y="2331"/>
                  </a:lnTo>
                  <a:lnTo>
                    <a:pt x="7592" y="2351"/>
                  </a:lnTo>
                  <a:lnTo>
                    <a:pt x="7524" y="2361"/>
                  </a:lnTo>
                  <a:lnTo>
                    <a:pt x="7376" y="2361"/>
                  </a:lnTo>
                  <a:lnTo>
                    <a:pt x="7307" y="2351"/>
                  </a:lnTo>
                  <a:lnTo>
                    <a:pt x="7238" y="2331"/>
                  </a:lnTo>
                  <a:lnTo>
                    <a:pt x="7179" y="2311"/>
                  </a:lnTo>
                  <a:lnTo>
                    <a:pt x="7111" y="2282"/>
                  </a:lnTo>
                  <a:lnTo>
                    <a:pt x="7061" y="2243"/>
                  </a:lnTo>
                  <a:lnTo>
                    <a:pt x="7002" y="2203"/>
                  </a:lnTo>
                  <a:lnTo>
                    <a:pt x="6953" y="2154"/>
                  </a:lnTo>
                  <a:lnTo>
                    <a:pt x="6904" y="2105"/>
                  </a:lnTo>
                  <a:lnTo>
                    <a:pt x="6865" y="2056"/>
                  </a:lnTo>
                  <a:lnTo>
                    <a:pt x="6835" y="1997"/>
                  </a:lnTo>
                  <a:lnTo>
                    <a:pt x="6796" y="1928"/>
                  </a:lnTo>
                  <a:lnTo>
                    <a:pt x="6776" y="1869"/>
                  </a:lnTo>
                  <a:lnTo>
                    <a:pt x="6757" y="1800"/>
                  </a:lnTo>
                  <a:lnTo>
                    <a:pt x="6747" y="1731"/>
                  </a:lnTo>
                  <a:lnTo>
                    <a:pt x="6747" y="1662"/>
                  </a:lnTo>
                  <a:lnTo>
                    <a:pt x="6747" y="1584"/>
                  </a:lnTo>
                  <a:lnTo>
                    <a:pt x="6757" y="1515"/>
                  </a:lnTo>
                  <a:lnTo>
                    <a:pt x="6776" y="1446"/>
                  </a:lnTo>
                  <a:lnTo>
                    <a:pt x="6796" y="1387"/>
                  </a:lnTo>
                  <a:lnTo>
                    <a:pt x="6835" y="1318"/>
                  </a:lnTo>
                  <a:lnTo>
                    <a:pt x="6865" y="1259"/>
                  </a:lnTo>
                  <a:lnTo>
                    <a:pt x="6904" y="1210"/>
                  </a:lnTo>
                  <a:lnTo>
                    <a:pt x="6953" y="1161"/>
                  </a:lnTo>
                  <a:lnTo>
                    <a:pt x="7002" y="1112"/>
                  </a:lnTo>
                  <a:lnTo>
                    <a:pt x="7061" y="1072"/>
                  </a:lnTo>
                  <a:lnTo>
                    <a:pt x="7111" y="1033"/>
                  </a:lnTo>
                  <a:lnTo>
                    <a:pt x="7179" y="1004"/>
                  </a:lnTo>
                  <a:lnTo>
                    <a:pt x="7238" y="984"/>
                  </a:lnTo>
                  <a:lnTo>
                    <a:pt x="7307" y="964"/>
                  </a:lnTo>
                  <a:lnTo>
                    <a:pt x="7376" y="954"/>
                  </a:lnTo>
                  <a:close/>
                  <a:moveTo>
                    <a:pt x="1663" y="1"/>
                  </a:moveTo>
                  <a:lnTo>
                    <a:pt x="1496" y="10"/>
                  </a:lnTo>
                  <a:lnTo>
                    <a:pt x="1328" y="30"/>
                  </a:lnTo>
                  <a:lnTo>
                    <a:pt x="1171" y="79"/>
                  </a:lnTo>
                  <a:lnTo>
                    <a:pt x="1014" y="128"/>
                  </a:lnTo>
                  <a:lnTo>
                    <a:pt x="876" y="197"/>
                  </a:lnTo>
                  <a:lnTo>
                    <a:pt x="738" y="286"/>
                  </a:lnTo>
                  <a:lnTo>
                    <a:pt x="611" y="374"/>
                  </a:lnTo>
                  <a:lnTo>
                    <a:pt x="493" y="482"/>
                  </a:lnTo>
                  <a:lnTo>
                    <a:pt x="384" y="600"/>
                  </a:lnTo>
                  <a:lnTo>
                    <a:pt x="286" y="728"/>
                  </a:lnTo>
                  <a:lnTo>
                    <a:pt x="207" y="866"/>
                  </a:lnTo>
                  <a:lnTo>
                    <a:pt x="139" y="1013"/>
                  </a:lnTo>
                  <a:lnTo>
                    <a:pt x="80" y="1161"/>
                  </a:lnTo>
                  <a:lnTo>
                    <a:pt x="40" y="1328"/>
                  </a:lnTo>
                  <a:lnTo>
                    <a:pt x="11" y="1485"/>
                  </a:lnTo>
                  <a:lnTo>
                    <a:pt x="1" y="1662"/>
                  </a:lnTo>
                  <a:lnTo>
                    <a:pt x="11" y="1830"/>
                  </a:lnTo>
                  <a:lnTo>
                    <a:pt x="40" y="1987"/>
                  </a:lnTo>
                  <a:lnTo>
                    <a:pt x="80" y="2154"/>
                  </a:lnTo>
                  <a:lnTo>
                    <a:pt x="139" y="2302"/>
                  </a:lnTo>
                  <a:lnTo>
                    <a:pt x="207" y="2449"/>
                  </a:lnTo>
                  <a:lnTo>
                    <a:pt x="286" y="2587"/>
                  </a:lnTo>
                  <a:lnTo>
                    <a:pt x="384" y="2715"/>
                  </a:lnTo>
                  <a:lnTo>
                    <a:pt x="493" y="2833"/>
                  </a:lnTo>
                  <a:lnTo>
                    <a:pt x="611" y="2941"/>
                  </a:lnTo>
                  <a:lnTo>
                    <a:pt x="738" y="3029"/>
                  </a:lnTo>
                  <a:lnTo>
                    <a:pt x="876" y="3118"/>
                  </a:lnTo>
                  <a:lnTo>
                    <a:pt x="1014" y="3187"/>
                  </a:lnTo>
                  <a:lnTo>
                    <a:pt x="1171" y="3246"/>
                  </a:lnTo>
                  <a:lnTo>
                    <a:pt x="1328" y="3285"/>
                  </a:lnTo>
                  <a:lnTo>
                    <a:pt x="1496" y="3305"/>
                  </a:lnTo>
                  <a:lnTo>
                    <a:pt x="1663" y="3314"/>
                  </a:lnTo>
                  <a:lnTo>
                    <a:pt x="1830" y="3305"/>
                  </a:lnTo>
                  <a:lnTo>
                    <a:pt x="1997" y="3285"/>
                  </a:lnTo>
                  <a:lnTo>
                    <a:pt x="2155" y="3246"/>
                  </a:lnTo>
                  <a:lnTo>
                    <a:pt x="2312" y="3187"/>
                  </a:lnTo>
                  <a:lnTo>
                    <a:pt x="2450" y="3118"/>
                  </a:lnTo>
                  <a:lnTo>
                    <a:pt x="2587" y="3029"/>
                  </a:lnTo>
                  <a:lnTo>
                    <a:pt x="2715" y="2941"/>
                  </a:lnTo>
                  <a:lnTo>
                    <a:pt x="2833" y="2833"/>
                  </a:lnTo>
                  <a:lnTo>
                    <a:pt x="2941" y="2715"/>
                  </a:lnTo>
                  <a:lnTo>
                    <a:pt x="3040" y="2587"/>
                  </a:lnTo>
                  <a:lnTo>
                    <a:pt x="3118" y="2449"/>
                  </a:lnTo>
                  <a:lnTo>
                    <a:pt x="3187" y="2302"/>
                  </a:lnTo>
                  <a:lnTo>
                    <a:pt x="3246" y="2154"/>
                  </a:lnTo>
                  <a:lnTo>
                    <a:pt x="3285" y="1987"/>
                  </a:lnTo>
                  <a:lnTo>
                    <a:pt x="3315" y="1830"/>
                  </a:lnTo>
                  <a:lnTo>
                    <a:pt x="3325" y="1662"/>
                  </a:lnTo>
                  <a:lnTo>
                    <a:pt x="3315" y="1485"/>
                  </a:lnTo>
                  <a:lnTo>
                    <a:pt x="3285" y="1328"/>
                  </a:lnTo>
                  <a:lnTo>
                    <a:pt x="3246" y="1161"/>
                  </a:lnTo>
                  <a:lnTo>
                    <a:pt x="3187" y="1013"/>
                  </a:lnTo>
                  <a:lnTo>
                    <a:pt x="3118" y="866"/>
                  </a:lnTo>
                  <a:lnTo>
                    <a:pt x="3040" y="728"/>
                  </a:lnTo>
                  <a:lnTo>
                    <a:pt x="2941" y="600"/>
                  </a:lnTo>
                  <a:lnTo>
                    <a:pt x="2833" y="482"/>
                  </a:lnTo>
                  <a:lnTo>
                    <a:pt x="2715" y="374"/>
                  </a:lnTo>
                  <a:lnTo>
                    <a:pt x="2587" y="286"/>
                  </a:lnTo>
                  <a:lnTo>
                    <a:pt x="2450" y="197"/>
                  </a:lnTo>
                  <a:lnTo>
                    <a:pt x="2312" y="128"/>
                  </a:lnTo>
                  <a:lnTo>
                    <a:pt x="2155" y="79"/>
                  </a:lnTo>
                  <a:lnTo>
                    <a:pt x="1997" y="30"/>
                  </a:lnTo>
                  <a:lnTo>
                    <a:pt x="1830" y="10"/>
                  </a:lnTo>
                  <a:lnTo>
                    <a:pt x="1663" y="1"/>
                  </a:lnTo>
                  <a:close/>
                  <a:moveTo>
                    <a:pt x="7455" y="1"/>
                  </a:moveTo>
                  <a:lnTo>
                    <a:pt x="7278" y="10"/>
                  </a:lnTo>
                  <a:lnTo>
                    <a:pt x="7120" y="30"/>
                  </a:lnTo>
                  <a:lnTo>
                    <a:pt x="6963" y="79"/>
                  </a:lnTo>
                  <a:lnTo>
                    <a:pt x="6806" y="128"/>
                  </a:lnTo>
                  <a:lnTo>
                    <a:pt x="6658" y="197"/>
                  </a:lnTo>
                  <a:lnTo>
                    <a:pt x="6521" y="286"/>
                  </a:lnTo>
                  <a:lnTo>
                    <a:pt x="6393" y="374"/>
                  </a:lnTo>
                  <a:lnTo>
                    <a:pt x="6285" y="482"/>
                  </a:lnTo>
                  <a:lnTo>
                    <a:pt x="6176" y="600"/>
                  </a:lnTo>
                  <a:lnTo>
                    <a:pt x="6078" y="728"/>
                  </a:lnTo>
                  <a:lnTo>
                    <a:pt x="5990" y="866"/>
                  </a:lnTo>
                  <a:lnTo>
                    <a:pt x="5921" y="1013"/>
                  </a:lnTo>
                  <a:lnTo>
                    <a:pt x="5872" y="1161"/>
                  </a:lnTo>
                  <a:lnTo>
                    <a:pt x="5822" y="1328"/>
                  </a:lnTo>
                  <a:lnTo>
                    <a:pt x="5803" y="1485"/>
                  </a:lnTo>
                  <a:lnTo>
                    <a:pt x="5793" y="1662"/>
                  </a:lnTo>
                  <a:lnTo>
                    <a:pt x="5803" y="1830"/>
                  </a:lnTo>
                  <a:lnTo>
                    <a:pt x="5822" y="1987"/>
                  </a:lnTo>
                  <a:lnTo>
                    <a:pt x="5872" y="2154"/>
                  </a:lnTo>
                  <a:lnTo>
                    <a:pt x="5921" y="2302"/>
                  </a:lnTo>
                  <a:lnTo>
                    <a:pt x="5990" y="2449"/>
                  </a:lnTo>
                  <a:lnTo>
                    <a:pt x="6078" y="2587"/>
                  </a:lnTo>
                  <a:lnTo>
                    <a:pt x="6176" y="2715"/>
                  </a:lnTo>
                  <a:lnTo>
                    <a:pt x="6285" y="2833"/>
                  </a:lnTo>
                  <a:lnTo>
                    <a:pt x="6393" y="2941"/>
                  </a:lnTo>
                  <a:lnTo>
                    <a:pt x="6521" y="3029"/>
                  </a:lnTo>
                  <a:lnTo>
                    <a:pt x="6658" y="3118"/>
                  </a:lnTo>
                  <a:lnTo>
                    <a:pt x="6806" y="3187"/>
                  </a:lnTo>
                  <a:lnTo>
                    <a:pt x="6963" y="3246"/>
                  </a:lnTo>
                  <a:lnTo>
                    <a:pt x="7120" y="3285"/>
                  </a:lnTo>
                  <a:lnTo>
                    <a:pt x="7278" y="3305"/>
                  </a:lnTo>
                  <a:lnTo>
                    <a:pt x="7455" y="3314"/>
                  </a:lnTo>
                  <a:lnTo>
                    <a:pt x="7622" y="3305"/>
                  </a:lnTo>
                  <a:lnTo>
                    <a:pt x="7789" y="3285"/>
                  </a:lnTo>
                  <a:lnTo>
                    <a:pt x="7946" y="3246"/>
                  </a:lnTo>
                  <a:lnTo>
                    <a:pt x="8094" y="3187"/>
                  </a:lnTo>
                  <a:lnTo>
                    <a:pt x="8241" y="3118"/>
                  </a:lnTo>
                  <a:lnTo>
                    <a:pt x="8379" y="3029"/>
                  </a:lnTo>
                  <a:lnTo>
                    <a:pt x="8507" y="2941"/>
                  </a:lnTo>
                  <a:lnTo>
                    <a:pt x="8625" y="2833"/>
                  </a:lnTo>
                  <a:lnTo>
                    <a:pt x="8733" y="2715"/>
                  </a:lnTo>
                  <a:lnTo>
                    <a:pt x="8822" y="2587"/>
                  </a:lnTo>
                  <a:lnTo>
                    <a:pt x="8910" y="2449"/>
                  </a:lnTo>
                  <a:lnTo>
                    <a:pt x="8979" y="2302"/>
                  </a:lnTo>
                  <a:lnTo>
                    <a:pt x="9038" y="2154"/>
                  </a:lnTo>
                  <a:lnTo>
                    <a:pt x="9077" y="1987"/>
                  </a:lnTo>
                  <a:lnTo>
                    <a:pt x="9097" y="1830"/>
                  </a:lnTo>
                  <a:lnTo>
                    <a:pt x="9107" y="1662"/>
                  </a:lnTo>
                  <a:lnTo>
                    <a:pt x="9097" y="1485"/>
                  </a:lnTo>
                  <a:lnTo>
                    <a:pt x="9077" y="1328"/>
                  </a:lnTo>
                  <a:lnTo>
                    <a:pt x="9038" y="1161"/>
                  </a:lnTo>
                  <a:lnTo>
                    <a:pt x="8979" y="1013"/>
                  </a:lnTo>
                  <a:lnTo>
                    <a:pt x="8910" y="866"/>
                  </a:lnTo>
                  <a:lnTo>
                    <a:pt x="8822" y="728"/>
                  </a:lnTo>
                  <a:lnTo>
                    <a:pt x="8733" y="600"/>
                  </a:lnTo>
                  <a:lnTo>
                    <a:pt x="8625" y="482"/>
                  </a:lnTo>
                  <a:lnTo>
                    <a:pt x="8507" y="374"/>
                  </a:lnTo>
                  <a:lnTo>
                    <a:pt x="8379" y="286"/>
                  </a:lnTo>
                  <a:lnTo>
                    <a:pt x="8241" y="197"/>
                  </a:lnTo>
                  <a:lnTo>
                    <a:pt x="8094" y="128"/>
                  </a:lnTo>
                  <a:lnTo>
                    <a:pt x="7946" y="79"/>
                  </a:lnTo>
                  <a:lnTo>
                    <a:pt x="7789" y="30"/>
                  </a:lnTo>
                  <a:lnTo>
                    <a:pt x="7622" y="10"/>
                  </a:lnTo>
                  <a:lnTo>
                    <a:pt x="745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444" name="Google Shape;1444;p102"/>
          <p:cNvSpPr/>
          <p:nvPr/>
        </p:nvSpPr>
        <p:spPr>
          <a:xfrm>
            <a:off x="4986475" y="3555160"/>
            <a:ext cx="199815" cy="256674"/>
          </a:xfrm>
          <a:custGeom>
            <a:avLst/>
            <a:gdLst/>
            <a:ahLst/>
            <a:cxnLst/>
            <a:rect l="l" t="t" r="r" b="b"/>
            <a:pathLst>
              <a:path w="13442" h="17267" extrusionOk="0">
                <a:moveTo>
                  <a:pt x="6721" y="0"/>
                </a:moveTo>
                <a:lnTo>
                  <a:pt x="6559" y="14"/>
                </a:lnTo>
                <a:lnTo>
                  <a:pt x="6397" y="14"/>
                </a:lnTo>
                <a:lnTo>
                  <a:pt x="6086" y="68"/>
                </a:lnTo>
                <a:lnTo>
                  <a:pt x="5775" y="149"/>
                </a:lnTo>
                <a:lnTo>
                  <a:pt x="5491" y="257"/>
                </a:lnTo>
                <a:lnTo>
                  <a:pt x="5207" y="392"/>
                </a:lnTo>
                <a:lnTo>
                  <a:pt x="4950" y="541"/>
                </a:lnTo>
                <a:lnTo>
                  <a:pt x="4706" y="730"/>
                </a:lnTo>
                <a:lnTo>
                  <a:pt x="4476" y="933"/>
                </a:lnTo>
                <a:lnTo>
                  <a:pt x="4274" y="1163"/>
                </a:lnTo>
                <a:lnTo>
                  <a:pt x="4098" y="1406"/>
                </a:lnTo>
                <a:lnTo>
                  <a:pt x="3936" y="1663"/>
                </a:lnTo>
                <a:lnTo>
                  <a:pt x="3800" y="1947"/>
                </a:lnTo>
                <a:lnTo>
                  <a:pt x="3692" y="2231"/>
                </a:lnTo>
                <a:lnTo>
                  <a:pt x="3611" y="2542"/>
                </a:lnTo>
                <a:lnTo>
                  <a:pt x="3571" y="2853"/>
                </a:lnTo>
                <a:lnTo>
                  <a:pt x="3557" y="3015"/>
                </a:lnTo>
                <a:lnTo>
                  <a:pt x="3544" y="3178"/>
                </a:lnTo>
                <a:lnTo>
                  <a:pt x="3557" y="3340"/>
                </a:lnTo>
                <a:lnTo>
                  <a:pt x="3571" y="3502"/>
                </a:lnTo>
                <a:lnTo>
                  <a:pt x="3611" y="3813"/>
                </a:lnTo>
                <a:lnTo>
                  <a:pt x="3692" y="4124"/>
                </a:lnTo>
                <a:lnTo>
                  <a:pt x="3800" y="4408"/>
                </a:lnTo>
                <a:lnTo>
                  <a:pt x="3936" y="4692"/>
                </a:lnTo>
                <a:lnTo>
                  <a:pt x="4098" y="4949"/>
                </a:lnTo>
                <a:lnTo>
                  <a:pt x="4274" y="5192"/>
                </a:lnTo>
                <a:lnTo>
                  <a:pt x="4476" y="5422"/>
                </a:lnTo>
                <a:lnTo>
                  <a:pt x="4706" y="5625"/>
                </a:lnTo>
                <a:lnTo>
                  <a:pt x="4950" y="5801"/>
                </a:lnTo>
                <a:lnTo>
                  <a:pt x="5207" y="5963"/>
                </a:lnTo>
                <a:lnTo>
                  <a:pt x="5491" y="6098"/>
                </a:lnTo>
                <a:lnTo>
                  <a:pt x="5775" y="6206"/>
                </a:lnTo>
                <a:lnTo>
                  <a:pt x="6086" y="6288"/>
                </a:lnTo>
                <a:lnTo>
                  <a:pt x="6397" y="6328"/>
                </a:lnTo>
                <a:lnTo>
                  <a:pt x="6559" y="6342"/>
                </a:lnTo>
                <a:lnTo>
                  <a:pt x="6721" y="6355"/>
                </a:lnTo>
                <a:lnTo>
                  <a:pt x="6883" y="6342"/>
                </a:lnTo>
                <a:lnTo>
                  <a:pt x="7046" y="6328"/>
                </a:lnTo>
                <a:lnTo>
                  <a:pt x="7357" y="6288"/>
                </a:lnTo>
                <a:lnTo>
                  <a:pt x="7668" y="6206"/>
                </a:lnTo>
                <a:lnTo>
                  <a:pt x="7952" y="6098"/>
                </a:lnTo>
                <a:lnTo>
                  <a:pt x="8235" y="5963"/>
                </a:lnTo>
                <a:lnTo>
                  <a:pt x="8492" y="5801"/>
                </a:lnTo>
                <a:lnTo>
                  <a:pt x="8736" y="5625"/>
                </a:lnTo>
                <a:lnTo>
                  <a:pt x="8966" y="5422"/>
                </a:lnTo>
                <a:lnTo>
                  <a:pt x="9168" y="5192"/>
                </a:lnTo>
                <a:lnTo>
                  <a:pt x="9358" y="4949"/>
                </a:lnTo>
                <a:lnTo>
                  <a:pt x="9506" y="4692"/>
                </a:lnTo>
                <a:lnTo>
                  <a:pt x="9642" y="4408"/>
                </a:lnTo>
                <a:lnTo>
                  <a:pt x="9750" y="4124"/>
                </a:lnTo>
                <a:lnTo>
                  <a:pt x="9831" y="3813"/>
                </a:lnTo>
                <a:lnTo>
                  <a:pt x="9885" y="3502"/>
                </a:lnTo>
                <a:lnTo>
                  <a:pt x="9885" y="3340"/>
                </a:lnTo>
                <a:lnTo>
                  <a:pt x="9899" y="3178"/>
                </a:lnTo>
                <a:lnTo>
                  <a:pt x="9885" y="3015"/>
                </a:lnTo>
                <a:lnTo>
                  <a:pt x="9885" y="2853"/>
                </a:lnTo>
                <a:lnTo>
                  <a:pt x="9831" y="2542"/>
                </a:lnTo>
                <a:lnTo>
                  <a:pt x="9750" y="2231"/>
                </a:lnTo>
                <a:lnTo>
                  <a:pt x="9642" y="1947"/>
                </a:lnTo>
                <a:lnTo>
                  <a:pt x="9506" y="1663"/>
                </a:lnTo>
                <a:lnTo>
                  <a:pt x="9358" y="1406"/>
                </a:lnTo>
                <a:lnTo>
                  <a:pt x="9168" y="1163"/>
                </a:lnTo>
                <a:lnTo>
                  <a:pt x="8966" y="933"/>
                </a:lnTo>
                <a:lnTo>
                  <a:pt x="8736" y="730"/>
                </a:lnTo>
                <a:lnTo>
                  <a:pt x="8492" y="541"/>
                </a:lnTo>
                <a:lnTo>
                  <a:pt x="8235" y="392"/>
                </a:lnTo>
                <a:lnTo>
                  <a:pt x="7952" y="257"/>
                </a:lnTo>
                <a:lnTo>
                  <a:pt x="7668" y="149"/>
                </a:lnTo>
                <a:lnTo>
                  <a:pt x="7357" y="68"/>
                </a:lnTo>
                <a:lnTo>
                  <a:pt x="7046" y="14"/>
                </a:lnTo>
                <a:lnTo>
                  <a:pt x="6883" y="14"/>
                </a:lnTo>
                <a:lnTo>
                  <a:pt x="6721" y="0"/>
                </a:lnTo>
                <a:close/>
                <a:moveTo>
                  <a:pt x="6843" y="12845"/>
                </a:moveTo>
                <a:lnTo>
                  <a:pt x="6964" y="12859"/>
                </a:lnTo>
                <a:lnTo>
                  <a:pt x="7073" y="12886"/>
                </a:lnTo>
                <a:lnTo>
                  <a:pt x="7181" y="12927"/>
                </a:lnTo>
                <a:lnTo>
                  <a:pt x="7289" y="12981"/>
                </a:lnTo>
                <a:lnTo>
                  <a:pt x="7384" y="13048"/>
                </a:lnTo>
                <a:lnTo>
                  <a:pt x="7478" y="13116"/>
                </a:lnTo>
                <a:lnTo>
                  <a:pt x="7559" y="13183"/>
                </a:lnTo>
                <a:lnTo>
                  <a:pt x="7641" y="13265"/>
                </a:lnTo>
                <a:lnTo>
                  <a:pt x="7708" y="13359"/>
                </a:lnTo>
                <a:lnTo>
                  <a:pt x="7762" y="13454"/>
                </a:lnTo>
                <a:lnTo>
                  <a:pt x="7816" y="13562"/>
                </a:lnTo>
                <a:lnTo>
                  <a:pt x="7857" y="13670"/>
                </a:lnTo>
                <a:lnTo>
                  <a:pt x="7884" y="13792"/>
                </a:lnTo>
                <a:lnTo>
                  <a:pt x="7897" y="13900"/>
                </a:lnTo>
                <a:lnTo>
                  <a:pt x="7911" y="14022"/>
                </a:lnTo>
                <a:lnTo>
                  <a:pt x="7897" y="14143"/>
                </a:lnTo>
                <a:lnTo>
                  <a:pt x="7884" y="14265"/>
                </a:lnTo>
                <a:lnTo>
                  <a:pt x="7857" y="14373"/>
                </a:lnTo>
                <a:lnTo>
                  <a:pt x="7816" y="14482"/>
                </a:lnTo>
                <a:lnTo>
                  <a:pt x="7762" y="14590"/>
                </a:lnTo>
                <a:lnTo>
                  <a:pt x="7708" y="14684"/>
                </a:lnTo>
                <a:lnTo>
                  <a:pt x="7641" y="14779"/>
                </a:lnTo>
                <a:lnTo>
                  <a:pt x="7559" y="14860"/>
                </a:lnTo>
                <a:lnTo>
                  <a:pt x="7478" y="14941"/>
                </a:lnTo>
                <a:lnTo>
                  <a:pt x="7384" y="15009"/>
                </a:lnTo>
                <a:lnTo>
                  <a:pt x="7289" y="15063"/>
                </a:lnTo>
                <a:lnTo>
                  <a:pt x="7181" y="15117"/>
                </a:lnTo>
                <a:lnTo>
                  <a:pt x="7073" y="15158"/>
                </a:lnTo>
                <a:lnTo>
                  <a:pt x="6964" y="15185"/>
                </a:lnTo>
                <a:lnTo>
                  <a:pt x="6843" y="15212"/>
                </a:lnTo>
                <a:lnTo>
                  <a:pt x="6599" y="15212"/>
                </a:lnTo>
                <a:lnTo>
                  <a:pt x="6478" y="15185"/>
                </a:lnTo>
                <a:lnTo>
                  <a:pt x="6369" y="15158"/>
                </a:lnTo>
                <a:lnTo>
                  <a:pt x="6261" y="15117"/>
                </a:lnTo>
                <a:lnTo>
                  <a:pt x="6153" y="15063"/>
                </a:lnTo>
                <a:lnTo>
                  <a:pt x="6059" y="15009"/>
                </a:lnTo>
                <a:lnTo>
                  <a:pt x="5964" y="14941"/>
                </a:lnTo>
                <a:lnTo>
                  <a:pt x="5883" y="14860"/>
                </a:lnTo>
                <a:lnTo>
                  <a:pt x="5802" y="14779"/>
                </a:lnTo>
                <a:lnTo>
                  <a:pt x="5734" y="14684"/>
                </a:lnTo>
                <a:lnTo>
                  <a:pt x="5680" y="14590"/>
                </a:lnTo>
                <a:lnTo>
                  <a:pt x="5626" y="14482"/>
                </a:lnTo>
                <a:lnTo>
                  <a:pt x="5585" y="14373"/>
                </a:lnTo>
                <a:lnTo>
                  <a:pt x="5558" y="14265"/>
                </a:lnTo>
                <a:lnTo>
                  <a:pt x="5545" y="14143"/>
                </a:lnTo>
                <a:lnTo>
                  <a:pt x="5531" y="14022"/>
                </a:lnTo>
                <a:lnTo>
                  <a:pt x="5545" y="13900"/>
                </a:lnTo>
                <a:lnTo>
                  <a:pt x="5558" y="13792"/>
                </a:lnTo>
                <a:lnTo>
                  <a:pt x="5585" y="13670"/>
                </a:lnTo>
                <a:lnTo>
                  <a:pt x="5626" y="13562"/>
                </a:lnTo>
                <a:lnTo>
                  <a:pt x="5680" y="13454"/>
                </a:lnTo>
                <a:lnTo>
                  <a:pt x="5734" y="13359"/>
                </a:lnTo>
                <a:lnTo>
                  <a:pt x="5802" y="13265"/>
                </a:lnTo>
                <a:lnTo>
                  <a:pt x="5883" y="13183"/>
                </a:lnTo>
                <a:lnTo>
                  <a:pt x="5964" y="13116"/>
                </a:lnTo>
                <a:lnTo>
                  <a:pt x="6059" y="13048"/>
                </a:lnTo>
                <a:lnTo>
                  <a:pt x="6153" y="12981"/>
                </a:lnTo>
                <a:lnTo>
                  <a:pt x="6261" y="12927"/>
                </a:lnTo>
                <a:lnTo>
                  <a:pt x="6369" y="12886"/>
                </a:lnTo>
                <a:lnTo>
                  <a:pt x="6478" y="12859"/>
                </a:lnTo>
                <a:lnTo>
                  <a:pt x="6599" y="12845"/>
                </a:lnTo>
                <a:close/>
                <a:moveTo>
                  <a:pt x="3868" y="7897"/>
                </a:moveTo>
                <a:lnTo>
                  <a:pt x="2894" y="9208"/>
                </a:lnTo>
                <a:lnTo>
                  <a:pt x="2894" y="10777"/>
                </a:lnTo>
                <a:lnTo>
                  <a:pt x="1" y="10777"/>
                </a:lnTo>
                <a:lnTo>
                  <a:pt x="650" y="17267"/>
                </a:lnTo>
                <a:lnTo>
                  <a:pt x="12792" y="17267"/>
                </a:lnTo>
                <a:lnTo>
                  <a:pt x="13441" y="10777"/>
                </a:lnTo>
                <a:lnTo>
                  <a:pt x="10548" y="10777"/>
                </a:lnTo>
                <a:lnTo>
                  <a:pt x="10548" y="9208"/>
                </a:lnTo>
                <a:lnTo>
                  <a:pt x="9588" y="7897"/>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445" name="Google Shape;1445;p102"/>
          <p:cNvGrpSpPr/>
          <p:nvPr/>
        </p:nvGrpSpPr>
        <p:grpSpPr>
          <a:xfrm>
            <a:off x="8347451" y="3544458"/>
            <a:ext cx="295689" cy="258229"/>
            <a:chOff x="725125" y="2301150"/>
            <a:chExt cx="403175" cy="352050"/>
          </a:xfrm>
        </p:grpSpPr>
        <p:sp>
          <p:nvSpPr>
            <p:cNvPr id="1446" name="Google Shape;1446;p102"/>
            <p:cNvSpPr/>
            <p:nvPr/>
          </p:nvSpPr>
          <p:spPr>
            <a:xfrm>
              <a:off x="908750" y="2458475"/>
              <a:ext cx="35925" cy="35675"/>
            </a:xfrm>
            <a:custGeom>
              <a:avLst/>
              <a:gdLst/>
              <a:ahLst/>
              <a:cxnLst/>
              <a:rect l="l" t="t" r="r" b="b"/>
              <a:pathLst>
                <a:path w="1437" h="1427" extrusionOk="0">
                  <a:moveTo>
                    <a:pt x="650" y="1"/>
                  </a:moveTo>
                  <a:lnTo>
                    <a:pt x="571" y="11"/>
                  </a:lnTo>
                  <a:lnTo>
                    <a:pt x="502" y="30"/>
                  </a:lnTo>
                  <a:lnTo>
                    <a:pt x="443" y="60"/>
                  </a:lnTo>
                  <a:lnTo>
                    <a:pt x="374" y="89"/>
                  </a:lnTo>
                  <a:lnTo>
                    <a:pt x="315" y="119"/>
                  </a:lnTo>
                  <a:lnTo>
                    <a:pt x="266" y="158"/>
                  </a:lnTo>
                  <a:lnTo>
                    <a:pt x="217" y="207"/>
                  </a:lnTo>
                  <a:lnTo>
                    <a:pt x="168" y="257"/>
                  </a:lnTo>
                  <a:lnTo>
                    <a:pt x="128" y="316"/>
                  </a:lnTo>
                  <a:lnTo>
                    <a:pt x="89" y="375"/>
                  </a:lnTo>
                  <a:lnTo>
                    <a:pt x="60" y="434"/>
                  </a:lnTo>
                  <a:lnTo>
                    <a:pt x="40" y="502"/>
                  </a:lnTo>
                  <a:lnTo>
                    <a:pt x="20" y="571"/>
                  </a:lnTo>
                  <a:lnTo>
                    <a:pt x="10" y="640"/>
                  </a:lnTo>
                  <a:lnTo>
                    <a:pt x="1" y="709"/>
                  </a:lnTo>
                  <a:lnTo>
                    <a:pt x="10" y="788"/>
                  </a:lnTo>
                  <a:lnTo>
                    <a:pt x="20" y="856"/>
                  </a:lnTo>
                  <a:lnTo>
                    <a:pt x="40" y="925"/>
                  </a:lnTo>
                  <a:lnTo>
                    <a:pt x="60" y="994"/>
                  </a:lnTo>
                  <a:lnTo>
                    <a:pt x="89" y="1053"/>
                  </a:lnTo>
                  <a:lnTo>
                    <a:pt x="128" y="1112"/>
                  </a:lnTo>
                  <a:lnTo>
                    <a:pt x="168" y="1171"/>
                  </a:lnTo>
                  <a:lnTo>
                    <a:pt x="217" y="1220"/>
                  </a:lnTo>
                  <a:lnTo>
                    <a:pt x="266" y="1260"/>
                  </a:lnTo>
                  <a:lnTo>
                    <a:pt x="315" y="1309"/>
                  </a:lnTo>
                  <a:lnTo>
                    <a:pt x="374" y="1338"/>
                  </a:lnTo>
                  <a:lnTo>
                    <a:pt x="443" y="1368"/>
                  </a:lnTo>
                  <a:lnTo>
                    <a:pt x="502" y="1397"/>
                  </a:lnTo>
                  <a:lnTo>
                    <a:pt x="571" y="1417"/>
                  </a:lnTo>
                  <a:lnTo>
                    <a:pt x="650" y="1427"/>
                  </a:lnTo>
                  <a:lnTo>
                    <a:pt x="787" y="1427"/>
                  </a:lnTo>
                  <a:lnTo>
                    <a:pt x="866" y="1417"/>
                  </a:lnTo>
                  <a:lnTo>
                    <a:pt x="935" y="1397"/>
                  </a:lnTo>
                  <a:lnTo>
                    <a:pt x="994" y="1368"/>
                  </a:lnTo>
                  <a:lnTo>
                    <a:pt x="1063" y="1338"/>
                  </a:lnTo>
                  <a:lnTo>
                    <a:pt x="1122" y="1309"/>
                  </a:lnTo>
                  <a:lnTo>
                    <a:pt x="1171" y="1260"/>
                  </a:lnTo>
                  <a:lnTo>
                    <a:pt x="1220" y="1220"/>
                  </a:lnTo>
                  <a:lnTo>
                    <a:pt x="1269" y="1171"/>
                  </a:lnTo>
                  <a:lnTo>
                    <a:pt x="1308" y="1112"/>
                  </a:lnTo>
                  <a:lnTo>
                    <a:pt x="1348" y="1053"/>
                  </a:lnTo>
                  <a:lnTo>
                    <a:pt x="1377" y="994"/>
                  </a:lnTo>
                  <a:lnTo>
                    <a:pt x="1397" y="925"/>
                  </a:lnTo>
                  <a:lnTo>
                    <a:pt x="1417" y="856"/>
                  </a:lnTo>
                  <a:lnTo>
                    <a:pt x="1426" y="788"/>
                  </a:lnTo>
                  <a:lnTo>
                    <a:pt x="1436" y="709"/>
                  </a:lnTo>
                  <a:lnTo>
                    <a:pt x="1426" y="640"/>
                  </a:lnTo>
                  <a:lnTo>
                    <a:pt x="1417" y="571"/>
                  </a:lnTo>
                  <a:lnTo>
                    <a:pt x="1397" y="502"/>
                  </a:lnTo>
                  <a:lnTo>
                    <a:pt x="1377" y="434"/>
                  </a:lnTo>
                  <a:lnTo>
                    <a:pt x="1348" y="375"/>
                  </a:lnTo>
                  <a:lnTo>
                    <a:pt x="1308" y="316"/>
                  </a:lnTo>
                  <a:lnTo>
                    <a:pt x="1269" y="257"/>
                  </a:lnTo>
                  <a:lnTo>
                    <a:pt x="1220" y="207"/>
                  </a:lnTo>
                  <a:lnTo>
                    <a:pt x="1171" y="158"/>
                  </a:lnTo>
                  <a:lnTo>
                    <a:pt x="1122" y="119"/>
                  </a:lnTo>
                  <a:lnTo>
                    <a:pt x="1063" y="89"/>
                  </a:lnTo>
                  <a:lnTo>
                    <a:pt x="994" y="60"/>
                  </a:lnTo>
                  <a:lnTo>
                    <a:pt x="935" y="30"/>
                  </a:lnTo>
                  <a:lnTo>
                    <a:pt x="866" y="11"/>
                  </a:lnTo>
                  <a:lnTo>
                    <a:pt x="78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7" name="Google Shape;1447;p102"/>
            <p:cNvSpPr/>
            <p:nvPr/>
          </p:nvSpPr>
          <p:spPr>
            <a:xfrm>
              <a:off x="752650" y="2305325"/>
              <a:ext cx="348125" cy="341975"/>
            </a:xfrm>
            <a:custGeom>
              <a:avLst/>
              <a:gdLst/>
              <a:ahLst/>
              <a:cxnLst/>
              <a:rect l="l" t="t" r="r" b="b"/>
              <a:pathLst>
                <a:path w="13925" h="13679" extrusionOk="0">
                  <a:moveTo>
                    <a:pt x="4996" y="1"/>
                  </a:moveTo>
                  <a:lnTo>
                    <a:pt x="5035" y="129"/>
                  </a:lnTo>
                  <a:lnTo>
                    <a:pt x="5065" y="266"/>
                  </a:lnTo>
                  <a:lnTo>
                    <a:pt x="5084" y="404"/>
                  </a:lnTo>
                  <a:lnTo>
                    <a:pt x="5084" y="542"/>
                  </a:lnTo>
                  <a:lnTo>
                    <a:pt x="5084" y="650"/>
                  </a:lnTo>
                  <a:lnTo>
                    <a:pt x="5074" y="748"/>
                  </a:lnTo>
                  <a:lnTo>
                    <a:pt x="5055" y="846"/>
                  </a:lnTo>
                  <a:lnTo>
                    <a:pt x="5035" y="945"/>
                  </a:lnTo>
                  <a:lnTo>
                    <a:pt x="8890" y="945"/>
                  </a:lnTo>
                  <a:lnTo>
                    <a:pt x="8870" y="846"/>
                  </a:lnTo>
                  <a:lnTo>
                    <a:pt x="8850" y="748"/>
                  </a:lnTo>
                  <a:lnTo>
                    <a:pt x="8841" y="650"/>
                  </a:lnTo>
                  <a:lnTo>
                    <a:pt x="8841" y="542"/>
                  </a:lnTo>
                  <a:lnTo>
                    <a:pt x="8841" y="404"/>
                  </a:lnTo>
                  <a:lnTo>
                    <a:pt x="8860" y="266"/>
                  </a:lnTo>
                  <a:lnTo>
                    <a:pt x="8890" y="129"/>
                  </a:lnTo>
                  <a:lnTo>
                    <a:pt x="8929" y="1"/>
                  </a:lnTo>
                  <a:close/>
                  <a:moveTo>
                    <a:pt x="2105" y="1564"/>
                  </a:moveTo>
                  <a:lnTo>
                    <a:pt x="0" y="5222"/>
                  </a:lnTo>
                  <a:lnTo>
                    <a:pt x="118" y="5252"/>
                  </a:lnTo>
                  <a:lnTo>
                    <a:pt x="227" y="5291"/>
                  </a:lnTo>
                  <a:lnTo>
                    <a:pt x="345" y="5340"/>
                  </a:lnTo>
                  <a:lnTo>
                    <a:pt x="443" y="5399"/>
                  </a:lnTo>
                  <a:lnTo>
                    <a:pt x="551" y="5468"/>
                  </a:lnTo>
                  <a:lnTo>
                    <a:pt x="649" y="5537"/>
                  </a:lnTo>
                  <a:lnTo>
                    <a:pt x="738" y="5616"/>
                  </a:lnTo>
                  <a:lnTo>
                    <a:pt x="817" y="5694"/>
                  </a:lnTo>
                  <a:lnTo>
                    <a:pt x="2882" y="2125"/>
                  </a:lnTo>
                  <a:lnTo>
                    <a:pt x="2773" y="2076"/>
                  </a:lnTo>
                  <a:lnTo>
                    <a:pt x="2655" y="2026"/>
                  </a:lnTo>
                  <a:lnTo>
                    <a:pt x="2557" y="1967"/>
                  </a:lnTo>
                  <a:lnTo>
                    <a:pt x="2449" y="1899"/>
                  </a:lnTo>
                  <a:lnTo>
                    <a:pt x="2360" y="1830"/>
                  </a:lnTo>
                  <a:lnTo>
                    <a:pt x="2272" y="1741"/>
                  </a:lnTo>
                  <a:lnTo>
                    <a:pt x="2183" y="1663"/>
                  </a:lnTo>
                  <a:lnTo>
                    <a:pt x="2105" y="1564"/>
                  </a:lnTo>
                  <a:close/>
                  <a:moveTo>
                    <a:pt x="11820" y="1564"/>
                  </a:moveTo>
                  <a:lnTo>
                    <a:pt x="11742" y="1663"/>
                  </a:lnTo>
                  <a:lnTo>
                    <a:pt x="11653" y="1741"/>
                  </a:lnTo>
                  <a:lnTo>
                    <a:pt x="11565" y="1830"/>
                  </a:lnTo>
                  <a:lnTo>
                    <a:pt x="11476" y="1899"/>
                  </a:lnTo>
                  <a:lnTo>
                    <a:pt x="11368" y="1967"/>
                  </a:lnTo>
                  <a:lnTo>
                    <a:pt x="11270" y="2026"/>
                  </a:lnTo>
                  <a:lnTo>
                    <a:pt x="11152" y="2076"/>
                  </a:lnTo>
                  <a:lnTo>
                    <a:pt x="11043" y="2125"/>
                  </a:lnTo>
                  <a:lnTo>
                    <a:pt x="13108" y="5694"/>
                  </a:lnTo>
                  <a:lnTo>
                    <a:pt x="13187" y="5616"/>
                  </a:lnTo>
                  <a:lnTo>
                    <a:pt x="13276" y="5537"/>
                  </a:lnTo>
                  <a:lnTo>
                    <a:pt x="13374" y="5468"/>
                  </a:lnTo>
                  <a:lnTo>
                    <a:pt x="13482" y="5399"/>
                  </a:lnTo>
                  <a:lnTo>
                    <a:pt x="13580" y="5340"/>
                  </a:lnTo>
                  <a:lnTo>
                    <a:pt x="13698" y="5291"/>
                  </a:lnTo>
                  <a:lnTo>
                    <a:pt x="13807" y="5252"/>
                  </a:lnTo>
                  <a:lnTo>
                    <a:pt x="13925" y="5222"/>
                  </a:lnTo>
                  <a:lnTo>
                    <a:pt x="11820" y="1564"/>
                  </a:lnTo>
                  <a:close/>
                  <a:moveTo>
                    <a:pt x="817" y="7985"/>
                  </a:moveTo>
                  <a:lnTo>
                    <a:pt x="738" y="8064"/>
                  </a:lnTo>
                  <a:lnTo>
                    <a:pt x="649" y="8143"/>
                  </a:lnTo>
                  <a:lnTo>
                    <a:pt x="551" y="8212"/>
                  </a:lnTo>
                  <a:lnTo>
                    <a:pt x="443" y="8280"/>
                  </a:lnTo>
                  <a:lnTo>
                    <a:pt x="345" y="8339"/>
                  </a:lnTo>
                  <a:lnTo>
                    <a:pt x="227" y="8389"/>
                  </a:lnTo>
                  <a:lnTo>
                    <a:pt x="118" y="8428"/>
                  </a:lnTo>
                  <a:lnTo>
                    <a:pt x="0" y="8457"/>
                  </a:lnTo>
                  <a:lnTo>
                    <a:pt x="2134" y="12155"/>
                  </a:lnTo>
                  <a:lnTo>
                    <a:pt x="2213" y="12066"/>
                  </a:lnTo>
                  <a:lnTo>
                    <a:pt x="2292" y="11978"/>
                  </a:lnTo>
                  <a:lnTo>
                    <a:pt x="2390" y="11899"/>
                  </a:lnTo>
                  <a:lnTo>
                    <a:pt x="2488" y="11830"/>
                  </a:lnTo>
                  <a:lnTo>
                    <a:pt x="2587" y="11761"/>
                  </a:lnTo>
                  <a:lnTo>
                    <a:pt x="2695" y="11712"/>
                  </a:lnTo>
                  <a:lnTo>
                    <a:pt x="2803" y="11663"/>
                  </a:lnTo>
                  <a:lnTo>
                    <a:pt x="2921" y="11614"/>
                  </a:lnTo>
                  <a:lnTo>
                    <a:pt x="817" y="7985"/>
                  </a:lnTo>
                  <a:close/>
                  <a:moveTo>
                    <a:pt x="13108" y="7985"/>
                  </a:moveTo>
                  <a:lnTo>
                    <a:pt x="11004" y="11614"/>
                  </a:lnTo>
                  <a:lnTo>
                    <a:pt x="11122" y="11663"/>
                  </a:lnTo>
                  <a:lnTo>
                    <a:pt x="11230" y="11712"/>
                  </a:lnTo>
                  <a:lnTo>
                    <a:pt x="11338" y="11761"/>
                  </a:lnTo>
                  <a:lnTo>
                    <a:pt x="11437" y="11830"/>
                  </a:lnTo>
                  <a:lnTo>
                    <a:pt x="11535" y="11899"/>
                  </a:lnTo>
                  <a:lnTo>
                    <a:pt x="11633" y="11978"/>
                  </a:lnTo>
                  <a:lnTo>
                    <a:pt x="11712" y="12066"/>
                  </a:lnTo>
                  <a:lnTo>
                    <a:pt x="11791" y="12155"/>
                  </a:lnTo>
                  <a:lnTo>
                    <a:pt x="13925" y="8457"/>
                  </a:lnTo>
                  <a:lnTo>
                    <a:pt x="13807" y="8428"/>
                  </a:lnTo>
                  <a:lnTo>
                    <a:pt x="13698" y="8389"/>
                  </a:lnTo>
                  <a:lnTo>
                    <a:pt x="13580" y="8339"/>
                  </a:lnTo>
                  <a:lnTo>
                    <a:pt x="13482" y="8280"/>
                  </a:lnTo>
                  <a:lnTo>
                    <a:pt x="13374" y="8212"/>
                  </a:lnTo>
                  <a:lnTo>
                    <a:pt x="13276" y="8143"/>
                  </a:lnTo>
                  <a:lnTo>
                    <a:pt x="13187" y="8064"/>
                  </a:lnTo>
                  <a:lnTo>
                    <a:pt x="13108" y="7985"/>
                  </a:lnTo>
                  <a:close/>
                  <a:moveTo>
                    <a:pt x="5015" y="12725"/>
                  </a:moveTo>
                  <a:lnTo>
                    <a:pt x="5045" y="12843"/>
                  </a:lnTo>
                  <a:lnTo>
                    <a:pt x="5065" y="12961"/>
                  </a:lnTo>
                  <a:lnTo>
                    <a:pt x="5084" y="13079"/>
                  </a:lnTo>
                  <a:lnTo>
                    <a:pt x="5084" y="13207"/>
                  </a:lnTo>
                  <a:lnTo>
                    <a:pt x="5084" y="13325"/>
                  </a:lnTo>
                  <a:lnTo>
                    <a:pt x="5065" y="13453"/>
                  </a:lnTo>
                  <a:lnTo>
                    <a:pt x="5045" y="13571"/>
                  </a:lnTo>
                  <a:lnTo>
                    <a:pt x="5015" y="13679"/>
                  </a:lnTo>
                  <a:lnTo>
                    <a:pt x="8909" y="13679"/>
                  </a:lnTo>
                  <a:lnTo>
                    <a:pt x="8880" y="13571"/>
                  </a:lnTo>
                  <a:lnTo>
                    <a:pt x="8860" y="13453"/>
                  </a:lnTo>
                  <a:lnTo>
                    <a:pt x="8841" y="13325"/>
                  </a:lnTo>
                  <a:lnTo>
                    <a:pt x="8841" y="13207"/>
                  </a:lnTo>
                  <a:lnTo>
                    <a:pt x="8841" y="13079"/>
                  </a:lnTo>
                  <a:lnTo>
                    <a:pt x="8860" y="12961"/>
                  </a:lnTo>
                  <a:lnTo>
                    <a:pt x="8880" y="12843"/>
                  </a:lnTo>
                  <a:lnTo>
                    <a:pt x="8909" y="12725"/>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8" name="Google Shape;1448;p102"/>
            <p:cNvSpPr/>
            <p:nvPr/>
          </p:nvSpPr>
          <p:spPr>
            <a:xfrm>
              <a:off x="725125" y="2301150"/>
              <a:ext cx="403175" cy="352050"/>
            </a:xfrm>
            <a:custGeom>
              <a:avLst/>
              <a:gdLst/>
              <a:ahLst/>
              <a:cxnLst/>
              <a:rect l="l" t="t" r="r" b="b"/>
              <a:pathLst>
                <a:path w="16127" h="14082" extrusionOk="0">
                  <a:moveTo>
                    <a:pt x="4455" y="1"/>
                  </a:moveTo>
                  <a:lnTo>
                    <a:pt x="4376" y="10"/>
                  </a:lnTo>
                  <a:lnTo>
                    <a:pt x="4307" y="30"/>
                  </a:lnTo>
                  <a:lnTo>
                    <a:pt x="4248" y="60"/>
                  </a:lnTo>
                  <a:lnTo>
                    <a:pt x="4179" y="89"/>
                  </a:lnTo>
                  <a:lnTo>
                    <a:pt x="4120" y="119"/>
                  </a:lnTo>
                  <a:lnTo>
                    <a:pt x="4071" y="158"/>
                  </a:lnTo>
                  <a:lnTo>
                    <a:pt x="4022" y="207"/>
                  </a:lnTo>
                  <a:lnTo>
                    <a:pt x="3973" y="256"/>
                  </a:lnTo>
                  <a:lnTo>
                    <a:pt x="3933" y="315"/>
                  </a:lnTo>
                  <a:lnTo>
                    <a:pt x="3894" y="374"/>
                  </a:lnTo>
                  <a:lnTo>
                    <a:pt x="3865" y="433"/>
                  </a:lnTo>
                  <a:lnTo>
                    <a:pt x="3845" y="502"/>
                  </a:lnTo>
                  <a:lnTo>
                    <a:pt x="3825" y="571"/>
                  </a:lnTo>
                  <a:lnTo>
                    <a:pt x="3815" y="640"/>
                  </a:lnTo>
                  <a:lnTo>
                    <a:pt x="3806" y="709"/>
                  </a:lnTo>
                  <a:lnTo>
                    <a:pt x="3815" y="787"/>
                  </a:lnTo>
                  <a:lnTo>
                    <a:pt x="3825" y="856"/>
                  </a:lnTo>
                  <a:lnTo>
                    <a:pt x="3845" y="925"/>
                  </a:lnTo>
                  <a:lnTo>
                    <a:pt x="3865" y="994"/>
                  </a:lnTo>
                  <a:lnTo>
                    <a:pt x="3894" y="1053"/>
                  </a:lnTo>
                  <a:lnTo>
                    <a:pt x="3933" y="1112"/>
                  </a:lnTo>
                  <a:lnTo>
                    <a:pt x="3973" y="1171"/>
                  </a:lnTo>
                  <a:lnTo>
                    <a:pt x="4022" y="1220"/>
                  </a:lnTo>
                  <a:lnTo>
                    <a:pt x="4071" y="1259"/>
                  </a:lnTo>
                  <a:lnTo>
                    <a:pt x="4120" y="1308"/>
                  </a:lnTo>
                  <a:lnTo>
                    <a:pt x="4179" y="1338"/>
                  </a:lnTo>
                  <a:lnTo>
                    <a:pt x="4248" y="1367"/>
                  </a:lnTo>
                  <a:lnTo>
                    <a:pt x="4307" y="1397"/>
                  </a:lnTo>
                  <a:lnTo>
                    <a:pt x="4376" y="1417"/>
                  </a:lnTo>
                  <a:lnTo>
                    <a:pt x="4455" y="1426"/>
                  </a:lnTo>
                  <a:lnTo>
                    <a:pt x="4592" y="1426"/>
                  </a:lnTo>
                  <a:lnTo>
                    <a:pt x="4671" y="1417"/>
                  </a:lnTo>
                  <a:lnTo>
                    <a:pt x="4740" y="1397"/>
                  </a:lnTo>
                  <a:lnTo>
                    <a:pt x="4799" y="1367"/>
                  </a:lnTo>
                  <a:lnTo>
                    <a:pt x="4868" y="1338"/>
                  </a:lnTo>
                  <a:lnTo>
                    <a:pt x="4927" y="1308"/>
                  </a:lnTo>
                  <a:lnTo>
                    <a:pt x="4976" y="1259"/>
                  </a:lnTo>
                  <a:lnTo>
                    <a:pt x="5025" y="1220"/>
                  </a:lnTo>
                  <a:lnTo>
                    <a:pt x="5074" y="1171"/>
                  </a:lnTo>
                  <a:lnTo>
                    <a:pt x="5113" y="1112"/>
                  </a:lnTo>
                  <a:lnTo>
                    <a:pt x="5153" y="1053"/>
                  </a:lnTo>
                  <a:lnTo>
                    <a:pt x="5182" y="994"/>
                  </a:lnTo>
                  <a:lnTo>
                    <a:pt x="5202" y="925"/>
                  </a:lnTo>
                  <a:lnTo>
                    <a:pt x="5222" y="856"/>
                  </a:lnTo>
                  <a:lnTo>
                    <a:pt x="5231" y="787"/>
                  </a:lnTo>
                  <a:lnTo>
                    <a:pt x="5241" y="709"/>
                  </a:lnTo>
                  <a:lnTo>
                    <a:pt x="5231" y="640"/>
                  </a:lnTo>
                  <a:lnTo>
                    <a:pt x="5222" y="571"/>
                  </a:lnTo>
                  <a:lnTo>
                    <a:pt x="5202" y="502"/>
                  </a:lnTo>
                  <a:lnTo>
                    <a:pt x="5182" y="433"/>
                  </a:lnTo>
                  <a:lnTo>
                    <a:pt x="5153" y="374"/>
                  </a:lnTo>
                  <a:lnTo>
                    <a:pt x="5113" y="315"/>
                  </a:lnTo>
                  <a:lnTo>
                    <a:pt x="5074" y="256"/>
                  </a:lnTo>
                  <a:lnTo>
                    <a:pt x="5025" y="207"/>
                  </a:lnTo>
                  <a:lnTo>
                    <a:pt x="4976" y="158"/>
                  </a:lnTo>
                  <a:lnTo>
                    <a:pt x="4927" y="119"/>
                  </a:lnTo>
                  <a:lnTo>
                    <a:pt x="4868" y="89"/>
                  </a:lnTo>
                  <a:lnTo>
                    <a:pt x="4799" y="60"/>
                  </a:lnTo>
                  <a:lnTo>
                    <a:pt x="4740" y="30"/>
                  </a:lnTo>
                  <a:lnTo>
                    <a:pt x="4671" y="10"/>
                  </a:lnTo>
                  <a:lnTo>
                    <a:pt x="4592" y="1"/>
                  </a:lnTo>
                  <a:close/>
                  <a:moveTo>
                    <a:pt x="11535" y="1"/>
                  </a:moveTo>
                  <a:lnTo>
                    <a:pt x="11456" y="10"/>
                  </a:lnTo>
                  <a:lnTo>
                    <a:pt x="11387" y="30"/>
                  </a:lnTo>
                  <a:lnTo>
                    <a:pt x="11328" y="60"/>
                  </a:lnTo>
                  <a:lnTo>
                    <a:pt x="11259" y="89"/>
                  </a:lnTo>
                  <a:lnTo>
                    <a:pt x="11200" y="119"/>
                  </a:lnTo>
                  <a:lnTo>
                    <a:pt x="11151" y="158"/>
                  </a:lnTo>
                  <a:lnTo>
                    <a:pt x="11102" y="207"/>
                  </a:lnTo>
                  <a:lnTo>
                    <a:pt x="11053" y="256"/>
                  </a:lnTo>
                  <a:lnTo>
                    <a:pt x="11014" y="315"/>
                  </a:lnTo>
                  <a:lnTo>
                    <a:pt x="10974" y="374"/>
                  </a:lnTo>
                  <a:lnTo>
                    <a:pt x="10945" y="433"/>
                  </a:lnTo>
                  <a:lnTo>
                    <a:pt x="10925" y="502"/>
                  </a:lnTo>
                  <a:lnTo>
                    <a:pt x="10905" y="571"/>
                  </a:lnTo>
                  <a:lnTo>
                    <a:pt x="10896" y="640"/>
                  </a:lnTo>
                  <a:lnTo>
                    <a:pt x="10886" y="709"/>
                  </a:lnTo>
                  <a:lnTo>
                    <a:pt x="10896" y="787"/>
                  </a:lnTo>
                  <a:lnTo>
                    <a:pt x="10905" y="856"/>
                  </a:lnTo>
                  <a:lnTo>
                    <a:pt x="10925" y="925"/>
                  </a:lnTo>
                  <a:lnTo>
                    <a:pt x="10945" y="994"/>
                  </a:lnTo>
                  <a:lnTo>
                    <a:pt x="10974" y="1053"/>
                  </a:lnTo>
                  <a:lnTo>
                    <a:pt x="11014" y="1112"/>
                  </a:lnTo>
                  <a:lnTo>
                    <a:pt x="11053" y="1171"/>
                  </a:lnTo>
                  <a:lnTo>
                    <a:pt x="11102" y="1220"/>
                  </a:lnTo>
                  <a:lnTo>
                    <a:pt x="11151" y="1259"/>
                  </a:lnTo>
                  <a:lnTo>
                    <a:pt x="11200" y="1308"/>
                  </a:lnTo>
                  <a:lnTo>
                    <a:pt x="11259" y="1338"/>
                  </a:lnTo>
                  <a:lnTo>
                    <a:pt x="11328" y="1367"/>
                  </a:lnTo>
                  <a:lnTo>
                    <a:pt x="11387" y="1397"/>
                  </a:lnTo>
                  <a:lnTo>
                    <a:pt x="11456" y="1417"/>
                  </a:lnTo>
                  <a:lnTo>
                    <a:pt x="11535" y="1426"/>
                  </a:lnTo>
                  <a:lnTo>
                    <a:pt x="11672" y="1426"/>
                  </a:lnTo>
                  <a:lnTo>
                    <a:pt x="11751" y="1417"/>
                  </a:lnTo>
                  <a:lnTo>
                    <a:pt x="11820" y="1397"/>
                  </a:lnTo>
                  <a:lnTo>
                    <a:pt x="11879" y="1367"/>
                  </a:lnTo>
                  <a:lnTo>
                    <a:pt x="11948" y="1338"/>
                  </a:lnTo>
                  <a:lnTo>
                    <a:pt x="12007" y="1308"/>
                  </a:lnTo>
                  <a:lnTo>
                    <a:pt x="12056" y="1259"/>
                  </a:lnTo>
                  <a:lnTo>
                    <a:pt x="12105" y="1220"/>
                  </a:lnTo>
                  <a:lnTo>
                    <a:pt x="12154" y="1171"/>
                  </a:lnTo>
                  <a:lnTo>
                    <a:pt x="12194" y="1112"/>
                  </a:lnTo>
                  <a:lnTo>
                    <a:pt x="12233" y="1053"/>
                  </a:lnTo>
                  <a:lnTo>
                    <a:pt x="12262" y="994"/>
                  </a:lnTo>
                  <a:lnTo>
                    <a:pt x="12282" y="925"/>
                  </a:lnTo>
                  <a:lnTo>
                    <a:pt x="12302" y="856"/>
                  </a:lnTo>
                  <a:lnTo>
                    <a:pt x="12312" y="787"/>
                  </a:lnTo>
                  <a:lnTo>
                    <a:pt x="12321" y="709"/>
                  </a:lnTo>
                  <a:lnTo>
                    <a:pt x="12312" y="640"/>
                  </a:lnTo>
                  <a:lnTo>
                    <a:pt x="12302" y="571"/>
                  </a:lnTo>
                  <a:lnTo>
                    <a:pt x="12282" y="502"/>
                  </a:lnTo>
                  <a:lnTo>
                    <a:pt x="12262" y="433"/>
                  </a:lnTo>
                  <a:lnTo>
                    <a:pt x="12233" y="374"/>
                  </a:lnTo>
                  <a:lnTo>
                    <a:pt x="12194" y="315"/>
                  </a:lnTo>
                  <a:lnTo>
                    <a:pt x="12154" y="256"/>
                  </a:lnTo>
                  <a:lnTo>
                    <a:pt x="12105" y="207"/>
                  </a:lnTo>
                  <a:lnTo>
                    <a:pt x="12056" y="158"/>
                  </a:lnTo>
                  <a:lnTo>
                    <a:pt x="12007" y="119"/>
                  </a:lnTo>
                  <a:lnTo>
                    <a:pt x="11948" y="89"/>
                  </a:lnTo>
                  <a:lnTo>
                    <a:pt x="11879" y="60"/>
                  </a:lnTo>
                  <a:lnTo>
                    <a:pt x="11820" y="30"/>
                  </a:lnTo>
                  <a:lnTo>
                    <a:pt x="11751" y="10"/>
                  </a:lnTo>
                  <a:lnTo>
                    <a:pt x="11672" y="1"/>
                  </a:lnTo>
                  <a:close/>
                  <a:moveTo>
                    <a:pt x="639" y="6294"/>
                  </a:moveTo>
                  <a:lnTo>
                    <a:pt x="570" y="6304"/>
                  </a:lnTo>
                  <a:lnTo>
                    <a:pt x="502" y="6323"/>
                  </a:lnTo>
                  <a:lnTo>
                    <a:pt x="433" y="6353"/>
                  </a:lnTo>
                  <a:lnTo>
                    <a:pt x="374" y="6382"/>
                  </a:lnTo>
                  <a:lnTo>
                    <a:pt x="315" y="6412"/>
                  </a:lnTo>
                  <a:lnTo>
                    <a:pt x="256" y="6451"/>
                  </a:lnTo>
                  <a:lnTo>
                    <a:pt x="207" y="6500"/>
                  </a:lnTo>
                  <a:lnTo>
                    <a:pt x="157" y="6550"/>
                  </a:lnTo>
                  <a:lnTo>
                    <a:pt x="118" y="6609"/>
                  </a:lnTo>
                  <a:lnTo>
                    <a:pt x="89" y="6668"/>
                  </a:lnTo>
                  <a:lnTo>
                    <a:pt x="59" y="6727"/>
                  </a:lnTo>
                  <a:lnTo>
                    <a:pt x="30" y="6795"/>
                  </a:lnTo>
                  <a:lnTo>
                    <a:pt x="10" y="6864"/>
                  </a:lnTo>
                  <a:lnTo>
                    <a:pt x="0" y="6933"/>
                  </a:lnTo>
                  <a:lnTo>
                    <a:pt x="0" y="7002"/>
                  </a:lnTo>
                  <a:lnTo>
                    <a:pt x="0" y="7081"/>
                  </a:lnTo>
                  <a:lnTo>
                    <a:pt x="10" y="7149"/>
                  </a:lnTo>
                  <a:lnTo>
                    <a:pt x="30" y="7218"/>
                  </a:lnTo>
                  <a:lnTo>
                    <a:pt x="59" y="7287"/>
                  </a:lnTo>
                  <a:lnTo>
                    <a:pt x="89" y="7346"/>
                  </a:lnTo>
                  <a:lnTo>
                    <a:pt x="118" y="7405"/>
                  </a:lnTo>
                  <a:lnTo>
                    <a:pt x="157" y="7464"/>
                  </a:lnTo>
                  <a:lnTo>
                    <a:pt x="207" y="7513"/>
                  </a:lnTo>
                  <a:lnTo>
                    <a:pt x="256" y="7553"/>
                  </a:lnTo>
                  <a:lnTo>
                    <a:pt x="315" y="7602"/>
                  </a:lnTo>
                  <a:lnTo>
                    <a:pt x="374" y="7631"/>
                  </a:lnTo>
                  <a:lnTo>
                    <a:pt x="433" y="7661"/>
                  </a:lnTo>
                  <a:lnTo>
                    <a:pt x="502" y="7690"/>
                  </a:lnTo>
                  <a:lnTo>
                    <a:pt x="570" y="7710"/>
                  </a:lnTo>
                  <a:lnTo>
                    <a:pt x="639" y="7720"/>
                  </a:lnTo>
                  <a:lnTo>
                    <a:pt x="787" y="7720"/>
                  </a:lnTo>
                  <a:lnTo>
                    <a:pt x="856" y="7710"/>
                  </a:lnTo>
                  <a:lnTo>
                    <a:pt x="924" y="7690"/>
                  </a:lnTo>
                  <a:lnTo>
                    <a:pt x="993" y="7661"/>
                  </a:lnTo>
                  <a:lnTo>
                    <a:pt x="1052" y="7631"/>
                  </a:lnTo>
                  <a:lnTo>
                    <a:pt x="1111" y="7602"/>
                  </a:lnTo>
                  <a:lnTo>
                    <a:pt x="1170" y="7553"/>
                  </a:lnTo>
                  <a:lnTo>
                    <a:pt x="1219" y="7513"/>
                  </a:lnTo>
                  <a:lnTo>
                    <a:pt x="1259" y="7464"/>
                  </a:lnTo>
                  <a:lnTo>
                    <a:pt x="1308" y="7405"/>
                  </a:lnTo>
                  <a:lnTo>
                    <a:pt x="1337" y="7346"/>
                  </a:lnTo>
                  <a:lnTo>
                    <a:pt x="1367" y="7287"/>
                  </a:lnTo>
                  <a:lnTo>
                    <a:pt x="1396" y="7218"/>
                  </a:lnTo>
                  <a:lnTo>
                    <a:pt x="1416" y="7149"/>
                  </a:lnTo>
                  <a:lnTo>
                    <a:pt x="1426" y="7081"/>
                  </a:lnTo>
                  <a:lnTo>
                    <a:pt x="1426" y="7002"/>
                  </a:lnTo>
                  <a:lnTo>
                    <a:pt x="1426" y="6933"/>
                  </a:lnTo>
                  <a:lnTo>
                    <a:pt x="1416" y="6864"/>
                  </a:lnTo>
                  <a:lnTo>
                    <a:pt x="1396" y="6795"/>
                  </a:lnTo>
                  <a:lnTo>
                    <a:pt x="1367" y="6727"/>
                  </a:lnTo>
                  <a:lnTo>
                    <a:pt x="1337" y="6668"/>
                  </a:lnTo>
                  <a:lnTo>
                    <a:pt x="1308" y="6609"/>
                  </a:lnTo>
                  <a:lnTo>
                    <a:pt x="1259" y="6550"/>
                  </a:lnTo>
                  <a:lnTo>
                    <a:pt x="1219" y="6500"/>
                  </a:lnTo>
                  <a:lnTo>
                    <a:pt x="1170" y="6451"/>
                  </a:lnTo>
                  <a:lnTo>
                    <a:pt x="1111" y="6412"/>
                  </a:lnTo>
                  <a:lnTo>
                    <a:pt x="1052" y="6382"/>
                  </a:lnTo>
                  <a:lnTo>
                    <a:pt x="993" y="6353"/>
                  </a:lnTo>
                  <a:lnTo>
                    <a:pt x="924" y="6323"/>
                  </a:lnTo>
                  <a:lnTo>
                    <a:pt x="856" y="6304"/>
                  </a:lnTo>
                  <a:lnTo>
                    <a:pt x="787" y="6294"/>
                  </a:lnTo>
                  <a:close/>
                  <a:moveTo>
                    <a:pt x="15340" y="6294"/>
                  </a:moveTo>
                  <a:lnTo>
                    <a:pt x="15271" y="6304"/>
                  </a:lnTo>
                  <a:lnTo>
                    <a:pt x="15203" y="6323"/>
                  </a:lnTo>
                  <a:lnTo>
                    <a:pt x="15134" y="6353"/>
                  </a:lnTo>
                  <a:lnTo>
                    <a:pt x="15075" y="6382"/>
                  </a:lnTo>
                  <a:lnTo>
                    <a:pt x="15016" y="6412"/>
                  </a:lnTo>
                  <a:lnTo>
                    <a:pt x="14957" y="6451"/>
                  </a:lnTo>
                  <a:lnTo>
                    <a:pt x="14908" y="6500"/>
                  </a:lnTo>
                  <a:lnTo>
                    <a:pt x="14868" y="6550"/>
                  </a:lnTo>
                  <a:lnTo>
                    <a:pt x="14819" y="6609"/>
                  </a:lnTo>
                  <a:lnTo>
                    <a:pt x="14790" y="6668"/>
                  </a:lnTo>
                  <a:lnTo>
                    <a:pt x="14760" y="6727"/>
                  </a:lnTo>
                  <a:lnTo>
                    <a:pt x="14731" y="6795"/>
                  </a:lnTo>
                  <a:lnTo>
                    <a:pt x="14711" y="6864"/>
                  </a:lnTo>
                  <a:lnTo>
                    <a:pt x="14701" y="6933"/>
                  </a:lnTo>
                  <a:lnTo>
                    <a:pt x="14701" y="7002"/>
                  </a:lnTo>
                  <a:lnTo>
                    <a:pt x="14701" y="7081"/>
                  </a:lnTo>
                  <a:lnTo>
                    <a:pt x="14711" y="7149"/>
                  </a:lnTo>
                  <a:lnTo>
                    <a:pt x="14731" y="7218"/>
                  </a:lnTo>
                  <a:lnTo>
                    <a:pt x="14760" y="7287"/>
                  </a:lnTo>
                  <a:lnTo>
                    <a:pt x="14790" y="7346"/>
                  </a:lnTo>
                  <a:lnTo>
                    <a:pt x="14819" y="7405"/>
                  </a:lnTo>
                  <a:lnTo>
                    <a:pt x="14868" y="7464"/>
                  </a:lnTo>
                  <a:lnTo>
                    <a:pt x="14908" y="7513"/>
                  </a:lnTo>
                  <a:lnTo>
                    <a:pt x="14957" y="7553"/>
                  </a:lnTo>
                  <a:lnTo>
                    <a:pt x="15016" y="7602"/>
                  </a:lnTo>
                  <a:lnTo>
                    <a:pt x="15075" y="7631"/>
                  </a:lnTo>
                  <a:lnTo>
                    <a:pt x="15134" y="7661"/>
                  </a:lnTo>
                  <a:lnTo>
                    <a:pt x="15203" y="7690"/>
                  </a:lnTo>
                  <a:lnTo>
                    <a:pt x="15271" y="7710"/>
                  </a:lnTo>
                  <a:lnTo>
                    <a:pt x="15340" y="7720"/>
                  </a:lnTo>
                  <a:lnTo>
                    <a:pt x="15488" y="7720"/>
                  </a:lnTo>
                  <a:lnTo>
                    <a:pt x="15557" y="7710"/>
                  </a:lnTo>
                  <a:lnTo>
                    <a:pt x="15625" y="7690"/>
                  </a:lnTo>
                  <a:lnTo>
                    <a:pt x="15694" y="7661"/>
                  </a:lnTo>
                  <a:lnTo>
                    <a:pt x="15753" y="7631"/>
                  </a:lnTo>
                  <a:lnTo>
                    <a:pt x="15812" y="7602"/>
                  </a:lnTo>
                  <a:lnTo>
                    <a:pt x="15871" y="7553"/>
                  </a:lnTo>
                  <a:lnTo>
                    <a:pt x="15920" y="7513"/>
                  </a:lnTo>
                  <a:lnTo>
                    <a:pt x="15970" y="7464"/>
                  </a:lnTo>
                  <a:lnTo>
                    <a:pt x="16009" y="7405"/>
                  </a:lnTo>
                  <a:lnTo>
                    <a:pt x="16038" y="7346"/>
                  </a:lnTo>
                  <a:lnTo>
                    <a:pt x="16068" y="7287"/>
                  </a:lnTo>
                  <a:lnTo>
                    <a:pt x="16097" y="7218"/>
                  </a:lnTo>
                  <a:lnTo>
                    <a:pt x="16117" y="7149"/>
                  </a:lnTo>
                  <a:lnTo>
                    <a:pt x="16127" y="7081"/>
                  </a:lnTo>
                  <a:lnTo>
                    <a:pt x="16127" y="7002"/>
                  </a:lnTo>
                  <a:lnTo>
                    <a:pt x="16127" y="6933"/>
                  </a:lnTo>
                  <a:lnTo>
                    <a:pt x="16117" y="6864"/>
                  </a:lnTo>
                  <a:lnTo>
                    <a:pt x="16097" y="6795"/>
                  </a:lnTo>
                  <a:lnTo>
                    <a:pt x="16068" y="6727"/>
                  </a:lnTo>
                  <a:lnTo>
                    <a:pt x="16038" y="6668"/>
                  </a:lnTo>
                  <a:lnTo>
                    <a:pt x="16009" y="6609"/>
                  </a:lnTo>
                  <a:lnTo>
                    <a:pt x="15970" y="6550"/>
                  </a:lnTo>
                  <a:lnTo>
                    <a:pt x="15920" y="6500"/>
                  </a:lnTo>
                  <a:lnTo>
                    <a:pt x="15871" y="6451"/>
                  </a:lnTo>
                  <a:lnTo>
                    <a:pt x="15812" y="6412"/>
                  </a:lnTo>
                  <a:lnTo>
                    <a:pt x="15753" y="6382"/>
                  </a:lnTo>
                  <a:lnTo>
                    <a:pt x="15694" y="6353"/>
                  </a:lnTo>
                  <a:lnTo>
                    <a:pt x="15625" y="6323"/>
                  </a:lnTo>
                  <a:lnTo>
                    <a:pt x="15557" y="6304"/>
                  </a:lnTo>
                  <a:lnTo>
                    <a:pt x="15488" y="6294"/>
                  </a:lnTo>
                  <a:close/>
                  <a:moveTo>
                    <a:pt x="4523" y="12656"/>
                  </a:moveTo>
                  <a:lnTo>
                    <a:pt x="4455" y="12666"/>
                  </a:lnTo>
                  <a:lnTo>
                    <a:pt x="4376" y="12676"/>
                  </a:lnTo>
                  <a:lnTo>
                    <a:pt x="4307" y="12695"/>
                  </a:lnTo>
                  <a:lnTo>
                    <a:pt x="4248" y="12715"/>
                  </a:lnTo>
                  <a:lnTo>
                    <a:pt x="4179" y="12745"/>
                  </a:lnTo>
                  <a:lnTo>
                    <a:pt x="4120" y="12784"/>
                  </a:lnTo>
                  <a:lnTo>
                    <a:pt x="4071" y="12823"/>
                  </a:lnTo>
                  <a:lnTo>
                    <a:pt x="4022" y="12872"/>
                  </a:lnTo>
                  <a:lnTo>
                    <a:pt x="3973" y="12922"/>
                  </a:lnTo>
                  <a:lnTo>
                    <a:pt x="3933" y="12971"/>
                  </a:lnTo>
                  <a:lnTo>
                    <a:pt x="3894" y="13030"/>
                  </a:lnTo>
                  <a:lnTo>
                    <a:pt x="3865" y="13099"/>
                  </a:lnTo>
                  <a:lnTo>
                    <a:pt x="3845" y="13158"/>
                  </a:lnTo>
                  <a:lnTo>
                    <a:pt x="3825" y="13226"/>
                  </a:lnTo>
                  <a:lnTo>
                    <a:pt x="3815" y="13295"/>
                  </a:lnTo>
                  <a:lnTo>
                    <a:pt x="3806" y="13374"/>
                  </a:lnTo>
                  <a:lnTo>
                    <a:pt x="3815" y="13443"/>
                  </a:lnTo>
                  <a:lnTo>
                    <a:pt x="3825" y="13512"/>
                  </a:lnTo>
                  <a:lnTo>
                    <a:pt x="3845" y="13580"/>
                  </a:lnTo>
                  <a:lnTo>
                    <a:pt x="3865" y="13649"/>
                  </a:lnTo>
                  <a:lnTo>
                    <a:pt x="3894" y="13708"/>
                  </a:lnTo>
                  <a:lnTo>
                    <a:pt x="3933" y="13767"/>
                  </a:lnTo>
                  <a:lnTo>
                    <a:pt x="3973" y="13826"/>
                  </a:lnTo>
                  <a:lnTo>
                    <a:pt x="4022" y="13875"/>
                  </a:lnTo>
                  <a:lnTo>
                    <a:pt x="4071" y="13925"/>
                  </a:lnTo>
                  <a:lnTo>
                    <a:pt x="4120" y="13964"/>
                  </a:lnTo>
                  <a:lnTo>
                    <a:pt x="4179" y="14003"/>
                  </a:lnTo>
                  <a:lnTo>
                    <a:pt x="4248" y="14033"/>
                  </a:lnTo>
                  <a:lnTo>
                    <a:pt x="4307" y="14052"/>
                  </a:lnTo>
                  <a:lnTo>
                    <a:pt x="4376" y="14072"/>
                  </a:lnTo>
                  <a:lnTo>
                    <a:pt x="4455" y="14082"/>
                  </a:lnTo>
                  <a:lnTo>
                    <a:pt x="4592" y="14082"/>
                  </a:lnTo>
                  <a:lnTo>
                    <a:pt x="4671" y="14072"/>
                  </a:lnTo>
                  <a:lnTo>
                    <a:pt x="4740" y="14052"/>
                  </a:lnTo>
                  <a:lnTo>
                    <a:pt x="4799" y="14033"/>
                  </a:lnTo>
                  <a:lnTo>
                    <a:pt x="4868" y="14003"/>
                  </a:lnTo>
                  <a:lnTo>
                    <a:pt x="4927" y="13964"/>
                  </a:lnTo>
                  <a:lnTo>
                    <a:pt x="4976" y="13925"/>
                  </a:lnTo>
                  <a:lnTo>
                    <a:pt x="5025" y="13875"/>
                  </a:lnTo>
                  <a:lnTo>
                    <a:pt x="5074" y="13826"/>
                  </a:lnTo>
                  <a:lnTo>
                    <a:pt x="5113" y="13767"/>
                  </a:lnTo>
                  <a:lnTo>
                    <a:pt x="5153" y="13708"/>
                  </a:lnTo>
                  <a:lnTo>
                    <a:pt x="5182" y="13649"/>
                  </a:lnTo>
                  <a:lnTo>
                    <a:pt x="5202" y="13580"/>
                  </a:lnTo>
                  <a:lnTo>
                    <a:pt x="5222" y="13512"/>
                  </a:lnTo>
                  <a:lnTo>
                    <a:pt x="5231" y="13443"/>
                  </a:lnTo>
                  <a:lnTo>
                    <a:pt x="5241" y="13374"/>
                  </a:lnTo>
                  <a:lnTo>
                    <a:pt x="5231" y="13295"/>
                  </a:lnTo>
                  <a:lnTo>
                    <a:pt x="5222" y="13226"/>
                  </a:lnTo>
                  <a:lnTo>
                    <a:pt x="5202" y="13158"/>
                  </a:lnTo>
                  <a:lnTo>
                    <a:pt x="5182" y="13099"/>
                  </a:lnTo>
                  <a:lnTo>
                    <a:pt x="5153" y="13030"/>
                  </a:lnTo>
                  <a:lnTo>
                    <a:pt x="5113" y="12971"/>
                  </a:lnTo>
                  <a:lnTo>
                    <a:pt x="5074" y="12922"/>
                  </a:lnTo>
                  <a:lnTo>
                    <a:pt x="5025" y="12872"/>
                  </a:lnTo>
                  <a:lnTo>
                    <a:pt x="4976" y="12823"/>
                  </a:lnTo>
                  <a:lnTo>
                    <a:pt x="4927" y="12784"/>
                  </a:lnTo>
                  <a:lnTo>
                    <a:pt x="4868" y="12745"/>
                  </a:lnTo>
                  <a:lnTo>
                    <a:pt x="4799" y="12715"/>
                  </a:lnTo>
                  <a:lnTo>
                    <a:pt x="4740" y="12695"/>
                  </a:lnTo>
                  <a:lnTo>
                    <a:pt x="4671" y="12676"/>
                  </a:lnTo>
                  <a:lnTo>
                    <a:pt x="4592" y="12666"/>
                  </a:lnTo>
                  <a:lnTo>
                    <a:pt x="4523" y="12656"/>
                  </a:lnTo>
                  <a:close/>
                  <a:moveTo>
                    <a:pt x="11604" y="12656"/>
                  </a:moveTo>
                  <a:lnTo>
                    <a:pt x="11535" y="12666"/>
                  </a:lnTo>
                  <a:lnTo>
                    <a:pt x="11456" y="12676"/>
                  </a:lnTo>
                  <a:lnTo>
                    <a:pt x="11387" y="12695"/>
                  </a:lnTo>
                  <a:lnTo>
                    <a:pt x="11328" y="12715"/>
                  </a:lnTo>
                  <a:lnTo>
                    <a:pt x="11259" y="12745"/>
                  </a:lnTo>
                  <a:lnTo>
                    <a:pt x="11200" y="12784"/>
                  </a:lnTo>
                  <a:lnTo>
                    <a:pt x="11151" y="12823"/>
                  </a:lnTo>
                  <a:lnTo>
                    <a:pt x="11102" y="12872"/>
                  </a:lnTo>
                  <a:lnTo>
                    <a:pt x="11053" y="12922"/>
                  </a:lnTo>
                  <a:lnTo>
                    <a:pt x="11014" y="12971"/>
                  </a:lnTo>
                  <a:lnTo>
                    <a:pt x="10974" y="13030"/>
                  </a:lnTo>
                  <a:lnTo>
                    <a:pt x="10945" y="13099"/>
                  </a:lnTo>
                  <a:lnTo>
                    <a:pt x="10925" y="13158"/>
                  </a:lnTo>
                  <a:lnTo>
                    <a:pt x="10905" y="13226"/>
                  </a:lnTo>
                  <a:lnTo>
                    <a:pt x="10896" y="13295"/>
                  </a:lnTo>
                  <a:lnTo>
                    <a:pt x="10886" y="13374"/>
                  </a:lnTo>
                  <a:lnTo>
                    <a:pt x="10896" y="13443"/>
                  </a:lnTo>
                  <a:lnTo>
                    <a:pt x="10905" y="13512"/>
                  </a:lnTo>
                  <a:lnTo>
                    <a:pt x="10925" y="13580"/>
                  </a:lnTo>
                  <a:lnTo>
                    <a:pt x="10945" y="13649"/>
                  </a:lnTo>
                  <a:lnTo>
                    <a:pt x="10974" y="13708"/>
                  </a:lnTo>
                  <a:lnTo>
                    <a:pt x="11014" y="13767"/>
                  </a:lnTo>
                  <a:lnTo>
                    <a:pt x="11053" y="13826"/>
                  </a:lnTo>
                  <a:lnTo>
                    <a:pt x="11102" y="13875"/>
                  </a:lnTo>
                  <a:lnTo>
                    <a:pt x="11151" y="13925"/>
                  </a:lnTo>
                  <a:lnTo>
                    <a:pt x="11200" y="13964"/>
                  </a:lnTo>
                  <a:lnTo>
                    <a:pt x="11259" y="14003"/>
                  </a:lnTo>
                  <a:lnTo>
                    <a:pt x="11328" y="14033"/>
                  </a:lnTo>
                  <a:lnTo>
                    <a:pt x="11387" y="14052"/>
                  </a:lnTo>
                  <a:lnTo>
                    <a:pt x="11456" y="14072"/>
                  </a:lnTo>
                  <a:lnTo>
                    <a:pt x="11535" y="14082"/>
                  </a:lnTo>
                  <a:lnTo>
                    <a:pt x="11672" y="14082"/>
                  </a:lnTo>
                  <a:lnTo>
                    <a:pt x="11751" y="14072"/>
                  </a:lnTo>
                  <a:lnTo>
                    <a:pt x="11820" y="14052"/>
                  </a:lnTo>
                  <a:lnTo>
                    <a:pt x="11879" y="14033"/>
                  </a:lnTo>
                  <a:lnTo>
                    <a:pt x="11948" y="14003"/>
                  </a:lnTo>
                  <a:lnTo>
                    <a:pt x="12007" y="13964"/>
                  </a:lnTo>
                  <a:lnTo>
                    <a:pt x="12056" y="13925"/>
                  </a:lnTo>
                  <a:lnTo>
                    <a:pt x="12105" y="13875"/>
                  </a:lnTo>
                  <a:lnTo>
                    <a:pt x="12154" y="13826"/>
                  </a:lnTo>
                  <a:lnTo>
                    <a:pt x="12194" y="13767"/>
                  </a:lnTo>
                  <a:lnTo>
                    <a:pt x="12233" y="13708"/>
                  </a:lnTo>
                  <a:lnTo>
                    <a:pt x="12262" y="13649"/>
                  </a:lnTo>
                  <a:lnTo>
                    <a:pt x="12282" y="13580"/>
                  </a:lnTo>
                  <a:lnTo>
                    <a:pt x="12302" y="13512"/>
                  </a:lnTo>
                  <a:lnTo>
                    <a:pt x="12312" y="13443"/>
                  </a:lnTo>
                  <a:lnTo>
                    <a:pt x="12321" y="13374"/>
                  </a:lnTo>
                  <a:lnTo>
                    <a:pt x="12312" y="13295"/>
                  </a:lnTo>
                  <a:lnTo>
                    <a:pt x="12302" y="13226"/>
                  </a:lnTo>
                  <a:lnTo>
                    <a:pt x="12282" y="13158"/>
                  </a:lnTo>
                  <a:lnTo>
                    <a:pt x="12262" y="13099"/>
                  </a:lnTo>
                  <a:lnTo>
                    <a:pt x="12233" y="13030"/>
                  </a:lnTo>
                  <a:lnTo>
                    <a:pt x="12194" y="12971"/>
                  </a:lnTo>
                  <a:lnTo>
                    <a:pt x="12154" y="12922"/>
                  </a:lnTo>
                  <a:lnTo>
                    <a:pt x="12105" y="12872"/>
                  </a:lnTo>
                  <a:lnTo>
                    <a:pt x="12056" y="12823"/>
                  </a:lnTo>
                  <a:lnTo>
                    <a:pt x="12007" y="12784"/>
                  </a:lnTo>
                  <a:lnTo>
                    <a:pt x="11948" y="12745"/>
                  </a:lnTo>
                  <a:lnTo>
                    <a:pt x="11879" y="12715"/>
                  </a:lnTo>
                  <a:lnTo>
                    <a:pt x="11820" y="12695"/>
                  </a:lnTo>
                  <a:lnTo>
                    <a:pt x="11751" y="12676"/>
                  </a:lnTo>
                  <a:lnTo>
                    <a:pt x="11672" y="12666"/>
                  </a:lnTo>
                  <a:lnTo>
                    <a:pt x="11604" y="12656"/>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9" name="Google Shape;1449;p102"/>
            <p:cNvSpPr/>
            <p:nvPr/>
          </p:nvSpPr>
          <p:spPr>
            <a:xfrm>
              <a:off x="808450" y="2357950"/>
              <a:ext cx="236525" cy="236750"/>
            </a:xfrm>
            <a:custGeom>
              <a:avLst/>
              <a:gdLst/>
              <a:ahLst/>
              <a:cxnLst/>
              <a:rect l="l" t="t" r="r" b="b"/>
              <a:pathLst>
                <a:path w="9461" h="9470" extrusionOk="0">
                  <a:moveTo>
                    <a:pt x="5232" y="0"/>
                  </a:moveTo>
                  <a:lnTo>
                    <a:pt x="4966" y="10"/>
                  </a:lnTo>
                  <a:lnTo>
                    <a:pt x="4701" y="30"/>
                  </a:lnTo>
                  <a:lnTo>
                    <a:pt x="4435" y="69"/>
                  </a:lnTo>
                  <a:lnTo>
                    <a:pt x="4180" y="108"/>
                  </a:lnTo>
                  <a:lnTo>
                    <a:pt x="3924" y="167"/>
                  </a:lnTo>
                  <a:lnTo>
                    <a:pt x="3678" y="236"/>
                  </a:lnTo>
                  <a:lnTo>
                    <a:pt x="3432" y="325"/>
                  </a:lnTo>
                  <a:lnTo>
                    <a:pt x="3196" y="413"/>
                  </a:lnTo>
                  <a:lnTo>
                    <a:pt x="2970" y="521"/>
                  </a:lnTo>
                  <a:lnTo>
                    <a:pt x="2744" y="639"/>
                  </a:lnTo>
                  <a:lnTo>
                    <a:pt x="2518" y="767"/>
                  </a:lnTo>
                  <a:lnTo>
                    <a:pt x="2311" y="895"/>
                  </a:lnTo>
                  <a:lnTo>
                    <a:pt x="2105" y="1042"/>
                  </a:lnTo>
                  <a:lnTo>
                    <a:pt x="1908" y="1200"/>
                  </a:lnTo>
                  <a:lnTo>
                    <a:pt x="1721" y="1367"/>
                  </a:lnTo>
                  <a:lnTo>
                    <a:pt x="1535" y="1544"/>
                  </a:lnTo>
                  <a:lnTo>
                    <a:pt x="1358" y="1721"/>
                  </a:lnTo>
                  <a:lnTo>
                    <a:pt x="1200" y="1908"/>
                  </a:lnTo>
                  <a:lnTo>
                    <a:pt x="1043" y="2104"/>
                  </a:lnTo>
                  <a:lnTo>
                    <a:pt x="895" y="2311"/>
                  </a:lnTo>
                  <a:lnTo>
                    <a:pt x="758" y="2527"/>
                  </a:lnTo>
                  <a:lnTo>
                    <a:pt x="630" y="2744"/>
                  </a:lnTo>
                  <a:lnTo>
                    <a:pt x="522" y="2970"/>
                  </a:lnTo>
                  <a:lnTo>
                    <a:pt x="414" y="3206"/>
                  </a:lnTo>
                  <a:lnTo>
                    <a:pt x="315" y="3442"/>
                  </a:lnTo>
                  <a:lnTo>
                    <a:pt x="237" y="3688"/>
                  </a:lnTo>
                  <a:lnTo>
                    <a:pt x="168" y="3933"/>
                  </a:lnTo>
                  <a:lnTo>
                    <a:pt x="109" y="4189"/>
                  </a:lnTo>
                  <a:lnTo>
                    <a:pt x="60" y="4445"/>
                  </a:lnTo>
                  <a:lnTo>
                    <a:pt x="30" y="4700"/>
                  </a:lnTo>
                  <a:lnTo>
                    <a:pt x="10" y="4966"/>
                  </a:lnTo>
                  <a:lnTo>
                    <a:pt x="1" y="5241"/>
                  </a:lnTo>
                  <a:lnTo>
                    <a:pt x="954" y="5241"/>
                  </a:lnTo>
                  <a:lnTo>
                    <a:pt x="954" y="5015"/>
                  </a:lnTo>
                  <a:lnTo>
                    <a:pt x="974" y="4799"/>
                  </a:lnTo>
                  <a:lnTo>
                    <a:pt x="1004" y="4592"/>
                  </a:lnTo>
                  <a:lnTo>
                    <a:pt x="1043" y="4376"/>
                  </a:lnTo>
                  <a:lnTo>
                    <a:pt x="1082" y="4169"/>
                  </a:lnTo>
                  <a:lnTo>
                    <a:pt x="1141" y="3963"/>
                  </a:lnTo>
                  <a:lnTo>
                    <a:pt x="1210" y="3766"/>
                  </a:lnTo>
                  <a:lnTo>
                    <a:pt x="1289" y="3570"/>
                  </a:lnTo>
                  <a:lnTo>
                    <a:pt x="1377" y="3383"/>
                  </a:lnTo>
                  <a:lnTo>
                    <a:pt x="1466" y="3196"/>
                  </a:lnTo>
                  <a:lnTo>
                    <a:pt x="1574" y="3019"/>
                  </a:lnTo>
                  <a:lnTo>
                    <a:pt x="1682" y="2842"/>
                  </a:lnTo>
                  <a:lnTo>
                    <a:pt x="1800" y="2675"/>
                  </a:lnTo>
                  <a:lnTo>
                    <a:pt x="1928" y="2517"/>
                  </a:lnTo>
                  <a:lnTo>
                    <a:pt x="2066" y="2360"/>
                  </a:lnTo>
                  <a:lnTo>
                    <a:pt x="2203" y="2213"/>
                  </a:lnTo>
                  <a:lnTo>
                    <a:pt x="2361" y="2075"/>
                  </a:lnTo>
                  <a:lnTo>
                    <a:pt x="2508" y="1937"/>
                  </a:lnTo>
                  <a:lnTo>
                    <a:pt x="2675" y="1809"/>
                  </a:lnTo>
                  <a:lnTo>
                    <a:pt x="2842" y="1691"/>
                  </a:lnTo>
                  <a:lnTo>
                    <a:pt x="3019" y="1573"/>
                  </a:lnTo>
                  <a:lnTo>
                    <a:pt x="3196" y="1475"/>
                  </a:lnTo>
                  <a:lnTo>
                    <a:pt x="3383" y="1377"/>
                  </a:lnTo>
                  <a:lnTo>
                    <a:pt x="3570" y="1288"/>
                  </a:lnTo>
                  <a:lnTo>
                    <a:pt x="3767" y="1219"/>
                  </a:lnTo>
                  <a:lnTo>
                    <a:pt x="3963" y="1151"/>
                  </a:lnTo>
                  <a:lnTo>
                    <a:pt x="4170" y="1092"/>
                  </a:lnTo>
                  <a:lnTo>
                    <a:pt x="4376" y="1042"/>
                  </a:lnTo>
                  <a:lnTo>
                    <a:pt x="4583" y="1003"/>
                  </a:lnTo>
                  <a:lnTo>
                    <a:pt x="4799" y="974"/>
                  </a:lnTo>
                  <a:lnTo>
                    <a:pt x="5016" y="964"/>
                  </a:lnTo>
                  <a:lnTo>
                    <a:pt x="5232" y="954"/>
                  </a:lnTo>
                  <a:lnTo>
                    <a:pt x="5232" y="0"/>
                  </a:lnTo>
                  <a:close/>
                  <a:moveTo>
                    <a:pt x="5065" y="1908"/>
                  </a:moveTo>
                  <a:lnTo>
                    <a:pt x="4898" y="1927"/>
                  </a:lnTo>
                  <a:lnTo>
                    <a:pt x="4730" y="1947"/>
                  </a:lnTo>
                  <a:lnTo>
                    <a:pt x="4563" y="1977"/>
                  </a:lnTo>
                  <a:lnTo>
                    <a:pt x="4406" y="2016"/>
                  </a:lnTo>
                  <a:lnTo>
                    <a:pt x="4249" y="2055"/>
                  </a:lnTo>
                  <a:lnTo>
                    <a:pt x="4091" y="2114"/>
                  </a:lnTo>
                  <a:lnTo>
                    <a:pt x="3944" y="2173"/>
                  </a:lnTo>
                  <a:lnTo>
                    <a:pt x="3796" y="2232"/>
                  </a:lnTo>
                  <a:lnTo>
                    <a:pt x="3649" y="2311"/>
                  </a:lnTo>
                  <a:lnTo>
                    <a:pt x="3511" y="2390"/>
                  </a:lnTo>
                  <a:lnTo>
                    <a:pt x="3373" y="2478"/>
                  </a:lnTo>
                  <a:lnTo>
                    <a:pt x="3246" y="2567"/>
                  </a:lnTo>
                  <a:lnTo>
                    <a:pt x="3118" y="2665"/>
                  </a:lnTo>
                  <a:lnTo>
                    <a:pt x="3000" y="2773"/>
                  </a:lnTo>
                  <a:lnTo>
                    <a:pt x="2882" y="2881"/>
                  </a:lnTo>
                  <a:lnTo>
                    <a:pt x="2774" y="2999"/>
                  </a:lnTo>
                  <a:lnTo>
                    <a:pt x="2665" y="3117"/>
                  </a:lnTo>
                  <a:lnTo>
                    <a:pt x="2567" y="3245"/>
                  </a:lnTo>
                  <a:lnTo>
                    <a:pt x="2469" y="3383"/>
                  </a:lnTo>
                  <a:lnTo>
                    <a:pt x="2390" y="3511"/>
                  </a:lnTo>
                  <a:lnTo>
                    <a:pt x="2311" y="3648"/>
                  </a:lnTo>
                  <a:lnTo>
                    <a:pt x="2233" y="3796"/>
                  </a:lnTo>
                  <a:lnTo>
                    <a:pt x="2164" y="3943"/>
                  </a:lnTo>
                  <a:lnTo>
                    <a:pt x="2105" y="4091"/>
                  </a:lnTo>
                  <a:lnTo>
                    <a:pt x="2056" y="4248"/>
                  </a:lnTo>
                  <a:lnTo>
                    <a:pt x="2007" y="4405"/>
                  </a:lnTo>
                  <a:lnTo>
                    <a:pt x="1967" y="4573"/>
                  </a:lnTo>
                  <a:lnTo>
                    <a:pt x="1938" y="4730"/>
                  </a:lnTo>
                  <a:lnTo>
                    <a:pt x="1918" y="4897"/>
                  </a:lnTo>
                  <a:lnTo>
                    <a:pt x="1908" y="5064"/>
                  </a:lnTo>
                  <a:lnTo>
                    <a:pt x="1908" y="5241"/>
                  </a:lnTo>
                  <a:lnTo>
                    <a:pt x="2852" y="5241"/>
                  </a:lnTo>
                  <a:lnTo>
                    <a:pt x="2862" y="5113"/>
                  </a:lnTo>
                  <a:lnTo>
                    <a:pt x="2872" y="4995"/>
                  </a:lnTo>
                  <a:lnTo>
                    <a:pt x="2882" y="4877"/>
                  </a:lnTo>
                  <a:lnTo>
                    <a:pt x="2901" y="4759"/>
                  </a:lnTo>
                  <a:lnTo>
                    <a:pt x="2931" y="4641"/>
                  </a:lnTo>
                  <a:lnTo>
                    <a:pt x="2960" y="4533"/>
                  </a:lnTo>
                  <a:lnTo>
                    <a:pt x="3039" y="4317"/>
                  </a:lnTo>
                  <a:lnTo>
                    <a:pt x="3147" y="4110"/>
                  </a:lnTo>
                  <a:lnTo>
                    <a:pt x="3265" y="3914"/>
                  </a:lnTo>
                  <a:lnTo>
                    <a:pt x="3403" y="3727"/>
                  </a:lnTo>
                  <a:lnTo>
                    <a:pt x="3550" y="3560"/>
                  </a:lnTo>
                  <a:lnTo>
                    <a:pt x="3727" y="3402"/>
                  </a:lnTo>
                  <a:lnTo>
                    <a:pt x="3904" y="3265"/>
                  </a:lnTo>
                  <a:lnTo>
                    <a:pt x="4101" y="3147"/>
                  </a:lnTo>
                  <a:lnTo>
                    <a:pt x="4308" y="3048"/>
                  </a:lnTo>
                  <a:lnTo>
                    <a:pt x="4524" y="2970"/>
                  </a:lnTo>
                  <a:lnTo>
                    <a:pt x="4642" y="2930"/>
                  </a:lnTo>
                  <a:lnTo>
                    <a:pt x="4760" y="2911"/>
                  </a:lnTo>
                  <a:lnTo>
                    <a:pt x="4878" y="2891"/>
                  </a:lnTo>
                  <a:lnTo>
                    <a:pt x="4996" y="2871"/>
                  </a:lnTo>
                  <a:lnTo>
                    <a:pt x="5114" y="2862"/>
                  </a:lnTo>
                  <a:lnTo>
                    <a:pt x="5232" y="2862"/>
                  </a:lnTo>
                  <a:lnTo>
                    <a:pt x="5232" y="1908"/>
                  </a:lnTo>
                  <a:close/>
                  <a:moveTo>
                    <a:pt x="6609" y="4228"/>
                  </a:moveTo>
                  <a:lnTo>
                    <a:pt x="6599" y="4356"/>
                  </a:lnTo>
                  <a:lnTo>
                    <a:pt x="6589" y="4474"/>
                  </a:lnTo>
                  <a:lnTo>
                    <a:pt x="6579" y="4592"/>
                  </a:lnTo>
                  <a:lnTo>
                    <a:pt x="6559" y="4710"/>
                  </a:lnTo>
                  <a:lnTo>
                    <a:pt x="6530" y="4818"/>
                  </a:lnTo>
                  <a:lnTo>
                    <a:pt x="6500" y="4936"/>
                  </a:lnTo>
                  <a:lnTo>
                    <a:pt x="6422" y="5153"/>
                  </a:lnTo>
                  <a:lnTo>
                    <a:pt x="6314" y="5359"/>
                  </a:lnTo>
                  <a:lnTo>
                    <a:pt x="6196" y="5556"/>
                  </a:lnTo>
                  <a:lnTo>
                    <a:pt x="6058" y="5743"/>
                  </a:lnTo>
                  <a:lnTo>
                    <a:pt x="5910" y="5910"/>
                  </a:lnTo>
                  <a:lnTo>
                    <a:pt x="5733" y="6067"/>
                  </a:lnTo>
                  <a:lnTo>
                    <a:pt x="5556" y="6205"/>
                  </a:lnTo>
                  <a:lnTo>
                    <a:pt x="5360" y="6323"/>
                  </a:lnTo>
                  <a:lnTo>
                    <a:pt x="5153" y="6421"/>
                  </a:lnTo>
                  <a:lnTo>
                    <a:pt x="4927" y="6500"/>
                  </a:lnTo>
                  <a:lnTo>
                    <a:pt x="4819" y="6529"/>
                  </a:lnTo>
                  <a:lnTo>
                    <a:pt x="4701" y="6559"/>
                  </a:lnTo>
                  <a:lnTo>
                    <a:pt x="4583" y="6579"/>
                  </a:lnTo>
                  <a:lnTo>
                    <a:pt x="4465" y="6598"/>
                  </a:lnTo>
                  <a:lnTo>
                    <a:pt x="4347" y="6608"/>
                  </a:lnTo>
                  <a:lnTo>
                    <a:pt x="4229" y="6608"/>
                  </a:lnTo>
                  <a:lnTo>
                    <a:pt x="4229" y="7562"/>
                  </a:lnTo>
                  <a:lnTo>
                    <a:pt x="4396" y="7552"/>
                  </a:lnTo>
                  <a:lnTo>
                    <a:pt x="4563" y="7542"/>
                  </a:lnTo>
                  <a:lnTo>
                    <a:pt x="4730" y="7523"/>
                  </a:lnTo>
                  <a:lnTo>
                    <a:pt x="4898" y="7493"/>
                  </a:lnTo>
                  <a:lnTo>
                    <a:pt x="5055" y="7454"/>
                  </a:lnTo>
                  <a:lnTo>
                    <a:pt x="5212" y="7414"/>
                  </a:lnTo>
                  <a:lnTo>
                    <a:pt x="5370" y="7355"/>
                  </a:lnTo>
                  <a:lnTo>
                    <a:pt x="5517" y="7296"/>
                  </a:lnTo>
                  <a:lnTo>
                    <a:pt x="5665" y="7228"/>
                  </a:lnTo>
                  <a:lnTo>
                    <a:pt x="5812" y="7159"/>
                  </a:lnTo>
                  <a:lnTo>
                    <a:pt x="5950" y="7080"/>
                  </a:lnTo>
                  <a:lnTo>
                    <a:pt x="6087" y="6992"/>
                  </a:lnTo>
                  <a:lnTo>
                    <a:pt x="6215" y="6903"/>
                  </a:lnTo>
                  <a:lnTo>
                    <a:pt x="6343" y="6795"/>
                  </a:lnTo>
                  <a:lnTo>
                    <a:pt x="6461" y="6697"/>
                  </a:lnTo>
                  <a:lnTo>
                    <a:pt x="6579" y="6588"/>
                  </a:lnTo>
                  <a:lnTo>
                    <a:pt x="6687" y="6470"/>
                  </a:lnTo>
                  <a:lnTo>
                    <a:pt x="6795" y="6343"/>
                  </a:lnTo>
                  <a:lnTo>
                    <a:pt x="6894" y="6225"/>
                  </a:lnTo>
                  <a:lnTo>
                    <a:pt x="6982" y="6087"/>
                  </a:lnTo>
                  <a:lnTo>
                    <a:pt x="7071" y="5959"/>
                  </a:lnTo>
                  <a:lnTo>
                    <a:pt x="7150" y="5812"/>
                  </a:lnTo>
                  <a:lnTo>
                    <a:pt x="7228" y="5674"/>
                  </a:lnTo>
                  <a:lnTo>
                    <a:pt x="7297" y="5526"/>
                  </a:lnTo>
                  <a:lnTo>
                    <a:pt x="7356" y="5369"/>
                  </a:lnTo>
                  <a:lnTo>
                    <a:pt x="7405" y="5222"/>
                  </a:lnTo>
                  <a:lnTo>
                    <a:pt x="7454" y="5064"/>
                  </a:lnTo>
                  <a:lnTo>
                    <a:pt x="7494" y="4897"/>
                  </a:lnTo>
                  <a:lnTo>
                    <a:pt x="7523" y="4740"/>
                  </a:lnTo>
                  <a:lnTo>
                    <a:pt x="7543" y="4573"/>
                  </a:lnTo>
                  <a:lnTo>
                    <a:pt x="7553" y="4396"/>
                  </a:lnTo>
                  <a:lnTo>
                    <a:pt x="7553" y="4228"/>
                  </a:lnTo>
                  <a:close/>
                  <a:moveTo>
                    <a:pt x="8507" y="4228"/>
                  </a:moveTo>
                  <a:lnTo>
                    <a:pt x="8507" y="4445"/>
                  </a:lnTo>
                  <a:lnTo>
                    <a:pt x="8487" y="4671"/>
                  </a:lnTo>
                  <a:lnTo>
                    <a:pt x="8457" y="4877"/>
                  </a:lnTo>
                  <a:lnTo>
                    <a:pt x="8418" y="5094"/>
                  </a:lnTo>
                  <a:lnTo>
                    <a:pt x="8379" y="5300"/>
                  </a:lnTo>
                  <a:lnTo>
                    <a:pt x="8320" y="5497"/>
                  </a:lnTo>
                  <a:lnTo>
                    <a:pt x="8251" y="5703"/>
                  </a:lnTo>
                  <a:lnTo>
                    <a:pt x="8172" y="5890"/>
                  </a:lnTo>
                  <a:lnTo>
                    <a:pt x="8084" y="6087"/>
                  </a:lnTo>
                  <a:lnTo>
                    <a:pt x="7995" y="6274"/>
                  </a:lnTo>
                  <a:lnTo>
                    <a:pt x="7887" y="6451"/>
                  </a:lnTo>
                  <a:lnTo>
                    <a:pt x="7779" y="6618"/>
                  </a:lnTo>
                  <a:lnTo>
                    <a:pt x="7661" y="6795"/>
                  </a:lnTo>
                  <a:lnTo>
                    <a:pt x="7533" y="6952"/>
                  </a:lnTo>
                  <a:lnTo>
                    <a:pt x="7395" y="7110"/>
                  </a:lnTo>
                  <a:lnTo>
                    <a:pt x="7258" y="7257"/>
                  </a:lnTo>
                  <a:lnTo>
                    <a:pt x="7100" y="7395"/>
                  </a:lnTo>
                  <a:lnTo>
                    <a:pt x="6953" y="7532"/>
                  </a:lnTo>
                  <a:lnTo>
                    <a:pt x="6786" y="7660"/>
                  </a:lnTo>
                  <a:lnTo>
                    <a:pt x="6618" y="7778"/>
                  </a:lnTo>
                  <a:lnTo>
                    <a:pt x="6441" y="7896"/>
                  </a:lnTo>
                  <a:lnTo>
                    <a:pt x="6264" y="7995"/>
                  </a:lnTo>
                  <a:lnTo>
                    <a:pt x="6078" y="8093"/>
                  </a:lnTo>
                  <a:lnTo>
                    <a:pt x="5891" y="8172"/>
                  </a:lnTo>
                  <a:lnTo>
                    <a:pt x="5694" y="8250"/>
                  </a:lnTo>
                  <a:lnTo>
                    <a:pt x="5497" y="8319"/>
                  </a:lnTo>
                  <a:lnTo>
                    <a:pt x="5291" y="8378"/>
                  </a:lnTo>
                  <a:lnTo>
                    <a:pt x="5084" y="8427"/>
                  </a:lnTo>
                  <a:lnTo>
                    <a:pt x="4878" y="8467"/>
                  </a:lnTo>
                  <a:lnTo>
                    <a:pt x="4662" y="8486"/>
                  </a:lnTo>
                  <a:lnTo>
                    <a:pt x="4445" y="8506"/>
                  </a:lnTo>
                  <a:lnTo>
                    <a:pt x="4229" y="8516"/>
                  </a:lnTo>
                  <a:lnTo>
                    <a:pt x="4229" y="9470"/>
                  </a:lnTo>
                  <a:lnTo>
                    <a:pt x="4494" y="9460"/>
                  </a:lnTo>
                  <a:lnTo>
                    <a:pt x="4760" y="9440"/>
                  </a:lnTo>
                  <a:lnTo>
                    <a:pt x="5025" y="9401"/>
                  </a:lnTo>
                  <a:lnTo>
                    <a:pt x="5281" y="9361"/>
                  </a:lnTo>
                  <a:lnTo>
                    <a:pt x="5537" y="9302"/>
                  </a:lnTo>
                  <a:lnTo>
                    <a:pt x="5783" y="9234"/>
                  </a:lnTo>
                  <a:lnTo>
                    <a:pt x="6019" y="9145"/>
                  </a:lnTo>
                  <a:lnTo>
                    <a:pt x="6264" y="9057"/>
                  </a:lnTo>
                  <a:lnTo>
                    <a:pt x="6491" y="8948"/>
                  </a:lnTo>
                  <a:lnTo>
                    <a:pt x="6717" y="8830"/>
                  </a:lnTo>
                  <a:lnTo>
                    <a:pt x="6933" y="8703"/>
                  </a:lnTo>
                  <a:lnTo>
                    <a:pt x="7150" y="8565"/>
                  </a:lnTo>
                  <a:lnTo>
                    <a:pt x="7356" y="8427"/>
                  </a:lnTo>
                  <a:lnTo>
                    <a:pt x="7553" y="8270"/>
                  </a:lnTo>
                  <a:lnTo>
                    <a:pt x="7740" y="8103"/>
                  </a:lnTo>
                  <a:lnTo>
                    <a:pt x="7926" y="7926"/>
                  </a:lnTo>
                  <a:lnTo>
                    <a:pt x="8103" y="7749"/>
                  </a:lnTo>
                  <a:lnTo>
                    <a:pt x="8261" y="7562"/>
                  </a:lnTo>
                  <a:lnTo>
                    <a:pt x="8418" y="7355"/>
                  </a:lnTo>
                  <a:lnTo>
                    <a:pt x="8566" y="7159"/>
                  </a:lnTo>
                  <a:lnTo>
                    <a:pt x="8703" y="6942"/>
                  </a:lnTo>
                  <a:lnTo>
                    <a:pt x="8831" y="6726"/>
                  </a:lnTo>
                  <a:lnTo>
                    <a:pt x="8939" y="6500"/>
                  </a:lnTo>
                  <a:lnTo>
                    <a:pt x="9047" y="6264"/>
                  </a:lnTo>
                  <a:lnTo>
                    <a:pt x="9146" y="6028"/>
                  </a:lnTo>
                  <a:lnTo>
                    <a:pt x="9224" y="5782"/>
                  </a:lnTo>
                  <a:lnTo>
                    <a:pt x="9293" y="5536"/>
                  </a:lnTo>
                  <a:lnTo>
                    <a:pt x="9352" y="5281"/>
                  </a:lnTo>
                  <a:lnTo>
                    <a:pt x="9401" y="5025"/>
                  </a:lnTo>
                  <a:lnTo>
                    <a:pt x="9431" y="4759"/>
                  </a:lnTo>
                  <a:lnTo>
                    <a:pt x="9451" y="4494"/>
                  </a:lnTo>
                  <a:lnTo>
                    <a:pt x="9460" y="4228"/>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450" name="Google Shape;1450;p102"/>
          <p:cNvSpPr/>
          <p:nvPr/>
        </p:nvSpPr>
        <p:spPr>
          <a:xfrm>
            <a:off x="6727726" y="3553750"/>
            <a:ext cx="279664" cy="259494"/>
          </a:xfrm>
          <a:custGeom>
            <a:avLst/>
            <a:gdLst/>
            <a:ahLst/>
            <a:cxnLst/>
            <a:rect l="l" t="t" r="r" b="b"/>
            <a:pathLst>
              <a:path w="15253" h="14151" extrusionOk="0">
                <a:moveTo>
                  <a:pt x="10080" y="954"/>
                </a:moveTo>
                <a:lnTo>
                  <a:pt x="10886" y="2360"/>
                </a:lnTo>
                <a:lnTo>
                  <a:pt x="10483" y="3068"/>
                </a:lnTo>
                <a:lnTo>
                  <a:pt x="10080" y="3776"/>
                </a:lnTo>
                <a:lnTo>
                  <a:pt x="8448" y="3776"/>
                </a:lnTo>
                <a:lnTo>
                  <a:pt x="8044" y="3068"/>
                </a:lnTo>
                <a:lnTo>
                  <a:pt x="7631" y="2360"/>
                </a:lnTo>
                <a:lnTo>
                  <a:pt x="8448" y="954"/>
                </a:lnTo>
                <a:close/>
                <a:moveTo>
                  <a:pt x="6805" y="2842"/>
                </a:moveTo>
                <a:lnTo>
                  <a:pt x="7218" y="3540"/>
                </a:lnTo>
                <a:lnTo>
                  <a:pt x="7622" y="4248"/>
                </a:lnTo>
                <a:lnTo>
                  <a:pt x="7218" y="4956"/>
                </a:lnTo>
                <a:lnTo>
                  <a:pt x="6805" y="5654"/>
                </a:lnTo>
                <a:lnTo>
                  <a:pt x="5183" y="5654"/>
                </a:lnTo>
                <a:lnTo>
                  <a:pt x="4780" y="4956"/>
                </a:lnTo>
                <a:lnTo>
                  <a:pt x="4367" y="4248"/>
                </a:lnTo>
                <a:lnTo>
                  <a:pt x="5183" y="2842"/>
                </a:lnTo>
                <a:close/>
                <a:moveTo>
                  <a:pt x="13345" y="2842"/>
                </a:moveTo>
                <a:lnTo>
                  <a:pt x="14151" y="4248"/>
                </a:lnTo>
                <a:lnTo>
                  <a:pt x="13345" y="5654"/>
                </a:lnTo>
                <a:lnTo>
                  <a:pt x="11712" y="5654"/>
                </a:lnTo>
                <a:lnTo>
                  <a:pt x="11309" y="4956"/>
                </a:lnTo>
                <a:lnTo>
                  <a:pt x="10896" y="4248"/>
                </a:lnTo>
                <a:lnTo>
                  <a:pt x="11309" y="3540"/>
                </a:lnTo>
                <a:lnTo>
                  <a:pt x="11712" y="2842"/>
                </a:lnTo>
                <a:close/>
                <a:moveTo>
                  <a:pt x="3541" y="4720"/>
                </a:moveTo>
                <a:lnTo>
                  <a:pt x="3954" y="5428"/>
                </a:lnTo>
                <a:lnTo>
                  <a:pt x="4357" y="6136"/>
                </a:lnTo>
                <a:lnTo>
                  <a:pt x="3954" y="6834"/>
                </a:lnTo>
                <a:lnTo>
                  <a:pt x="3541" y="7542"/>
                </a:lnTo>
                <a:lnTo>
                  <a:pt x="1918" y="7542"/>
                </a:lnTo>
                <a:lnTo>
                  <a:pt x="1102" y="6136"/>
                </a:lnTo>
                <a:lnTo>
                  <a:pt x="1918" y="4720"/>
                </a:lnTo>
                <a:close/>
                <a:moveTo>
                  <a:pt x="10080" y="4720"/>
                </a:moveTo>
                <a:lnTo>
                  <a:pt x="10483" y="5428"/>
                </a:lnTo>
                <a:lnTo>
                  <a:pt x="10886" y="6136"/>
                </a:lnTo>
                <a:lnTo>
                  <a:pt x="10483" y="6834"/>
                </a:lnTo>
                <a:lnTo>
                  <a:pt x="10080" y="7542"/>
                </a:lnTo>
                <a:lnTo>
                  <a:pt x="8448" y="7542"/>
                </a:lnTo>
                <a:lnTo>
                  <a:pt x="8044" y="6834"/>
                </a:lnTo>
                <a:lnTo>
                  <a:pt x="7631" y="6136"/>
                </a:lnTo>
                <a:lnTo>
                  <a:pt x="8044" y="5428"/>
                </a:lnTo>
                <a:lnTo>
                  <a:pt x="8448" y="4720"/>
                </a:lnTo>
                <a:close/>
                <a:moveTo>
                  <a:pt x="13345" y="6608"/>
                </a:moveTo>
                <a:lnTo>
                  <a:pt x="14151" y="8024"/>
                </a:lnTo>
                <a:lnTo>
                  <a:pt x="13345" y="9430"/>
                </a:lnTo>
                <a:lnTo>
                  <a:pt x="11712" y="9430"/>
                </a:lnTo>
                <a:lnTo>
                  <a:pt x="11309" y="8722"/>
                </a:lnTo>
                <a:lnTo>
                  <a:pt x="10896" y="8024"/>
                </a:lnTo>
                <a:lnTo>
                  <a:pt x="11309" y="7316"/>
                </a:lnTo>
                <a:lnTo>
                  <a:pt x="11712" y="6608"/>
                </a:lnTo>
                <a:close/>
                <a:moveTo>
                  <a:pt x="10080" y="8496"/>
                </a:moveTo>
                <a:lnTo>
                  <a:pt x="10483" y="9204"/>
                </a:lnTo>
                <a:lnTo>
                  <a:pt x="10886" y="9902"/>
                </a:lnTo>
                <a:lnTo>
                  <a:pt x="10080" y="11318"/>
                </a:lnTo>
                <a:lnTo>
                  <a:pt x="8448" y="11318"/>
                </a:lnTo>
                <a:lnTo>
                  <a:pt x="8044" y="10610"/>
                </a:lnTo>
                <a:lnTo>
                  <a:pt x="7631" y="9902"/>
                </a:lnTo>
                <a:lnTo>
                  <a:pt x="8044" y="9204"/>
                </a:lnTo>
                <a:lnTo>
                  <a:pt x="8448" y="8496"/>
                </a:lnTo>
                <a:close/>
                <a:moveTo>
                  <a:pt x="6805" y="10384"/>
                </a:moveTo>
                <a:lnTo>
                  <a:pt x="7218" y="11082"/>
                </a:lnTo>
                <a:lnTo>
                  <a:pt x="7622" y="11790"/>
                </a:lnTo>
                <a:lnTo>
                  <a:pt x="6805" y="13197"/>
                </a:lnTo>
                <a:lnTo>
                  <a:pt x="5183" y="13197"/>
                </a:lnTo>
                <a:lnTo>
                  <a:pt x="4367" y="11790"/>
                </a:lnTo>
                <a:lnTo>
                  <a:pt x="5183" y="10384"/>
                </a:lnTo>
                <a:close/>
                <a:moveTo>
                  <a:pt x="7897" y="0"/>
                </a:moveTo>
                <a:lnTo>
                  <a:pt x="6805" y="1888"/>
                </a:lnTo>
                <a:lnTo>
                  <a:pt x="4632" y="1888"/>
                </a:lnTo>
                <a:lnTo>
                  <a:pt x="3541" y="3776"/>
                </a:lnTo>
                <a:lnTo>
                  <a:pt x="1367" y="3776"/>
                </a:lnTo>
                <a:lnTo>
                  <a:pt x="1" y="6136"/>
                </a:lnTo>
                <a:lnTo>
                  <a:pt x="1367" y="8496"/>
                </a:lnTo>
                <a:lnTo>
                  <a:pt x="3541" y="8496"/>
                </a:lnTo>
                <a:lnTo>
                  <a:pt x="4357" y="9902"/>
                </a:lnTo>
                <a:lnTo>
                  <a:pt x="3265" y="11790"/>
                </a:lnTo>
                <a:lnTo>
                  <a:pt x="4632" y="14150"/>
                </a:lnTo>
                <a:lnTo>
                  <a:pt x="7356" y="14150"/>
                </a:lnTo>
                <a:lnTo>
                  <a:pt x="8448" y="12262"/>
                </a:lnTo>
                <a:lnTo>
                  <a:pt x="10621" y="12262"/>
                </a:lnTo>
                <a:lnTo>
                  <a:pt x="11712" y="10384"/>
                </a:lnTo>
                <a:lnTo>
                  <a:pt x="13885" y="10384"/>
                </a:lnTo>
                <a:lnTo>
                  <a:pt x="15252" y="8024"/>
                </a:lnTo>
                <a:lnTo>
                  <a:pt x="14161" y="6136"/>
                </a:lnTo>
                <a:lnTo>
                  <a:pt x="15252" y="4248"/>
                </a:lnTo>
                <a:lnTo>
                  <a:pt x="13885" y="1888"/>
                </a:lnTo>
                <a:lnTo>
                  <a:pt x="11712" y="1888"/>
                </a:lnTo>
                <a:lnTo>
                  <a:pt x="1062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451" name="Google Shape;1451;p102"/>
          <p:cNvGrpSpPr/>
          <p:nvPr/>
        </p:nvGrpSpPr>
        <p:grpSpPr>
          <a:xfrm>
            <a:off x="6080254" y="3543363"/>
            <a:ext cx="280240" cy="280269"/>
            <a:chOff x="2724775" y="3084275"/>
            <a:chExt cx="445675" cy="445650"/>
          </a:xfrm>
        </p:grpSpPr>
        <p:sp>
          <p:nvSpPr>
            <p:cNvPr id="1452" name="Google Shape;1452;p102"/>
            <p:cNvSpPr/>
            <p:nvPr/>
          </p:nvSpPr>
          <p:spPr>
            <a:xfrm>
              <a:off x="2769275" y="3084275"/>
              <a:ext cx="222850" cy="153575"/>
            </a:xfrm>
            <a:custGeom>
              <a:avLst/>
              <a:gdLst/>
              <a:ahLst/>
              <a:cxnLst/>
              <a:rect l="l" t="t" r="r" b="b"/>
              <a:pathLst>
                <a:path w="8914" h="6143" extrusionOk="0">
                  <a:moveTo>
                    <a:pt x="7133" y="1"/>
                  </a:moveTo>
                  <a:lnTo>
                    <a:pt x="7133" y="885"/>
                  </a:lnTo>
                  <a:lnTo>
                    <a:pt x="6839" y="897"/>
                  </a:lnTo>
                  <a:lnTo>
                    <a:pt x="6556" y="909"/>
                  </a:lnTo>
                  <a:lnTo>
                    <a:pt x="6273" y="932"/>
                  </a:lnTo>
                  <a:lnTo>
                    <a:pt x="5978" y="967"/>
                  </a:lnTo>
                  <a:lnTo>
                    <a:pt x="5707" y="1015"/>
                  </a:lnTo>
                  <a:lnTo>
                    <a:pt x="5424" y="1074"/>
                  </a:lnTo>
                  <a:lnTo>
                    <a:pt x="5153" y="1133"/>
                  </a:lnTo>
                  <a:lnTo>
                    <a:pt x="4882" y="1215"/>
                  </a:lnTo>
                  <a:lnTo>
                    <a:pt x="4610" y="1298"/>
                  </a:lnTo>
                  <a:lnTo>
                    <a:pt x="4351" y="1380"/>
                  </a:lnTo>
                  <a:lnTo>
                    <a:pt x="4092" y="1486"/>
                  </a:lnTo>
                  <a:lnTo>
                    <a:pt x="3832" y="1592"/>
                  </a:lnTo>
                  <a:lnTo>
                    <a:pt x="3585" y="1710"/>
                  </a:lnTo>
                  <a:lnTo>
                    <a:pt x="3337" y="1840"/>
                  </a:lnTo>
                  <a:lnTo>
                    <a:pt x="3101" y="1970"/>
                  </a:lnTo>
                  <a:lnTo>
                    <a:pt x="2866" y="2111"/>
                  </a:lnTo>
                  <a:lnTo>
                    <a:pt x="2642" y="2264"/>
                  </a:lnTo>
                  <a:lnTo>
                    <a:pt x="2418" y="2429"/>
                  </a:lnTo>
                  <a:lnTo>
                    <a:pt x="2194" y="2594"/>
                  </a:lnTo>
                  <a:lnTo>
                    <a:pt x="1981" y="2759"/>
                  </a:lnTo>
                  <a:lnTo>
                    <a:pt x="1781" y="2936"/>
                  </a:lnTo>
                  <a:lnTo>
                    <a:pt x="1581" y="3125"/>
                  </a:lnTo>
                  <a:lnTo>
                    <a:pt x="1392" y="3325"/>
                  </a:lnTo>
                  <a:lnTo>
                    <a:pt x="1203" y="3526"/>
                  </a:lnTo>
                  <a:lnTo>
                    <a:pt x="1027" y="3726"/>
                  </a:lnTo>
                  <a:lnTo>
                    <a:pt x="861" y="3938"/>
                  </a:lnTo>
                  <a:lnTo>
                    <a:pt x="696" y="4162"/>
                  </a:lnTo>
                  <a:lnTo>
                    <a:pt x="543" y="4386"/>
                  </a:lnTo>
                  <a:lnTo>
                    <a:pt x="390" y="4622"/>
                  </a:lnTo>
                  <a:lnTo>
                    <a:pt x="260" y="4858"/>
                  </a:lnTo>
                  <a:lnTo>
                    <a:pt x="131" y="5094"/>
                  </a:lnTo>
                  <a:lnTo>
                    <a:pt x="1" y="5341"/>
                  </a:lnTo>
                  <a:lnTo>
                    <a:pt x="1604" y="6143"/>
                  </a:lnTo>
                  <a:lnTo>
                    <a:pt x="1699" y="5954"/>
                  </a:lnTo>
                  <a:lnTo>
                    <a:pt x="1805" y="5777"/>
                  </a:lnTo>
                  <a:lnTo>
                    <a:pt x="1911" y="5589"/>
                  </a:lnTo>
                  <a:lnTo>
                    <a:pt x="2029" y="5412"/>
                  </a:lnTo>
                  <a:lnTo>
                    <a:pt x="2147" y="5235"/>
                  </a:lnTo>
                  <a:lnTo>
                    <a:pt x="2276" y="5070"/>
                  </a:lnTo>
                  <a:lnTo>
                    <a:pt x="2406" y="4905"/>
                  </a:lnTo>
                  <a:lnTo>
                    <a:pt x="2547" y="4740"/>
                  </a:lnTo>
                  <a:lnTo>
                    <a:pt x="2689" y="4587"/>
                  </a:lnTo>
                  <a:lnTo>
                    <a:pt x="2842" y="4434"/>
                  </a:lnTo>
                  <a:lnTo>
                    <a:pt x="2995" y="4292"/>
                  </a:lnTo>
                  <a:lnTo>
                    <a:pt x="3149" y="4151"/>
                  </a:lnTo>
                  <a:lnTo>
                    <a:pt x="3314" y="4009"/>
                  </a:lnTo>
                  <a:lnTo>
                    <a:pt x="3490" y="3879"/>
                  </a:lnTo>
                  <a:lnTo>
                    <a:pt x="3656" y="3762"/>
                  </a:lnTo>
                  <a:lnTo>
                    <a:pt x="3832" y="3644"/>
                  </a:lnTo>
                  <a:lnTo>
                    <a:pt x="4021" y="3526"/>
                  </a:lnTo>
                  <a:lnTo>
                    <a:pt x="4210" y="3420"/>
                  </a:lnTo>
                  <a:lnTo>
                    <a:pt x="4398" y="3325"/>
                  </a:lnTo>
                  <a:lnTo>
                    <a:pt x="4587" y="3231"/>
                  </a:lnTo>
                  <a:lnTo>
                    <a:pt x="4787" y="3148"/>
                  </a:lnTo>
                  <a:lnTo>
                    <a:pt x="4988" y="3066"/>
                  </a:lnTo>
                  <a:lnTo>
                    <a:pt x="5188" y="2995"/>
                  </a:lnTo>
                  <a:lnTo>
                    <a:pt x="5389" y="2924"/>
                  </a:lnTo>
                  <a:lnTo>
                    <a:pt x="5601" y="2866"/>
                  </a:lnTo>
                  <a:lnTo>
                    <a:pt x="5813" y="2818"/>
                  </a:lnTo>
                  <a:lnTo>
                    <a:pt x="6025" y="2771"/>
                  </a:lnTo>
                  <a:lnTo>
                    <a:pt x="6249" y="2736"/>
                  </a:lnTo>
                  <a:lnTo>
                    <a:pt x="6461" y="2712"/>
                  </a:lnTo>
                  <a:lnTo>
                    <a:pt x="6685" y="2689"/>
                  </a:lnTo>
                  <a:lnTo>
                    <a:pt x="6909" y="2677"/>
                  </a:lnTo>
                  <a:lnTo>
                    <a:pt x="7133" y="2677"/>
                  </a:lnTo>
                  <a:lnTo>
                    <a:pt x="7133" y="3561"/>
                  </a:lnTo>
                  <a:lnTo>
                    <a:pt x="8914" y="1781"/>
                  </a:lnTo>
                  <a:lnTo>
                    <a:pt x="713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3" name="Google Shape;1453;p102"/>
            <p:cNvSpPr/>
            <p:nvPr/>
          </p:nvSpPr>
          <p:spPr>
            <a:xfrm>
              <a:off x="2903100" y="3376075"/>
              <a:ext cx="222825" cy="153850"/>
            </a:xfrm>
            <a:custGeom>
              <a:avLst/>
              <a:gdLst/>
              <a:ahLst/>
              <a:cxnLst/>
              <a:rect l="l" t="t" r="r" b="b"/>
              <a:pathLst>
                <a:path w="8913" h="6154" extrusionOk="0">
                  <a:moveTo>
                    <a:pt x="7310" y="0"/>
                  </a:moveTo>
                  <a:lnTo>
                    <a:pt x="7215" y="189"/>
                  </a:lnTo>
                  <a:lnTo>
                    <a:pt x="7109" y="377"/>
                  </a:lnTo>
                  <a:lnTo>
                    <a:pt x="7003" y="566"/>
                  </a:lnTo>
                  <a:lnTo>
                    <a:pt x="6885" y="743"/>
                  </a:lnTo>
                  <a:lnTo>
                    <a:pt x="6767" y="920"/>
                  </a:lnTo>
                  <a:lnTo>
                    <a:pt x="6638" y="1085"/>
                  </a:lnTo>
                  <a:lnTo>
                    <a:pt x="6508" y="1250"/>
                  </a:lnTo>
                  <a:lnTo>
                    <a:pt x="6366" y="1415"/>
                  </a:lnTo>
                  <a:lnTo>
                    <a:pt x="6225" y="1568"/>
                  </a:lnTo>
                  <a:lnTo>
                    <a:pt x="6072" y="1721"/>
                  </a:lnTo>
                  <a:lnTo>
                    <a:pt x="5918" y="1863"/>
                  </a:lnTo>
                  <a:lnTo>
                    <a:pt x="5765" y="2004"/>
                  </a:lnTo>
                  <a:lnTo>
                    <a:pt x="5600" y="2134"/>
                  </a:lnTo>
                  <a:lnTo>
                    <a:pt x="5435" y="2264"/>
                  </a:lnTo>
                  <a:lnTo>
                    <a:pt x="5258" y="2393"/>
                  </a:lnTo>
                  <a:lnTo>
                    <a:pt x="5081" y="2511"/>
                  </a:lnTo>
                  <a:lnTo>
                    <a:pt x="4893" y="2617"/>
                  </a:lnTo>
                  <a:lnTo>
                    <a:pt x="4716" y="2723"/>
                  </a:lnTo>
                  <a:lnTo>
                    <a:pt x="4527" y="2829"/>
                  </a:lnTo>
                  <a:lnTo>
                    <a:pt x="4327" y="2924"/>
                  </a:lnTo>
                  <a:lnTo>
                    <a:pt x="4126" y="3006"/>
                  </a:lnTo>
                  <a:lnTo>
                    <a:pt x="3938" y="3089"/>
                  </a:lnTo>
                  <a:lnTo>
                    <a:pt x="3726" y="3160"/>
                  </a:lnTo>
                  <a:lnTo>
                    <a:pt x="3525" y="3219"/>
                  </a:lnTo>
                  <a:lnTo>
                    <a:pt x="3313" y="3277"/>
                  </a:lnTo>
                  <a:lnTo>
                    <a:pt x="3101" y="3336"/>
                  </a:lnTo>
                  <a:lnTo>
                    <a:pt x="2889" y="3372"/>
                  </a:lnTo>
                  <a:lnTo>
                    <a:pt x="2665" y="3419"/>
                  </a:lnTo>
                  <a:lnTo>
                    <a:pt x="2452" y="3442"/>
                  </a:lnTo>
                  <a:lnTo>
                    <a:pt x="2228" y="3466"/>
                  </a:lnTo>
                  <a:lnTo>
                    <a:pt x="2004" y="3478"/>
                  </a:lnTo>
                  <a:lnTo>
                    <a:pt x="1780" y="3478"/>
                  </a:lnTo>
                  <a:lnTo>
                    <a:pt x="1780" y="2582"/>
                  </a:lnTo>
                  <a:lnTo>
                    <a:pt x="0" y="4374"/>
                  </a:lnTo>
                  <a:lnTo>
                    <a:pt x="1780" y="6154"/>
                  </a:lnTo>
                  <a:lnTo>
                    <a:pt x="1780" y="5258"/>
                  </a:lnTo>
                  <a:lnTo>
                    <a:pt x="2075" y="5258"/>
                  </a:lnTo>
                  <a:lnTo>
                    <a:pt x="2358" y="5234"/>
                  </a:lnTo>
                  <a:lnTo>
                    <a:pt x="2653" y="5211"/>
                  </a:lnTo>
                  <a:lnTo>
                    <a:pt x="2936" y="5176"/>
                  </a:lnTo>
                  <a:lnTo>
                    <a:pt x="3219" y="5128"/>
                  </a:lnTo>
                  <a:lnTo>
                    <a:pt x="3490" y="5081"/>
                  </a:lnTo>
                  <a:lnTo>
                    <a:pt x="3761" y="5010"/>
                  </a:lnTo>
                  <a:lnTo>
                    <a:pt x="4032" y="4940"/>
                  </a:lnTo>
                  <a:lnTo>
                    <a:pt x="4303" y="4857"/>
                  </a:lnTo>
                  <a:lnTo>
                    <a:pt x="4563" y="4763"/>
                  </a:lnTo>
                  <a:lnTo>
                    <a:pt x="4822" y="4669"/>
                  </a:lnTo>
                  <a:lnTo>
                    <a:pt x="5081" y="4551"/>
                  </a:lnTo>
                  <a:lnTo>
                    <a:pt x="5329" y="4433"/>
                  </a:lnTo>
                  <a:lnTo>
                    <a:pt x="5577" y="4315"/>
                  </a:lnTo>
                  <a:lnTo>
                    <a:pt x="5812" y="4173"/>
                  </a:lnTo>
                  <a:lnTo>
                    <a:pt x="6048" y="4032"/>
                  </a:lnTo>
                  <a:lnTo>
                    <a:pt x="6272" y="3890"/>
                  </a:lnTo>
                  <a:lnTo>
                    <a:pt x="6496" y="3725"/>
                  </a:lnTo>
                  <a:lnTo>
                    <a:pt x="6720" y="3560"/>
                  </a:lnTo>
                  <a:lnTo>
                    <a:pt x="6932" y="3395"/>
                  </a:lnTo>
                  <a:lnTo>
                    <a:pt x="7133" y="3207"/>
                  </a:lnTo>
                  <a:lnTo>
                    <a:pt x="7333" y="3018"/>
                  </a:lnTo>
                  <a:lnTo>
                    <a:pt x="7522" y="2829"/>
                  </a:lnTo>
                  <a:lnTo>
                    <a:pt x="7710" y="2629"/>
                  </a:lnTo>
                  <a:lnTo>
                    <a:pt x="7887" y="2417"/>
                  </a:lnTo>
                  <a:lnTo>
                    <a:pt x="8052" y="2205"/>
                  </a:lnTo>
                  <a:lnTo>
                    <a:pt x="8217" y="1992"/>
                  </a:lnTo>
                  <a:lnTo>
                    <a:pt x="8371" y="1768"/>
                  </a:lnTo>
                  <a:lnTo>
                    <a:pt x="8524" y="1533"/>
                  </a:lnTo>
                  <a:lnTo>
                    <a:pt x="8665" y="1297"/>
                  </a:lnTo>
                  <a:lnTo>
                    <a:pt x="8795" y="1049"/>
                  </a:lnTo>
                  <a:lnTo>
                    <a:pt x="8913" y="802"/>
                  </a:lnTo>
                  <a:lnTo>
                    <a:pt x="731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4" name="Google Shape;1454;p102"/>
            <p:cNvSpPr/>
            <p:nvPr/>
          </p:nvSpPr>
          <p:spPr>
            <a:xfrm>
              <a:off x="2724775" y="3262600"/>
              <a:ext cx="153875" cy="222825"/>
            </a:xfrm>
            <a:custGeom>
              <a:avLst/>
              <a:gdLst/>
              <a:ahLst/>
              <a:cxnLst/>
              <a:rect l="l" t="t" r="r" b="b"/>
              <a:pathLst>
                <a:path w="6155" h="8913" extrusionOk="0">
                  <a:moveTo>
                    <a:pt x="1781" y="0"/>
                  </a:moveTo>
                  <a:lnTo>
                    <a:pt x="1" y="1780"/>
                  </a:lnTo>
                  <a:lnTo>
                    <a:pt x="897" y="1780"/>
                  </a:lnTo>
                  <a:lnTo>
                    <a:pt x="897" y="2075"/>
                  </a:lnTo>
                  <a:lnTo>
                    <a:pt x="908" y="2358"/>
                  </a:lnTo>
                  <a:lnTo>
                    <a:pt x="944" y="2641"/>
                  </a:lnTo>
                  <a:lnTo>
                    <a:pt x="979" y="2924"/>
                  </a:lnTo>
                  <a:lnTo>
                    <a:pt x="1015" y="3207"/>
                  </a:lnTo>
                  <a:lnTo>
                    <a:pt x="1073" y="3490"/>
                  </a:lnTo>
                  <a:lnTo>
                    <a:pt x="1144" y="3761"/>
                  </a:lnTo>
                  <a:lnTo>
                    <a:pt x="1215" y="4032"/>
                  </a:lnTo>
                  <a:lnTo>
                    <a:pt x="1297" y="4303"/>
                  </a:lnTo>
                  <a:lnTo>
                    <a:pt x="1392" y="4563"/>
                  </a:lnTo>
                  <a:lnTo>
                    <a:pt x="1486" y="4822"/>
                  </a:lnTo>
                  <a:lnTo>
                    <a:pt x="1604" y="5081"/>
                  </a:lnTo>
                  <a:lnTo>
                    <a:pt x="1722" y="5329"/>
                  </a:lnTo>
                  <a:lnTo>
                    <a:pt x="1840" y="5577"/>
                  </a:lnTo>
                  <a:lnTo>
                    <a:pt x="1981" y="5812"/>
                  </a:lnTo>
                  <a:lnTo>
                    <a:pt x="2123" y="6048"/>
                  </a:lnTo>
                  <a:lnTo>
                    <a:pt x="2264" y="6272"/>
                  </a:lnTo>
                  <a:lnTo>
                    <a:pt x="2429" y="6496"/>
                  </a:lnTo>
                  <a:lnTo>
                    <a:pt x="2594" y="6720"/>
                  </a:lnTo>
                  <a:lnTo>
                    <a:pt x="2759" y="6932"/>
                  </a:lnTo>
                  <a:lnTo>
                    <a:pt x="2948" y="7133"/>
                  </a:lnTo>
                  <a:lnTo>
                    <a:pt x="3137" y="7333"/>
                  </a:lnTo>
                  <a:lnTo>
                    <a:pt x="3325" y="7522"/>
                  </a:lnTo>
                  <a:lnTo>
                    <a:pt x="3526" y="7710"/>
                  </a:lnTo>
                  <a:lnTo>
                    <a:pt x="3738" y="7887"/>
                  </a:lnTo>
                  <a:lnTo>
                    <a:pt x="3950" y="8052"/>
                  </a:lnTo>
                  <a:lnTo>
                    <a:pt x="4162" y="8217"/>
                  </a:lnTo>
                  <a:lnTo>
                    <a:pt x="4386" y="8371"/>
                  </a:lnTo>
                  <a:lnTo>
                    <a:pt x="4622" y="8524"/>
                  </a:lnTo>
                  <a:lnTo>
                    <a:pt x="4858" y="8653"/>
                  </a:lnTo>
                  <a:lnTo>
                    <a:pt x="5105" y="8783"/>
                  </a:lnTo>
                  <a:lnTo>
                    <a:pt x="5353" y="8913"/>
                  </a:lnTo>
                  <a:lnTo>
                    <a:pt x="6155" y="7310"/>
                  </a:lnTo>
                  <a:lnTo>
                    <a:pt x="5966" y="7203"/>
                  </a:lnTo>
                  <a:lnTo>
                    <a:pt x="5777" y="7109"/>
                  </a:lnTo>
                  <a:lnTo>
                    <a:pt x="5589" y="7003"/>
                  </a:lnTo>
                  <a:lnTo>
                    <a:pt x="5412" y="6885"/>
                  </a:lnTo>
                  <a:lnTo>
                    <a:pt x="5235" y="6767"/>
                  </a:lnTo>
                  <a:lnTo>
                    <a:pt x="5070" y="6638"/>
                  </a:lnTo>
                  <a:lnTo>
                    <a:pt x="4905" y="6508"/>
                  </a:lnTo>
                  <a:lnTo>
                    <a:pt x="4740" y="6366"/>
                  </a:lnTo>
                  <a:lnTo>
                    <a:pt x="4587" y="6225"/>
                  </a:lnTo>
                  <a:lnTo>
                    <a:pt x="4433" y="6072"/>
                  </a:lnTo>
                  <a:lnTo>
                    <a:pt x="4292" y="5918"/>
                  </a:lnTo>
                  <a:lnTo>
                    <a:pt x="4151" y="5765"/>
                  </a:lnTo>
                  <a:lnTo>
                    <a:pt x="4021" y="5600"/>
                  </a:lnTo>
                  <a:lnTo>
                    <a:pt x="3891" y="5423"/>
                  </a:lnTo>
                  <a:lnTo>
                    <a:pt x="3761" y="5258"/>
                  </a:lnTo>
                  <a:lnTo>
                    <a:pt x="3644" y="5081"/>
                  </a:lnTo>
                  <a:lnTo>
                    <a:pt x="3537" y="4893"/>
                  </a:lnTo>
                  <a:lnTo>
                    <a:pt x="3431" y="4704"/>
                  </a:lnTo>
                  <a:lnTo>
                    <a:pt x="3325" y="4515"/>
                  </a:lnTo>
                  <a:lnTo>
                    <a:pt x="3231" y="4327"/>
                  </a:lnTo>
                  <a:lnTo>
                    <a:pt x="3148" y="4126"/>
                  </a:lnTo>
                  <a:lnTo>
                    <a:pt x="3066" y="3926"/>
                  </a:lnTo>
                  <a:lnTo>
                    <a:pt x="2995" y="3726"/>
                  </a:lnTo>
                  <a:lnTo>
                    <a:pt x="2936" y="3513"/>
                  </a:lnTo>
                  <a:lnTo>
                    <a:pt x="2877" y="3313"/>
                  </a:lnTo>
                  <a:lnTo>
                    <a:pt x="2818" y="3101"/>
                  </a:lnTo>
                  <a:lnTo>
                    <a:pt x="2783" y="2889"/>
                  </a:lnTo>
                  <a:lnTo>
                    <a:pt x="2736" y="2665"/>
                  </a:lnTo>
                  <a:lnTo>
                    <a:pt x="2712" y="2452"/>
                  </a:lnTo>
                  <a:lnTo>
                    <a:pt x="2689" y="2228"/>
                  </a:lnTo>
                  <a:lnTo>
                    <a:pt x="2677" y="2004"/>
                  </a:lnTo>
                  <a:lnTo>
                    <a:pt x="2677" y="1780"/>
                  </a:lnTo>
                  <a:lnTo>
                    <a:pt x="3573" y="1780"/>
                  </a:lnTo>
                  <a:lnTo>
                    <a:pt x="178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5" name="Google Shape;1455;p102"/>
            <p:cNvSpPr/>
            <p:nvPr/>
          </p:nvSpPr>
          <p:spPr>
            <a:xfrm>
              <a:off x="3016575" y="3128775"/>
              <a:ext cx="153875" cy="222850"/>
            </a:xfrm>
            <a:custGeom>
              <a:avLst/>
              <a:gdLst/>
              <a:ahLst/>
              <a:cxnLst/>
              <a:rect l="l" t="t" r="r" b="b"/>
              <a:pathLst>
                <a:path w="6155" h="8914" extrusionOk="0">
                  <a:moveTo>
                    <a:pt x="814" y="1"/>
                  </a:moveTo>
                  <a:lnTo>
                    <a:pt x="0" y="1604"/>
                  </a:lnTo>
                  <a:lnTo>
                    <a:pt x="201" y="1699"/>
                  </a:lnTo>
                  <a:lnTo>
                    <a:pt x="377" y="1805"/>
                  </a:lnTo>
                  <a:lnTo>
                    <a:pt x="566" y="1911"/>
                  </a:lnTo>
                  <a:lnTo>
                    <a:pt x="743" y="2029"/>
                  </a:lnTo>
                  <a:lnTo>
                    <a:pt x="920" y="2147"/>
                  </a:lnTo>
                  <a:lnTo>
                    <a:pt x="1085" y="2276"/>
                  </a:lnTo>
                  <a:lnTo>
                    <a:pt x="1250" y="2406"/>
                  </a:lnTo>
                  <a:lnTo>
                    <a:pt x="1415" y="2547"/>
                  </a:lnTo>
                  <a:lnTo>
                    <a:pt x="1568" y="2689"/>
                  </a:lnTo>
                  <a:lnTo>
                    <a:pt x="1721" y="2842"/>
                  </a:lnTo>
                  <a:lnTo>
                    <a:pt x="1863" y="2995"/>
                  </a:lnTo>
                  <a:lnTo>
                    <a:pt x="2004" y="3149"/>
                  </a:lnTo>
                  <a:lnTo>
                    <a:pt x="2146" y="3314"/>
                  </a:lnTo>
                  <a:lnTo>
                    <a:pt x="2275" y="3479"/>
                  </a:lnTo>
                  <a:lnTo>
                    <a:pt x="2393" y="3656"/>
                  </a:lnTo>
                  <a:lnTo>
                    <a:pt x="2511" y="3832"/>
                  </a:lnTo>
                  <a:lnTo>
                    <a:pt x="2629" y="4021"/>
                  </a:lnTo>
                  <a:lnTo>
                    <a:pt x="2735" y="4198"/>
                  </a:lnTo>
                  <a:lnTo>
                    <a:pt x="2830" y="4387"/>
                  </a:lnTo>
                  <a:lnTo>
                    <a:pt x="2924" y="4587"/>
                  </a:lnTo>
                  <a:lnTo>
                    <a:pt x="3006" y="4776"/>
                  </a:lnTo>
                  <a:lnTo>
                    <a:pt x="3089" y="4976"/>
                  </a:lnTo>
                  <a:lnTo>
                    <a:pt x="3160" y="5188"/>
                  </a:lnTo>
                  <a:lnTo>
                    <a:pt x="3230" y="5389"/>
                  </a:lnTo>
                  <a:lnTo>
                    <a:pt x="3289" y="5601"/>
                  </a:lnTo>
                  <a:lnTo>
                    <a:pt x="3336" y="5813"/>
                  </a:lnTo>
                  <a:lnTo>
                    <a:pt x="3384" y="6025"/>
                  </a:lnTo>
                  <a:lnTo>
                    <a:pt x="3419" y="6249"/>
                  </a:lnTo>
                  <a:lnTo>
                    <a:pt x="3443" y="6461"/>
                  </a:lnTo>
                  <a:lnTo>
                    <a:pt x="3466" y="6685"/>
                  </a:lnTo>
                  <a:lnTo>
                    <a:pt x="3478" y="6909"/>
                  </a:lnTo>
                  <a:lnTo>
                    <a:pt x="3478" y="7133"/>
                  </a:lnTo>
                  <a:lnTo>
                    <a:pt x="2594" y="7133"/>
                  </a:lnTo>
                  <a:lnTo>
                    <a:pt x="4374" y="8914"/>
                  </a:lnTo>
                  <a:lnTo>
                    <a:pt x="6154" y="7133"/>
                  </a:lnTo>
                  <a:lnTo>
                    <a:pt x="5270" y="7133"/>
                  </a:lnTo>
                  <a:lnTo>
                    <a:pt x="5258" y="6839"/>
                  </a:lnTo>
                  <a:lnTo>
                    <a:pt x="5246" y="6556"/>
                  </a:lnTo>
                  <a:lnTo>
                    <a:pt x="5223" y="6261"/>
                  </a:lnTo>
                  <a:lnTo>
                    <a:pt x="5187" y="5978"/>
                  </a:lnTo>
                  <a:lnTo>
                    <a:pt x="5140" y="5695"/>
                  </a:lnTo>
                  <a:lnTo>
                    <a:pt x="5081" y="5424"/>
                  </a:lnTo>
                  <a:lnTo>
                    <a:pt x="5022" y="5153"/>
                  </a:lnTo>
                  <a:lnTo>
                    <a:pt x="4940" y="4882"/>
                  </a:lnTo>
                  <a:lnTo>
                    <a:pt x="4857" y="4611"/>
                  </a:lnTo>
                  <a:lnTo>
                    <a:pt x="4775" y="4351"/>
                  </a:lnTo>
                  <a:lnTo>
                    <a:pt x="4669" y="4092"/>
                  </a:lnTo>
                  <a:lnTo>
                    <a:pt x="4563" y="3832"/>
                  </a:lnTo>
                  <a:lnTo>
                    <a:pt x="4445" y="3585"/>
                  </a:lnTo>
                  <a:lnTo>
                    <a:pt x="4315" y="3337"/>
                  </a:lnTo>
                  <a:lnTo>
                    <a:pt x="4185" y="3101"/>
                  </a:lnTo>
                  <a:lnTo>
                    <a:pt x="4044" y="2866"/>
                  </a:lnTo>
                  <a:lnTo>
                    <a:pt x="3891" y="2630"/>
                  </a:lnTo>
                  <a:lnTo>
                    <a:pt x="3726" y="2418"/>
                  </a:lnTo>
                  <a:lnTo>
                    <a:pt x="3560" y="2194"/>
                  </a:lnTo>
                  <a:lnTo>
                    <a:pt x="3395" y="1982"/>
                  </a:lnTo>
                  <a:lnTo>
                    <a:pt x="3219" y="1781"/>
                  </a:lnTo>
                  <a:lnTo>
                    <a:pt x="3030" y="1581"/>
                  </a:lnTo>
                  <a:lnTo>
                    <a:pt x="2830" y="1392"/>
                  </a:lnTo>
                  <a:lnTo>
                    <a:pt x="2629" y="1203"/>
                  </a:lnTo>
                  <a:lnTo>
                    <a:pt x="2429" y="1027"/>
                  </a:lnTo>
                  <a:lnTo>
                    <a:pt x="2216" y="850"/>
                  </a:lnTo>
                  <a:lnTo>
                    <a:pt x="1993" y="696"/>
                  </a:lnTo>
                  <a:lnTo>
                    <a:pt x="1769" y="543"/>
                  </a:lnTo>
                  <a:lnTo>
                    <a:pt x="1533" y="390"/>
                  </a:lnTo>
                  <a:lnTo>
                    <a:pt x="1297" y="249"/>
                  </a:lnTo>
                  <a:lnTo>
                    <a:pt x="1061" y="119"/>
                  </a:lnTo>
                  <a:lnTo>
                    <a:pt x="81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6" name="Google Shape;1456;p102"/>
            <p:cNvSpPr/>
            <p:nvPr/>
          </p:nvSpPr>
          <p:spPr>
            <a:xfrm>
              <a:off x="2858600" y="3217800"/>
              <a:ext cx="178325" cy="178325"/>
            </a:xfrm>
            <a:custGeom>
              <a:avLst/>
              <a:gdLst/>
              <a:ahLst/>
              <a:cxnLst/>
              <a:rect l="l" t="t" r="r" b="b"/>
              <a:pathLst>
                <a:path w="7133" h="7133" extrusionOk="0">
                  <a:moveTo>
                    <a:pt x="3560" y="0"/>
                  </a:moveTo>
                  <a:lnTo>
                    <a:pt x="3384" y="12"/>
                  </a:lnTo>
                  <a:lnTo>
                    <a:pt x="3195" y="24"/>
                  </a:lnTo>
                  <a:lnTo>
                    <a:pt x="3018" y="47"/>
                  </a:lnTo>
                  <a:lnTo>
                    <a:pt x="2841" y="83"/>
                  </a:lnTo>
                  <a:lnTo>
                    <a:pt x="2676" y="118"/>
                  </a:lnTo>
                  <a:lnTo>
                    <a:pt x="2499" y="165"/>
                  </a:lnTo>
                  <a:lnTo>
                    <a:pt x="2334" y="224"/>
                  </a:lnTo>
                  <a:lnTo>
                    <a:pt x="2169" y="283"/>
                  </a:lnTo>
                  <a:lnTo>
                    <a:pt x="2016" y="354"/>
                  </a:lnTo>
                  <a:lnTo>
                    <a:pt x="1863" y="436"/>
                  </a:lnTo>
                  <a:lnTo>
                    <a:pt x="1709" y="519"/>
                  </a:lnTo>
                  <a:lnTo>
                    <a:pt x="1568" y="613"/>
                  </a:lnTo>
                  <a:lnTo>
                    <a:pt x="1427" y="719"/>
                  </a:lnTo>
                  <a:lnTo>
                    <a:pt x="1297" y="814"/>
                  </a:lnTo>
                  <a:lnTo>
                    <a:pt x="1167" y="932"/>
                  </a:lnTo>
                  <a:lnTo>
                    <a:pt x="1037" y="1050"/>
                  </a:lnTo>
                  <a:lnTo>
                    <a:pt x="920" y="1179"/>
                  </a:lnTo>
                  <a:lnTo>
                    <a:pt x="813" y="1297"/>
                  </a:lnTo>
                  <a:lnTo>
                    <a:pt x="707" y="1439"/>
                  </a:lnTo>
                  <a:lnTo>
                    <a:pt x="601" y="1580"/>
                  </a:lnTo>
                  <a:lnTo>
                    <a:pt x="507" y="1721"/>
                  </a:lnTo>
                  <a:lnTo>
                    <a:pt x="424" y="1875"/>
                  </a:lnTo>
                  <a:lnTo>
                    <a:pt x="354" y="2028"/>
                  </a:lnTo>
                  <a:lnTo>
                    <a:pt x="271" y="2181"/>
                  </a:lnTo>
                  <a:lnTo>
                    <a:pt x="212" y="2346"/>
                  </a:lnTo>
                  <a:lnTo>
                    <a:pt x="153" y="2511"/>
                  </a:lnTo>
                  <a:lnTo>
                    <a:pt x="106" y="2676"/>
                  </a:lnTo>
                  <a:lnTo>
                    <a:pt x="71" y="2853"/>
                  </a:lnTo>
                  <a:lnTo>
                    <a:pt x="35" y="3030"/>
                  </a:lnTo>
                  <a:lnTo>
                    <a:pt x="12" y="3207"/>
                  </a:lnTo>
                  <a:lnTo>
                    <a:pt x="0" y="3384"/>
                  </a:lnTo>
                  <a:lnTo>
                    <a:pt x="0" y="3572"/>
                  </a:lnTo>
                  <a:lnTo>
                    <a:pt x="0" y="3749"/>
                  </a:lnTo>
                  <a:lnTo>
                    <a:pt x="12" y="3938"/>
                  </a:lnTo>
                  <a:lnTo>
                    <a:pt x="35" y="4115"/>
                  </a:lnTo>
                  <a:lnTo>
                    <a:pt x="71" y="4292"/>
                  </a:lnTo>
                  <a:lnTo>
                    <a:pt x="106" y="4457"/>
                  </a:lnTo>
                  <a:lnTo>
                    <a:pt x="153" y="4633"/>
                  </a:lnTo>
                  <a:lnTo>
                    <a:pt x="212" y="4798"/>
                  </a:lnTo>
                  <a:lnTo>
                    <a:pt x="271" y="4964"/>
                  </a:lnTo>
                  <a:lnTo>
                    <a:pt x="354" y="5117"/>
                  </a:lnTo>
                  <a:lnTo>
                    <a:pt x="424" y="5270"/>
                  </a:lnTo>
                  <a:lnTo>
                    <a:pt x="507" y="5423"/>
                  </a:lnTo>
                  <a:lnTo>
                    <a:pt x="601" y="5565"/>
                  </a:lnTo>
                  <a:lnTo>
                    <a:pt x="707" y="5706"/>
                  </a:lnTo>
                  <a:lnTo>
                    <a:pt x="813" y="5836"/>
                  </a:lnTo>
                  <a:lnTo>
                    <a:pt x="920" y="5966"/>
                  </a:lnTo>
                  <a:lnTo>
                    <a:pt x="1037" y="6095"/>
                  </a:lnTo>
                  <a:lnTo>
                    <a:pt x="1167" y="6213"/>
                  </a:lnTo>
                  <a:lnTo>
                    <a:pt x="1297" y="6319"/>
                  </a:lnTo>
                  <a:lnTo>
                    <a:pt x="1427" y="6425"/>
                  </a:lnTo>
                  <a:lnTo>
                    <a:pt x="1568" y="6531"/>
                  </a:lnTo>
                  <a:lnTo>
                    <a:pt x="1709" y="6614"/>
                  </a:lnTo>
                  <a:lnTo>
                    <a:pt x="1863" y="6708"/>
                  </a:lnTo>
                  <a:lnTo>
                    <a:pt x="2016" y="6779"/>
                  </a:lnTo>
                  <a:lnTo>
                    <a:pt x="2169" y="6850"/>
                  </a:lnTo>
                  <a:lnTo>
                    <a:pt x="2334" y="6921"/>
                  </a:lnTo>
                  <a:lnTo>
                    <a:pt x="2499" y="6979"/>
                  </a:lnTo>
                  <a:lnTo>
                    <a:pt x="2676" y="7027"/>
                  </a:lnTo>
                  <a:lnTo>
                    <a:pt x="2841" y="7062"/>
                  </a:lnTo>
                  <a:lnTo>
                    <a:pt x="3018" y="7097"/>
                  </a:lnTo>
                  <a:lnTo>
                    <a:pt x="3195" y="7121"/>
                  </a:lnTo>
                  <a:lnTo>
                    <a:pt x="3384" y="7133"/>
                  </a:lnTo>
                  <a:lnTo>
                    <a:pt x="3749" y="7133"/>
                  </a:lnTo>
                  <a:lnTo>
                    <a:pt x="3926" y="7121"/>
                  </a:lnTo>
                  <a:lnTo>
                    <a:pt x="4103" y="7097"/>
                  </a:lnTo>
                  <a:lnTo>
                    <a:pt x="4280" y="7062"/>
                  </a:lnTo>
                  <a:lnTo>
                    <a:pt x="4456" y="7027"/>
                  </a:lnTo>
                  <a:lnTo>
                    <a:pt x="4621" y="6979"/>
                  </a:lnTo>
                  <a:lnTo>
                    <a:pt x="4786" y="6921"/>
                  </a:lnTo>
                  <a:lnTo>
                    <a:pt x="4952" y="6850"/>
                  </a:lnTo>
                  <a:lnTo>
                    <a:pt x="5105" y="6779"/>
                  </a:lnTo>
                  <a:lnTo>
                    <a:pt x="5258" y="6708"/>
                  </a:lnTo>
                  <a:lnTo>
                    <a:pt x="5411" y="6614"/>
                  </a:lnTo>
                  <a:lnTo>
                    <a:pt x="5553" y="6531"/>
                  </a:lnTo>
                  <a:lnTo>
                    <a:pt x="5694" y="6425"/>
                  </a:lnTo>
                  <a:lnTo>
                    <a:pt x="5824" y="6319"/>
                  </a:lnTo>
                  <a:lnTo>
                    <a:pt x="5954" y="6213"/>
                  </a:lnTo>
                  <a:lnTo>
                    <a:pt x="6083" y="6095"/>
                  </a:lnTo>
                  <a:lnTo>
                    <a:pt x="6201" y="5966"/>
                  </a:lnTo>
                  <a:lnTo>
                    <a:pt x="6307" y="5836"/>
                  </a:lnTo>
                  <a:lnTo>
                    <a:pt x="6413" y="5706"/>
                  </a:lnTo>
                  <a:lnTo>
                    <a:pt x="6520" y="5565"/>
                  </a:lnTo>
                  <a:lnTo>
                    <a:pt x="6614" y="5423"/>
                  </a:lnTo>
                  <a:lnTo>
                    <a:pt x="6696" y="5270"/>
                  </a:lnTo>
                  <a:lnTo>
                    <a:pt x="6779" y="5117"/>
                  </a:lnTo>
                  <a:lnTo>
                    <a:pt x="6850" y="4964"/>
                  </a:lnTo>
                  <a:lnTo>
                    <a:pt x="6909" y="4798"/>
                  </a:lnTo>
                  <a:lnTo>
                    <a:pt x="6968" y="4633"/>
                  </a:lnTo>
                  <a:lnTo>
                    <a:pt x="7015" y="4457"/>
                  </a:lnTo>
                  <a:lnTo>
                    <a:pt x="7050" y="4292"/>
                  </a:lnTo>
                  <a:lnTo>
                    <a:pt x="7085" y="4115"/>
                  </a:lnTo>
                  <a:lnTo>
                    <a:pt x="7109" y="3938"/>
                  </a:lnTo>
                  <a:lnTo>
                    <a:pt x="7121" y="3749"/>
                  </a:lnTo>
                  <a:lnTo>
                    <a:pt x="7133" y="3572"/>
                  </a:lnTo>
                  <a:lnTo>
                    <a:pt x="7121" y="3384"/>
                  </a:lnTo>
                  <a:lnTo>
                    <a:pt x="7109" y="3207"/>
                  </a:lnTo>
                  <a:lnTo>
                    <a:pt x="7085" y="3030"/>
                  </a:lnTo>
                  <a:lnTo>
                    <a:pt x="7050" y="2853"/>
                  </a:lnTo>
                  <a:lnTo>
                    <a:pt x="7015" y="2676"/>
                  </a:lnTo>
                  <a:lnTo>
                    <a:pt x="6968" y="2511"/>
                  </a:lnTo>
                  <a:lnTo>
                    <a:pt x="6909" y="2346"/>
                  </a:lnTo>
                  <a:lnTo>
                    <a:pt x="6850" y="2181"/>
                  </a:lnTo>
                  <a:lnTo>
                    <a:pt x="6779" y="2028"/>
                  </a:lnTo>
                  <a:lnTo>
                    <a:pt x="6696" y="1875"/>
                  </a:lnTo>
                  <a:lnTo>
                    <a:pt x="6614" y="1721"/>
                  </a:lnTo>
                  <a:lnTo>
                    <a:pt x="6520" y="1580"/>
                  </a:lnTo>
                  <a:lnTo>
                    <a:pt x="6413" y="1439"/>
                  </a:lnTo>
                  <a:lnTo>
                    <a:pt x="6307" y="1297"/>
                  </a:lnTo>
                  <a:lnTo>
                    <a:pt x="6201" y="1179"/>
                  </a:lnTo>
                  <a:lnTo>
                    <a:pt x="6083" y="1050"/>
                  </a:lnTo>
                  <a:lnTo>
                    <a:pt x="5954" y="932"/>
                  </a:lnTo>
                  <a:lnTo>
                    <a:pt x="5824" y="814"/>
                  </a:lnTo>
                  <a:lnTo>
                    <a:pt x="5694" y="719"/>
                  </a:lnTo>
                  <a:lnTo>
                    <a:pt x="5553" y="613"/>
                  </a:lnTo>
                  <a:lnTo>
                    <a:pt x="5411" y="519"/>
                  </a:lnTo>
                  <a:lnTo>
                    <a:pt x="5258" y="436"/>
                  </a:lnTo>
                  <a:lnTo>
                    <a:pt x="5105" y="354"/>
                  </a:lnTo>
                  <a:lnTo>
                    <a:pt x="4952" y="283"/>
                  </a:lnTo>
                  <a:lnTo>
                    <a:pt x="4786" y="224"/>
                  </a:lnTo>
                  <a:lnTo>
                    <a:pt x="4621" y="165"/>
                  </a:lnTo>
                  <a:lnTo>
                    <a:pt x="4456" y="118"/>
                  </a:lnTo>
                  <a:lnTo>
                    <a:pt x="4280" y="83"/>
                  </a:lnTo>
                  <a:lnTo>
                    <a:pt x="4103" y="47"/>
                  </a:lnTo>
                  <a:lnTo>
                    <a:pt x="3926" y="24"/>
                  </a:lnTo>
                  <a:lnTo>
                    <a:pt x="3749" y="12"/>
                  </a:lnTo>
                  <a:lnTo>
                    <a:pt x="356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457" name="Google Shape;1457;p102"/>
          <p:cNvSpPr txBox="1"/>
          <p:nvPr/>
        </p:nvSpPr>
        <p:spPr>
          <a:xfrm>
            <a:off x="4683100" y="2583950"/>
            <a:ext cx="774900" cy="4926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900" b="1">
                <a:solidFill>
                  <a:schemeClr val="dk1"/>
                </a:solidFill>
                <a:latin typeface="IBM Plex Sans"/>
                <a:ea typeface="IBM Plex Sans"/>
                <a:cs typeface="IBM Plex Sans"/>
                <a:sym typeface="IBM Plex Sans"/>
              </a:rPr>
              <a:t>Human Work</a:t>
            </a:r>
            <a:endParaRPr sz="900" b="1">
              <a:solidFill>
                <a:schemeClr val="dk1"/>
              </a:solidFill>
              <a:latin typeface="IBM Plex Sans"/>
              <a:ea typeface="IBM Plex Sans"/>
              <a:cs typeface="IBM Plex Sans"/>
              <a:sym typeface="IBM Plex Sans"/>
            </a:endParaRPr>
          </a:p>
        </p:txBody>
      </p:sp>
      <p:sp>
        <p:nvSpPr>
          <p:cNvPr id="1458" name="Google Shape;1458;p102"/>
          <p:cNvSpPr txBox="1"/>
          <p:nvPr/>
        </p:nvSpPr>
        <p:spPr>
          <a:xfrm>
            <a:off x="5199425" y="2737850"/>
            <a:ext cx="880200" cy="3387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900" b="1">
                <a:solidFill>
                  <a:schemeClr val="dk1"/>
                </a:solidFill>
                <a:latin typeface="IBM Plex Sans"/>
                <a:ea typeface="IBM Plex Sans"/>
                <a:cs typeface="IBM Plex Sans"/>
                <a:sym typeface="IBM Plex Sans"/>
              </a:rPr>
              <a:t>AI</a:t>
            </a:r>
            <a:endParaRPr sz="900" b="1">
              <a:solidFill>
                <a:schemeClr val="dk1"/>
              </a:solidFill>
              <a:latin typeface="IBM Plex Sans"/>
              <a:ea typeface="IBM Plex Sans"/>
              <a:cs typeface="IBM Plex Sans"/>
              <a:sym typeface="IBM Plex Sans"/>
            </a:endParaRPr>
          </a:p>
        </p:txBody>
      </p:sp>
      <p:sp>
        <p:nvSpPr>
          <p:cNvPr id="1459" name="Google Shape;1459;p102"/>
          <p:cNvSpPr txBox="1"/>
          <p:nvPr/>
        </p:nvSpPr>
        <p:spPr>
          <a:xfrm>
            <a:off x="5783799" y="2583950"/>
            <a:ext cx="774900" cy="4926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900" b="1">
                <a:solidFill>
                  <a:schemeClr val="dk1"/>
                </a:solidFill>
                <a:latin typeface="IBM Plex Sans"/>
                <a:ea typeface="IBM Plex Sans"/>
                <a:cs typeface="IBM Plex Sans"/>
                <a:sym typeface="IBM Plex Sans"/>
              </a:rPr>
              <a:t>Business Rules</a:t>
            </a:r>
            <a:endParaRPr sz="900" b="1">
              <a:solidFill>
                <a:schemeClr val="dk1"/>
              </a:solidFill>
              <a:latin typeface="IBM Plex Sans"/>
              <a:ea typeface="IBM Plex Sans"/>
              <a:cs typeface="IBM Plex Sans"/>
              <a:sym typeface="IBM Plex Sans"/>
            </a:endParaRPr>
          </a:p>
        </p:txBody>
      </p:sp>
      <p:sp>
        <p:nvSpPr>
          <p:cNvPr id="1460" name="Google Shape;1460;p102"/>
          <p:cNvSpPr txBox="1"/>
          <p:nvPr/>
        </p:nvSpPr>
        <p:spPr>
          <a:xfrm>
            <a:off x="6379197" y="2583950"/>
            <a:ext cx="1006200" cy="4926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900" b="1">
                <a:solidFill>
                  <a:schemeClr val="dk1"/>
                </a:solidFill>
                <a:latin typeface="IBM Plex Sans"/>
                <a:ea typeface="IBM Plex Sans"/>
                <a:cs typeface="IBM Plex Sans"/>
                <a:sym typeface="IBM Plex Sans"/>
              </a:rPr>
              <a:t>Microservices</a:t>
            </a:r>
            <a:endParaRPr sz="900" b="1">
              <a:solidFill>
                <a:schemeClr val="dk1"/>
              </a:solidFill>
              <a:latin typeface="IBM Plex Sans"/>
              <a:ea typeface="IBM Plex Sans"/>
              <a:cs typeface="IBM Plex Sans"/>
              <a:sym typeface="IBM Plex Sans"/>
            </a:endParaRPr>
          </a:p>
        </p:txBody>
      </p:sp>
      <p:sp>
        <p:nvSpPr>
          <p:cNvPr id="1461" name="Google Shape;1461;p102"/>
          <p:cNvSpPr txBox="1"/>
          <p:nvPr/>
        </p:nvSpPr>
        <p:spPr>
          <a:xfrm>
            <a:off x="7049225" y="2737850"/>
            <a:ext cx="880200" cy="3387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900" b="1">
                <a:solidFill>
                  <a:schemeClr val="dk1"/>
                </a:solidFill>
                <a:latin typeface="IBM Plex Sans"/>
                <a:ea typeface="IBM Plex Sans"/>
                <a:cs typeface="IBM Plex Sans"/>
                <a:sym typeface="IBM Plex Sans"/>
              </a:rPr>
              <a:t>RPA</a:t>
            </a:r>
            <a:endParaRPr sz="900" b="1">
              <a:solidFill>
                <a:schemeClr val="dk1"/>
              </a:solidFill>
              <a:latin typeface="IBM Plex Sans"/>
              <a:ea typeface="IBM Plex Sans"/>
              <a:cs typeface="IBM Plex Sans"/>
              <a:sym typeface="IBM Plex Sans"/>
            </a:endParaRPr>
          </a:p>
        </p:txBody>
      </p:sp>
      <p:sp>
        <p:nvSpPr>
          <p:cNvPr id="1462" name="Google Shape;1462;p102"/>
          <p:cNvSpPr txBox="1"/>
          <p:nvPr/>
        </p:nvSpPr>
        <p:spPr>
          <a:xfrm>
            <a:off x="7564225" y="2737850"/>
            <a:ext cx="880200" cy="3387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900" b="1">
                <a:solidFill>
                  <a:schemeClr val="dk1"/>
                </a:solidFill>
                <a:latin typeface="IBM Plex Sans"/>
                <a:ea typeface="IBM Plex Sans"/>
                <a:cs typeface="IBM Plex Sans"/>
                <a:sym typeface="IBM Plex Sans"/>
              </a:rPr>
              <a:t>API</a:t>
            </a:r>
            <a:endParaRPr sz="900" b="1">
              <a:solidFill>
                <a:schemeClr val="dk1"/>
              </a:solidFill>
              <a:latin typeface="IBM Plex Sans"/>
              <a:ea typeface="IBM Plex Sans"/>
              <a:cs typeface="IBM Plex Sans"/>
              <a:sym typeface="IBM Plex Sans"/>
            </a:endParaRPr>
          </a:p>
        </p:txBody>
      </p:sp>
      <p:sp>
        <p:nvSpPr>
          <p:cNvPr id="1463" name="Google Shape;1463;p102"/>
          <p:cNvSpPr txBox="1"/>
          <p:nvPr/>
        </p:nvSpPr>
        <p:spPr>
          <a:xfrm>
            <a:off x="8079225" y="2737850"/>
            <a:ext cx="880200" cy="3387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900" b="1">
                <a:solidFill>
                  <a:schemeClr val="dk1"/>
                </a:solidFill>
                <a:latin typeface="IBM Plex Sans"/>
                <a:ea typeface="IBM Plex Sans"/>
                <a:cs typeface="IBM Plex Sans"/>
                <a:sym typeface="IBM Plex Sans"/>
              </a:rPr>
              <a:t>IoT</a:t>
            </a:r>
            <a:endParaRPr sz="900" b="1">
              <a:solidFill>
                <a:schemeClr val="dk1"/>
              </a:solidFill>
              <a:latin typeface="IBM Plex Sans"/>
              <a:ea typeface="IBM Plex Sans"/>
              <a:cs typeface="IBM Plex Sans"/>
              <a:sym typeface="IBM Plex Sans"/>
            </a:endParaRPr>
          </a:p>
        </p:txBody>
      </p:sp>
      <p:cxnSp>
        <p:nvCxnSpPr>
          <p:cNvPr id="1464" name="Google Shape;1464;p102"/>
          <p:cNvCxnSpPr/>
          <p:nvPr/>
        </p:nvCxnSpPr>
        <p:spPr>
          <a:xfrm>
            <a:off x="5085500" y="3136205"/>
            <a:ext cx="0" cy="225300"/>
          </a:xfrm>
          <a:prstGeom prst="straightConnector1">
            <a:avLst/>
          </a:prstGeom>
          <a:noFill/>
          <a:ln w="19050" cap="flat" cmpd="sng">
            <a:solidFill>
              <a:schemeClr val="dk1"/>
            </a:solidFill>
            <a:prstDash val="dot"/>
            <a:round/>
            <a:headEnd type="none" w="med" len="med"/>
            <a:tailEnd type="none" w="med" len="med"/>
          </a:ln>
        </p:spPr>
      </p:cxnSp>
      <p:cxnSp>
        <p:nvCxnSpPr>
          <p:cNvPr id="1465" name="Google Shape;1465;p102"/>
          <p:cNvCxnSpPr/>
          <p:nvPr/>
        </p:nvCxnSpPr>
        <p:spPr>
          <a:xfrm>
            <a:off x="5630161" y="3136205"/>
            <a:ext cx="0" cy="225300"/>
          </a:xfrm>
          <a:prstGeom prst="straightConnector1">
            <a:avLst/>
          </a:prstGeom>
          <a:noFill/>
          <a:ln w="19050" cap="flat" cmpd="sng">
            <a:solidFill>
              <a:schemeClr val="dk1"/>
            </a:solidFill>
            <a:prstDash val="dot"/>
            <a:round/>
            <a:headEnd type="none" w="med" len="med"/>
            <a:tailEnd type="none" w="med" len="med"/>
          </a:ln>
        </p:spPr>
      </p:cxnSp>
      <p:cxnSp>
        <p:nvCxnSpPr>
          <p:cNvPr id="1466" name="Google Shape;1466;p102"/>
          <p:cNvCxnSpPr/>
          <p:nvPr/>
        </p:nvCxnSpPr>
        <p:spPr>
          <a:xfrm>
            <a:off x="6217239" y="3136205"/>
            <a:ext cx="0" cy="225300"/>
          </a:xfrm>
          <a:prstGeom prst="straightConnector1">
            <a:avLst/>
          </a:prstGeom>
          <a:noFill/>
          <a:ln w="19050" cap="flat" cmpd="sng">
            <a:solidFill>
              <a:schemeClr val="dk1"/>
            </a:solidFill>
            <a:prstDash val="dot"/>
            <a:round/>
            <a:headEnd type="none" w="med" len="med"/>
            <a:tailEnd type="none" w="med" len="med"/>
          </a:ln>
        </p:spPr>
      </p:cxnSp>
      <p:cxnSp>
        <p:nvCxnSpPr>
          <p:cNvPr id="1467" name="Google Shape;1467;p102"/>
          <p:cNvCxnSpPr/>
          <p:nvPr/>
        </p:nvCxnSpPr>
        <p:spPr>
          <a:xfrm>
            <a:off x="6874886" y="3136205"/>
            <a:ext cx="0" cy="225300"/>
          </a:xfrm>
          <a:prstGeom prst="straightConnector1">
            <a:avLst/>
          </a:prstGeom>
          <a:noFill/>
          <a:ln w="19050" cap="flat" cmpd="sng">
            <a:solidFill>
              <a:schemeClr val="dk1"/>
            </a:solidFill>
            <a:prstDash val="dot"/>
            <a:round/>
            <a:headEnd type="none" w="med" len="med"/>
            <a:tailEnd type="none" w="med" len="med"/>
          </a:ln>
        </p:spPr>
      </p:cxnSp>
      <p:cxnSp>
        <p:nvCxnSpPr>
          <p:cNvPr id="1468" name="Google Shape;1468;p102"/>
          <p:cNvCxnSpPr/>
          <p:nvPr/>
        </p:nvCxnSpPr>
        <p:spPr>
          <a:xfrm>
            <a:off x="7484486" y="3136205"/>
            <a:ext cx="0" cy="225300"/>
          </a:xfrm>
          <a:prstGeom prst="straightConnector1">
            <a:avLst/>
          </a:prstGeom>
          <a:noFill/>
          <a:ln w="19050" cap="flat" cmpd="sng">
            <a:solidFill>
              <a:schemeClr val="dk1"/>
            </a:solidFill>
            <a:prstDash val="dot"/>
            <a:round/>
            <a:headEnd type="none" w="med" len="med"/>
            <a:tailEnd type="none" w="med" len="med"/>
          </a:ln>
        </p:spPr>
      </p:cxnSp>
      <p:cxnSp>
        <p:nvCxnSpPr>
          <p:cNvPr id="1469" name="Google Shape;1469;p102"/>
          <p:cNvCxnSpPr/>
          <p:nvPr/>
        </p:nvCxnSpPr>
        <p:spPr>
          <a:xfrm>
            <a:off x="7989734" y="3136205"/>
            <a:ext cx="0" cy="225300"/>
          </a:xfrm>
          <a:prstGeom prst="straightConnector1">
            <a:avLst/>
          </a:prstGeom>
          <a:noFill/>
          <a:ln w="19050" cap="flat" cmpd="sng">
            <a:solidFill>
              <a:schemeClr val="dk1"/>
            </a:solidFill>
            <a:prstDash val="dot"/>
            <a:round/>
            <a:headEnd type="none" w="med" len="med"/>
            <a:tailEnd type="none" w="med" len="med"/>
          </a:ln>
        </p:spPr>
      </p:cxnSp>
      <p:cxnSp>
        <p:nvCxnSpPr>
          <p:cNvPr id="1470" name="Google Shape;1470;p102"/>
          <p:cNvCxnSpPr/>
          <p:nvPr/>
        </p:nvCxnSpPr>
        <p:spPr>
          <a:xfrm>
            <a:off x="8523134" y="3136205"/>
            <a:ext cx="0" cy="225300"/>
          </a:xfrm>
          <a:prstGeom prst="straightConnector1">
            <a:avLst/>
          </a:prstGeom>
          <a:noFill/>
          <a:ln w="19050" cap="flat" cmpd="sng">
            <a:solidFill>
              <a:schemeClr val="dk1"/>
            </a:solidFill>
            <a:prstDash val="dot"/>
            <a:round/>
            <a:headEnd type="none" w="med" len="med"/>
            <a:tailEnd type="none" w="med" len="med"/>
          </a:ln>
        </p:spPr>
      </p:cxnSp>
      <p:sp>
        <p:nvSpPr>
          <p:cNvPr id="1471" name="Google Shape;1471;p102"/>
          <p:cNvSpPr txBox="1">
            <a:spLocks noGrp="1"/>
          </p:cNvSpPr>
          <p:nvPr>
            <p:ph type="title"/>
          </p:nvPr>
        </p:nvSpPr>
        <p:spPr>
          <a:xfrm>
            <a:off x="2962275" y="1704975"/>
            <a:ext cx="2619600" cy="549000"/>
          </a:xfrm>
          <a:prstGeom prst="rect">
            <a:avLst/>
          </a:prstGeom>
        </p:spPr>
        <p:txBody>
          <a:bodyPr spcFirstLastPara="1" wrap="square" lIns="0" tIns="0" rIns="0" bIns="0" anchor="t" anchorCtr="0">
            <a:noAutofit/>
          </a:bodyPr>
          <a:lstStyle/>
          <a:p>
            <a:pPr marL="0" lvl="0" indent="0" algn="ctr" rtl="0">
              <a:spcBef>
                <a:spcPts val="0"/>
              </a:spcBef>
              <a:spcAft>
                <a:spcPts val="0"/>
              </a:spcAft>
              <a:buNone/>
            </a:pPr>
            <a:r>
              <a:rPr lang="en" sz="2800"/>
              <a:t>+</a:t>
            </a:r>
            <a:endParaRPr sz="2800"/>
          </a:p>
        </p:txBody>
      </p:sp>
      <p:sp>
        <p:nvSpPr>
          <p:cNvPr id="1472" name="Google Shape;1472;p102"/>
          <p:cNvSpPr/>
          <p:nvPr/>
        </p:nvSpPr>
        <p:spPr>
          <a:xfrm rot="5400000">
            <a:off x="4105975" y="-595450"/>
            <a:ext cx="322200" cy="4293600"/>
          </a:xfrm>
          <a:prstGeom prst="leftBrace">
            <a:avLst>
              <a:gd name="adj1" fmla="val 50000"/>
              <a:gd name="adj2" fmla="val 5000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3" name="Google Shape;1473;p102"/>
          <p:cNvSpPr txBox="1">
            <a:spLocks noGrp="1"/>
          </p:cNvSpPr>
          <p:nvPr>
            <p:ph type="title"/>
          </p:nvPr>
        </p:nvSpPr>
        <p:spPr>
          <a:xfrm>
            <a:off x="2962275" y="866775"/>
            <a:ext cx="2619600" cy="549000"/>
          </a:xfrm>
          <a:prstGeom prst="rect">
            <a:avLst/>
          </a:prstGeom>
        </p:spPr>
        <p:txBody>
          <a:bodyPr spcFirstLastPara="1" wrap="square" lIns="0" tIns="0" rIns="0" bIns="0" anchor="t" anchorCtr="0">
            <a:noAutofit/>
          </a:bodyPr>
          <a:lstStyle/>
          <a:p>
            <a:pPr marL="0" lvl="0" indent="0" algn="ctr" rtl="0">
              <a:spcBef>
                <a:spcPts val="0"/>
              </a:spcBef>
              <a:spcAft>
                <a:spcPts val="0"/>
              </a:spcAft>
              <a:buNone/>
            </a:pPr>
            <a:r>
              <a:rPr lang="en" sz="2000"/>
              <a:t>Process Orchestration</a:t>
            </a:r>
            <a:endParaRPr sz="20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477"/>
        <p:cNvGrpSpPr/>
        <p:nvPr/>
      </p:nvGrpSpPr>
      <p:grpSpPr>
        <a:xfrm>
          <a:off x="0" y="0"/>
          <a:ext cx="0" cy="0"/>
          <a:chOff x="0" y="0"/>
          <a:chExt cx="0" cy="0"/>
        </a:xfrm>
      </p:grpSpPr>
      <p:sp>
        <p:nvSpPr>
          <p:cNvPr id="1478" name="Google Shape;1478;p103"/>
          <p:cNvSpPr txBox="1">
            <a:spLocks noGrp="1"/>
          </p:cNvSpPr>
          <p:nvPr>
            <p:ph type="ftr" idx="11"/>
          </p:nvPr>
        </p:nvSpPr>
        <p:spPr>
          <a:xfrm>
            <a:off x="742950" y="4838007"/>
            <a:ext cx="6776100" cy="121800"/>
          </a:xfrm>
          <a:prstGeom prst="rect">
            <a:avLst/>
          </a:prstGeom>
        </p:spPr>
        <p:txBody>
          <a:bodyPr spcFirstLastPara="1" wrap="square" lIns="0" tIns="0" rIns="0" bIns="0" anchor="ctr" anchorCtr="0">
            <a:noAutofit/>
          </a:bodyPr>
          <a:lstStyle/>
          <a:p>
            <a:pPr marL="0" lvl="0" indent="0" algn="l" rtl="0">
              <a:spcBef>
                <a:spcPts val="0"/>
              </a:spcBef>
              <a:spcAft>
                <a:spcPts val="0"/>
              </a:spcAft>
              <a:buNone/>
            </a:pPr>
            <a:fld id="{00000000-1234-1234-1234-123412341234}" type="slidenum">
              <a:rPr lang="en"/>
              <a:t>4</a:t>
            </a:fld>
            <a:endParaRPr/>
          </a:p>
        </p:txBody>
      </p:sp>
      <p:grpSp>
        <p:nvGrpSpPr>
          <p:cNvPr id="1479" name="Google Shape;1479;p103"/>
          <p:cNvGrpSpPr/>
          <p:nvPr/>
        </p:nvGrpSpPr>
        <p:grpSpPr>
          <a:xfrm>
            <a:off x="7174928" y="2002594"/>
            <a:ext cx="268663" cy="161407"/>
            <a:chOff x="3489775" y="2366300"/>
            <a:chExt cx="366325" cy="220050"/>
          </a:xfrm>
        </p:grpSpPr>
        <p:sp>
          <p:nvSpPr>
            <p:cNvPr id="1480" name="Google Shape;1480;p103"/>
            <p:cNvSpPr/>
            <p:nvPr/>
          </p:nvSpPr>
          <p:spPr>
            <a:xfrm>
              <a:off x="3583200" y="2455525"/>
              <a:ext cx="179500" cy="41575"/>
            </a:xfrm>
            <a:custGeom>
              <a:avLst/>
              <a:gdLst/>
              <a:ahLst/>
              <a:cxnLst/>
              <a:rect l="l" t="t" r="r" b="b"/>
              <a:pathLst>
                <a:path w="7180" h="1663" extrusionOk="0">
                  <a:moveTo>
                    <a:pt x="709" y="1"/>
                  </a:moveTo>
                  <a:lnTo>
                    <a:pt x="610" y="11"/>
                  </a:lnTo>
                  <a:lnTo>
                    <a:pt x="532" y="30"/>
                  </a:lnTo>
                  <a:lnTo>
                    <a:pt x="453" y="50"/>
                  </a:lnTo>
                  <a:lnTo>
                    <a:pt x="374" y="70"/>
                  </a:lnTo>
                  <a:lnTo>
                    <a:pt x="315" y="109"/>
                  </a:lnTo>
                  <a:lnTo>
                    <a:pt x="256" y="148"/>
                  </a:lnTo>
                  <a:lnTo>
                    <a:pt x="197" y="188"/>
                  </a:lnTo>
                  <a:lnTo>
                    <a:pt x="148" y="237"/>
                  </a:lnTo>
                  <a:lnTo>
                    <a:pt x="109" y="286"/>
                  </a:lnTo>
                  <a:lnTo>
                    <a:pt x="79" y="345"/>
                  </a:lnTo>
                  <a:lnTo>
                    <a:pt x="50" y="414"/>
                  </a:lnTo>
                  <a:lnTo>
                    <a:pt x="30" y="483"/>
                  </a:lnTo>
                  <a:lnTo>
                    <a:pt x="10" y="552"/>
                  </a:lnTo>
                  <a:lnTo>
                    <a:pt x="1" y="620"/>
                  </a:lnTo>
                  <a:lnTo>
                    <a:pt x="1" y="709"/>
                  </a:lnTo>
                  <a:lnTo>
                    <a:pt x="1" y="955"/>
                  </a:lnTo>
                  <a:lnTo>
                    <a:pt x="1" y="1033"/>
                  </a:lnTo>
                  <a:lnTo>
                    <a:pt x="10" y="1112"/>
                  </a:lnTo>
                  <a:lnTo>
                    <a:pt x="30" y="1181"/>
                  </a:lnTo>
                  <a:lnTo>
                    <a:pt x="50" y="1250"/>
                  </a:lnTo>
                  <a:lnTo>
                    <a:pt x="79" y="1319"/>
                  </a:lnTo>
                  <a:lnTo>
                    <a:pt x="109" y="1368"/>
                  </a:lnTo>
                  <a:lnTo>
                    <a:pt x="148" y="1427"/>
                  </a:lnTo>
                  <a:lnTo>
                    <a:pt x="197" y="1476"/>
                  </a:lnTo>
                  <a:lnTo>
                    <a:pt x="256" y="1515"/>
                  </a:lnTo>
                  <a:lnTo>
                    <a:pt x="315" y="1555"/>
                  </a:lnTo>
                  <a:lnTo>
                    <a:pt x="374" y="1584"/>
                  </a:lnTo>
                  <a:lnTo>
                    <a:pt x="453" y="1614"/>
                  </a:lnTo>
                  <a:lnTo>
                    <a:pt x="532" y="1633"/>
                  </a:lnTo>
                  <a:lnTo>
                    <a:pt x="610" y="1653"/>
                  </a:lnTo>
                  <a:lnTo>
                    <a:pt x="709" y="1663"/>
                  </a:lnTo>
                  <a:lnTo>
                    <a:pt x="905" y="1663"/>
                  </a:lnTo>
                  <a:lnTo>
                    <a:pt x="1004" y="1653"/>
                  </a:lnTo>
                  <a:lnTo>
                    <a:pt x="1082" y="1633"/>
                  </a:lnTo>
                  <a:lnTo>
                    <a:pt x="1161" y="1614"/>
                  </a:lnTo>
                  <a:lnTo>
                    <a:pt x="1240" y="1584"/>
                  </a:lnTo>
                  <a:lnTo>
                    <a:pt x="1299" y="1555"/>
                  </a:lnTo>
                  <a:lnTo>
                    <a:pt x="1358" y="1515"/>
                  </a:lnTo>
                  <a:lnTo>
                    <a:pt x="1417" y="1476"/>
                  </a:lnTo>
                  <a:lnTo>
                    <a:pt x="1466" y="1427"/>
                  </a:lnTo>
                  <a:lnTo>
                    <a:pt x="1505" y="1368"/>
                  </a:lnTo>
                  <a:lnTo>
                    <a:pt x="1535" y="1319"/>
                  </a:lnTo>
                  <a:lnTo>
                    <a:pt x="1564" y="1250"/>
                  </a:lnTo>
                  <a:lnTo>
                    <a:pt x="1584" y="1181"/>
                  </a:lnTo>
                  <a:lnTo>
                    <a:pt x="1604" y="1112"/>
                  </a:lnTo>
                  <a:lnTo>
                    <a:pt x="1604" y="1033"/>
                  </a:lnTo>
                  <a:lnTo>
                    <a:pt x="1613" y="955"/>
                  </a:lnTo>
                  <a:lnTo>
                    <a:pt x="1613" y="709"/>
                  </a:lnTo>
                  <a:lnTo>
                    <a:pt x="1604" y="620"/>
                  </a:lnTo>
                  <a:lnTo>
                    <a:pt x="1604" y="552"/>
                  </a:lnTo>
                  <a:lnTo>
                    <a:pt x="1584" y="483"/>
                  </a:lnTo>
                  <a:lnTo>
                    <a:pt x="1564" y="414"/>
                  </a:lnTo>
                  <a:lnTo>
                    <a:pt x="1535" y="345"/>
                  </a:lnTo>
                  <a:lnTo>
                    <a:pt x="1505" y="286"/>
                  </a:lnTo>
                  <a:lnTo>
                    <a:pt x="1466" y="237"/>
                  </a:lnTo>
                  <a:lnTo>
                    <a:pt x="1417" y="188"/>
                  </a:lnTo>
                  <a:lnTo>
                    <a:pt x="1358" y="148"/>
                  </a:lnTo>
                  <a:lnTo>
                    <a:pt x="1299" y="109"/>
                  </a:lnTo>
                  <a:lnTo>
                    <a:pt x="1240" y="70"/>
                  </a:lnTo>
                  <a:lnTo>
                    <a:pt x="1161" y="50"/>
                  </a:lnTo>
                  <a:lnTo>
                    <a:pt x="1082" y="30"/>
                  </a:lnTo>
                  <a:lnTo>
                    <a:pt x="1004" y="11"/>
                  </a:lnTo>
                  <a:lnTo>
                    <a:pt x="905" y="1"/>
                  </a:lnTo>
                  <a:close/>
                  <a:moveTo>
                    <a:pt x="3492" y="1"/>
                  </a:moveTo>
                  <a:lnTo>
                    <a:pt x="3403" y="11"/>
                  </a:lnTo>
                  <a:lnTo>
                    <a:pt x="3315" y="30"/>
                  </a:lnTo>
                  <a:lnTo>
                    <a:pt x="3236" y="50"/>
                  </a:lnTo>
                  <a:lnTo>
                    <a:pt x="3167" y="70"/>
                  </a:lnTo>
                  <a:lnTo>
                    <a:pt x="3098" y="109"/>
                  </a:lnTo>
                  <a:lnTo>
                    <a:pt x="3039" y="148"/>
                  </a:lnTo>
                  <a:lnTo>
                    <a:pt x="2980" y="188"/>
                  </a:lnTo>
                  <a:lnTo>
                    <a:pt x="2941" y="237"/>
                  </a:lnTo>
                  <a:lnTo>
                    <a:pt x="2902" y="286"/>
                  </a:lnTo>
                  <a:lnTo>
                    <a:pt x="2862" y="345"/>
                  </a:lnTo>
                  <a:lnTo>
                    <a:pt x="2833" y="414"/>
                  </a:lnTo>
                  <a:lnTo>
                    <a:pt x="2813" y="483"/>
                  </a:lnTo>
                  <a:lnTo>
                    <a:pt x="2803" y="552"/>
                  </a:lnTo>
                  <a:lnTo>
                    <a:pt x="2793" y="620"/>
                  </a:lnTo>
                  <a:lnTo>
                    <a:pt x="2784" y="709"/>
                  </a:lnTo>
                  <a:lnTo>
                    <a:pt x="2784" y="955"/>
                  </a:lnTo>
                  <a:lnTo>
                    <a:pt x="2793" y="1033"/>
                  </a:lnTo>
                  <a:lnTo>
                    <a:pt x="2803" y="1112"/>
                  </a:lnTo>
                  <a:lnTo>
                    <a:pt x="2813" y="1181"/>
                  </a:lnTo>
                  <a:lnTo>
                    <a:pt x="2833" y="1250"/>
                  </a:lnTo>
                  <a:lnTo>
                    <a:pt x="2862" y="1319"/>
                  </a:lnTo>
                  <a:lnTo>
                    <a:pt x="2902" y="1368"/>
                  </a:lnTo>
                  <a:lnTo>
                    <a:pt x="2941" y="1427"/>
                  </a:lnTo>
                  <a:lnTo>
                    <a:pt x="2980" y="1476"/>
                  </a:lnTo>
                  <a:lnTo>
                    <a:pt x="3039" y="1515"/>
                  </a:lnTo>
                  <a:lnTo>
                    <a:pt x="3098" y="1555"/>
                  </a:lnTo>
                  <a:lnTo>
                    <a:pt x="3167" y="1584"/>
                  </a:lnTo>
                  <a:lnTo>
                    <a:pt x="3236" y="1614"/>
                  </a:lnTo>
                  <a:lnTo>
                    <a:pt x="3315" y="1633"/>
                  </a:lnTo>
                  <a:lnTo>
                    <a:pt x="3403" y="1653"/>
                  </a:lnTo>
                  <a:lnTo>
                    <a:pt x="3492" y="1663"/>
                  </a:lnTo>
                  <a:lnTo>
                    <a:pt x="3688" y="1663"/>
                  </a:lnTo>
                  <a:lnTo>
                    <a:pt x="3787" y="1653"/>
                  </a:lnTo>
                  <a:lnTo>
                    <a:pt x="3875" y="1633"/>
                  </a:lnTo>
                  <a:lnTo>
                    <a:pt x="3954" y="1614"/>
                  </a:lnTo>
                  <a:lnTo>
                    <a:pt x="4023" y="1584"/>
                  </a:lnTo>
                  <a:lnTo>
                    <a:pt x="4091" y="1555"/>
                  </a:lnTo>
                  <a:lnTo>
                    <a:pt x="4150" y="1515"/>
                  </a:lnTo>
                  <a:lnTo>
                    <a:pt x="4200" y="1476"/>
                  </a:lnTo>
                  <a:lnTo>
                    <a:pt x="4249" y="1427"/>
                  </a:lnTo>
                  <a:lnTo>
                    <a:pt x="4288" y="1368"/>
                  </a:lnTo>
                  <a:lnTo>
                    <a:pt x="4318" y="1319"/>
                  </a:lnTo>
                  <a:lnTo>
                    <a:pt x="4347" y="1250"/>
                  </a:lnTo>
                  <a:lnTo>
                    <a:pt x="4367" y="1181"/>
                  </a:lnTo>
                  <a:lnTo>
                    <a:pt x="4386" y="1112"/>
                  </a:lnTo>
                  <a:lnTo>
                    <a:pt x="4396" y="1033"/>
                  </a:lnTo>
                  <a:lnTo>
                    <a:pt x="4396" y="955"/>
                  </a:lnTo>
                  <a:lnTo>
                    <a:pt x="4396" y="709"/>
                  </a:lnTo>
                  <a:lnTo>
                    <a:pt x="4396" y="620"/>
                  </a:lnTo>
                  <a:lnTo>
                    <a:pt x="4386" y="552"/>
                  </a:lnTo>
                  <a:lnTo>
                    <a:pt x="4367" y="483"/>
                  </a:lnTo>
                  <a:lnTo>
                    <a:pt x="4347" y="414"/>
                  </a:lnTo>
                  <a:lnTo>
                    <a:pt x="4318" y="345"/>
                  </a:lnTo>
                  <a:lnTo>
                    <a:pt x="4288" y="286"/>
                  </a:lnTo>
                  <a:lnTo>
                    <a:pt x="4249" y="237"/>
                  </a:lnTo>
                  <a:lnTo>
                    <a:pt x="4200" y="188"/>
                  </a:lnTo>
                  <a:lnTo>
                    <a:pt x="4150" y="148"/>
                  </a:lnTo>
                  <a:lnTo>
                    <a:pt x="4091" y="109"/>
                  </a:lnTo>
                  <a:lnTo>
                    <a:pt x="4023" y="70"/>
                  </a:lnTo>
                  <a:lnTo>
                    <a:pt x="3954" y="50"/>
                  </a:lnTo>
                  <a:lnTo>
                    <a:pt x="3875" y="30"/>
                  </a:lnTo>
                  <a:lnTo>
                    <a:pt x="3787" y="11"/>
                  </a:lnTo>
                  <a:lnTo>
                    <a:pt x="3688" y="1"/>
                  </a:lnTo>
                  <a:close/>
                  <a:moveTo>
                    <a:pt x="6274" y="1"/>
                  </a:moveTo>
                  <a:lnTo>
                    <a:pt x="6186" y="11"/>
                  </a:lnTo>
                  <a:lnTo>
                    <a:pt x="6097" y="30"/>
                  </a:lnTo>
                  <a:lnTo>
                    <a:pt x="6019" y="50"/>
                  </a:lnTo>
                  <a:lnTo>
                    <a:pt x="5950" y="70"/>
                  </a:lnTo>
                  <a:lnTo>
                    <a:pt x="5881" y="109"/>
                  </a:lnTo>
                  <a:lnTo>
                    <a:pt x="5822" y="148"/>
                  </a:lnTo>
                  <a:lnTo>
                    <a:pt x="5773" y="188"/>
                  </a:lnTo>
                  <a:lnTo>
                    <a:pt x="5724" y="237"/>
                  </a:lnTo>
                  <a:lnTo>
                    <a:pt x="5684" y="286"/>
                  </a:lnTo>
                  <a:lnTo>
                    <a:pt x="5645" y="345"/>
                  </a:lnTo>
                  <a:lnTo>
                    <a:pt x="5625" y="414"/>
                  </a:lnTo>
                  <a:lnTo>
                    <a:pt x="5606" y="483"/>
                  </a:lnTo>
                  <a:lnTo>
                    <a:pt x="5586" y="552"/>
                  </a:lnTo>
                  <a:lnTo>
                    <a:pt x="5576" y="620"/>
                  </a:lnTo>
                  <a:lnTo>
                    <a:pt x="5576" y="709"/>
                  </a:lnTo>
                  <a:lnTo>
                    <a:pt x="5576" y="955"/>
                  </a:lnTo>
                  <a:lnTo>
                    <a:pt x="5576" y="1033"/>
                  </a:lnTo>
                  <a:lnTo>
                    <a:pt x="5586" y="1112"/>
                  </a:lnTo>
                  <a:lnTo>
                    <a:pt x="5606" y="1181"/>
                  </a:lnTo>
                  <a:lnTo>
                    <a:pt x="5625" y="1250"/>
                  </a:lnTo>
                  <a:lnTo>
                    <a:pt x="5645" y="1319"/>
                  </a:lnTo>
                  <a:lnTo>
                    <a:pt x="5684" y="1368"/>
                  </a:lnTo>
                  <a:lnTo>
                    <a:pt x="5724" y="1427"/>
                  </a:lnTo>
                  <a:lnTo>
                    <a:pt x="5773" y="1476"/>
                  </a:lnTo>
                  <a:lnTo>
                    <a:pt x="5822" y="1515"/>
                  </a:lnTo>
                  <a:lnTo>
                    <a:pt x="5881" y="1555"/>
                  </a:lnTo>
                  <a:lnTo>
                    <a:pt x="5950" y="1584"/>
                  </a:lnTo>
                  <a:lnTo>
                    <a:pt x="6019" y="1614"/>
                  </a:lnTo>
                  <a:lnTo>
                    <a:pt x="6097" y="1633"/>
                  </a:lnTo>
                  <a:lnTo>
                    <a:pt x="6186" y="1653"/>
                  </a:lnTo>
                  <a:lnTo>
                    <a:pt x="6274" y="1663"/>
                  </a:lnTo>
                  <a:lnTo>
                    <a:pt x="6481" y="1663"/>
                  </a:lnTo>
                  <a:lnTo>
                    <a:pt x="6569" y="1653"/>
                  </a:lnTo>
                  <a:lnTo>
                    <a:pt x="6658" y="1633"/>
                  </a:lnTo>
                  <a:lnTo>
                    <a:pt x="6737" y="1614"/>
                  </a:lnTo>
                  <a:lnTo>
                    <a:pt x="6805" y="1584"/>
                  </a:lnTo>
                  <a:lnTo>
                    <a:pt x="6874" y="1555"/>
                  </a:lnTo>
                  <a:lnTo>
                    <a:pt x="6933" y="1515"/>
                  </a:lnTo>
                  <a:lnTo>
                    <a:pt x="6982" y="1476"/>
                  </a:lnTo>
                  <a:lnTo>
                    <a:pt x="7032" y="1427"/>
                  </a:lnTo>
                  <a:lnTo>
                    <a:pt x="7071" y="1368"/>
                  </a:lnTo>
                  <a:lnTo>
                    <a:pt x="7110" y="1319"/>
                  </a:lnTo>
                  <a:lnTo>
                    <a:pt x="7130" y="1250"/>
                  </a:lnTo>
                  <a:lnTo>
                    <a:pt x="7159" y="1181"/>
                  </a:lnTo>
                  <a:lnTo>
                    <a:pt x="7169" y="1112"/>
                  </a:lnTo>
                  <a:lnTo>
                    <a:pt x="7179" y="1033"/>
                  </a:lnTo>
                  <a:lnTo>
                    <a:pt x="7179" y="955"/>
                  </a:lnTo>
                  <a:lnTo>
                    <a:pt x="7179" y="709"/>
                  </a:lnTo>
                  <a:lnTo>
                    <a:pt x="7179" y="620"/>
                  </a:lnTo>
                  <a:lnTo>
                    <a:pt x="7169" y="552"/>
                  </a:lnTo>
                  <a:lnTo>
                    <a:pt x="7159" y="483"/>
                  </a:lnTo>
                  <a:lnTo>
                    <a:pt x="7130" y="414"/>
                  </a:lnTo>
                  <a:lnTo>
                    <a:pt x="7110" y="345"/>
                  </a:lnTo>
                  <a:lnTo>
                    <a:pt x="7071" y="286"/>
                  </a:lnTo>
                  <a:lnTo>
                    <a:pt x="7032" y="237"/>
                  </a:lnTo>
                  <a:lnTo>
                    <a:pt x="6982" y="188"/>
                  </a:lnTo>
                  <a:lnTo>
                    <a:pt x="6933" y="148"/>
                  </a:lnTo>
                  <a:lnTo>
                    <a:pt x="6874" y="109"/>
                  </a:lnTo>
                  <a:lnTo>
                    <a:pt x="6805" y="70"/>
                  </a:lnTo>
                  <a:lnTo>
                    <a:pt x="6737" y="50"/>
                  </a:lnTo>
                  <a:lnTo>
                    <a:pt x="6658" y="30"/>
                  </a:lnTo>
                  <a:lnTo>
                    <a:pt x="6569" y="11"/>
                  </a:lnTo>
                  <a:lnTo>
                    <a:pt x="6481"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1" name="Google Shape;1481;p103"/>
            <p:cNvSpPr/>
            <p:nvPr/>
          </p:nvSpPr>
          <p:spPr>
            <a:xfrm>
              <a:off x="3489775" y="2366300"/>
              <a:ext cx="366325" cy="220050"/>
            </a:xfrm>
            <a:custGeom>
              <a:avLst/>
              <a:gdLst/>
              <a:ahLst/>
              <a:cxnLst/>
              <a:rect l="l" t="t" r="r" b="b"/>
              <a:pathLst>
                <a:path w="14653" h="8802" extrusionOk="0">
                  <a:moveTo>
                    <a:pt x="1604" y="0"/>
                  </a:moveTo>
                  <a:lnTo>
                    <a:pt x="1515" y="10"/>
                  </a:lnTo>
                  <a:lnTo>
                    <a:pt x="1437" y="30"/>
                  </a:lnTo>
                  <a:lnTo>
                    <a:pt x="1358" y="50"/>
                  </a:lnTo>
                  <a:lnTo>
                    <a:pt x="1279" y="79"/>
                  </a:lnTo>
                  <a:lnTo>
                    <a:pt x="1210" y="118"/>
                  </a:lnTo>
                  <a:lnTo>
                    <a:pt x="1151" y="158"/>
                  </a:lnTo>
                  <a:lnTo>
                    <a:pt x="1092" y="207"/>
                  </a:lnTo>
                  <a:lnTo>
                    <a:pt x="1043" y="266"/>
                  </a:lnTo>
                  <a:lnTo>
                    <a:pt x="994" y="335"/>
                  </a:lnTo>
                  <a:lnTo>
                    <a:pt x="955" y="404"/>
                  </a:lnTo>
                  <a:lnTo>
                    <a:pt x="915" y="482"/>
                  </a:lnTo>
                  <a:lnTo>
                    <a:pt x="896" y="571"/>
                  </a:lnTo>
                  <a:lnTo>
                    <a:pt x="876" y="669"/>
                  </a:lnTo>
                  <a:lnTo>
                    <a:pt x="856" y="767"/>
                  </a:lnTo>
                  <a:lnTo>
                    <a:pt x="856" y="876"/>
                  </a:lnTo>
                  <a:lnTo>
                    <a:pt x="856" y="3098"/>
                  </a:lnTo>
                  <a:lnTo>
                    <a:pt x="856" y="3196"/>
                  </a:lnTo>
                  <a:lnTo>
                    <a:pt x="837" y="3285"/>
                  </a:lnTo>
                  <a:lnTo>
                    <a:pt x="827" y="3363"/>
                  </a:lnTo>
                  <a:lnTo>
                    <a:pt x="797" y="3442"/>
                  </a:lnTo>
                  <a:lnTo>
                    <a:pt x="768" y="3511"/>
                  </a:lnTo>
                  <a:lnTo>
                    <a:pt x="729" y="3570"/>
                  </a:lnTo>
                  <a:lnTo>
                    <a:pt x="679" y="3629"/>
                  </a:lnTo>
                  <a:lnTo>
                    <a:pt x="630" y="3678"/>
                  </a:lnTo>
                  <a:lnTo>
                    <a:pt x="571" y="3727"/>
                  </a:lnTo>
                  <a:lnTo>
                    <a:pt x="502" y="3767"/>
                  </a:lnTo>
                  <a:lnTo>
                    <a:pt x="434" y="3796"/>
                  </a:lnTo>
                  <a:lnTo>
                    <a:pt x="355" y="3826"/>
                  </a:lnTo>
                  <a:lnTo>
                    <a:pt x="276" y="3845"/>
                  </a:lnTo>
                  <a:lnTo>
                    <a:pt x="188" y="3855"/>
                  </a:lnTo>
                  <a:lnTo>
                    <a:pt x="99" y="3865"/>
                  </a:lnTo>
                  <a:lnTo>
                    <a:pt x="1" y="3875"/>
                  </a:lnTo>
                  <a:lnTo>
                    <a:pt x="1" y="4927"/>
                  </a:lnTo>
                  <a:lnTo>
                    <a:pt x="99" y="4937"/>
                  </a:lnTo>
                  <a:lnTo>
                    <a:pt x="188" y="4947"/>
                  </a:lnTo>
                  <a:lnTo>
                    <a:pt x="276" y="4956"/>
                  </a:lnTo>
                  <a:lnTo>
                    <a:pt x="355" y="4976"/>
                  </a:lnTo>
                  <a:lnTo>
                    <a:pt x="434" y="5006"/>
                  </a:lnTo>
                  <a:lnTo>
                    <a:pt x="502" y="5035"/>
                  </a:lnTo>
                  <a:lnTo>
                    <a:pt x="571" y="5074"/>
                  </a:lnTo>
                  <a:lnTo>
                    <a:pt x="630" y="5124"/>
                  </a:lnTo>
                  <a:lnTo>
                    <a:pt x="679" y="5173"/>
                  </a:lnTo>
                  <a:lnTo>
                    <a:pt x="729" y="5232"/>
                  </a:lnTo>
                  <a:lnTo>
                    <a:pt x="768" y="5291"/>
                  </a:lnTo>
                  <a:lnTo>
                    <a:pt x="797" y="5360"/>
                  </a:lnTo>
                  <a:lnTo>
                    <a:pt x="827" y="5438"/>
                  </a:lnTo>
                  <a:lnTo>
                    <a:pt x="837" y="5517"/>
                  </a:lnTo>
                  <a:lnTo>
                    <a:pt x="856" y="5605"/>
                  </a:lnTo>
                  <a:lnTo>
                    <a:pt x="856" y="5704"/>
                  </a:lnTo>
                  <a:lnTo>
                    <a:pt x="856" y="7926"/>
                  </a:lnTo>
                  <a:lnTo>
                    <a:pt x="856" y="8034"/>
                  </a:lnTo>
                  <a:lnTo>
                    <a:pt x="876" y="8133"/>
                  </a:lnTo>
                  <a:lnTo>
                    <a:pt x="896" y="8231"/>
                  </a:lnTo>
                  <a:lnTo>
                    <a:pt x="915" y="8319"/>
                  </a:lnTo>
                  <a:lnTo>
                    <a:pt x="955" y="8398"/>
                  </a:lnTo>
                  <a:lnTo>
                    <a:pt x="994" y="8467"/>
                  </a:lnTo>
                  <a:lnTo>
                    <a:pt x="1043" y="8536"/>
                  </a:lnTo>
                  <a:lnTo>
                    <a:pt x="1092" y="8595"/>
                  </a:lnTo>
                  <a:lnTo>
                    <a:pt x="1151" y="8644"/>
                  </a:lnTo>
                  <a:lnTo>
                    <a:pt x="1210" y="8683"/>
                  </a:lnTo>
                  <a:lnTo>
                    <a:pt x="1279" y="8723"/>
                  </a:lnTo>
                  <a:lnTo>
                    <a:pt x="1358" y="8752"/>
                  </a:lnTo>
                  <a:lnTo>
                    <a:pt x="1437" y="8772"/>
                  </a:lnTo>
                  <a:lnTo>
                    <a:pt x="1515" y="8791"/>
                  </a:lnTo>
                  <a:lnTo>
                    <a:pt x="1604" y="8801"/>
                  </a:lnTo>
                  <a:lnTo>
                    <a:pt x="2715" y="8801"/>
                  </a:lnTo>
                  <a:lnTo>
                    <a:pt x="2715" y="7867"/>
                  </a:lnTo>
                  <a:lnTo>
                    <a:pt x="2056" y="7867"/>
                  </a:lnTo>
                  <a:lnTo>
                    <a:pt x="2056" y="5605"/>
                  </a:lnTo>
                  <a:lnTo>
                    <a:pt x="2046" y="5458"/>
                  </a:lnTo>
                  <a:lnTo>
                    <a:pt x="2027" y="5320"/>
                  </a:lnTo>
                  <a:lnTo>
                    <a:pt x="2007" y="5202"/>
                  </a:lnTo>
                  <a:lnTo>
                    <a:pt x="1968" y="5084"/>
                  </a:lnTo>
                  <a:lnTo>
                    <a:pt x="1918" y="4986"/>
                  </a:lnTo>
                  <a:lnTo>
                    <a:pt x="1859" y="4888"/>
                  </a:lnTo>
                  <a:lnTo>
                    <a:pt x="1791" y="4809"/>
                  </a:lnTo>
                  <a:lnTo>
                    <a:pt x="1712" y="4730"/>
                  </a:lnTo>
                  <a:lnTo>
                    <a:pt x="1623" y="4671"/>
                  </a:lnTo>
                  <a:lnTo>
                    <a:pt x="1525" y="4612"/>
                  </a:lnTo>
                  <a:lnTo>
                    <a:pt x="1417" y="4573"/>
                  </a:lnTo>
                  <a:lnTo>
                    <a:pt x="1299" y="4534"/>
                  </a:lnTo>
                  <a:lnTo>
                    <a:pt x="1171" y="4504"/>
                  </a:lnTo>
                  <a:lnTo>
                    <a:pt x="1033" y="4484"/>
                  </a:lnTo>
                  <a:lnTo>
                    <a:pt x="886" y="4475"/>
                  </a:lnTo>
                  <a:lnTo>
                    <a:pt x="729" y="4465"/>
                  </a:lnTo>
                  <a:lnTo>
                    <a:pt x="729" y="4327"/>
                  </a:lnTo>
                  <a:lnTo>
                    <a:pt x="886" y="4327"/>
                  </a:lnTo>
                  <a:lnTo>
                    <a:pt x="1033" y="4317"/>
                  </a:lnTo>
                  <a:lnTo>
                    <a:pt x="1171" y="4298"/>
                  </a:lnTo>
                  <a:lnTo>
                    <a:pt x="1299" y="4268"/>
                  </a:lnTo>
                  <a:lnTo>
                    <a:pt x="1417" y="4229"/>
                  </a:lnTo>
                  <a:lnTo>
                    <a:pt x="1525" y="4189"/>
                  </a:lnTo>
                  <a:lnTo>
                    <a:pt x="1623" y="4130"/>
                  </a:lnTo>
                  <a:lnTo>
                    <a:pt x="1712" y="4071"/>
                  </a:lnTo>
                  <a:lnTo>
                    <a:pt x="1791" y="3993"/>
                  </a:lnTo>
                  <a:lnTo>
                    <a:pt x="1859" y="3914"/>
                  </a:lnTo>
                  <a:lnTo>
                    <a:pt x="1918" y="3816"/>
                  </a:lnTo>
                  <a:lnTo>
                    <a:pt x="1968" y="3717"/>
                  </a:lnTo>
                  <a:lnTo>
                    <a:pt x="2007" y="3599"/>
                  </a:lnTo>
                  <a:lnTo>
                    <a:pt x="2027" y="3481"/>
                  </a:lnTo>
                  <a:lnTo>
                    <a:pt x="2046" y="3344"/>
                  </a:lnTo>
                  <a:lnTo>
                    <a:pt x="2056" y="3196"/>
                  </a:lnTo>
                  <a:lnTo>
                    <a:pt x="2056" y="935"/>
                  </a:lnTo>
                  <a:lnTo>
                    <a:pt x="2715" y="935"/>
                  </a:lnTo>
                  <a:lnTo>
                    <a:pt x="2715" y="0"/>
                  </a:lnTo>
                  <a:close/>
                  <a:moveTo>
                    <a:pt x="11939" y="0"/>
                  </a:moveTo>
                  <a:lnTo>
                    <a:pt x="11939" y="935"/>
                  </a:lnTo>
                  <a:lnTo>
                    <a:pt x="12607" y="935"/>
                  </a:lnTo>
                  <a:lnTo>
                    <a:pt x="12607" y="3196"/>
                  </a:lnTo>
                  <a:lnTo>
                    <a:pt x="12607" y="3344"/>
                  </a:lnTo>
                  <a:lnTo>
                    <a:pt x="12627" y="3481"/>
                  </a:lnTo>
                  <a:lnTo>
                    <a:pt x="12657" y="3599"/>
                  </a:lnTo>
                  <a:lnTo>
                    <a:pt x="12696" y="3717"/>
                  </a:lnTo>
                  <a:lnTo>
                    <a:pt x="12735" y="3816"/>
                  </a:lnTo>
                  <a:lnTo>
                    <a:pt x="12794" y="3914"/>
                  </a:lnTo>
                  <a:lnTo>
                    <a:pt x="12863" y="3993"/>
                  </a:lnTo>
                  <a:lnTo>
                    <a:pt x="12942" y="4071"/>
                  </a:lnTo>
                  <a:lnTo>
                    <a:pt x="13030" y="4130"/>
                  </a:lnTo>
                  <a:lnTo>
                    <a:pt x="13129" y="4189"/>
                  </a:lnTo>
                  <a:lnTo>
                    <a:pt x="13237" y="4229"/>
                  </a:lnTo>
                  <a:lnTo>
                    <a:pt x="13355" y="4268"/>
                  </a:lnTo>
                  <a:lnTo>
                    <a:pt x="13492" y="4298"/>
                  </a:lnTo>
                  <a:lnTo>
                    <a:pt x="13630" y="4317"/>
                  </a:lnTo>
                  <a:lnTo>
                    <a:pt x="13778" y="4327"/>
                  </a:lnTo>
                  <a:lnTo>
                    <a:pt x="13935" y="4327"/>
                  </a:lnTo>
                  <a:lnTo>
                    <a:pt x="13935" y="4465"/>
                  </a:lnTo>
                  <a:lnTo>
                    <a:pt x="13778" y="4475"/>
                  </a:lnTo>
                  <a:lnTo>
                    <a:pt x="13630" y="4484"/>
                  </a:lnTo>
                  <a:lnTo>
                    <a:pt x="13492" y="4504"/>
                  </a:lnTo>
                  <a:lnTo>
                    <a:pt x="13355" y="4534"/>
                  </a:lnTo>
                  <a:lnTo>
                    <a:pt x="13237" y="4573"/>
                  </a:lnTo>
                  <a:lnTo>
                    <a:pt x="13129" y="4612"/>
                  </a:lnTo>
                  <a:lnTo>
                    <a:pt x="13030" y="4671"/>
                  </a:lnTo>
                  <a:lnTo>
                    <a:pt x="12942" y="4730"/>
                  </a:lnTo>
                  <a:lnTo>
                    <a:pt x="12863" y="4809"/>
                  </a:lnTo>
                  <a:lnTo>
                    <a:pt x="12794" y="4888"/>
                  </a:lnTo>
                  <a:lnTo>
                    <a:pt x="12735" y="4986"/>
                  </a:lnTo>
                  <a:lnTo>
                    <a:pt x="12696" y="5084"/>
                  </a:lnTo>
                  <a:lnTo>
                    <a:pt x="12657" y="5202"/>
                  </a:lnTo>
                  <a:lnTo>
                    <a:pt x="12627" y="5320"/>
                  </a:lnTo>
                  <a:lnTo>
                    <a:pt x="12607" y="5458"/>
                  </a:lnTo>
                  <a:lnTo>
                    <a:pt x="12607" y="5605"/>
                  </a:lnTo>
                  <a:lnTo>
                    <a:pt x="12607" y="7867"/>
                  </a:lnTo>
                  <a:lnTo>
                    <a:pt x="11939" y="7867"/>
                  </a:lnTo>
                  <a:lnTo>
                    <a:pt x="11939" y="8801"/>
                  </a:lnTo>
                  <a:lnTo>
                    <a:pt x="13060" y="8801"/>
                  </a:lnTo>
                  <a:lnTo>
                    <a:pt x="13138" y="8791"/>
                  </a:lnTo>
                  <a:lnTo>
                    <a:pt x="13227" y="8772"/>
                  </a:lnTo>
                  <a:lnTo>
                    <a:pt x="13306" y="8752"/>
                  </a:lnTo>
                  <a:lnTo>
                    <a:pt x="13374" y="8723"/>
                  </a:lnTo>
                  <a:lnTo>
                    <a:pt x="13443" y="8683"/>
                  </a:lnTo>
                  <a:lnTo>
                    <a:pt x="13512" y="8644"/>
                  </a:lnTo>
                  <a:lnTo>
                    <a:pt x="13571" y="8595"/>
                  </a:lnTo>
                  <a:lnTo>
                    <a:pt x="13620" y="8536"/>
                  </a:lnTo>
                  <a:lnTo>
                    <a:pt x="13669" y="8467"/>
                  </a:lnTo>
                  <a:lnTo>
                    <a:pt x="13709" y="8398"/>
                  </a:lnTo>
                  <a:lnTo>
                    <a:pt x="13738" y="8319"/>
                  </a:lnTo>
                  <a:lnTo>
                    <a:pt x="13768" y="8231"/>
                  </a:lnTo>
                  <a:lnTo>
                    <a:pt x="13787" y="8133"/>
                  </a:lnTo>
                  <a:lnTo>
                    <a:pt x="13797" y="8034"/>
                  </a:lnTo>
                  <a:lnTo>
                    <a:pt x="13807" y="7926"/>
                  </a:lnTo>
                  <a:lnTo>
                    <a:pt x="13807" y="5704"/>
                  </a:lnTo>
                  <a:lnTo>
                    <a:pt x="13807" y="5605"/>
                  </a:lnTo>
                  <a:lnTo>
                    <a:pt x="13817" y="5517"/>
                  </a:lnTo>
                  <a:lnTo>
                    <a:pt x="13837" y="5438"/>
                  </a:lnTo>
                  <a:lnTo>
                    <a:pt x="13866" y="5360"/>
                  </a:lnTo>
                  <a:lnTo>
                    <a:pt x="13896" y="5291"/>
                  </a:lnTo>
                  <a:lnTo>
                    <a:pt x="13935" y="5232"/>
                  </a:lnTo>
                  <a:lnTo>
                    <a:pt x="13974" y="5173"/>
                  </a:lnTo>
                  <a:lnTo>
                    <a:pt x="14033" y="5124"/>
                  </a:lnTo>
                  <a:lnTo>
                    <a:pt x="14092" y="5074"/>
                  </a:lnTo>
                  <a:lnTo>
                    <a:pt x="14151" y="5035"/>
                  </a:lnTo>
                  <a:lnTo>
                    <a:pt x="14220" y="5006"/>
                  </a:lnTo>
                  <a:lnTo>
                    <a:pt x="14299" y="4976"/>
                  </a:lnTo>
                  <a:lnTo>
                    <a:pt x="14377" y="4956"/>
                  </a:lnTo>
                  <a:lnTo>
                    <a:pt x="14466" y="4947"/>
                  </a:lnTo>
                  <a:lnTo>
                    <a:pt x="14564" y="4937"/>
                  </a:lnTo>
                  <a:lnTo>
                    <a:pt x="14653" y="4927"/>
                  </a:lnTo>
                  <a:lnTo>
                    <a:pt x="14653" y="3875"/>
                  </a:lnTo>
                  <a:lnTo>
                    <a:pt x="14564" y="3865"/>
                  </a:lnTo>
                  <a:lnTo>
                    <a:pt x="14466" y="3855"/>
                  </a:lnTo>
                  <a:lnTo>
                    <a:pt x="14377" y="3845"/>
                  </a:lnTo>
                  <a:lnTo>
                    <a:pt x="14299" y="3826"/>
                  </a:lnTo>
                  <a:lnTo>
                    <a:pt x="14220" y="3796"/>
                  </a:lnTo>
                  <a:lnTo>
                    <a:pt x="14151" y="3767"/>
                  </a:lnTo>
                  <a:lnTo>
                    <a:pt x="14092" y="3727"/>
                  </a:lnTo>
                  <a:lnTo>
                    <a:pt x="14033" y="3678"/>
                  </a:lnTo>
                  <a:lnTo>
                    <a:pt x="13974" y="3629"/>
                  </a:lnTo>
                  <a:lnTo>
                    <a:pt x="13935" y="3570"/>
                  </a:lnTo>
                  <a:lnTo>
                    <a:pt x="13896" y="3511"/>
                  </a:lnTo>
                  <a:lnTo>
                    <a:pt x="13866" y="3442"/>
                  </a:lnTo>
                  <a:lnTo>
                    <a:pt x="13837" y="3363"/>
                  </a:lnTo>
                  <a:lnTo>
                    <a:pt x="13817" y="3285"/>
                  </a:lnTo>
                  <a:lnTo>
                    <a:pt x="13807" y="3196"/>
                  </a:lnTo>
                  <a:lnTo>
                    <a:pt x="13807" y="3098"/>
                  </a:lnTo>
                  <a:lnTo>
                    <a:pt x="13807" y="876"/>
                  </a:lnTo>
                  <a:lnTo>
                    <a:pt x="13797" y="767"/>
                  </a:lnTo>
                  <a:lnTo>
                    <a:pt x="13787" y="669"/>
                  </a:lnTo>
                  <a:lnTo>
                    <a:pt x="13768" y="571"/>
                  </a:lnTo>
                  <a:lnTo>
                    <a:pt x="13738" y="482"/>
                  </a:lnTo>
                  <a:lnTo>
                    <a:pt x="13709" y="404"/>
                  </a:lnTo>
                  <a:lnTo>
                    <a:pt x="13669" y="335"/>
                  </a:lnTo>
                  <a:lnTo>
                    <a:pt x="13620" y="266"/>
                  </a:lnTo>
                  <a:lnTo>
                    <a:pt x="13571" y="207"/>
                  </a:lnTo>
                  <a:lnTo>
                    <a:pt x="13512" y="158"/>
                  </a:lnTo>
                  <a:lnTo>
                    <a:pt x="13443" y="118"/>
                  </a:lnTo>
                  <a:lnTo>
                    <a:pt x="13374" y="79"/>
                  </a:lnTo>
                  <a:lnTo>
                    <a:pt x="13306" y="50"/>
                  </a:lnTo>
                  <a:lnTo>
                    <a:pt x="13227" y="30"/>
                  </a:lnTo>
                  <a:lnTo>
                    <a:pt x="13138" y="10"/>
                  </a:lnTo>
                  <a:lnTo>
                    <a:pt x="13060"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82" name="Google Shape;1482;p103"/>
          <p:cNvGrpSpPr/>
          <p:nvPr/>
        </p:nvGrpSpPr>
        <p:grpSpPr>
          <a:xfrm>
            <a:off x="3299584" y="1954449"/>
            <a:ext cx="279829" cy="257697"/>
            <a:chOff x="2099100" y="2300650"/>
            <a:chExt cx="381550" cy="351325"/>
          </a:xfrm>
        </p:grpSpPr>
        <p:sp>
          <p:nvSpPr>
            <p:cNvPr id="1483" name="Google Shape;1483;p103"/>
            <p:cNvSpPr/>
            <p:nvPr/>
          </p:nvSpPr>
          <p:spPr>
            <a:xfrm>
              <a:off x="2235050" y="2421600"/>
              <a:ext cx="109400" cy="109175"/>
            </a:xfrm>
            <a:custGeom>
              <a:avLst/>
              <a:gdLst/>
              <a:ahLst/>
              <a:cxnLst/>
              <a:rect l="l" t="t" r="r" b="b"/>
              <a:pathLst>
                <a:path w="4376" h="4367" extrusionOk="0">
                  <a:moveTo>
                    <a:pt x="2193" y="974"/>
                  </a:moveTo>
                  <a:lnTo>
                    <a:pt x="2311" y="984"/>
                  </a:lnTo>
                  <a:lnTo>
                    <a:pt x="2439" y="1004"/>
                  </a:lnTo>
                  <a:lnTo>
                    <a:pt x="2547" y="1033"/>
                  </a:lnTo>
                  <a:lnTo>
                    <a:pt x="2665" y="1073"/>
                  </a:lnTo>
                  <a:lnTo>
                    <a:pt x="2763" y="1122"/>
                  </a:lnTo>
                  <a:lnTo>
                    <a:pt x="2871" y="1181"/>
                  </a:lnTo>
                  <a:lnTo>
                    <a:pt x="2960" y="1250"/>
                  </a:lnTo>
                  <a:lnTo>
                    <a:pt x="3048" y="1328"/>
                  </a:lnTo>
                  <a:lnTo>
                    <a:pt x="3127" y="1417"/>
                  </a:lnTo>
                  <a:lnTo>
                    <a:pt x="3196" y="1505"/>
                  </a:lnTo>
                  <a:lnTo>
                    <a:pt x="3255" y="1604"/>
                  </a:lnTo>
                  <a:lnTo>
                    <a:pt x="3304" y="1712"/>
                  </a:lnTo>
                  <a:lnTo>
                    <a:pt x="3343" y="1820"/>
                  </a:lnTo>
                  <a:lnTo>
                    <a:pt x="3373" y="1938"/>
                  </a:lnTo>
                  <a:lnTo>
                    <a:pt x="3393" y="2056"/>
                  </a:lnTo>
                  <a:lnTo>
                    <a:pt x="3402" y="2184"/>
                  </a:lnTo>
                  <a:lnTo>
                    <a:pt x="3393" y="2312"/>
                  </a:lnTo>
                  <a:lnTo>
                    <a:pt x="3373" y="2430"/>
                  </a:lnTo>
                  <a:lnTo>
                    <a:pt x="3343" y="2548"/>
                  </a:lnTo>
                  <a:lnTo>
                    <a:pt x="3304" y="2656"/>
                  </a:lnTo>
                  <a:lnTo>
                    <a:pt x="3255" y="2764"/>
                  </a:lnTo>
                  <a:lnTo>
                    <a:pt x="3196" y="2862"/>
                  </a:lnTo>
                  <a:lnTo>
                    <a:pt x="3127" y="2951"/>
                  </a:lnTo>
                  <a:lnTo>
                    <a:pt x="3048" y="3039"/>
                  </a:lnTo>
                  <a:lnTo>
                    <a:pt x="2960" y="3118"/>
                  </a:lnTo>
                  <a:lnTo>
                    <a:pt x="2871" y="3187"/>
                  </a:lnTo>
                  <a:lnTo>
                    <a:pt x="2763" y="3246"/>
                  </a:lnTo>
                  <a:lnTo>
                    <a:pt x="2665" y="3295"/>
                  </a:lnTo>
                  <a:lnTo>
                    <a:pt x="2547" y="3334"/>
                  </a:lnTo>
                  <a:lnTo>
                    <a:pt x="2439" y="3364"/>
                  </a:lnTo>
                  <a:lnTo>
                    <a:pt x="2311" y="3384"/>
                  </a:lnTo>
                  <a:lnTo>
                    <a:pt x="2193" y="3393"/>
                  </a:lnTo>
                  <a:lnTo>
                    <a:pt x="2065" y="3384"/>
                  </a:lnTo>
                  <a:lnTo>
                    <a:pt x="1947" y="3364"/>
                  </a:lnTo>
                  <a:lnTo>
                    <a:pt x="1829" y="3334"/>
                  </a:lnTo>
                  <a:lnTo>
                    <a:pt x="1721" y="3295"/>
                  </a:lnTo>
                  <a:lnTo>
                    <a:pt x="1613" y="3246"/>
                  </a:lnTo>
                  <a:lnTo>
                    <a:pt x="1514" y="3187"/>
                  </a:lnTo>
                  <a:lnTo>
                    <a:pt x="1426" y="3118"/>
                  </a:lnTo>
                  <a:lnTo>
                    <a:pt x="1337" y="3039"/>
                  </a:lnTo>
                  <a:lnTo>
                    <a:pt x="1259" y="2951"/>
                  </a:lnTo>
                  <a:lnTo>
                    <a:pt x="1190" y="2862"/>
                  </a:lnTo>
                  <a:lnTo>
                    <a:pt x="1131" y="2764"/>
                  </a:lnTo>
                  <a:lnTo>
                    <a:pt x="1082" y="2656"/>
                  </a:lnTo>
                  <a:lnTo>
                    <a:pt x="1033" y="2548"/>
                  </a:lnTo>
                  <a:lnTo>
                    <a:pt x="1003" y="2430"/>
                  </a:lnTo>
                  <a:lnTo>
                    <a:pt x="993" y="2312"/>
                  </a:lnTo>
                  <a:lnTo>
                    <a:pt x="983" y="2184"/>
                  </a:lnTo>
                  <a:lnTo>
                    <a:pt x="993" y="2056"/>
                  </a:lnTo>
                  <a:lnTo>
                    <a:pt x="1003" y="1938"/>
                  </a:lnTo>
                  <a:lnTo>
                    <a:pt x="1033" y="1820"/>
                  </a:lnTo>
                  <a:lnTo>
                    <a:pt x="1082" y="1712"/>
                  </a:lnTo>
                  <a:lnTo>
                    <a:pt x="1131" y="1604"/>
                  </a:lnTo>
                  <a:lnTo>
                    <a:pt x="1190" y="1505"/>
                  </a:lnTo>
                  <a:lnTo>
                    <a:pt x="1259" y="1417"/>
                  </a:lnTo>
                  <a:lnTo>
                    <a:pt x="1337" y="1328"/>
                  </a:lnTo>
                  <a:lnTo>
                    <a:pt x="1426" y="1250"/>
                  </a:lnTo>
                  <a:lnTo>
                    <a:pt x="1514" y="1181"/>
                  </a:lnTo>
                  <a:lnTo>
                    <a:pt x="1613" y="1122"/>
                  </a:lnTo>
                  <a:lnTo>
                    <a:pt x="1721" y="1073"/>
                  </a:lnTo>
                  <a:lnTo>
                    <a:pt x="1829" y="1033"/>
                  </a:lnTo>
                  <a:lnTo>
                    <a:pt x="1947" y="1004"/>
                  </a:lnTo>
                  <a:lnTo>
                    <a:pt x="2065" y="984"/>
                  </a:lnTo>
                  <a:lnTo>
                    <a:pt x="2193" y="974"/>
                  </a:lnTo>
                  <a:close/>
                  <a:moveTo>
                    <a:pt x="1731" y="1"/>
                  </a:moveTo>
                  <a:lnTo>
                    <a:pt x="1731" y="493"/>
                  </a:lnTo>
                  <a:lnTo>
                    <a:pt x="1632" y="522"/>
                  </a:lnTo>
                  <a:lnTo>
                    <a:pt x="1524" y="561"/>
                  </a:lnTo>
                  <a:lnTo>
                    <a:pt x="1426" y="611"/>
                  </a:lnTo>
                  <a:lnTo>
                    <a:pt x="1328" y="660"/>
                  </a:lnTo>
                  <a:lnTo>
                    <a:pt x="983" y="316"/>
                  </a:lnTo>
                  <a:lnTo>
                    <a:pt x="334" y="955"/>
                  </a:lnTo>
                  <a:lnTo>
                    <a:pt x="669" y="1299"/>
                  </a:lnTo>
                  <a:lnTo>
                    <a:pt x="620" y="1397"/>
                  </a:lnTo>
                  <a:lnTo>
                    <a:pt x="570" y="1496"/>
                  </a:lnTo>
                  <a:lnTo>
                    <a:pt x="531" y="1604"/>
                  </a:lnTo>
                  <a:lnTo>
                    <a:pt x="502" y="1702"/>
                  </a:lnTo>
                  <a:lnTo>
                    <a:pt x="0" y="1702"/>
                  </a:lnTo>
                  <a:lnTo>
                    <a:pt x="0" y="2617"/>
                  </a:lnTo>
                  <a:lnTo>
                    <a:pt x="492" y="2617"/>
                  </a:lnTo>
                  <a:lnTo>
                    <a:pt x="531" y="2725"/>
                  </a:lnTo>
                  <a:lnTo>
                    <a:pt x="570" y="2833"/>
                  </a:lnTo>
                  <a:lnTo>
                    <a:pt x="610" y="2931"/>
                  </a:lnTo>
                  <a:lnTo>
                    <a:pt x="659" y="3030"/>
                  </a:lnTo>
                  <a:lnTo>
                    <a:pt x="305" y="3384"/>
                  </a:lnTo>
                  <a:lnTo>
                    <a:pt x="944" y="4033"/>
                  </a:lnTo>
                  <a:lnTo>
                    <a:pt x="1308" y="3679"/>
                  </a:lnTo>
                  <a:lnTo>
                    <a:pt x="1406" y="3728"/>
                  </a:lnTo>
                  <a:lnTo>
                    <a:pt x="1505" y="3777"/>
                  </a:lnTo>
                  <a:lnTo>
                    <a:pt x="1613" y="3816"/>
                  </a:lnTo>
                  <a:lnTo>
                    <a:pt x="1721" y="3846"/>
                  </a:lnTo>
                  <a:lnTo>
                    <a:pt x="1721" y="4367"/>
                  </a:lnTo>
                  <a:lnTo>
                    <a:pt x="2635" y="4367"/>
                  </a:lnTo>
                  <a:lnTo>
                    <a:pt x="2635" y="3856"/>
                  </a:lnTo>
                  <a:lnTo>
                    <a:pt x="2744" y="3826"/>
                  </a:lnTo>
                  <a:lnTo>
                    <a:pt x="2852" y="3787"/>
                  </a:lnTo>
                  <a:lnTo>
                    <a:pt x="2950" y="3738"/>
                  </a:lnTo>
                  <a:lnTo>
                    <a:pt x="3048" y="3688"/>
                  </a:lnTo>
                  <a:lnTo>
                    <a:pt x="3412" y="4042"/>
                  </a:lnTo>
                  <a:lnTo>
                    <a:pt x="4061" y="3403"/>
                  </a:lnTo>
                  <a:lnTo>
                    <a:pt x="3697" y="3039"/>
                  </a:lnTo>
                  <a:lnTo>
                    <a:pt x="3756" y="2951"/>
                  </a:lnTo>
                  <a:lnTo>
                    <a:pt x="3796" y="2843"/>
                  </a:lnTo>
                  <a:lnTo>
                    <a:pt x="3835" y="2744"/>
                  </a:lnTo>
                  <a:lnTo>
                    <a:pt x="3874" y="2636"/>
                  </a:lnTo>
                  <a:lnTo>
                    <a:pt x="4376" y="2636"/>
                  </a:lnTo>
                  <a:lnTo>
                    <a:pt x="4376" y="1722"/>
                  </a:lnTo>
                  <a:lnTo>
                    <a:pt x="3874" y="1722"/>
                  </a:lnTo>
                  <a:lnTo>
                    <a:pt x="3845" y="1623"/>
                  </a:lnTo>
                  <a:lnTo>
                    <a:pt x="3806" y="1515"/>
                  </a:lnTo>
                  <a:lnTo>
                    <a:pt x="3756" y="1417"/>
                  </a:lnTo>
                  <a:lnTo>
                    <a:pt x="3707" y="1319"/>
                  </a:lnTo>
                  <a:lnTo>
                    <a:pt x="4061" y="965"/>
                  </a:lnTo>
                  <a:lnTo>
                    <a:pt x="3412" y="316"/>
                  </a:lnTo>
                  <a:lnTo>
                    <a:pt x="3068" y="670"/>
                  </a:lnTo>
                  <a:lnTo>
                    <a:pt x="2960" y="611"/>
                  </a:lnTo>
                  <a:lnTo>
                    <a:pt x="2862" y="571"/>
                  </a:lnTo>
                  <a:lnTo>
                    <a:pt x="2763" y="532"/>
                  </a:lnTo>
                  <a:lnTo>
                    <a:pt x="2655" y="493"/>
                  </a:lnTo>
                  <a:lnTo>
                    <a:pt x="26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4" name="Google Shape;1484;p103"/>
            <p:cNvSpPr/>
            <p:nvPr/>
          </p:nvSpPr>
          <p:spPr>
            <a:xfrm>
              <a:off x="2099100" y="2300650"/>
              <a:ext cx="381550" cy="351325"/>
            </a:xfrm>
            <a:custGeom>
              <a:avLst/>
              <a:gdLst/>
              <a:ahLst/>
              <a:cxnLst/>
              <a:rect l="l" t="t" r="r" b="b"/>
              <a:pathLst>
                <a:path w="15262" h="14053" extrusionOk="0">
                  <a:moveTo>
                    <a:pt x="10955" y="3688"/>
                  </a:moveTo>
                  <a:lnTo>
                    <a:pt x="10955" y="10355"/>
                  </a:lnTo>
                  <a:lnTo>
                    <a:pt x="4297" y="10355"/>
                  </a:lnTo>
                  <a:lnTo>
                    <a:pt x="4297" y="3688"/>
                  </a:lnTo>
                  <a:close/>
                  <a:moveTo>
                    <a:pt x="3344" y="1"/>
                  </a:moveTo>
                  <a:lnTo>
                    <a:pt x="3245" y="11"/>
                  </a:lnTo>
                  <a:lnTo>
                    <a:pt x="3147" y="21"/>
                  </a:lnTo>
                  <a:lnTo>
                    <a:pt x="3058" y="50"/>
                  </a:lnTo>
                  <a:lnTo>
                    <a:pt x="2970" y="80"/>
                  </a:lnTo>
                  <a:lnTo>
                    <a:pt x="2891" y="119"/>
                  </a:lnTo>
                  <a:lnTo>
                    <a:pt x="2813" y="168"/>
                  </a:lnTo>
                  <a:lnTo>
                    <a:pt x="2734" y="217"/>
                  </a:lnTo>
                  <a:lnTo>
                    <a:pt x="2675" y="286"/>
                  </a:lnTo>
                  <a:lnTo>
                    <a:pt x="2606" y="355"/>
                  </a:lnTo>
                  <a:lnTo>
                    <a:pt x="2557" y="424"/>
                  </a:lnTo>
                  <a:lnTo>
                    <a:pt x="2508" y="502"/>
                  </a:lnTo>
                  <a:lnTo>
                    <a:pt x="2468" y="581"/>
                  </a:lnTo>
                  <a:lnTo>
                    <a:pt x="2439" y="670"/>
                  </a:lnTo>
                  <a:lnTo>
                    <a:pt x="2409" y="768"/>
                  </a:lnTo>
                  <a:lnTo>
                    <a:pt x="2400" y="856"/>
                  </a:lnTo>
                  <a:lnTo>
                    <a:pt x="2390" y="955"/>
                  </a:lnTo>
                  <a:lnTo>
                    <a:pt x="2400" y="1053"/>
                  </a:lnTo>
                  <a:lnTo>
                    <a:pt x="2409" y="1151"/>
                  </a:lnTo>
                  <a:lnTo>
                    <a:pt x="2439" y="1240"/>
                  </a:lnTo>
                  <a:lnTo>
                    <a:pt x="2468" y="1328"/>
                  </a:lnTo>
                  <a:lnTo>
                    <a:pt x="2508" y="1407"/>
                  </a:lnTo>
                  <a:lnTo>
                    <a:pt x="2557" y="1486"/>
                  </a:lnTo>
                  <a:lnTo>
                    <a:pt x="2606" y="1564"/>
                  </a:lnTo>
                  <a:lnTo>
                    <a:pt x="2675" y="1623"/>
                  </a:lnTo>
                  <a:lnTo>
                    <a:pt x="2734" y="1692"/>
                  </a:lnTo>
                  <a:lnTo>
                    <a:pt x="2813" y="1741"/>
                  </a:lnTo>
                  <a:lnTo>
                    <a:pt x="2891" y="1791"/>
                  </a:lnTo>
                  <a:lnTo>
                    <a:pt x="2970" y="1830"/>
                  </a:lnTo>
                  <a:lnTo>
                    <a:pt x="3058" y="1859"/>
                  </a:lnTo>
                  <a:lnTo>
                    <a:pt x="3147" y="1889"/>
                  </a:lnTo>
                  <a:lnTo>
                    <a:pt x="3245" y="1899"/>
                  </a:lnTo>
                  <a:lnTo>
                    <a:pt x="3344" y="1909"/>
                  </a:lnTo>
                  <a:lnTo>
                    <a:pt x="3471" y="1899"/>
                  </a:lnTo>
                  <a:lnTo>
                    <a:pt x="3599" y="1869"/>
                  </a:lnTo>
                  <a:lnTo>
                    <a:pt x="3717" y="1830"/>
                  </a:lnTo>
                  <a:lnTo>
                    <a:pt x="3825" y="1771"/>
                  </a:lnTo>
                  <a:lnTo>
                    <a:pt x="3924" y="1702"/>
                  </a:lnTo>
                  <a:lnTo>
                    <a:pt x="4022" y="1623"/>
                  </a:lnTo>
                  <a:lnTo>
                    <a:pt x="4101" y="1535"/>
                  </a:lnTo>
                  <a:lnTo>
                    <a:pt x="4170" y="1427"/>
                  </a:lnTo>
                  <a:lnTo>
                    <a:pt x="5241" y="1427"/>
                  </a:lnTo>
                  <a:lnTo>
                    <a:pt x="5241" y="2744"/>
                  </a:lnTo>
                  <a:lnTo>
                    <a:pt x="3344" y="2744"/>
                  </a:lnTo>
                  <a:lnTo>
                    <a:pt x="3344" y="4642"/>
                  </a:lnTo>
                  <a:lnTo>
                    <a:pt x="1770" y="4642"/>
                  </a:lnTo>
                  <a:lnTo>
                    <a:pt x="1701" y="4544"/>
                  </a:lnTo>
                  <a:lnTo>
                    <a:pt x="1623" y="4446"/>
                  </a:lnTo>
                  <a:lnTo>
                    <a:pt x="1534" y="4367"/>
                  </a:lnTo>
                  <a:lnTo>
                    <a:pt x="1436" y="4298"/>
                  </a:lnTo>
                  <a:lnTo>
                    <a:pt x="1318" y="4239"/>
                  </a:lnTo>
                  <a:lnTo>
                    <a:pt x="1200" y="4200"/>
                  </a:lnTo>
                  <a:lnTo>
                    <a:pt x="1082" y="4180"/>
                  </a:lnTo>
                  <a:lnTo>
                    <a:pt x="944" y="4170"/>
                  </a:lnTo>
                  <a:lnTo>
                    <a:pt x="856" y="4170"/>
                  </a:lnTo>
                  <a:lnTo>
                    <a:pt x="757" y="4190"/>
                  </a:lnTo>
                  <a:lnTo>
                    <a:pt x="669" y="4210"/>
                  </a:lnTo>
                  <a:lnTo>
                    <a:pt x="580" y="4239"/>
                  </a:lnTo>
                  <a:lnTo>
                    <a:pt x="492" y="4278"/>
                  </a:lnTo>
                  <a:lnTo>
                    <a:pt x="413" y="4328"/>
                  </a:lnTo>
                  <a:lnTo>
                    <a:pt x="344" y="4387"/>
                  </a:lnTo>
                  <a:lnTo>
                    <a:pt x="275" y="4446"/>
                  </a:lnTo>
                  <a:lnTo>
                    <a:pt x="216" y="4514"/>
                  </a:lnTo>
                  <a:lnTo>
                    <a:pt x="157" y="4583"/>
                  </a:lnTo>
                  <a:lnTo>
                    <a:pt x="108" y="4662"/>
                  </a:lnTo>
                  <a:lnTo>
                    <a:pt x="69" y="4750"/>
                  </a:lnTo>
                  <a:lnTo>
                    <a:pt x="39" y="4839"/>
                  </a:lnTo>
                  <a:lnTo>
                    <a:pt x="20" y="4927"/>
                  </a:lnTo>
                  <a:lnTo>
                    <a:pt x="0" y="5026"/>
                  </a:lnTo>
                  <a:lnTo>
                    <a:pt x="0" y="5124"/>
                  </a:lnTo>
                  <a:lnTo>
                    <a:pt x="0" y="5213"/>
                  </a:lnTo>
                  <a:lnTo>
                    <a:pt x="20" y="5311"/>
                  </a:lnTo>
                  <a:lnTo>
                    <a:pt x="39" y="5399"/>
                  </a:lnTo>
                  <a:lnTo>
                    <a:pt x="69" y="5488"/>
                  </a:lnTo>
                  <a:lnTo>
                    <a:pt x="108" y="5576"/>
                  </a:lnTo>
                  <a:lnTo>
                    <a:pt x="157" y="5655"/>
                  </a:lnTo>
                  <a:lnTo>
                    <a:pt x="216" y="5724"/>
                  </a:lnTo>
                  <a:lnTo>
                    <a:pt x="275" y="5793"/>
                  </a:lnTo>
                  <a:lnTo>
                    <a:pt x="344" y="5852"/>
                  </a:lnTo>
                  <a:lnTo>
                    <a:pt x="413" y="5911"/>
                  </a:lnTo>
                  <a:lnTo>
                    <a:pt x="492" y="5960"/>
                  </a:lnTo>
                  <a:lnTo>
                    <a:pt x="580" y="5999"/>
                  </a:lnTo>
                  <a:lnTo>
                    <a:pt x="669" y="6029"/>
                  </a:lnTo>
                  <a:lnTo>
                    <a:pt x="757" y="6048"/>
                  </a:lnTo>
                  <a:lnTo>
                    <a:pt x="856" y="6068"/>
                  </a:lnTo>
                  <a:lnTo>
                    <a:pt x="944" y="6068"/>
                  </a:lnTo>
                  <a:lnTo>
                    <a:pt x="1082" y="6058"/>
                  </a:lnTo>
                  <a:lnTo>
                    <a:pt x="1200" y="6039"/>
                  </a:lnTo>
                  <a:lnTo>
                    <a:pt x="1318" y="5999"/>
                  </a:lnTo>
                  <a:lnTo>
                    <a:pt x="1436" y="5940"/>
                  </a:lnTo>
                  <a:lnTo>
                    <a:pt x="1534" y="5871"/>
                  </a:lnTo>
                  <a:lnTo>
                    <a:pt x="1623" y="5793"/>
                  </a:lnTo>
                  <a:lnTo>
                    <a:pt x="1701" y="5694"/>
                  </a:lnTo>
                  <a:lnTo>
                    <a:pt x="1770" y="5596"/>
                  </a:lnTo>
                  <a:lnTo>
                    <a:pt x="3344" y="5596"/>
                  </a:lnTo>
                  <a:lnTo>
                    <a:pt x="3344" y="8448"/>
                  </a:lnTo>
                  <a:lnTo>
                    <a:pt x="1770" y="8448"/>
                  </a:lnTo>
                  <a:lnTo>
                    <a:pt x="1701" y="8349"/>
                  </a:lnTo>
                  <a:lnTo>
                    <a:pt x="1623" y="8251"/>
                  </a:lnTo>
                  <a:lnTo>
                    <a:pt x="1534" y="8172"/>
                  </a:lnTo>
                  <a:lnTo>
                    <a:pt x="1436" y="8104"/>
                  </a:lnTo>
                  <a:lnTo>
                    <a:pt x="1318" y="8045"/>
                  </a:lnTo>
                  <a:lnTo>
                    <a:pt x="1200" y="8005"/>
                  </a:lnTo>
                  <a:lnTo>
                    <a:pt x="1082" y="7986"/>
                  </a:lnTo>
                  <a:lnTo>
                    <a:pt x="944" y="7976"/>
                  </a:lnTo>
                  <a:lnTo>
                    <a:pt x="856" y="7976"/>
                  </a:lnTo>
                  <a:lnTo>
                    <a:pt x="757" y="7995"/>
                  </a:lnTo>
                  <a:lnTo>
                    <a:pt x="669" y="8015"/>
                  </a:lnTo>
                  <a:lnTo>
                    <a:pt x="580" y="8045"/>
                  </a:lnTo>
                  <a:lnTo>
                    <a:pt x="492" y="8084"/>
                  </a:lnTo>
                  <a:lnTo>
                    <a:pt x="413" y="8133"/>
                  </a:lnTo>
                  <a:lnTo>
                    <a:pt x="344" y="8192"/>
                  </a:lnTo>
                  <a:lnTo>
                    <a:pt x="275" y="8251"/>
                  </a:lnTo>
                  <a:lnTo>
                    <a:pt x="216" y="8320"/>
                  </a:lnTo>
                  <a:lnTo>
                    <a:pt x="157" y="8389"/>
                  </a:lnTo>
                  <a:lnTo>
                    <a:pt x="108" y="8467"/>
                  </a:lnTo>
                  <a:lnTo>
                    <a:pt x="69" y="8556"/>
                  </a:lnTo>
                  <a:lnTo>
                    <a:pt x="39" y="8644"/>
                  </a:lnTo>
                  <a:lnTo>
                    <a:pt x="20" y="8733"/>
                  </a:lnTo>
                  <a:lnTo>
                    <a:pt x="0" y="8831"/>
                  </a:lnTo>
                  <a:lnTo>
                    <a:pt x="0" y="8930"/>
                  </a:lnTo>
                  <a:lnTo>
                    <a:pt x="0" y="9018"/>
                  </a:lnTo>
                  <a:lnTo>
                    <a:pt x="20" y="9116"/>
                  </a:lnTo>
                  <a:lnTo>
                    <a:pt x="39" y="9205"/>
                  </a:lnTo>
                  <a:lnTo>
                    <a:pt x="69" y="9293"/>
                  </a:lnTo>
                  <a:lnTo>
                    <a:pt x="108" y="9382"/>
                  </a:lnTo>
                  <a:lnTo>
                    <a:pt x="157" y="9461"/>
                  </a:lnTo>
                  <a:lnTo>
                    <a:pt x="216" y="9529"/>
                  </a:lnTo>
                  <a:lnTo>
                    <a:pt x="275" y="9598"/>
                  </a:lnTo>
                  <a:lnTo>
                    <a:pt x="344" y="9657"/>
                  </a:lnTo>
                  <a:lnTo>
                    <a:pt x="413" y="9716"/>
                  </a:lnTo>
                  <a:lnTo>
                    <a:pt x="492" y="9765"/>
                  </a:lnTo>
                  <a:lnTo>
                    <a:pt x="580" y="9805"/>
                  </a:lnTo>
                  <a:lnTo>
                    <a:pt x="669" y="9834"/>
                  </a:lnTo>
                  <a:lnTo>
                    <a:pt x="757" y="9854"/>
                  </a:lnTo>
                  <a:lnTo>
                    <a:pt x="856" y="9874"/>
                  </a:lnTo>
                  <a:lnTo>
                    <a:pt x="944" y="9874"/>
                  </a:lnTo>
                  <a:lnTo>
                    <a:pt x="1082" y="9864"/>
                  </a:lnTo>
                  <a:lnTo>
                    <a:pt x="1200" y="9844"/>
                  </a:lnTo>
                  <a:lnTo>
                    <a:pt x="1318" y="9805"/>
                  </a:lnTo>
                  <a:lnTo>
                    <a:pt x="1436" y="9746"/>
                  </a:lnTo>
                  <a:lnTo>
                    <a:pt x="1534" y="9677"/>
                  </a:lnTo>
                  <a:lnTo>
                    <a:pt x="1623" y="9598"/>
                  </a:lnTo>
                  <a:lnTo>
                    <a:pt x="1701" y="9500"/>
                  </a:lnTo>
                  <a:lnTo>
                    <a:pt x="1770" y="9402"/>
                  </a:lnTo>
                  <a:lnTo>
                    <a:pt x="3344" y="9402"/>
                  </a:lnTo>
                  <a:lnTo>
                    <a:pt x="3344" y="11299"/>
                  </a:lnTo>
                  <a:lnTo>
                    <a:pt x="5241" y="11299"/>
                  </a:lnTo>
                  <a:lnTo>
                    <a:pt x="5241" y="12617"/>
                  </a:lnTo>
                  <a:lnTo>
                    <a:pt x="4170" y="12617"/>
                  </a:lnTo>
                  <a:lnTo>
                    <a:pt x="4101" y="12519"/>
                  </a:lnTo>
                  <a:lnTo>
                    <a:pt x="4022" y="12430"/>
                  </a:lnTo>
                  <a:lnTo>
                    <a:pt x="3924" y="12342"/>
                  </a:lnTo>
                  <a:lnTo>
                    <a:pt x="3825" y="12273"/>
                  </a:lnTo>
                  <a:lnTo>
                    <a:pt x="3717" y="12224"/>
                  </a:lnTo>
                  <a:lnTo>
                    <a:pt x="3599" y="12184"/>
                  </a:lnTo>
                  <a:lnTo>
                    <a:pt x="3471" y="12155"/>
                  </a:lnTo>
                  <a:lnTo>
                    <a:pt x="3344" y="12145"/>
                  </a:lnTo>
                  <a:lnTo>
                    <a:pt x="3245" y="12155"/>
                  </a:lnTo>
                  <a:lnTo>
                    <a:pt x="3147" y="12165"/>
                  </a:lnTo>
                  <a:lnTo>
                    <a:pt x="3058" y="12184"/>
                  </a:lnTo>
                  <a:lnTo>
                    <a:pt x="2970" y="12224"/>
                  </a:lnTo>
                  <a:lnTo>
                    <a:pt x="2891" y="12263"/>
                  </a:lnTo>
                  <a:lnTo>
                    <a:pt x="2813" y="12312"/>
                  </a:lnTo>
                  <a:lnTo>
                    <a:pt x="2734" y="12361"/>
                  </a:lnTo>
                  <a:lnTo>
                    <a:pt x="2675" y="12420"/>
                  </a:lnTo>
                  <a:lnTo>
                    <a:pt x="2606" y="12489"/>
                  </a:lnTo>
                  <a:lnTo>
                    <a:pt x="2557" y="12568"/>
                  </a:lnTo>
                  <a:lnTo>
                    <a:pt x="2508" y="12647"/>
                  </a:lnTo>
                  <a:lnTo>
                    <a:pt x="2468" y="12725"/>
                  </a:lnTo>
                  <a:lnTo>
                    <a:pt x="2439" y="12814"/>
                  </a:lnTo>
                  <a:lnTo>
                    <a:pt x="2409" y="12902"/>
                  </a:lnTo>
                  <a:lnTo>
                    <a:pt x="2400" y="13001"/>
                  </a:lnTo>
                  <a:lnTo>
                    <a:pt x="2390" y="13099"/>
                  </a:lnTo>
                  <a:lnTo>
                    <a:pt x="2400" y="13197"/>
                  </a:lnTo>
                  <a:lnTo>
                    <a:pt x="2409" y="13286"/>
                  </a:lnTo>
                  <a:lnTo>
                    <a:pt x="2439" y="13384"/>
                  </a:lnTo>
                  <a:lnTo>
                    <a:pt x="2468" y="13473"/>
                  </a:lnTo>
                  <a:lnTo>
                    <a:pt x="2508" y="13551"/>
                  </a:lnTo>
                  <a:lnTo>
                    <a:pt x="2557" y="13630"/>
                  </a:lnTo>
                  <a:lnTo>
                    <a:pt x="2606" y="13699"/>
                  </a:lnTo>
                  <a:lnTo>
                    <a:pt x="2675" y="13768"/>
                  </a:lnTo>
                  <a:lnTo>
                    <a:pt x="2734" y="13836"/>
                  </a:lnTo>
                  <a:lnTo>
                    <a:pt x="2813" y="13886"/>
                  </a:lnTo>
                  <a:lnTo>
                    <a:pt x="2891" y="13935"/>
                  </a:lnTo>
                  <a:lnTo>
                    <a:pt x="2970" y="13974"/>
                  </a:lnTo>
                  <a:lnTo>
                    <a:pt x="3058" y="14004"/>
                  </a:lnTo>
                  <a:lnTo>
                    <a:pt x="3147" y="14033"/>
                  </a:lnTo>
                  <a:lnTo>
                    <a:pt x="3245" y="14043"/>
                  </a:lnTo>
                  <a:lnTo>
                    <a:pt x="3344" y="14053"/>
                  </a:lnTo>
                  <a:lnTo>
                    <a:pt x="3471" y="14043"/>
                  </a:lnTo>
                  <a:lnTo>
                    <a:pt x="3599" y="14013"/>
                  </a:lnTo>
                  <a:lnTo>
                    <a:pt x="3717" y="13974"/>
                  </a:lnTo>
                  <a:lnTo>
                    <a:pt x="3825" y="13915"/>
                  </a:lnTo>
                  <a:lnTo>
                    <a:pt x="3924" y="13846"/>
                  </a:lnTo>
                  <a:lnTo>
                    <a:pt x="4022" y="13768"/>
                  </a:lnTo>
                  <a:lnTo>
                    <a:pt x="4101" y="13679"/>
                  </a:lnTo>
                  <a:lnTo>
                    <a:pt x="4170" y="13571"/>
                  </a:lnTo>
                  <a:lnTo>
                    <a:pt x="6195" y="13571"/>
                  </a:lnTo>
                  <a:lnTo>
                    <a:pt x="6195" y="12617"/>
                  </a:lnTo>
                  <a:lnTo>
                    <a:pt x="6195" y="11299"/>
                  </a:lnTo>
                  <a:lnTo>
                    <a:pt x="9057" y="11299"/>
                  </a:lnTo>
                  <a:lnTo>
                    <a:pt x="9057" y="12617"/>
                  </a:lnTo>
                  <a:lnTo>
                    <a:pt x="9057" y="13571"/>
                  </a:lnTo>
                  <a:lnTo>
                    <a:pt x="11082" y="13571"/>
                  </a:lnTo>
                  <a:lnTo>
                    <a:pt x="11151" y="13679"/>
                  </a:lnTo>
                  <a:lnTo>
                    <a:pt x="11230" y="13768"/>
                  </a:lnTo>
                  <a:lnTo>
                    <a:pt x="11328" y="13846"/>
                  </a:lnTo>
                  <a:lnTo>
                    <a:pt x="11427" y="13915"/>
                  </a:lnTo>
                  <a:lnTo>
                    <a:pt x="11535" y="13974"/>
                  </a:lnTo>
                  <a:lnTo>
                    <a:pt x="11653" y="14013"/>
                  </a:lnTo>
                  <a:lnTo>
                    <a:pt x="11781" y="14043"/>
                  </a:lnTo>
                  <a:lnTo>
                    <a:pt x="11908" y="14053"/>
                  </a:lnTo>
                  <a:lnTo>
                    <a:pt x="12007" y="14043"/>
                  </a:lnTo>
                  <a:lnTo>
                    <a:pt x="12095" y="14033"/>
                  </a:lnTo>
                  <a:lnTo>
                    <a:pt x="12194" y="14004"/>
                  </a:lnTo>
                  <a:lnTo>
                    <a:pt x="12282" y="13974"/>
                  </a:lnTo>
                  <a:lnTo>
                    <a:pt x="12361" y="13935"/>
                  </a:lnTo>
                  <a:lnTo>
                    <a:pt x="12439" y="13886"/>
                  </a:lnTo>
                  <a:lnTo>
                    <a:pt x="12508" y="13836"/>
                  </a:lnTo>
                  <a:lnTo>
                    <a:pt x="12577" y="13768"/>
                  </a:lnTo>
                  <a:lnTo>
                    <a:pt x="12646" y="13699"/>
                  </a:lnTo>
                  <a:lnTo>
                    <a:pt x="12695" y="13630"/>
                  </a:lnTo>
                  <a:lnTo>
                    <a:pt x="12744" y="13551"/>
                  </a:lnTo>
                  <a:lnTo>
                    <a:pt x="12784" y="13473"/>
                  </a:lnTo>
                  <a:lnTo>
                    <a:pt x="12813" y="13384"/>
                  </a:lnTo>
                  <a:lnTo>
                    <a:pt x="12843" y="13286"/>
                  </a:lnTo>
                  <a:lnTo>
                    <a:pt x="12852" y="13197"/>
                  </a:lnTo>
                  <a:lnTo>
                    <a:pt x="12862" y="13099"/>
                  </a:lnTo>
                  <a:lnTo>
                    <a:pt x="12852" y="13001"/>
                  </a:lnTo>
                  <a:lnTo>
                    <a:pt x="12843" y="12902"/>
                  </a:lnTo>
                  <a:lnTo>
                    <a:pt x="12813" y="12814"/>
                  </a:lnTo>
                  <a:lnTo>
                    <a:pt x="12784" y="12725"/>
                  </a:lnTo>
                  <a:lnTo>
                    <a:pt x="12744" y="12647"/>
                  </a:lnTo>
                  <a:lnTo>
                    <a:pt x="12695" y="12568"/>
                  </a:lnTo>
                  <a:lnTo>
                    <a:pt x="12646" y="12489"/>
                  </a:lnTo>
                  <a:lnTo>
                    <a:pt x="12577" y="12420"/>
                  </a:lnTo>
                  <a:lnTo>
                    <a:pt x="12508" y="12361"/>
                  </a:lnTo>
                  <a:lnTo>
                    <a:pt x="12439" y="12312"/>
                  </a:lnTo>
                  <a:lnTo>
                    <a:pt x="12361" y="12263"/>
                  </a:lnTo>
                  <a:lnTo>
                    <a:pt x="12282" y="12224"/>
                  </a:lnTo>
                  <a:lnTo>
                    <a:pt x="12194" y="12184"/>
                  </a:lnTo>
                  <a:lnTo>
                    <a:pt x="12095" y="12165"/>
                  </a:lnTo>
                  <a:lnTo>
                    <a:pt x="12007" y="12155"/>
                  </a:lnTo>
                  <a:lnTo>
                    <a:pt x="11908" y="12145"/>
                  </a:lnTo>
                  <a:lnTo>
                    <a:pt x="11781" y="12155"/>
                  </a:lnTo>
                  <a:lnTo>
                    <a:pt x="11653" y="12184"/>
                  </a:lnTo>
                  <a:lnTo>
                    <a:pt x="11535" y="12224"/>
                  </a:lnTo>
                  <a:lnTo>
                    <a:pt x="11427" y="12273"/>
                  </a:lnTo>
                  <a:lnTo>
                    <a:pt x="11328" y="12342"/>
                  </a:lnTo>
                  <a:lnTo>
                    <a:pt x="11230" y="12430"/>
                  </a:lnTo>
                  <a:lnTo>
                    <a:pt x="11151" y="12519"/>
                  </a:lnTo>
                  <a:lnTo>
                    <a:pt x="11082" y="12617"/>
                  </a:lnTo>
                  <a:lnTo>
                    <a:pt x="10011" y="12617"/>
                  </a:lnTo>
                  <a:lnTo>
                    <a:pt x="10011" y="11299"/>
                  </a:lnTo>
                  <a:lnTo>
                    <a:pt x="11908" y="11299"/>
                  </a:lnTo>
                  <a:lnTo>
                    <a:pt x="11908" y="9402"/>
                  </a:lnTo>
                  <a:lnTo>
                    <a:pt x="13482" y="9402"/>
                  </a:lnTo>
                  <a:lnTo>
                    <a:pt x="13551" y="9500"/>
                  </a:lnTo>
                  <a:lnTo>
                    <a:pt x="13629" y="9598"/>
                  </a:lnTo>
                  <a:lnTo>
                    <a:pt x="13718" y="9677"/>
                  </a:lnTo>
                  <a:lnTo>
                    <a:pt x="13826" y="9746"/>
                  </a:lnTo>
                  <a:lnTo>
                    <a:pt x="13934" y="9805"/>
                  </a:lnTo>
                  <a:lnTo>
                    <a:pt x="14052" y="9844"/>
                  </a:lnTo>
                  <a:lnTo>
                    <a:pt x="14180" y="9864"/>
                  </a:lnTo>
                  <a:lnTo>
                    <a:pt x="14308" y="9874"/>
                  </a:lnTo>
                  <a:lnTo>
                    <a:pt x="14406" y="9874"/>
                  </a:lnTo>
                  <a:lnTo>
                    <a:pt x="14495" y="9854"/>
                  </a:lnTo>
                  <a:lnTo>
                    <a:pt x="14593" y="9834"/>
                  </a:lnTo>
                  <a:lnTo>
                    <a:pt x="14672" y="9805"/>
                  </a:lnTo>
                  <a:lnTo>
                    <a:pt x="14760" y="9765"/>
                  </a:lnTo>
                  <a:lnTo>
                    <a:pt x="14839" y="9716"/>
                  </a:lnTo>
                  <a:lnTo>
                    <a:pt x="14908" y="9657"/>
                  </a:lnTo>
                  <a:lnTo>
                    <a:pt x="14976" y="9598"/>
                  </a:lnTo>
                  <a:lnTo>
                    <a:pt x="15035" y="9529"/>
                  </a:lnTo>
                  <a:lnTo>
                    <a:pt x="15094" y="9461"/>
                  </a:lnTo>
                  <a:lnTo>
                    <a:pt x="15144" y="9382"/>
                  </a:lnTo>
                  <a:lnTo>
                    <a:pt x="15183" y="9293"/>
                  </a:lnTo>
                  <a:lnTo>
                    <a:pt x="15212" y="9205"/>
                  </a:lnTo>
                  <a:lnTo>
                    <a:pt x="15242" y="9116"/>
                  </a:lnTo>
                  <a:lnTo>
                    <a:pt x="15252" y="9018"/>
                  </a:lnTo>
                  <a:lnTo>
                    <a:pt x="15262" y="8930"/>
                  </a:lnTo>
                  <a:lnTo>
                    <a:pt x="15252" y="8831"/>
                  </a:lnTo>
                  <a:lnTo>
                    <a:pt x="15242" y="8733"/>
                  </a:lnTo>
                  <a:lnTo>
                    <a:pt x="15212" y="8644"/>
                  </a:lnTo>
                  <a:lnTo>
                    <a:pt x="15183" y="8556"/>
                  </a:lnTo>
                  <a:lnTo>
                    <a:pt x="15144" y="8467"/>
                  </a:lnTo>
                  <a:lnTo>
                    <a:pt x="15094" y="8389"/>
                  </a:lnTo>
                  <a:lnTo>
                    <a:pt x="15035" y="8320"/>
                  </a:lnTo>
                  <a:lnTo>
                    <a:pt x="14976" y="8251"/>
                  </a:lnTo>
                  <a:lnTo>
                    <a:pt x="14908" y="8192"/>
                  </a:lnTo>
                  <a:lnTo>
                    <a:pt x="14839" y="8133"/>
                  </a:lnTo>
                  <a:lnTo>
                    <a:pt x="14760" y="8084"/>
                  </a:lnTo>
                  <a:lnTo>
                    <a:pt x="14672" y="8045"/>
                  </a:lnTo>
                  <a:lnTo>
                    <a:pt x="14593" y="8015"/>
                  </a:lnTo>
                  <a:lnTo>
                    <a:pt x="14495" y="7995"/>
                  </a:lnTo>
                  <a:lnTo>
                    <a:pt x="14406" y="7976"/>
                  </a:lnTo>
                  <a:lnTo>
                    <a:pt x="14308" y="7976"/>
                  </a:lnTo>
                  <a:lnTo>
                    <a:pt x="14180" y="7986"/>
                  </a:lnTo>
                  <a:lnTo>
                    <a:pt x="14052" y="8005"/>
                  </a:lnTo>
                  <a:lnTo>
                    <a:pt x="13934" y="8045"/>
                  </a:lnTo>
                  <a:lnTo>
                    <a:pt x="13826" y="8104"/>
                  </a:lnTo>
                  <a:lnTo>
                    <a:pt x="13718" y="8172"/>
                  </a:lnTo>
                  <a:lnTo>
                    <a:pt x="13629" y="8251"/>
                  </a:lnTo>
                  <a:lnTo>
                    <a:pt x="13551" y="8349"/>
                  </a:lnTo>
                  <a:lnTo>
                    <a:pt x="13482" y="8448"/>
                  </a:lnTo>
                  <a:lnTo>
                    <a:pt x="11908" y="8448"/>
                  </a:lnTo>
                  <a:lnTo>
                    <a:pt x="11908" y="5596"/>
                  </a:lnTo>
                  <a:lnTo>
                    <a:pt x="13482" y="5596"/>
                  </a:lnTo>
                  <a:lnTo>
                    <a:pt x="13551" y="5694"/>
                  </a:lnTo>
                  <a:lnTo>
                    <a:pt x="13629" y="5793"/>
                  </a:lnTo>
                  <a:lnTo>
                    <a:pt x="13718" y="5871"/>
                  </a:lnTo>
                  <a:lnTo>
                    <a:pt x="13826" y="5940"/>
                  </a:lnTo>
                  <a:lnTo>
                    <a:pt x="13934" y="5999"/>
                  </a:lnTo>
                  <a:lnTo>
                    <a:pt x="14052" y="6039"/>
                  </a:lnTo>
                  <a:lnTo>
                    <a:pt x="14180" y="6058"/>
                  </a:lnTo>
                  <a:lnTo>
                    <a:pt x="14308" y="6068"/>
                  </a:lnTo>
                  <a:lnTo>
                    <a:pt x="14406" y="6068"/>
                  </a:lnTo>
                  <a:lnTo>
                    <a:pt x="14495" y="6048"/>
                  </a:lnTo>
                  <a:lnTo>
                    <a:pt x="14593" y="6029"/>
                  </a:lnTo>
                  <a:lnTo>
                    <a:pt x="14672" y="5999"/>
                  </a:lnTo>
                  <a:lnTo>
                    <a:pt x="14760" y="5960"/>
                  </a:lnTo>
                  <a:lnTo>
                    <a:pt x="14839" y="5911"/>
                  </a:lnTo>
                  <a:lnTo>
                    <a:pt x="14908" y="5852"/>
                  </a:lnTo>
                  <a:lnTo>
                    <a:pt x="14976" y="5793"/>
                  </a:lnTo>
                  <a:lnTo>
                    <a:pt x="15035" y="5724"/>
                  </a:lnTo>
                  <a:lnTo>
                    <a:pt x="15094" y="5655"/>
                  </a:lnTo>
                  <a:lnTo>
                    <a:pt x="15144" y="5576"/>
                  </a:lnTo>
                  <a:lnTo>
                    <a:pt x="15183" y="5488"/>
                  </a:lnTo>
                  <a:lnTo>
                    <a:pt x="15212" y="5399"/>
                  </a:lnTo>
                  <a:lnTo>
                    <a:pt x="15242" y="5311"/>
                  </a:lnTo>
                  <a:lnTo>
                    <a:pt x="15252" y="5213"/>
                  </a:lnTo>
                  <a:lnTo>
                    <a:pt x="15262" y="5124"/>
                  </a:lnTo>
                  <a:lnTo>
                    <a:pt x="15252" y="5026"/>
                  </a:lnTo>
                  <a:lnTo>
                    <a:pt x="15242" y="4927"/>
                  </a:lnTo>
                  <a:lnTo>
                    <a:pt x="15212" y="4839"/>
                  </a:lnTo>
                  <a:lnTo>
                    <a:pt x="15183" y="4750"/>
                  </a:lnTo>
                  <a:lnTo>
                    <a:pt x="15144" y="4662"/>
                  </a:lnTo>
                  <a:lnTo>
                    <a:pt x="15094" y="4583"/>
                  </a:lnTo>
                  <a:lnTo>
                    <a:pt x="15035" y="4514"/>
                  </a:lnTo>
                  <a:lnTo>
                    <a:pt x="14976" y="4446"/>
                  </a:lnTo>
                  <a:lnTo>
                    <a:pt x="14908" y="4387"/>
                  </a:lnTo>
                  <a:lnTo>
                    <a:pt x="14839" y="4328"/>
                  </a:lnTo>
                  <a:lnTo>
                    <a:pt x="14760" y="4278"/>
                  </a:lnTo>
                  <a:lnTo>
                    <a:pt x="14672" y="4239"/>
                  </a:lnTo>
                  <a:lnTo>
                    <a:pt x="14593" y="4210"/>
                  </a:lnTo>
                  <a:lnTo>
                    <a:pt x="14495" y="4190"/>
                  </a:lnTo>
                  <a:lnTo>
                    <a:pt x="14406" y="4170"/>
                  </a:lnTo>
                  <a:lnTo>
                    <a:pt x="14308" y="4170"/>
                  </a:lnTo>
                  <a:lnTo>
                    <a:pt x="14180" y="4180"/>
                  </a:lnTo>
                  <a:lnTo>
                    <a:pt x="14052" y="4200"/>
                  </a:lnTo>
                  <a:lnTo>
                    <a:pt x="13934" y="4239"/>
                  </a:lnTo>
                  <a:lnTo>
                    <a:pt x="13826" y="4298"/>
                  </a:lnTo>
                  <a:lnTo>
                    <a:pt x="13718" y="4367"/>
                  </a:lnTo>
                  <a:lnTo>
                    <a:pt x="13629" y="4446"/>
                  </a:lnTo>
                  <a:lnTo>
                    <a:pt x="13551" y="4544"/>
                  </a:lnTo>
                  <a:lnTo>
                    <a:pt x="13482" y="4642"/>
                  </a:lnTo>
                  <a:lnTo>
                    <a:pt x="11908" y="4642"/>
                  </a:lnTo>
                  <a:lnTo>
                    <a:pt x="11908" y="2744"/>
                  </a:lnTo>
                  <a:lnTo>
                    <a:pt x="10011" y="2744"/>
                  </a:lnTo>
                  <a:lnTo>
                    <a:pt x="10011" y="1427"/>
                  </a:lnTo>
                  <a:lnTo>
                    <a:pt x="11082" y="1427"/>
                  </a:lnTo>
                  <a:lnTo>
                    <a:pt x="11151" y="1535"/>
                  </a:lnTo>
                  <a:lnTo>
                    <a:pt x="11230" y="1623"/>
                  </a:lnTo>
                  <a:lnTo>
                    <a:pt x="11328" y="1702"/>
                  </a:lnTo>
                  <a:lnTo>
                    <a:pt x="11427" y="1771"/>
                  </a:lnTo>
                  <a:lnTo>
                    <a:pt x="11535" y="1830"/>
                  </a:lnTo>
                  <a:lnTo>
                    <a:pt x="11653" y="1869"/>
                  </a:lnTo>
                  <a:lnTo>
                    <a:pt x="11781" y="1899"/>
                  </a:lnTo>
                  <a:lnTo>
                    <a:pt x="11908" y="1909"/>
                  </a:lnTo>
                  <a:lnTo>
                    <a:pt x="12007" y="1899"/>
                  </a:lnTo>
                  <a:lnTo>
                    <a:pt x="12095" y="1889"/>
                  </a:lnTo>
                  <a:lnTo>
                    <a:pt x="12194" y="1859"/>
                  </a:lnTo>
                  <a:lnTo>
                    <a:pt x="12282" y="1830"/>
                  </a:lnTo>
                  <a:lnTo>
                    <a:pt x="12361" y="1791"/>
                  </a:lnTo>
                  <a:lnTo>
                    <a:pt x="12439" y="1741"/>
                  </a:lnTo>
                  <a:lnTo>
                    <a:pt x="12508" y="1692"/>
                  </a:lnTo>
                  <a:lnTo>
                    <a:pt x="12577" y="1623"/>
                  </a:lnTo>
                  <a:lnTo>
                    <a:pt x="12646" y="1564"/>
                  </a:lnTo>
                  <a:lnTo>
                    <a:pt x="12695" y="1486"/>
                  </a:lnTo>
                  <a:lnTo>
                    <a:pt x="12744" y="1407"/>
                  </a:lnTo>
                  <a:lnTo>
                    <a:pt x="12784" y="1328"/>
                  </a:lnTo>
                  <a:lnTo>
                    <a:pt x="12813" y="1240"/>
                  </a:lnTo>
                  <a:lnTo>
                    <a:pt x="12843" y="1151"/>
                  </a:lnTo>
                  <a:lnTo>
                    <a:pt x="12852" y="1053"/>
                  </a:lnTo>
                  <a:lnTo>
                    <a:pt x="12862" y="955"/>
                  </a:lnTo>
                  <a:lnTo>
                    <a:pt x="12852" y="856"/>
                  </a:lnTo>
                  <a:lnTo>
                    <a:pt x="12843" y="768"/>
                  </a:lnTo>
                  <a:lnTo>
                    <a:pt x="12813" y="670"/>
                  </a:lnTo>
                  <a:lnTo>
                    <a:pt x="12784" y="581"/>
                  </a:lnTo>
                  <a:lnTo>
                    <a:pt x="12744" y="502"/>
                  </a:lnTo>
                  <a:lnTo>
                    <a:pt x="12695" y="424"/>
                  </a:lnTo>
                  <a:lnTo>
                    <a:pt x="12646" y="355"/>
                  </a:lnTo>
                  <a:lnTo>
                    <a:pt x="12577" y="286"/>
                  </a:lnTo>
                  <a:lnTo>
                    <a:pt x="12508" y="217"/>
                  </a:lnTo>
                  <a:lnTo>
                    <a:pt x="12439" y="168"/>
                  </a:lnTo>
                  <a:lnTo>
                    <a:pt x="12361" y="119"/>
                  </a:lnTo>
                  <a:lnTo>
                    <a:pt x="12282" y="80"/>
                  </a:lnTo>
                  <a:lnTo>
                    <a:pt x="12194" y="50"/>
                  </a:lnTo>
                  <a:lnTo>
                    <a:pt x="12095" y="21"/>
                  </a:lnTo>
                  <a:lnTo>
                    <a:pt x="12007" y="11"/>
                  </a:lnTo>
                  <a:lnTo>
                    <a:pt x="11908" y="1"/>
                  </a:lnTo>
                  <a:lnTo>
                    <a:pt x="11781" y="11"/>
                  </a:lnTo>
                  <a:lnTo>
                    <a:pt x="11653" y="40"/>
                  </a:lnTo>
                  <a:lnTo>
                    <a:pt x="11535" y="80"/>
                  </a:lnTo>
                  <a:lnTo>
                    <a:pt x="11427" y="139"/>
                  </a:lnTo>
                  <a:lnTo>
                    <a:pt x="11328" y="207"/>
                  </a:lnTo>
                  <a:lnTo>
                    <a:pt x="11230" y="286"/>
                  </a:lnTo>
                  <a:lnTo>
                    <a:pt x="11151" y="375"/>
                  </a:lnTo>
                  <a:lnTo>
                    <a:pt x="11082" y="483"/>
                  </a:lnTo>
                  <a:lnTo>
                    <a:pt x="9057" y="483"/>
                  </a:lnTo>
                  <a:lnTo>
                    <a:pt x="9057" y="1427"/>
                  </a:lnTo>
                  <a:lnTo>
                    <a:pt x="9057" y="2744"/>
                  </a:lnTo>
                  <a:lnTo>
                    <a:pt x="6195" y="2744"/>
                  </a:lnTo>
                  <a:lnTo>
                    <a:pt x="6195" y="483"/>
                  </a:lnTo>
                  <a:lnTo>
                    <a:pt x="4170" y="483"/>
                  </a:lnTo>
                  <a:lnTo>
                    <a:pt x="4101" y="375"/>
                  </a:lnTo>
                  <a:lnTo>
                    <a:pt x="4022" y="286"/>
                  </a:lnTo>
                  <a:lnTo>
                    <a:pt x="3924" y="207"/>
                  </a:lnTo>
                  <a:lnTo>
                    <a:pt x="3825" y="139"/>
                  </a:lnTo>
                  <a:lnTo>
                    <a:pt x="3717" y="80"/>
                  </a:lnTo>
                  <a:lnTo>
                    <a:pt x="3599" y="40"/>
                  </a:lnTo>
                  <a:lnTo>
                    <a:pt x="3471" y="11"/>
                  </a:lnTo>
                  <a:lnTo>
                    <a:pt x="3344"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85" name="Google Shape;1485;p103"/>
          <p:cNvGrpSpPr/>
          <p:nvPr/>
        </p:nvGrpSpPr>
        <p:grpSpPr>
          <a:xfrm>
            <a:off x="6215861" y="1948682"/>
            <a:ext cx="283807" cy="269231"/>
            <a:chOff x="3479450" y="1575950"/>
            <a:chExt cx="386975" cy="367050"/>
          </a:xfrm>
        </p:grpSpPr>
        <p:sp>
          <p:nvSpPr>
            <p:cNvPr id="1486" name="Google Shape;1486;p103"/>
            <p:cNvSpPr/>
            <p:nvPr/>
          </p:nvSpPr>
          <p:spPr>
            <a:xfrm>
              <a:off x="3626475" y="1835050"/>
              <a:ext cx="92950" cy="23625"/>
            </a:xfrm>
            <a:custGeom>
              <a:avLst/>
              <a:gdLst/>
              <a:ahLst/>
              <a:cxnLst/>
              <a:rect l="l" t="t" r="r" b="b"/>
              <a:pathLst>
                <a:path w="3718" h="945" extrusionOk="0">
                  <a:moveTo>
                    <a:pt x="0" y="0"/>
                  </a:moveTo>
                  <a:lnTo>
                    <a:pt x="0" y="944"/>
                  </a:lnTo>
                  <a:lnTo>
                    <a:pt x="3717" y="944"/>
                  </a:lnTo>
                  <a:lnTo>
                    <a:pt x="3717"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7" name="Google Shape;1487;p103"/>
            <p:cNvSpPr/>
            <p:nvPr/>
          </p:nvSpPr>
          <p:spPr>
            <a:xfrm>
              <a:off x="3479450" y="1575950"/>
              <a:ext cx="386975" cy="367050"/>
            </a:xfrm>
            <a:custGeom>
              <a:avLst/>
              <a:gdLst/>
              <a:ahLst/>
              <a:cxnLst/>
              <a:rect l="l" t="t" r="r" b="b"/>
              <a:pathLst>
                <a:path w="15479" h="14682" extrusionOk="0">
                  <a:moveTo>
                    <a:pt x="7858" y="954"/>
                  </a:moveTo>
                  <a:lnTo>
                    <a:pt x="7976" y="974"/>
                  </a:lnTo>
                  <a:lnTo>
                    <a:pt x="8084" y="1003"/>
                  </a:lnTo>
                  <a:lnTo>
                    <a:pt x="8182" y="1042"/>
                  </a:lnTo>
                  <a:lnTo>
                    <a:pt x="8291" y="1092"/>
                  </a:lnTo>
                  <a:lnTo>
                    <a:pt x="8379" y="1151"/>
                  </a:lnTo>
                  <a:lnTo>
                    <a:pt x="8468" y="1210"/>
                  </a:lnTo>
                  <a:lnTo>
                    <a:pt x="8546" y="1288"/>
                  </a:lnTo>
                  <a:lnTo>
                    <a:pt x="8625" y="1367"/>
                  </a:lnTo>
                  <a:lnTo>
                    <a:pt x="8694" y="1455"/>
                  </a:lnTo>
                  <a:lnTo>
                    <a:pt x="8743" y="1554"/>
                  </a:lnTo>
                  <a:lnTo>
                    <a:pt x="8792" y="1652"/>
                  </a:lnTo>
                  <a:lnTo>
                    <a:pt x="8831" y="1750"/>
                  </a:lnTo>
                  <a:lnTo>
                    <a:pt x="8861" y="1868"/>
                  </a:lnTo>
                  <a:lnTo>
                    <a:pt x="8881" y="1977"/>
                  </a:lnTo>
                  <a:lnTo>
                    <a:pt x="8881" y="2095"/>
                  </a:lnTo>
                  <a:lnTo>
                    <a:pt x="8881" y="2213"/>
                  </a:lnTo>
                  <a:lnTo>
                    <a:pt x="8861" y="2321"/>
                  </a:lnTo>
                  <a:lnTo>
                    <a:pt x="8831" y="2429"/>
                  </a:lnTo>
                  <a:lnTo>
                    <a:pt x="8792" y="2537"/>
                  </a:lnTo>
                  <a:lnTo>
                    <a:pt x="8743" y="2635"/>
                  </a:lnTo>
                  <a:lnTo>
                    <a:pt x="8694" y="2734"/>
                  </a:lnTo>
                  <a:lnTo>
                    <a:pt x="8625" y="2822"/>
                  </a:lnTo>
                  <a:lnTo>
                    <a:pt x="8546" y="2901"/>
                  </a:lnTo>
                  <a:lnTo>
                    <a:pt x="8468" y="2980"/>
                  </a:lnTo>
                  <a:lnTo>
                    <a:pt x="8379" y="3039"/>
                  </a:lnTo>
                  <a:lnTo>
                    <a:pt x="8291" y="3098"/>
                  </a:lnTo>
                  <a:lnTo>
                    <a:pt x="8182" y="3147"/>
                  </a:lnTo>
                  <a:lnTo>
                    <a:pt x="8084" y="3186"/>
                  </a:lnTo>
                  <a:lnTo>
                    <a:pt x="7976" y="3216"/>
                  </a:lnTo>
                  <a:lnTo>
                    <a:pt x="7858" y="3235"/>
                  </a:lnTo>
                  <a:lnTo>
                    <a:pt x="7622" y="3235"/>
                  </a:lnTo>
                  <a:lnTo>
                    <a:pt x="7514" y="3216"/>
                  </a:lnTo>
                  <a:lnTo>
                    <a:pt x="7406" y="3186"/>
                  </a:lnTo>
                  <a:lnTo>
                    <a:pt x="7297" y="3147"/>
                  </a:lnTo>
                  <a:lnTo>
                    <a:pt x="7199" y="3098"/>
                  </a:lnTo>
                  <a:lnTo>
                    <a:pt x="7101" y="3039"/>
                  </a:lnTo>
                  <a:lnTo>
                    <a:pt x="7012" y="2980"/>
                  </a:lnTo>
                  <a:lnTo>
                    <a:pt x="6934" y="2901"/>
                  </a:lnTo>
                  <a:lnTo>
                    <a:pt x="6865" y="2822"/>
                  </a:lnTo>
                  <a:lnTo>
                    <a:pt x="6796" y="2734"/>
                  </a:lnTo>
                  <a:lnTo>
                    <a:pt x="6737" y="2635"/>
                  </a:lnTo>
                  <a:lnTo>
                    <a:pt x="6688" y="2537"/>
                  </a:lnTo>
                  <a:lnTo>
                    <a:pt x="6648" y="2429"/>
                  </a:lnTo>
                  <a:lnTo>
                    <a:pt x="6629" y="2321"/>
                  </a:lnTo>
                  <a:lnTo>
                    <a:pt x="6609" y="2213"/>
                  </a:lnTo>
                  <a:lnTo>
                    <a:pt x="6599" y="2095"/>
                  </a:lnTo>
                  <a:lnTo>
                    <a:pt x="6609" y="1977"/>
                  </a:lnTo>
                  <a:lnTo>
                    <a:pt x="6629" y="1868"/>
                  </a:lnTo>
                  <a:lnTo>
                    <a:pt x="6648" y="1750"/>
                  </a:lnTo>
                  <a:lnTo>
                    <a:pt x="6688" y="1652"/>
                  </a:lnTo>
                  <a:lnTo>
                    <a:pt x="6737" y="1554"/>
                  </a:lnTo>
                  <a:lnTo>
                    <a:pt x="6796" y="1455"/>
                  </a:lnTo>
                  <a:lnTo>
                    <a:pt x="6865" y="1367"/>
                  </a:lnTo>
                  <a:lnTo>
                    <a:pt x="6934" y="1288"/>
                  </a:lnTo>
                  <a:lnTo>
                    <a:pt x="7012" y="1210"/>
                  </a:lnTo>
                  <a:lnTo>
                    <a:pt x="7101" y="1151"/>
                  </a:lnTo>
                  <a:lnTo>
                    <a:pt x="7199" y="1092"/>
                  </a:lnTo>
                  <a:lnTo>
                    <a:pt x="7297" y="1042"/>
                  </a:lnTo>
                  <a:lnTo>
                    <a:pt x="7406" y="1003"/>
                  </a:lnTo>
                  <a:lnTo>
                    <a:pt x="7514" y="974"/>
                  </a:lnTo>
                  <a:lnTo>
                    <a:pt x="7622" y="954"/>
                  </a:lnTo>
                  <a:close/>
                  <a:moveTo>
                    <a:pt x="8025" y="4169"/>
                  </a:moveTo>
                  <a:lnTo>
                    <a:pt x="8025" y="4661"/>
                  </a:lnTo>
                  <a:lnTo>
                    <a:pt x="7465" y="4661"/>
                  </a:lnTo>
                  <a:lnTo>
                    <a:pt x="7465" y="4169"/>
                  </a:lnTo>
                  <a:lnTo>
                    <a:pt x="7602" y="4179"/>
                  </a:lnTo>
                  <a:lnTo>
                    <a:pt x="7740" y="4189"/>
                  </a:lnTo>
                  <a:lnTo>
                    <a:pt x="7887" y="4179"/>
                  </a:lnTo>
                  <a:lnTo>
                    <a:pt x="8025" y="4169"/>
                  </a:lnTo>
                  <a:close/>
                  <a:moveTo>
                    <a:pt x="1427" y="7031"/>
                  </a:moveTo>
                  <a:lnTo>
                    <a:pt x="1427" y="10364"/>
                  </a:lnTo>
                  <a:lnTo>
                    <a:pt x="955" y="10364"/>
                  </a:lnTo>
                  <a:lnTo>
                    <a:pt x="955" y="7031"/>
                  </a:lnTo>
                  <a:close/>
                  <a:moveTo>
                    <a:pt x="14535" y="7031"/>
                  </a:moveTo>
                  <a:lnTo>
                    <a:pt x="14535" y="10364"/>
                  </a:lnTo>
                  <a:lnTo>
                    <a:pt x="14053" y="10364"/>
                  </a:lnTo>
                  <a:lnTo>
                    <a:pt x="14053" y="7031"/>
                  </a:lnTo>
                  <a:close/>
                  <a:moveTo>
                    <a:pt x="13109" y="5615"/>
                  </a:moveTo>
                  <a:lnTo>
                    <a:pt x="13109" y="12125"/>
                  </a:lnTo>
                  <a:lnTo>
                    <a:pt x="2381" y="12125"/>
                  </a:lnTo>
                  <a:lnTo>
                    <a:pt x="2381" y="5615"/>
                  </a:lnTo>
                  <a:close/>
                  <a:moveTo>
                    <a:pt x="9598" y="13078"/>
                  </a:moveTo>
                  <a:lnTo>
                    <a:pt x="9598" y="13737"/>
                  </a:lnTo>
                  <a:lnTo>
                    <a:pt x="5881" y="13737"/>
                  </a:lnTo>
                  <a:lnTo>
                    <a:pt x="5881" y="13078"/>
                  </a:lnTo>
                  <a:close/>
                  <a:moveTo>
                    <a:pt x="7740" y="0"/>
                  </a:moveTo>
                  <a:lnTo>
                    <a:pt x="7533" y="10"/>
                  </a:lnTo>
                  <a:lnTo>
                    <a:pt x="7317" y="39"/>
                  </a:lnTo>
                  <a:lnTo>
                    <a:pt x="7120" y="98"/>
                  </a:lnTo>
                  <a:lnTo>
                    <a:pt x="6924" y="167"/>
                  </a:lnTo>
                  <a:lnTo>
                    <a:pt x="6747" y="256"/>
                  </a:lnTo>
                  <a:lnTo>
                    <a:pt x="6570" y="354"/>
                  </a:lnTo>
                  <a:lnTo>
                    <a:pt x="6412" y="482"/>
                  </a:lnTo>
                  <a:lnTo>
                    <a:pt x="6265" y="620"/>
                  </a:lnTo>
                  <a:lnTo>
                    <a:pt x="6127" y="767"/>
                  </a:lnTo>
                  <a:lnTo>
                    <a:pt x="6009" y="924"/>
                  </a:lnTo>
                  <a:lnTo>
                    <a:pt x="5901" y="1101"/>
                  </a:lnTo>
                  <a:lnTo>
                    <a:pt x="5813" y="1278"/>
                  </a:lnTo>
                  <a:lnTo>
                    <a:pt x="5744" y="1475"/>
                  </a:lnTo>
                  <a:lnTo>
                    <a:pt x="5695" y="1672"/>
                  </a:lnTo>
                  <a:lnTo>
                    <a:pt x="5655" y="1878"/>
                  </a:lnTo>
                  <a:lnTo>
                    <a:pt x="5645" y="2095"/>
                  </a:lnTo>
                  <a:lnTo>
                    <a:pt x="5655" y="2222"/>
                  </a:lnTo>
                  <a:lnTo>
                    <a:pt x="5665" y="2350"/>
                  </a:lnTo>
                  <a:lnTo>
                    <a:pt x="5685" y="2478"/>
                  </a:lnTo>
                  <a:lnTo>
                    <a:pt x="5714" y="2596"/>
                  </a:lnTo>
                  <a:lnTo>
                    <a:pt x="5744" y="2714"/>
                  </a:lnTo>
                  <a:lnTo>
                    <a:pt x="5783" y="2832"/>
                  </a:lnTo>
                  <a:lnTo>
                    <a:pt x="5832" y="2950"/>
                  </a:lnTo>
                  <a:lnTo>
                    <a:pt x="5881" y="3058"/>
                  </a:lnTo>
                  <a:lnTo>
                    <a:pt x="5940" y="3166"/>
                  </a:lnTo>
                  <a:lnTo>
                    <a:pt x="6009" y="3265"/>
                  </a:lnTo>
                  <a:lnTo>
                    <a:pt x="6078" y="3363"/>
                  </a:lnTo>
                  <a:lnTo>
                    <a:pt x="6157" y="3461"/>
                  </a:lnTo>
                  <a:lnTo>
                    <a:pt x="6235" y="3550"/>
                  </a:lnTo>
                  <a:lnTo>
                    <a:pt x="6324" y="3638"/>
                  </a:lnTo>
                  <a:lnTo>
                    <a:pt x="6412" y="3717"/>
                  </a:lnTo>
                  <a:lnTo>
                    <a:pt x="6511" y="3786"/>
                  </a:lnTo>
                  <a:lnTo>
                    <a:pt x="6511" y="4661"/>
                  </a:lnTo>
                  <a:lnTo>
                    <a:pt x="1427" y="4661"/>
                  </a:lnTo>
                  <a:lnTo>
                    <a:pt x="1427" y="4995"/>
                  </a:lnTo>
                  <a:lnTo>
                    <a:pt x="1427" y="5615"/>
                  </a:lnTo>
                  <a:lnTo>
                    <a:pt x="1427" y="6077"/>
                  </a:lnTo>
                  <a:lnTo>
                    <a:pt x="1" y="6077"/>
                  </a:lnTo>
                  <a:lnTo>
                    <a:pt x="1" y="11308"/>
                  </a:lnTo>
                  <a:lnTo>
                    <a:pt x="1427" y="11308"/>
                  </a:lnTo>
                  <a:lnTo>
                    <a:pt x="1427" y="13078"/>
                  </a:lnTo>
                  <a:lnTo>
                    <a:pt x="4937" y="13078"/>
                  </a:lnTo>
                  <a:lnTo>
                    <a:pt x="4937" y="14681"/>
                  </a:lnTo>
                  <a:lnTo>
                    <a:pt x="10552" y="14681"/>
                  </a:lnTo>
                  <a:lnTo>
                    <a:pt x="10552" y="13078"/>
                  </a:lnTo>
                  <a:lnTo>
                    <a:pt x="14053" y="13078"/>
                  </a:lnTo>
                  <a:lnTo>
                    <a:pt x="14053" y="11308"/>
                  </a:lnTo>
                  <a:lnTo>
                    <a:pt x="15479" y="11308"/>
                  </a:lnTo>
                  <a:lnTo>
                    <a:pt x="15479" y="6077"/>
                  </a:lnTo>
                  <a:lnTo>
                    <a:pt x="14053" y="6077"/>
                  </a:lnTo>
                  <a:lnTo>
                    <a:pt x="14053" y="4661"/>
                  </a:lnTo>
                  <a:lnTo>
                    <a:pt x="8969" y="4661"/>
                  </a:lnTo>
                  <a:lnTo>
                    <a:pt x="8969" y="3786"/>
                  </a:lnTo>
                  <a:lnTo>
                    <a:pt x="9067" y="3717"/>
                  </a:lnTo>
                  <a:lnTo>
                    <a:pt x="9156" y="3638"/>
                  </a:lnTo>
                  <a:lnTo>
                    <a:pt x="9244" y="3550"/>
                  </a:lnTo>
                  <a:lnTo>
                    <a:pt x="9333" y="3461"/>
                  </a:lnTo>
                  <a:lnTo>
                    <a:pt x="9402" y="3363"/>
                  </a:lnTo>
                  <a:lnTo>
                    <a:pt x="9480" y="3265"/>
                  </a:lnTo>
                  <a:lnTo>
                    <a:pt x="9539" y="3166"/>
                  </a:lnTo>
                  <a:lnTo>
                    <a:pt x="9598" y="3058"/>
                  </a:lnTo>
                  <a:lnTo>
                    <a:pt x="9657" y="2950"/>
                  </a:lnTo>
                  <a:lnTo>
                    <a:pt x="9697" y="2832"/>
                  </a:lnTo>
                  <a:lnTo>
                    <a:pt x="9746" y="2714"/>
                  </a:lnTo>
                  <a:lnTo>
                    <a:pt x="9775" y="2596"/>
                  </a:lnTo>
                  <a:lnTo>
                    <a:pt x="9805" y="2478"/>
                  </a:lnTo>
                  <a:lnTo>
                    <a:pt x="9825" y="2350"/>
                  </a:lnTo>
                  <a:lnTo>
                    <a:pt x="9834" y="2222"/>
                  </a:lnTo>
                  <a:lnTo>
                    <a:pt x="9834" y="2095"/>
                  </a:lnTo>
                  <a:lnTo>
                    <a:pt x="9825" y="1878"/>
                  </a:lnTo>
                  <a:lnTo>
                    <a:pt x="9795" y="1672"/>
                  </a:lnTo>
                  <a:lnTo>
                    <a:pt x="9746" y="1475"/>
                  </a:lnTo>
                  <a:lnTo>
                    <a:pt x="9667" y="1278"/>
                  </a:lnTo>
                  <a:lnTo>
                    <a:pt x="9579" y="1101"/>
                  </a:lnTo>
                  <a:lnTo>
                    <a:pt x="9480" y="924"/>
                  </a:lnTo>
                  <a:lnTo>
                    <a:pt x="9362" y="767"/>
                  </a:lnTo>
                  <a:lnTo>
                    <a:pt x="9225" y="620"/>
                  </a:lnTo>
                  <a:lnTo>
                    <a:pt x="9077" y="482"/>
                  </a:lnTo>
                  <a:lnTo>
                    <a:pt x="8910" y="354"/>
                  </a:lnTo>
                  <a:lnTo>
                    <a:pt x="8743" y="256"/>
                  </a:lnTo>
                  <a:lnTo>
                    <a:pt x="8556" y="167"/>
                  </a:lnTo>
                  <a:lnTo>
                    <a:pt x="8369" y="98"/>
                  </a:lnTo>
                  <a:lnTo>
                    <a:pt x="8163" y="39"/>
                  </a:lnTo>
                  <a:lnTo>
                    <a:pt x="7956" y="10"/>
                  </a:lnTo>
                  <a:lnTo>
                    <a:pt x="7740"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8" name="Google Shape;1488;p103"/>
            <p:cNvSpPr/>
            <p:nvPr/>
          </p:nvSpPr>
          <p:spPr>
            <a:xfrm>
              <a:off x="3559100" y="1738925"/>
              <a:ext cx="227675" cy="82875"/>
            </a:xfrm>
            <a:custGeom>
              <a:avLst/>
              <a:gdLst/>
              <a:ahLst/>
              <a:cxnLst/>
              <a:rect l="l" t="t" r="r" b="b"/>
              <a:pathLst>
                <a:path w="9107" h="3315" extrusionOk="0">
                  <a:moveTo>
                    <a:pt x="1732" y="954"/>
                  </a:moveTo>
                  <a:lnTo>
                    <a:pt x="1800" y="964"/>
                  </a:lnTo>
                  <a:lnTo>
                    <a:pt x="1869" y="984"/>
                  </a:lnTo>
                  <a:lnTo>
                    <a:pt x="1938" y="1004"/>
                  </a:lnTo>
                  <a:lnTo>
                    <a:pt x="1997" y="1033"/>
                  </a:lnTo>
                  <a:lnTo>
                    <a:pt x="2056" y="1072"/>
                  </a:lnTo>
                  <a:lnTo>
                    <a:pt x="2115" y="1112"/>
                  </a:lnTo>
                  <a:lnTo>
                    <a:pt x="2164" y="1161"/>
                  </a:lnTo>
                  <a:lnTo>
                    <a:pt x="2204" y="1210"/>
                  </a:lnTo>
                  <a:lnTo>
                    <a:pt x="2243" y="1259"/>
                  </a:lnTo>
                  <a:lnTo>
                    <a:pt x="2282" y="1318"/>
                  </a:lnTo>
                  <a:lnTo>
                    <a:pt x="2312" y="1387"/>
                  </a:lnTo>
                  <a:lnTo>
                    <a:pt x="2341" y="1446"/>
                  </a:lnTo>
                  <a:lnTo>
                    <a:pt x="2351" y="1515"/>
                  </a:lnTo>
                  <a:lnTo>
                    <a:pt x="2361" y="1584"/>
                  </a:lnTo>
                  <a:lnTo>
                    <a:pt x="2371" y="1662"/>
                  </a:lnTo>
                  <a:lnTo>
                    <a:pt x="2361" y="1731"/>
                  </a:lnTo>
                  <a:lnTo>
                    <a:pt x="2351" y="1800"/>
                  </a:lnTo>
                  <a:lnTo>
                    <a:pt x="2341" y="1869"/>
                  </a:lnTo>
                  <a:lnTo>
                    <a:pt x="2312" y="1928"/>
                  </a:lnTo>
                  <a:lnTo>
                    <a:pt x="2282" y="1997"/>
                  </a:lnTo>
                  <a:lnTo>
                    <a:pt x="2243" y="2056"/>
                  </a:lnTo>
                  <a:lnTo>
                    <a:pt x="2204" y="2105"/>
                  </a:lnTo>
                  <a:lnTo>
                    <a:pt x="2164" y="2154"/>
                  </a:lnTo>
                  <a:lnTo>
                    <a:pt x="2115" y="2203"/>
                  </a:lnTo>
                  <a:lnTo>
                    <a:pt x="2056" y="2243"/>
                  </a:lnTo>
                  <a:lnTo>
                    <a:pt x="1997" y="2282"/>
                  </a:lnTo>
                  <a:lnTo>
                    <a:pt x="1938" y="2311"/>
                  </a:lnTo>
                  <a:lnTo>
                    <a:pt x="1869" y="2331"/>
                  </a:lnTo>
                  <a:lnTo>
                    <a:pt x="1800" y="2351"/>
                  </a:lnTo>
                  <a:lnTo>
                    <a:pt x="1732" y="2361"/>
                  </a:lnTo>
                  <a:lnTo>
                    <a:pt x="1594" y="2361"/>
                  </a:lnTo>
                  <a:lnTo>
                    <a:pt x="1515" y="2351"/>
                  </a:lnTo>
                  <a:lnTo>
                    <a:pt x="1456" y="2331"/>
                  </a:lnTo>
                  <a:lnTo>
                    <a:pt x="1387" y="2311"/>
                  </a:lnTo>
                  <a:lnTo>
                    <a:pt x="1328" y="2282"/>
                  </a:lnTo>
                  <a:lnTo>
                    <a:pt x="1269" y="2243"/>
                  </a:lnTo>
                  <a:lnTo>
                    <a:pt x="1210" y="2203"/>
                  </a:lnTo>
                  <a:lnTo>
                    <a:pt x="1161" y="2154"/>
                  </a:lnTo>
                  <a:lnTo>
                    <a:pt x="1122" y="2105"/>
                  </a:lnTo>
                  <a:lnTo>
                    <a:pt x="1073" y="2056"/>
                  </a:lnTo>
                  <a:lnTo>
                    <a:pt x="1043" y="1997"/>
                  </a:lnTo>
                  <a:lnTo>
                    <a:pt x="1014" y="1928"/>
                  </a:lnTo>
                  <a:lnTo>
                    <a:pt x="984" y="1869"/>
                  </a:lnTo>
                  <a:lnTo>
                    <a:pt x="974" y="1800"/>
                  </a:lnTo>
                  <a:lnTo>
                    <a:pt x="955" y="1731"/>
                  </a:lnTo>
                  <a:lnTo>
                    <a:pt x="955" y="1662"/>
                  </a:lnTo>
                  <a:lnTo>
                    <a:pt x="955" y="1584"/>
                  </a:lnTo>
                  <a:lnTo>
                    <a:pt x="974" y="1515"/>
                  </a:lnTo>
                  <a:lnTo>
                    <a:pt x="984" y="1446"/>
                  </a:lnTo>
                  <a:lnTo>
                    <a:pt x="1014" y="1387"/>
                  </a:lnTo>
                  <a:lnTo>
                    <a:pt x="1043" y="1318"/>
                  </a:lnTo>
                  <a:lnTo>
                    <a:pt x="1073" y="1259"/>
                  </a:lnTo>
                  <a:lnTo>
                    <a:pt x="1122" y="1210"/>
                  </a:lnTo>
                  <a:lnTo>
                    <a:pt x="1161" y="1161"/>
                  </a:lnTo>
                  <a:lnTo>
                    <a:pt x="1210" y="1112"/>
                  </a:lnTo>
                  <a:lnTo>
                    <a:pt x="1269" y="1072"/>
                  </a:lnTo>
                  <a:lnTo>
                    <a:pt x="1328" y="1033"/>
                  </a:lnTo>
                  <a:lnTo>
                    <a:pt x="1387" y="1004"/>
                  </a:lnTo>
                  <a:lnTo>
                    <a:pt x="1456" y="984"/>
                  </a:lnTo>
                  <a:lnTo>
                    <a:pt x="1515" y="964"/>
                  </a:lnTo>
                  <a:lnTo>
                    <a:pt x="1594" y="954"/>
                  </a:lnTo>
                  <a:close/>
                  <a:moveTo>
                    <a:pt x="7524" y="954"/>
                  </a:moveTo>
                  <a:lnTo>
                    <a:pt x="7592" y="964"/>
                  </a:lnTo>
                  <a:lnTo>
                    <a:pt x="7661" y="984"/>
                  </a:lnTo>
                  <a:lnTo>
                    <a:pt x="7730" y="1004"/>
                  </a:lnTo>
                  <a:lnTo>
                    <a:pt x="7789" y="1033"/>
                  </a:lnTo>
                  <a:lnTo>
                    <a:pt x="7848" y="1072"/>
                  </a:lnTo>
                  <a:lnTo>
                    <a:pt x="7897" y="1112"/>
                  </a:lnTo>
                  <a:lnTo>
                    <a:pt x="7946" y="1161"/>
                  </a:lnTo>
                  <a:lnTo>
                    <a:pt x="7996" y="1210"/>
                  </a:lnTo>
                  <a:lnTo>
                    <a:pt x="8035" y="1259"/>
                  </a:lnTo>
                  <a:lnTo>
                    <a:pt x="8074" y="1318"/>
                  </a:lnTo>
                  <a:lnTo>
                    <a:pt x="8104" y="1387"/>
                  </a:lnTo>
                  <a:lnTo>
                    <a:pt x="8123" y="1446"/>
                  </a:lnTo>
                  <a:lnTo>
                    <a:pt x="8143" y="1515"/>
                  </a:lnTo>
                  <a:lnTo>
                    <a:pt x="8153" y="1584"/>
                  </a:lnTo>
                  <a:lnTo>
                    <a:pt x="8153" y="1662"/>
                  </a:lnTo>
                  <a:lnTo>
                    <a:pt x="8153" y="1731"/>
                  </a:lnTo>
                  <a:lnTo>
                    <a:pt x="8143" y="1800"/>
                  </a:lnTo>
                  <a:lnTo>
                    <a:pt x="8123" y="1869"/>
                  </a:lnTo>
                  <a:lnTo>
                    <a:pt x="8104" y="1928"/>
                  </a:lnTo>
                  <a:lnTo>
                    <a:pt x="8074" y="1997"/>
                  </a:lnTo>
                  <a:lnTo>
                    <a:pt x="8035" y="2056"/>
                  </a:lnTo>
                  <a:lnTo>
                    <a:pt x="7996" y="2105"/>
                  </a:lnTo>
                  <a:lnTo>
                    <a:pt x="7946" y="2154"/>
                  </a:lnTo>
                  <a:lnTo>
                    <a:pt x="7897" y="2203"/>
                  </a:lnTo>
                  <a:lnTo>
                    <a:pt x="7848" y="2243"/>
                  </a:lnTo>
                  <a:lnTo>
                    <a:pt x="7789" y="2282"/>
                  </a:lnTo>
                  <a:lnTo>
                    <a:pt x="7730" y="2311"/>
                  </a:lnTo>
                  <a:lnTo>
                    <a:pt x="7661" y="2331"/>
                  </a:lnTo>
                  <a:lnTo>
                    <a:pt x="7592" y="2351"/>
                  </a:lnTo>
                  <a:lnTo>
                    <a:pt x="7524" y="2361"/>
                  </a:lnTo>
                  <a:lnTo>
                    <a:pt x="7376" y="2361"/>
                  </a:lnTo>
                  <a:lnTo>
                    <a:pt x="7307" y="2351"/>
                  </a:lnTo>
                  <a:lnTo>
                    <a:pt x="7238" y="2331"/>
                  </a:lnTo>
                  <a:lnTo>
                    <a:pt x="7179" y="2311"/>
                  </a:lnTo>
                  <a:lnTo>
                    <a:pt x="7111" y="2282"/>
                  </a:lnTo>
                  <a:lnTo>
                    <a:pt x="7061" y="2243"/>
                  </a:lnTo>
                  <a:lnTo>
                    <a:pt x="7002" y="2203"/>
                  </a:lnTo>
                  <a:lnTo>
                    <a:pt x="6953" y="2154"/>
                  </a:lnTo>
                  <a:lnTo>
                    <a:pt x="6904" y="2105"/>
                  </a:lnTo>
                  <a:lnTo>
                    <a:pt x="6865" y="2056"/>
                  </a:lnTo>
                  <a:lnTo>
                    <a:pt x="6835" y="1997"/>
                  </a:lnTo>
                  <a:lnTo>
                    <a:pt x="6796" y="1928"/>
                  </a:lnTo>
                  <a:lnTo>
                    <a:pt x="6776" y="1869"/>
                  </a:lnTo>
                  <a:lnTo>
                    <a:pt x="6757" y="1800"/>
                  </a:lnTo>
                  <a:lnTo>
                    <a:pt x="6747" y="1731"/>
                  </a:lnTo>
                  <a:lnTo>
                    <a:pt x="6747" y="1662"/>
                  </a:lnTo>
                  <a:lnTo>
                    <a:pt x="6747" y="1584"/>
                  </a:lnTo>
                  <a:lnTo>
                    <a:pt x="6757" y="1515"/>
                  </a:lnTo>
                  <a:lnTo>
                    <a:pt x="6776" y="1446"/>
                  </a:lnTo>
                  <a:lnTo>
                    <a:pt x="6796" y="1387"/>
                  </a:lnTo>
                  <a:lnTo>
                    <a:pt x="6835" y="1318"/>
                  </a:lnTo>
                  <a:lnTo>
                    <a:pt x="6865" y="1259"/>
                  </a:lnTo>
                  <a:lnTo>
                    <a:pt x="6904" y="1210"/>
                  </a:lnTo>
                  <a:lnTo>
                    <a:pt x="6953" y="1161"/>
                  </a:lnTo>
                  <a:lnTo>
                    <a:pt x="7002" y="1112"/>
                  </a:lnTo>
                  <a:lnTo>
                    <a:pt x="7061" y="1072"/>
                  </a:lnTo>
                  <a:lnTo>
                    <a:pt x="7111" y="1033"/>
                  </a:lnTo>
                  <a:lnTo>
                    <a:pt x="7179" y="1004"/>
                  </a:lnTo>
                  <a:lnTo>
                    <a:pt x="7238" y="984"/>
                  </a:lnTo>
                  <a:lnTo>
                    <a:pt x="7307" y="964"/>
                  </a:lnTo>
                  <a:lnTo>
                    <a:pt x="7376" y="954"/>
                  </a:lnTo>
                  <a:close/>
                  <a:moveTo>
                    <a:pt x="1663" y="1"/>
                  </a:moveTo>
                  <a:lnTo>
                    <a:pt x="1496" y="10"/>
                  </a:lnTo>
                  <a:lnTo>
                    <a:pt x="1328" y="30"/>
                  </a:lnTo>
                  <a:lnTo>
                    <a:pt x="1171" y="79"/>
                  </a:lnTo>
                  <a:lnTo>
                    <a:pt x="1014" y="128"/>
                  </a:lnTo>
                  <a:lnTo>
                    <a:pt x="876" y="197"/>
                  </a:lnTo>
                  <a:lnTo>
                    <a:pt x="738" y="286"/>
                  </a:lnTo>
                  <a:lnTo>
                    <a:pt x="611" y="374"/>
                  </a:lnTo>
                  <a:lnTo>
                    <a:pt x="493" y="482"/>
                  </a:lnTo>
                  <a:lnTo>
                    <a:pt x="384" y="600"/>
                  </a:lnTo>
                  <a:lnTo>
                    <a:pt x="286" y="728"/>
                  </a:lnTo>
                  <a:lnTo>
                    <a:pt x="207" y="866"/>
                  </a:lnTo>
                  <a:lnTo>
                    <a:pt x="139" y="1013"/>
                  </a:lnTo>
                  <a:lnTo>
                    <a:pt x="80" y="1161"/>
                  </a:lnTo>
                  <a:lnTo>
                    <a:pt x="40" y="1328"/>
                  </a:lnTo>
                  <a:lnTo>
                    <a:pt x="11" y="1485"/>
                  </a:lnTo>
                  <a:lnTo>
                    <a:pt x="1" y="1662"/>
                  </a:lnTo>
                  <a:lnTo>
                    <a:pt x="11" y="1830"/>
                  </a:lnTo>
                  <a:lnTo>
                    <a:pt x="40" y="1987"/>
                  </a:lnTo>
                  <a:lnTo>
                    <a:pt x="80" y="2154"/>
                  </a:lnTo>
                  <a:lnTo>
                    <a:pt x="139" y="2302"/>
                  </a:lnTo>
                  <a:lnTo>
                    <a:pt x="207" y="2449"/>
                  </a:lnTo>
                  <a:lnTo>
                    <a:pt x="286" y="2587"/>
                  </a:lnTo>
                  <a:lnTo>
                    <a:pt x="384" y="2715"/>
                  </a:lnTo>
                  <a:lnTo>
                    <a:pt x="493" y="2833"/>
                  </a:lnTo>
                  <a:lnTo>
                    <a:pt x="611" y="2941"/>
                  </a:lnTo>
                  <a:lnTo>
                    <a:pt x="738" y="3029"/>
                  </a:lnTo>
                  <a:lnTo>
                    <a:pt x="876" y="3118"/>
                  </a:lnTo>
                  <a:lnTo>
                    <a:pt x="1014" y="3187"/>
                  </a:lnTo>
                  <a:lnTo>
                    <a:pt x="1171" y="3246"/>
                  </a:lnTo>
                  <a:lnTo>
                    <a:pt x="1328" y="3285"/>
                  </a:lnTo>
                  <a:lnTo>
                    <a:pt x="1496" y="3305"/>
                  </a:lnTo>
                  <a:lnTo>
                    <a:pt x="1663" y="3314"/>
                  </a:lnTo>
                  <a:lnTo>
                    <a:pt x="1830" y="3305"/>
                  </a:lnTo>
                  <a:lnTo>
                    <a:pt x="1997" y="3285"/>
                  </a:lnTo>
                  <a:lnTo>
                    <a:pt x="2155" y="3246"/>
                  </a:lnTo>
                  <a:lnTo>
                    <a:pt x="2312" y="3187"/>
                  </a:lnTo>
                  <a:lnTo>
                    <a:pt x="2450" y="3118"/>
                  </a:lnTo>
                  <a:lnTo>
                    <a:pt x="2587" y="3029"/>
                  </a:lnTo>
                  <a:lnTo>
                    <a:pt x="2715" y="2941"/>
                  </a:lnTo>
                  <a:lnTo>
                    <a:pt x="2833" y="2833"/>
                  </a:lnTo>
                  <a:lnTo>
                    <a:pt x="2941" y="2715"/>
                  </a:lnTo>
                  <a:lnTo>
                    <a:pt x="3040" y="2587"/>
                  </a:lnTo>
                  <a:lnTo>
                    <a:pt x="3118" y="2449"/>
                  </a:lnTo>
                  <a:lnTo>
                    <a:pt x="3187" y="2302"/>
                  </a:lnTo>
                  <a:lnTo>
                    <a:pt x="3246" y="2154"/>
                  </a:lnTo>
                  <a:lnTo>
                    <a:pt x="3285" y="1987"/>
                  </a:lnTo>
                  <a:lnTo>
                    <a:pt x="3315" y="1830"/>
                  </a:lnTo>
                  <a:lnTo>
                    <a:pt x="3325" y="1662"/>
                  </a:lnTo>
                  <a:lnTo>
                    <a:pt x="3315" y="1485"/>
                  </a:lnTo>
                  <a:lnTo>
                    <a:pt x="3285" y="1328"/>
                  </a:lnTo>
                  <a:lnTo>
                    <a:pt x="3246" y="1161"/>
                  </a:lnTo>
                  <a:lnTo>
                    <a:pt x="3187" y="1013"/>
                  </a:lnTo>
                  <a:lnTo>
                    <a:pt x="3118" y="866"/>
                  </a:lnTo>
                  <a:lnTo>
                    <a:pt x="3040" y="728"/>
                  </a:lnTo>
                  <a:lnTo>
                    <a:pt x="2941" y="600"/>
                  </a:lnTo>
                  <a:lnTo>
                    <a:pt x="2833" y="482"/>
                  </a:lnTo>
                  <a:lnTo>
                    <a:pt x="2715" y="374"/>
                  </a:lnTo>
                  <a:lnTo>
                    <a:pt x="2587" y="286"/>
                  </a:lnTo>
                  <a:lnTo>
                    <a:pt x="2450" y="197"/>
                  </a:lnTo>
                  <a:lnTo>
                    <a:pt x="2312" y="128"/>
                  </a:lnTo>
                  <a:lnTo>
                    <a:pt x="2155" y="79"/>
                  </a:lnTo>
                  <a:lnTo>
                    <a:pt x="1997" y="30"/>
                  </a:lnTo>
                  <a:lnTo>
                    <a:pt x="1830" y="10"/>
                  </a:lnTo>
                  <a:lnTo>
                    <a:pt x="1663" y="1"/>
                  </a:lnTo>
                  <a:close/>
                  <a:moveTo>
                    <a:pt x="7455" y="1"/>
                  </a:moveTo>
                  <a:lnTo>
                    <a:pt x="7278" y="10"/>
                  </a:lnTo>
                  <a:lnTo>
                    <a:pt x="7120" y="30"/>
                  </a:lnTo>
                  <a:lnTo>
                    <a:pt x="6963" y="79"/>
                  </a:lnTo>
                  <a:lnTo>
                    <a:pt x="6806" y="128"/>
                  </a:lnTo>
                  <a:lnTo>
                    <a:pt x="6658" y="197"/>
                  </a:lnTo>
                  <a:lnTo>
                    <a:pt x="6521" y="286"/>
                  </a:lnTo>
                  <a:lnTo>
                    <a:pt x="6393" y="374"/>
                  </a:lnTo>
                  <a:lnTo>
                    <a:pt x="6285" y="482"/>
                  </a:lnTo>
                  <a:lnTo>
                    <a:pt x="6176" y="600"/>
                  </a:lnTo>
                  <a:lnTo>
                    <a:pt x="6078" y="728"/>
                  </a:lnTo>
                  <a:lnTo>
                    <a:pt x="5990" y="866"/>
                  </a:lnTo>
                  <a:lnTo>
                    <a:pt x="5921" y="1013"/>
                  </a:lnTo>
                  <a:lnTo>
                    <a:pt x="5872" y="1161"/>
                  </a:lnTo>
                  <a:lnTo>
                    <a:pt x="5822" y="1328"/>
                  </a:lnTo>
                  <a:lnTo>
                    <a:pt x="5803" y="1485"/>
                  </a:lnTo>
                  <a:lnTo>
                    <a:pt x="5793" y="1662"/>
                  </a:lnTo>
                  <a:lnTo>
                    <a:pt x="5803" y="1830"/>
                  </a:lnTo>
                  <a:lnTo>
                    <a:pt x="5822" y="1987"/>
                  </a:lnTo>
                  <a:lnTo>
                    <a:pt x="5872" y="2154"/>
                  </a:lnTo>
                  <a:lnTo>
                    <a:pt x="5921" y="2302"/>
                  </a:lnTo>
                  <a:lnTo>
                    <a:pt x="5990" y="2449"/>
                  </a:lnTo>
                  <a:lnTo>
                    <a:pt x="6078" y="2587"/>
                  </a:lnTo>
                  <a:lnTo>
                    <a:pt x="6176" y="2715"/>
                  </a:lnTo>
                  <a:lnTo>
                    <a:pt x="6285" y="2833"/>
                  </a:lnTo>
                  <a:lnTo>
                    <a:pt x="6393" y="2941"/>
                  </a:lnTo>
                  <a:lnTo>
                    <a:pt x="6521" y="3029"/>
                  </a:lnTo>
                  <a:lnTo>
                    <a:pt x="6658" y="3118"/>
                  </a:lnTo>
                  <a:lnTo>
                    <a:pt x="6806" y="3187"/>
                  </a:lnTo>
                  <a:lnTo>
                    <a:pt x="6963" y="3246"/>
                  </a:lnTo>
                  <a:lnTo>
                    <a:pt x="7120" y="3285"/>
                  </a:lnTo>
                  <a:lnTo>
                    <a:pt x="7278" y="3305"/>
                  </a:lnTo>
                  <a:lnTo>
                    <a:pt x="7455" y="3314"/>
                  </a:lnTo>
                  <a:lnTo>
                    <a:pt x="7622" y="3305"/>
                  </a:lnTo>
                  <a:lnTo>
                    <a:pt x="7789" y="3285"/>
                  </a:lnTo>
                  <a:lnTo>
                    <a:pt x="7946" y="3246"/>
                  </a:lnTo>
                  <a:lnTo>
                    <a:pt x="8094" y="3187"/>
                  </a:lnTo>
                  <a:lnTo>
                    <a:pt x="8241" y="3118"/>
                  </a:lnTo>
                  <a:lnTo>
                    <a:pt x="8379" y="3029"/>
                  </a:lnTo>
                  <a:lnTo>
                    <a:pt x="8507" y="2941"/>
                  </a:lnTo>
                  <a:lnTo>
                    <a:pt x="8625" y="2833"/>
                  </a:lnTo>
                  <a:lnTo>
                    <a:pt x="8733" y="2715"/>
                  </a:lnTo>
                  <a:lnTo>
                    <a:pt x="8822" y="2587"/>
                  </a:lnTo>
                  <a:lnTo>
                    <a:pt x="8910" y="2449"/>
                  </a:lnTo>
                  <a:lnTo>
                    <a:pt x="8979" y="2302"/>
                  </a:lnTo>
                  <a:lnTo>
                    <a:pt x="9038" y="2154"/>
                  </a:lnTo>
                  <a:lnTo>
                    <a:pt x="9077" y="1987"/>
                  </a:lnTo>
                  <a:lnTo>
                    <a:pt x="9097" y="1830"/>
                  </a:lnTo>
                  <a:lnTo>
                    <a:pt x="9107" y="1662"/>
                  </a:lnTo>
                  <a:lnTo>
                    <a:pt x="9097" y="1485"/>
                  </a:lnTo>
                  <a:lnTo>
                    <a:pt x="9077" y="1328"/>
                  </a:lnTo>
                  <a:lnTo>
                    <a:pt x="9038" y="1161"/>
                  </a:lnTo>
                  <a:lnTo>
                    <a:pt x="8979" y="1013"/>
                  </a:lnTo>
                  <a:lnTo>
                    <a:pt x="8910" y="866"/>
                  </a:lnTo>
                  <a:lnTo>
                    <a:pt x="8822" y="728"/>
                  </a:lnTo>
                  <a:lnTo>
                    <a:pt x="8733" y="600"/>
                  </a:lnTo>
                  <a:lnTo>
                    <a:pt x="8625" y="482"/>
                  </a:lnTo>
                  <a:lnTo>
                    <a:pt x="8507" y="374"/>
                  </a:lnTo>
                  <a:lnTo>
                    <a:pt x="8379" y="286"/>
                  </a:lnTo>
                  <a:lnTo>
                    <a:pt x="8241" y="197"/>
                  </a:lnTo>
                  <a:lnTo>
                    <a:pt x="8094" y="128"/>
                  </a:lnTo>
                  <a:lnTo>
                    <a:pt x="7946" y="79"/>
                  </a:lnTo>
                  <a:lnTo>
                    <a:pt x="7789" y="30"/>
                  </a:lnTo>
                  <a:lnTo>
                    <a:pt x="7622" y="10"/>
                  </a:lnTo>
                  <a:lnTo>
                    <a:pt x="74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489" name="Google Shape;1489;p103"/>
          <p:cNvSpPr/>
          <p:nvPr/>
        </p:nvSpPr>
        <p:spPr>
          <a:xfrm>
            <a:off x="2319475" y="1954960"/>
            <a:ext cx="199815" cy="256674"/>
          </a:xfrm>
          <a:custGeom>
            <a:avLst/>
            <a:gdLst/>
            <a:ahLst/>
            <a:cxnLst/>
            <a:rect l="l" t="t" r="r" b="b"/>
            <a:pathLst>
              <a:path w="13442" h="17267" extrusionOk="0">
                <a:moveTo>
                  <a:pt x="6721" y="0"/>
                </a:moveTo>
                <a:lnTo>
                  <a:pt x="6559" y="14"/>
                </a:lnTo>
                <a:lnTo>
                  <a:pt x="6397" y="14"/>
                </a:lnTo>
                <a:lnTo>
                  <a:pt x="6086" y="68"/>
                </a:lnTo>
                <a:lnTo>
                  <a:pt x="5775" y="149"/>
                </a:lnTo>
                <a:lnTo>
                  <a:pt x="5491" y="257"/>
                </a:lnTo>
                <a:lnTo>
                  <a:pt x="5207" y="392"/>
                </a:lnTo>
                <a:lnTo>
                  <a:pt x="4950" y="541"/>
                </a:lnTo>
                <a:lnTo>
                  <a:pt x="4706" y="730"/>
                </a:lnTo>
                <a:lnTo>
                  <a:pt x="4476" y="933"/>
                </a:lnTo>
                <a:lnTo>
                  <a:pt x="4274" y="1163"/>
                </a:lnTo>
                <a:lnTo>
                  <a:pt x="4098" y="1406"/>
                </a:lnTo>
                <a:lnTo>
                  <a:pt x="3936" y="1663"/>
                </a:lnTo>
                <a:lnTo>
                  <a:pt x="3800" y="1947"/>
                </a:lnTo>
                <a:lnTo>
                  <a:pt x="3692" y="2231"/>
                </a:lnTo>
                <a:lnTo>
                  <a:pt x="3611" y="2542"/>
                </a:lnTo>
                <a:lnTo>
                  <a:pt x="3571" y="2853"/>
                </a:lnTo>
                <a:lnTo>
                  <a:pt x="3557" y="3015"/>
                </a:lnTo>
                <a:lnTo>
                  <a:pt x="3544" y="3178"/>
                </a:lnTo>
                <a:lnTo>
                  <a:pt x="3557" y="3340"/>
                </a:lnTo>
                <a:lnTo>
                  <a:pt x="3571" y="3502"/>
                </a:lnTo>
                <a:lnTo>
                  <a:pt x="3611" y="3813"/>
                </a:lnTo>
                <a:lnTo>
                  <a:pt x="3692" y="4124"/>
                </a:lnTo>
                <a:lnTo>
                  <a:pt x="3800" y="4408"/>
                </a:lnTo>
                <a:lnTo>
                  <a:pt x="3936" y="4692"/>
                </a:lnTo>
                <a:lnTo>
                  <a:pt x="4098" y="4949"/>
                </a:lnTo>
                <a:lnTo>
                  <a:pt x="4274" y="5192"/>
                </a:lnTo>
                <a:lnTo>
                  <a:pt x="4476" y="5422"/>
                </a:lnTo>
                <a:lnTo>
                  <a:pt x="4706" y="5625"/>
                </a:lnTo>
                <a:lnTo>
                  <a:pt x="4950" y="5801"/>
                </a:lnTo>
                <a:lnTo>
                  <a:pt x="5207" y="5963"/>
                </a:lnTo>
                <a:lnTo>
                  <a:pt x="5491" y="6098"/>
                </a:lnTo>
                <a:lnTo>
                  <a:pt x="5775" y="6206"/>
                </a:lnTo>
                <a:lnTo>
                  <a:pt x="6086" y="6288"/>
                </a:lnTo>
                <a:lnTo>
                  <a:pt x="6397" y="6328"/>
                </a:lnTo>
                <a:lnTo>
                  <a:pt x="6559" y="6342"/>
                </a:lnTo>
                <a:lnTo>
                  <a:pt x="6721" y="6355"/>
                </a:lnTo>
                <a:lnTo>
                  <a:pt x="6883" y="6342"/>
                </a:lnTo>
                <a:lnTo>
                  <a:pt x="7046" y="6328"/>
                </a:lnTo>
                <a:lnTo>
                  <a:pt x="7357" y="6288"/>
                </a:lnTo>
                <a:lnTo>
                  <a:pt x="7668" y="6206"/>
                </a:lnTo>
                <a:lnTo>
                  <a:pt x="7952" y="6098"/>
                </a:lnTo>
                <a:lnTo>
                  <a:pt x="8235" y="5963"/>
                </a:lnTo>
                <a:lnTo>
                  <a:pt x="8492" y="5801"/>
                </a:lnTo>
                <a:lnTo>
                  <a:pt x="8736" y="5625"/>
                </a:lnTo>
                <a:lnTo>
                  <a:pt x="8966" y="5422"/>
                </a:lnTo>
                <a:lnTo>
                  <a:pt x="9168" y="5192"/>
                </a:lnTo>
                <a:lnTo>
                  <a:pt x="9358" y="4949"/>
                </a:lnTo>
                <a:lnTo>
                  <a:pt x="9506" y="4692"/>
                </a:lnTo>
                <a:lnTo>
                  <a:pt x="9642" y="4408"/>
                </a:lnTo>
                <a:lnTo>
                  <a:pt x="9750" y="4124"/>
                </a:lnTo>
                <a:lnTo>
                  <a:pt x="9831" y="3813"/>
                </a:lnTo>
                <a:lnTo>
                  <a:pt x="9885" y="3502"/>
                </a:lnTo>
                <a:lnTo>
                  <a:pt x="9885" y="3340"/>
                </a:lnTo>
                <a:lnTo>
                  <a:pt x="9899" y="3178"/>
                </a:lnTo>
                <a:lnTo>
                  <a:pt x="9885" y="3015"/>
                </a:lnTo>
                <a:lnTo>
                  <a:pt x="9885" y="2853"/>
                </a:lnTo>
                <a:lnTo>
                  <a:pt x="9831" y="2542"/>
                </a:lnTo>
                <a:lnTo>
                  <a:pt x="9750" y="2231"/>
                </a:lnTo>
                <a:lnTo>
                  <a:pt x="9642" y="1947"/>
                </a:lnTo>
                <a:lnTo>
                  <a:pt x="9506" y="1663"/>
                </a:lnTo>
                <a:lnTo>
                  <a:pt x="9358" y="1406"/>
                </a:lnTo>
                <a:lnTo>
                  <a:pt x="9168" y="1163"/>
                </a:lnTo>
                <a:lnTo>
                  <a:pt x="8966" y="933"/>
                </a:lnTo>
                <a:lnTo>
                  <a:pt x="8736" y="730"/>
                </a:lnTo>
                <a:lnTo>
                  <a:pt x="8492" y="541"/>
                </a:lnTo>
                <a:lnTo>
                  <a:pt x="8235" y="392"/>
                </a:lnTo>
                <a:lnTo>
                  <a:pt x="7952" y="257"/>
                </a:lnTo>
                <a:lnTo>
                  <a:pt x="7668" y="149"/>
                </a:lnTo>
                <a:lnTo>
                  <a:pt x="7357" y="68"/>
                </a:lnTo>
                <a:lnTo>
                  <a:pt x="7046" y="14"/>
                </a:lnTo>
                <a:lnTo>
                  <a:pt x="6883" y="14"/>
                </a:lnTo>
                <a:lnTo>
                  <a:pt x="6721" y="0"/>
                </a:lnTo>
                <a:close/>
                <a:moveTo>
                  <a:pt x="6843" y="12845"/>
                </a:moveTo>
                <a:lnTo>
                  <a:pt x="6964" y="12859"/>
                </a:lnTo>
                <a:lnTo>
                  <a:pt x="7073" y="12886"/>
                </a:lnTo>
                <a:lnTo>
                  <a:pt x="7181" y="12927"/>
                </a:lnTo>
                <a:lnTo>
                  <a:pt x="7289" y="12981"/>
                </a:lnTo>
                <a:lnTo>
                  <a:pt x="7384" y="13048"/>
                </a:lnTo>
                <a:lnTo>
                  <a:pt x="7478" y="13116"/>
                </a:lnTo>
                <a:lnTo>
                  <a:pt x="7559" y="13183"/>
                </a:lnTo>
                <a:lnTo>
                  <a:pt x="7641" y="13265"/>
                </a:lnTo>
                <a:lnTo>
                  <a:pt x="7708" y="13359"/>
                </a:lnTo>
                <a:lnTo>
                  <a:pt x="7762" y="13454"/>
                </a:lnTo>
                <a:lnTo>
                  <a:pt x="7816" y="13562"/>
                </a:lnTo>
                <a:lnTo>
                  <a:pt x="7857" y="13670"/>
                </a:lnTo>
                <a:lnTo>
                  <a:pt x="7884" y="13792"/>
                </a:lnTo>
                <a:lnTo>
                  <a:pt x="7897" y="13900"/>
                </a:lnTo>
                <a:lnTo>
                  <a:pt x="7911" y="14022"/>
                </a:lnTo>
                <a:lnTo>
                  <a:pt x="7897" y="14143"/>
                </a:lnTo>
                <a:lnTo>
                  <a:pt x="7884" y="14265"/>
                </a:lnTo>
                <a:lnTo>
                  <a:pt x="7857" y="14373"/>
                </a:lnTo>
                <a:lnTo>
                  <a:pt x="7816" y="14482"/>
                </a:lnTo>
                <a:lnTo>
                  <a:pt x="7762" y="14590"/>
                </a:lnTo>
                <a:lnTo>
                  <a:pt x="7708" y="14684"/>
                </a:lnTo>
                <a:lnTo>
                  <a:pt x="7641" y="14779"/>
                </a:lnTo>
                <a:lnTo>
                  <a:pt x="7559" y="14860"/>
                </a:lnTo>
                <a:lnTo>
                  <a:pt x="7478" y="14941"/>
                </a:lnTo>
                <a:lnTo>
                  <a:pt x="7384" y="15009"/>
                </a:lnTo>
                <a:lnTo>
                  <a:pt x="7289" y="15063"/>
                </a:lnTo>
                <a:lnTo>
                  <a:pt x="7181" y="15117"/>
                </a:lnTo>
                <a:lnTo>
                  <a:pt x="7073" y="15158"/>
                </a:lnTo>
                <a:lnTo>
                  <a:pt x="6964" y="15185"/>
                </a:lnTo>
                <a:lnTo>
                  <a:pt x="6843" y="15212"/>
                </a:lnTo>
                <a:lnTo>
                  <a:pt x="6599" y="15212"/>
                </a:lnTo>
                <a:lnTo>
                  <a:pt x="6478" y="15185"/>
                </a:lnTo>
                <a:lnTo>
                  <a:pt x="6369" y="15158"/>
                </a:lnTo>
                <a:lnTo>
                  <a:pt x="6261" y="15117"/>
                </a:lnTo>
                <a:lnTo>
                  <a:pt x="6153" y="15063"/>
                </a:lnTo>
                <a:lnTo>
                  <a:pt x="6059" y="15009"/>
                </a:lnTo>
                <a:lnTo>
                  <a:pt x="5964" y="14941"/>
                </a:lnTo>
                <a:lnTo>
                  <a:pt x="5883" y="14860"/>
                </a:lnTo>
                <a:lnTo>
                  <a:pt x="5802" y="14779"/>
                </a:lnTo>
                <a:lnTo>
                  <a:pt x="5734" y="14684"/>
                </a:lnTo>
                <a:lnTo>
                  <a:pt x="5680" y="14590"/>
                </a:lnTo>
                <a:lnTo>
                  <a:pt x="5626" y="14482"/>
                </a:lnTo>
                <a:lnTo>
                  <a:pt x="5585" y="14373"/>
                </a:lnTo>
                <a:lnTo>
                  <a:pt x="5558" y="14265"/>
                </a:lnTo>
                <a:lnTo>
                  <a:pt x="5545" y="14143"/>
                </a:lnTo>
                <a:lnTo>
                  <a:pt x="5531" y="14022"/>
                </a:lnTo>
                <a:lnTo>
                  <a:pt x="5545" y="13900"/>
                </a:lnTo>
                <a:lnTo>
                  <a:pt x="5558" y="13792"/>
                </a:lnTo>
                <a:lnTo>
                  <a:pt x="5585" y="13670"/>
                </a:lnTo>
                <a:lnTo>
                  <a:pt x="5626" y="13562"/>
                </a:lnTo>
                <a:lnTo>
                  <a:pt x="5680" y="13454"/>
                </a:lnTo>
                <a:lnTo>
                  <a:pt x="5734" y="13359"/>
                </a:lnTo>
                <a:lnTo>
                  <a:pt x="5802" y="13265"/>
                </a:lnTo>
                <a:lnTo>
                  <a:pt x="5883" y="13183"/>
                </a:lnTo>
                <a:lnTo>
                  <a:pt x="5964" y="13116"/>
                </a:lnTo>
                <a:lnTo>
                  <a:pt x="6059" y="13048"/>
                </a:lnTo>
                <a:lnTo>
                  <a:pt x="6153" y="12981"/>
                </a:lnTo>
                <a:lnTo>
                  <a:pt x="6261" y="12927"/>
                </a:lnTo>
                <a:lnTo>
                  <a:pt x="6369" y="12886"/>
                </a:lnTo>
                <a:lnTo>
                  <a:pt x="6478" y="12859"/>
                </a:lnTo>
                <a:lnTo>
                  <a:pt x="6599" y="12845"/>
                </a:lnTo>
                <a:close/>
                <a:moveTo>
                  <a:pt x="3868" y="7897"/>
                </a:moveTo>
                <a:lnTo>
                  <a:pt x="2894" y="9208"/>
                </a:lnTo>
                <a:lnTo>
                  <a:pt x="2894" y="10777"/>
                </a:lnTo>
                <a:lnTo>
                  <a:pt x="1" y="10777"/>
                </a:lnTo>
                <a:lnTo>
                  <a:pt x="650" y="17267"/>
                </a:lnTo>
                <a:lnTo>
                  <a:pt x="12792" y="17267"/>
                </a:lnTo>
                <a:lnTo>
                  <a:pt x="13441" y="10777"/>
                </a:lnTo>
                <a:lnTo>
                  <a:pt x="10548" y="10777"/>
                </a:lnTo>
                <a:lnTo>
                  <a:pt x="10548" y="9208"/>
                </a:lnTo>
                <a:lnTo>
                  <a:pt x="9588" y="7897"/>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490" name="Google Shape;1490;p103"/>
          <p:cNvGrpSpPr/>
          <p:nvPr/>
        </p:nvGrpSpPr>
        <p:grpSpPr>
          <a:xfrm>
            <a:off x="8118851" y="1944258"/>
            <a:ext cx="295689" cy="258229"/>
            <a:chOff x="725125" y="2301150"/>
            <a:chExt cx="403175" cy="352050"/>
          </a:xfrm>
        </p:grpSpPr>
        <p:sp>
          <p:nvSpPr>
            <p:cNvPr id="1491" name="Google Shape;1491;p103"/>
            <p:cNvSpPr/>
            <p:nvPr/>
          </p:nvSpPr>
          <p:spPr>
            <a:xfrm>
              <a:off x="908750" y="2458475"/>
              <a:ext cx="35925" cy="35675"/>
            </a:xfrm>
            <a:custGeom>
              <a:avLst/>
              <a:gdLst/>
              <a:ahLst/>
              <a:cxnLst/>
              <a:rect l="l" t="t" r="r" b="b"/>
              <a:pathLst>
                <a:path w="1437" h="1427" extrusionOk="0">
                  <a:moveTo>
                    <a:pt x="650" y="1"/>
                  </a:moveTo>
                  <a:lnTo>
                    <a:pt x="571" y="11"/>
                  </a:lnTo>
                  <a:lnTo>
                    <a:pt x="502" y="30"/>
                  </a:lnTo>
                  <a:lnTo>
                    <a:pt x="443" y="60"/>
                  </a:lnTo>
                  <a:lnTo>
                    <a:pt x="374" y="89"/>
                  </a:lnTo>
                  <a:lnTo>
                    <a:pt x="315" y="119"/>
                  </a:lnTo>
                  <a:lnTo>
                    <a:pt x="266" y="158"/>
                  </a:lnTo>
                  <a:lnTo>
                    <a:pt x="217" y="207"/>
                  </a:lnTo>
                  <a:lnTo>
                    <a:pt x="168" y="257"/>
                  </a:lnTo>
                  <a:lnTo>
                    <a:pt x="128" y="316"/>
                  </a:lnTo>
                  <a:lnTo>
                    <a:pt x="89" y="375"/>
                  </a:lnTo>
                  <a:lnTo>
                    <a:pt x="60" y="434"/>
                  </a:lnTo>
                  <a:lnTo>
                    <a:pt x="40" y="502"/>
                  </a:lnTo>
                  <a:lnTo>
                    <a:pt x="20" y="571"/>
                  </a:lnTo>
                  <a:lnTo>
                    <a:pt x="10" y="640"/>
                  </a:lnTo>
                  <a:lnTo>
                    <a:pt x="1" y="709"/>
                  </a:lnTo>
                  <a:lnTo>
                    <a:pt x="10" y="788"/>
                  </a:lnTo>
                  <a:lnTo>
                    <a:pt x="20" y="856"/>
                  </a:lnTo>
                  <a:lnTo>
                    <a:pt x="40" y="925"/>
                  </a:lnTo>
                  <a:lnTo>
                    <a:pt x="60" y="994"/>
                  </a:lnTo>
                  <a:lnTo>
                    <a:pt x="89" y="1053"/>
                  </a:lnTo>
                  <a:lnTo>
                    <a:pt x="128" y="1112"/>
                  </a:lnTo>
                  <a:lnTo>
                    <a:pt x="168" y="1171"/>
                  </a:lnTo>
                  <a:lnTo>
                    <a:pt x="217" y="1220"/>
                  </a:lnTo>
                  <a:lnTo>
                    <a:pt x="266" y="1260"/>
                  </a:lnTo>
                  <a:lnTo>
                    <a:pt x="315" y="1309"/>
                  </a:lnTo>
                  <a:lnTo>
                    <a:pt x="374" y="1338"/>
                  </a:lnTo>
                  <a:lnTo>
                    <a:pt x="443" y="1368"/>
                  </a:lnTo>
                  <a:lnTo>
                    <a:pt x="502" y="1397"/>
                  </a:lnTo>
                  <a:lnTo>
                    <a:pt x="571" y="1417"/>
                  </a:lnTo>
                  <a:lnTo>
                    <a:pt x="650" y="1427"/>
                  </a:lnTo>
                  <a:lnTo>
                    <a:pt x="787" y="1427"/>
                  </a:lnTo>
                  <a:lnTo>
                    <a:pt x="866" y="1417"/>
                  </a:lnTo>
                  <a:lnTo>
                    <a:pt x="935" y="1397"/>
                  </a:lnTo>
                  <a:lnTo>
                    <a:pt x="994" y="1368"/>
                  </a:lnTo>
                  <a:lnTo>
                    <a:pt x="1063" y="1338"/>
                  </a:lnTo>
                  <a:lnTo>
                    <a:pt x="1122" y="1309"/>
                  </a:lnTo>
                  <a:lnTo>
                    <a:pt x="1171" y="1260"/>
                  </a:lnTo>
                  <a:lnTo>
                    <a:pt x="1220" y="1220"/>
                  </a:lnTo>
                  <a:lnTo>
                    <a:pt x="1269" y="1171"/>
                  </a:lnTo>
                  <a:lnTo>
                    <a:pt x="1308" y="1112"/>
                  </a:lnTo>
                  <a:lnTo>
                    <a:pt x="1348" y="1053"/>
                  </a:lnTo>
                  <a:lnTo>
                    <a:pt x="1377" y="994"/>
                  </a:lnTo>
                  <a:lnTo>
                    <a:pt x="1397" y="925"/>
                  </a:lnTo>
                  <a:lnTo>
                    <a:pt x="1417" y="856"/>
                  </a:lnTo>
                  <a:lnTo>
                    <a:pt x="1426" y="788"/>
                  </a:lnTo>
                  <a:lnTo>
                    <a:pt x="1436" y="709"/>
                  </a:lnTo>
                  <a:lnTo>
                    <a:pt x="1426" y="640"/>
                  </a:lnTo>
                  <a:lnTo>
                    <a:pt x="1417" y="571"/>
                  </a:lnTo>
                  <a:lnTo>
                    <a:pt x="1397" y="502"/>
                  </a:lnTo>
                  <a:lnTo>
                    <a:pt x="1377" y="434"/>
                  </a:lnTo>
                  <a:lnTo>
                    <a:pt x="1348" y="375"/>
                  </a:lnTo>
                  <a:lnTo>
                    <a:pt x="1308" y="316"/>
                  </a:lnTo>
                  <a:lnTo>
                    <a:pt x="1269" y="257"/>
                  </a:lnTo>
                  <a:lnTo>
                    <a:pt x="1220" y="207"/>
                  </a:lnTo>
                  <a:lnTo>
                    <a:pt x="1171" y="158"/>
                  </a:lnTo>
                  <a:lnTo>
                    <a:pt x="1122" y="119"/>
                  </a:lnTo>
                  <a:lnTo>
                    <a:pt x="1063" y="89"/>
                  </a:lnTo>
                  <a:lnTo>
                    <a:pt x="994" y="60"/>
                  </a:lnTo>
                  <a:lnTo>
                    <a:pt x="935" y="30"/>
                  </a:lnTo>
                  <a:lnTo>
                    <a:pt x="866" y="11"/>
                  </a:lnTo>
                  <a:lnTo>
                    <a:pt x="787"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2" name="Google Shape;1492;p103"/>
            <p:cNvSpPr/>
            <p:nvPr/>
          </p:nvSpPr>
          <p:spPr>
            <a:xfrm>
              <a:off x="752650" y="2305325"/>
              <a:ext cx="348125" cy="341975"/>
            </a:xfrm>
            <a:custGeom>
              <a:avLst/>
              <a:gdLst/>
              <a:ahLst/>
              <a:cxnLst/>
              <a:rect l="l" t="t" r="r" b="b"/>
              <a:pathLst>
                <a:path w="13925" h="13679" extrusionOk="0">
                  <a:moveTo>
                    <a:pt x="4996" y="1"/>
                  </a:moveTo>
                  <a:lnTo>
                    <a:pt x="5035" y="129"/>
                  </a:lnTo>
                  <a:lnTo>
                    <a:pt x="5065" y="266"/>
                  </a:lnTo>
                  <a:lnTo>
                    <a:pt x="5084" y="404"/>
                  </a:lnTo>
                  <a:lnTo>
                    <a:pt x="5084" y="542"/>
                  </a:lnTo>
                  <a:lnTo>
                    <a:pt x="5084" y="650"/>
                  </a:lnTo>
                  <a:lnTo>
                    <a:pt x="5074" y="748"/>
                  </a:lnTo>
                  <a:lnTo>
                    <a:pt x="5055" y="846"/>
                  </a:lnTo>
                  <a:lnTo>
                    <a:pt x="5035" y="945"/>
                  </a:lnTo>
                  <a:lnTo>
                    <a:pt x="8890" y="945"/>
                  </a:lnTo>
                  <a:lnTo>
                    <a:pt x="8870" y="846"/>
                  </a:lnTo>
                  <a:lnTo>
                    <a:pt x="8850" y="748"/>
                  </a:lnTo>
                  <a:lnTo>
                    <a:pt x="8841" y="650"/>
                  </a:lnTo>
                  <a:lnTo>
                    <a:pt x="8841" y="542"/>
                  </a:lnTo>
                  <a:lnTo>
                    <a:pt x="8841" y="404"/>
                  </a:lnTo>
                  <a:lnTo>
                    <a:pt x="8860" y="266"/>
                  </a:lnTo>
                  <a:lnTo>
                    <a:pt x="8890" y="129"/>
                  </a:lnTo>
                  <a:lnTo>
                    <a:pt x="8929" y="1"/>
                  </a:lnTo>
                  <a:close/>
                  <a:moveTo>
                    <a:pt x="2105" y="1564"/>
                  </a:moveTo>
                  <a:lnTo>
                    <a:pt x="0" y="5222"/>
                  </a:lnTo>
                  <a:lnTo>
                    <a:pt x="118" y="5252"/>
                  </a:lnTo>
                  <a:lnTo>
                    <a:pt x="227" y="5291"/>
                  </a:lnTo>
                  <a:lnTo>
                    <a:pt x="345" y="5340"/>
                  </a:lnTo>
                  <a:lnTo>
                    <a:pt x="443" y="5399"/>
                  </a:lnTo>
                  <a:lnTo>
                    <a:pt x="551" y="5468"/>
                  </a:lnTo>
                  <a:lnTo>
                    <a:pt x="649" y="5537"/>
                  </a:lnTo>
                  <a:lnTo>
                    <a:pt x="738" y="5616"/>
                  </a:lnTo>
                  <a:lnTo>
                    <a:pt x="817" y="5694"/>
                  </a:lnTo>
                  <a:lnTo>
                    <a:pt x="2882" y="2125"/>
                  </a:lnTo>
                  <a:lnTo>
                    <a:pt x="2773" y="2076"/>
                  </a:lnTo>
                  <a:lnTo>
                    <a:pt x="2655" y="2026"/>
                  </a:lnTo>
                  <a:lnTo>
                    <a:pt x="2557" y="1967"/>
                  </a:lnTo>
                  <a:lnTo>
                    <a:pt x="2449" y="1899"/>
                  </a:lnTo>
                  <a:lnTo>
                    <a:pt x="2360" y="1830"/>
                  </a:lnTo>
                  <a:lnTo>
                    <a:pt x="2272" y="1741"/>
                  </a:lnTo>
                  <a:lnTo>
                    <a:pt x="2183" y="1663"/>
                  </a:lnTo>
                  <a:lnTo>
                    <a:pt x="2105" y="1564"/>
                  </a:lnTo>
                  <a:close/>
                  <a:moveTo>
                    <a:pt x="11820" y="1564"/>
                  </a:moveTo>
                  <a:lnTo>
                    <a:pt x="11742" y="1663"/>
                  </a:lnTo>
                  <a:lnTo>
                    <a:pt x="11653" y="1741"/>
                  </a:lnTo>
                  <a:lnTo>
                    <a:pt x="11565" y="1830"/>
                  </a:lnTo>
                  <a:lnTo>
                    <a:pt x="11476" y="1899"/>
                  </a:lnTo>
                  <a:lnTo>
                    <a:pt x="11368" y="1967"/>
                  </a:lnTo>
                  <a:lnTo>
                    <a:pt x="11270" y="2026"/>
                  </a:lnTo>
                  <a:lnTo>
                    <a:pt x="11152" y="2076"/>
                  </a:lnTo>
                  <a:lnTo>
                    <a:pt x="11043" y="2125"/>
                  </a:lnTo>
                  <a:lnTo>
                    <a:pt x="13108" y="5694"/>
                  </a:lnTo>
                  <a:lnTo>
                    <a:pt x="13187" y="5616"/>
                  </a:lnTo>
                  <a:lnTo>
                    <a:pt x="13276" y="5537"/>
                  </a:lnTo>
                  <a:lnTo>
                    <a:pt x="13374" y="5468"/>
                  </a:lnTo>
                  <a:lnTo>
                    <a:pt x="13482" y="5399"/>
                  </a:lnTo>
                  <a:lnTo>
                    <a:pt x="13580" y="5340"/>
                  </a:lnTo>
                  <a:lnTo>
                    <a:pt x="13698" y="5291"/>
                  </a:lnTo>
                  <a:lnTo>
                    <a:pt x="13807" y="5252"/>
                  </a:lnTo>
                  <a:lnTo>
                    <a:pt x="13925" y="5222"/>
                  </a:lnTo>
                  <a:lnTo>
                    <a:pt x="11820" y="1564"/>
                  </a:lnTo>
                  <a:close/>
                  <a:moveTo>
                    <a:pt x="817" y="7985"/>
                  </a:moveTo>
                  <a:lnTo>
                    <a:pt x="738" y="8064"/>
                  </a:lnTo>
                  <a:lnTo>
                    <a:pt x="649" y="8143"/>
                  </a:lnTo>
                  <a:lnTo>
                    <a:pt x="551" y="8212"/>
                  </a:lnTo>
                  <a:lnTo>
                    <a:pt x="443" y="8280"/>
                  </a:lnTo>
                  <a:lnTo>
                    <a:pt x="345" y="8339"/>
                  </a:lnTo>
                  <a:lnTo>
                    <a:pt x="227" y="8389"/>
                  </a:lnTo>
                  <a:lnTo>
                    <a:pt x="118" y="8428"/>
                  </a:lnTo>
                  <a:lnTo>
                    <a:pt x="0" y="8457"/>
                  </a:lnTo>
                  <a:lnTo>
                    <a:pt x="2134" y="12155"/>
                  </a:lnTo>
                  <a:lnTo>
                    <a:pt x="2213" y="12066"/>
                  </a:lnTo>
                  <a:lnTo>
                    <a:pt x="2292" y="11978"/>
                  </a:lnTo>
                  <a:lnTo>
                    <a:pt x="2390" y="11899"/>
                  </a:lnTo>
                  <a:lnTo>
                    <a:pt x="2488" y="11830"/>
                  </a:lnTo>
                  <a:lnTo>
                    <a:pt x="2587" y="11761"/>
                  </a:lnTo>
                  <a:lnTo>
                    <a:pt x="2695" y="11712"/>
                  </a:lnTo>
                  <a:lnTo>
                    <a:pt x="2803" y="11663"/>
                  </a:lnTo>
                  <a:lnTo>
                    <a:pt x="2921" y="11614"/>
                  </a:lnTo>
                  <a:lnTo>
                    <a:pt x="817" y="7985"/>
                  </a:lnTo>
                  <a:close/>
                  <a:moveTo>
                    <a:pt x="13108" y="7985"/>
                  </a:moveTo>
                  <a:lnTo>
                    <a:pt x="11004" y="11614"/>
                  </a:lnTo>
                  <a:lnTo>
                    <a:pt x="11122" y="11663"/>
                  </a:lnTo>
                  <a:lnTo>
                    <a:pt x="11230" y="11712"/>
                  </a:lnTo>
                  <a:lnTo>
                    <a:pt x="11338" y="11761"/>
                  </a:lnTo>
                  <a:lnTo>
                    <a:pt x="11437" y="11830"/>
                  </a:lnTo>
                  <a:lnTo>
                    <a:pt x="11535" y="11899"/>
                  </a:lnTo>
                  <a:lnTo>
                    <a:pt x="11633" y="11978"/>
                  </a:lnTo>
                  <a:lnTo>
                    <a:pt x="11712" y="12066"/>
                  </a:lnTo>
                  <a:lnTo>
                    <a:pt x="11791" y="12155"/>
                  </a:lnTo>
                  <a:lnTo>
                    <a:pt x="13925" y="8457"/>
                  </a:lnTo>
                  <a:lnTo>
                    <a:pt x="13807" y="8428"/>
                  </a:lnTo>
                  <a:lnTo>
                    <a:pt x="13698" y="8389"/>
                  </a:lnTo>
                  <a:lnTo>
                    <a:pt x="13580" y="8339"/>
                  </a:lnTo>
                  <a:lnTo>
                    <a:pt x="13482" y="8280"/>
                  </a:lnTo>
                  <a:lnTo>
                    <a:pt x="13374" y="8212"/>
                  </a:lnTo>
                  <a:lnTo>
                    <a:pt x="13276" y="8143"/>
                  </a:lnTo>
                  <a:lnTo>
                    <a:pt x="13187" y="8064"/>
                  </a:lnTo>
                  <a:lnTo>
                    <a:pt x="13108" y="7985"/>
                  </a:lnTo>
                  <a:close/>
                  <a:moveTo>
                    <a:pt x="5015" y="12725"/>
                  </a:moveTo>
                  <a:lnTo>
                    <a:pt x="5045" y="12843"/>
                  </a:lnTo>
                  <a:lnTo>
                    <a:pt x="5065" y="12961"/>
                  </a:lnTo>
                  <a:lnTo>
                    <a:pt x="5084" y="13079"/>
                  </a:lnTo>
                  <a:lnTo>
                    <a:pt x="5084" y="13207"/>
                  </a:lnTo>
                  <a:lnTo>
                    <a:pt x="5084" y="13325"/>
                  </a:lnTo>
                  <a:lnTo>
                    <a:pt x="5065" y="13453"/>
                  </a:lnTo>
                  <a:lnTo>
                    <a:pt x="5045" y="13571"/>
                  </a:lnTo>
                  <a:lnTo>
                    <a:pt x="5015" y="13679"/>
                  </a:lnTo>
                  <a:lnTo>
                    <a:pt x="8909" y="13679"/>
                  </a:lnTo>
                  <a:lnTo>
                    <a:pt x="8880" y="13571"/>
                  </a:lnTo>
                  <a:lnTo>
                    <a:pt x="8860" y="13453"/>
                  </a:lnTo>
                  <a:lnTo>
                    <a:pt x="8841" y="13325"/>
                  </a:lnTo>
                  <a:lnTo>
                    <a:pt x="8841" y="13207"/>
                  </a:lnTo>
                  <a:lnTo>
                    <a:pt x="8841" y="13079"/>
                  </a:lnTo>
                  <a:lnTo>
                    <a:pt x="8860" y="12961"/>
                  </a:lnTo>
                  <a:lnTo>
                    <a:pt x="8880" y="12843"/>
                  </a:lnTo>
                  <a:lnTo>
                    <a:pt x="8909" y="12725"/>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3" name="Google Shape;1493;p103"/>
            <p:cNvSpPr/>
            <p:nvPr/>
          </p:nvSpPr>
          <p:spPr>
            <a:xfrm>
              <a:off x="725125" y="2301150"/>
              <a:ext cx="403175" cy="352050"/>
            </a:xfrm>
            <a:custGeom>
              <a:avLst/>
              <a:gdLst/>
              <a:ahLst/>
              <a:cxnLst/>
              <a:rect l="l" t="t" r="r" b="b"/>
              <a:pathLst>
                <a:path w="16127" h="14082" extrusionOk="0">
                  <a:moveTo>
                    <a:pt x="4455" y="1"/>
                  </a:moveTo>
                  <a:lnTo>
                    <a:pt x="4376" y="10"/>
                  </a:lnTo>
                  <a:lnTo>
                    <a:pt x="4307" y="30"/>
                  </a:lnTo>
                  <a:lnTo>
                    <a:pt x="4248" y="60"/>
                  </a:lnTo>
                  <a:lnTo>
                    <a:pt x="4179" y="89"/>
                  </a:lnTo>
                  <a:lnTo>
                    <a:pt x="4120" y="119"/>
                  </a:lnTo>
                  <a:lnTo>
                    <a:pt x="4071" y="158"/>
                  </a:lnTo>
                  <a:lnTo>
                    <a:pt x="4022" y="207"/>
                  </a:lnTo>
                  <a:lnTo>
                    <a:pt x="3973" y="256"/>
                  </a:lnTo>
                  <a:lnTo>
                    <a:pt x="3933" y="315"/>
                  </a:lnTo>
                  <a:lnTo>
                    <a:pt x="3894" y="374"/>
                  </a:lnTo>
                  <a:lnTo>
                    <a:pt x="3865" y="433"/>
                  </a:lnTo>
                  <a:lnTo>
                    <a:pt x="3845" y="502"/>
                  </a:lnTo>
                  <a:lnTo>
                    <a:pt x="3825" y="571"/>
                  </a:lnTo>
                  <a:lnTo>
                    <a:pt x="3815" y="640"/>
                  </a:lnTo>
                  <a:lnTo>
                    <a:pt x="3806" y="709"/>
                  </a:lnTo>
                  <a:lnTo>
                    <a:pt x="3815" y="787"/>
                  </a:lnTo>
                  <a:lnTo>
                    <a:pt x="3825" y="856"/>
                  </a:lnTo>
                  <a:lnTo>
                    <a:pt x="3845" y="925"/>
                  </a:lnTo>
                  <a:lnTo>
                    <a:pt x="3865" y="994"/>
                  </a:lnTo>
                  <a:lnTo>
                    <a:pt x="3894" y="1053"/>
                  </a:lnTo>
                  <a:lnTo>
                    <a:pt x="3933" y="1112"/>
                  </a:lnTo>
                  <a:lnTo>
                    <a:pt x="3973" y="1171"/>
                  </a:lnTo>
                  <a:lnTo>
                    <a:pt x="4022" y="1220"/>
                  </a:lnTo>
                  <a:lnTo>
                    <a:pt x="4071" y="1259"/>
                  </a:lnTo>
                  <a:lnTo>
                    <a:pt x="4120" y="1308"/>
                  </a:lnTo>
                  <a:lnTo>
                    <a:pt x="4179" y="1338"/>
                  </a:lnTo>
                  <a:lnTo>
                    <a:pt x="4248" y="1367"/>
                  </a:lnTo>
                  <a:lnTo>
                    <a:pt x="4307" y="1397"/>
                  </a:lnTo>
                  <a:lnTo>
                    <a:pt x="4376" y="1417"/>
                  </a:lnTo>
                  <a:lnTo>
                    <a:pt x="4455" y="1426"/>
                  </a:lnTo>
                  <a:lnTo>
                    <a:pt x="4592" y="1426"/>
                  </a:lnTo>
                  <a:lnTo>
                    <a:pt x="4671" y="1417"/>
                  </a:lnTo>
                  <a:lnTo>
                    <a:pt x="4740" y="1397"/>
                  </a:lnTo>
                  <a:lnTo>
                    <a:pt x="4799" y="1367"/>
                  </a:lnTo>
                  <a:lnTo>
                    <a:pt x="4868" y="1338"/>
                  </a:lnTo>
                  <a:lnTo>
                    <a:pt x="4927" y="1308"/>
                  </a:lnTo>
                  <a:lnTo>
                    <a:pt x="4976" y="1259"/>
                  </a:lnTo>
                  <a:lnTo>
                    <a:pt x="5025" y="1220"/>
                  </a:lnTo>
                  <a:lnTo>
                    <a:pt x="5074" y="1171"/>
                  </a:lnTo>
                  <a:lnTo>
                    <a:pt x="5113" y="1112"/>
                  </a:lnTo>
                  <a:lnTo>
                    <a:pt x="5153" y="1053"/>
                  </a:lnTo>
                  <a:lnTo>
                    <a:pt x="5182" y="994"/>
                  </a:lnTo>
                  <a:lnTo>
                    <a:pt x="5202" y="925"/>
                  </a:lnTo>
                  <a:lnTo>
                    <a:pt x="5222" y="856"/>
                  </a:lnTo>
                  <a:lnTo>
                    <a:pt x="5231" y="787"/>
                  </a:lnTo>
                  <a:lnTo>
                    <a:pt x="5241" y="709"/>
                  </a:lnTo>
                  <a:lnTo>
                    <a:pt x="5231" y="640"/>
                  </a:lnTo>
                  <a:lnTo>
                    <a:pt x="5222" y="571"/>
                  </a:lnTo>
                  <a:lnTo>
                    <a:pt x="5202" y="502"/>
                  </a:lnTo>
                  <a:lnTo>
                    <a:pt x="5182" y="433"/>
                  </a:lnTo>
                  <a:lnTo>
                    <a:pt x="5153" y="374"/>
                  </a:lnTo>
                  <a:lnTo>
                    <a:pt x="5113" y="315"/>
                  </a:lnTo>
                  <a:lnTo>
                    <a:pt x="5074" y="256"/>
                  </a:lnTo>
                  <a:lnTo>
                    <a:pt x="5025" y="207"/>
                  </a:lnTo>
                  <a:lnTo>
                    <a:pt x="4976" y="158"/>
                  </a:lnTo>
                  <a:lnTo>
                    <a:pt x="4927" y="119"/>
                  </a:lnTo>
                  <a:lnTo>
                    <a:pt x="4868" y="89"/>
                  </a:lnTo>
                  <a:lnTo>
                    <a:pt x="4799" y="60"/>
                  </a:lnTo>
                  <a:lnTo>
                    <a:pt x="4740" y="30"/>
                  </a:lnTo>
                  <a:lnTo>
                    <a:pt x="4671" y="10"/>
                  </a:lnTo>
                  <a:lnTo>
                    <a:pt x="4592" y="1"/>
                  </a:lnTo>
                  <a:close/>
                  <a:moveTo>
                    <a:pt x="11535" y="1"/>
                  </a:moveTo>
                  <a:lnTo>
                    <a:pt x="11456" y="10"/>
                  </a:lnTo>
                  <a:lnTo>
                    <a:pt x="11387" y="30"/>
                  </a:lnTo>
                  <a:lnTo>
                    <a:pt x="11328" y="60"/>
                  </a:lnTo>
                  <a:lnTo>
                    <a:pt x="11259" y="89"/>
                  </a:lnTo>
                  <a:lnTo>
                    <a:pt x="11200" y="119"/>
                  </a:lnTo>
                  <a:lnTo>
                    <a:pt x="11151" y="158"/>
                  </a:lnTo>
                  <a:lnTo>
                    <a:pt x="11102" y="207"/>
                  </a:lnTo>
                  <a:lnTo>
                    <a:pt x="11053" y="256"/>
                  </a:lnTo>
                  <a:lnTo>
                    <a:pt x="11014" y="315"/>
                  </a:lnTo>
                  <a:lnTo>
                    <a:pt x="10974" y="374"/>
                  </a:lnTo>
                  <a:lnTo>
                    <a:pt x="10945" y="433"/>
                  </a:lnTo>
                  <a:lnTo>
                    <a:pt x="10925" y="502"/>
                  </a:lnTo>
                  <a:lnTo>
                    <a:pt x="10905" y="571"/>
                  </a:lnTo>
                  <a:lnTo>
                    <a:pt x="10896" y="640"/>
                  </a:lnTo>
                  <a:lnTo>
                    <a:pt x="10886" y="709"/>
                  </a:lnTo>
                  <a:lnTo>
                    <a:pt x="10896" y="787"/>
                  </a:lnTo>
                  <a:lnTo>
                    <a:pt x="10905" y="856"/>
                  </a:lnTo>
                  <a:lnTo>
                    <a:pt x="10925" y="925"/>
                  </a:lnTo>
                  <a:lnTo>
                    <a:pt x="10945" y="994"/>
                  </a:lnTo>
                  <a:lnTo>
                    <a:pt x="10974" y="1053"/>
                  </a:lnTo>
                  <a:lnTo>
                    <a:pt x="11014" y="1112"/>
                  </a:lnTo>
                  <a:lnTo>
                    <a:pt x="11053" y="1171"/>
                  </a:lnTo>
                  <a:lnTo>
                    <a:pt x="11102" y="1220"/>
                  </a:lnTo>
                  <a:lnTo>
                    <a:pt x="11151" y="1259"/>
                  </a:lnTo>
                  <a:lnTo>
                    <a:pt x="11200" y="1308"/>
                  </a:lnTo>
                  <a:lnTo>
                    <a:pt x="11259" y="1338"/>
                  </a:lnTo>
                  <a:lnTo>
                    <a:pt x="11328" y="1367"/>
                  </a:lnTo>
                  <a:lnTo>
                    <a:pt x="11387" y="1397"/>
                  </a:lnTo>
                  <a:lnTo>
                    <a:pt x="11456" y="1417"/>
                  </a:lnTo>
                  <a:lnTo>
                    <a:pt x="11535" y="1426"/>
                  </a:lnTo>
                  <a:lnTo>
                    <a:pt x="11672" y="1426"/>
                  </a:lnTo>
                  <a:lnTo>
                    <a:pt x="11751" y="1417"/>
                  </a:lnTo>
                  <a:lnTo>
                    <a:pt x="11820" y="1397"/>
                  </a:lnTo>
                  <a:lnTo>
                    <a:pt x="11879" y="1367"/>
                  </a:lnTo>
                  <a:lnTo>
                    <a:pt x="11948" y="1338"/>
                  </a:lnTo>
                  <a:lnTo>
                    <a:pt x="12007" y="1308"/>
                  </a:lnTo>
                  <a:lnTo>
                    <a:pt x="12056" y="1259"/>
                  </a:lnTo>
                  <a:lnTo>
                    <a:pt x="12105" y="1220"/>
                  </a:lnTo>
                  <a:lnTo>
                    <a:pt x="12154" y="1171"/>
                  </a:lnTo>
                  <a:lnTo>
                    <a:pt x="12194" y="1112"/>
                  </a:lnTo>
                  <a:lnTo>
                    <a:pt x="12233" y="1053"/>
                  </a:lnTo>
                  <a:lnTo>
                    <a:pt x="12262" y="994"/>
                  </a:lnTo>
                  <a:lnTo>
                    <a:pt x="12282" y="925"/>
                  </a:lnTo>
                  <a:lnTo>
                    <a:pt x="12302" y="856"/>
                  </a:lnTo>
                  <a:lnTo>
                    <a:pt x="12312" y="787"/>
                  </a:lnTo>
                  <a:lnTo>
                    <a:pt x="12321" y="709"/>
                  </a:lnTo>
                  <a:lnTo>
                    <a:pt x="12312" y="640"/>
                  </a:lnTo>
                  <a:lnTo>
                    <a:pt x="12302" y="571"/>
                  </a:lnTo>
                  <a:lnTo>
                    <a:pt x="12282" y="502"/>
                  </a:lnTo>
                  <a:lnTo>
                    <a:pt x="12262" y="433"/>
                  </a:lnTo>
                  <a:lnTo>
                    <a:pt x="12233" y="374"/>
                  </a:lnTo>
                  <a:lnTo>
                    <a:pt x="12194" y="315"/>
                  </a:lnTo>
                  <a:lnTo>
                    <a:pt x="12154" y="256"/>
                  </a:lnTo>
                  <a:lnTo>
                    <a:pt x="12105" y="207"/>
                  </a:lnTo>
                  <a:lnTo>
                    <a:pt x="12056" y="158"/>
                  </a:lnTo>
                  <a:lnTo>
                    <a:pt x="12007" y="119"/>
                  </a:lnTo>
                  <a:lnTo>
                    <a:pt x="11948" y="89"/>
                  </a:lnTo>
                  <a:lnTo>
                    <a:pt x="11879" y="60"/>
                  </a:lnTo>
                  <a:lnTo>
                    <a:pt x="11820" y="30"/>
                  </a:lnTo>
                  <a:lnTo>
                    <a:pt x="11751" y="10"/>
                  </a:lnTo>
                  <a:lnTo>
                    <a:pt x="11672" y="1"/>
                  </a:lnTo>
                  <a:close/>
                  <a:moveTo>
                    <a:pt x="639" y="6294"/>
                  </a:moveTo>
                  <a:lnTo>
                    <a:pt x="570" y="6304"/>
                  </a:lnTo>
                  <a:lnTo>
                    <a:pt x="502" y="6323"/>
                  </a:lnTo>
                  <a:lnTo>
                    <a:pt x="433" y="6353"/>
                  </a:lnTo>
                  <a:lnTo>
                    <a:pt x="374" y="6382"/>
                  </a:lnTo>
                  <a:lnTo>
                    <a:pt x="315" y="6412"/>
                  </a:lnTo>
                  <a:lnTo>
                    <a:pt x="256" y="6451"/>
                  </a:lnTo>
                  <a:lnTo>
                    <a:pt x="207" y="6500"/>
                  </a:lnTo>
                  <a:lnTo>
                    <a:pt x="157" y="6550"/>
                  </a:lnTo>
                  <a:lnTo>
                    <a:pt x="118" y="6609"/>
                  </a:lnTo>
                  <a:lnTo>
                    <a:pt x="89" y="6668"/>
                  </a:lnTo>
                  <a:lnTo>
                    <a:pt x="59" y="6727"/>
                  </a:lnTo>
                  <a:lnTo>
                    <a:pt x="30" y="6795"/>
                  </a:lnTo>
                  <a:lnTo>
                    <a:pt x="10" y="6864"/>
                  </a:lnTo>
                  <a:lnTo>
                    <a:pt x="0" y="6933"/>
                  </a:lnTo>
                  <a:lnTo>
                    <a:pt x="0" y="7002"/>
                  </a:lnTo>
                  <a:lnTo>
                    <a:pt x="0" y="7081"/>
                  </a:lnTo>
                  <a:lnTo>
                    <a:pt x="10" y="7149"/>
                  </a:lnTo>
                  <a:lnTo>
                    <a:pt x="30" y="7218"/>
                  </a:lnTo>
                  <a:lnTo>
                    <a:pt x="59" y="7287"/>
                  </a:lnTo>
                  <a:lnTo>
                    <a:pt x="89" y="7346"/>
                  </a:lnTo>
                  <a:lnTo>
                    <a:pt x="118" y="7405"/>
                  </a:lnTo>
                  <a:lnTo>
                    <a:pt x="157" y="7464"/>
                  </a:lnTo>
                  <a:lnTo>
                    <a:pt x="207" y="7513"/>
                  </a:lnTo>
                  <a:lnTo>
                    <a:pt x="256" y="7553"/>
                  </a:lnTo>
                  <a:lnTo>
                    <a:pt x="315" y="7602"/>
                  </a:lnTo>
                  <a:lnTo>
                    <a:pt x="374" y="7631"/>
                  </a:lnTo>
                  <a:lnTo>
                    <a:pt x="433" y="7661"/>
                  </a:lnTo>
                  <a:lnTo>
                    <a:pt x="502" y="7690"/>
                  </a:lnTo>
                  <a:lnTo>
                    <a:pt x="570" y="7710"/>
                  </a:lnTo>
                  <a:lnTo>
                    <a:pt x="639" y="7720"/>
                  </a:lnTo>
                  <a:lnTo>
                    <a:pt x="787" y="7720"/>
                  </a:lnTo>
                  <a:lnTo>
                    <a:pt x="856" y="7710"/>
                  </a:lnTo>
                  <a:lnTo>
                    <a:pt x="924" y="7690"/>
                  </a:lnTo>
                  <a:lnTo>
                    <a:pt x="993" y="7661"/>
                  </a:lnTo>
                  <a:lnTo>
                    <a:pt x="1052" y="7631"/>
                  </a:lnTo>
                  <a:lnTo>
                    <a:pt x="1111" y="7602"/>
                  </a:lnTo>
                  <a:lnTo>
                    <a:pt x="1170" y="7553"/>
                  </a:lnTo>
                  <a:lnTo>
                    <a:pt x="1219" y="7513"/>
                  </a:lnTo>
                  <a:lnTo>
                    <a:pt x="1259" y="7464"/>
                  </a:lnTo>
                  <a:lnTo>
                    <a:pt x="1308" y="7405"/>
                  </a:lnTo>
                  <a:lnTo>
                    <a:pt x="1337" y="7346"/>
                  </a:lnTo>
                  <a:lnTo>
                    <a:pt x="1367" y="7287"/>
                  </a:lnTo>
                  <a:lnTo>
                    <a:pt x="1396" y="7218"/>
                  </a:lnTo>
                  <a:lnTo>
                    <a:pt x="1416" y="7149"/>
                  </a:lnTo>
                  <a:lnTo>
                    <a:pt x="1426" y="7081"/>
                  </a:lnTo>
                  <a:lnTo>
                    <a:pt x="1426" y="7002"/>
                  </a:lnTo>
                  <a:lnTo>
                    <a:pt x="1426" y="6933"/>
                  </a:lnTo>
                  <a:lnTo>
                    <a:pt x="1416" y="6864"/>
                  </a:lnTo>
                  <a:lnTo>
                    <a:pt x="1396" y="6795"/>
                  </a:lnTo>
                  <a:lnTo>
                    <a:pt x="1367" y="6727"/>
                  </a:lnTo>
                  <a:lnTo>
                    <a:pt x="1337" y="6668"/>
                  </a:lnTo>
                  <a:lnTo>
                    <a:pt x="1308" y="6609"/>
                  </a:lnTo>
                  <a:lnTo>
                    <a:pt x="1259" y="6550"/>
                  </a:lnTo>
                  <a:lnTo>
                    <a:pt x="1219" y="6500"/>
                  </a:lnTo>
                  <a:lnTo>
                    <a:pt x="1170" y="6451"/>
                  </a:lnTo>
                  <a:lnTo>
                    <a:pt x="1111" y="6412"/>
                  </a:lnTo>
                  <a:lnTo>
                    <a:pt x="1052" y="6382"/>
                  </a:lnTo>
                  <a:lnTo>
                    <a:pt x="993" y="6353"/>
                  </a:lnTo>
                  <a:lnTo>
                    <a:pt x="924" y="6323"/>
                  </a:lnTo>
                  <a:lnTo>
                    <a:pt x="856" y="6304"/>
                  </a:lnTo>
                  <a:lnTo>
                    <a:pt x="787" y="6294"/>
                  </a:lnTo>
                  <a:close/>
                  <a:moveTo>
                    <a:pt x="15340" y="6294"/>
                  </a:moveTo>
                  <a:lnTo>
                    <a:pt x="15271" y="6304"/>
                  </a:lnTo>
                  <a:lnTo>
                    <a:pt x="15203" y="6323"/>
                  </a:lnTo>
                  <a:lnTo>
                    <a:pt x="15134" y="6353"/>
                  </a:lnTo>
                  <a:lnTo>
                    <a:pt x="15075" y="6382"/>
                  </a:lnTo>
                  <a:lnTo>
                    <a:pt x="15016" y="6412"/>
                  </a:lnTo>
                  <a:lnTo>
                    <a:pt x="14957" y="6451"/>
                  </a:lnTo>
                  <a:lnTo>
                    <a:pt x="14908" y="6500"/>
                  </a:lnTo>
                  <a:lnTo>
                    <a:pt x="14868" y="6550"/>
                  </a:lnTo>
                  <a:lnTo>
                    <a:pt x="14819" y="6609"/>
                  </a:lnTo>
                  <a:lnTo>
                    <a:pt x="14790" y="6668"/>
                  </a:lnTo>
                  <a:lnTo>
                    <a:pt x="14760" y="6727"/>
                  </a:lnTo>
                  <a:lnTo>
                    <a:pt x="14731" y="6795"/>
                  </a:lnTo>
                  <a:lnTo>
                    <a:pt x="14711" y="6864"/>
                  </a:lnTo>
                  <a:lnTo>
                    <a:pt x="14701" y="6933"/>
                  </a:lnTo>
                  <a:lnTo>
                    <a:pt x="14701" y="7002"/>
                  </a:lnTo>
                  <a:lnTo>
                    <a:pt x="14701" y="7081"/>
                  </a:lnTo>
                  <a:lnTo>
                    <a:pt x="14711" y="7149"/>
                  </a:lnTo>
                  <a:lnTo>
                    <a:pt x="14731" y="7218"/>
                  </a:lnTo>
                  <a:lnTo>
                    <a:pt x="14760" y="7287"/>
                  </a:lnTo>
                  <a:lnTo>
                    <a:pt x="14790" y="7346"/>
                  </a:lnTo>
                  <a:lnTo>
                    <a:pt x="14819" y="7405"/>
                  </a:lnTo>
                  <a:lnTo>
                    <a:pt x="14868" y="7464"/>
                  </a:lnTo>
                  <a:lnTo>
                    <a:pt x="14908" y="7513"/>
                  </a:lnTo>
                  <a:lnTo>
                    <a:pt x="14957" y="7553"/>
                  </a:lnTo>
                  <a:lnTo>
                    <a:pt x="15016" y="7602"/>
                  </a:lnTo>
                  <a:lnTo>
                    <a:pt x="15075" y="7631"/>
                  </a:lnTo>
                  <a:lnTo>
                    <a:pt x="15134" y="7661"/>
                  </a:lnTo>
                  <a:lnTo>
                    <a:pt x="15203" y="7690"/>
                  </a:lnTo>
                  <a:lnTo>
                    <a:pt x="15271" y="7710"/>
                  </a:lnTo>
                  <a:lnTo>
                    <a:pt x="15340" y="7720"/>
                  </a:lnTo>
                  <a:lnTo>
                    <a:pt x="15488" y="7720"/>
                  </a:lnTo>
                  <a:lnTo>
                    <a:pt x="15557" y="7710"/>
                  </a:lnTo>
                  <a:lnTo>
                    <a:pt x="15625" y="7690"/>
                  </a:lnTo>
                  <a:lnTo>
                    <a:pt x="15694" y="7661"/>
                  </a:lnTo>
                  <a:lnTo>
                    <a:pt x="15753" y="7631"/>
                  </a:lnTo>
                  <a:lnTo>
                    <a:pt x="15812" y="7602"/>
                  </a:lnTo>
                  <a:lnTo>
                    <a:pt x="15871" y="7553"/>
                  </a:lnTo>
                  <a:lnTo>
                    <a:pt x="15920" y="7513"/>
                  </a:lnTo>
                  <a:lnTo>
                    <a:pt x="15970" y="7464"/>
                  </a:lnTo>
                  <a:lnTo>
                    <a:pt x="16009" y="7405"/>
                  </a:lnTo>
                  <a:lnTo>
                    <a:pt x="16038" y="7346"/>
                  </a:lnTo>
                  <a:lnTo>
                    <a:pt x="16068" y="7287"/>
                  </a:lnTo>
                  <a:lnTo>
                    <a:pt x="16097" y="7218"/>
                  </a:lnTo>
                  <a:lnTo>
                    <a:pt x="16117" y="7149"/>
                  </a:lnTo>
                  <a:lnTo>
                    <a:pt x="16127" y="7081"/>
                  </a:lnTo>
                  <a:lnTo>
                    <a:pt x="16127" y="7002"/>
                  </a:lnTo>
                  <a:lnTo>
                    <a:pt x="16127" y="6933"/>
                  </a:lnTo>
                  <a:lnTo>
                    <a:pt x="16117" y="6864"/>
                  </a:lnTo>
                  <a:lnTo>
                    <a:pt x="16097" y="6795"/>
                  </a:lnTo>
                  <a:lnTo>
                    <a:pt x="16068" y="6727"/>
                  </a:lnTo>
                  <a:lnTo>
                    <a:pt x="16038" y="6668"/>
                  </a:lnTo>
                  <a:lnTo>
                    <a:pt x="16009" y="6609"/>
                  </a:lnTo>
                  <a:lnTo>
                    <a:pt x="15970" y="6550"/>
                  </a:lnTo>
                  <a:lnTo>
                    <a:pt x="15920" y="6500"/>
                  </a:lnTo>
                  <a:lnTo>
                    <a:pt x="15871" y="6451"/>
                  </a:lnTo>
                  <a:lnTo>
                    <a:pt x="15812" y="6412"/>
                  </a:lnTo>
                  <a:lnTo>
                    <a:pt x="15753" y="6382"/>
                  </a:lnTo>
                  <a:lnTo>
                    <a:pt x="15694" y="6353"/>
                  </a:lnTo>
                  <a:lnTo>
                    <a:pt x="15625" y="6323"/>
                  </a:lnTo>
                  <a:lnTo>
                    <a:pt x="15557" y="6304"/>
                  </a:lnTo>
                  <a:lnTo>
                    <a:pt x="15488" y="6294"/>
                  </a:lnTo>
                  <a:close/>
                  <a:moveTo>
                    <a:pt x="4523" y="12656"/>
                  </a:moveTo>
                  <a:lnTo>
                    <a:pt x="4455" y="12666"/>
                  </a:lnTo>
                  <a:lnTo>
                    <a:pt x="4376" y="12676"/>
                  </a:lnTo>
                  <a:lnTo>
                    <a:pt x="4307" y="12695"/>
                  </a:lnTo>
                  <a:lnTo>
                    <a:pt x="4248" y="12715"/>
                  </a:lnTo>
                  <a:lnTo>
                    <a:pt x="4179" y="12745"/>
                  </a:lnTo>
                  <a:lnTo>
                    <a:pt x="4120" y="12784"/>
                  </a:lnTo>
                  <a:lnTo>
                    <a:pt x="4071" y="12823"/>
                  </a:lnTo>
                  <a:lnTo>
                    <a:pt x="4022" y="12872"/>
                  </a:lnTo>
                  <a:lnTo>
                    <a:pt x="3973" y="12922"/>
                  </a:lnTo>
                  <a:lnTo>
                    <a:pt x="3933" y="12971"/>
                  </a:lnTo>
                  <a:lnTo>
                    <a:pt x="3894" y="13030"/>
                  </a:lnTo>
                  <a:lnTo>
                    <a:pt x="3865" y="13099"/>
                  </a:lnTo>
                  <a:lnTo>
                    <a:pt x="3845" y="13158"/>
                  </a:lnTo>
                  <a:lnTo>
                    <a:pt x="3825" y="13226"/>
                  </a:lnTo>
                  <a:lnTo>
                    <a:pt x="3815" y="13295"/>
                  </a:lnTo>
                  <a:lnTo>
                    <a:pt x="3806" y="13374"/>
                  </a:lnTo>
                  <a:lnTo>
                    <a:pt x="3815" y="13443"/>
                  </a:lnTo>
                  <a:lnTo>
                    <a:pt x="3825" y="13512"/>
                  </a:lnTo>
                  <a:lnTo>
                    <a:pt x="3845" y="13580"/>
                  </a:lnTo>
                  <a:lnTo>
                    <a:pt x="3865" y="13649"/>
                  </a:lnTo>
                  <a:lnTo>
                    <a:pt x="3894" y="13708"/>
                  </a:lnTo>
                  <a:lnTo>
                    <a:pt x="3933" y="13767"/>
                  </a:lnTo>
                  <a:lnTo>
                    <a:pt x="3973" y="13826"/>
                  </a:lnTo>
                  <a:lnTo>
                    <a:pt x="4022" y="13875"/>
                  </a:lnTo>
                  <a:lnTo>
                    <a:pt x="4071" y="13925"/>
                  </a:lnTo>
                  <a:lnTo>
                    <a:pt x="4120" y="13964"/>
                  </a:lnTo>
                  <a:lnTo>
                    <a:pt x="4179" y="14003"/>
                  </a:lnTo>
                  <a:lnTo>
                    <a:pt x="4248" y="14033"/>
                  </a:lnTo>
                  <a:lnTo>
                    <a:pt x="4307" y="14052"/>
                  </a:lnTo>
                  <a:lnTo>
                    <a:pt x="4376" y="14072"/>
                  </a:lnTo>
                  <a:lnTo>
                    <a:pt x="4455" y="14082"/>
                  </a:lnTo>
                  <a:lnTo>
                    <a:pt x="4592" y="14082"/>
                  </a:lnTo>
                  <a:lnTo>
                    <a:pt x="4671" y="14072"/>
                  </a:lnTo>
                  <a:lnTo>
                    <a:pt x="4740" y="14052"/>
                  </a:lnTo>
                  <a:lnTo>
                    <a:pt x="4799" y="14033"/>
                  </a:lnTo>
                  <a:lnTo>
                    <a:pt x="4868" y="14003"/>
                  </a:lnTo>
                  <a:lnTo>
                    <a:pt x="4927" y="13964"/>
                  </a:lnTo>
                  <a:lnTo>
                    <a:pt x="4976" y="13925"/>
                  </a:lnTo>
                  <a:lnTo>
                    <a:pt x="5025" y="13875"/>
                  </a:lnTo>
                  <a:lnTo>
                    <a:pt x="5074" y="13826"/>
                  </a:lnTo>
                  <a:lnTo>
                    <a:pt x="5113" y="13767"/>
                  </a:lnTo>
                  <a:lnTo>
                    <a:pt x="5153" y="13708"/>
                  </a:lnTo>
                  <a:lnTo>
                    <a:pt x="5182" y="13649"/>
                  </a:lnTo>
                  <a:lnTo>
                    <a:pt x="5202" y="13580"/>
                  </a:lnTo>
                  <a:lnTo>
                    <a:pt x="5222" y="13512"/>
                  </a:lnTo>
                  <a:lnTo>
                    <a:pt x="5231" y="13443"/>
                  </a:lnTo>
                  <a:lnTo>
                    <a:pt x="5241" y="13374"/>
                  </a:lnTo>
                  <a:lnTo>
                    <a:pt x="5231" y="13295"/>
                  </a:lnTo>
                  <a:lnTo>
                    <a:pt x="5222" y="13226"/>
                  </a:lnTo>
                  <a:lnTo>
                    <a:pt x="5202" y="13158"/>
                  </a:lnTo>
                  <a:lnTo>
                    <a:pt x="5182" y="13099"/>
                  </a:lnTo>
                  <a:lnTo>
                    <a:pt x="5153" y="13030"/>
                  </a:lnTo>
                  <a:lnTo>
                    <a:pt x="5113" y="12971"/>
                  </a:lnTo>
                  <a:lnTo>
                    <a:pt x="5074" y="12922"/>
                  </a:lnTo>
                  <a:lnTo>
                    <a:pt x="5025" y="12872"/>
                  </a:lnTo>
                  <a:lnTo>
                    <a:pt x="4976" y="12823"/>
                  </a:lnTo>
                  <a:lnTo>
                    <a:pt x="4927" y="12784"/>
                  </a:lnTo>
                  <a:lnTo>
                    <a:pt x="4868" y="12745"/>
                  </a:lnTo>
                  <a:lnTo>
                    <a:pt x="4799" y="12715"/>
                  </a:lnTo>
                  <a:lnTo>
                    <a:pt x="4740" y="12695"/>
                  </a:lnTo>
                  <a:lnTo>
                    <a:pt x="4671" y="12676"/>
                  </a:lnTo>
                  <a:lnTo>
                    <a:pt x="4592" y="12666"/>
                  </a:lnTo>
                  <a:lnTo>
                    <a:pt x="4523" y="12656"/>
                  </a:lnTo>
                  <a:close/>
                  <a:moveTo>
                    <a:pt x="11604" y="12656"/>
                  </a:moveTo>
                  <a:lnTo>
                    <a:pt x="11535" y="12666"/>
                  </a:lnTo>
                  <a:lnTo>
                    <a:pt x="11456" y="12676"/>
                  </a:lnTo>
                  <a:lnTo>
                    <a:pt x="11387" y="12695"/>
                  </a:lnTo>
                  <a:lnTo>
                    <a:pt x="11328" y="12715"/>
                  </a:lnTo>
                  <a:lnTo>
                    <a:pt x="11259" y="12745"/>
                  </a:lnTo>
                  <a:lnTo>
                    <a:pt x="11200" y="12784"/>
                  </a:lnTo>
                  <a:lnTo>
                    <a:pt x="11151" y="12823"/>
                  </a:lnTo>
                  <a:lnTo>
                    <a:pt x="11102" y="12872"/>
                  </a:lnTo>
                  <a:lnTo>
                    <a:pt x="11053" y="12922"/>
                  </a:lnTo>
                  <a:lnTo>
                    <a:pt x="11014" y="12971"/>
                  </a:lnTo>
                  <a:lnTo>
                    <a:pt x="10974" y="13030"/>
                  </a:lnTo>
                  <a:lnTo>
                    <a:pt x="10945" y="13099"/>
                  </a:lnTo>
                  <a:lnTo>
                    <a:pt x="10925" y="13158"/>
                  </a:lnTo>
                  <a:lnTo>
                    <a:pt x="10905" y="13226"/>
                  </a:lnTo>
                  <a:lnTo>
                    <a:pt x="10896" y="13295"/>
                  </a:lnTo>
                  <a:lnTo>
                    <a:pt x="10886" y="13374"/>
                  </a:lnTo>
                  <a:lnTo>
                    <a:pt x="10896" y="13443"/>
                  </a:lnTo>
                  <a:lnTo>
                    <a:pt x="10905" y="13512"/>
                  </a:lnTo>
                  <a:lnTo>
                    <a:pt x="10925" y="13580"/>
                  </a:lnTo>
                  <a:lnTo>
                    <a:pt x="10945" y="13649"/>
                  </a:lnTo>
                  <a:lnTo>
                    <a:pt x="10974" y="13708"/>
                  </a:lnTo>
                  <a:lnTo>
                    <a:pt x="11014" y="13767"/>
                  </a:lnTo>
                  <a:lnTo>
                    <a:pt x="11053" y="13826"/>
                  </a:lnTo>
                  <a:lnTo>
                    <a:pt x="11102" y="13875"/>
                  </a:lnTo>
                  <a:lnTo>
                    <a:pt x="11151" y="13925"/>
                  </a:lnTo>
                  <a:lnTo>
                    <a:pt x="11200" y="13964"/>
                  </a:lnTo>
                  <a:lnTo>
                    <a:pt x="11259" y="14003"/>
                  </a:lnTo>
                  <a:lnTo>
                    <a:pt x="11328" y="14033"/>
                  </a:lnTo>
                  <a:lnTo>
                    <a:pt x="11387" y="14052"/>
                  </a:lnTo>
                  <a:lnTo>
                    <a:pt x="11456" y="14072"/>
                  </a:lnTo>
                  <a:lnTo>
                    <a:pt x="11535" y="14082"/>
                  </a:lnTo>
                  <a:lnTo>
                    <a:pt x="11672" y="14082"/>
                  </a:lnTo>
                  <a:lnTo>
                    <a:pt x="11751" y="14072"/>
                  </a:lnTo>
                  <a:lnTo>
                    <a:pt x="11820" y="14052"/>
                  </a:lnTo>
                  <a:lnTo>
                    <a:pt x="11879" y="14033"/>
                  </a:lnTo>
                  <a:lnTo>
                    <a:pt x="11948" y="14003"/>
                  </a:lnTo>
                  <a:lnTo>
                    <a:pt x="12007" y="13964"/>
                  </a:lnTo>
                  <a:lnTo>
                    <a:pt x="12056" y="13925"/>
                  </a:lnTo>
                  <a:lnTo>
                    <a:pt x="12105" y="13875"/>
                  </a:lnTo>
                  <a:lnTo>
                    <a:pt x="12154" y="13826"/>
                  </a:lnTo>
                  <a:lnTo>
                    <a:pt x="12194" y="13767"/>
                  </a:lnTo>
                  <a:lnTo>
                    <a:pt x="12233" y="13708"/>
                  </a:lnTo>
                  <a:lnTo>
                    <a:pt x="12262" y="13649"/>
                  </a:lnTo>
                  <a:lnTo>
                    <a:pt x="12282" y="13580"/>
                  </a:lnTo>
                  <a:lnTo>
                    <a:pt x="12302" y="13512"/>
                  </a:lnTo>
                  <a:lnTo>
                    <a:pt x="12312" y="13443"/>
                  </a:lnTo>
                  <a:lnTo>
                    <a:pt x="12321" y="13374"/>
                  </a:lnTo>
                  <a:lnTo>
                    <a:pt x="12312" y="13295"/>
                  </a:lnTo>
                  <a:lnTo>
                    <a:pt x="12302" y="13226"/>
                  </a:lnTo>
                  <a:lnTo>
                    <a:pt x="12282" y="13158"/>
                  </a:lnTo>
                  <a:lnTo>
                    <a:pt x="12262" y="13099"/>
                  </a:lnTo>
                  <a:lnTo>
                    <a:pt x="12233" y="13030"/>
                  </a:lnTo>
                  <a:lnTo>
                    <a:pt x="12194" y="12971"/>
                  </a:lnTo>
                  <a:lnTo>
                    <a:pt x="12154" y="12922"/>
                  </a:lnTo>
                  <a:lnTo>
                    <a:pt x="12105" y="12872"/>
                  </a:lnTo>
                  <a:lnTo>
                    <a:pt x="12056" y="12823"/>
                  </a:lnTo>
                  <a:lnTo>
                    <a:pt x="12007" y="12784"/>
                  </a:lnTo>
                  <a:lnTo>
                    <a:pt x="11948" y="12745"/>
                  </a:lnTo>
                  <a:lnTo>
                    <a:pt x="11879" y="12715"/>
                  </a:lnTo>
                  <a:lnTo>
                    <a:pt x="11820" y="12695"/>
                  </a:lnTo>
                  <a:lnTo>
                    <a:pt x="11751" y="12676"/>
                  </a:lnTo>
                  <a:lnTo>
                    <a:pt x="11672" y="12666"/>
                  </a:lnTo>
                  <a:lnTo>
                    <a:pt x="11604" y="12656"/>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4" name="Google Shape;1494;p103"/>
            <p:cNvSpPr/>
            <p:nvPr/>
          </p:nvSpPr>
          <p:spPr>
            <a:xfrm>
              <a:off x="808450" y="2357950"/>
              <a:ext cx="236525" cy="236750"/>
            </a:xfrm>
            <a:custGeom>
              <a:avLst/>
              <a:gdLst/>
              <a:ahLst/>
              <a:cxnLst/>
              <a:rect l="l" t="t" r="r" b="b"/>
              <a:pathLst>
                <a:path w="9461" h="9470" extrusionOk="0">
                  <a:moveTo>
                    <a:pt x="5232" y="0"/>
                  </a:moveTo>
                  <a:lnTo>
                    <a:pt x="4966" y="10"/>
                  </a:lnTo>
                  <a:lnTo>
                    <a:pt x="4701" y="30"/>
                  </a:lnTo>
                  <a:lnTo>
                    <a:pt x="4435" y="69"/>
                  </a:lnTo>
                  <a:lnTo>
                    <a:pt x="4180" y="108"/>
                  </a:lnTo>
                  <a:lnTo>
                    <a:pt x="3924" y="167"/>
                  </a:lnTo>
                  <a:lnTo>
                    <a:pt x="3678" y="236"/>
                  </a:lnTo>
                  <a:lnTo>
                    <a:pt x="3432" y="325"/>
                  </a:lnTo>
                  <a:lnTo>
                    <a:pt x="3196" y="413"/>
                  </a:lnTo>
                  <a:lnTo>
                    <a:pt x="2970" y="521"/>
                  </a:lnTo>
                  <a:lnTo>
                    <a:pt x="2744" y="639"/>
                  </a:lnTo>
                  <a:lnTo>
                    <a:pt x="2518" y="767"/>
                  </a:lnTo>
                  <a:lnTo>
                    <a:pt x="2311" y="895"/>
                  </a:lnTo>
                  <a:lnTo>
                    <a:pt x="2105" y="1042"/>
                  </a:lnTo>
                  <a:lnTo>
                    <a:pt x="1908" y="1200"/>
                  </a:lnTo>
                  <a:lnTo>
                    <a:pt x="1721" y="1367"/>
                  </a:lnTo>
                  <a:lnTo>
                    <a:pt x="1535" y="1544"/>
                  </a:lnTo>
                  <a:lnTo>
                    <a:pt x="1358" y="1721"/>
                  </a:lnTo>
                  <a:lnTo>
                    <a:pt x="1200" y="1908"/>
                  </a:lnTo>
                  <a:lnTo>
                    <a:pt x="1043" y="2104"/>
                  </a:lnTo>
                  <a:lnTo>
                    <a:pt x="895" y="2311"/>
                  </a:lnTo>
                  <a:lnTo>
                    <a:pt x="758" y="2527"/>
                  </a:lnTo>
                  <a:lnTo>
                    <a:pt x="630" y="2744"/>
                  </a:lnTo>
                  <a:lnTo>
                    <a:pt x="522" y="2970"/>
                  </a:lnTo>
                  <a:lnTo>
                    <a:pt x="414" y="3206"/>
                  </a:lnTo>
                  <a:lnTo>
                    <a:pt x="315" y="3442"/>
                  </a:lnTo>
                  <a:lnTo>
                    <a:pt x="237" y="3688"/>
                  </a:lnTo>
                  <a:lnTo>
                    <a:pt x="168" y="3933"/>
                  </a:lnTo>
                  <a:lnTo>
                    <a:pt x="109" y="4189"/>
                  </a:lnTo>
                  <a:lnTo>
                    <a:pt x="60" y="4445"/>
                  </a:lnTo>
                  <a:lnTo>
                    <a:pt x="30" y="4700"/>
                  </a:lnTo>
                  <a:lnTo>
                    <a:pt x="10" y="4966"/>
                  </a:lnTo>
                  <a:lnTo>
                    <a:pt x="1" y="5241"/>
                  </a:lnTo>
                  <a:lnTo>
                    <a:pt x="954" y="5241"/>
                  </a:lnTo>
                  <a:lnTo>
                    <a:pt x="954" y="5015"/>
                  </a:lnTo>
                  <a:lnTo>
                    <a:pt x="974" y="4799"/>
                  </a:lnTo>
                  <a:lnTo>
                    <a:pt x="1004" y="4592"/>
                  </a:lnTo>
                  <a:lnTo>
                    <a:pt x="1043" y="4376"/>
                  </a:lnTo>
                  <a:lnTo>
                    <a:pt x="1082" y="4169"/>
                  </a:lnTo>
                  <a:lnTo>
                    <a:pt x="1141" y="3963"/>
                  </a:lnTo>
                  <a:lnTo>
                    <a:pt x="1210" y="3766"/>
                  </a:lnTo>
                  <a:lnTo>
                    <a:pt x="1289" y="3570"/>
                  </a:lnTo>
                  <a:lnTo>
                    <a:pt x="1377" y="3383"/>
                  </a:lnTo>
                  <a:lnTo>
                    <a:pt x="1466" y="3196"/>
                  </a:lnTo>
                  <a:lnTo>
                    <a:pt x="1574" y="3019"/>
                  </a:lnTo>
                  <a:lnTo>
                    <a:pt x="1682" y="2842"/>
                  </a:lnTo>
                  <a:lnTo>
                    <a:pt x="1800" y="2675"/>
                  </a:lnTo>
                  <a:lnTo>
                    <a:pt x="1928" y="2517"/>
                  </a:lnTo>
                  <a:lnTo>
                    <a:pt x="2066" y="2360"/>
                  </a:lnTo>
                  <a:lnTo>
                    <a:pt x="2203" y="2213"/>
                  </a:lnTo>
                  <a:lnTo>
                    <a:pt x="2361" y="2075"/>
                  </a:lnTo>
                  <a:lnTo>
                    <a:pt x="2508" y="1937"/>
                  </a:lnTo>
                  <a:lnTo>
                    <a:pt x="2675" y="1809"/>
                  </a:lnTo>
                  <a:lnTo>
                    <a:pt x="2842" y="1691"/>
                  </a:lnTo>
                  <a:lnTo>
                    <a:pt x="3019" y="1573"/>
                  </a:lnTo>
                  <a:lnTo>
                    <a:pt x="3196" y="1475"/>
                  </a:lnTo>
                  <a:lnTo>
                    <a:pt x="3383" y="1377"/>
                  </a:lnTo>
                  <a:lnTo>
                    <a:pt x="3570" y="1288"/>
                  </a:lnTo>
                  <a:lnTo>
                    <a:pt x="3767" y="1219"/>
                  </a:lnTo>
                  <a:lnTo>
                    <a:pt x="3963" y="1151"/>
                  </a:lnTo>
                  <a:lnTo>
                    <a:pt x="4170" y="1092"/>
                  </a:lnTo>
                  <a:lnTo>
                    <a:pt x="4376" y="1042"/>
                  </a:lnTo>
                  <a:lnTo>
                    <a:pt x="4583" y="1003"/>
                  </a:lnTo>
                  <a:lnTo>
                    <a:pt x="4799" y="974"/>
                  </a:lnTo>
                  <a:lnTo>
                    <a:pt x="5016" y="964"/>
                  </a:lnTo>
                  <a:lnTo>
                    <a:pt x="5232" y="954"/>
                  </a:lnTo>
                  <a:lnTo>
                    <a:pt x="5232" y="0"/>
                  </a:lnTo>
                  <a:close/>
                  <a:moveTo>
                    <a:pt x="5065" y="1908"/>
                  </a:moveTo>
                  <a:lnTo>
                    <a:pt x="4898" y="1927"/>
                  </a:lnTo>
                  <a:lnTo>
                    <a:pt x="4730" y="1947"/>
                  </a:lnTo>
                  <a:lnTo>
                    <a:pt x="4563" y="1977"/>
                  </a:lnTo>
                  <a:lnTo>
                    <a:pt x="4406" y="2016"/>
                  </a:lnTo>
                  <a:lnTo>
                    <a:pt x="4249" y="2055"/>
                  </a:lnTo>
                  <a:lnTo>
                    <a:pt x="4091" y="2114"/>
                  </a:lnTo>
                  <a:lnTo>
                    <a:pt x="3944" y="2173"/>
                  </a:lnTo>
                  <a:lnTo>
                    <a:pt x="3796" y="2232"/>
                  </a:lnTo>
                  <a:lnTo>
                    <a:pt x="3649" y="2311"/>
                  </a:lnTo>
                  <a:lnTo>
                    <a:pt x="3511" y="2390"/>
                  </a:lnTo>
                  <a:lnTo>
                    <a:pt x="3373" y="2478"/>
                  </a:lnTo>
                  <a:lnTo>
                    <a:pt x="3246" y="2567"/>
                  </a:lnTo>
                  <a:lnTo>
                    <a:pt x="3118" y="2665"/>
                  </a:lnTo>
                  <a:lnTo>
                    <a:pt x="3000" y="2773"/>
                  </a:lnTo>
                  <a:lnTo>
                    <a:pt x="2882" y="2881"/>
                  </a:lnTo>
                  <a:lnTo>
                    <a:pt x="2774" y="2999"/>
                  </a:lnTo>
                  <a:lnTo>
                    <a:pt x="2665" y="3117"/>
                  </a:lnTo>
                  <a:lnTo>
                    <a:pt x="2567" y="3245"/>
                  </a:lnTo>
                  <a:lnTo>
                    <a:pt x="2469" y="3383"/>
                  </a:lnTo>
                  <a:lnTo>
                    <a:pt x="2390" y="3511"/>
                  </a:lnTo>
                  <a:lnTo>
                    <a:pt x="2311" y="3648"/>
                  </a:lnTo>
                  <a:lnTo>
                    <a:pt x="2233" y="3796"/>
                  </a:lnTo>
                  <a:lnTo>
                    <a:pt x="2164" y="3943"/>
                  </a:lnTo>
                  <a:lnTo>
                    <a:pt x="2105" y="4091"/>
                  </a:lnTo>
                  <a:lnTo>
                    <a:pt x="2056" y="4248"/>
                  </a:lnTo>
                  <a:lnTo>
                    <a:pt x="2007" y="4405"/>
                  </a:lnTo>
                  <a:lnTo>
                    <a:pt x="1967" y="4573"/>
                  </a:lnTo>
                  <a:lnTo>
                    <a:pt x="1938" y="4730"/>
                  </a:lnTo>
                  <a:lnTo>
                    <a:pt x="1918" y="4897"/>
                  </a:lnTo>
                  <a:lnTo>
                    <a:pt x="1908" y="5064"/>
                  </a:lnTo>
                  <a:lnTo>
                    <a:pt x="1908" y="5241"/>
                  </a:lnTo>
                  <a:lnTo>
                    <a:pt x="2852" y="5241"/>
                  </a:lnTo>
                  <a:lnTo>
                    <a:pt x="2862" y="5113"/>
                  </a:lnTo>
                  <a:lnTo>
                    <a:pt x="2872" y="4995"/>
                  </a:lnTo>
                  <a:lnTo>
                    <a:pt x="2882" y="4877"/>
                  </a:lnTo>
                  <a:lnTo>
                    <a:pt x="2901" y="4759"/>
                  </a:lnTo>
                  <a:lnTo>
                    <a:pt x="2931" y="4641"/>
                  </a:lnTo>
                  <a:lnTo>
                    <a:pt x="2960" y="4533"/>
                  </a:lnTo>
                  <a:lnTo>
                    <a:pt x="3039" y="4317"/>
                  </a:lnTo>
                  <a:lnTo>
                    <a:pt x="3147" y="4110"/>
                  </a:lnTo>
                  <a:lnTo>
                    <a:pt x="3265" y="3914"/>
                  </a:lnTo>
                  <a:lnTo>
                    <a:pt x="3403" y="3727"/>
                  </a:lnTo>
                  <a:lnTo>
                    <a:pt x="3550" y="3560"/>
                  </a:lnTo>
                  <a:lnTo>
                    <a:pt x="3727" y="3402"/>
                  </a:lnTo>
                  <a:lnTo>
                    <a:pt x="3904" y="3265"/>
                  </a:lnTo>
                  <a:lnTo>
                    <a:pt x="4101" y="3147"/>
                  </a:lnTo>
                  <a:lnTo>
                    <a:pt x="4308" y="3048"/>
                  </a:lnTo>
                  <a:lnTo>
                    <a:pt x="4524" y="2970"/>
                  </a:lnTo>
                  <a:lnTo>
                    <a:pt x="4642" y="2930"/>
                  </a:lnTo>
                  <a:lnTo>
                    <a:pt x="4760" y="2911"/>
                  </a:lnTo>
                  <a:lnTo>
                    <a:pt x="4878" y="2891"/>
                  </a:lnTo>
                  <a:lnTo>
                    <a:pt x="4996" y="2871"/>
                  </a:lnTo>
                  <a:lnTo>
                    <a:pt x="5114" y="2862"/>
                  </a:lnTo>
                  <a:lnTo>
                    <a:pt x="5232" y="2862"/>
                  </a:lnTo>
                  <a:lnTo>
                    <a:pt x="5232" y="1908"/>
                  </a:lnTo>
                  <a:close/>
                  <a:moveTo>
                    <a:pt x="6609" y="4228"/>
                  </a:moveTo>
                  <a:lnTo>
                    <a:pt x="6599" y="4356"/>
                  </a:lnTo>
                  <a:lnTo>
                    <a:pt x="6589" y="4474"/>
                  </a:lnTo>
                  <a:lnTo>
                    <a:pt x="6579" y="4592"/>
                  </a:lnTo>
                  <a:lnTo>
                    <a:pt x="6559" y="4710"/>
                  </a:lnTo>
                  <a:lnTo>
                    <a:pt x="6530" y="4818"/>
                  </a:lnTo>
                  <a:lnTo>
                    <a:pt x="6500" y="4936"/>
                  </a:lnTo>
                  <a:lnTo>
                    <a:pt x="6422" y="5153"/>
                  </a:lnTo>
                  <a:lnTo>
                    <a:pt x="6314" y="5359"/>
                  </a:lnTo>
                  <a:lnTo>
                    <a:pt x="6196" y="5556"/>
                  </a:lnTo>
                  <a:lnTo>
                    <a:pt x="6058" y="5743"/>
                  </a:lnTo>
                  <a:lnTo>
                    <a:pt x="5910" y="5910"/>
                  </a:lnTo>
                  <a:lnTo>
                    <a:pt x="5733" y="6067"/>
                  </a:lnTo>
                  <a:lnTo>
                    <a:pt x="5556" y="6205"/>
                  </a:lnTo>
                  <a:lnTo>
                    <a:pt x="5360" y="6323"/>
                  </a:lnTo>
                  <a:lnTo>
                    <a:pt x="5153" y="6421"/>
                  </a:lnTo>
                  <a:lnTo>
                    <a:pt x="4927" y="6500"/>
                  </a:lnTo>
                  <a:lnTo>
                    <a:pt x="4819" y="6529"/>
                  </a:lnTo>
                  <a:lnTo>
                    <a:pt x="4701" y="6559"/>
                  </a:lnTo>
                  <a:lnTo>
                    <a:pt x="4583" y="6579"/>
                  </a:lnTo>
                  <a:lnTo>
                    <a:pt x="4465" y="6598"/>
                  </a:lnTo>
                  <a:lnTo>
                    <a:pt x="4347" y="6608"/>
                  </a:lnTo>
                  <a:lnTo>
                    <a:pt x="4229" y="6608"/>
                  </a:lnTo>
                  <a:lnTo>
                    <a:pt x="4229" y="7562"/>
                  </a:lnTo>
                  <a:lnTo>
                    <a:pt x="4396" y="7552"/>
                  </a:lnTo>
                  <a:lnTo>
                    <a:pt x="4563" y="7542"/>
                  </a:lnTo>
                  <a:lnTo>
                    <a:pt x="4730" y="7523"/>
                  </a:lnTo>
                  <a:lnTo>
                    <a:pt x="4898" y="7493"/>
                  </a:lnTo>
                  <a:lnTo>
                    <a:pt x="5055" y="7454"/>
                  </a:lnTo>
                  <a:lnTo>
                    <a:pt x="5212" y="7414"/>
                  </a:lnTo>
                  <a:lnTo>
                    <a:pt x="5370" y="7355"/>
                  </a:lnTo>
                  <a:lnTo>
                    <a:pt x="5517" y="7296"/>
                  </a:lnTo>
                  <a:lnTo>
                    <a:pt x="5665" y="7228"/>
                  </a:lnTo>
                  <a:lnTo>
                    <a:pt x="5812" y="7159"/>
                  </a:lnTo>
                  <a:lnTo>
                    <a:pt x="5950" y="7080"/>
                  </a:lnTo>
                  <a:lnTo>
                    <a:pt x="6087" y="6992"/>
                  </a:lnTo>
                  <a:lnTo>
                    <a:pt x="6215" y="6903"/>
                  </a:lnTo>
                  <a:lnTo>
                    <a:pt x="6343" y="6795"/>
                  </a:lnTo>
                  <a:lnTo>
                    <a:pt x="6461" y="6697"/>
                  </a:lnTo>
                  <a:lnTo>
                    <a:pt x="6579" y="6588"/>
                  </a:lnTo>
                  <a:lnTo>
                    <a:pt x="6687" y="6470"/>
                  </a:lnTo>
                  <a:lnTo>
                    <a:pt x="6795" y="6343"/>
                  </a:lnTo>
                  <a:lnTo>
                    <a:pt x="6894" y="6225"/>
                  </a:lnTo>
                  <a:lnTo>
                    <a:pt x="6982" y="6087"/>
                  </a:lnTo>
                  <a:lnTo>
                    <a:pt x="7071" y="5959"/>
                  </a:lnTo>
                  <a:lnTo>
                    <a:pt x="7150" y="5812"/>
                  </a:lnTo>
                  <a:lnTo>
                    <a:pt x="7228" y="5674"/>
                  </a:lnTo>
                  <a:lnTo>
                    <a:pt x="7297" y="5526"/>
                  </a:lnTo>
                  <a:lnTo>
                    <a:pt x="7356" y="5369"/>
                  </a:lnTo>
                  <a:lnTo>
                    <a:pt x="7405" y="5222"/>
                  </a:lnTo>
                  <a:lnTo>
                    <a:pt x="7454" y="5064"/>
                  </a:lnTo>
                  <a:lnTo>
                    <a:pt x="7494" y="4897"/>
                  </a:lnTo>
                  <a:lnTo>
                    <a:pt x="7523" y="4740"/>
                  </a:lnTo>
                  <a:lnTo>
                    <a:pt x="7543" y="4573"/>
                  </a:lnTo>
                  <a:lnTo>
                    <a:pt x="7553" y="4396"/>
                  </a:lnTo>
                  <a:lnTo>
                    <a:pt x="7553" y="4228"/>
                  </a:lnTo>
                  <a:close/>
                  <a:moveTo>
                    <a:pt x="8507" y="4228"/>
                  </a:moveTo>
                  <a:lnTo>
                    <a:pt x="8507" y="4445"/>
                  </a:lnTo>
                  <a:lnTo>
                    <a:pt x="8487" y="4671"/>
                  </a:lnTo>
                  <a:lnTo>
                    <a:pt x="8457" y="4877"/>
                  </a:lnTo>
                  <a:lnTo>
                    <a:pt x="8418" y="5094"/>
                  </a:lnTo>
                  <a:lnTo>
                    <a:pt x="8379" y="5300"/>
                  </a:lnTo>
                  <a:lnTo>
                    <a:pt x="8320" y="5497"/>
                  </a:lnTo>
                  <a:lnTo>
                    <a:pt x="8251" y="5703"/>
                  </a:lnTo>
                  <a:lnTo>
                    <a:pt x="8172" y="5890"/>
                  </a:lnTo>
                  <a:lnTo>
                    <a:pt x="8084" y="6087"/>
                  </a:lnTo>
                  <a:lnTo>
                    <a:pt x="7995" y="6274"/>
                  </a:lnTo>
                  <a:lnTo>
                    <a:pt x="7887" y="6451"/>
                  </a:lnTo>
                  <a:lnTo>
                    <a:pt x="7779" y="6618"/>
                  </a:lnTo>
                  <a:lnTo>
                    <a:pt x="7661" y="6795"/>
                  </a:lnTo>
                  <a:lnTo>
                    <a:pt x="7533" y="6952"/>
                  </a:lnTo>
                  <a:lnTo>
                    <a:pt x="7395" y="7110"/>
                  </a:lnTo>
                  <a:lnTo>
                    <a:pt x="7258" y="7257"/>
                  </a:lnTo>
                  <a:lnTo>
                    <a:pt x="7100" y="7395"/>
                  </a:lnTo>
                  <a:lnTo>
                    <a:pt x="6953" y="7532"/>
                  </a:lnTo>
                  <a:lnTo>
                    <a:pt x="6786" y="7660"/>
                  </a:lnTo>
                  <a:lnTo>
                    <a:pt x="6618" y="7778"/>
                  </a:lnTo>
                  <a:lnTo>
                    <a:pt x="6441" y="7896"/>
                  </a:lnTo>
                  <a:lnTo>
                    <a:pt x="6264" y="7995"/>
                  </a:lnTo>
                  <a:lnTo>
                    <a:pt x="6078" y="8093"/>
                  </a:lnTo>
                  <a:lnTo>
                    <a:pt x="5891" y="8172"/>
                  </a:lnTo>
                  <a:lnTo>
                    <a:pt x="5694" y="8250"/>
                  </a:lnTo>
                  <a:lnTo>
                    <a:pt x="5497" y="8319"/>
                  </a:lnTo>
                  <a:lnTo>
                    <a:pt x="5291" y="8378"/>
                  </a:lnTo>
                  <a:lnTo>
                    <a:pt x="5084" y="8427"/>
                  </a:lnTo>
                  <a:lnTo>
                    <a:pt x="4878" y="8467"/>
                  </a:lnTo>
                  <a:lnTo>
                    <a:pt x="4662" y="8486"/>
                  </a:lnTo>
                  <a:lnTo>
                    <a:pt x="4445" y="8506"/>
                  </a:lnTo>
                  <a:lnTo>
                    <a:pt x="4229" y="8516"/>
                  </a:lnTo>
                  <a:lnTo>
                    <a:pt x="4229" y="9470"/>
                  </a:lnTo>
                  <a:lnTo>
                    <a:pt x="4494" y="9460"/>
                  </a:lnTo>
                  <a:lnTo>
                    <a:pt x="4760" y="9440"/>
                  </a:lnTo>
                  <a:lnTo>
                    <a:pt x="5025" y="9401"/>
                  </a:lnTo>
                  <a:lnTo>
                    <a:pt x="5281" y="9361"/>
                  </a:lnTo>
                  <a:lnTo>
                    <a:pt x="5537" y="9302"/>
                  </a:lnTo>
                  <a:lnTo>
                    <a:pt x="5783" y="9234"/>
                  </a:lnTo>
                  <a:lnTo>
                    <a:pt x="6019" y="9145"/>
                  </a:lnTo>
                  <a:lnTo>
                    <a:pt x="6264" y="9057"/>
                  </a:lnTo>
                  <a:lnTo>
                    <a:pt x="6491" y="8948"/>
                  </a:lnTo>
                  <a:lnTo>
                    <a:pt x="6717" y="8830"/>
                  </a:lnTo>
                  <a:lnTo>
                    <a:pt x="6933" y="8703"/>
                  </a:lnTo>
                  <a:lnTo>
                    <a:pt x="7150" y="8565"/>
                  </a:lnTo>
                  <a:lnTo>
                    <a:pt x="7356" y="8427"/>
                  </a:lnTo>
                  <a:lnTo>
                    <a:pt x="7553" y="8270"/>
                  </a:lnTo>
                  <a:lnTo>
                    <a:pt x="7740" y="8103"/>
                  </a:lnTo>
                  <a:lnTo>
                    <a:pt x="7926" y="7926"/>
                  </a:lnTo>
                  <a:lnTo>
                    <a:pt x="8103" y="7749"/>
                  </a:lnTo>
                  <a:lnTo>
                    <a:pt x="8261" y="7562"/>
                  </a:lnTo>
                  <a:lnTo>
                    <a:pt x="8418" y="7355"/>
                  </a:lnTo>
                  <a:lnTo>
                    <a:pt x="8566" y="7159"/>
                  </a:lnTo>
                  <a:lnTo>
                    <a:pt x="8703" y="6942"/>
                  </a:lnTo>
                  <a:lnTo>
                    <a:pt x="8831" y="6726"/>
                  </a:lnTo>
                  <a:lnTo>
                    <a:pt x="8939" y="6500"/>
                  </a:lnTo>
                  <a:lnTo>
                    <a:pt x="9047" y="6264"/>
                  </a:lnTo>
                  <a:lnTo>
                    <a:pt x="9146" y="6028"/>
                  </a:lnTo>
                  <a:lnTo>
                    <a:pt x="9224" y="5782"/>
                  </a:lnTo>
                  <a:lnTo>
                    <a:pt x="9293" y="5536"/>
                  </a:lnTo>
                  <a:lnTo>
                    <a:pt x="9352" y="5281"/>
                  </a:lnTo>
                  <a:lnTo>
                    <a:pt x="9401" y="5025"/>
                  </a:lnTo>
                  <a:lnTo>
                    <a:pt x="9431" y="4759"/>
                  </a:lnTo>
                  <a:lnTo>
                    <a:pt x="9451" y="4494"/>
                  </a:lnTo>
                  <a:lnTo>
                    <a:pt x="9460" y="4228"/>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495" name="Google Shape;1495;p103"/>
          <p:cNvSpPr/>
          <p:nvPr/>
        </p:nvSpPr>
        <p:spPr>
          <a:xfrm>
            <a:off x="5203726" y="1953550"/>
            <a:ext cx="279664" cy="259494"/>
          </a:xfrm>
          <a:custGeom>
            <a:avLst/>
            <a:gdLst/>
            <a:ahLst/>
            <a:cxnLst/>
            <a:rect l="l" t="t" r="r" b="b"/>
            <a:pathLst>
              <a:path w="15253" h="14151" extrusionOk="0">
                <a:moveTo>
                  <a:pt x="10080" y="954"/>
                </a:moveTo>
                <a:lnTo>
                  <a:pt x="10886" y="2360"/>
                </a:lnTo>
                <a:lnTo>
                  <a:pt x="10483" y="3068"/>
                </a:lnTo>
                <a:lnTo>
                  <a:pt x="10080" y="3776"/>
                </a:lnTo>
                <a:lnTo>
                  <a:pt x="8448" y="3776"/>
                </a:lnTo>
                <a:lnTo>
                  <a:pt x="8044" y="3068"/>
                </a:lnTo>
                <a:lnTo>
                  <a:pt x="7631" y="2360"/>
                </a:lnTo>
                <a:lnTo>
                  <a:pt x="8448" y="954"/>
                </a:lnTo>
                <a:close/>
                <a:moveTo>
                  <a:pt x="6805" y="2842"/>
                </a:moveTo>
                <a:lnTo>
                  <a:pt x="7218" y="3540"/>
                </a:lnTo>
                <a:lnTo>
                  <a:pt x="7622" y="4248"/>
                </a:lnTo>
                <a:lnTo>
                  <a:pt x="7218" y="4956"/>
                </a:lnTo>
                <a:lnTo>
                  <a:pt x="6805" y="5654"/>
                </a:lnTo>
                <a:lnTo>
                  <a:pt x="5183" y="5654"/>
                </a:lnTo>
                <a:lnTo>
                  <a:pt x="4780" y="4956"/>
                </a:lnTo>
                <a:lnTo>
                  <a:pt x="4367" y="4248"/>
                </a:lnTo>
                <a:lnTo>
                  <a:pt x="5183" y="2842"/>
                </a:lnTo>
                <a:close/>
                <a:moveTo>
                  <a:pt x="13345" y="2842"/>
                </a:moveTo>
                <a:lnTo>
                  <a:pt x="14151" y="4248"/>
                </a:lnTo>
                <a:lnTo>
                  <a:pt x="13345" y="5654"/>
                </a:lnTo>
                <a:lnTo>
                  <a:pt x="11712" y="5654"/>
                </a:lnTo>
                <a:lnTo>
                  <a:pt x="11309" y="4956"/>
                </a:lnTo>
                <a:lnTo>
                  <a:pt x="10896" y="4248"/>
                </a:lnTo>
                <a:lnTo>
                  <a:pt x="11309" y="3540"/>
                </a:lnTo>
                <a:lnTo>
                  <a:pt x="11712" y="2842"/>
                </a:lnTo>
                <a:close/>
                <a:moveTo>
                  <a:pt x="3541" y="4720"/>
                </a:moveTo>
                <a:lnTo>
                  <a:pt x="3954" y="5428"/>
                </a:lnTo>
                <a:lnTo>
                  <a:pt x="4357" y="6136"/>
                </a:lnTo>
                <a:lnTo>
                  <a:pt x="3954" y="6834"/>
                </a:lnTo>
                <a:lnTo>
                  <a:pt x="3541" y="7542"/>
                </a:lnTo>
                <a:lnTo>
                  <a:pt x="1918" y="7542"/>
                </a:lnTo>
                <a:lnTo>
                  <a:pt x="1102" y="6136"/>
                </a:lnTo>
                <a:lnTo>
                  <a:pt x="1918" y="4720"/>
                </a:lnTo>
                <a:close/>
                <a:moveTo>
                  <a:pt x="10080" y="4720"/>
                </a:moveTo>
                <a:lnTo>
                  <a:pt x="10483" y="5428"/>
                </a:lnTo>
                <a:lnTo>
                  <a:pt x="10886" y="6136"/>
                </a:lnTo>
                <a:lnTo>
                  <a:pt x="10483" y="6834"/>
                </a:lnTo>
                <a:lnTo>
                  <a:pt x="10080" y="7542"/>
                </a:lnTo>
                <a:lnTo>
                  <a:pt x="8448" y="7542"/>
                </a:lnTo>
                <a:lnTo>
                  <a:pt x="8044" y="6834"/>
                </a:lnTo>
                <a:lnTo>
                  <a:pt x="7631" y="6136"/>
                </a:lnTo>
                <a:lnTo>
                  <a:pt x="8044" y="5428"/>
                </a:lnTo>
                <a:lnTo>
                  <a:pt x="8448" y="4720"/>
                </a:lnTo>
                <a:close/>
                <a:moveTo>
                  <a:pt x="13345" y="6608"/>
                </a:moveTo>
                <a:lnTo>
                  <a:pt x="14151" y="8024"/>
                </a:lnTo>
                <a:lnTo>
                  <a:pt x="13345" y="9430"/>
                </a:lnTo>
                <a:lnTo>
                  <a:pt x="11712" y="9430"/>
                </a:lnTo>
                <a:lnTo>
                  <a:pt x="11309" y="8722"/>
                </a:lnTo>
                <a:lnTo>
                  <a:pt x="10896" y="8024"/>
                </a:lnTo>
                <a:lnTo>
                  <a:pt x="11309" y="7316"/>
                </a:lnTo>
                <a:lnTo>
                  <a:pt x="11712" y="6608"/>
                </a:lnTo>
                <a:close/>
                <a:moveTo>
                  <a:pt x="10080" y="8496"/>
                </a:moveTo>
                <a:lnTo>
                  <a:pt x="10483" y="9204"/>
                </a:lnTo>
                <a:lnTo>
                  <a:pt x="10886" y="9902"/>
                </a:lnTo>
                <a:lnTo>
                  <a:pt x="10080" y="11318"/>
                </a:lnTo>
                <a:lnTo>
                  <a:pt x="8448" y="11318"/>
                </a:lnTo>
                <a:lnTo>
                  <a:pt x="8044" y="10610"/>
                </a:lnTo>
                <a:lnTo>
                  <a:pt x="7631" y="9902"/>
                </a:lnTo>
                <a:lnTo>
                  <a:pt x="8044" y="9204"/>
                </a:lnTo>
                <a:lnTo>
                  <a:pt x="8448" y="8496"/>
                </a:lnTo>
                <a:close/>
                <a:moveTo>
                  <a:pt x="6805" y="10384"/>
                </a:moveTo>
                <a:lnTo>
                  <a:pt x="7218" y="11082"/>
                </a:lnTo>
                <a:lnTo>
                  <a:pt x="7622" y="11790"/>
                </a:lnTo>
                <a:lnTo>
                  <a:pt x="6805" y="13197"/>
                </a:lnTo>
                <a:lnTo>
                  <a:pt x="5183" y="13197"/>
                </a:lnTo>
                <a:lnTo>
                  <a:pt x="4367" y="11790"/>
                </a:lnTo>
                <a:lnTo>
                  <a:pt x="5183" y="10384"/>
                </a:lnTo>
                <a:close/>
                <a:moveTo>
                  <a:pt x="7897" y="0"/>
                </a:moveTo>
                <a:lnTo>
                  <a:pt x="6805" y="1888"/>
                </a:lnTo>
                <a:lnTo>
                  <a:pt x="4632" y="1888"/>
                </a:lnTo>
                <a:lnTo>
                  <a:pt x="3541" y="3776"/>
                </a:lnTo>
                <a:lnTo>
                  <a:pt x="1367" y="3776"/>
                </a:lnTo>
                <a:lnTo>
                  <a:pt x="1" y="6136"/>
                </a:lnTo>
                <a:lnTo>
                  <a:pt x="1367" y="8496"/>
                </a:lnTo>
                <a:lnTo>
                  <a:pt x="3541" y="8496"/>
                </a:lnTo>
                <a:lnTo>
                  <a:pt x="4357" y="9902"/>
                </a:lnTo>
                <a:lnTo>
                  <a:pt x="3265" y="11790"/>
                </a:lnTo>
                <a:lnTo>
                  <a:pt x="4632" y="14150"/>
                </a:lnTo>
                <a:lnTo>
                  <a:pt x="7356" y="14150"/>
                </a:lnTo>
                <a:lnTo>
                  <a:pt x="8448" y="12262"/>
                </a:lnTo>
                <a:lnTo>
                  <a:pt x="10621" y="12262"/>
                </a:lnTo>
                <a:lnTo>
                  <a:pt x="11712" y="10384"/>
                </a:lnTo>
                <a:lnTo>
                  <a:pt x="13885" y="10384"/>
                </a:lnTo>
                <a:lnTo>
                  <a:pt x="15252" y="8024"/>
                </a:lnTo>
                <a:lnTo>
                  <a:pt x="14161" y="6136"/>
                </a:lnTo>
                <a:lnTo>
                  <a:pt x="15252" y="4248"/>
                </a:lnTo>
                <a:lnTo>
                  <a:pt x="13885" y="1888"/>
                </a:lnTo>
                <a:lnTo>
                  <a:pt x="11712" y="1888"/>
                </a:lnTo>
                <a:lnTo>
                  <a:pt x="10621"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496" name="Google Shape;1496;p103"/>
          <p:cNvGrpSpPr/>
          <p:nvPr/>
        </p:nvGrpSpPr>
        <p:grpSpPr>
          <a:xfrm>
            <a:off x="4251454" y="1943163"/>
            <a:ext cx="280240" cy="280269"/>
            <a:chOff x="2724775" y="3084275"/>
            <a:chExt cx="445675" cy="445650"/>
          </a:xfrm>
        </p:grpSpPr>
        <p:sp>
          <p:nvSpPr>
            <p:cNvPr id="1497" name="Google Shape;1497;p103"/>
            <p:cNvSpPr/>
            <p:nvPr/>
          </p:nvSpPr>
          <p:spPr>
            <a:xfrm>
              <a:off x="2769275" y="3084275"/>
              <a:ext cx="222850" cy="153575"/>
            </a:xfrm>
            <a:custGeom>
              <a:avLst/>
              <a:gdLst/>
              <a:ahLst/>
              <a:cxnLst/>
              <a:rect l="l" t="t" r="r" b="b"/>
              <a:pathLst>
                <a:path w="8914" h="6143" extrusionOk="0">
                  <a:moveTo>
                    <a:pt x="7133" y="1"/>
                  </a:moveTo>
                  <a:lnTo>
                    <a:pt x="7133" y="885"/>
                  </a:lnTo>
                  <a:lnTo>
                    <a:pt x="6839" y="897"/>
                  </a:lnTo>
                  <a:lnTo>
                    <a:pt x="6556" y="909"/>
                  </a:lnTo>
                  <a:lnTo>
                    <a:pt x="6273" y="932"/>
                  </a:lnTo>
                  <a:lnTo>
                    <a:pt x="5978" y="967"/>
                  </a:lnTo>
                  <a:lnTo>
                    <a:pt x="5707" y="1015"/>
                  </a:lnTo>
                  <a:lnTo>
                    <a:pt x="5424" y="1074"/>
                  </a:lnTo>
                  <a:lnTo>
                    <a:pt x="5153" y="1133"/>
                  </a:lnTo>
                  <a:lnTo>
                    <a:pt x="4882" y="1215"/>
                  </a:lnTo>
                  <a:lnTo>
                    <a:pt x="4610" y="1298"/>
                  </a:lnTo>
                  <a:lnTo>
                    <a:pt x="4351" y="1380"/>
                  </a:lnTo>
                  <a:lnTo>
                    <a:pt x="4092" y="1486"/>
                  </a:lnTo>
                  <a:lnTo>
                    <a:pt x="3832" y="1592"/>
                  </a:lnTo>
                  <a:lnTo>
                    <a:pt x="3585" y="1710"/>
                  </a:lnTo>
                  <a:lnTo>
                    <a:pt x="3337" y="1840"/>
                  </a:lnTo>
                  <a:lnTo>
                    <a:pt x="3101" y="1970"/>
                  </a:lnTo>
                  <a:lnTo>
                    <a:pt x="2866" y="2111"/>
                  </a:lnTo>
                  <a:lnTo>
                    <a:pt x="2642" y="2264"/>
                  </a:lnTo>
                  <a:lnTo>
                    <a:pt x="2418" y="2429"/>
                  </a:lnTo>
                  <a:lnTo>
                    <a:pt x="2194" y="2594"/>
                  </a:lnTo>
                  <a:lnTo>
                    <a:pt x="1981" y="2759"/>
                  </a:lnTo>
                  <a:lnTo>
                    <a:pt x="1781" y="2936"/>
                  </a:lnTo>
                  <a:lnTo>
                    <a:pt x="1581" y="3125"/>
                  </a:lnTo>
                  <a:lnTo>
                    <a:pt x="1392" y="3325"/>
                  </a:lnTo>
                  <a:lnTo>
                    <a:pt x="1203" y="3526"/>
                  </a:lnTo>
                  <a:lnTo>
                    <a:pt x="1027" y="3726"/>
                  </a:lnTo>
                  <a:lnTo>
                    <a:pt x="861" y="3938"/>
                  </a:lnTo>
                  <a:lnTo>
                    <a:pt x="696" y="4162"/>
                  </a:lnTo>
                  <a:lnTo>
                    <a:pt x="543" y="4386"/>
                  </a:lnTo>
                  <a:lnTo>
                    <a:pt x="390" y="4622"/>
                  </a:lnTo>
                  <a:lnTo>
                    <a:pt x="260" y="4858"/>
                  </a:lnTo>
                  <a:lnTo>
                    <a:pt x="131" y="5094"/>
                  </a:lnTo>
                  <a:lnTo>
                    <a:pt x="1" y="5341"/>
                  </a:lnTo>
                  <a:lnTo>
                    <a:pt x="1604" y="6143"/>
                  </a:lnTo>
                  <a:lnTo>
                    <a:pt x="1699" y="5954"/>
                  </a:lnTo>
                  <a:lnTo>
                    <a:pt x="1805" y="5777"/>
                  </a:lnTo>
                  <a:lnTo>
                    <a:pt x="1911" y="5589"/>
                  </a:lnTo>
                  <a:lnTo>
                    <a:pt x="2029" y="5412"/>
                  </a:lnTo>
                  <a:lnTo>
                    <a:pt x="2147" y="5235"/>
                  </a:lnTo>
                  <a:lnTo>
                    <a:pt x="2276" y="5070"/>
                  </a:lnTo>
                  <a:lnTo>
                    <a:pt x="2406" y="4905"/>
                  </a:lnTo>
                  <a:lnTo>
                    <a:pt x="2547" y="4740"/>
                  </a:lnTo>
                  <a:lnTo>
                    <a:pt x="2689" y="4587"/>
                  </a:lnTo>
                  <a:lnTo>
                    <a:pt x="2842" y="4434"/>
                  </a:lnTo>
                  <a:lnTo>
                    <a:pt x="2995" y="4292"/>
                  </a:lnTo>
                  <a:lnTo>
                    <a:pt x="3149" y="4151"/>
                  </a:lnTo>
                  <a:lnTo>
                    <a:pt x="3314" y="4009"/>
                  </a:lnTo>
                  <a:lnTo>
                    <a:pt x="3490" y="3879"/>
                  </a:lnTo>
                  <a:lnTo>
                    <a:pt x="3656" y="3762"/>
                  </a:lnTo>
                  <a:lnTo>
                    <a:pt x="3832" y="3644"/>
                  </a:lnTo>
                  <a:lnTo>
                    <a:pt x="4021" y="3526"/>
                  </a:lnTo>
                  <a:lnTo>
                    <a:pt x="4210" y="3420"/>
                  </a:lnTo>
                  <a:lnTo>
                    <a:pt x="4398" y="3325"/>
                  </a:lnTo>
                  <a:lnTo>
                    <a:pt x="4587" y="3231"/>
                  </a:lnTo>
                  <a:lnTo>
                    <a:pt x="4787" y="3148"/>
                  </a:lnTo>
                  <a:lnTo>
                    <a:pt x="4988" y="3066"/>
                  </a:lnTo>
                  <a:lnTo>
                    <a:pt x="5188" y="2995"/>
                  </a:lnTo>
                  <a:lnTo>
                    <a:pt x="5389" y="2924"/>
                  </a:lnTo>
                  <a:lnTo>
                    <a:pt x="5601" y="2866"/>
                  </a:lnTo>
                  <a:lnTo>
                    <a:pt x="5813" y="2818"/>
                  </a:lnTo>
                  <a:lnTo>
                    <a:pt x="6025" y="2771"/>
                  </a:lnTo>
                  <a:lnTo>
                    <a:pt x="6249" y="2736"/>
                  </a:lnTo>
                  <a:lnTo>
                    <a:pt x="6461" y="2712"/>
                  </a:lnTo>
                  <a:lnTo>
                    <a:pt x="6685" y="2689"/>
                  </a:lnTo>
                  <a:lnTo>
                    <a:pt x="6909" y="2677"/>
                  </a:lnTo>
                  <a:lnTo>
                    <a:pt x="7133" y="2677"/>
                  </a:lnTo>
                  <a:lnTo>
                    <a:pt x="7133" y="3561"/>
                  </a:lnTo>
                  <a:lnTo>
                    <a:pt x="8914" y="1781"/>
                  </a:lnTo>
                  <a:lnTo>
                    <a:pt x="7133"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8" name="Google Shape;1498;p103"/>
            <p:cNvSpPr/>
            <p:nvPr/>
          </p:nvSpPr>
          <p:spPr>
            <a:xfrm>
              <a:off x="2903100" y="3376075"/>
              <a:ext cx="222825" cy="153850"/>
            </a:xfrm>
            <a:custGeom>
              <a:avLst/>
              <a:gdLst/>
              <a:ahLst/>
              <a:cxnLst/>
              <a:rect l="l" t="t" r="r" b="b"/>
              <a:pathLst>
                <a:path w="8913" h="6154" extrusionOk="0">
                  <a:moveTo>
                    <a:pt x="7310" y="0"/>
                  </a:moveTo>
                  <a:lnTo>
                    <a:pt x="7215" y="189"/>
                  </a:lnTo>
                  <a:lnTo>
                    <a:pt x="7109" y="377"/>
                  </a:lnTo>
                  <a:lnTo>
                    <a:pt x="7003" y="566"/>
                  </a:lnTo>
                  <a:lnTo>
                    <a:pt x="6885" y="743"/>
                  </a:lnTo>
                  <a:lnTo>
                    <a:pt x="6767" y="920"/>
                  </a:lnTo>
                  <a:lnTo>
                    <a:pt x="6638" y="1085"/>
                  </a:lnTo>
                  <a:lnTo>
                    <a:pt x="6508" y="1250"/>
                  </a:lnTo>
                  <a:lnTo>
                    <a:pt x="6366" y="1415"/>
                  </a:lnTo>
                  <a:lnTo>
                    <a:pt x="6225" y="1568"/>
                  </a:lnTo>
                  <a:lnTo>
                    <a:pt x="6072" y="1721"/>
                  </a:lnTo>
                  <a:lnTo>
                    <a:pt x="5918" y="1863"/>
                  </a:lnTo>
                  <a:lnTo>
                    <a:pt x="5765" y="2004"/>
                  </a:lnTo>
                  <a:lnTo>
                    <a:pt x="5600" y="2134"/>
                  </a:lnTo>
                  <a:lnTo>
                    <a:pt x="5435" y="2264"/>
                  </a:lnTo>
                  <a:lnTo>
                    <a:pt x="5258" y="2393"/>
                  </a:lnTo>
                  <a:lnTo>
                    <a:pt x="5081" y="2511"/>
                  </a:lnTo>
                  <a:lnTo>
                    <a:pt x="4893" y="2617"/>
                  </a:lnTo>
                  <a:lnTo>
                    <a:pt x="4716" y="2723"/>
                  </a:lnTo>
                  <a:lnTo>
                    <a:pt x="4527" y="2829"/>
                  </a:lnTo>
                  <a:lnTo>
                    <a:pt x="4327" y="2924"/>
                  </a:lnTo>
                  <a:lnTo>
                    <a:pt x="4126" y="3006"/>
                  </a:lnTo>
                  <a:lnTo>
                    <a:pt x="3938" y="3089"/>
                  </a:lnTo>
                  <a:lnTo>
                    <a:pt x="3726" y="3160"/>
                  </a:lnTo>
                  <a:lnTo>
                    <a:pt x="3525" y="3219"/>
                  </a:lnTo>
                  <a:lnTo>
                    <a:pt x="3313" y="3277"/>
                  </a:lnTo>
                  <a:lnTo>
                    <a:pt x="3101" y="3336"/>
                  </a:lnTo>
                  <a:lnTo>
                    <a:pt x="2889" y="3372"/>
                  </a:lnTo>
                  <a:lnTo>
                    <a:pt x="2665" y="3419"/>
                  </a:lnTo>
                  <a:lnTo>
                    <a:pt x="2452" y="3442"/>
                  </a:lnTo>
                  <a:lnTo>
                    <a:pt x="2228" y="3466"/>
                  </a:lnTo>
                  <a:lnTo>
                    <a:pt x="2004" y="3478"/>
                  </a:lnTo>
                  <a:lnTo>
                    <a:pt x="1780" y="3478"/>
                  </a:lnTo>
                  <a:lnTo>
                    <a:pt x="1780" y="2582"/>
                  </a:lnTo>
                  <a:lnTo>
                    <a:pt x="0" y="4374"/>
                  </a:lnTo>
                  <a:lnTo>
                    <a:pt x="1780" y="6154"/>
                  </a:lnTo>
                  <a:lnTo>
                    <a:pt x="1780" y="5258"/>
                  </a:lnTo>
                  <a:lnTo>
                    <a:pt x="2075" y="5258"/>
                  </a:lnTo>
                  <a:lnTo>
                    <a:pt x="2358" y="5234"/>
                  </a:lnTo>
                  <a:lnTo>
                    <a:pt x="2653" y="5211"/>
                  </a:lnTo>
                  <a:lnTo>
                    <a:pt x="2936" y="5176"/>
                  </a:lnTo>
                  <a:lnTo>
                    <a:pt x="3219" y="5128"/>
                  </a:lnTo>
                  <a:lnTo>
                    <a:pt x="3490" y="5081"/>
                  </a:lnTo>
                  <a:lnTo>
                    <a:pt x="3761" y="5010"/>
                  </a:lnTo>
                  <a:lnTo>
                    <a:pt x="4032" y="4940"/>
                  </a:lnTo>
                  <a:lnTo>
                    <a:pt x="4303" y="4857"/>
                  </a:lnTo>
                  <a:lnTo>
                    <a:pt x="4563" y="4763"/>
                  </a:lnTo>
                  <a:lnTo>
                    <a:pt x="4822" y="4669"/>
                  </a:lnTo>
                  <a:lnTo>
                    <a:pt x="5081" y="4551"/>
                  </a:lnTo>
                  <a:lnTo>
                    <a:pt x="5329" y="4433"/>
                  </a:lnTo>
                  <a:lnTo>
                    <a:pt x="5577" y="4315"/>
                  </a:lnTo>
                  <a:lnTo>
                    <a:pt x="5812" y="4173"/>
                  </a:lnTo>
                  <a:lnTo>
                    <a:pt x="6048" y="4032"/>
                  </a:lnTo>
                  <a:lnTo>
                    <a:pt x="6272" y="3890"/>
                  </a:lnTo>
                  <a:lnTo>
                    <a:pt x="6496" y="3725"/>
                  </a:lnTo>
                  <a:lnTo>
                    <a:pt x="6720" y="3560"/>
                  </a:lnTo>
                  <a:lnTo>
                    <a:pt x="6932" y="3395"/>
                  </a:lnTo>
                  <a:lnTo>
                    <a:pt x="7133" y="3207"/>
                  </a:lnTo>
                  <a:lnTo>
                    <a:pt x="7333" y="3018"/>
                  </a:lnTo>
                  <a:lnTo>
                    <a:pt x="7522" y="2829"/>
                  </a:lnTo>
                  <a:lnTo>
                    <a:pt x="7710" y="2629"/>
                  </a:lnTo>
                  <a:lnTo>
                    <a:pt x="7887" y="2417"/>
                  </a:lnTo>
                  <a:lnTo>
                    <a:pt x="8052" y="2205"/>
                  </a:lnTo>
                  <a:lnTo>
                    <a:pt x="8217" y="1992"/>
                  </a:lnTo>
                  <a:lnTo>
                    <a:pt x="8371" y="1768"/>
                  </a:lnTo>
                  <a:lnTo>
                    <a:pt x="8524" y="1533"/>
                  </a:lnTo>
                  <a:lnTo>
                    <a:pt x="8665" y="1297"/>
                  </a:lnTo>
                  <a:lnTo>
                    <a:pt x="8795" y="1049"/>
                  </a:lnTo>
                  <a:lnTo>
                    <a:pt x="8913" y="802"/>
                  </a:lnTo>
                  <a:lnTo>
                    <a:pt x="7310"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9" name="Google Shape;1499;p103"/>
            <p:cNvSpPr/>
            <p:nvPr/>
          </p:nvSpPr>
          <p:spPr>
            <a:xfrm>
              <a:off x="2724775" y="3262600"/>
              <a:ext cx="153875" cy="222825"/>
            </a:xfrm>
            <a:custGeom>
              <a:avLst/>
              <a:gdLst/>
              <a:ahLst/>
              <a:cxnLst/>
              <a:rect l="l" t="t" r="r" b="b"/>
              <a:pathLst>
                <a:path w="6155" h="8913" extrusionOk="0">
                  <a:moveTo>
                    <a:pt x="1781" y="0"/>
                  </a:moveTo>
                  <a:lnTo>
                    <a:pt x="1" y="1780"/>
                  </a:lnTo>
                  <a:lnTo>
                    <a:pt x="897" y="1780"/>
                  </a:lnTo>
                  <a:lnTo>
                    <a:pt x="897" y="2075"/>
                  </a:lnTo>
                  <a:lnTo>
                    <a:pt x="908" y="2358"/>
                  </a:lnTo>
                  <a:lnTo>
                    <a:pt x="944" y="2641"/>
                  </a:lnTo>
                  <a:lnTo>
                    <a:pt x="979" y="2924"/>
                  </a:lnTo>
                  <a:lnTo>
                    <a:pt x="1015" y="3207"/>
                  </a:lnTo>
                  <a:lnTo>
                    <a:pt x="1073" y="3490"/>
                  </a:lnTo>
                  <a:lnTo>
                    <a:pt x="1144" y="3761"/>
                  </a:lnTo>
                  <a:lnTo>
                    <a:pt x="1215" y="4032"/>
                  </a:lnTo>
                  <a:lnTo>
                    <a:pt x="1297" y="4303"/>
                  </a:lnTo>
                  <a:lnTo>
                    <a:pt x="1392" y="4563"/>
                  </a:lnTo>
                  <a:lnTo>
                    <a:pt x="1486" y="4822"/>
                  </a:lnTo>
                  <a:lnTo>
                    <a:pt x="1604" y="5081"/>
                  </a:lnTo>
                  <a:lnTo>
                    <a:pt x="1722" y="5329"/>
                  </a:lnTo>
                  <a:lnTo>
                    <a:pt x="1840" y="5577"/>
                  </a:lnTo>
                  <a:lnTo>
                    <a:pt x="1981" y="5812"/>
                  </a:lnTo>
                  <a:lnTo>
                    <a:pt x="2123" y="6048"/>
                  </a:lnTo>
                  <a:lnTo>
                    <a:pt x="2264" y="6272"/>
                  </a:lnTo>
                  <a:lnTo>
                    <a:pt x="2429" y="6496"/>
                  </a:lnTo>
                  <a:lnTo>
                    <a:pt x="2594" y="6720"/>
                  </a:lnTo>
                  <a:lnTo>
                    <a:pt x="2759" y="6932"/>
                  </a:lnTo>
                  <a:lnTo>
                    <a:pt x="2948" y="7133"/>
                  </a:lnTo>
                  <a:lnTo>
                    <a:pt x="3137" y="7333"/>
                  </a:lnTo>
                  <a:lnTo>
                    <a:pt x="3325" y="7522"/>
                  </a:lnTo>
                  <a:lnTo>
                    <a:pt x="3526" y="7710"/>
                  </a:lnTo>
                  <a:lnTo>
                    <a:pt x="3738" y="7887"/>
                  </a:lnTo>
                  <a:lnTo>
                    <a:pt x="3950" y="8052"/>
                  </a:lnTo>
                  <a:lnTo>
                    <a:pt x="4162" y="8217"/>
                  </a:lnTo>
                  <a:lnTo>
                    <a:pt x="4386" y="8371"/>
                  </a:lnTo>
                  <a:lnTo>
                    <a:pt x="4622" y="8524"/>
                  </a:lnTo>
                  <a:lnTo>
                    <a:pt x="4858" y="8653"/>
                  </a:lnTo>
                  <a:lnTo>
                    <a:pt x="5105" y="8783"/>
                  </a:lnTo>
                  <a:lnTo>
                    <a:pt x="5353" y="8913"/>
                  </a:lnTo>
                  <a:lnTo>
                    <a:pt x="6155" y="7310"/>
                  </a:lnTo>
                  <a:lnTo>
                    <a:pt x="5966" y="7203"/>
                  </a:lnTo>
                  <a:lnTo>
                    <a:pt x="5777" y="7109"/>
                  </a:lnTo>
                  <a:lnTo>
                    <a:pt x="5589" y="7003"/>
                  </a:lnTo>
                  <a:lnTo>
                    <a:pt x="5412" y="6885"/>
                  </a:lnTo>
                  <a:lnTo>
                    <a:pt x="5235" y="6767"/>
                  </a:lnTo>
                  <a:lnTo>
                    <a:pt x="5070" y="6638"/>
                  </a:lnTo>
                  <a:lnTo>
                    <a:pt x="4905" y="6508"/>
                  </a:lnTo>
                  <a:lnTo>
                    <a:pt x="4740" y="6366"/>
                  </a:lnTo>
                  <a:lnTo>
                    <a:pt x="4587" y="6225"/>
                  </a:lnTo>
                  <a:lnTo>
                    <a:pt x="4433" y="6072"/>
                  </a:lnTo>
                  <a:lnTo>
                    <a:pt x="4292" y="5918"/>
                  </a:lnTo>
                  <a:lnTo>
                    <a:pt x="4151" y="5765"/>
                  </a:lnTo>
                  <a:lnTo>
                    <a:pt x="4021" y="5600"/>
                  </a:lnTo>
                  <a:lnTo>
                    <a:pt x="3891" y="5423"/>
                  </a:lnTo>
                  <a:lnTo>
                    <a:pt x="3761" y="5258"/>
                  </a:lnTo>
                  <a:lnTo>
                    <a:pt x="3644" y="5081"/>
                  </a:lnTo>
                  <a:lnTo>
                    <a:pt x="3537" y="4893"/>
                  </a:lnTo>
                  <a:lnTo>
                    <a:pt x="3431" y="4704"/>
                  </a:lnTo>
                  <a:lnTo>
                    <a:pt x="3325" y="4515"/>
                  </a:lnTo>
                  <a:lnTo>
                    <a:pt x="3231" y="4327"/>
                  </a:lnTo>
                  <a:lnTo>
                    <a:pt x="3148" y="4126"/>
                  </a:lnTo>
                  <a:lnTo>
                    <a:pt x="3066" y="3926"/>
                  </a:lnTo>
                  <a:lnTo>
                    <a:pt x="2995" y="3726"/>
                  </a:lnTo>
                  <a:lnTo>
                    <a:pt x="2936" y="3513"/>
                  </a:lnTo>
                  <a:lnTo>
                    <a:pt x="2877" y="3313"/>
                  </a:lnTo>
                  <a:lnTo>
                    <a:pt x="2818" y="3101"/>
                  </a:lnTo>
                  <a:lnTo>
                    <a:pt x="2783" y="2889"/>
                  </a:lnTo>
                  <a:lnTo>
                    <a:pt x="2736" y="2665"/>
                  </a:lnTo>
                  <a:lnTo>
                    <a:pt x="2712" y="2452"/>
                  </a:lnTo>
                  <a:lnTo>
                    <a:pt x="2689" y="2228"/>
                  </a:lnTo>
                  <a:lnTo>
                    <a:pt x="2677" y="2004"/>
                  </a:lnTo>
                  <a:lnTo>
                    <a:pt x="2677" y="1780"/>
                  </a:lnTo>
                  <a:lnTo>
                    <a:pt x="3573" y="1780"/>
                  </a:lnTo>
                  <a:lnTo>
                    <a:pt x="1781"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0" name="Google Shape;1500;p103"/>
            <p:cNvSpPr/>
            <p:nvPr/>
          </p:nvSpPr>
          <p:spPr>
            <a:xfrm>
              <a:off x="3016575" y="3128775"/>
              <a:ext cx="153875" cy="222850"/>
            </a:xfrm>
            <a:custGeom>
              <a:avLst/>
              <a:gdLst/>
              <a:ahLst/>
              <a:cxnLst/>
              <a:rect l="l" t="t" r="r" b="b"/>
              <a:pathLst>
                <a:path w="6155" h="8914" extrusionOk="0">
                  <a:moveTo>
                    <a:pt x="814" y="1"/>
                  </a:moveTo>
                  <a:lnTo>
                    <a:pt x="0" y="1604"/>
                  </a:lnTo>
                  <a:lnTo>
                    <a:pt x="201" y="1699"/>
                  </a:lnTo>
                  <a:lnTo>
                    <a:pt x="377" y="1805"/>
                  </a:lnTo>
                  <a:lnTo>
                    <a:pt x="566" y="1911"/>
                  </a:lnTo>
                  <a:lnTo>
                    <a:pt x="743" y="2029"/>
                  </a:lnTo>
                  <a:lnTo>
                    <a:pt x="920" y="2147"/>
                  </a:lnTo>
                  <a:lnTo>
                    <a:pt x="1085" y="2276"/>
                  </a:lnTo>
                  <a:lnTo>
                    <a:pt x="1250" y="2406"/>
                  </a:lnTo>
                  <a:lnTo>
                    <a:pt x="1415" y="2547"/>
                  </a:lnTo>
                  <a:lnTo>
                    <a:pt x="1568" y="2689"/>
                  </a:lnTo>
                  <a:lnTo>
                    <a:pt x="1721" y="2842"/>
                  </a:lnTo>
                  <a:lnTo>
                    <a:pt x="1863" y="2995"/>
                  </a:lnTo>
                  <a:lnTo>
                    <a:pt x="2004" y="3149"/>
                  </a:lnTo>
                  <a:lnTo>
                    <a:pt x="2146" y="3314"/>
                  </a:lnTo>
                  <a:lnTo>
                    <a:pt x="2275" y="3479"/>
                  </a:lnTo>
                  <a:lnTo>
                    <a:pt x="2393" y="3656"/>
                  </a:lnTo>
                  <a:lnTo>
                    <a:pt x="2511" y="3832"/>
                  </a:lnTo>
                  <a:lnTo>
                    <a:pt x="2629" y="4021"/>
                  </a:lnTo>
                  <a:lnTo>
                    <a:pt x="2735" y="4198"/>
                  </a:lnTo>
                  <a:lnTo>
                    <a:pt x="2830" y="4387"/>
                  </a:lnTo>
                  <a:lnTo>
                    <a:pt x="2924" y="4587"/>
                  </a:lnTo>
                  <a:lnTo>
                    <a:pt x="3006" y="4776"/>
                  </a:lnTo>
                  <a:lnTo>
                    <a:pt x="3089" y="4976"/>
                  </a:lnTo>
                  <a:lnTo>
                    <a:pt x="3160" y="5188"/>
                  </a:lnTo>
                  <a:lnTo>
                    <a:pt x="3230" y="5389"/>
                  </a:lnTo>
                  <a:lnTo>
                    <a:pt x="3289" y="5601"/>
                  </a:lnTo>
                  <a:lnTo>
                    <a:pt x="3336" y="5813"/>
                  </a:lnTo>
                  <a:lnTo>
                    <a:pt x="3384" y="6025"/>
                  </a:lnTo>
                  <a:lnTo>
                    <a:pt x="3419" y="6249"/>
                  </a:lnTo>
                  <a:lnTo>
                    <a:pt x="3443" y="6461"/>
                  </a:lnTo>
                  <a:lnTo>
                    <a:pt x="3466" y="6685"/>
                  </a:lnTo>
                  <a:lnTo>
                    <a:pt x="3478" y="6909"/>
                  </a:lnTo>
                  <a:lnTo>
                    <a:pt x="3478" y="7133"/>
                  </a:lnTo>
                  <a:lnTo>
                    <a:pt x="2594" y="7133"/>
                  </a:lnTo>
                  <a:lnTo>
                    <a:pt x="4374" y="8914"/>
                  </a:lnTo>
                  <a:lnTo>
                    <a:pt x="6154" y="7133"/>
                  </a:lnTo>
                  <a:lnTo>
                    <a:pt x="5270" y="7133"/>
                  </a:lnTo>
                  <a:lnTo>
                    <a:pt x="5258" y="6839"/>
                  </a:lnTo>
                  <a:lnTo>
                    <a:pt x="5246" y="6556"/>
                  </a:lnTo>
                  <a:lnTo>
                    <a:pt x="5223" y="6261"/>
                  </a:lnTo>
                  <a:lnTo>
                    <a:pt x="5187" y="5978"/>
                  </a:lnTo>
                  <a:lnTo>
                    <a:pt x="5140" y="5695"/>
                  </a:lnTo>
                  <a:lnTo>
                    <a:pt x="5081" y="5424"/>
                  </a:lnTo>
                  <a:lnTo>
                    <a:pt x="5022" y="5153"/>
                  </a:lnTo>
                  <a:lnTo>
                    <a:pt x="4940" y="4882"/>
                  </a:lnTo>
                  <a:lnTo>
                    <a:pt x="4857" y="4611"/>
                  </a:lnTo>
                  <a:lnTo>
                    <a:pt x="4775" y="4351"/>
                  </a:lnTo>
                  <a:lnTo>
                    <a:pt x="4669" y="4092"/>
                  </a:lnTo>
                  <a:lnTo>
                    <a:pt x="4563" y="3832"/>
                  </a:lnTo>
                  <a:lnTo>
                    <a:pt x="4445" y="3585"/>
                  </a:lnTo>
                  <a:lnTo>
                    <a:pt x="4315" y="3337"/>
                  </a:lnTo>
                  <a:lnTo>
                    <a:pt x="4185" y="3101"/>
                  </a:lnTo>
                  <a:lnTo>
                    <a:pt x="4044" y="2866"/>
                  </a:lnTo>
                  <a:lnTo>
                    <a:pt x="3891" y="2630"/>
                  </a:lnTo>
                  <a:lnTo>
                    <a:pt x="3726" y="2418"/>
                  </a:lnTo>
                  <a:lnTo>
                    <a:pt x="3560" y="2194"/>
                  </a:lnTo>
                  <a:lnTo>
                    <a:pt x="3395" y="1982"/>
                  </a:lnTo>
                  <a:lnTo>
                    <a:pt x="3219" y="1781"/>
                  </a:lnTo>
                  <a:lnTo>
                    <a:pt x="3030" y="1581"/>
                  </a:lnTo>
                  <a:lnTo>
                    <a:pt x="2830" y="1392"/>
                  </a:lnTo>
                  <a:lnTo>
                    <a:pt x="2629" y="1203"/>
                  </a:lnTo>
                  <a:lnTo>
                    <a:pt x="2429" y="1027"/>
                  </a:lnTo>
                  <a:lnTo>
                    <a:pt x="2216" y="850"/>
                  </a:lnTo>
                  <a:lnTo>
                    <a:pt x="1993" y="696"/>
                  </a:lnTo>
                  <a:lnTo>
                    <a:pt x="1769" y="543"/>
                  </a:lnTo>
                  <a:lnTo>
                    <a:pt x="1533" y="390"/>
                  </a:lnTo>
                  <a:lnTo>
                    <a:pt x="1297" y="249"/>
                  </a:lnTo>
                  <a:lnTo>
                    <a:pt x="1061" y="119"/>
                  </a:lnTo>
                  <a:lnTo>
                    <a:pt x="814"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1" name="Google Shape;1501;p103"/>
            <p:cNvSpPr/>
            <p:nvPr/>
          </p:nvSpPr>
          <p:spPr>
            <a:xfrm>
              <a:off x="2858600" y="3217800"/>
              <a:ext cx="178325" cy="178325"/>
            </a:xfrm>
            <a:custGeom>
              <a:avLst/>
              <a:gdLst/>
              <a:ahLst/>
              <a:cxnLst/>
              <a:rect l="l" t="t" r="r" b="b"/>
              <a:pathLst>
                <a:path w="7133" h="7133" extrusionOk="0">
                  <a:moveTo>
                    <a:pt x="3560" y="0"/>
                  </a:moveTo>
                  <a:lnTo>
                    <a:pt x="3384" y="12"/>
                  </a:lnTo>
                  <a:lnTo>
                    <a:pt x="3195" y="24"/>
                  </a:lnTo>
                  <a:lnTo>
                    <a:pt x="3018" y="47"/>
                  </a:lnTo>
                  <a:lnTo>
                    <a:pt x="2841" y="83"/>
                  </a:lnTo>
                  <a:lnTo>
                    <a:pt x="2676" y="118"/>
                  </a:lnTo>
                  <a:lnTo>
                    <a:pt x="2499" y="165"/>
                  </a:lnTo>
                  <a:lnTo>
                    <a:pt x="2334" y="224"/>
                  </a:lnTo>
                  <a:lnTo>
                    <a:pt x="2169" y="283"/>
                  </a:lnTo>
                  <a:lnTo>
                    <a:pt x="2016" y="354"/>
                  </a:lnTo>
                  <a:lnTo>
                    <a:pt x="1863" y="436"/>
                  </a:lnTo>
                  <a:lnTo>
                    <a:pt x="1709" y="519"/>
                  </a:lnTo>
                  <a:lnTo>
                    <a:pt x="1568" y="613"/>
                  </a:lnTo>
                  <a:lnTo>
                    <a:pt x="1427" y="719"/>
                  </a:lnTo>
                  <a:lnTo>
                    <a:pt x="1297" y="814"/>
                  </a:lnTo>
                  <a:lnTo>
                    <a:pt x="1167" y="932"/>
                  </a:lnTo>
                  <a:lnTo>
                    <a:pt x="1037" y="1050"/>
                  </a:lnTo>
                  <a:lnTo>
                    <a:pt x="920" y="1179"/>
                  </a:lnTo>
                  <a:lnTo>
                    <a:pt x="813" y="1297"/>
                  </a:lnTo>
                  <a:lnTo>
                    <a:pt x="707" y="1439"/>
                  </a:lnTo>
                  <a:lnTo>
                    <a:pt x="601" y="1580"/>
                  </a:lnTo>
                  <a:lnTo>
                    <a:pt x="507" y="1721"/>
                  </a:lnTo>
                  <a:lnTo>
                    <a:pt x="424" y="1875"/>
                  </a:lnTo>
                  <a:lnTo>
                    <a:pt x="354" y="2028"/>
                  </a:lnTo>
                  <a:lnTo>
                    <a:pt x="271" y="2181"/>
                  </a:lnTo>
                  <a:lnTo>
                    <a:pt x="212" y="2346"/>
                  </a:lnTo>
                  <a:lnTo>
                    <a:pt x="153" y="2511"/>
                  </a:lnTo>
                  <a:lnTo>
                    <a:pt x="106" y="2676"/>
                  </a:lnTo>
                  <a:lnTo>
                    <a:pt x="71" y="2853"/>
                  </a:lnTo>
                  <a:lnTo>
                    <a:pt x="35" y="3030"/>
                  </a:lnTo>
                  <a:lnTo>
                    <a:pt x="12" y="3207"/>
                  </a:lnTo>
                  <a:lnTo>
                    <a:pt x="0" y="3384"/>
                  </a:lnTo>
                  <a:lnTo>
                    <a:pt x="0" y="3572"/>
                  </a:lnTo>
                  <a:lnTo>
                    <a:pt x="0" y="3749"/>
                  </a:lnTo>
                  <a:lnTo>
                    <a:pt x="12" y="3938"/>
                  </a:lnTo>
                  <a:lnTo>
                    <a:pt x="35" y="4115"/>
                  </a:lnTo>
                  <a:lnTo>
                    <a:pt x="71" y="4292"/>
                  </a:lnTo>
                  <a:lnTo>
                    <a:pt x="106" y="4457"/>
                  </a:lnTo>
                  <a:lnTo>
                    <a:pt x="153" y="4633"/>
                  </a:lnTo>
                  <a:lnTo>
                    <a:pt x="212" y="4798"/>
                  </a:lnTo>
                  <a:lnTo>
                    <a:pt x="271" y="4964"/>
                  </a:lnTo>
                  <a:lnTo>
                    <a:pt x="354" y="5117"/>
                  </a:lnTo>
                  <a:lnTo>
                    <a:pt x="424" y="5270"/>
                  </a:lnTo>
                  <a:lnTo>
                    <a:pt x="507" y="5423"/>
                  </a:lnTo>
                  <a:lnTo>
                    <a:pt x="601" y="5565"/>
                  </a:lnTo>
                  <a:lnTo>
                    <a:pt x="707" y="5706"/>
                  </a:lnTo>
                  <a:lnTo>
                    <a:pt x="813" y="5836"/>
                  </a:lnTo>
                  <a:lnTo>
                    <a:pt x="920" y="5966"/>
                  </a:lnTo>
                  <a:lnTo>
                    <a:pt x="1037" y="6095"/>
                  </a:lnTo>
                  <a:lnTo>
                    <a:pt x="1167" y="6213"/>
                  </a:lnTo>
                  <a:lnTo>
                    <a:pt x="1297" y="6319"/>
                  </a:lnTo>
                  <a:lnTo>
                    <a:pt x="1427" y="6425"/>
                  </a:lnTo>
                  <a:lnTo>
                    <a:pt x="1568" y="6531"/>
                  </a:lnTo>
                  <a:lnTo>
                    <a:pt x="1709" y="6614"/>
                  </a:lnTo>
                  <a:lnTo>
                    <a:pt x="1863" y="6708"/>
                  </a:lnTo>
                  <a:lnTo>
                    <a:pt x="2016" y="6779"/>
                  </a:lnTo>
                  <a:lnTo>
                    <a:pt x="2169" y="6850"/>
                  </a:lnTo>
                  <a:lnTo>
                    <a:pt x="2334" y="6921"/>
                  </a:lnTo>
                  <a:lnTo>
                    <a:pt x="2499" y="6979"/>
                  </a:lnTo>
                  <a:lnTo>
                    <a:pt x="2676" y="7027"/>
                  </a:lnTo>
                  <a:lnTo>
                    <a:pt x="2841" y="7062"/>
                  </a:lnTo>
                  <a:lnTo>
                    <a:pt x="3018" y="7097"/>
                  </a:lnTo>
                  <a:lnTo>
                    <a:pt x="3195" y="7121"/>
                  </a:lnTo>
                  <a:lnTo>
                    <a:pt x="3384" y="7133"/>
                  </a:lnTo>
                  <a:lnTo>
                    <a:pt x="3749" y="7133"/>
                  </a:lnTo>
                  <a:lnTo>
                    <a:pt x="3926" y="7121"/>
                  </a:lnTo>
                  <a:lnTo>
                    <a:pt x="4103" y="7097"/>
                  </a:lnTo>
                  <a:lnTo>
                    <a:pt x="4280" y="7062"/>
                  </a:lnTo>
                  <a:lnTo>
                    <a:pt x="4456" y="7027"/>
                  </a:lnTo>
                  <a:lnTo>
                    <a:pt x="4621" y="6979"/>
                  </a:lnTo>
                  <a:lnTo>
                    <a:pt x="4786" y="6921"/>
                  </a:lnTo>
                  <a:lnTo>
                    <a:pt x="4952" y="6850"/>
                  </a:lnTo>
                  <a:lnTo>
                    <a:pt x="5105" y="6779"/>
                  </a:lnTo>
                  <a:lnTo>
                    <a:pt x="5258" y="6708"/>
                  </a:lnTo>
                  <a:lnTo>
                    <a:pt x="5411" y="6614"/>
                  </a:lnTo>
                  <a:lnTo>
                    <a:pt x="5553" y="6531"/>
                  </a:lnTo>
                  <a:lnTo>
                    <a:pt x="5694" y="6425"/>
                  </a:lnTo>
                  <a:lnTo>
                    <a:pt x="5824" y="6319"/>
                  </a:lnTo>
                  <a:lnTo>
                    <a:pt x="5954" y="6213"/>
                  </a:lnTo>
                  <a:lnTo>
                    <a:pt x="6083" y="6095"/>
                  </a:lnTo>
                  <a:lnTo>
                    <a:pt x="6201" y="5966"/>
                  </a:lnTo>
                  <a:lnTo>
                    <a:pt x="6307" y="5836"/>
                  </a:lnTo>
                  <a:lnTo>
                    <a:pt x="6413" y="5706"/>
                  </a:lnTo>
                  <a:lnTo>
                    <a:pt x="6520" y="5565"/>
                  </a:lnTo>
                  <a:lnTo>
                    <a:pt x="6614" y="5423"/>
                  </a:lnTo>
                  <a:lnTo>
                    <a:pt x="6696" y="5270"/>
                  </a:lnTo>
                  <a:lnTo>
                    <a:pt x="6779" y="5117"/>
                  </a:lnTo>
                  <a:lnTo>
                    <a:pt x="6850" y="4964"/>
                  </a:lnTo>
                  <a:lnTo>
                    <a:pt x="6909" y="4798"/>
                  </a:lnTo>
                  <a:lnTo>
                    <a:pt x="6968" y="4633"/>
                  </a:lnTo>
                  <a:lnTo>
                    <a:pt x="7015" y="4457"/>
                  </a:lnTo>
                  <a:lnTo>
                    <a:pt x="7050" y="4292"/>
                  </a:lnTo>
                  <a:lnTo>
                    <a:pt x="7085" y="4115"/>
                  </a:lnTo>
                  <a:lnTo>
                    <a:pt x="7109" y="3938"/>
                  </a:lnTo>
                  <a:lnTo>
                    <a:pt x="7121" y="3749"/>
                  </a:lnTo>
                  <a:lnTo>
                    <a:pt x="7133" y="3572"/>
                  </a:lnTo>
                  <a:lnTo>
                    <a:pt x="7121" y="3384"/>
                  </a:lnTo>
                  <a:lnTo>
                    <a:pt x="7109" y="3207"/>
                  </a:lnTo>
                  <a:lnTo>
                    <a:pt x="7085" y="3030"/>
                  </a:lnTo>
                  <a:lnTo>
                    <a:pt x="7050" y="2853"/>
                  </a:lnTo>
                  <a:lnTo>
                    <a:pt x="7015" y="2676"/>
                  </a:lnTo>
                  <a:lnTo>
                    <a:pt x="6968" y="2511"/>
                  </a:lnTo>
                  <a:lnTo>
                    <a:pt x="6909" y="2346"/>
                  </a:lnTo>
                  <a:lnTo>
                    <a:pt x="6850" y="2181"/>
                  </a:lnTo>
                  <a:lnTo>
                    <a:pt x="6779" y="2028"/>
                  </a:lnTo>
                  <a:lnTo>
                    <a:pt x="6696" y="1875"/>
                  </a:lnTo>
                  <a:lnTo>
                    <a:pt x="6614" y="1721"/>
                  </a:lnTo>
                  <a:lnTo>
                    <a:pt x="6520" y="1580"/>
                  </a:lnTo>
                  <a:lnTo>
                    <a:pt x="6413" y="1439"/>
                  </a:lnTo>
                  <a:lnTo>
                    <a:pt x="6307" y="1297"/>
                  </a:lnTo>
                  <a:lnTo>
                    <a:pt x="6201" y="1179"/>
                  </a:lnTo>
                  <a:lnTo>
                    <a:pt x="6083" y="1050"/>
                  </a:lnTo>
                  <a:lnTo>
                    <a:pt x="5954" y="932"/>
                  </a:lnTo>
                  <a:lnTo>
                    <a:pt x="5824" y="814"/>
                  </a:lnTo>
                  <a:lnTo>
                    <a:pt x="5694" y="719"/>
                  </a:lnTo>
                  <a:lnTo>
                    <a:pt x="5553" y="613"/>
                  </a:lnTo>
                  <a:lnTo>
                    <a:pt x="5411" y="519"/>
                  </a:lnTo>
                  <a:lnTo>
                    <a:pt x="5258" y="436"/>
                  </a:lnTo>
                  <a:lnTo>
                    <a:pt x="5105" y="354"/>
                  </a:lnTo>
                  <a:lnTo>
                    <a:pt x="4952" y="283"/>
                  </a:lnTo>
                  <a:lnTo>
                    <a:pt x="4786" y="224"/>
                  </a:lnTo>
                  <a:lnTo>
                    <a:pt x="4621" y="165"/>
                  </a:lnTo>
                  <a:lnTo>
                    <a:pt x="4456" y="118"/>
                  </a:lnTo>
                  <a:lnTo>
                    <a:pt x="4280" y="83"/>
                  </a:lnTo>
                  <a:lnTo>
                    <a:pt x="4103" y="47"/>
                  </a:lnTo>
                  <a:lnTo>
                    <a:pt x="3926" y="24"/>
                  </a:lnTo>
                  <a:lnTo>
                    <a:pt x="3749" y="12"/>
                  </a:lnTo>
                  <a:lnTo>
                    <a:pt x="3560"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502" name="Google Shape;1502;p103"/>
          <p:cNvSpPr txBox="1"/>
          <p:nvPr/>
        </p:nvSpPr>
        <p:spPr>
          <a:xfrm>
            <a:off x="1939900" y="983750"/>
            <a:ext cx="1033800" cy="4926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900" b="1">
                <a:solidFill>
                  <a:schemeClr val="dk1"/>
                </a:solidFill>
                <a:latin typeface="IBM Plex Sans"/>
                <a:ea typeface="IBM Plex Sans"/>
                <a:cs typeface="IBM Plex Sans"/>
                <a:sym typeface="IBM Plex Sans"/>
              </a:rPr>
              <a:t>Human Work</a:t>
            </a:r>
            <a:endParaRPr sz="900" b="1">
              <a:solidFill>
                <a:schemeClr val="dk1"/>
              </a:solidFill>
              <a:latin typeface="IBM Plex Sans"/>
              <a:ea typeface="IBM Plex Sans"/>
              <a:cs typeface="IBM Plex Sans"/>
              <a:sym typeface="IBM Plex Sans"/>
            </a:endParaRPr>
          </a:p>
        </p:txBody>
      </p:sp>
      <p:sp>
        <p:nvSpPr>
          <p:cNvPr id="1503" name="Google Shape;1503;p103"/>
          <p:cNvSpPr txBox="1"/>
          <p:nvPr/>
        </p:nvSpPr>
        <p:spPr>
          <a:xfrm>
            <a:off x="2989625" y="1137650"/>
            <a:ext cx="880200" cy="3387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900" b="1">
                <a:solidFill>
                  <a:schemeClr val="dk1"/>
                </a:solidFill>
                <a:latin typeface="IBM Plex Sans"/>
                <a:ea typeface="IBM Plex Sans"/>
                <a:cs typeface="IBM Plex Sans"/>
                <a:sym typeface="IBM Plex Sans"/>
              </a:rPr>
              <a:t>AI</a:t>
            </a:r>
            <a:endParaRPr sz="900" b="1">
              <a:solidFill>
                <a:schemeClr val="dk1"/>
              </a:solidFill>
              <a:latin typeface="IBM Plex Sans"/>
              <a:ea typeface="IBM Plex Sans"/>
              <a:cs typeface="IBM Plex Sans"/>
              <a:sym typeface="IBM Plex Sans"/>
            </a:endParaRPr>
          </a:p>
        </p:txBody>
      </p:sp>
      <p:sp>
        <p:nvSpPr>
          <p:cNvPr id="1504" name="Google Shape;1504;p103"/>
          <p:cNvSpPr txBox="1"/>
          <p:nvPr/>
        </p:nvSpPr>
        <p:spPr>
          <a:xfrm>
            <a:off x="3878794" y="983750"/>
            <a:ext cx="1033800" cy="4926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900" b="1">
                <a:solidFill>
                  <a:schemeClr val="dk1"/>
                </a:solidFill>
                <a:latin typeface="IBM Plex Sans"/>
                <a:ea typeface="IBM Plex Sans"/>
                <a:cs typeface="IBM Plex Sans"/>
                <a:sym typeface="IBM Plex Sans"/>
              </a:rPr>
              <a:t>Business Rules</a:t>
            </a:r>
            <a:endParaRPr sz="900" b="1">
              <a:solidFill>
                <a:schemeClr val="dk1"/>
              </a:solidFill>
              <a:latin typeface="IBM Plex Sans"/>
              <a:ea typeface="IBM Plex Sans"/>
              <a:cs typeface="IBM Plex Sans"/>
              <a:sym typeface="IBM Plex Sans"/>
            </a:endParaRPr>
          </a:p>
        </p:txBody>
      </p:sp>
      <p:sp>
        <p:nvSpPr>
          <p:cNvPr id="1505" name="Google Shape;1505;p103"/>
          <p:cNvSpPr txBox="1"/>
          <p:nvPr/>
        </p:nvSpPr>
        <p:spPr>
          <a:xfrm>
            <a:off x="4855197" y="983750"/>
            <a:ext cx="1006200" cy="4926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900" b="1">
                <a:solidFill>
                  <a:schemeClr val="dk1"/>
                </a:solidFill>
                <a:latin typeface="IBM Plex Sans"/>
                <a:ea typeface="IBM Plex Sans"/>
                <a:cs typeface="IBM Plex Sans"/>
                <a:sym typeface="IBM Plex Sans"/>
              </a:rPr>
              <a:t>Microservices</a:t>
            </a:r>
            <a:endParaRPr sz="900" b="1">
              <a:solidFill>
                <a:schemeClr val="dk1"/>
              </a:solidFill>
              <a:latin typeface="IBM Plex Sans"/>
              <a:ea typeface="IBM Plex Sans"/>
              <a:cs typeface="IBM Plex Sans"/>
              <a:sym typeface="IBM Plex Sans"/>
            </a:endParaRPr>
          </a:p>
        </p:txBody>
      </p:sp>
      <p:sp>
        <p:nvSpPr>
          <p:cNvPr id="1506" name="Google Shape;1506;p103"/>
          <p:cNvSpPr txBox="1"/>
          <p:nvPr/>
        </p:nvSpPr>
        <p:spPr>
          <a:xfrm>
            <a:off x="5906225" y="1137650"/>
            <a:ext cx="880200" cy="3387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900" b="1">
                <a:solidFill>
                  <a:schemeClr val="dk1"/>
                </a:solidFill>
                <a:latin typeface="IBM Plex Sans"/>
                <a:ea typeface="IBM Plex Sans"/>
                <a:cs typeface="IBM Plex Sans"/>
                <a:sym typeface="IBM Plex Sans"/>
              </a:rPr>
              <a:t>RPA</a:t>
            </a:r>
            <a:endParaRPr sz="900" b="1">
              <a:solidFill>
                <a:schemeClr val="dk1"/>
              </a:solidFill>
              <a:latin typeface="IBM Plex Sans"/>
              <a:ea typeface="IBM Plex Sans"/>
              <a:cs typeface="IBM Plex Sans"/>
              <a:sym typeface="IBM Plex Sans"/>
            </a:endParaRPr>
          </a:p>
        </p:txBody>
      </p:sp>
      <p:sp>
        <p:nvSpPr>
          <p:cNvPr id="1507" name="Google Shape;1507;p103"/>
          <p:cNvSpPr txBox="1"/>
          <p:nvPr/>
        </p:nvSpPr>
        <p:spPr>
          <a:xfrm>
            <a:off x="6878425" y="1137650"/>
            <a:ext cx="880200" cy="3387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900" b="1">
                <a:solidFill>
                  <a:schemeClr val="dk1"/>
                </a:solidFill>
                <a:latin typeface="IBM Plex Sans"/>
                <a:ea typeface="IBM Plex Sans"/>
                <a:cs typeface="IBM Plex Sans"/>
                <a:sym typeface="IBM Plex Sans"/>
              </a:rPr>
              <a:t>API</a:t>
            </a:r>
            <a:endParaRPr sz="900" b="1">
              <a:solidFill>
                <a:schemeClr val="dk1"/>
              </a:solidFill>
              <a:latin typeface="IBM Plex Sans"/>
              <a:ea typeface="IBM Plex Sans"/>
              <a:cs typeface="IBM Plex Sans"/>
              <a:sym typeface="IBM Plex Sans"/>
            </a:endParaRPr>
          </a:p>
        </p:txBody>
      </p:sp>
      <p:sp>
        <p:nvSpPr>
          <p:cNvPr id="1508" name="Google Shape;1508;p103"/>
          <p:cNvSpPr txBox="1"/>
          <p:nvPr/>
        </p:nvSpPr>
        <p:spPr>
          <a:xfrm>
            <a:off x="7850625" y="1137650"/>
            <a:ext cx="880200" cy="3387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900" b="1">
                <a:solidFill>
                  <a:schemeClr val="dk1"/>
                </a:solidFill>
                <a:latin typeface="IBM Plex Sans"/>
                <a:ea typeface="IBM Plex Sans"/>
                <a:cs typeface="IBM Plex Sans"/>
                <a:sym typeface="IBM Plex Sans"/>
              </a:rPr>
              <a:t>IoT</a:t>
            </a:r>
            <a:endParaRPr sz="900" b="1">
              <a:solidFill>
                <a:schemeClr val="dk1"/>
              </a:solidFill>
              <a:latin typeface="IBM Plex Sans"/>
              <a:ea typeface="IBM Plex Sans"/>
              <a:cs typeface="IBM Plex Sans"/>
              <a:sym typeface="IBM Plex Sans"/>
            </a:endParaRPr>
          </a:p>
        </p:txBody>
      </p:sp>
      <p:grpSp>
        <p:nvGrpSpPr>
          <p:cNvPr id="1509" name="Google Shape;1509;p103"/>
          <p:cNvGrpSpPr/>
          <p:nvPr/>
        </p:nvGrpSpPr>
        <p:grpSpPr>
          <a:xfrm>
            <a:off x="7174928" y="2840794"/>
            <a:ext cx="268663" cy="161407"/>
            <a:chOff x="3489775" y="2366300"/>
            <a:chExt cx="366325" cy="220050"/>
          </a:xfrm>
        </p:grpSpPr>
        <p:sp>
          <p:nvSpPr>
            <p:cNvPr id="1510" name="Google Shape;1510;p103"/>
            <p:cNvSpPr/>
            <p:nvPr/>
          </p:nvSpPr>
          <p:spPr>
            <a:xfrm>
              <a:off x="3583200" y="2455525"/>
              <a:ext cx="179500" cy="41575"/>
            </a:xfrm>
            <a:custGeom>
              <a:avLst/>
              <a:gdLst/>
              <a:ahLst/>
              <a:cxnLst/>
              <a:rect l="l" t="t" r="r" b="b"/>
              <a:pathLst>
                <a:path w="7180" h="1663" extrusionOk="0">
                  <a:moveTo>
                    <a:pt x="709" y="1"/>
                  </a:moveTo>
                  <a:lnTo>
                    <a:pt x="610" y="11"/>
                  </a:lnTo>
                  <a:lnTo>
                    <a:pt x="532" y="30"/>
                  </a:lnTo>
                  <a:lnTo>
                    <a:pt x="453" y="50"/>
                  </a:lnTo>
                  <a:lnTo>
                    <a:pt x="374" y="70"/>
                  </a:lnTo>
                  <a:lnTo>
                    <a:pt x="315" y="109"/>
                  </a:lnTo>
                  <a:lnTo>
                    <a:pt x="256" y="148"/>
                  </a:lnTo>
                  <a:lnTo>
                    <a:pt x="197" y="188"/>
                  </a:lnTo>
                  <a:lnTo>
                    <a:pt x="148" y="237"/>
                  </a:lnTo>
                  <a:lnTo>
                    <a:pt x="109" y="286"/>
                  </a:lnTo>
                  <a:lnTo>
                    <a:pt x="79" y="345"/>
                  </a:lnTo>
                  <a:lnTo>
                    <a:pt x="50" y="414"/>
                  </a:lnTo>
                  <a:lnTo>
                    <a:pt x="30" y="483"/>
                  </a:lnTo>
                  <a:lnTo>
                    <a:pt x="10" y="552"/>
                  </a:lnTo>
                  <a:lnTo>
                    <a:pt x="1" y="620"/>
                  </a:lnTo>
                  <a:lnTo>
                    <a:pt x="1" y="709"/>
                  </a:lnTo>
                  <a:lnTo>
                    <a:pt x="1" y="955"/>
                  </a:lnTo>
                  <a:lnTo>
                    <a:pt x="1" y="1033"/>
                  </a:lnTo>
                  <a:lnTo>
                    <a:pt x="10" y="1112"/>
                  </a:lnTo>
                  <a:lnTo>
                    <a:pt x="30" y="1181"/>
                  </a:lnTo>
                  <a:lnTo>
                    <a:pt x="50" y="1250"/>
                  </a:lnTo>
                  <a:lnTo>
                    <a:pt x="79" y="1319"/>
                  </a:lnTo>
                  <a:lnTo>
                    <a:pt x="109" y="1368"/>
                  </a:lnTo>
                  <a:lnTo>
                    <a:pt x="148" y="1427"/>
                  </a:lnTo>
                  <a:lnTo>
                    <a:pt x="197" y="1476"/>
                  </a:lnTo>
                  <a:lnTo>
                    <a:pt x="256" y="1515"/>
                  </a:lnTo>
                  <a:lnTo>
                    <a:pt x="315" y="1555"/>
                  </a:lnTo>
                  <a:lnTo>
                    <a:pt x="374" y="1584"/>
                  </a:lnTo>
                  <a:lnTo>
                    <a:pt x="453" y="1614"/>
                  </a:lnTo>
                  <a:lnTo>
                    <a:pt x="532" y="1633"/>
                  </a:lnTo>
                  <a:lnTo>
                    <a:pt x="610" y="1653"/>
                  </a:lnTo>
                  <a:lnTo>
                    <a:pt x="709" y="1663"/>
                  </a:lnTo>
                  <a:lnTo>
                    <a:pt x="905" y="1663"/>
                  </a:lnTo>
                  <a:lnTo>
                    <a:pt x="1004" y="1653"/>
                  </a:lnTo>
                  <a:lnTo>
                    <a:pt x="1082" y="1633"/>
                  </a:lnTo>
                  <a:lnTo>
                    <a:pt x="1161" y="1614"/>
                  </a:lnTo>
                  <a:lnTo>
                    <a:pt x="1240" y="1584"/>
                  </a:lnTo>
                  <a:lnTo>
                    <a:pt x="1299" y="1555"/>
                  </a:lnTo>
                  <a:lnTo>
                    <a:pt x="1358" y="1515"/>
                  </a:lnTo>
                  <a:lnTo>
                    <a:pt x="1417" y="1476"/>
                  </a:lnTo>
                  <a:lnTo>
                    <a:pt x="1466" y="1427"/>
                  </a:lnTo>
                  <a:lnTo>
                    <a:pt x="1505" y="1368"/>
                  </a:lnTo>
                  <a:lnTo>
                    <a:pt x="1535" y="1319"/>
                  </a:lnTo>
                  <a:lnTo>
                    <a:pt x="1564" y="1250"/>
                  </a:lnTo>
                  <a:lnTo>
                    <a:pt x="1584" y="1181"/>
                  </a:lnTo>
                  <a:lnTo>
                    <a:pt x="1604" y="1112"/>
                  </a:lnTo>
                  <a:lnTo>
                    <a:pt x="1604" y="1033"/>
                  </a:lnTo>
                  <a:lnTo>
                    <a:pt x="1613" y="955"/>
                  </a:lnTo>
                  <a:lnTo>
                    <a:pt x="1613" y="709"/>
                  </a:lnTo>
                  <a:lnTo>
                    <a:pt x="1604" y="620"/>
                  </a:lnTo>
                  <a:lnTo>
                    <a:pt x="1604" y="552"/>
                  </a:lnTo>
                  <a:lnTo>
                    <a:pt x="1584" y="483"/>
                  </a:lnTo>
                  <a:lnTo>
                    <a:pt x="1564" y="414"/>
                  </a:lnTo>
                  <a:lnTo>
                    <a:pt x="1535" y="345"/>
                  </a:lnTo>
                  <a:lnTo>
                    <a:pt x="1505" y="286"/>
                  </a:lnTo>
                  <a:lnTo>
                    <a:pt x="1466" y="237"/>
                  </a:lnTo>
                  <a:lnTo>
                    <a:pt x="1417" y="188"/>
                  </a:lnTo>
                  <a:lnTo>
                    <a:pt x="1358" y="148"/>
                  </a:lnTo>
                  <a:lnTo>
                    <a:pt x="1299" y="109"/>
                  </a:lnTo>
                  <a:lnTo>
                    <a:pt x="1240" y="70"/>
                  </a:lnTo>
                  <a:lnTo>
                    <a:pt x="1161" y="50"/>
                  </a:lnTo>
                  <a:lnTo>
                    <a:pt x="1082" y="30"/>
                  </a:lnTo>
                  <a:lnTo>
                    <a:pt x="1004" y="11"/>
                  </a:lnTo>
                  <a:lnTo>
                    <a:pt x="905" y="1"/>
                  </a:lnTo>
                  <a:close/>
                  <a:moveTo>
                    <a:pt x="3492" y="1"/>
                  </a:moveTo>
                  <a:lnTo>
                    <a:pt x="3403" y="11"/>
                  </a:lnTo>
                  <a:lnTo>
                    <a:pt x="3315" y="30"/>
                  </a:lnTo>
                  <a:lnTo>
                    <a:pt x="3236" y="50"/>
                  </a:lnTo>
                  <a:lnTo>
                    <a:pt x="3167" y="70"/>
                  </a:lnTo>
                  <a:lnTo>
                    <a:pt x="3098" y="109"/>
                  </a:lnTo>
                  <a:lnTo>
                    <a:pt x="3039" y="148"/>
                  </a:lnTo>
                  <a:lnTo>
                    <a:pt x="2980" y="188"/>
                  </a:lnTo>
                  <a:lnTo>
                    <a:pt x="2941" y="237"/>
                  </a:lnTo>
                  <a:lnTo>
                    <a:pt x="2902" y="286"/>
                  </a:lnTo>
                  <a:lnTo>
                    <a:pt x="2862" y="345"/>
                  </a:lnTo>
                  <a:lnTo>
                    <a:pt x="2833" y="414"/>
                  </a:lnTo>
                  <a:lnTo>
                    <a:pt x="2813" y="483"/>
                  </a:lnTo>
                  <a:lnTo>
                    <a:pt x="2803" y="552"/>
                  </a:lnTo>
                  <a:lnTo>
                    <a:pt x="2793" y="620"/>
                  </a:lnTo>
                  <a:lnTo>
                    <a:pt x="2784" y="709"/>
                  </a:lnTo>
                  <a:lnTo>
                    <a:pt x="2784" y="955"/>
                  </a:lnTo>
                  <a:lnTo>
                    <a:pt x="2793" y="1033"/>
                  </a:lnTo>
                  <a:lnTo>
                    <a:pt x="2803" y="1112"/>
                  </a:lnTo>
                  <a:lnTo>
                    <a:pt x="2813" y="1181"/>
                  </a:lnTo>
                  <a:lnTo>
                    <a:pt x="2833" y="1250"/>
                  </a:lnTo>
                  <a:lnTo>
                    <a:pt x="2862" y="1319"/>
                  </a:lnTo>
                  <a:lnTo>
                    <a:pt x="2902" y="1368"/>
                  </a:lnTo>
                  <a:lnTo>
                    <a:pt x="2941" y="1427"/>
                  </a:lnTo>
                  <a:lnTo>
                    <a:pt x="2980" y="1476"/>
                  </a:lnTo>
                  <a:lnTo>
                    <a:pt x="3039" y="1515"/>
                  </a:lnTo>
                  <a:lnTo>
                    <a:pt x="3098" y="1555"/>
                  </a:lnTo>
                  <a:lnTo>
                    <a:pt x="3167" y="1584"/>
                  </a:lnTo>
                  <a:lnTo>
                    <a:pt x="3236" y="1614"/>
                  </a:lnTo>
                  <a:lnTo>
                    <a:pt x="3315" y="1633"/>
                  </a:lnTo>
                  <a:lnTo>
                    <a:pt x="3403" y="1653"/>
                  </a:lnTo>
                  <a:lnTo>
                    <a:pt x="3492" y="1663"/>
                  </a:lnTo>
                  <a:lnTo>
                    <a:pt x="3688" y="1663"/>
                  </a:lnTo>
                  <a:lnTo>
                    <a:pt x="3787" y="1653"/>
                  </a:lnTo>
                  <a:lnTo>
                    <a:pt x="3875" y="1633"/>
                  </a:lnTo>
                  <a:lnTo>
                    <a:pt x="3954" y="1614"/>
                  </a:lnTo>
                  <a:lnTo>
                    <a:pt x="4023" y="1584"/>
                  </a:lnTo>
                  <a:lnTo>
                    <a:pt x="4091" y="1555"/>
                  </a:lnTo>
                  <a:lnTo>
                    <a:pt x="4150" y="1515"/>
                  </a:lnTo>
                  <a:lnTo>
                    <a:pt x="4200" y="1476"/>
                  </a:lnTo>
                  <a:lnTo>
                    <a:pt x="4249" y="1427"/>
                  </a:lnTo>
                  <a:lnTo>
                    <a:pt x="4288" y="1368"/>
                  </a:lnTo>
                  <a:lnTo>
                    <a:pt x="4318" y="1319"/>
                  </a:lnTo>
                  <a:lnTo>
                    <a:pt x="4347" y="1250"/>
                  </a:lnTo>
                  <a:lnTo>
                    <a:pt x="4367" y="1181"/>
                  </a:lnTo>
                  <a:lnTo>
                    <a:pt x="4386" y="1112"/>
                  </a:lnTo>
                  <a:lnTo>
                    <a:pt x="4396" y="1033"/>
                  </a:lnTo>
                  <a:lnTo>
                    <a:pt x="4396" y="955"/>
                  </a:lnTo>
                  <a:lnTo>
                    <a:pt x="4396" y="709"/>
                  </a:lnTo>
                  <a:lnTo>
                    <a:pt x="4396" y="620"/>
                  </a:lnTo>
                  <a:lnTo>
                    <a:pt x="4386" y="552"/>
                  </a:lnTo>
                  <a:lnTo>
                    <a:pt x="4367" y="483"/>
                  </a:lnTo>
                  <a:lnTo>
                    <a:pt x="4347" y="414"/>
                  </a:lnTo>
                  <a:lnTo>
                    <a:pt x="4318" y="345"/>
                  </a:lnTo>
                  <a:lnTo>
                    <a:pt x="4288" y="286"/>
                  </a:lnTo>
                  <a:lnTo>
                    <a:pt x="4249" y="237"/>
                  </a:lnTo>
                  <a:lnTo>
                    <a:pt x="4200" y="188"/>
                  </a:lnTo>
                  <a:lnTo>
                    <a:pt x="4150" y="148"/>
                  </a:lnTo>
                  <a:lnTo>
                    <a:pt x="4091" y="109"/>
                  </a:lnTo>
                  <a:lnTo>
                    <a:pt x="4023" y="70"/>
                  </a:lnTo>
                  <a:lnTo>
                    <a:pt x="3954" y="50"/>
                  </a:lnTo>
                  <a:lnTo>
                    <a:pt x="3875" y="30"/>
                  </a:lnTo>
                  <a:lnTo>
                    <a:pt x="3787" y="11"/>
                  </a:lnTo>
                  <a:lnTo>
                    <a:pt x="3688" y="1"/>
                  </a:lnTo>
                  <a:close/>
                  <a:moveTo>
                    <a:pt x="6274" y="1"/>
                  </a:moveTo>
                  <a:lnTo>
                    <a:pt x="6186" y="11"/>
                  </a:lnTo>
                  <a:lnTo>
                    <a:pt x="6097" y="30"/>
                  </a:lnTo>
                  <a:lnTo>
                    <a:pt x="6019" y="50"/>
                  </a:lnTo>
                  <a:lnTo>
                    <a:pt x="5950" y="70"/>
                  </a:lnTo>
                  <a:lnTo>
                    <a:pt x="5881" y="109"/>
                  </a:lnTo>
                  <a:lnTo>
                    <a:pt x="5822" y="148"/>
                  </a:lnTo>
                  <a:lnTo>
                    <a:pt x="5773" y="188"/>
                  </a:lnTo>
                  <a:lnTo>
                    <a:pt x="5724" y="237"/>
                  </a:lnTo>
                  <a:lnTo>
                    <a:pt x="5684" y="286"/>
                  </a:lnTo>
                  <a:lnTo>
                    <a:pt x="5645" y="345"/>
                  </a:lnTo>
                  <a:lnTo>
                    <a:pt x="5625" y="414"/>
                  </a:lnTo>
                  <a:lnTo>
                    <a:pt x="5606" y="483"/>
                  </a:lnTo>
                  <a:lnTo>
                    <a:pt x="5586" y="552"/>
                  </a:lnTo>
                  <a:lnTo>
                    <a:pt x="5576" y="620"/>
                  </a:lnTo>
                  <a:lnTo>
                    <a:pt x="5576" y="709"/>
                  </a:lnTo>
                  <a:lnTo>
                    <a:pt x="5576" y="955"/>
                  </a:lnTo>
                  <a:lnTo>
                    <a:pt x="5576" y="1033"/>
                  </a:lnTo>
                  <a:lnTo>
                    <a:pt x="5586" y="1112"/>
                  </a:lnTo>
                  <a:lnTo>
                    <a:pt x="5606" y="1181"/>
                  </a:lnTo>
                  <a:lnTo>
                    <a:pt x="5625" y="1250"/>
                  </a:lnTo>
                  <a:lnTo>
                    <a:pt x="5645" y="1319"/>
                  </a:lnTo>
                  <a:lnTo>
                    <a:pt x="5684" y="1368"/>
                  </a:lnTo>
                  <a:lnTo>
                    <a:pt x="5724" y="1427"/>
                  </a:lnTo>
                  <a:lnTo>
                    <a:pt x="5773" y="1476"/>
                  </a:lnTo>
                  <a:lnTo>
                    <a:pt x="5822" y="1515"/>
                  </a:lnTo>
                  <a:lnTo>
                    <a:pt x="5881" y="1555"/>
                  </a:lnTo>
                  <a:lnTo>
                    <a:pt x="5950" y="1584"/>
                  </a:lnTo>
                  <a:lnTo>
                    <a:pt x="6019" y="1614"/>
                  </a:lnTo>
                  <a:lnTo>
                    <a:pt x="6097" y="1633"/>
                  </a:lnTo>
                  <a:lnTo>
                    <a:pt x="6186" y="1653"/>
                  </a:lnTo>
                  <a:lnTo>
                    <a:pt x="6274" y="1663"/>
                  </a:lnTo>
                  <a:lnTo>
                    <a:pt x="6481" y="1663"/>
                  </a:lnTo>
                  <a:lnTo>
                    <a:pt x="6569" y="1653"/>
                  </a:lnTo>
                  <a:lnTo>
                    <a:pt x="6658" y="1633"/>
                  </a:lnTo>
                  <a:lnTo>
                    <a:pt x="6737" y="1614"/>
                  </a:lnTo>
                  <a:lnTo>
                    <a:pt x="6805" y="1584"/>
                  </a:lnTo>
                  <a:lnTo>
                    <a:pt x="6874" y="1555"/>
                  </a:lnTo>
                  <a:lnTo>
                    <a:pt x="6933" y="1515"/>
                  </a:lnTo>
                  <a:lnTo>
                    <a:pt x="6982" y="1476"/>
                  </a:lnTo>
                  <a:lnTo>
                    <a:pt x="7032" y="1427"/>
                  </a:lnTo>
                  <a:lnTo>
                    <a:pt x="7071" y="1368"/>
                  </a:lnTo>
                  <a:lnTo>
                    <a:pt x="7110" y="1319"/>
                  </a:lnTo>
                  <a:lnTo>
                    <a:pt x="7130" y="1250"/>
                  </a:lnTo>
                  <a:lnTo>
                    <a:pt x="7159" y="1181"/>
                  </a:lnTo>
                  <a:lnTo>
                    <a:pt x="7169" y="1112"/>
                  </a:lnTo>
                  <a:lnTo>
                    <a:pt x="7179" y="1033"/>
                  </a:lnTo>
                  <a:lnTo>
                    <a:pt x="7179" y="955"/>
                  </a:lnTo>
                  <a:lnTo>
                    <a:pt x="7179" y="709"/>
                  </a:lnTo>
                  <a:lnTo>
                    <a:pt x="7179" y="620"/>
                  </a:lnTo>
                  <a:lnTo>
                    <a:pt x="7169" y="552"/>
                  </a:lnTo>
                  <a:lnTo>
                    <a:pt x="7159" y="483"/>
                  </a:lnTo>
                  <a:lnTo>
                    <a:pt x="7130" y="414"/>
                  </a:lnTo>
                  <a:lnTo>
                    <a:pt x="7110" y="345"/>
                  </a:lnTo>
                  <a:lnTo>
                    <a:pt x="7071" y="286"/>
                  </a:lnTo>
                  <a:lnTo>
                    <a:pt x="7032" y="237"/>
                  </a:lnTo>
                  <a:lnTo>
                    <a:pt x="6982" y="188"/>
                  </a:lnTo>
                  <a:lnTo>
                    <a:pt x="6933" y="148"/>
                  </a:lnTo>
                  <a:lnTo>
                    <a:pt x="6874" y="109"/>
                  </a:lnTo>
                  <a:lnTo>
                    <a:pt x="6805" y="70"/>
                  </a:lnTo>
                  <a:lnTo>
                    <a:pt x="6737" y="50"/>
                  </a:lnTo>
                  <a:lnTo>
                    <a:pt x="6658" y="30"/>
                  </a:lnTo>
                  <a:lnTo>
                    <a:pt x="6569" y="11"/>
                  </a:lnTo>
                  <a:lnTo>
                    <a:pt x="6481"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1" name="Google Shape;1511;p103"/>
            <p:cNvSpPr/>
            <p:nvPr/>
          </p:nvSpPr>
          <p:spPr>
            <a:xfrm>
              <a:off x="3489775" y="2366300"/>
              <a:ext cx="366325" cy="220050"/>
            </a:xfrm>
            <a:custGeom>
              <a:avLst/>
              <a:gdLst/>
              <a:ahLst/>
              <a:cxnLst/>
              <a:rect l="l" t="t" r="r" b="b"/>
              <a:pathLst>
                <a:path w="14653" h="8802" extrusionOk="0">
                  <a:moveTo>
                    <a:pt x="1604" y="0"/>
                  </a:moveTo>
                  <a:lnTo>
                    <a:pt x="1515" y="10"/>
                  </a:lnTo>
                  <a:lnTo>
                    <a:pt x="1437" y="30"/>
                  </a:lnTo>
                  <a:lnTo>
                    <a:pt x="1358" y="50"/>
                  </a:lnTo>
                  <a:lnTo>
                    <a:pt x="1279" y="79"/>
                  </a:lnTo>
                  <a:lnTo>
                    <a:pt x="1210" y="118"/>
                  </a:lnTo>
                  <a:lnTo>
                    <a:pt x="1151" y="158"/>
                  </a:lnTo>
                  <a:lnTo>
                    <a:pt x="1092" y="207"/>
                  </a:lnTo>
                  <a:lnTo>
                    <a:pt x="1043" y="266"/>
                  </a:lnTo>
                  <a:lnTo>
                    <a:pt x="994" y="335"/>
                  </a:lnTo>
                  <a:lnTo>
                    <a:pt x="955" y="404"/>
                  </a:lnTo>
                  <a:lnTo>
                    <a:pt x="915" y="482"/>
                  </a:lnTo>
                  <a:lnTo>
                    <a:pt x="896" y="571"/>
                  </a:lnTo>
                  <a:lnTo>
                    <a:pt x="876" y="669"/>
                  </a:lnTo>
                  <a:lnTo>
                    <a:pt x="856" y="767"/>
                  </a:lnTo>
                  <a:lnTo>
                    <a:pt x="856" y="876"/>
                  </a:lnTo>
                  <a:lnTo>
                    <a:pt x="856" y="3098"/>
                  </a:lnTo>
                  <a:lnTo>
                    <a:pt x="856" y="3196"/>
                  </a:lnTo>
                  <a:lnTo>
                    <a:pt x="837" y="3285"/>
                  </a:lnTo>
                  <a:lnTo>
                    <a:pt x="827" y="3363"/>
                  </a:lnTo>
                  <a:lnTo>
                    <a:pt x="797" y="3442"/>
                  </a:lnTo>
                  <a:lnTo>
                    <a:pt x="768" y="3511"/>
                  </a:lnTo>
                  <a:lnTo>
                    <a:pt x="729" y="3570"/>
                  </a:lnTo>
                  <a:lnTo>
                    <a:pt x="679" y="3629"/>
                  </a:lnTo>
                  <a:lnTo>
                    <a:pt x="630" y="3678"/>
                  </a:lnTo>
                  <a:lnTo>
                    <a:pt x="571" y="3727"/>
                  </a:lnTo>
                  <a:lnTo>
                    <a:pt x="502" y="3767"/>
                  </a:lnTo>
                  <a:lnTo>
                    <a:pt x="434" y="3796"/>
                  </a:lnTo>
                  <a:lnTo>
                    <a:pt x="355" y="3826"/>
                  </a:lnTo>
                  <a:lnTo>
                    <a:pt x="276" y="3845"/>
                  </a:lnTo>
                  <a:lnTo>
                    <a:pt x="188" y="3855"/>
                  </a:lnTo>
                  <a:lnTo>
                    <a:pt x="99" y="3865"/>
                  </a:lnTo>
                  <a:lnTo>
                    <a:pt x="1" y="3875"/>
                  </a:lnTo>
                  <a:lnTo>
                    <a:pt x="1" y="4927"/>
                  </a:lnTo>
                  <a:lnTo>
                    <a:pt x="99" y="4937"/>
                  </a:lnTo>
                  <a:lnTo>
                    <a:pt x="188" y="4947"/>
                  </a:lnTo>
                  <a:lnTo>
                    <a:pt x="276" y="4956"/>
                  </a:lnTo>
                  <a:lnTo>
                    <a:pt x="355" y="4976"/>
                  </a:lnTo>
                  <a:lnTo>
                    <a:pt x="434" y="5006"/>
                  </a:lnTo>
                  <a:lnTo>
                    <a:pt x="502" y="5035"/>
                  </a:lnTo>
                  <a:lnTo>
                    <a:pt x="571" y="5074"/>
                  </a:lnTo>
                  <a:lnTo>
                    <a:pt x="630" y="5124"/>
                  </a:lnTo>
                  <a:lnTo>
                    <a:pt x="679" y="5173"/>
                  </a:lnTo>
                  <a:lnTo>
                    <a:pt x="729" y="5232"/>
                  </a:lnTo>
                  <a:lnTo>
                    <a:pt x="768" y="5291"/>
                  </a:lnTo>
                  <a:lnTo>
                    <a:pt x="797" y="5360"/>
                  </a:lnTo>
                  <a:lnTo>
                    <a:pt x="827" y="5438"/>
                  </a:lnTo>
                  <a:lnTo>
                    <a:pt x="837" y="5517"/>
                  </a:lnTo>
                  <a:lnTo>
                    <a:pt x="856" y="5605"/>
                  </a:lnTo>
                  <a:lnTo>
                    <a:pt x="856" y="5704"/>
                  </a:lnTo>
                  <a:lnTo>
                    <a:pt x="856" y="7926"/>
                  </a:lnTo>
                  <a:lnTo>
                    <a:pt x="856" y="8034"/>
                  </a:lnTo>
                  <a:lnTo>
                    <a:pt x="876" y="8133"/>
                  </a:lnTo>
                  <a:lnTo>
                    <a:pt x="896" y="8231"/>
                  </a:lnTo>
                  <a:lnTo>
                    <a:pt x="915" y="8319"/>
                  </a:lnTo>
                  <a:lnTo>
                    <a:pt x="955" y="8398"/>
                  </a:lnTo>
                  <a:lnTo>
                    <a:pt x="994" y="8467"/>
                  </a:lnTo>
                  <a:lnTo>
                    <a:pt x="1043" y="8536"/>
                  </a:lnTo>
                  <a:lnTo>
                    <a:pt x="1092" y="8595"/>
                  </a:lnTo>
                  <a:lnTo>
                    <a:pt x="1151" y="8644"/>
                  </a:lnTo>
                  <a:lnTo>
                    <a:pt x="1210" y="8683"/>
                  </a:lnTo>
                  <a:lnTo>
                    <a:pt x="1279" y="8723"/>
                  </a:lnTo>
                  <a:lnTo>
                    <a:pt x="1358" y="8752"/>
                  </a:lnTo>
                  <a:lnTo>
                    <a:pt x="1437" y="8772"/>
                  </a:lnTo>
                  <a:lnTo>
                    <a:pt x="1515" y="8791"/>
                  </a:lnTo>
                  <a:lnTo>
                    <a:pt x="1604" y="8801"/>
                  </a:lnTo>
                  <a:lnTo>
                    <a:pt x="2715" y="8801"/>
                  </a:lnTo>
                  <a:lnTo>
                    <a:pt x="2715" y="7867"/>
                  </a:lnTo>
                  <a:lnTo>
                    <a:pt x="2056" y="7867"/>
                  </a:lnTo>
                  <a:lnTo>
                    <a:pt x="2056" y="5605"/>
                  </a:lnTo>
                  <a:lnTo>
                    <a:pt x="2046" y="5458"/>
                  </a:lnTo>
                  <a:lnTo>
                    <a:pt x="2027" y="5320"/>
                  </a:lnTo>
                  <a:lnTo>
                    <a:pt x="2007" y="5202"/>
                  </a:lnTo>
                  <a:lnTo>
                    <a:pt x="1968" y="5084"/>
                  </a:lnTo>
                  <a:lnTo>
                    <a:pt x="1918" y="4986"/>
                  </a:lnTo>
                  <a:lnTo>
                    <a:pt x="1859" y="4888"/>
                  </a:lnTo>
                  <a:lnTo>
                    <a:pt x="1791" y="4809"/>
                  </a:lnTo>
                  <a:lnTo>
                    <a:pt x="1712" y="4730"/>
                  </a:lnTo>
                  <a:lnTo>
                    <a:pt x="1623" y="4671"/>
                  </a:lnTo>
                  <a:lnTo>
                    <a:pt x="1525" y="4612"/>
                  </a:lnTo>
                  <a:lnTo>
                    <a:pt x="1417" y="4573"/>
                  </a:lnTo>
                  <a:lnTo>
                    <a:pt x="1299" y="4534"/>
                  </a:lnTo>
                  <a:lnTo>
                    <a:pt x="1171" y="4504"/>
                  </a:lnTo>
                  <a:lnTo>
                    <a:pt x="1033" y="4484"/>
                  </a:lnTo>
                  <a:lnTo>
                    <a:pt x="886" y="4475"/>
                  </a:lnTo>
                  <a:lnTo>
                    <a:pt x="729" y="4465"/>
                  </a:lnTo>
                  <a:lnTo>
                    <a:pt x="729" y="4327"/>
                  </a:lnTo>
                  <a:lnTo>
                    <a:pt x="886" y="4327"/>
                  </a:lnTo>
                  <a:lnTo>
                    <a:pt x="1033" y="4317"/>
                  </a:lnTo>
                  <a:lnTo>
                    <a:pt x="1171" y="4298"/>
                  </a:lnTo>
                  <a:lnTo>
                    <a:pt x="1299" y="4268"/>
                  </a:lnTo>
                  <a:lnTo>
                    <a:pt x="1417" y="4229"/>
                  </a:lnTo>
                  <a:lnTo>
                    <a:pt x="1525" y="4189"/>
                  </a:lnTo>
                  <a:lnTo>
                    <a:pt x="1623" y="4130"/>
                  </a:lnTo>
                  <a:lnTo>
                    <a:pt x="1712" y="4071"/>
                  </a:lnTo>
                  <a:lnTo>
                    <a:pt x="1791" y="3993"/>
                  </a:lnTo>
                  <a:lnTo>
                    <a:pt x="1859" y="3914"/>
                  </a:lnTo>
                  <a:lnTo>
                    <a:pt x="1918" y="3816"/>
                  </a:lnTo>
                  <a:lnTo>
                    <a:pt x="1968" y="3717"/>
                  </a:lnTo>
                  <a:lnTo>
                    <a:pt x="2007" y="3599"/>
                  </a:lnTo>
                  <a:lnTo>
                    <a:pt x="2027" y="3481"/>
                  </a:lnTo>
                  <a:lnTo>
                    <a:pt x="2046" y="3344"/>
                  </a:lnTo>
                  <a:lnTo>
                    <a:pt x="2056" y="3196"/>
                  </a:lnTo>
                  <a:lnTo>
                    <a:pt x="2056" y="935"/>
                  </a:lnTo>
                  <a:lnTo>
                    <a:pt x="2715" y="935"/>
                  </a:lnTo>
                  <a:lnTo>
                    <a:pt x="2715" y="0"/>
                  </a:lnTo>
                  <a:close/>
                  <a:moveTo>
                    <a:pt x="11939" y="0"/>
                  </a:moveTo>
                  <a:lnTo>
                    <a:pt x="11939" y="935"/>
                  </a:lnTo>
                  <a:lnTo>
                    <a:pt x="12607" y="935"/>
                  </a:lnTo>
                  <a:lnTo>
                    <a:pt x="12607" y="3196"/>
                  </a:lnTo>
                  <a:lnTo>
                    <a:pt x="12607" y="3344"/>
                  </a:lnTo>
                  <a:lnTo>
                    <a:pt x="12627" y="3481"/>
                  </a:lnTo>
                  <a:lnTo>
                    <a:pt x="12657" y="3599"/>
                  </a:lnTo>
                  <a:lnTo>
                    <a:pt x="12696" y="3717"/>
                  </a:lnTo>
                  <a:lnTo>
                    <a:pt x="12735" y="3816"/>
                  </a:lnTo>
                  <a:lnTo>
                    <a:pt x="12794" y="3914"/>
                  </a:lnTo>
                  <a:lnTo>
                    <a:pt x="12863" y="3993"/>
                  </a:lnTo>
                  <a:lnTo>
                    <a:pt x="12942" y="4071"/>
                  </a:lnTo>
                  <a:lnTo>
                    <a:pt x="13030" y="4130"/>
                  </a:lnTo>
                  <a:lnTo>
                    <a:pt x="13129" y="4189"/>
                  </a:lnTo>
                  <a:lnTo>
                    <a:pt x="13237" y="4229"/>
                  </a:lnTo>
                  <a:lnTo>
                    <a:pt x="13355" y="4268"/>
                  </a:lnTo>
                  <a:lnTo>
                    <a:pt x="13492" y="4298"/>
                  </a:lnTo>
                  <a:lnTo>
                    <a:pt x="13630" y="4317"/>
                  </a:lnTo>
                  <a:lnTo>
                    <a:pt x="13778" y="4327"/>
                  </a:lnTo>
                  <a:lnTo>
                    <a:pt x="13935" y="4327"/>
                  </a:lnTo>
                  <a:lnTo>
                    <a:pt x="13935" y="4465"/>
                  </a:lnTo>
                  <a:lnTo>
                    <a:pt x="13778" y="4475"/>
                  </a:lnTo>
                  <a:lnTo>
                    <a:pt x="13630" y="4484"/>
                  </a:lnTo>
                  <a:lnTo>
                    <a:pt x="13492" y="4504"/>
                  </a:lnTo>
                  <a:lnTo>
                    <a:pt x="13355" y="4534"/>
                  </a:lnTo>
                  <a:lnTo>
                    <a:pt x="13237" y="4573"/>
                  </a:lnTo>
                  <a:lnTo>
                    <a:pt x="13129" y="4612"/>
                  </a:lnTo>
                  <a:lnTo>
                    <a:pt x="13030" y="4671"/>
                  </a:lnTo>
                  <a:lnTo>
                    <a:pt x="12942" y="4730"/>
                  </a:lnTo>
                  <a:lnTo>
                    <a:pt x="12863" y="4809"/>
                  </a:lnTo>
                  <a:lnTo>
                    <a:pt x="12794" y="4888"/>
                  </a:lnTo>
                  <a:lnTo>
                    <a:pt x="12735" y="4986"/>
                  </a:lnTo>
                  <a:lnTo>
                    <a:pt x="12696" y="5084"/>
                  </a:lnTo>
                  <a:lnTo>
                    <a:pt x="12657" y="5202"/>
                  </a:lnTo>
                  <a:lnTo>
                    <a:pt x="12627" y="5320"/>
                  </a:lnTo>
                  <a:lnTo>
                    <a:pt x="12607" y="5458"/>
                  </a:lnTo>
                  <a:lnTo>
                    <a:pt x="12607" y="5605"/>
                  </a:lnTo>
                  <a:lnTo>
                    <a:pt x="12607" y="7867"/>
                  </a:lnTo>
                  <a:lnTo>
                    <a:pt x="11939" y="7867"/>
                  </a:lnTo>
                  <a:lnTo>
                    <a:pt x="11939" y="8801"/>
                  </a:lnTo>
                  <a:lnTo>
                    <a:pt x="13060" y="8801"/>
                  </a:lnTo>
                  <a:lnTo>
                    <a:pt x="13138" y="8791"/>
                  </a:lnTo>
                  <a:lnTo>
                    <a:pt x="13227" y="8772"/>
                  </a:lnTo>
                  <a:lnTo>
                    <a:pt x="13306" y="8752"/>
                  </a:lnTo>
                  <a:lnTo>
                    <a:pt x="13374" y="8723"/>
                  </a:lnTo>
                  <a:lnTo>
                    <a:pt x="13443" y="8683"/>
                  </a:lnTo>
                  <a:lnTo>
                    <a:pt x="13512" y="8644"/>
                  </a:lnTo>
                  <a:lnTo>
                    <a:pt x="13571" y="8595"/>
                  </a:lnTo>
                  <a:lnTo>
                    <a:pt x="13620" y="8536"/>
                  </a:lnTo>
                  <a:lnTo>
                    <a:pt x="13669" y="8467"/>
                  </a:lnTo>
                  <a:lnTo>
                    <a:pt x="13709" y="8398"/>
                  </a:lnTo>
                  <a:lnTo>
                    <a:pt x="13738" y="8319"/>
                  </a:lnTo>
                  <a:lnTo>
                    <a:pt x="13768" y="8231"/>
                  </a:lnTo>
                  <a:lnTo>
                    <a:pt x="13787" y="8133"/>
                  </a:lnTo>
                  <a:lnTo>
                    <a:pt x="13797" y="8034"/>
                  </a:lnTo>
                  <a:lnTo>
                    <a:pt x="13807" y="7926"/>
                  </a:lnTo>
                  <a:lnTo>
                    <a:pt x="13807" y="5704"/>
                  </a:lnTo>
                  <a:lnTo>
                    <a:pt x="13807" y="5605"/>
                  </a:lnTo>
                  <a:lnTo>
                    <a:pt x="13817" y="5517"/>
                  </a:lnTo>
                  <a:lnTo>
                    <a:pt x="13837" y="5438"/>
                  </a:lnTo>
                  <a:lnTo>
                    <a:pt x="13866" y="5360"/>
                  </a:lnTo>
                  <a:lnTo>
                    <a:pt x="13896" y="5291"/>
                  </a:lnTo>
                  <a:lnTo>
                    <a:pt x="13935" y="5232"/>
                  </a:lnTo>
                  <a:lnTo>
                    <a:pt x="13974" y="5173"/>
                  </a:lnTo>
                  <a:lnTo>
                    <a:pt x="14033" y="5124"/>
                  </a:lnTo>
                  <a:lnTo>
                    <a:pt x="14092" y="5074"/>
                  </a:lnTo>
                  <a:lnTo>
                    <a:pt x="14151" y="5035"/>
                  </a:lnTo>
                  <a:lnTo>
                    <a:pt x="14220" y="5006"/>
                  </a:lnTo>
                  <a:lnTo>
                    <a:pt x="14299" y="4976"/>
                  </a:lnTo>
                  <a:lnTo>
                    <a:pt x="14377" y="4956"/>
                  </a:lnTo>
                  <a:lnTo>
                    <a:pt x="14466" y="4947"/>
                  </a:lnTo>
                  <a:lnTo>
                    <a:pt x="14564" y="4937"/>
                  </a:lnTo>
                  <a:lnTo>
                    <a:pt x="14653" y="4927"/>
                  </a:lnTo>
                  <a:lnTo>
                    <a:pt x="14653" y="3875"/>
                  </a:lnTo>
                  <a:lnTo>
                    <a:pt x="14564" y="3865"/>
                  </a:lnTo>
                  <a:lnTo>
                    <a:pt x="14466" y="3855"/>
                  </a:lnTo>
                  <a:lnTo>
                    <a:pt x="14377" y="3845"/>
                  </a:lnTo>
                  <a:lnTo>
                    <a:pt x="14299" y="3826"/>
                  </a:lnTo>
                  <a:lnTo>
                    <a:pt x="14220" y="3796"/>
                  </a:lnTo>
                  <a:lnTo>
                    <a:pt x="14151" y="3767"/>
                  </a:lnTo>
                  <a:lnTo>
                    <a:pt x="14092" y="3727"/>
                  </a:lnTo>
                  <a:lnTo>
                    <a:pt x="14033" y="3678"/>
                  </a:lnTo>
                  <a:lnTo>
                    <a:pt x="13974" y="3629"/>
                  </a:lnTo>
                  <a:lnTo>
                    <a:pt x="13935" y="3570"/>
                  </a:lnTo>
                  <a:lnTo>
                    <a:pt x="13896" y="3511"/>
                  </a:lnTo>
                  <a:lnTo>
                    <a:pt x="13866" y="3442"/>
                  </a:lnTo>
                  <a:lnTo>
                    <a:pt x="13837" y="3363"/>
                  </a:lnTo>
                  <a:lnTo>
                    <a:pt x="13817" y="3285"/>
                  </a:lnTo>
                  <a:lnTo>
                    <a:pt x="13807" y="3196"/>
                  </a:lnTo>
                  <a:lnTo>
                    <a:pt x="13807" y="3098"/>
                  </a:lnTo>
                  <a:lnTo>
                    <a:pt x="13807" y="876"/>
                  </a:lnTo>
                  <a:lnTo>
                    <a:pt x="13797" y="767"/>
                  </a:lnTo>
                  <a:lnTo>
                    <a:pt x="13787" y="669"/>
                  </a:lnTo>
                  <a:lnTo>
                    <a:pt x="13768" y="571"/>
                  </a:lnTo>
                  <a:lnTo>
                    <a:pt x="13738" y="482"/>
                  </a:lnTo>
                  <a:lnTo>
                    <a:pt x="13709" y="404"/>
                  </a:lnTo>
                  <a:lnTo>
                    <a:pt x="13669" y="335"/>
                  </a:lnTo>
                  <a:lnTo>
                    <a:pt x="13620" y="266"/>
                  </a:lnTo>
                  <a:lnTo>
                    <a:pt x="13571" y="207"/>
                  </a:lnTo>
                  <a:lnTo>
                    <a:pt x="13512" y="158"/>
                  </a:lnTo>
                  <a:lnTo>
                    <a:pt x="13443" y="118"/>
                  </a:lnTo>
                  <a:lnTo>
                    <a:pt x="13374" y="79"/>
                  </a:lnTo>
                  <a:lnTo>
                    <a:pt x="13306" y="50"/>
                  </a:lnTo>
                  <a:lnTo>
                    <a:pt x="13227" y="30"/>
                  </a:lnTo>
                  <a:lnTo>
                    <a:pt x="13138" y="10"/>
                  </a:lnTo>
                  <a:lnTo>
                    <a:pt x="13060"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12" name="Google Shape;1512;p103"/>
          <p:cNvGrpSpPr/>
          <p:nvPr/>
        </p:nvGrpSpPr>
        <p:grpSpPr>
          <a:xfrm>
            <a:off x="3299584" y="2792649"/>
            <a:ext cx="279829" cy="257697"/>
            <a:chOff x="2099100" y="2300650"/>
            <a:chExt cx="381550" cy="351325"/>
          </a:xfrm>
        </p:grpSpPr>
        <p:sp>
          <p:nvSpPr>
            <p:cNvPr id="1513" name="Google Shape;1513;p103"/>
            <p:cNvSpPr/>
            <p:nvPr/>
          </p:nvSpPr>
          <p:spPr>
            <a:xfrm>
              <a:off x="2235050" y="2421600"/>
              <a:ext cx="109400" cy="109175"/>
            </a:xfrm>
            <a:custGeom>
              <a:avLst/>
              <a:gdLst/>
              <a:ahLst/>
              <a:cxnLst/>
              <a:rect l="l" t="t" r="r" b="b"/>
              <a:pathLst>
                <a:path w="4376" h="4367" extrusionOk="0">
                  <a:moveTo>
                    <a:pt x="2193" y="974"/>
                  </a:moveTo>
                  <a:lnTo>
                    <a:pt x="2311" y="984"/>
                  </a:lnTo>
                  <a:lnTo>
                    <a:pt x="2439" y="1004"/>
                  </a:lnTo>
                  <a:lnTo>
                    <a:pt x="2547" y="1033"/>
                  </a:lnTo>
                  <a:lnTo>
                    <a:pt x="2665" y="1073"/>
                  </a:lnTo>
                  <a:lnTo>
                    <a:pt x="2763" y="1122"/>
                  </a:lnTo>
                  <a:lnTo>
                    <a:pt x="2871" y="1181"/>
                  </a:lnTo>
                  <a:lnTo>
                    <a:pt x="2960" y="1250"/>
                  </a:lnTo>
                  <a:lnTo>
                    <a:pt x="3048" y="1328"/>
                  </a:lnTo>
                  <a:lnTo>
                    <a:pt x="3127" y="1417"/>
                  </a:lnTo>
                  <a:lnTo>
                    <a:pt x="3196" y="1505"/>
                  </a:lnTo>
                  <a:lnTo>
                    <a:pt x="3255" y="1604"/>
                  </a:lnTo>
                  <a:lnTo>
                    <a:pt x="3304" y="1712"/>
                  </a:lnTo>
                  <a:lnTo>
                    <a:pt x="3343" y="1820"/>
                  </a:lnTo>
                  <a:lnTo>
                    <a:pt x="3373" y="1938"/>
                  </a:lnTo>
                  <a:lnTo>
                    <a:pt x="3393" y="2056"/>
                  </a:lnTo>
                  <a:lnTo>
                    <a:pt x="3402" y="2184"/>
                  </a:lnTo>
                  <a:lnTo>
                    <a:pt x="3393" y="2312"/>
                  </a:lnTo>
                  <a:lnTo>
                    <a:pt x="3373" y="2430"/>
                  </a:lnTo>
                  <a:lnTo>
                    <a:pt x="3343" y="2548"/>
                  </a:lnTo>
                  <a:lnTo>
                    <a:pt x="3304" y="2656"/>
                  </a:lnTo>
                  <a:lnTo>
                    <a:pt x="3255" y="2764"/>
                  </a:lnTo>
                  <a:lnTo>
                    <a:pt x="3196" y="2862"/>
                  </a:lnTo>
                  <a:lnTo>
                    <a:pt x="3127" y="2951"/>
                  </a:lnTo>
                  <a:lnTo>
                    <a:pt x="3048" y="3039"/>
                  </a:lnTo>
                  <a:lnTo>
                    <a:pt x="2960" y="3118"/>
                  </a:lnTo>
                  <a:lnTo>
                    <a:pt x="2871" y="3187"/>
                  </a:lnTo>
                  <a:lnTo>
                    <a:pt x="2763" y="3246"/>
                  </a:lnTo>
                  <a:lnTo>
                    <a:pt x="2665" y="3295"/>
                  </a:lnTo>
                  <a:lnTo>
                    <a:pt x="2547" y="3334"/>
                  </a:lnTo>
                  <a:lnTo>
                    <a:pt x="2439" y="3364"/>
                  </a:lnTo>
                  <a:lnTo>
                    <a:pt x="2311" y="3384"/>
                  </a:lnTo>
                  <a:lnTo>
                    <a:pt x="2193" y="3393"/>
                  </a:lnTo>
                  <a:lnTo>
                    <a:pt x="2065" y="3384"/>
                  </a:lnTo>
                  <a:lnTo>
                    <a:pt x="1947" y="3364"/>
                  </a:lnTo>
                  <a:lnTo>
                    <a:pt x="1829" y="3334"/>
                  </a:lnTo>
                  <a:lnTo>
                    <a:pt x="1721" y="3295"/>
                  </a:lnTo>
                  <a:lnTo>
                    <a:pt x="1613" y="3246"/>
                  </a:lnTo>
                  <a:lnTo>
                    <a:pt x="1514" y="3187"/>
                  </a:lnTo>
                  <a:lnTo>
                    <a:pt x="1426" y="3118"/>
                  </a:lnTo>
                  <a:lnTo>
                    <a:pt x="1337" y="3039"/>
                  </a:lnTo>
                  <a:lnTo>
                    <a:pt x="1259" y="2951"/>
                  </a:lnTo>
                  <a:lnTo>
                    <a:pt x="1190" y="2862"/>
                  </a:lnTo>
                  <a:lnTo>
                    <a:pt x="1131" y="2764"/>
                  </a:lnTo>
                  <a:lnTo>
                    <a:pt x="1082" y="2656"/>
                  </a:lnTo>
                  <a:lnTo>
                    <a:pt x="1033" y="2548"/>
                  </a:lnTo>
                  <a:lnTo>
                    <a:pt x="1003" y="2430"/>
                  </a:lnTo>
                  <a:lnTo>
                    <a:pt x="993" y="2312"/>
                  </a:lnTo>
                  <a:lnTo>
                    <a:pt x="983" y="2184"/>
                  </a:lnTo>
                  <a:lnTo>
                    <a:pt x="993" y="2056"/>
                  </a:lnTo>
                  <a:lnTo>
                    <a:pt x="1003" y="1938"/>
                  </a:lnTo>
                  <a:lnTo>
                    <a:pt x="1033" y="1820"/>
                  </a:lnTo>
                  <a:lnTo>
                    <a:pt x="1082" y="1712"/>
                  </a:lnTo>
                  <a:lnTo>
                    <a:pt x="1131" y="1604"/>
                  </a:lnTo>
                  <a:lnTo>
                    <a:pt x="1190" y="1505"/>
                  </a:lnTo>
                  <a:lnTo>
                    <a:pt x="1259" y="1417"/>
                  </a:lnTo>
                  <a:lnTo>
                    <a:pt x="1337" y="1328"/>
                  </a:lnTo>
                  <a:lnTo>
                    <a:pt x="1426" y="1250"/>
                  </a:lnTo>
                  <a:lnTo>
                    <a:pt x="1514" y="1181"/>
                  </a:lnTo>
                  <a:lnTo>
                    <a:pt x="1613" y="1122"/>
                  </a:lnTo>
                  <a:lnTo>
                    <a:pt x="1721" y="1073"/>
                  </a:lnTo>
                  <a:lnTo>
                    <a:pt x="1829" y="1033"/>
                  </a:lnTo>
                  <a:lnTo>
                    <a:pt x="1947" y="1004"/>
                  </a:lnTo>
                  <a:lnTo>
                    <a:pt x="2065" y="984"/>
                  </a:lnTo>
                  <a:lnTo>
                    <a:pt x="2193" y="974"/>
                  </a:lnTo>
                  <a:close/>
                  <a:moveTo>
                    <a:pt x="1731" y="1"/>
                  </a:moveTo>
                  <a:lnTo>
                    <a:pt x="1731" y="493"/>
                  </a:lnTo>
                  <a:lnTo>
                    <a:pt x="1632" y="522"/>
                  </a:lnTo>
                  <a:lnTo>
                    <a:pt x="1524" y="561"/>
                  </a:lnTo>
                  <a:lnTo>
                    <a:pt x="1426" y="611"/>
                  </a:lnTo>
                  <a:lnTo>
                    <a:pt x="1328" y="660"/>
                  </a:lnTo>
                  <a:lnTo>
                    <a:pt x="983" y="316"/>
                  </a:lnTo>
                  <a:lnTo>
                    <a:pt x="334" y="955"/>
                  </a:lnTo>
                  <a:lnTo>
                    <a:pt x="669" y="1299"/>
                  </a:lnTo>
                  <a:lnTo>
                    <a:pt x="620" y="1397"/>
                  </a:lnTo>
                  <a:lnTo>
                    <a:pt x="570" y="1496"/>
                  </a:lnTo>
                  <a:lnTo>
                    <a:pt x="531" y="1604"/>
                  </a:lnTo>
                  <a:lnTo>
                    <a:pt x="502" y="1702"/>
                  </a:lnTo>
                  <a:lnTo>
                    <a:pt x="0" y="1702"/>
                  </a:lnTo>
                  <a:lnTo>
                    <a:pt x="0" y="2617"/>
                  </a:lnTo>
                  <a:lnTo>
                    <a:pt x="492" y="2617"/>
                  </a:lnTo>
                  <a:lnTo>
                    <a:pt x="531" y="2725"/>
                  </a:lnTo>
                  <a:lnTo>
                    <a:pt x="570" y="2833"/>
                  </a:lnTo>
                  <a:lnTo>
                    <a:pt x="610" y="2931"/>
                  </a:lnTo>
                  <a:lnTo>
                    <a:pt x="659" y="3030"/>
                  </a:lnTo>
                  <a:lnTo>
                    <a:pt x="305" y="3384"/>
                  </a:lnTo>
                  <a:lnTo>
                    <a:pt x="944" y="4033"/>
                  </a:lnTo>
                  <a:lnTo>
                    <a:pt x="1308" y="3679"/>
                  </a:lnTo>
                  <a:lnTo>
                    <a:pt x="1406" y="3728"/>
                  </a:lnTo>
                  <a:lnTo>
                    <a:pt x="1505" y="3777"/>
                  </a:lnTo>
                  <a:lnTo>
                    <a:pt x="1613" y="3816"/>
                  </a:lnTo>
                  <a:lnTo>
                    <a:pt x="1721" y="3846"/>
                  </a:lnTo>
                  <a:lnTo>
                    <a:pt x="1721" y="4367"/>
                  </a:lnTo>
                  <a:lnTo>
                    <a:pt x="2635" y="4367"/>
                  </a:lnTo>
                  <a:lnTo>
                    <a:pt x="2635" y="3856"/>
                  </a:lnTo>
                  <a:lnTo>
                    <a:pt x="2744" y="3826"/>
                  </a:lnTo>
                  <a:lnTo>
                    <a:pt x="2852" y="3787"/>
                  </a:lnTo>
                  <a:lnTo>
                    <a:pt x="2950" y="3738"/>
                  </a:lnTo>
                  <a:lnTo>
                    <a:pt x="3048" y="3688"/>
                  </a:lnTo>
                  <a:lnTo>
                    <a:pt x="3412" y="4042"/>
                  </a:lnTo>
                  <a:lnTo>
                    <a:pt x="4061" y="3403"/>
                  </a:lnTo>
                  <a:lnTo>
                    <a:pt x="3697" y="3039"/>
                  </a:lnTo>
                  <a:lnTo>
                    <a:pt x="3756" y="2951"/>
                  </a:lnTo>
                  <a:lnTo>
                    <a:pt x="3796" y="2843"/>
                  </a:lnTo>
                  <a:lnTo>
                    <a:pt x="3835" y="2744"/>
                  </a:lnTo>
                  <a:lnTo>
                    <a:pt x="3874" y="2636"/>
                  </a:lnTo>
                  <a:lnTo>
                    <a:pt x="4376" y="2636"/>
                  </a:lnTo>
                  <a:lnTo>
                    <a:pt x="4376" y="1722"/>
                  </a:lnTo>
                  <a:lnTo>
                    <a:pt x="3874" y="1722"/>
                  </a:lnTo>
                  <a:lnTo>
                    <a:pt x="3845" y="1623"/>
                  </a:lnTo>
                  <a:lnTo>
                    <a:pt x="3806" y="1515"/>
                  </a:lnTo>
                  <a:lnTo>
                    <a:pt x="3756" y="1417"/>
                  </a:lnTo>
                  <a:lnTo>
                    <a:pt x="3707" y="1319"/>
                  </a:lnTo>
                  <a:lnTo>
                    <a:pt x="4061" y="965"/>
                  </a:lnTo>
                  <a:lnTo>
                    <a:pt x="3412" y="316"/>
                  </a:lnTo>
                  <a:lnTo>
                    <a:pt x="3068" y="670"/>
                  </a:lnTo>
                  <a:lnTo>
                    <a:pt x="2960" y="611"/>
                  </a:lnTo>
                  <a:lnTo>
                    <a:pt x="2862" y="571"/>
                  </a:lnTo>
                  <a:lnTo>
                    <a:pt x="2763" y="532"/>
                  </a:lnTo>
                  <a:lnTo>
                    <a:pt x="2655" y="493"/>
                  </a:lnTo>
                  <a:lnTo>
                    <a:pt x="26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4" name="Google Shape;1514;p103"/>
            <p:cNvSpPr/>
            <p:nvPr/>
          </p:nvSpPr>
          <p:spPr>
            <a:xfrm>
              <a:off x="2099100" y="2300650"/>
              <a:ext cx="381550" cy="351325"/>
            </a:xfrm>
            <a:custGeom>
              <a:avLst/>
              <a:gdLst/>
              <a:ahLst/>
              <a:cxnLst/>
              <a:rect l="l" t="t" r="r" b="b"/>
              <a:pathLst>
                <a:path w="15262" h="14053" extrusionOk="0">
                  <a:moveTo>
                    <a:pt x="10955" y="3688"/>
                  </a:moveTo>
                  <a:lnTo>
                    <a:pt x="10955" y="10355"/>
                  </a:lnTo>
                  <a:lnTo>
                    <a:pt x="4297" y="10355"/>
                  </a:lnTo>
                  <a:lnTo>
                    <a:pt x="4297" y="3688"/>
                  </a:lnTo>
                  <a:close/>
                  <a:moveTo>
                    <a:pt x="3344" y="1"/>
                  </a:moveTo>
                  <a:lnTo>
                    <a:pt x="3245" y="11"/>
                  </a:lnTo>
                  <a:lnTo>
                    <a:pt x="3147" y="21"/>
                  </a:lnTo>
                  <a:lnTo>
                    <a:pt x="3058" y="50"/>
                  </a:lnTo>
                  <a:lnTo>
                    <a:pt x="2970" y="80"/>
                  </a:lnTo>
                  <a:lnTo>
                    <a:pt x="2891" y="119"/>
                  </a:lnTo>
                  <a:lnTo>
                    <a:pt x="2813" y="168"/>
                  </a:lnTo>
                  <a:lnTo>
                    <a:pt x="2734" y="217"/>
                  </a:lnTo>
                  <a:lnTo>
                    <a:pt x="2675" y="286"/>
                  </a:lnTo>
                  <a:lnTo>
                    <a:pt x="2606" y="355"/>
                  </a:lnTo>
                  <a:lnTo>
                    <a:pt x="2557" y="424"/>
                  </a:lnTo>
                  <a:lnTo>
                    <a:pt x="2508" y="502"/>
                  </a:lnTo>
                  <a:lnTo>
                    <a:pt x="2468" y="581"/>
                  </a:lnTo>
                  <a:lnTo>
                    <a:pt x="2439" y="670"/>
                  </a:lnTo>
                  <a:lnTo>
                    <a:pt x="2409" y="768"/>
                  </a:lnTo>
                  <a:lnTo>
                    <a:pt x="2400" y="856"/>
                  </a:lnTo>
                  <a:lnTo>
                    <a:pt x="2390" y="955"/>
                  </a:lnTo>
                  <a:lnTo>
                    <a:pt x="2400" y="1053"/>
                  </a:lnTo>
                  <a:lnTo>
                    <a:pt x="2409" y="1151"/>
                  </a:lnTo>
                  <a:lnTo>
                    <a:pt x="2439" y="1240"/>
                  </a:lnTo>
                  <a:lnTo>
                    <a:pt x="2468" y="1328"/>
                  </a:lnTo>
                  <a:lnTo>
                    <a:pt x="2508" y="1407"/>
                  </a:lnTo>
                  <a:lnTo>
                    <a:pt x="2557" y="1486"/>
                  </a:lnTo>
                  <a:lnTo>
                    <a:pt x="2606" y="1564"/>
                  </a:lnTo>
                  <a:lnTo>
                    <a:pt x="2675" y="1623"/>
                  </a:lnTo>
                  <a:lnTo>
                    <a:pt x="2734" y="1692"/>
                  </a:lnTo>
                  <a:lnTo>
                    <a:pt x="2813" y="1741"/>
                  </a:lnTo>
                  <a:lnTo>
                    <a:pt x="2891" y="1791"/>
                  </a:lnTo>
                  <a:lnTo>
                    <a:pt x="2970" y="1830"/>
                  </a:lnTo>
                  <a:lnTo>
                    <a:pt x="3058" y="1859"/>
                  </a:lnTo>
                  <a:lnTo>
                    <a:pt x="3147" y="1889"/>
                  </a:lnTo>
                  <a:lnTo>
                    <a:pt x="3245" y="1899"/>
                  </a:lnTo>
                  <a:lnTo>
                    <a:pt x="3344" y="1909"/>
                  </a:lnTo>
                  <a:lnTo>
                    <a:pt x="3471" y="1899"/>
                  </a:lnTo>
                  <a:lnTo>
                    <a:pt x="3599" y="1869"/>
                  </a:lnTo>
                  <a:lnTo>
                    <a:pt x="3717" y="1830"/>
                  </a:lnTo>
                  <a:lnTo>
                    <a:pt x="3825" y="1771"/>
                  </a:lnTo>
                  <a:lnTo>
                    <a:pt x="3924" y="1702"/>
                  </a:lnTo>
                  <a:lnTo>
                    <a:pt x="4022" y="1623"/>
                  </a:lnTo>
                  <a:lnTo>
                    <a:pt x="4101" y="1535"/>
                  </a:lnTo>
                  <a:lnTo>
                    <a:pt x="4170" y="1427"/>
                  </a:lnTo>
                  <a:lnTo>
                    <a:pt x="5241" y="1427"/>
                  </a:lnTo>
                  <a:lnTo>
                    <a:pt x="5241" y="2744"/>
                  </a:lnTo>
                  <a:lnTo>
                    <a:pt x="3344" y="2744"/>
                  </a:lnTo>
                  <a:lnTo>
                    <a:pt x="3344" y="4642"/>
                  </a:lnTo>
                  <a:lnTo>
                    <a:pt x="1770" y="4642"/>
                  </a:lnTo>
                  <a:lnTo>
                    <a:pt x="1701" y="4544"/>
                  </a:lnTo>
                  <a:lnTo>
                    <a:pt x="1623" y="4446"/>
                  </a:lnTo>
                  <a:lnTo>
                    <a:pt x="1534" y="4367"/>
                  </a:lnTo>
                  <a:lnTo>
                    <a:pt x="1436" y="4298"/>
                  </a:lnTo>
                  <a:lnTo>
                    <a:pt x="1318" y="4239"/>
                  </a:lnTo>
                  <a:lnTo>
                    <a:pt x="1200" y="4200"/>
                  </a:lnTo>
                  <a:lnTo>
                    <a:pt x="1082" y="4180"/>
                  </a:lnTo>
                  <a:lnTo>
                    <a:pt x="944" y="4170"/>
                  </a:lnTo>
                  <a:lnTo>
                    <a:pt x="856" y="4170"/>
                  </a:lnTo>
                  <a:lnTo>
                    <a:pt x="757" y="4190"/>
                  </a:lnTo>
                  <a:lnTo>
                    <a:pt x="669" y="4210"/>
                  </a:lnTo>
                  <a:lnTo>
                    <a:pt x="580" y="4239"/>
                  </a:lnTo>
                  <a:lnTo>
                    <a:pt x="492" y="4278"/>
                  </a:lnTo>
                  <a:lnTo>
                    <a:pt x="413" y="4328"/>
                  </a:lnTo>
                  <a:lnTo>
                    <a:pt x="344" y="4387"/>
                  </a:lnTo>
                  <a:lnTo>
                    <a:pt x="275" y="4446"/>
                  </a:lnTo>
                  <a:lnTo>
                    <a:pt x="216" y="4514"/>
                  </a:lnTo>
                  <a:lnTo>
                    <a:pt x="157" y="4583"/>
                  </a:lnTo>
                  <a:lnTo>
                    <a:pt x="108" y="4662"/>
                  </a:lnTo>
                  <a:lnTo>
                    <a:pt x="69" y="4750"/>
                  </a:lnTo>
                  <a:lnTo>
                    <a:pt x="39" y="4839"/>
                  </a:lnTo>
                  <a:lnTo>
                    <a:pt x="20" y="4927"/>
                  </a:lnTo>
                  <a:lnTo>
                    <a:pt x="0" y="5026"/>
                  </a:lnTo>
                  <a:lnTo>
                    <a:pt x="0" y="5124"/>
                  </a:lnTo>
                  <a:lnTo>
                    <a:pt x="0" y="5213"/>
                  </a:lnTo>
                  <a:lnTo>
                    <a:pt x="20" y="5311"/>
                  </a:lnTo>
                  <a:lnTo>
                    <a:pt x="39" y="5399"/>
                  </a:lnTo>
                  <a:lnTo>
                    <a:pt x="69" y="5488"/>
                  </a:lnTo>
                  <a:lnTo>
                    <a:pt x="108" y="5576"/>
                  </a:lnTo>
                  <a:lnTo>
                    <a:pt x="157" y="5655"/>
                  </a:lnTo>
                  <a:lnTo>
                    <a:pt x="216" y="5724"/>
                  </a:lnTo>
                  <a:lnTo>
                    <a:pt x="275" y="5793"/>
                  </a:lnTo>
                  <a:lnTo>
                    <a:pt x="344" y="5852"/>
                  </a:lnTo>
                  <a:lnTo>
                    <a:pt x="413" y="5911"/>
                  </a:lnTo>
                  <a:lnTo>
                    <a:pt x="492" y="5960"/>
                  </a:lnTo>
                  <a:lnTo>
                    <a:pt x="580" y="5999"/>
                  </a:lnTo>
                  <a:lnTo>
                    <a:pt x="669" y="6029"/>
                  </a:lnTo>
                  <a:lnTo>
                    <a:pt x="757" y="6048"/>
                  </a:lnTo>
                  <a:lnTo>
                    <a:pt x="856" y="6068"/>
                  </a:lnTo>
                  <a:lnTo>
                    <a:pt x="944" y="6068"/>
                  </a:lnTo>
                  <a:lnTo>
                    <a:pt x="1082" y="6058"/>
                  </a:lnTo>
                  <a:lnTo>
                    <a:pt x="1200" y="6039"/>
                  </a:lnTo>
                  <a:lnTo>
                    <a:pt x="1318" y="5999"/>
                  </a:lnTo>
                  <a:lnTo>
                    <a:pt x="1436" y="5940"/>
                  </a:lnTo>
                  <a:lnTo>
                    <a:pt x="1534" y="5871"/>
                  </a:lnTo>
                  <a:lnTo>
                    <a:pt x="1623" y="5793"/>
                  </a:lnTo>
                  <a:lnTo>
                    <a:pt x="1701" y="5694"/>
                  </a:lnTo>
                  <a:lnTo>
                    <a:pt x="1770" y="5596"/>
                  </a:lnTo>
                  <a:lnTo>
                    <a:pt x="3344" y="5596"/>
                  </a:lnTo>
                  <a:lnTo>
                    <a:pt x="3344" y="8448"/>
                  </a:lnTo>
                  <a:lnTo>
                    <a:pt x="1770" y="8448"/>
                  </a:lnTo>
                  <a:lnTo>
                    <a:pt x="1701" y="8349"/>
                  </a:lnTo>
                  <a:lnTo>
                    <a:pt x="1623" y="8251"/>
                  </a:lnTo>
                  <a:lnTo>
                    <a:pt x="1534" y="8172"/>
                  </a:lnTo>
                  <a:lnTo>
                    <a:pt x="1436" y="8104"/>
                  </a:lnTo>
                  <a:lnTo>
                    <a:pt x="1318" y="8045"/>
                  </a:lnTo>
                  <a:lnTo>
                    <a:pt x="1200" y="8005"/>
                  </a:lnTo>
                  <a:lnTo>
                    <a:pt x="1082" y="7986"/>
                  </a:lnTo>
                  <a:lnTo>
                    <a:pt x="944" y="7976"/>
                  </a:lnTo>
                  <a:lnTo>
                    <a:pt x="856" y="7976"/>
                  </a:lnTo>
                  <a:lnTo>
                    <a:pt x="757" y="7995"/>
                  </a:lnTo>
                  <a:lnTo>
                    <a:pt x="669" y="8015"/>
                  </a:lnTo>
                  <a:lnTo>
                    <a:pt x="580" y="8045"/>
                  </a:lnTo>
                  <a:lnTo>
                    <a:pt x="492" y="8084"/>
                  </a:lnTo>
                  <a:lnTo>
                    <a:pt x="413" y="8133"/>
                  </a:lnTo>
                  <a:lnTo>
                    <a:pt x="344" y="8192"/>
                  </a:lnTo>
                  <a:lnTo>
                    <a:pt x="275" y="8251"/>
                  </a:lnTo>
                  <a:lnTo>
                    <a:pt x="216" y="8320"/>
                  </a:lnTo>
                  <a:lnTo>
                    <a:pt x="157" y="8389"/>
                  </a:lnTo>
                  <a:lnTo>
                    <a:pt x="108" y="8467"/>
                  </a:lnTo>
                  <a:lnTo>
                    <a:pt x="69" y="8556"/>
                  </a:lnTo>
                  <a:lnTo>
                    <a:pt x="39" y="8644"/>
                  </a:lnTo>
                  <a:lnTo>
                    <a:pt x="20" y="8733"/>
                  </a:lnTo>
                  <a:lnTo>
                    <a:pt x="0" y="8831"/>
                  </a:lnTo>
                  <a:lnTo>
                    <a:pt x="0" y="8930"/>
                  </a:lnTo>
                  <a:lnTo>
                    <a:pt x="0" y="9018"/>
                  </a:lnTo>
                  <a:lnTo>
                    <a:pt x="20" y="9116"/>
                  </a:lnTo>
                  <a:lnTo>
                    <a:pt x="39" y="9205"/>
                  </a:lnTo>
                  <a:lnTo>
                    <a:pt x="69" y="9293"/>
                  </a:lnTo>
                  <a:lnTo>
                    <a:pt x="108" y="9382"/>
                  </a:lnTo>
                  <a:lnTo>
                    <a:pt x="157" y="9461"/>
                  </a:lnTo>
                  <a:lnTo>
                    <a:pt x="216" y="9529"/>
                  </a:lnTo>
                  <a:lnTo>
                    <a:pt x="275" y="9598"/>
                  </a:lnTo>
                  <a:lnTo>
                    <a:pt x="344" y="9657"/>
                  </a:lnTo>
                  <a:lnTo>
                    <a:pt x="413" y="9716"/>
                  </a:lnTo>
                  <a:lnTo>
                    <a:pt x="492" y="9765"/>
                  </a:lnTo>
                  <a:lnTo>
                    <a:pt x="580" y="9805"/>
                  </a:lnTo>
                  <a:lnTo>
                    <a:pt x="669" y="9834"/>
                  </a:lnTo>
                  <a:lnTo>
                    <a:pt x="757" y="9854"/>
                  </a:lnTo>
                  <a:lnTo>
                    <a:pt x="856" y="9874"/>
                  </a:lnTo>
                  <a:lnTo>
                    <a:pt x="944" y="9874"/>
                  </a:lnTo>
                  <a:lnTo>
                    <a:pt x="1082" y="9864"/>
                  </a:lnTo>
                  <a:lnTo>
                    <a:pt x="1200" y="9844"/>
                  </a:lnTo>
                  <a:lnTo>
                    <a:pt x="1318" y="9805"/>
                  </a:lnTo>
                  <a:lnTo>
                    <a:pt x="1436" y="9746"/>
                  </a:lnTo>
                  <a:lnTo>
                    <a:pt x="1534" y="9677"/>
                  </a:lnTo>
                  <a:lnTo>
                    <a:pt x="1623" y="9598"/>
                  </a:lnTo>
                  <a:lnTo>
                    <a:pt x="1701" y="9500"/>
                  </a:lnTo>
                  <a:lnTo>
                    <a:pt x="1770" y="9402"/>
                  </a:lnTo>
                  <a:lnTo>
                    <a:pt x="3344" y="9402"/>
                  </a:lnTo>
                  <a:lnTo>
                    <a:pt x="3344" y="11299"/>
                  </a:lnTo>
                  <a:lnTo>
                    <a:pt x="5241" y="11299"/>
                  </a:lnTo>
                  <a:lnTo>
                    <a:pt x="5241" y="12617"/>
                  </a:lnTo>
                  <a:lnTo>
                    <a:pt x="4170" y="12617"/>
                  </a:lnTo>
                  <a:lnTo>
                    <a:pt x="4101" y="12519"/>
                  </a:lnTo>
                  <a:lnTo>
                    <a:pt x="4022" y="12430"/>
                  </a:lnTo>
                  <a:lnTo>
                    <a:pt x="3924" y="12342"/>
                  </a:lnTo>
                  <a:lnTo>
                    <a:pt x="3825" y="12273"/>
                  </a:lnTo>
                  <a:lnTo>
                    <a:pt x="3717" y="12224"/>
                  </a:lnTo>
                  <a:lnTo>
                    <a:pt x="3599" y="12184"/>
                  </a:lnTo>
                  <a:lnTo>
                    <a:pt x="3471" y="12155"/>
                  </a:lnTo>
                  <a:lnTo>
                    <a:pt x="3344" y="12145"/>
                  </a:lnTo>
                  <a:lnTo>
                    <a:pt x="3245" y="12155"/>
                  </a:lnTo>
                  <a:lnTo>
                    <a:pt x="3147" y="12165"/>
                  </a:lnTo>
                  <a:lnTo>
                    <a:pt x="3058" y="12184"/>
                  </a:lnTo>
                  <a:lnTo>
                    <a:pt x="2970" y="12224"/>
                  </a:lnTo>
                  <a:lnTo>
                    <a:pt x="2891" y="12263"/>
                  </a:lnTo>
                  <a:lnTo>
                    <a:pt x="2813" y="12312"/>
                  </a:lnTo>
                  <a:lnTo>
                    <a:pt x="2734" y="12361"/>
                  </a:lnTo>
                  <a:lnTo>
                    <a:pt x="2675" y="12420"/>
                  </a:lnTo>
                  <a:lnTo>
                    <a:pt x="2606" y="12489"/>
                  </a:lnTo>
                  <a:lnTo>
                    <a:pt x="2557" y="12568"/>
                  </a:lnTo>
                  <a:lnTo>
                    <a:pt x="2508" y="12647"/>
                  </a:lnTo>
                  <a:lnTo>
                    <a:pt x="2468" y="12725"/>
                  </a:lnTo>
                  <a:lnTo>
                    <a:pt x="2439" y="12814"/>
                  </a:lnTo>
                  <a:lnTo>
                    <a:pt x="2409" y="12902"/>
                  </a:lnTo>
                  <a:lnTo>
                    <a:pt x="2400" y="13001"/>
                  </a:lnTo>
                  <a:lnTo>
                    <a:pt x="2390" y="13099"/>
                  </a:lnTo>
                  <a:lnTo>
                    <a:pt x="2400" y="13197"/>
                  </a:lnTo>
                  <a:lnTo>
                    <a:pt x="2409" y="13286"/>
                  </a:lnTo>
                  <a:lnTo>
                    <a:pt x="2439" y="13384"/>
                  </a:lnTo>
                  <a:lnTo>
                    <a:pt x="2468" y="13473"/>
                  </a:lnTo>
                  <a:lnTo>
                    <a:pt x="2508" y="13551"/>
                  </a:lnTo>
                  <a:lnTo>
                    <a:pt x="2557" y="13630"/>
                  </a:lnTo>
                  <a:lnTo>
                    <a:pt x="2606" y="13699"/>
                  </a:lnTo>
                  <a:lnTo>
                    <a:pt x="2675" y="13768"/>
                  </a:lnTo>
                  <a:lnTo>
                    <a:pt x="2734" y="13836"/>
                  </a:lnTo>
                  <a:lnTo>
                    <a:pt x="2813" y="13886"/>
                  </a:lnTo>
                  <a:lnTo>
                    <a:pt x="2891" y="13935"/>
                  </a:lnTo>
                  <a:lnTo>
                    <a:pt x="2970" y="13974"/>
                  </a:lnTo>
                  <a:lnTo>
                    <a:pt x="3058" y="14004"/>
                  </a:lnTo>
                  <a:lnTo>
                    <a:pt x="3147" y="14033"/>
                  </a:lnTo>
                  <a:lnTo>
                    <a:pt x="3245" y="14043"/>
                  </a:lnTo>
                  <a:lnTo>
                    <a:pt x="3344" y="14053"/>
                  </a:lnTo>
                  <a:lnTo>
                    <a:pt x="3471" y="14043"/>
                  </a:lnTo>
                  <a:lnTo>
                    <a:pt x="3599" y="14013"/>
                  </a:lnTo>
                  <a:lnTo>
                    <a:pt x="3717" y="13974"/>
                  </a:lnTo>
                  <a:lnTo>
                    <a:pt x="3825" y="13915"/>
                  </a:lnTo>
                  <a:lnTo>
                    <a:pt x="3924" y="13846"/>
                  </a:lnTo>
                  <a:lnTo>
                    <a:pt x="4022" y="13768"/>
                  </a:lnTo>
                  <a:lnTo>
                    <a:pt x="4101" y="13679"/>
                  </a:lnTo>
                  <a:lnTo>
                    <a:pt x="4170" y="13571"/>
                  </a:lnTo>
                  <a:lnTo>
                    <a:pt x="6195" y="13571"/>
                  </a:lnTo>
                  <a:lnTo>
                    <a:pt x="6195" y="12617"/>
                  </a:lnTo>
                  <a:lnTo>
                    <a:pt x="6195" y="11299"/>
                  </a:lnTo>
                  <a:lnTo>
                    <a:pt x="9057" y="11299"/>
                  </a:lnTo>
                  <a:lnTo>
                    <a:pt x="9057" y="12617"/>
                  </a:lnTo>
                  <a:lnTo>
                    <a:pt x="9057" y="13571"/>
                  </a:lnTo>
                  <a:lnTo>
                    <a:pt x="11082" y="13571"/>
                  </a:lnTo>
                  <a:lnTo>
                    <a:pt x="11151" y="13679"/>
                  </a:lnTo>
                  <a:lnTo>
                    <a:pt x="11230" y="13768"/>
                  </a:lnTo>
                  <a:lnTo>
                    <a:pt x="11328" y="13846"/>
                  </a:lnTo>
                  <a:lnTo>
                    <a:pt x="11427" y="13915"/>
                  </a:lnTo>
                  <a:lnTo>
                    <a:pt x="11535" y="13974"/>
                  </a:lnTo>
                  <a:lnTo>
                    <a:pt x="11653" y="14013"/>
                  </a:lnTo>
                  <a:lnTo>
                    <a:pt x="11781" y="14043"/>
                  </a:lnTo>
                  <a:lnTo>
                    <a:pt x="11908" y="14053"/>
                  </a:lnTo>
                  <a:lnTo>
                    <a:pt x="12007" y="14043"/>
                  </a:lnTo>
                  <a:lnTo>
                    <a:pt x="12095" y="14033"/>
                  </a:lnTo>
                  <a:lnTo>
                    <a:pt x="12194" y="14004"/>
                  </a:lnTo>
                  <a:lnTo>
                    <a:pt x="12282" y="13974"/>
                  </a:lnTo>
                  <a:lnTo>
                    <a:pt x="12361" y="13935"/>
                  </a:lnTo>
                  <a:lnTo>
                    <a:pt x="12439" y="13886"/>
                  </a:lnTo>
                  <a:lnTo>
                    <a:pt x="12508" y="13836"/>
                  </a:lnTo>
                  <a:lnTo>
                    <a:pt x="12577" y="13768"/>
                  </a:lnTo>
                  <a:lnTo>
                    <a:pt x="12646" y="13699"/>
                  </a:lnTo>
                  <a:lnTo>
                    <a:pt x="12695" y="13630"/>
                  </a:lnTo>
                  <a:lnTo>
                    <a:pt x="12744" y="13551"/>
                  </a:lnTo>
                  <a:lnTo>
                    <a:pt x="12784" y="13473"/>
                  </a:lnTo>
                  <a:lnTo>
                    <a:pt x="12813" y="13384"/>
                  </a:lnTo>
                  <a:lnTo>
                    <a:pt x="12843" y="13286"/>
                  </a:lnTo>
                  <a:lnTo>
                    <a:pt x="12852" y="13197"/>
                  </a:lnTo>
                  <a:lnTo>
                    <a:pt x="12862" y="13099"/>
                  </a:lnTo>
                  <a:lnTo>
                    <a:pt x="12852" y="13001"/>
                  </a:lnTo>
                  <a:lnTo>
                    <a:pt x="12843" y="12902"/>
                  </a:lnTo>
                  <a:lnTo>
                    <a:pt x="12813" y="12814"/>
                  </a:lnTo>
                  <a:lnTo>
                    <a:pt x="12784" y="12725"/>
                  </a:lnTo>
                  <a:lnTo>
                    <a:pt x="12744" y="12647"/>
                  </a:lnTo>
                  <a:lnTo>
                    <a:pt x="12695" y="12568"/>
                  </a:lnTo>
                  <a:lnTo>
                    <a:pt x="12646" y="12489"/>
                  </a:lnTo>
                  <a:lnTo>
                    <a:pt x="12577" y="12420"/>
                  </a:lnTo>
                  <a:lnTo>
                    <a:pt x="12508" y="12361"/>
                  </a:lnTo>
                  <a:lnTo>
                    <a:pt x="12439" y="12312"/>
                  </a:lnTo>
                  <a:lnTo>
                    <a:pt x="12361" y="12263"/>
                  </a:lnTo>
                  <a:lnTo>
                    <a:pt x="12282" y="12224"/>
                  </a:lnTo>
                  <a:lnTo>
                    <a:pt x="12194" y="12184"/>
                  </a:lnTo>
                  <a:lnTo>
                    <a:pt x="12095" y="12165"/>
                  </a:lnTo>
                  <a:lnTo>
                    <a:pt x="12007" y="12155"/>
                  </a:lnTo>
                  <a:lnTo>
                    <a:pt x="11908" y="12145"/>
                  </a:lnTo>
                  <a:lnTo>
                    <a:pt x="11781" y="12155"/>
                  </a:lnTo>
                  <a:lnTo>
                    <a:pt x="11653" y="12184"/>
                  </a:lnTo>
                  <a:lnTo>
                    <a:pt x="11535" y="12224"/>
                  </a:lnTo>
                  <a:lnTo>
                    <a:pt x="11427" y="12273"/>
                  </a:lnTo>
                  <a:lnTo>
                    <a:pt x="11328" y="12342"/>
                  </a:lnTo>
                  <a:lnTo>
                    <a:pt x="11230" y="12430"/>
                  </a:lnTo>
                  <a:lnTo>
                    <a:pt x="11151" y="12519"/>
                  </a:lnTo>
                  <a:lnTo>
                    <a:pt x="11082" y="12617"/>
                  </a:lnTo>
                  <a:lnTo>
                    <a:pt x="10011" y="12617"/>
                  </a:lnTo>
                  <a:lnTo>
                    <a:pt x="10011" y="11299"/>
                  </a:lnTo>
                  <a:lnTo>
                    <a:pt x="11908" y="11299"/>
                  </a:lnTo>
                  <a:lnTo>
                    <a:pt x="11908" y="9402"/>
                  </a:lnTo>
                  <a:lnTo>
                    <a:pt x="13482" y="9402"/>
                  </a:lnTo>
                  <a:lnTo>
                    <a:pt x="13551" y="9500"/>
                  </a:lnTo>
                  <a:lnTo>
                    <a:pt x="13629" y="9598"/>
                  </a:lnTo>
                  <a:lnTo>
                    <a:pt x="13718" y="9677"/>
                  </a:lnTo>
                  <a:lnTo>
                    <a:pt x="13826" y="9746"/>
                  </a:lnTo>
                  <a:lnTo>
                    <a:pt x="13934" y="9805"/>
                  </a:lnTo>
                  <a:lnTo>
                    <a:pt x="14052" y="9844"/>
                  </a:lnTo>
                  <a:lnTo>
                    <a:pt x="14180" y="9864"/>
                  </a:lnTo>
                  <a:lnTo>
                    <a:pt x="14308" y="9874"/>
                  </a:lnTo>
                  <a:lnTo>
                    <a:pt x="14406" y="9874"/>
                  </a:lnTo>
                  <a:lnTo>
                    <a:pt x="14495" y="9854"/>
                  </a:lnTo>
                  <a:lnTo>
                    <a:pt x="14593" y="9834"/>
                  </a:lnTo>
                  <a:lnTo>
                    <a:pt x="14672" y="9805"/>
                  </a:lnTo>
                  <a:lnTo>
                    <a:pt x="14760" y="9765"/>
                  </a:lnTo>
                  <a:lnTo>
                    <a:pt x="14839" y="9716"/>
                  </a:lnTo>
                  <a:lnTo>
                    <a:pt x="14908" y="9657"/>
                  </a:lnTo>
                  <a:lnTo>
                    <a:pt x="14976" y="9598"/>
                  </a:lnTo>
                  <a:lnTo>
                    <a:pt x="15035" y="9529"/>
                  </a:lnTo>
                  <a:lnTo>
                    <a:pt x="15094" y="9461"/>
                  </a:lnTo>
                  <a:lnTo>
                    <a:pt x="15144" y="9382"/>
                  </a:lnTo>
                  <a:lnTo>
                    <a:pt x="15183" y="9293"/>
                  </a:lnTo>
                  <a:lnTo>
                    <a:pt x="15212" y="9205"/>
                  </a:lnTo>
                  <a:lnTo>
                    <a:pt x="15242" y="9116"/>
                  </a:lnTo>
                  <a:lnTo>
                    <a:pt x="15252" y="9018"/>
                  </a:lnTo>
                  <a:lnTo>
                    <a:pt x="15262" y="8930"/>
                  </a:lnTo>
                  <a:lnTo>
                    <a:pt x="15252" y="8831"/>
                  </a:lnTo>
                  <a:lnTo>
                    <a:pt x="15242" y="8733"/>
                  </a:lnTo>
                  <a:lnTo>
                    <a:pt x="15212" y="8644"/>
                  </a:lnTo>
                  <a:lnTo>
                    <a:pt x="15183" y="8556"/>
                  </a:lnTo>
                  <a:lnTo>
                    <a:pt x="15144" y="8467"/>
                  </a:lnTo>
                  <a:lnTo>
                    <a:pt x="15094" y="8389"/>
                  </a:lnTo>
                  <a:lnTo>
                    <a:pt x="15035" y="8320"/>
                  </a:lnTo>
                  <a:lnTo>
                    <a:pt x="14976" y="8251"/>
                  </a:lnTo>
                  <a:lnTo>
                    <a:pt x="14908" y="8192"/>
                  </a:lnTo>
                  <a:lnTo>
                    <a:pt x="14839" y="8133"/>
                  </a:lnTo>
                  <a:lnTo>
                    <a:pt x="14760" y="8084"/>
                  </a:lnTo>
                  <a:lnTo>
                    <a:pt x="14672" y="8045"/>
                  </a:lnTo>
                  <a:lnTo>
                    <a:pt x="14593" y="8015"/>
                  </a:lnTo>
                  <a:lnTo>
                    <a:pt x="14495" y="7995"/>
                  </a:lnTo>
                  <a:lnTo>
                    <a:pt x="14406" y="7976"/>
                  </a:lnTo>
                  <a:lnTo>
                    <a:pt x="14308" y="7976"/>
                  </a:lnTo>
                  <a:lnTo>
                    <a:pt x="14180" y="7986"/>
                  </a:lnTo>
                  <a:lnTo>
                    <a:pt x="14052" y="8005"/>
                  </a:lnTo>
                  <a:lnTo>
                    <a:pt x="13934" y="8045"/>
                  </a:lnTo>
                  <a:lnTo>
                    <a:pt x="13826" y="8104"/>
                  </a:lnTo>
                  <a:lnTo>
                    <a:pt x="13718" y="8172"/>
                  </a:lnTo>
                  <a:lnTo>
                    <a:pt x="13629" y="8251"/>
                  </a:lnTo>
                  <a:lnTo>
                    <a:pt x="13551" y="8349"/>
                  </a:lnTo>
                  <a:lnTo>
                    <a:pt x="13482" y="8448"/>
                  </a:lnTo>
                  <a:lnTo>
                    <a:pt x="11908" y="8448"/>
                  </a:lnTo>
                  <a:lnTo>
                    <a:pt x="11908" y="5596"/>
                  </a:lnTo>
                  <a:lnTo>
                    <a:pt x="13482" y="5596"/>
                  </a:lnTo>
                  <a:lnTo>
                    <a:pt x="13551" y="5694"/>
                  </a:lnTo>
                  <a:lnTo>
                    <a:pt x="13629" y="5793"/>
                  </a:lnTo>
                  <a:lnTo>
                    <a:pt x="13718" y="5871"/>
                  </a:lnTo>
                  <a:lnTo>
                    <a:pt x="13826" y="5940"/>
                  </a:lnTo>
                  <a:lnTo>
                    <a:pt x="13934" y="5999"/>
                  </a:lnTo>
                  <a:lnTo>
                    <a:pt x="14052" y="6039"/>
                  </a:lnTo>
                  <a:lnTo>
                    <a:pt x="14180" y="6058"/>
                  </a:lnTo>
                  <a:lnTo>
                    <a:pt x="14308" y="6068"/>
                  </a:lnTo>
                  <a:lnTo>
                    <a:pt x="14406" y="6068"/>
                  </a:lnTo>
                  <a:lnTo>
                    <a:pt x="14495" y="6048"/>
                  </a:lnTo>
                  <a:lnTo>
                    <a:pt x="14593" y="6029"/>
                  </a:lnTo>
                  <a:lnTo>
                    <a:pt x="14672" y="5999"/>
                  </a:lnTo>
                  <a:lnTo>
                    <a:pt x="14760" y="5960"/>
                  </a:lnTo>
                  <a:lnTo>
                    <a:pt x="14839" y="5911"/>
                  </a:lnTo>
                  <a:lnTo>
                    <a:pt x="14908" y="5852"/>
                  </a:lnTo>
                  <a:lnTo>
                    <a:pt x="14976" y="5793"/>
                  </a:lnTo>
                  <a:lnTo>
                    <a:pt x="15035" y="5724"/>
                  </a:lnTo>
                  <a:lnTo>
                    <a:pt x="15094" y="5655"/>
                  </a:lnTo>
                  <a:lnTo>
                    <a:pt x="15144" y="5576"/>
                  </a:lnTo>
                  <a:lnTo>
                    <a:pt x="15183" y="5488"/>
                  </a:lnTo>
                  <a:lnTo>
                    <a:pt x="15212" y="5399"/>
                  </a:lnTo>
                  <a:lnTo>
                    <a:pt x="15242" y="5311"/>
                  </a:lnTo>
                  <a:lnTo>
                    <a:pt x="15252" y="5213"/>
                  </a:lnTo>
                  <a:lnTo>
                    <a:pt x="15262" y="5124"/>
                  </a:lnTo>
                  <a:lnTo>
                    <a:pt x="15252" y="5026"/>
                  </a:lnTo>
                  <a:lnTo>
                    <a:pt x="15242" y="4927"/>
                  </a:lnTo>
                  <a:lnTo>
                    <a:pt x="15212" y="4839"/>
                  </a:lnTo>
                  <a:lnTo>
                    <a:pt x="15183" y="4750"/>
                  </a:lnTo>
                  <a:lnTo>
                    <a:pt x="15144" y="4662"/>
                  </a:lnTo>
                  <a:lnTo>
                    <a:pt x="15094" y="4583"/>
                  </a:lnTo>
                  <a:lnTo>
                    <a:pt x="15035" y="4514"/>
                  </a:lnTo>
                  <a:lnTo>
                    <a:pt x="14976" y="4446"/>
                  </a:lnTo>
                  <a:lnTo>
                    <a:pt x="14908" y="4387"/>
                  </a:lnTo>
                  <a:lnTo>
                    <a:pt x="14839" y="4328"/>
                  </a:lnTo>
                  <a:lnTo>
                    <a:pt x="14760" y="4278"/>
                  </a:lnTo>
                  <a:lnTo>
                    <a:pt x="14672" y="4239"/>
                  </a:lnTo>
                  <a:lnTo>
                    <a:pt x="14593" y="4210"/>
                  </a:lnTo>
                  <a:lnTo>
                    <a:pt x="14495" y="4190"/>
                  </a:lnTo>
                  <a:lnTo>
                    <a:pt x="14406" y="4170"/>
                  </a:lnTo>
                  <a:lnTo>
                    <a:pt x="14308" y="4170"/>
                  </a:lnTo>
                  <a:lnTo>
                    <a:pt x="14180" y="4180"/>
                  </a:lnTo>
                  <a:lnTo>
                    <a:pt x="14052" y="4200"/>
                  </a:lnTo>
                  <a:lnTo>
                    <a:pt x="13934" y="4239"/>
                  </a:lnTo>
                  <a:lnTo>
                    <a:pt x="13826" y="4298"/>
                  </a:lnTo>
                  <a:lnTo>
                    <a:pt x="13718" y="4367"/>
                  </a:lnTo>
                  <a:lnTo>
                    <a:pt x="13629" y="4446"/>
                  </a:lnTo>
                  <a:lnTo>
                    <a:pt x="13551" y="4544"/>
                  </a:lnTo>
                  <a:lnTo>
                    <a:pt x="13482" y="4642"/>
                  </a:lnTo>
                  <a:lnTo>
                    <a:pt x="11908" y="4642"/>
                  </a:lnTo>
                  <a:lnTo>
                    <a:pt x="11908" y="2744"/>
                  </a:lnTo>
                  <a:lnTo>
                    <a:pt x="10011" y="2744"/>
                  </a:lnTo>
                  <a:lnTo>
                    <a:pt x="10011" y="1427"/>
                  </a:lnTo>
                  <a:lnTo>
                    <a:pt x="11082" y="1427"/>
                  </a:lnTo>
                  <a:lnTo>
                    <a:pt x="11151" y="1535"/>
                  </a:lnTo>
                  <a:lnTo>
                    <a:pt x="11230" y="1623"/>
                  </a:lnTo>
                  <a:lnTo>
                    <a:pt x="11328" y="1702"/>
                  </a:lnTo>
                  <a:lnTo>
                    <a:pt x="11427" y="1771"/>
                  </a:lnTo>
                  <a:lnTo>
                    <a:pt x="11535" y="1830"/>
                  </a:lnTo>
                  <a:lnTo>
                    <a:pt x="11653" y="1869"/>
                  </a:lnTo>
                  <a:lnTo>
                    <a:pt x="11781" y="1899"/>
                  </a:lnTo>
                  <a:lnTo>
                    <a:pt x="11908" y="1909"/>
                  </a:lnTo>
                  <a:lnTo>
                    <a:pt x="12007" y="1899"/>
                  </a:lnTo>
                  <a:lnTo>
                    <a:pt x="12095" y="1889"/>
                  </a:lnTo>
                  <a:lnTo>
                    <a:pt x="12194" y="1859"/>
                  </a:lnTo>
                  <a:lnTo>
                    <a:pt x="12282" y="1830"/>
                  </a:lnTo>
                  <a:lnTo>
                    <a:pt x="12361" y="1791"/>
                  </a:lnTo>
                  <a:lnTo>
                    <a:pt x="12439" y="1741"/>
                  </a:lnTo>
                  <a:lnTo>
                    <a:pt x="12508" y="1692"/>
                  </a:lnTo>
                  <a:lnTo>
                    <a:pt x="12577" y="1623"/>
                  </a:lnTo>
                  <a:lnTo>
                    <a:pt x="12646" y="1564"/>
                  </a:lnTo>
                  <a:lnTo>
                    <a:pt x="12695" y="1486"/>
                  </a:lnTo>
                  <a:lnTo>
                    <a:pt x="12744" y="1407"/>
                  </a:lnTo>
                  <a:lnTo>
                    <a:pt x="12784" y="1328"/>
                  </a:lnTo>
                  <a:lnTo>
                    <a:pt x="12813" y="1240"/>
                  </a:lnTo>
                  <a:lnTo>
                    <a:pt x="12843" y="1151"/>
                  </a:lnTo>
                  <a:lnTo>
                    <a:pt x="12852" y="1053"/>
                  </a:lnTo>
                  <a:lnTo>
                    <a:pt x="12862" y="955"/>
                  </a:lnTo>
                  <a:lnTo>
                    <a:pt x="12852" y="856"/>
                  </a:lnTo>
                  <a:lnTo>
                    <a:pt x="12843" y="768"/>
                  </a:lnTo>
                  <a:lnTo>
                    <a:pt x="12813" y="670"/>
                  </a:lnTo>
                  <a:lnTo>
                    <a:pt x="12784" y="581"/>
                  </a:lnTo>
                  <a:lnTo>
                    <a:pt x="12744" y="502"/>
                  </a:lnTo>
                  <a:lnTo>
                    <a:pt x="12695" y="424"/>
                  </a:lnTo>
                  <a:lnTo>
                    <a:pt x="12646" y="355"/>
                  </a:lnTo>
                  <a:lnTo>
                    <a:pt x="12577" y="286"/>
                  </a:lnTo>
                  <a:lnTo>
                    <a:pt x="12508" y="217"/>
                  </a:lnTo>
                  <a:lnTo>
                    <a:pt x="12439" y="168"/>
                  </a:lnTo>
                  <a:lnTo>
                    <a:pt x="12361" y="119"/>
                  </a:lnTo>
                  <a:lnTo>
                    <a:pt x="12282" y="80"/>
                  </a:lnTo>
                  <a:lnTo>
                    <a:pt x="12194" y="50"/>
                  </a:lnTo>
                  <a:lnTo>
                    <a:pt x="12095" y="21"/>
                  </a:lnTo>
                  <a:lnTo>
                    <a:pt x="12007" y="11"/>
                  </a:lnTo>
                  <a:lnTo>
                    <a:pt x="11908" y="1"/>
                  </a:lnTo>
                  <a:lnTo>
                    <a:pt x="11781" y="11"/>
                  </a:lnTo>
                  <a:lnTo>
                    <a:pt x="11653" y="40"/>
                  </a:lnTo>
                  <a:lnTo>
                    <a:pt x="11535" y="80"/>
                  </a:lnTo>
                  <a:lnTo>
                    <a:pt x="11427" y="139"/>
                  </a:lnTo>
                  <a:lnTo>
                    <a:pt x="11328" y="207"/>
                  </a:lnTo>
                  <a:lnTo>
                    <a:pt x="11230" y="286"/>
                  </a:lnTo>
                  <a:lnTo>
                    <a:pt x="11151" y="375"/>
                  </a:lnTo>
                  <a:lnTo>
                    <a:pt x="11082" y="483"/>
                  </a:lnTo>
                  <a:lnTo>
                    <a:pt x="9057" y="483"/>
                  </a:lnTo>
                  <a:lnTo>
                    <a:pt x="9057" y="1427"/>
                  </a:lnTo>
                  <a:lnTo>
                    <a:pt x="9057" y="2744"/>
                  </a:lnTo>
                  <a:lnTo>
                    <a:pt x="6195" y="2744"/>
                  </a:lnTo>
                  <a:lnTo>
                    <a:pt x="6195" y="483"/>
                  </a:lnTo>
                  <a:lnTo>
                    <a:pt x="4170" y="483"/>
                  </a:lnTo>
                  <a:lnTo>
                    <a:pt x="4101" y="375"/>
                  </a:lnTo>
                  <a:lnTo>
                    <a:pt x="4022" y="286"/>
                  </a:lnTo>
                  <a:lnTo>
                    <a:pt x="3924" y="207"/>
                  </a:lnTo>
                  <a:lnTo>
                    <a:pt x="3825" y="139"/>
                  </a:lnTo>
                  <a:lnTo>
                    <a:pt x="3717" y="80"/>
                  </a:lnTo>
                  <a:lnTo>
                    <a:pt x="3599" y="40"/>
                  </a:lnTo>
                  <a:lnTo>
                    <a:pt x="3471" y="11"/>
                  </a:lnTo>
                  <a:lnTo>
                    <a:pt x="3344"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15" name="Google Shape;1515;p103"/>
          <p:cNvGrpSpPr/>
          <p:nvPr/>
        </p:nvGrpSpPr>
        <p:grpSpPr>
          <a:xfrm>
            <a:off x="6215861" y="2786882"/>
            <a:ext cx="283807" cy="269231"/>
            <a:chOff x="3479450" y="1575950"/>
            <a:chExt cx="386975" cy="367050"/>
          </a:xfrm>
        </p:grpSpPr>
        <p:sp>
          <p:nvSpPr>
            <p:cNvPr id="1516" name="Google Shape;1516;p103"/>
            <p:cNvSpPr/>
            <p:nvPr/>
          </p:nvSpPr>
          <p:spPr>
            <a:xfrm>
              <a:off x="3626475" y="1835050"/>
              <a:ext cx="92950" cy="23625"/>
            </a:xfrm>
            <a:custGeom>
              <a:avLst/>
              <a:gdLst/>
              <a:ahLst/>
              <a:cxnLst/>
              <a:rect l="l" t="t" r="r" b="b"/>
              <a:pathLst>
                <a:path w="3718" h="945" extrusionOk="0">
                  <a:moveTo>
                    <a:pt x="0" y="0"/>
                  </a:moveTo>
                  <a:lnTo>
                    <a:pt x="0" y="944"/>
                  </a:lnTo>
                  <a:lnTo>
                    <a:pt x="3717" y="944"/>
                  </a:lnTo>
                  <a:lnTo>
                    <a:pt x="3717"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7" name="Google Shape;1517;p103"/>
            <p:cNvSpPr/>
            <p:nvPr/>
          </p:nvSpPr>
          <p:spPr>
            <a:xfrm>
              <a:off x="3479450" y="1575950"/>
              <a:ext cx="386975" cy="367050"/>
            </a:xfrm>
            <a:custGeom>
              <a:avLst/>
              <a:gdLst/>
              <a:ahLst/>
              <a:cxnLst/>
              <a:rect l="l" t="t" r="r" b="b"/>
              <a:pathLst>
                <a:path w="15479" h="14682" extrusionOk="0">
                  <a:moveTo>
                    <a:pt x="7858" y="954"/>
                  </a:moveTo>
                  <a:lnTo>
                    <a:pt x="7976" y="974"/>
                  </a:lnTo>
                  <a:lnTo>
                    <a:pt x="8084" y="1003"/>
                  </a:lnTo>
                  <a:lnTo>
                    <a:pt x="8182" y="1042"/>
                  </a:lnTo>
                  <a:lnTo>
                    <a:pt x="8291" y="1092"/>
                  </a:lnTo>
                  <a:lnTo>
                    <a:pt x="8379" y="1151"/>
                  </a:lnTo>
                  <a:lnTo>
                    <a:pt x="8468" y="1210"/>
                  </a:lnTo>
                  <a:lnTo>
                    <a:pt x="8546" y="1288"/>
                  </a:lnTo>
                  <a:lnTo>
                    <a:pt x="8625" y="1367"/>
                  </a:lnTo>
                  <a:lnTo>
                    <a:pt x="8694" y="1455"/>
                  </a:lnTo>
                  <a:lnTo>
                    <a:pt x="8743" y="1554"/>
                  </a:lnTo>
                  <a:lnTo>
                    <a:pt x="8792" y="1652"/>
                  </a:lnTo>
                  <a:lnTo>
                    <a:pt x="8831" y="1750"/>
                  </a:lnTo>
                  <a:lnTo>
                    <a:pt x="8861" y="1868"/>
                  </a:lnTo>
                  <a:lnTo>
                    <a:pt x="8881" y="1977"/>
                  </a:lnTo>
                  <a:lnTo>
                    <a:pt x="8881" y="2095"/>
                  </a:lnTo>
                  <a:lnTo>
                    <a:pt x="8881" y="2213"/>
                  </a:lnTo>
                  <a:lnTo>
                    <a:pt x="8861" y="2321"/>
                  </a:lnTo>
                  <a:lnTo>
                    <a:pt x="8831" y="2429"/>
                  </a:lnTo>
                  <a:lnTo>
                    <a:pt x="8792" y="2537"/>
                  </a:lnTo>
                  <a:lnTo>
                    <a:pt x="8743" y="2635"/>
                  </a:lnTo>
                  <a:lnTo>
                    <a:pt x="8694" y="2734"/>
                  </a:lnTo>
                  <a:lnTo>
                    <a:pt x="8625" y="2822"/>
                  </a:lnTo>
                  <a:lnTo>
                    <a:pt x="8546" y="2901"/>
                  </a:lnTo>
                  <a:lnTo>
                    <a:pt x="8468" y="2980"/>
                  </a:lnTo>
                  <a:lnTo>
                    <a:pt x="8379" y="3039"/>
                  </a:lnTo>
                  <a:lnTo>
                    <a:pt x="8291" y="3098"/>
                  </a:lnTo>
                  <a:lnTo>
                    <a:pt x="8182" y="3147"/>
                  </a:lnTo>
                  <a:lnTo>
                    <a:pt x="8084" y="3186"/>
                  </a:lnTo>
                  <a:lnTo>
                    <a:pt x="7976" y="3216"/>
                  </a:lnTo>
                  <a:lnTo>
                    <a:pt x="7858" y="3235"/>
                  </a:lnTo>
                  <a:lnTo>
                    <a:pt x="7622" y="3235"/>
                  </a:lnTo>
                  <a:lnTo>
                    <a:pt x="7514" y="3216"/>
                  </a:lnTo>
                  <a:lnTo>
                    <a:pt x="7406" y="3186"/>
                  </a:lnTo>
                  <a:lnTo>
                    <a:pt x="7297" y="3147"/>
                  </a:lnTo>
                  <a:lnTo>
                    <a:pt x="7199" y="3098"/>
                  </a:lnTo>
                  <a:lnTo>
                    <a:pt x="7101" y="3039"/>
                  </a:lnTo>
                  <a:lnTo>
                    <a:pt x="7012" y="2980"/>
                  </a:lnTo>
                  <a:lnTo>
                    <a:pt x="6934" y="2901"/>
                  </a:lnTo>
                  <a:lnTo>
                    <a:pt x="6865" y="2822"/>
                  </a:lnTo>
                  <a:lnTo>
                    <a:pt x="6796" y="2734"/>
                  </a:lnTo>
                  <a:lnTo>
                    <a:pt x="6737" y="2635"/>
                  </a:lnTo>
                  <a:lnTo>
                    <a:pt x="6688" y="2537"/>
                  </a:lnTo>
                  <a:lnTo>
                    <a:pt x="6648" y="2429"/>
                  </a:lnTo>
                  <a:lnTo>
                    <a:pt x="6629" y="2321"/>
                  </a:lnTo>
                  <a:lnTo>
                    <a:pt x="6609" y="2213"/>
                  </a:lnTo>
                  <a:lnTo>
                    <a:pt x="6599" y="2095"/>
                  </a:lnTo>
                  <a:lnTo>
                    <a:pt x="6609" y="1977"/>
                  </a:lnTo>
                  <a:lnTo>
                    <a:pt x="6629" y="1868"/>
                  </a:lnTo>
                  <a:lnTo>
                    <a:pt x="6648" y="1750"/>
                  </a:lnTo>
                  <a:lnTo>
                    <a:pt x="6688" y="1652"/>
                  </a:lnTo>
                  <a:lnTo>
                    <a:pt x="6737" y="1554"/>
                  </a:lnTo>
                  <a:lnTo>
                    <a:pt x="6796" y="1455"/>
                  </a:lnTo>
                  <a:lnTo>
                    <a:pt x="6865" y="1367"/>
                  </a:lnTo>
                  <a:lnTo>
                    <a:pt x="6934" y="1288"/>
                  </a:lnTo>
                  <a:lnTo>
                    <a:pt x="7012" y="1210"/>
                  </a:lnTo>
                  <a:lnTo>
                    <a:pt x="7101" y="1151"/>
                  </a:lnTo>
                  <a:lnTo>
                    <a:pt x="7199" y="1092"/>
                  </a:lnTo>
                  <a:lnTo>
                    <a:pt x="7297" y="1042"/>
                  </a:lnTo>
                  <a:lnTo>
                    <a:pt x="7406" y="1003"/>
                  </a:lnTo>
                  <a:lnTo>
                    <a:pt x="7514" y="974"/>
                  </a:lnTo>
                  <a:lnTo>
                    <a:pt x="7622" y="954"/>
                  </a:lnTo>
                  <a:close/>
                  <a:moveTo>
                    <a:pt x="8025" y="4169"/>
                  </a:moveTo>
                  <a:lnTo>
                    <a:pt x="8025" y="4661"/>
                  </a:lnTo>
                  <a:lnTo>
                    <a:pt x="7465" y="4661"/>
                  </a:lnTo>
                  <a:lnTo>
                    <a:pt x="7465" y="4169"/>
                  </a:lnTo>
                  <a:lnTo>
                    <a:pt x="7602" y="4179"/>
                  </a:lnTo>
                  <a:lnTo>
                    <a:pt x="7740" y="4189"/>
                  </a:lnTo>
                  <a:lnTo>
                    <a:pt x="7887" y="4179"/>
                  </a:lnTo>
                  <a:lnTo>
                    <a:pt x="8025" y="4169"/>
                  </a:lnTo>
                  <a:close/>
                  <a:moveTo>
                    <a:pt x="1427" y="7031"/>
                  </a:moveTo>
                  <a:lnTo>
                    <a:pt x="1427" y="10364"/>
                  </a:lnTo>
                  <a:lnTo>
                    <a:pt x="955" y="10364"/>
                  </a:lnTo>
                  <a:lnTo>
                    <a:pt x="955" y="7031"/>
                  </a:lnTo>
                  <a:close/>
                  <a:moveTo>
                    <a:pt x="14535" y="7031"/>
                  </a:moveTo>
                  <a:lnTo>
                    <a:pt x="14535" y="10364"/>
                  </a:lnTo>
                  <a:lnTo>
                    <a:pt x="14053" y="10364"/>
                  </a:lnTo>
                  <a:lnTo>
                    <a:pt x="14053" y="7031"/>
                  </a:lnTo>
                  <a:close/>
                  <a:moveTo>
                    <a:pt x="13109" y="5615"/>
                  </a:moveTo>
                  <a:lnTo>
                    <a:pt x="13109" y="12125"/>
                  </a:lnTo>
                  <a:lnTo>
                    <a:pt x="2381" y="12125"/>
                  </a:lnTo>
                  <a:lnTo>
                    <a:pt x="2381" y="5615"/>
                  </a:lnTo>
                  <a:close/>
                  <a:moveTo>
                    <a:pt x="9598" y="13078"/>
                  </a:moveTo>
                  <a:lnTo>
                    <a:pt x="9598" y="13737"/>
                  </a:lnTo>
                  <a:lnTo>
                    <a:pt x="5881" y="13737"/>
                  </a:lnTo>
                  <a:lnTo>
                    <a:pt x="5881" y="13078"/>
                  </a:lnTo>
                  <a:close/>
                  <a:moveTo>
                    <a:pt x="7740" y="0"/>
                  </a:moveTo>
                  <a:lnTo>
                    <a:pt x="7533" y="10"/>
                  </a:lnTo>
                  <a:lnTo>
                    <a:pt x="7317" y="39"/>
                  </a:lnTo>
                  <a:lnTo>
                    <a:pt x="7120" y="98"/>
                  </a:lnTo>
                  <a:lnTo>
                    <a:pt x="6924" y="167"/>
                  </a:lnTo>
                  <a:lnTo>
                    <a:pt x="6747" y="256"/>
                  </a:lnTo>
                  <a:lnTo>
                    <a:pt x="6570" y="354"/>
                  </a:lnTo>
                  <a:lnTo>
                    <a:pt x="6412" y="482"/>
                  </a:lnTo>
                  <a:lnTo>
                    <a:pt x="6265" y="620"/>
                  </a:lnTo>
                  <a:lnTo>
                    <a:pt x="6127" y="767"/>
                  </a:lnTo>
                  <a:lnTo>
                    <a:pt x="6009" y="924"/>
                  </a:lnTo>
                  <a:lnTo>
                    <a:pt x="5901" y="1101"/>
                  </a:lnTo>
                  <a:lnTo>
                    <a:pt x="5813" y="1278"/>
                  </a:lnTo>
                  <a:lnTo>
                    <a:pt x="5744" y="1475"/>
                  </a:lnTo>
                  <a:lnTo>
                    <a:pt x="5695" y="1672"/>
                  </a:lnTo>
                  <a:lnTo>
                    <a:pt x="5655" y="1878"/>
                  </a:lnTo>
                  <a:lnTo>
                    <a:pt x="5645" y="2095"/>
                  </a:lnTo>
                  <a:lnTo>
                    <a:pt x="5655" y="2222"/>
                  </a:lnTo>
                  <a:lnTo>
                    <a:pt x="5665" y="2350"/>
                  </a:lnTo>
                  <a:lnTo>
                    <a:pt x="5685" y="2478"/>
                  </a:lnTo>
                  <a:lnTo>
                    <a:pt x="5714" y="2596"/>
                  </a:lnTo>
                  <a:lnTo>
                    <a:pt x="5744" y="2714"/>
                  </a:lnTo>
                  <a:lnTo>
                    <a:pt x="5783" y="2832"/>
                  </a:lnTo>
                  <a:lnTo>
                    <a:pt x="5832" y="2950"/>
                  </a:lnTo>
                  <a:lnTo>
                    <a:pt x="5881" y="3058"/>
                  </a:lnTo>
                  <a:lnTo>
                    <a:pt x="5940" y="3166"/>
                  </a:lnTo>
                  <a:lnTo>
                    <a:pt x="6009" y="3265"/>
                  </a:lnTo>
                  <a:lnTo>
                    <a:pt x="6078" y="3363"/>
                  </a:lnTo>
                  <a:lnTo>
                    <a:pt x="6157" y="3461"/>
                  </a:lnTo>
                  <a:lnTo>
                    <a:pt x="6235" y="3550"/>
                  </a:lnTo>
                  <a:lnTo>
                    <a:pt x="6324" y="3638"/>
                  </a:lnTo>
                  <a:lnTo>
                    <a:pt x="6412" y="3717"/>
                  </a:lnTo>
                  <a:lnTo>
                    <a:pt x="6511" y="3786"/>
                  </a:lnTo>
                  <a:lnTo>
                    <a:pt x="6511" y="4661"/>
                  </a:lnTo>
                  <a:lnTo>
                    <a:pt x="1427" y="4661"/>
                  </a:lnTo>
                  <a:lnTo>
                    <a:pt x="1427" y="4995"/>
                  </a:lnTo>
                  <a:lnTo>
                    <a:pt x="1427" y="5615"/>
                  </a:lnTo>
                  <a:lnTo>
                    <a:pt x="1427" y="6077"/>
                  </a:lnTo>
                  <a:lnTo>
                    <a:pt x="1" y="6077"/>
                  </a:lnTo>
                  <a:lnTo>
                    <a:pt x="1" y="11308"/>
                  </a:lnTo>
                  <a:lnTo>
                    <a:pt x="1427" y="11308"/>
                  </a:lnTo>
                  <a:lnTo>
                    <a:pt x="1427" y="13078"/>
                  </a:lnTo>
                  <a:lnTo>
                    <a:pt x="4937" y="13078"/>
                  </a:lnTo>
                  <a:lnTo>
                    <a:pt x="4937" y="14681"/>
                  </a:lnTo>
                  <a:lnTo>
                    <a:pt x="10552" y="14681"/>
                  </a:lnTo>
                  <a:lnTo>
                    <a:pt x="10552" y="13078"/>
                  </a:lnTo>
                  <a:lnTo>
                    <a:pt x="14053" y="13078"/>
                  </a:lnTo>
                  <a:lnTo>
                    <a:pt x="14053" y="11308"/>
                  </a:lnTo>
                  <a:lnTo>
                    <a:pt x="15479" y="11308"/>
                  </a:lnTo>
                  <a:lnTo>
                    <a:pt x="15479" y="6077"/>
                  </a:lnTo>
                  <a:lnTo>
                    <a:pt x="14053" y="6077"/>
                  </a:lnTo>
                  <a:lnTo>
                    <a:pt x="14053" y="4661"/>
                  </a:lnTo>
                  <a:lnTo>
                    <a:pt x="8969" y="4661"/>
                  </a:lnTo>
                  <a:lnTo>
                    <a:pt x="8969" y="3786"/>
                  </a:lnTo>
                  <a:lnTo>
                    <a:pt x="9067" y="3717"/>
                  </a:lnTo>
                  <a:lnTo>
                    <a:pt x="9156" y="3638"/>
                  </a:lnTo>
                  <a:lnTo>
                    <a:pt x="9244" y="3550"/>
                  </a:lnTo>
                  <a:lnTo>
                    <a:pt x="9333" y="3461"/>
                  </a:lnTo>
                  <a:lnTo>
                    <a:pt x="9402" y="3363"/>
                  </a:lnTo>
                  <a:lnTo>
                    <a:pt x="9480" y="3265"/>
                  </a:lnTo>
                  <a:lnTo>
                    <a:pt x="9539" y="3166"/>
                  </a:lnTo>
                  <a:lnTo>
                    <a:pt x="9598" y="3058"/>
                  </a:lnTo>
                  <a:lnTo>
                    <a:pt x="9657" y="2950"/>
                  </a:lnTo>
                  <a:lnTo>
                    <a:pt x="9697" y="2832"/>
                  </a:lnTo>
                  <a:lnTo>
                    <a:pt x="9746" y="2714"/>
                  </a:lnTo>
                  <a:lnTo>
                    <a:pt x="9775" y="2596"/>
                  </a:lnTo>
                  <a:lnTo>
                    <a:pt x="9805" y="2478"/>
                  </a:lnTo>
                  <a:lnTo>
                    <a:pt x="9825" y="2350"/>
                  </a:lnTo>
                  <a:lnTo>
                    <a:pt x="9834" y="2222"/>
                  </a:lnTo>
                  <a:lnTo>
                    <a:pt x="9834" y="2095"/>
                  </a:lnTo>
                  <a:lnTo>
                    <a:pt x="9825" y="1878"/>
                  </a:lnTo>
                  <a:lnTo>
                    <a:pt x="9795" y="1672"/>
                  </a:lnTo>
                  <a:lnTo>
                    <a:pt x="9746" y="1475"/>
                  </a:lnTo>
                  <a:lnTo>
                    <a:pt x="9667" y="1278"/>
                  </a:lnTo>
                  <a:lnTo>
                    <a:pt x="9579" y="1101"/>
                  </a:lnTo>
                  <a:lnTo>
                    <a:pt x="9480" y="924"/>
                  </a:lnTo>
                  <a:lnTo>
                    <a:pt x="9362" y="767"/>
                  </a:lnTo>
                  <a:lnTo>
                    <a:pt x="9225" y="620"/>
                  </a:lnTo>
                  <a:lnTo>
                    <a:pt x="9077" y="482"/>
                  </a:lnTo>
                  <a:lnTo>
                    <a:pt x="8910" y="354"/>
                  </a:lnTo>
                  <a:lnTo>
                    <a:pt x="8743" y="256"/>
                  </a:lnTo>
                  <a:lnTo>
                    <a:pt x="8556" y="167"/>
                  </a:lnTo>
                  <a:lnTo>
                    <a:pt x="8369" y="98"/>
                  </a:lnTo>
                  <a:lnTo>
                    <a:pt x="8163" y="39"/>
                  </a:lnTo>
                  <a:lnTo>
                    <a:pt x="7956" y="10"/>
                  </a:lnTo>
                  <a:lnTo>
                    <a:pt x="7740"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8" name="Google Shape;1518;p103"/>
            <p:cNvSpPr/>
            <p:nvPr/>
          </p:nvSpPr>
          <p:spPr>
            <a:xfrm>
              <a:off x="3559100" y="1738925"/>
              <a:ext cx="227675" cy="82875"/>
            </a:xfrm>
            <a:custGeom>
              <a:avLst/>
              <a:gdLst/>
              <a:ahLst/>
              <a:cxnLst/>
              <a:rect l="l" t="t" r="r" b="b"/>
              <a:pathLst>
                <a:path w="9107" h="3315" extrusionOk="0">
                  <a:moveTo>
                    <a:pt x="1732" y="954"/>
                  </a:moveTo>
                  <a:lnTo>
                    <a:pt x="1800" y="964"/>
                  </a:lnTo>
                  <a:lnTo>
                    <a:pt x="1869" y="984"/>
                  </a:lnTo>
                  <a:lnTo>
                    <a:pt x="1938" y="1004"/>
                  </a:lnTo>
                  <a:lnTo>
                    <a:pt x="1997" y="1033"/>
                  </a:lnTo>
                  <a:lnTo>
                    <a:pt x="2056" y="1072"/>
                  </a:lnTo>
                  <a:lnTo>
                    <a:pt x="2115" y="1112"/>
                  </a:lnTo>
                  <a:lnTo>
                    <a:pt x="2164" y="1161"/>
                  </a:lnTo>
                  <a:lnTo>
                    <a:pt x="2204" y="1210"/>
                  </a:lnTo>
                  <a:lnTo>
                    <a:pt x="2243" y="1259"/>
                  </a:lnTo>
                  <a:lnTo>
                    <a:pt x="2282" y="1318"/>
                  </a:lnTo>
                  <a:lnTo>
                    <a:pt x="2312" y="1387"/>
                  </a:lnTo>
                  <a:lnTo>
                    <a:pt x="2341" y="1446"/>
                  </a:lnTo>
                  <a:lnTo>
                    <a:pt x="2351" y="1515"/>
                  </a:lnTo>
                  <a:lnTo>
                    <a:pt x="2361" y="1584"/>
                  </a:lnTo>
                  <a:lnTo>
                    <a:pt x="2371" y="1662"/>
                  </a:lnTo>
                  <a:lnTo>
                    <a:pt x="2361" y="1731"/>
                  </a:lnTo>
                  <a:lnTo>
                    <a:pt x="2351" y="1800"/>
                  </a:lnTo>
                  <a:lnTo>
                    <a:pt x="2341" y="1869"/>
                  </a:lnTo>
                  <a:lnTo>
                    <a:pt x="2312" y="1928"/>
                  </a:lnTo>
                  <a:lnTo>
                    <a:pt x="2282" y="1997"/>
                  </a:lnTo>
                  <a:lnTo>
                    <a:pt x="2243" y="2056"/>
                  </a:lnTo>
                  <a:lnTo>
                    <a:pt x="2204" y="2105"/>
                  </a:lnTo>
                  <a:lnTo>
                    <a:pt x="2164" y="2154"/>
                  </a:lnTo>
                  <a:lnTo>
                    <a:pt x="2115" y="2203"/>
                  </a:lnTo>
                  <a:lnTo>
                    <a:pt x="2056" y="2243"/>
                  </a:lnTo>
                  <a:lnTo>
                    <a:pt x="1997" y="2282"/>
                  </a:lnTo>
                  <a:lnTo>
                    <a:pt x="1938" y="2311"/>
                  </a:lnTo>
                  <a:lnTo>
                    <a:pt x="1869" y="2331"/>
                  </a:lnTo>
                  <a:lnTo>
                    <a:pt x="1800" y="2351"/>
                  </a:lnTo>
                  <a:lnTo>
                    <a:pt x="1732" y="2361"/>
                  </a:lnTo>
                  <a:lnTo>
                    <a:pt x="1594" y="2361"/>
                  </a:lnTo>
                  <a:lnTo>
                    <a:pt x="1515" y="2351"/>
                  </a:lnTo>
                  <a:lnTo>
                    <a:pt x="1456" y="2331"/>
                  </a:lnTo>
                  <a:lnTo>
                    <a:pt x="1387" y="2311"/>
                  </a:lnTo>
                  <a:lnTo>
                    <a:pt x="1328" y="2282"/>
                  </a:lnTo>
                  <a:lnTo>
                    <a:pt x="1269" y="2243"/>
                  </a:lnTo>
                  <a:lnTo>
                    <a:pt x="1210" y="2203"/>
                  </a:lnTo>
                  <a:lnTo>
                    <a:pt x="1161" y="2154"/>
                  </a:lnTo>
                  <a:lnTo>
                    <a:pt x="1122" y="2105"/>
                  </a:lnTo>
                  <a:lnTo>
                    <a:pt x="1073" y="2056"/>
                  </a:lnTo>
                  <a:lnTo>
                    <a:pt x="1043" y="1997"/>
                  </a:lnTo>
                  <a:lnTo>
                    <a:pt x="1014" y="1928"/>
                  </a:lnTo>
                  <a:lnTo>
                    <a:pt x="984" y="1869"/>
                  </a:lnTo>
                  <a:lnTo>
                    <a:pt x="974" y="1800"/>
                  </a:lnTo>
                  <a:lnTo>
                    <a:pt x="955" y="1731"/>
                  </a:lnTo>
                  <a:lnTo>
                    <a:pt x="955" y="1662"/>
                  </a:lnTo>
                  <a:lnTo>
                    <a:pt x="955" y="1584"/>
                  </a:lnTo>
                  <a:lnTo>
                    <a:pt x="974" y="1515"/>
                  </a:lnTo>
                  <a:lnTo>
                    <a:pt x="984" y="1446"/>
                  </a:lnTo>
                  <a:lnTo>
                    <a:pt x="1014" y="1387"/>
                  </a:lnTo>
                  <a:lnTo>
                    <a:pt x="1043" y="1318"/>
                  </a:lnTo>
                  <a:lnTo>
                    <a:pt x="1073" y="1259"/>
                  </a:lnTo>
                  <a:lnTo>
                    <a:pt x="1122" y="1210"/>
                  </a:lnTo>
                  <a:lnTo>
                    <a:pt x="1161" y="1161"/>
                  </a:lnTo>
                  <a:lnTo>
                    <a:pt x="1210" y="1112"/>
                  </a:lnTo>
                  <a:lnTo>
                    <a:pt x="1269" y="1072"/>
                  </a:lnTo>
                  <a:lnTo>
                    <a:pt x="1328" y="1033"/>
                  </a:lnTo>
                  <a:lnTo>
                    <a:pt x="1387" y="1004"/>
                  </a:lnTo>
                  <a:lnTo>
                    <a:pt x="1456" y="984"/>
                  </a:lnTo>
                  <a:lnTo>
                    <a:pt x="1515" y="964"/>
                  </a:lnTo>
                  <a:lnTo>
                    <a:pt x="1594" y="954"/>
                  </a:lnTo>
                  <a:close/>
                  <a:moveTo>
                    <a:pt x="7524" y="954"/>
                  </a:moveTo>
                  <a:lnTo>
                    <a:pt x="7592" y="964"/>
                  </a:lnTo>
                  <a:lnTo>
                    <a:pt x="7661" y="984"/>
                  </a:lnTo>
                  <a:lnTo>
                    <a:pt x="7730" y="1004"/>
                  </a:lnTo>
                  <a:lnTo>
                    <a:pt x="7789" y="1033"/>
                  </a:lnTo>
                  <a:lnTo>
                    <a:pt x="7848" y="1072"/>
                  </a:lnTo>
                  <a:lnTo>
                    <a:pt x="7897" y="1112"/>
                  </a:lnTo>
                  <a:lnTo>
                    <a:pt x="7946" y="1161"/>
                  </a:lnTo>
                  <a:lnTo>
                    <a:pt x="7996" y="1210"/>
                  </a:lnTo>
                  <a:lnTo>
                    <a:pt x="8035" y="1259"/>
                  </a:lnTo>
                  <a:lnTo>
                    <a:pt x="8074" y="1318"/>
                  </a:lnTo>
                  <a:lnTo>
                    <a:pt x="8104" y="1387"/>
                  </a:lnTo>
                  <a:lnTo>
                    <a:pt x="8123" y="1446"/>
                  </a:lnTo>
                  <a:lnTo>
                    <a:pt x="8143" y="1515"/>
                  </a:lnTo>
                  <a:lnTo>
                    <a:pt x="8153" y="1584"/>
                  </a:lnTo>
                  <a:lnTo>
                    <a:pt x="8153" y="1662"/>
                  </a:lnTo>
                  <a:lnTo>
                    <a:pt x="8153" y="1731"/>
                  </a:lnTo>
                  <a:lnTo>
                    <a:pt x="8143" y="1800"/>
                  </a:lnTo>
                  <a:lnTo>
                    <a:pt x="8123" y="1869"/>
                  </a:lnTo>
                  <a:lnTo>
                    <a:pt x="8104" y="1928"/>
                  </a:lnTo>
                  <a:lnTo>
                    <a:pt x="8074" y="1997"/>
                  </a:lnTo>
                  <a:lnTo>
                    <a:pt x="8035" y="2056"/>
                  </a:lnTo>
                  <a:lnTo>
                    <a:pt x="7996" y="2105"/>
                  </a:lnTo>
                  <a:lnTo>
                    <a:pt x="7946" y="2154"/>
                  </a:lnTo>
                  <a:lnTo>
                    <a:pt x="7897" y="2203"/>
                  </a:lnTo>
                  <a:lnTo>
                    <a:pt x="7848" y="2243"/>
                  </a:lnTo>
                  <a:lnTo>
                    <a:pt x="7789" y="2282"/>
                  </a:lnTo>
                  <a:lnTo>
                    <a:pt x="7730" y="2311"/>
                  </a:lnTo>
                  <a:lnTo>
                    <a:pt x="7661" y="2331"/>
                  </a:lnTo>
                  <a:lnTo>
                    <a:pt x="7592" y="2351"/>
                  </a:lnTo>
                  <a:lnTo>
                    <a:pt x="7524" y="2361"/>
                  </a:lnTo>
                  <a:lnTo>
                    <a:pt x="7376" y="2361"/>
                  </a:lnTo>
                  <a:lnTo>
                    <a:pt x="7307" y="2351"/>
                  </a:lnTo>
                  <a:lnTo>
                    <a:pt x="7238" y="2331"/>
                  </a:lnTo>
                  <a:lnTo>
                    <a:pt x="7179" y="2311"/>
                  </a:lnTo>
                  <a:lnTo>
                    <a:pt x="7111" y="2282"/>
                  </a:lnTo>
                  <a:lnTo>
                    <a:pt x="7061" y="2243"/>
                  </a:lnTo>
                  <a:lnTo>
                    <a:pt x="7002" y="2203"/>
                  </a:lnTo>
                  <a:lnTo>
                    <a:pt x="6953" y="2154"/>
                  </a:lnTo>
                  <a:lnTo>
                    <a:pt x="6904" y="2105"/>
                  </a:lnTo>
                  <a:lnTo>
                    <a:pt x="6865" y="2056"/>
                  </a:lnTo>
                  <a:lnTo>
                    <a:pt x="6835" y="1997"/>
                  </a:lnTo>
                  <a:lnTo>
                    <a:pt x="6796" y="1928"/>
                  </a:lnTo>
                  <a:lnTo>
                    <a:pt x="6776" y="1869"/>
                  </a:lnTo>
                  <a:lnTo>
                    <a:pt x="6757" y="1800"/>
                  </a:lnTo>
                  <a:lnTo>
                    <a:pt x="6747" y="1731"/>
                  </a:lnTo>
                  <a:lnTo>
                    <a:pt x="6747" y="1662"/>
                  </a:lnTo>
                  <a:lnTo>
                    <a:pt x="6747" y="1584"/>
                  </a:lnTo>
                  <a:lnTo>
                    <a:pt x="6757" y="1515"/>
                  </a:lnTo>
                  <a:lnTo>
                    <a:pt x="6776" y="1446"/>
                  </a:lnTo>
                  <a:lnTo>
                    <a:pt x="6796" y="1387"/>
                  </a:lnTo>
                  <a:lnTo>
                    <a:pt x="6835" y="1318"/>
                  </a:lnTo>
                  <a:lnTo>
                    <a:pt x="6865" y="1259"/>
                  </a:lnTo>
                  <a:lnTo>
                    <a:pt x="6904" y="1210"/>
                  </a:lnTo>
                  <a:lnTo>
                    <a:pt x="6953" y="1161"/>
                  </a:lnTo>
                  <a:lnTo>
                    <a:pt x="7002" y="1112"/>
                  </a:lnTo>
                  <a:lnTo>
                    <a:pt x="7061" y="1072"/>
                  </a:lnTo>
                  <a:lnTo>
                    <a:pt x="7111" y="1033"/>
                  </a:lnTo>
                  <a:lnTo>
                    <a:pt x="7179" y="1004"/>
                  </a:lnTo>
                  <a:lnTo>
                    <a:pt x="7238" y="984"/>
                  </a:lnTo>
                  <a:lnTo>
                    <a:pt x="7307" y="964"/>
                  </a:lnTo>
                  <a:lnTo>
                    <a:pt x="7376" y="954"/>
                  </a:lnTo>
                  <a:close/>
                  <a:moveTo>
                    <a:pt x="1663" y="1"/>
                  </a:moveTo>
                  <a:lnTo>
                    <a:pt x="1496" y="10"/>
                  </a:lnTo>
                  <a:lnTo>
                    <a:pt x="1328" y="30"/>
                  </a:lnTo>
                  <a:lnTo>
                    <a:pt x="1171" y="79"/>
                  </a:lnTo>
                  <a:lnTo>
                    <a:pt x="1014" y="128"/>
                  </a:lnTo>
                  <a:lnTo>
                    <a:pt x="876" y="197"/>
                  </a:lnTo>
                  <a:lnTo>
                    <a:pt x="738" y="286"/>
                  </a:lnTo>
                  <a:lnTo>
                    <a:pt x="611" y="374"/>
                  </a:lnTo>
                  <a:lnTo>
                    <a:pt x="493" y="482"/>
                  </a:lnTo>
                  <a:lnTo>
                    <a:pt x="384" y="600"/>
                  </a:lnTo>
                  <a:lnTo>
                    <a:pt x="286" y="728"/>
                  </a:lnTo>
                  <a:lnTo>
                    <a:pt x="207" y="866"/>
                  </a:lnTo>
                  <a:lnTo>
                    <a:pt x="139" y="1013"/>
                  </a:lnTo>
                  <a:lnTo>
                    <a:pt x="80" y="1161"/>
                  </a:lnTo>
                  <a:lnTo>
                    <a:pt x="40" y="1328"/>
                  </a:lnTo>
                  <a:lnTo>
                    <a:pt x="11" y="1485"/>
                  </a:lnTo>
                  <a:lnTo>
                    <a:pt x="1" y="1662"/>
                  </a:lnTo>
                  <a:lnTo>
                    <a:pt x="11" y="1830"/>
                  </a:lnTo>
                  <a:lnTo>
                    <a:pt x="40" y="1987"/>
                  </a:lnTo>
                  <a:lnTo>
                    <a:pt x="80" y="2154"/>
                  </a:lnTo>
                  <a:lnTo>
                    <a:pt x="139" y="2302"/>
                  </a:lnTo>
                  <a:lnTo>
                    <a:pt x="207" y="2449"/>
                  </a:lnTo>
                  <a:lnTo>
                    <a:pt x="286" y="2587"/>
                  </a:lnTo>
                  <a:lnTo>
                    <a:pt x="384" y="2715"/>
                  </a:lnTo>
                  <a:lnTo>
                    <a:pt x="493" y="2833"/>
                  </a:lnTo>
                  <a:lnTo>
                    <a:pt x="611" y="2941"/>
                  </a:lnTo>
                  <a:lnTo>
                    <a:pt x="738" y="3029"/>
                  </a:lnTo>
                  <a:lnTo>
                    <a:pt x="876" y="3118"/>
                  </a:lnTo>
                  <a:lnTo>
                    <a:pt x="1014" y="3187"/>
                  </a:lnTo>
                  <a:lnTo>
                    <a:pt x="1171" y="3246"/>
                  </a:lnTo>
                  <a:lnTo>
                    <a:pt x="1328" y="3285"/>
                  </a:lnTo>
                  <a:lnTo>
                    <a:pt x="1496" y="3305"/>
                  </a:lnTo>
                  <a:lnTo>
                    <a:pt x="1663" y="3314"/>
                  </a:lnTo>
                  <a:lnTo>
                    <a:pt x="1830" y="3305"/>
                  </a:lnTo>
                  <a:lnTo>
                    <a:pt x="1997" y="3285"/>
                  </a:lnTo>
                  <a:lnTo>
                    <a:pt x="2155" y="3246"/>
                  </a:lnTo>
                  <a:lnTo>
                    <a:pt x="2312" y="3187"/>
                  </a:lnTo>
                  <a:lnTo>
                    <a:pt x="2450" y="3118"/>
                  </a:lnTo>
                  <a:lnTo>
                    <a:pt x="2587" y="3029"/>
                  </a:lnTo>
                  <a:lnTo>
                    <a:pt x="2715" y="2941"/>
                  </a:lnTo>
                  <a:lnTo>
                    <a:pt x="2833" y="2833"/>
                  </a:lnTo>
                  <a:lnTo>
                    <a:pt x="2941" y="2715"/>
                  </a:lnTo>
                  <a:lnTo>
                    <a:pt x="3040" y="2587"/>
                  </a:lnTo>
                  <a:lnTo>
                    <a:pt x="3118" y="2449"/>
                  </a:lnTo>
                  <a:lnTo>
                    <a:pt x="3187" y="2302"/>
                  </a:lnTo>
                  <a:lnTo>
                    <a:pt x="3246" y="2154"/>
                  </a:lnTo>
                  <a:lnTo>
                    <a:pt x="3285" y="1987"/>
                  </a:lnTo>
                  <a:lnTo>
                    <a:pt x="3315" y="1830"/>
                  </a:lnTo>
                  <a:lnTo>
                    <a:pt x="3325" y="1662"/>
                  </a:lnTo>
                  <a:lnTo>
                    <a:pt x="3315" y="1485"/>
                  </a:lnTo>
                  <a:lnTo>
                    <a:pt x="3285" y="1328"/>
                  </a:lnTo>
                  <a:lnTo>
                    <a:pt x="3246" y="1161"/>
                  </a:lnTo>
                  <a:lnTo>
                    <a:pt x="3187" y="1013"/>
                  </a:lnTo>
                  <a:lnTo>
                    <a:pt x="3118" y="866"/>
                  </a:lnTo>
                  <a:lnTo>
                    <a:pt x="3040" y="728"/>
                  </a:lnTo>
                  <a:lnTo>
                    <a:pt x="2941" y="600"/>
                  </a:lnTo>
                  <a:lnTo>
                    <a:pt x="2833" y="482"/>
                  </a:lnTo>
                  <a:lnTo>
                    <a:pt x="2715" y="374"/>
                  </a:lnTo>
                  <a:lnTo>
                    <a:pt x="2587" y="286"/>
                  </a:lnTo>
                  <a:lnTo>
                    <a:pt x="2450" y="197"/>
                  </a:lnTo>
                  <a:lnTo>
                    <a:pt x="2312" y="128"/>
                  </a:lnTo>
                  <a:lnTo>
                    <a:pt x="2155" y="79"/>
                  </a:lnTo>
                  <a:lnTo>
                    <a:pt x="1997" y="30"/>
                  </a:lnTo>
                  <a:lnTo>
                    <a:pt x="1830" y="10"/>
                  </a:lnTo>
                  <a:lnTo>
                    <a:pt x="1663" y="1"/>
                  </a:lnTo>
                  <a:close/>
                  <a:moveTo>
                    <a:pt x="7455" y="1"/>
                  </a:moveTo>
                  <a:lnTo>
                    <a:pt x="7278" y="10"/>
                  </a:lnTo>
                  <a:lnTo>
                    <a:pt x="7120" y="30"/>
                  </a:lnTo>
                  <a:lnTo>
                    <a:pt x="6963" y="79"/>
                  </a:lnTo>
                  <a:lnTo>
                    <a:pt x="6806" y="128"/>
                  </a:lnTo>
                  <a:lnTo>
                    <a:pt x="6658" y="197"/>
                  </a:lnTo>
                  <a:lnTo>
                    <a:pt x="6521" y="286"/>
                  </a:lnTo>
                  <a:lnTo>
                    <a:pt x="6393" y="374"/>
                  </a:lnTo>
                  <a:lnTo>
                    <a:pt x="6285" y="482"/>
                  </a:lnTo>
                  <a:lnTo>
                    <a:pt x="6176" y="600"/>
                  </a:lnTo>
                  <a:lnTo>
                    <a:pt x="6078" y="728"/>
                  </a:lnTo>
                  <a:lnTo>
                    <a:pt x="5990" y="866"/>
                  </a:lnTo>
                  <a:lnTo>
                    <a:pt x="5921" y="1013"/>
                  </a:lnTo>
                  <a:lnTo>
                    <a:pt x="5872" y="1161"/>
                  </a:lnTo>
                  <a:lnTo>
                    <a:pt x="5822" y="1328"/>
                  </a:lnTo>
                  <a:lnTo>
                    <a:pt x="5803" y="1485"/>
                  </a:lnTo>
                  <a:lnTo>
                    <a:pt x="5793" y="1662"/>
                  </a:lnTo>
                  <a:lnTo>
                    <a:pt x="5803" y="1830"/>
                  </a:lnTo>
                  <a:lnTo>
                    <a:pt x="5822" y="1987"/>
                  </a:lnTo>
                  <a:lnTo>
                    <a:pt x="5872" y="2154"/>
                  </a:lnTo>
                  <a:lnTo>
                    <a:pt x="5921" y="2302"/>
                  </a:lnTo>
                  <a:lnTo>
                    <a:pt x="5990" y="2449"/>
                  </a:lnTo>
                  <a:lnTo>
                    <a:pt x="6078" y="2587"/>
                  </a:lnTo>
                  <a:lnTo>
                    <a:pt x="6176" y="2715"/>
                  </a:lnTo>
                  <a:lnTo>
                    <a:pt x="6285" y="2833"/>
                  </a:lnTo>
                  <a:lnTo>
                    <a:pt x="6393" y="2941"/>
                  </a:lnTo>
                  <a:lnTo>
                    <a:pt x="6521" y="3029"/>
                  </a:lnTo>
                  <a:lnTo>
                    <a:pt x="6658" y="3118"/>
                  </a:lnTo>
                  <a:lnTo>
                    <a:pt x="6806" y="3187"/>
                  </a:lnTo>
                  <a:lnTo>
                    <a:pt x="6963" y="3246"/>
                  </a:lnTo>
                  <a:lnTo>
                    <a:pt x="7120" y="3285"/>
                  </a:lnTo>
                  <a:lnTo>
                    <a:pt x="7278" y="3305"/>
                  </a:lnTo>
                  <a:lnTo>
                    <a:pt x="7455" y="3314"/>
                  </a:lnTo>
                  <a:lnTo>
                    <a:pt x="7622" y="3305"/>
                  </a:lnTo>
                  <a:lnTo>
                    <a:pt x="7789" y="3285"/>
                  </a:lnTo>
                  <a:lnTo>
                    <a:pt x="7946" y="3246"/>
                  </a:lnTo>
                  <a:lnTo>
                    <a:pt x="8094" y="3187"/>
                  </a:lnTo>
                  <a:lnTo>
                    <a:pt x="8241" y="3118"/>
                  </a:lnTo>
                  <a:lnTo>
                    <a:pt x="8379" y="3029"/>
                  </a:lnTo>
                  <a:lnTo>
                    <a:pt x="8507" y="2941"/>
                  </a:lnTo>
                  <a:lnTo>
                    <a:pt x="8625" y="2833"/>
                  </a:lnTo>
                  <a:lnTo>
                    <a:pt x="8733" y="2715"/>
                  </a:lnTo>
                  <a:lnTo>
                    <a:pt x="8822" y="2587"/>
                  </a:lnTo>
                  <a:lnTo>
                    <a:pt x="8910" y="2449"/>
                  </a:lnTo>
                  <a:lnTo>
                    <a:pt x="8979" y="2302"/>
                  </a:lnTo>
                  <a:lnTo>
                    <a:pt x="9038" y="2154"/>
                  </a:lnTo>
                  <a:lnTo>
                    <a:pt x="9077" y="1987"/>
                  </a:lnTo>
                  <a:lnTo>
                    <a:pt x="9097" y="1830"/>
                  </a:lnTo>
                  <a:lnTo>
                    <a:pt x="9107" y="1662"/>
                  </a:lnTo>
                  <a:lnTo>
                    <a:pt x="9097" y="1485"/>
                  </a:lnTo>
                  <a:lnTo>
                    <a:pt x="9077" y="1328"/>
                  </a:lnTo>
                  <a:lnTo>
                    <a:pt x="9038" y="1161"/>
                  </a:lnTo>
                  <a:lnTo>
                    <a:pt x="8979" y="1013"/>
                  </a:lnTo>
                  <a:lnTo>
                    <a:pt x="8910" y="866"/>
                  </a:lnTo>
                  <a:lnTo>
                    <a:pt x="8822" y="728"/>
                  </a:lnTo>
                  <a:lnTo>
                    <a:pt x="8733" y="600"/>
                  </a:lnTo>
                  <a:lnTo>
                    <a:pt x="8625" y="482"/>
                  </a:lnTo>
                  <a:lnTo>
                    <a:pt x="8507" y="374"/>
                  </a:lnTo>
                  <a:lnTo>
                    <a:pt x="8379" y="286"/>
                  </a:lnTo>
                  <a:lnTo>
                    <a:pt x="8241" y="197"/>
                  </a:lnTo>
                  <a:lnTo>
                    <a:pt x="8094" y="128"/>
                  </a:lnTo>
                  <a:lnTo>
                    <a:pt x="7946" y="79"/>
                  </a:lnTo>
                  <a:lnTo>
                    <a:pt x="7789" y="30"/>
                  </a:lnTo>
                  <a:lnTo>
                    <a:pt x="7622" y="10"/>
                  </a:lnTo>
                  <a:lnTo>
                    <a:pt x="74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519" name="Google Shape;1519;p103"/>
          <p:cNvSpPr/>
          <p:nvPr/>
        </p:nvSpPr>
        <p:spPr>
          <a:xfrm>
            <a:off x="2319475" y="2793160"/>
            <a:ext cx="199815" cy="256674"/>
          </a:xfrm>
          <a:custGeom>
            <a:avLst/>
            <a:gdLst/>
            <a:ahLst/>
            <a:cxnLst/>
            <a:rect l="l" t="t" r="r" b="b"/>
            <a:pathLst>
              <a:path w="13442" h="17267" extrusionOk="0">
                <a:moveTo>
                  <a:pt x="6721" y="0"/>
                </a:moveTo>
                <a:lnTo>
                  <a:pt x="6559" y="14"/>
                </a:lnTo>
                <a:lnTo>
                  <a:pt x="6397" y="14"/>
                </a:lnTo>
                <a:lnTo>
                  <a:pt x="6086" y="68"/>
                </a:lnTo>
                <a:lnTo>
                  <a:pt x="5775" y="149"/>
                </a:lnTo>
                <a:lnTo>
                  <a:pt x="5491" y="257"/>
                </a:lnTo>
                <a:lnTo>
                  <a:pt x="5207" y="392"/>
                </a:lnTo>
                <a:lnTo>
                  <a:pt x="4950" y="541"/>
                </a:lnTo>
                <a:lnTo>
                  <a:pt x="4706" y="730"/>
                </a:lnTo>
                <a:lnTo>
                  <a:pt x="4476" y="933"/>
                </a:lnTo>
                <a:lnTo>
                  <a:pt x="4274" y="1163"/>
                </a:lnTo>
                <a:lnTo>
                  <a:pt x="4098" y="1406"/>
                </a:lnTo>
                <a:lnTo>
                  <a:pt x="3936" y="1663"/>
                </a:lnTo>
                <a:lnTo>
                  <a:pt x="3800" y="1947"/>
                </a:lnTo>
                <a:lnTo>
                  <a:pt x="3692" y="2231"/>
                </a:lnTo>
                <a:lnTo>
                  <a:pt x="3611" y="2542"/>
                </a:lnTo>
                <a:lnTo>
                  <a:pt x="3571" y="2853"/>
                </a:lnTo>
                <a:lnTo>
                  <a:pt x="3557" y="3015"/>
                </a:lnTo>
                <a:lnTo>
                  <a:pt x="3544" y="3178"/>
                </a:lnTo>
                <a:lnTo>
                  <a:pt x="3557" y="3340"/>
                </a:lnTo>
                <a:lnTo>
                  <a:pt x="3571" y="3502"/>
                </a:lnTo>
                <a:lnTo>
                  <a:pt x="3611" y="3813"/>
                </a:lnTo>
                <a:lnTo>
                  <a:pt x="3692" y="4124"/>
                </a:lnTo>
                <a:lnTo>
                  <a:pt x="3800" y="4408"/>
                </a:lnTo>
                <a:lnTo>
                  <a:pt x="3936" y="4692"/>
                </a:lnTo>
                <a:lnTo>
                  <a:pt x="4098" y="4949"/>
                </a:lnTo>
                <a:lnTo>
                  <a:pt x="4274" y="5192"/>
                </a:lnTo>
                <a:lnTo>
                  <a:pt x="4476" y="5422"/>
                </a:lnTo>
                <a:lnTo>
                  <a:pt x="4706" y="5625"/>
                </a:lnTo>
                <a:lnTo>
                  <a:pt x="4950" y="5801"/>
                </a:lnTo>
                <a:lnTo>
                  <a:pt x="5207" y="5963"/>
                </a:lnTo>
                <a:lnTo>
                  <a:pt x="5491" y="6098"/>
                </a:lnTo>
                <a:lnTo>
                  <a:pt x="5775" y="6206"/>
                </a:lnTo>
                <a:lnTo>
                  <a:pt x="6086" y="6288"/>
                </a:lnTo>
                <a:lnTo>
                  <a:pt x="6397" y="6328"/>
                </a:lnTo>
                <a:lnTo>
                  <a:pt x="6559" y="6342"/>
                </a:lnTo>
                <a:lnTo>
                  <a:pt x="6721" y="6355"/>
                </a:lnTo>
                <a:lnTo>
                  <a:pt x="6883" y="6342"/>
                </a:lnTo>
                <a:lnTo>
                  <a:pt x="7046" y="6328"/>
                </a:lnTo>
                <a:lnTo>
                  <a:pt x="7357" y="6288"/>
                </a:lnTo>
                <a:lnTo>
                  <a:pt x="7668" y="6206"/>
                </a:lnTo>
                <a:lnTo>
                  <a:pt x="7952" y="6098"/>
                </a:lnTo>
                <a:lnTo>
                  <a:pt x="8235" y="5963"/>
                </a:lnTo>
                <a:lnTo>
                  <a:pt x="8492" y="5801"/>
                </a:lnTo>
                <a:lnTo>
                  <a:pt x="8736" y="5625"/>
                </a:lnTo>
                <a:lnTo>
                  <a:pt x="8966" y="5422"/>
                </a:lnTo>
                <a:lnTo>
                  <a:pt x="9168" y="5192"/>
                </a:lnTo>
                <a:lnTo>
                  <a:pt x="9358" y="4949"/>
                </a:lnTo>
                <a:lnTo>
                  <a:pt x="9506" y="4692"/>
                </a:lnTo>
                <a:lnTo>
                  <a:pt x="9642" y="4408"/>
                </a:lnTo>
                <a:lnTo>
                  <a:pt x="9750" y="4124"/>
                </a:lnTo>
                <a:lnTo>
                  <a:pt x="9831" y="3813"/>
                </a:lnTo>
                <a:lnTo>
                  <a:pt x="9885" y="3502"/>
                </a:lnTo>
                <a:lnTo>
                  <a:pt x="9885" y="3340"/>
                </a:lnTo>
                <a:lnTo>
                  <a:pt x="9899" y="3178"/>
                </a:lnTo>
                <a:lnTo>
                  <a:pt x="9885" y="3015"/>
                </a:lnTo>
                <a:lnTo>
                  <a:pt x="9885" y="2853"/>
                </a:lnTo>
                <a:lnTo>
                  <a:pt x="9831" y="2542"/>
                </a:lnTo>
                <a:lnTo>
                  <a:pt x="9750" y="2231"/>
                </a:lnTo>
                <a:lnTo>
                  <a:pt x="9642" y="1947"/>
                </a:lnTo>
                <a:lnTo>
                  <a:pt x="9506" y="1663"/>
                </a:lnTo>
                <a:lnTo>
                  <a:pt x="9358" y="1406"/>
                </a:lnTo>
                <a:lnTo>
                  <a:pt x="9168" y="1163"/>
                </a:lnTo>
                <a:lnTo>
                  <a:pt x="8966" y="933"/>
                </a:lnTo>
                <a:lnTo>
                  <a:pt x="8736" y="730"/>
                </a:lnTo>
                <a:lnTo>
                  <a:pt x="8492" y="541"/>
                </a:lnTo>
                <a:lnTo>
                  <a:pt x="8235" y="392"/>
                </a:lnTo>
                <a:lnTo>
                  <a:pt x="7952" y="257"/>
                </a:lnTo>
                <a:lnTo>
                  <a:pt x="7668" y="149"/>
                </a:lnTo>
                <a:lnTo>
                  <a:pt x="7357" y="68"/>
                </a:lnTo>
                <a:lnTo>
                  <a:pt x="7046" y="14"/>
                </a:lnTo>
                <a:lnTo>
                  <a:pt x="6883" y="14"/>
                </a:lnTo>
                <a:lnTo>
                  <a:pt x="6721" y="0"/>
                </a:lnTo>
                <a:close/>
                <a:moveTo>
                  <a:pt x="6843" y="12845"/>
                </a:moveTo>
                <a:lnTo>
                  <a:pt x="6964" y="12859"/>
                </a:lnTo>
                <a:lnTo>
                  <a:pt x="7073" y="12886"/>
                </a:lnTo>
                <a:lnTo>
                  <a:pt x="7181" y="12927"/>
                </a:lnTo>
                <a:lnTo>
                  <a:pt x="7289" y="12981"/>
                </a:lnTo>
                <a:lnTo>
                  <a:pt x="7384" y="13048"/>
                </a:lnTo>
                <a:lnTo>
                  <a:pt x="7478" y="13116"/>
                </a:lnTo>
                <a:lnTo>
                  <a:pt x="7559" y="13183"/>
                </a:lnTo>
                <a:lnTo>
                  <a:pt x="7641" y="13265"/>
                </a:lnTo>
                <a:lnTo>
                  <a:pt x="7708" y="13359"/>
                </a:lnTo>
                <a:lnTo>
                  <a:pt x="7762" y="13454"/>
                </a:lnTo>
                <a:lnTo>
                  <a:pt x="7816" y="13562"/>
                </a:lnTo>
                <a:lnTo>
                  <a:pt x="7857" y="13670"/>
                </a:lnTo>
                <a:lnTo>
                  <a:pt x="7884" y="13792"/>
                </a:lnTo>
                <a:lnTo>
                  <a:pt x="7897" y="13900"/>
                </a:lnTo>
                <a:lnTo>
                  <a:pt x="7911" y="14022"/>
                </a:lnTo>
                <a:lnTo>
                  <a:pt x="7897" y="14143"/>
                </a:lnTo>
                <a:lnTo>
                  <a:pt x="7884" y="14265"/>
                </a:lnTo>
                <a:lnTo>
                  <a:pt x="7857" y="14373"/>
                </a:lnTo>
                <a:lnTo>
                  <a:pt x="7816" y="14482"/>
                </a:lnTo>
                <a:lnTo>
                  <a:pt x="7762" y="14590"/>
                </a:lnTo>
                <a:lnTo>
                  <a:pt x="7708" y="14684"/>
                </a:lnTo>
                <a:lnTo>
                  <a:pt x="7641" y="14779"/>
                </a:lnTo>
                <a:lnTo>
                  <a:pt x="7559" y="14860"/>
                </a:lnTo>
                <a:lnTo>
                  <a:pt x="7478" y="14941"/>
                </a:lnTo>
                <a:lnTo>
                  <a:pt x="7384" y="15009"/>
                </a:lnTo>
                <a:lnTo>
                  <a:pt x="7289" y="15063"/>
                </a:lnTo>
                <a:lnTo>
                  <a:pt x="7181" y="15117"/>
                </a:lnTo>
                <a:lnTo>
                  <a:pt x="7073" y="15158"/>
                </a:lnTo>
                <a:lnTo>
                  <a:pt x="6964" y="15185"/>
                </a:lnTo>
                <a:lnTo>
                  <a:pt x="6843" y="15212"/>
                </a:lnTo>
                <a:lnTo>
                  <a:pt x="6599" y="15212"/>
                </a:lnTo>
                <a:lnTo>
                  <a:pt x="6478" y="15185"/>
                </a:lnTo>
                <a:lnTo>
                  <a:pt x="6369" y="15158"/>
                </a:lnTo>
                <a:lnTo>
                  <a:pt x="6261" y="15117"/>
                </a:lnTo>
                <a:lnTo>
                  <a:pt x="6153" y="15063"/>
                </a:lnTo>
                <a:lnTo>
                  <a:pt x="6059" y="15009"/>
                </a:lnTo>
                <a:lnTo>
                  <a:pt x="5964" y="14941"/>
                </a:lnTo>
                <a:lnTo>
                  <a:pt x="5883" y="14860"/>
                </a:lnTo>
                <a:lnTo>
                  <a:pt x="5802" y="14779"/>
                </a:lnTo>
                <a:lnTo>
                  <a:pt x="5734" y="14684"/>
                </a:lnTo>
                <a:lnTo>
                  <a:pt x="5680" y="14590"/>
                </a:lnTo>
                <a:lnTo>
                  <a:pt x="5626" y="14482"/>
                </a:lnTo>
                <a:lnTo>
                  <a:pt x="5585" y="14373"/>
                </a:lnTo>
                <a:lnTo>
                  <a:pt x="5558" y="14265"/>
                </a:lnTo>
                <a:lnTo>
                  <a:pt x="5545" y="14143"/>
                </a:lnTo>
                <a:lnTo>
                  <a:pt x="5531" y="14022"/>
                </a:lnTo>
                <a:lnTo>
                  <a:pt x="5545" y="13900"/>
                </a:lnTo>
                <a:lnTo>
                  <a:pt x="5558" y="13792"/>
                </a:lnTo>
                <a:lnTo>
                  <a:pt x="5585" y="13670"/>
                </a:lnTo>
                <a:lnTo>
                  <a:pt x="5626" y="13562"/>
                </a:lnTo>
                <a:lnTo>
                  <a:pt x="5680" y="13454"/>
                </a:lnTo>
                <a:lnTo>
                  <a:pt x="5734" y="13359"/>
                </a:lnTo>
                <a:lnTo>
                  <a:pt x="5802" y="13265"/>
                </a:lnTo>
                <a:lnTo>
                  <a:pt x="5883" y="13183"/>
                </a:lnTo>
                <a:lnTo>
                  <a:pt x="5964" y="13116"/>
                </a:lnTo>
                <a:lnTo>
                  <a:pt x="6059" y="13048"/>
                </a:lnTo>
                <a:lnTo>
                  <a:pt x="6153" y="12981"/>
                </a:lnTo>
                <a:lnTo>
                  <a:pt x="6261" y="12927"/>
                </a:lnTo>
                <a:lnTo>
                  <a:pt x="6369" y="12886"/>
                </a:lnTo>
                <a:lnTo>
                  <a:pt x="6478" y="12859"/>
                </a:lnTo>
                <a:lnTo>
                  <a:pt x="6599" y="12845"/>
                </a:lnTo>
                <a:close/>
                <a:moveTo>
                  <a:pt x="3868" y="7897"/>
                </a:moveTo>
                <a:lnTo>
                  <a:pt x="2894" y="9208"/>
                </a:lnTo>
                <a:lnTo>
                  <a:pt x="2894" y="10777"/>
                </a:lnTo>
                <a:lnTo>
                  <a:pt x="1" y="10777"/>
                </a:lnTo>
                <a:lnTo>
                  <a:pt x="650" y="17267"/>
                </a:lnTo>
                <a:lnTo>
                  <a:pt x="12792" y="17267"/>
                </a:lnTo>
                <a:lnTo>
                  <a:pt x="13441" y="10777"/>
                </a:lnTo>
                <a:lnTo>
                  <a:pt x="10548" y="10777"/>
                </a:lnTo>
                <a:lnTo>
                  <a:pt x="10548" y="9208"/>
                </a:lnTo>
                <a:lnTo>
                  <a:pt x="9588" y="7897"/>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520" name="Google Shape;1520;p103"/>
          <p:cNvGrpSpPr/>
          <p:nvPr/>
        </p:nvGrpSpPr>
        <p:grpSpPr>
          <a:xfrm>
            <a:off x="8118851" y="2782458"/>
            <a:ext cx="295689" cy="258229"/>
            <a:chOff x="725125" y="2301150"/>
            <a:chExt cx="403175" cy="352050"/>
          </a:xfrm>
        </p:grpSpPr>
        <p:sp>
          <p:nvSpPr>
            <p:cNvPr id="1521" name="Google Shape;1521;p103"/>
            <p:cNvSpPr/>
            <p:nvPr/>
          </p:nvSpPr>
          <p:spPr>
            <a:xfrm>
              <a:off x="908750" y="2458475"/>
              <a:ext cx="35925" cy="35675"/>
            </a:xfrm>
            <a:custGeom>
              <a:avLst/>
              <a:gdLst/>
              <a:ahLst/>
              <a:cxnLst/>
              <a:rect l="l" t="t" r="r" b="b"/>
              <a:pathLst>
                <a:path w="1437" h="1427" extrusionOk="0">
                  <a:moveTo>
                    <a:pt x="650" y="1"/>
                  </a:moveTo>
                  <a:lnTo>
                    <a:pt x="571" y="11"/>
                  </a:lnTo>
                  <a:lnTo>
                    <a:pt x="502" y="30"/>
                  </a:lnTo>
                  <a:lnTo>
                    <a:pt x="443" y="60"/>
                  </a:lnTo>
                  <a:lnTo>
                    <a:pt x="374" y="89"/>
                  </a:lnTo>
                  <a:lnTo>
                    <a:pt x="315" y="119"/>
                  </a:lnTo>
                  <a:lnTo>
                    <a:pt x="266" y="158"/>
                  </a:lnTo>
                  <a:lnTo>
                    <a:pt x="217" y="207"/>
                  </a:lnTo>
                  <a:lnTo>
                    <a:pt x="168" y="257"/>
                  </a:lnTo>
                  <a:lnTo>
                    <a:pt x="128" y="316"/>
                  </a:lnTo>
                  <a:lnTo>
                    <a:pt x="89" y="375"/>
                  </a:lnTo>
                  <a:lnTo>
                    <a:pt x="60" y="434"/>
                  </a:lnTo>
                  <a:lnTo>
                    <a:pt x="40" y="502"/>
                  </a:lnTo>
                  <a:lnTo>
                    <a:pt x="20" y="571"/>
                  </a:lnTo>
                  <a:lnTo>
                    <a:pt x="10" y="640"/>
                  </a:lnTo>
                  <a:lnTo>
                    <a:pt x="1" y="709"/>
                  </a:lnTo>
                  <a:lnTo>
                    <a:pt x="10" y="788"/>
                  </a:lnTo>
                  <a:lnTo>
                    <a:pt x="20" y="856"/>
                  </a:lnTo>
                  <a:lnTo>
                    <a:pt x="40" y="925"/>
                  </a:lnTo>
                  <a:lnTo>
                    <a:pt x="60" y="994"/>
                  </a:lnTo>
                  <a:lnTo>
                    <a:pt x="89" y="1053"/>
                  </a:lnTo>
                  <a:lnTo>
                    <a:pt x="128" y="1112"/>
                  </a:lnTo>
                  <a:lnTo>
                    <a:pt x="168" y="1171"/>
                  </a:lnTo>
                  <a:lnTo>
                    <a:pt x="217" y="1220"/>
                  </a:lnTo>
                  <a:lnTo>
                    <a:pt x="266" y="1260"/>
                  </a:lnTo>
                  <a:lnTo>
                    <a:pt x="315" y="1309"/>
                  </a:lnTo>
                  <a:lnTo>
                    <a:pt x="374" y="1338"/>
                  </a:lnTo>
                  <a:lnTo>
                    <a:pt x="443" y="1368"/>
                  </a:lnTo>
                  <a:lnTo>
                    <a:pt x="502" y="1397"/>
                  </a:lnTo>
                  <a:lnTo>
                    <a:pt x="571" y="1417"/>
                  </a:lnTo>
                  <a:lnTo>
                    <a:pt x="650" y="1427"/>
                  </a:lnTo>
                  <a:lnTo>
                    <a:pt x="787" y="1427"/>
                  </a:lnTo>
                  <a:lnTo>
                    <a:pt x="866" y="1417"/>
                  </a:lnTo>
                  <a:lnTo>
                    <a:pt x="935" y="1397"/>
                  </a:lnTo>
                  <a:lnTo>
                    <a:pt x="994" y="1368"/>
                  </a:lnTo>
                  <a:lnTo>
                    <a:pt x="1063" y="1338"/>
                  </a:lnTo>
                  <a:lnTo>
                    <a:pt x="1122" y="1309"/>
                  </a:lnTo>
                  <a:lnTo>
                    <a:pt x="1171" y="1260"/>
                  </a:lnTo>
                  <a:lnTo>
                    <a:pt x="1220" y="1220"/>
                  </a:lnTo>
                  <a:lnTo>
                    <a:pt x="1269" y="1171"/>
                  </a:lnTo>
                  <a:lnTo>
                    <a:pt x="1308" y="1112"/>
                  </a:lnTo>
                  <a:lnTo>
                    <a:pt x="1348" y="1053"/>
                  </a:lnTo>
                  <a:lnTo>
                    <a:pt x="1377" y="994"/>
                  </a:lnTo>
                  <a:lnTo>
                    <a:pt x="1397" y="925"/>
                  </a:lnTo>
                  <a:lnTo>
                    <a:pt x="1417" y="856"/>
                  </a:lnTo>
                  <a:lnTo>
                    <a:pt x="1426" y="788"/>
                  </a:lnTo>
                  <a:lnTo>
                    <a:pt x="1436" y="709"/>
                  </a:lnTo>
                  <a:lnTo>
                    <a:pt x="1426" y="640"/>
                  </a:lnTo>
                  <a:lnTo>
                    <a:pt x="1417" y="571"/>
                  </a:lnTo>
                  <a:lnTo>
                    <a:pt x="1397" y="502"/>
                  </a:lnTo>
                  <a:lnTo>
                    <a:pt x="1377" y="434"/>
                  </a:lnTo>
                  <a:lnTo>
                    <a:pt x="1348" y="375"/>
                  </a:lnTo>
                  <a:lnTo>
                    <a:pt x="1308" y="316"/>
                  </a:lnTo>
                  <a:lnTo>
                    <a:pt x="1269" y="257"/>
                  </a:lnTo>
                  <a:lnTo>
                    <a:pt x="1220" y="207"/>
                  </a:lnTo>
                  <a:lnTo>
                    <a:pt x="1171" y="158"/>
                  </a:lnTo>
                  <a:lnTo>
                    <a:pt x="1122" y="119"/>
                  </a:lnTo>
                  <a:lnTo>
                    <a:pt x="1063" y="89"/>
                  </a:lnTo>
                  <a:lnTo>
                    <a:pt x="994" y="60"/>
                  </a:lnTo>
                  <a:lnTo>
                    <a:pt x="935" y="30"/>
                  </a:lnTo>
                  <a:lnTo>
                    <a:pt x="866" y="11"/>
                  </a:lnTo>
                  <a:lnTo>
                    <a:pt x="787"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2" name="Google Shape;1522;p103"/>
            <p:cNvSpPr/>
            <p:nvPr/>
          </p:nvSpPr>
          <p:spPr>
            <a:xfrm>
              <a:off x="752650" y="2305325"/>
              <a:ext cx="348125" cy="341975"/>
            </a:xfrm>
            <a:custGeom>
              <a:avLst/>
              <a:gdLst/>
              <a:ahLst/>
              <a:cxnLst/>
              <a:rect l="l" t="t" r="r" b="b"/>
              <a:pathLst>
                <a:path w="13925" h="13679" extrusionOk="0">
                  <a:moveTo>
                    <a:pt x="4996" y="1"/>
                  </a:moveTo>
                  <a:lnTo>
                    <a:pt x="5035" y="129"/>
                  </a:lnTo>
                  <a:lnTo>
                    <a:pt x="5065" y="266"/>
                  </a:lnTo>
                  <a:lnTo>
                    <a:pt x="5084" y="404"/>
                  </a:lnTo>
                  <a:lnTo>
                    <a:pt x="5084" y="542"/>
                  </a:lnTo>
                  <a:lnTo>
                    <a:pt x="5084" y="650"/>
                  </a:lnTo>
                  <a:lnTo>
                    <a:pt x="5074" y="748"/>
                  </a:lnTo>
                  <a:lnTo>
                    <a:pt x="5055" y="846"/>
                  </a:lnTo>
                  <a:lnTo>
                    <a:pt x="5035" y="945"/>
                  </a:lnTo>
                  <a:lnTo>
                    <a:pt x="8890" y="945"/>
                  </a:lnTo>
                  <a:lnTo>
                    <a:pt x="8870" y="846"/>
                  </a:lnTo>
                  <a:lnTo>
                    <a:pt x="8850" y="748"/>
                  </a:lnTo>
                  <a:lnTo>
                    <a:pt x="8841" y="650"/>
                  </a:lnTo>
                  <a:lnTo>
                    <a:pt x="8841" y="542"/>
                  </a:lnTo>
                  <a:lnTo>
                    <a:pt x="8841" y="404"/>
                  </a:lnTo>
                  <a:lnTo>
                    <a:pt x="8860" y="266"/>
                  </a:lnTo>
                  <a:lnTo>
                    <a:pt x="8890" y="129"/>
                  </a:lnTo>
                  <a:lnTo>
                    <a:pt x="8929" y="1"/>
                  </a:lnTo>
                  <a:close/>
                  <a:moveTo>
                    <a:pt x="2105" y="1564"/>
                  </a:moveTo>
                  <a:lnTo>
                    <a:pt x="0" y="5222"/>
                  </a:lnTo>
                  <a:lnTo>
                    <a:pt x="118" y="5252"/>
                  </a:lnTo>
                  <a:lnTo>
                    <a:pt x="227" y="5291"/>
                  </a:lnTo>
                  <a:lnTo>
                    <a:pt x="345" y="5340"/>
                  </a:lnTo>
                  <a:lnTo>
                    <a:pt x="443" y="5399"/>
                  </a:lnTo>
                  <a:lnTo>
                    <a:pt x="551" y="5468"/>
                  </a:lnTo>
                  <a:lnTo>
                    <a:pt x="649" y="5537"/>
                  </a:lnTo>
                  <a:lnTo>
                    <a:pt x="738" y="5616"/>
                  </a:lnTo>
                  <a:lnTo>
                    <a:pt x="817" y="5694"/>
                  </a:lnTo>
                  <a:lnTo>
                    <a:pt x="2882" y="2125"/>
                  </a:lnTo>
                  <a:lnTo>
                    <a:pt x="2773" y="2076"/>
                  </a:lnTo>
                  <a:lnTo>
                    <a:pt x="2655" y="2026"/>
                  </a:lnTo>
                  <a:lnTo>
                    <a:pt x="2557" y="1967"/>
                  </a:lnTo>
                  <a:lnTo>
                    <a:pt x="2449" y="1899"/>
                  </a:lnTo>
                  <a:lnTo>
                    <a:pt x="2360" y="1830"/>
                  </a:lnTo>
                  <a:lnTo>
                    <a:pt x="2272" y="1741"/>
                  </a:lnTo>
                  <a:lnTo>
                    <a:pt x="2183" y="1663"/>
                  </a:lnTo>
                  <a:lnTo>
                    <a:pt x="2105" y="1564"/>
                  </a:lnTo>
                  <a:close/>
                  <a:moveTo>
                    <a:pt x="11820" y="1564"/>
                  </a:moveTo>
                  <a:lnTo>
                    <a:pt x="11742" y="1663"/>
                  </a:lnTo>
                  <a:lnTo>
                    <a:pt x="11653" y="1741"/>
                  </a:lnTo>
                  <a:lnTo>
                    <a:pt x="11565" y="1830"/>
                  </a:lnTo>
                  <a:lnTo>
                    <a:pt x="11476" y="1899"/>
                  </a:lnTo>
                  <a:lnTo>
                    <a:pt x="11368" y="1967"/>
                  </a:lnTo>
                  <a:lnTo>
                    <a:pt x="11270" y="2026"/>
                  </a:lnTo>
                  <a:lnTo>
                    <a:pt x="11152" y="2076"/>
                  </a:lnTo>
                  <a:lnTo>
                    <a:pt x="11043" y="2125"/>
                  </a:lnTo>
                  <a:lnTo>
                    <a:pt x="13108" y="5694"/>
                  </a:lnTo>
                  <a:lnTo>
                    <a:pt x="13187" y="5616"/>
                  </a:lnTo>
                  <a:lnTo>
                    <a:pt x="13276" y="5537"/>
                  </a:lnTo>
                  <a:lnTo>
                    <a:pt x="13374" y="5468"/>
                  </a:lnTo>
                  <a:lnTo>
                    <a:pt x="13482" y="5399"/>
                  </a:lnTo>
                  <a:lnTo>
                    <a:pt x="13580" y="5340"/>
                  </a:lnTo>
                  <a:lnTo>
                    <a:pt x="13698" y="5291"/>
                  </a:lnTo>
                  <a:lnTo>
                    <a:pt x="13807" y="5252"/>
                  </a:lnTo>
                  <a:lnTo>
                    <a:pt x="13925" y="5222"/>
                  </a:lnTo>
                  <a:lnTo>
                    <a:pt x="11820" y="1564"/>
                  </a:lnTo>
                  <a:close/>
                  <a:moveTo>
                    <a:pt x="817" y="7985"/>
                  </a:moveTo>
                  <a:lnTo>
                    <a:pt x="738" y="8064"/>
                  </a:lnTo>
                  <a:lnTo>
                    <a:pt x="649" y="8143"/>
                  </a:lnTo>
                  <a:lnTo>
                    <a:pt x="551" y="8212"/>
                  </a:lnTo>
                  <a:lnTo>
                    <a:pt x="443" y="8280"/>
                  </a:lnTo>
                  <a:lnTo>
                    <a:pt x="345" y="8339"/>
                  </a:lnTo>
                  <a:lnTo>
                    <a:pt x="227" y="8389"/>
                  </a:lnTo>
                  <a:lnTo>
                    <a:pt x="118" y="8428"/>
                  </a:lnTo>
                  <a:lnTo>
                    <a:pt x="0" y="8457"/>
                  </a:lnTo>
                  <a:lnTo>
                    <a:pt x="2134" y="12155"/>
                  </a:lnTo>
                  <a:lnTo>
                    <a:pt x="2213" y="12066"/>
                  </a:lnTo>
                  <a:lnTo>
                    <a:pt x="2292" y="11978"/>
                  </a:lnTo>
                  <a:lnTo>
                    <a:pt x="2390" y="11899"/>
                  </a:lnTo>
                  <a:lnTo>
                    <a:pt x="2488" y="11830"/>
                  </a:lnTo>
                  <a:lnTo>
                    <a:pt x="2587" y="11761"/>
                  </a:lnTo>
                  <a:lnTo>
                    <a:pt x="2695" y="11712"/>
                  </a:lnTo>
                  <a:lnTo>
                    <a:pt x="2803" y="11663"/>
                  </a:lnTo>
                  <a:lnTo>
                    <a:pt x="2921" y="11614"/>
                  </a:lnTo>
                  <a:lnTo>
                    <a:pt x="817" y="7985"/>
                  </a:lnTo>
                  <a:close/>
                  <a:moveTo>
                    <a:pt x="13108" y="7985"/>
                  </a:moveTo>
                  <a:lnTo>
                    <a:pt x="11004" y="11614"/>
                  </a:lnTo>
                  <a:lnTo>
                    <a:pt x="11122" y="11663"/>
                  </a:lnTo>
                  <a:lnTo>
                    <a:pt x="11230" y="11712"/>
                  </a:lnTo>
                  <a:lnTo>
                    <a:pt x="11338" y="11761"/>
                  </a:lnTo>
                  <a:lnTo>
                    <a:pt x="11437" y="11830"/>
                  </a:lnTo>
                  <a:lnTo>
                    <a:pt x="11535" y="11899"/>
                  </a:lnTo>
                  <a:lnTo>
                    <a:pt x="11633" y="11978"/>
                  </a:lnTo>
                  <a:lnTo>
                    <a:pt x="11712" y="12066"/>
                  </a:lnTo>
                  <a:lnTo>
                    <a:pt x="11791" y="12155"/>
                  </a:lnTo>
                  <a:lnTo>
                    <a:pt x="13925" y="8457"/>
                  </a:lnTo>
                  <a:lnTo>
                    <a:pt x="13807" y="8428"/>
                  </a:lnTo>
                  <a:lnTo>
                    <a:pt x="13698" y="8389"/>
                  </a:lnTo>
                  <a:lnTo>
                    <a:pt x="13580" y="8339"/>
                  </a:lnTo>
                  <a:lnTo>
                    <a:pt x="13482" y="8280"/>
                  </a:lnTo>
                  <a:lnTo>
                    <a:pt x="13374" y="8212"/>
                  </a:lnTo>
                  <a:lnTo>
                    <a:pt x="13276" y="8143"/>
                  </a:lnTo>
                  <a:lnTo>
                    <a:pt x="13187" y="8064"/>
                  </a:lnTo>
                  <a:lnTo>
                    <a:pt x="13108" y="7985"/>
                  </a:lnTo>
                  <a:close/>
                  <a:moveTo>
                    <a:pt x="5015" y="12725"/>
                  </a:moveTo>
                  <a:lnTo>
                    <a:pt x="5045" y="12843"/>
                  </a:lnTo>
                  <a:lnTo>
                    <a:pt x="5065" y="12961"/>
                  </a:lnTo>
                  <a:lnTo>
                    <a:pt x="5084" y="13079"/>
                  </a:lnTo>
                  <a:lnTo>
                    <a:pt x="5084" y="13207"/>
                  </a:lnTo>
                  <a:lnTo>
                    <a:pt x="5084" y="13325"/>
                  </a:lnTo>
                  <a:lnTo>
                    <a:pt x="5065" y="13453"/>
                  </a:lnTo>
                  <a:lnTo>
                    <a:pt x="5045" y="13571"/>
                  </a:lnTo>
                  <a:lnTo>
                    <a:pt x="5015" y="13679"/>
                  </a:lnTo>
                  <a:lnTo>
                    <a:pt x="8909" y="13679"/>
                  </a:lnTo>
                  <a:lnTo>
                    <a:pt x="8880" y="13571"/>
                  </a:lnTo>
                  <a:lnTo>
                    <a:pt x="8860" y="13453"/>
                  </a:lnTo>
                  <a:lnTo>
                    <a:pt x="8841" y="13325"/>
                  </a:lnTo>
                  <a:lnTo>
                    <a:pt x="8841" y="13207"/>
                  </a:lnTo>
                  <a:lnTo>
                    <a:pt x="8841" y="13079"/>
                  </a:lnTo>
                  <a:lnTo>
                    <a:pt x="8860" y="12961"/>
                  </a:lnTo>
                  <a:lnTo>
                    <a:pt x="8880" y="12843"/>
                  </a:lnTo>
                  <a:lnTo>
                    <a:pt x="8909" y="12725"/>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3" name="Google Shape;1523;p103"/>
            <p:cNvSpPr/>
            <p:nvPr/>
          </p:nvSpPr>
          <p:spPr>
            <a:xfrm>
              <a:off x="725125" y="2301150"/>
              <a:ext cx="403175" cy="352050"/>
            </a:xfrm>
            <a:custGeom>
              <a:avLst/>
              <a:gdLst/>
              <a:ahLst/>
              <a:cxnLst/>
              <a:rect l="l" t="t" r="r" b="b"/>
              <a:pathLst>
                <a:path w="16127" h="14082" extrusionOk="0">
                  <a:moveTo>
                    <a:pt x="4455" y="1"/>
                  </a:moveTo>
                  <a:lnTo>
                    <a:pt x="4376" y="10"/>
                  </a:lnTo>
                  <a:lnTo>
                    <a:pt x="4307" y="30"/>
                  </a:lnTo>
                  <a:lnTo>
                    <a:pt x="4248" y="60"/>
                  </a:lnTo>
                  <a:lnTo>
                    <a:pt x="4179" y="89"/>
                  </a:lnTo>
                  <a:lnTo>
                    <a:pt x="4120" y="119"/>
                  </a:lnTo>
                  <a:lnTo>
                    <a:pt x="4071" y="158"/>
                  </a:lnTo>
                  <a:lnTo>
                    <a:pt x="4022" y="207"/>
                  </a:lnTo>
                  <a:lnTo>
                    <a:pt x="3973" y="256"/>
                  </a:lnTo>
                  <a:lnTo>
                    <a:pt x="3933" y="315"/>
                  </a:lnTo>
                  <a:lnTo>
                    <a:pt x="3894" y="374"/>
                  </a:lnTo>
                  <a:lnTo>
                    <a:pt x="3865" y="433"/>
                  </a:lnTo>
                  <a:lnTo>
                    <a:pt x="3845" y="502"/>
                  </a:lnTo>
                  <a:lnTo>
                    <a:pt x="3825" y="571"/>
                  </a:lnTo>
                  <a:lnTo>
                    <a:pt x="3815" y="640"/>
                  </a:lnTo>
                  <a:lnTo>
                    <a:pt x="3806" y="709"/>
                  </a:lnTo>
                  <a:lnTo>
                    <a:pt x="3815" y="787"/>
                  </a:lnTo>
                  <a:lnTo>
                    <a:pt x="3825" y="856"/>
                  </a:lnTo>
                  <a:lnTo>
                    <a:pt x="3845" y="925"/>
                  </a:lnTo>
                  <a:lnTo>
                    <a:pt x="3865" y="994"/>
                  </a:lnTo>
                  <a:lnTo>
                    <a:pt x="3894" y="1053"/>
                  </a:lnTo>
                  <a:lnTo>
                    <a:pt x="3933" y="1112"/>
                  </a:lnTo>
                  <a:lnTo>
                    <a:pt x="3973" y="1171"/>
                  </a:lnTo>
                  <a:lnTo>
                    <a:pt x="4022" y="1220"/>
                  </a:lnTo>
                  <a:lnTo>
                    <a:pt x="4071" y="1259"/>
                  </a:lnTo>
                  <a:lnTo>
                    <a:pt x="4120" y="1308"/>
                  </a:lnTo>
                  <a:lnTo>
                    <a:pt x="4179" y="1338"/>
                  </a:lnTo>
                  <a:lnTo>
                    <a:pt x="4248" y="1367"/>
                  </a:lnTo>
                  <a:lnTo>
                    <a:pt x="4307" y="1397"/>
                  </a:lnTo>
                  <a:lnTo>
                    <a:pt x="4376" y="1417"/>
                  </a:lnTo>
                  <a:lnTo>
                    <a:pt x="4455" y="1426"/>
                  </a:lnTo>
                  <a:lnTo>
                    <a:pt x="4592" y="1426"/>
                  </a:lnTo>
                  <a:lnTo>
                    <a:pt x="4671" y="1417"/>
                  </a:lnTo>
                  <a:lnTo>
                    <a:pt x="4740" y="1397"/>
                  </a:lnTo>
                  <a:lnTo>
                    <a:pt x="4799" y="1367"/>
                  </a:lnTo>
                  <a:lnTo>
                    <a:pt x="4868" y="1338"/>
                  </a:lnTo>
                  <a:lnTo>
                    <a:pt x="4927" y="1308"/>
                  </a:lnTo>
                  <a:lnTo>
                    <a:pt x="4976" y="1259"/>
                  </a:lnTo>
                  <a:lnTo>
                    <a:pt x="5025" y="1220"/>
                  </a:lnTo>
                  <a:lnTo>
                    <a:pt x="5074" y="1171"/>
                  </a:lnTo>
                  <a:lnTo>
                    <a:pt x="5113" y="1112"/>
                  </a:lnTo>
                  <a:lnTo>
                    <a:pt x="5153" y="1053"/>
                  </a:lnTo>
                  <a:lnTo>
                    <a:pt x="5182" y="994"/>
                  </a:lnTo>
                  <a:lnTo>
                    <a:pt x="5202" y="925"/>
                  </a:lnTo>
                  <a:lnTo>
                    <a:pt x="5222" y="856"/>
                  </a:lnTo>
                  <a:lnTo>
                    <a:pt x="5231" y="787"/>
                  </a:lnTo>
                  <a:lnTo>
                    <a:pt x="5241" y="709"/>
                  </a:lnTo>
                  <a:lnTo>
                    <a:pt x="5231" y="640"/>
                  </a:lnTo>
                  <a:lnTo>
                    <a:pt x="5222" y="571"/>
                  </a:lnTo>
                  <a:lnTo>
                    <a:pt x="5202" y="502"/>
                  </a:lnTo>
                  <a:lnTo>
                    <a:pt x="5182" y="433"/>
                  </a:lnTo>
                  <a:lnTo>
                    <a:pt x="5153" y="374"/>
                  </a:lnTo>
                  <a:lnTo>
                    <a:pt x="5113" y="315"/>
                  </a:lnTo>
                  <a:lnTo>
                    <a:pt x="5074" y="256"/>
                  </a:lnTo>
                  <a:lnTo>
                    <a:pt x="5025" y="207"/>
                  </a:lnTo>
                  <a:lnTo>
                    <a:pt x="4976" y="158"/>
                  </a:lnTo>
                  <a:lnTo>
                    <a:pt x="4927" y="119"/>
                  </a:lnTo>
                  <a:lnTo>
                    <a:pt x="4868" y="89"/>
                  </a:lnTo>
                  <a:lnTo>
                    <a:pt x="4799" y="60"/>
                  </a:lnTo>
                  <a:lnTo>
                    <a:pt x="4740" y="30"/>
                  </a:lnTo>
                  <a:lnTo>
                    <a:pt x="4671" y="10"/>
                  </a:lnTo>
                  <a:lnTo>
                    <a:pt x="4592" y="1"/>
                  </a:lnTo>
                  <a:close/>
                  <a:moveTo>
                    <a:pt x="11535" y="1"/>
                  </a:moveTo>
                  <a:lnTo>
                    <a:pt x="11456" y="10"/>
                  </a:lnTo>
                  <a:lnTo>
                    <a:pt x="11387" y="30"/>
                  </a:lnTo>
                  <a:lnTo>
                    <a:pt x="11328" y="60"/>
                  </a:lnTo>
                  <a:lnTo>
                    <a:pt x="11259" y="89"/>
                  </a:lnTo>
                  <a:lnTo>
                    <a:pt x="11200" y="119"/>
                  </a:lnTo>
                  <a:lnTo>
                    <a:pt x="11151" y="158"/>
                  </a:lnTo>
                  <a:lnTo>
                    <a:pt x="11102" y="207"/>
                  </a:lnTo>
                  <a:lnTo>
                    <a:pt x="11053" y="256"/>
                  </a:lnTo>
                  <a:lnTo>
                    <a:pt x="11014" y="315"/>
                  </a:lnTo>
                  <a:lnTo>
                    <a:pt x="10974" y="374"/>
                  </a:lnTo>
                  <a:lnTo>
                    <a:pt x="10945" y="433"/>
                  </a:lnTo>
                  <a:lnTo>
                    <a:pt x="10925" y="502"/>
                  </a:lnTo>
                  <a:lnTo>
                    <a:pt x="10905" y="571"/>
                  </a:lnTo>
                  <a:lnTo>
                    <a:pt x="10896" y="640"/>
                  </a:lnTo>
                  <a:lnTo>
                    <a:pt x="10886" y="709"/>
                  </a:lnTo>
                  <a:lnTo>
                    <a:pt x="10896" y="787"/>
                  </a:lnTo>
                  <a:lnTo>
                    <a:pt x="10905" y="856"/>
                  </a:lnTo>
                  <a:lnTo>
                    <a:pt x="10925" y="925"/>
                  </a:lnTo>
                  <a:lnTo>
                    <a:pt x="10945" y="994"/>
                  </a:lnTo>
                  <a:lnTo>
                    <a:pt x="10974" y="1053"/>
                  </a:lnTo>
                  <a:lnTo>
                    <a:pt x="11014" y="1112"/>
                  </a:lnTo>
                  <a:lnTo>
                    <a:pt x="11053" y="1171"/>
                  </a:lnTo>
                  <a:lnTo>
                    <a:pt x="11102" y="1220"/>
                  </a:lnTo>
                  <a:lnTo>
                    <a:pt x="11151" y="1259"/>
                  </a:lnTo>
                  <a:lnTo>
                    <a:pt x="11200" y="1308"/>
                  </a:lnTo>
                  <a:lnTo>
                    <a:pt x="11259" y="1338"/>
                  </a:lnTo>
                  <a:lnTo>
                    <a:pt x="11328" y="1367"/>
                  </a:lnTo>
                  <a:lnTo>
                    <a:pt x="11387" y="1397"/>
                  </a:lnTo>
                  <a:lnTo>
                    <a:pt x="11456" y="1417"/>
                  </a:lnTo>
                  <a:lnTo>
                    <a:pt x="11535" y="1426"/>
                  </a:lnTo>
                  <a:lnTo>
                    <a:pt x="11672" y="1426"/>
                  </a:lnTo>
                  <a:lnTo>
                    <a:pt x="11751" y="1417"/>
                  </a:lnTo>
                  <a:lnTo>
                    <a:pt x="11820" y="1397"/>
                  </a:lnTo>
                  <a:lnTo>
                    <a:pt x="11879" y="1367"/>
                  </a:lnTo>
                  <a:lnTo>
                    <a:pt x="11948" y="1338"/>
                  </a:lnTo>
                  <a:lnTo>
                    <a:pt x="12007" y="1308"/>
                  </a:lnTo>
                  <a:lnTo>
                    <a:pt x="12056" y="1259"/>
                  </a:lnTo>
                  <a:lnTo>
                    <a:pt x="12105" y="1220"/>
                  </a:lnTo>
                  <a:lnTo>
                    <a:pt x="12154" y="1171"/>
                  </a:lnTo>
                  <a:lnTo>
                    <a:pt x="12194" y="1112"/>
                  </a:lnTo>
                  <a:lnTo>
                    <a:pt x="12233" y="1053"/>
                  </a:lnTo>
                  <a:lnTo>
                    <a:pt x="12262" y="994"/>
                  </a:lnTo>
                  <a:lnTo>
                    <a:pt x="12282" y="925"/>
                  </a:lnTo>
                  <a:lnTo>
                    <a:pt x="12302" y="856"/>
                  </a:lnTo>
                  <a:lnTo>
                    <a:pt x="12312" y="787"/>
                  </a:lnTo>
                  <a:lnTo>
                    <a:pt x="12321" y="709"/>
                  </a:lnTo>
                  <a:lnTo>
                    <a:pt x="12312" y="640"/>
                  </a:lnTo>
                  <a:lnTo>
                    <a:pt x="12302" y="571"/>
                  </a:lnTo>
                  <a:lnTo>
                    <a:pt x="12282" y="502"/>
                  </a:lnTo>
                  <a:lnTo>
                    <a:pt x="12262" y="433"/>
                  </a:lnTo>
                  <a:lnTo>
                    <a:pt x="12233" y="374"/>
                  </a:lnTo>
                  <a:lnTo>
                    <a:pt x="12194" y="315"/>
                  </a:lnTo>
                  <a:lnTo>
                    <a:pt x="12154" y="256"/>
                  </a:lnTo>
                  <a:lnTo>
                    <a:pt x="12105" y="207"/>
                  </a:lnTo>
                  <a:lnTo>
                    <a:pt x="12056" y="158"/>
                  </a:lnTo>
                  <a:lnTo>
                    <a:pt x="12007" y="119"/>
                  </a:lnTo>
                  <a:lnTo>
                    <a:pt x="11948" y="89"/>
                  </a:lnTo>
                  <a:lnTo>
                    <a:pt x="11879" y="60"/>
                  </a:lnTo>
                  <a:lnTo>
                    <a:pt x="11820" y="30"/>
                  </a:lnTo>
                  <a:lnTo>
                    <a:pt x="11751" y="10"/>
                  </a:lnTo>
                  <a:lnTo>
                    <a:pt x="11672" y="1"/>
                  </a:lnTo>
                  <a:close/>
                  <a:moveTo>
                    <a:pt x="639" y="6294"/>
                  </a:moveTo>
                  <a:lnTo>
                    <a:pt x="570" y="6304"/>
                  </a:lnTo>
                  <a:lnTo>
                    <a:pt x="502" y="6323"/>
                  </a:lnTo>
                  <a:lnTo>
                    <a:pt x="433" y="6353"/>
                  </a:lnTo>
                  <a:lnTo>
                    <a:pt x="374" y="6382"/>
                  </a:lnTo>
                  <a:lnTo>
                    <a:pt x="315" y="6412"/>
                  </a:lnTo>
                  <a:lnTo>
                    <a:pt x="256" y="6451"/>
                  </a:lnTo>
                  <a:lnTo>
                    <a:pt x="207" y="6500"/>
                  </a:lnTo>
                  <a:lnTo>
                    <a:pt x="157" y="6550"/>
                  </a:lnTo>
                  <a:lnTo>
                    <a:pt x="118" y="6609"/>
                  </a:lnTo>
                  <a:lnTo>
                    <a:pt x="89" y="6668"/>
                  </a:lnTo>
                  <a:lnTo>
                    <a:pt x="59" y="6727"/>
                  </a:lnTo>
                  <a:lnTo>
                    <a:pt x="30" y="6795"/>
                  </a:lnTo>
                  <a:lnTo>
                    <a:pt x="10" y="6864"/>
                  </a:lnTo>
                  <a:lnTo>
                    <a:pt x="0" y="6933"/>
                  </a:lnTo>
                  <a:lnTo>
                    <a:pt x="0" y="7002"/>
                  </a:lnTo>
                  <a:lnTo>
                    <a:pt x="0" y="7081"/>
                  </a:lnTo>
                  <a:lnTo>
                    <a:pt x="10" y="7149"/>
                  </a:lnTo>
                  <a:lnTo>
                    <a:pt x="30" y="7218"/>
                  </a:lnTo>
                  <a:lnTo>
                    <a:pt x="59" y="7287"/>
                  </a:lnTo>
                  <a:lnTo>
                    <a:pt x="89" y="7346"/>
                  </a:lnTo>
                  <a:lnTo>
                    <a:pt x="118" y="7405"/>
                  </a:lnTo>
                  <a:lnTo>
                    <a:pt x="157" y="7464"/>
                  </a:lnTo>
                  <a:lnTo>
                    <a:pt x="207" y="7513"/>
                  </a:lnTo>
                  <a:lnTo>
                    <a:pt x="256" y="7553"/>
                  </a:lnTo>
                  <a:lnTo>
                    <a:pt x="315" y="7602"/>
                  </a:lnTo>
                  <a:lnTo>
                    <a:pt x="374" y="7631"/>
                  </a:lnTo>
                  <a:lnTo>
                    <a:pt x="433" y="7661"/>
                  </a:lnTo>
                  <a:lnTo>
                    <a:pt x="502" y="7690"/>
                  </a:lnTo>
                  <a:lnTo>
                    <a:pt x="570" y="7710"/>
                  </a:lnTo>
                  <a:lnTo>
                    <a:pt x="639" y="7720"/>
                  </a:lnTo>
                  <a:lnTo>
                    <a:pt x="787" y="7720"/>
                  </a:lnTo>
                  <a:lnTo>
                    <a:pt x="856" y="7710"/>
                  </a:lnTo>
                  <a:lnTo>
                    <a:pt x="924" y="7690"/>
                  </a:lnTo>
                  <a:lnTo>
                    <a:pt x="993" y="7661"/>
                  </a:lnTo>
                  <a:lnTo>
                    <a:pt x="1052" y="7631"/>
                  </a:lnTo>
                  <a:lnTo>
                    <a:pt x="1111" y="7602"/>
                  </a:lnTo>
                  <a:lnTo>
                    <a:pt x="1170" y="7553"/>
                  </a:lnTo>
                  <a:lnTo>
                    <a:pt x="1219" y="7513"/>
                  </a:lnTo>
                  <a:lnTo>
                    <a:pt x="1259" y="7464"/>
                  </a:lnTo>
                  <a:lnTo>
                    <a:pt x="1308" y="7405"/>
                  </a:lnTo>
                  <a:lnTo>
                    <a:pt x="1337" y="7346"/>
                  </a:lnTo>
                  <a:lnTo>
                    <a:pt x="1367" y="7287"/>
                  </a:lnTo>
                  <a:lnTo>
                    <a:pt x="1396" y="7218"/>
                  </a:lnTo>
                  <a:lnTo>
                    <a:pt x="1416" y="7149"/>
                  </a:lnTo>
                  <a:lnTo>
                    <a:pt x="1426" y="7081"/>
                  </a:lnTo>
                  <a:lnTo>
                    <a:pt x="1426" y="7002"/>
                  </a:lnTo>
                  <a:lnTo>
                    <a:pt x="1426" y="6933"/>
                  </a:lnTo>
                  <a:lnTo>
                    <a:pt x="1416" y="6864"/>
                  </a:lnTo>
                  <a:lnTo>
                    <a:pt x="1396" y="6795"/>
                  </a:lnTo>
                  <a:lnTo>
                    <a:pt x="1367" y="6727"/>
                  </a:lnTo>
                  <a:lnTo>
                    <a:pt x="1337" y="6668"/>
                  </a:lnTo>
                  <a:lnTo>
                    <a:pt x="1308" y="6609"/>
                  </a:lnTo>
                  <a:lnTo>
                    <a:pt x="1259" y="6550"/>
                  </a:lnTo>
                  <a:lnTo>
                    <a:pt x="1219" y="6500"/>
                  </a:lnTo>
                  <a:lnTo>
                    <a:pt x="1170" y="6451"/>
                  </a:lnTo>
                  <a:lnTo>
                    <a:pt x="1111" y="6412"/>
                  </a:lnTo>
                  <a:lnTo>
                    <a:pt x="1052" y="6382"/>
                  </a:lnTo>
                  <a:lnTo>
                    <a:pt x="993" y="6353"/>
                  </a:lnTo>
                  <a:lnTo>
                    <a:pt x="924" y="6323"/>
                  </a:lnTo>
                  <a:lnTo>
                    <a:pt x="856" y="6304"/>
                  </a:lnTo>
                  <a:lnTo>
                    <a:pt x="787" y="6294"/>
                  </a:lnTo>
                  <a:close/>
                  <a:moveTo>
                    <a:pt x="15340" y="6294"/>
                  </a:moveTo>
                  <a:lnTo>
                    <a:pt x="15271" y="6304"/>
                  </a:lnTo>
                  <a:lnTo>
                    <a:pt x="15203" y="6323"/>
                  </a:lnTo>
                  <a:lnTo>
                    <a:pt x="15134" y="6353"/>
                  </a:lnTo>
                  <a:lnTo>
                    <a:pt x="15075" y="6382"/>
                  </a:lnTo>
                  <a:lnTo>
                    <a:pt x="15016" y="6412"/>
                  </a:lnTo>
                  <a:lnTo>
                    <a:pt x="14957" y="6451"/>
                  </a:lnTo>
                  <a:lnTo>
                    <a:pt x="14908" y="6500"/>
                  </a:lnTo>
                  <a:lnTo>
                    <a:pt x="14868" y="6550"/>
                  </a:lnTo>
                  <a:lnTo>
                    <a:pt x="14819" y="6609"/>
                  </a:lnTo>
                  <a:lnTo>
                    <a:pt x="14790" y="6668"/>
                  </a:lnTo>
                  <a:lnTo>
                    <a:pt x="14760" y="6727"/>
                  </a:lnTo>
                  <a:lnTo>
                    <a:pt x="14731" y="6795"/>
                  </a:lnTo>
                  <a:lnTo>
                    <a:pt x="14711" y="6864"/>
                  </a:lnTo>
                  <a:lnTo>
                    <a:pt x="14701" y="6933"/>
                  </a:lnTo>
                  <a:lnTo>
                    <a:pt x="14701" y="7002"/>
                  </a:lnTo>
                  <a:lnTo>
                    <a:pt x="14701" y="7081"/>
                  </a:lnTo>
                  <a:lnTo>
                    <a:pt x="14711" y="7149"/>
                  </a:lnTo>
                  <a:lnTo>
                    <a:pt x="14731" y="7218"/>
                  </a:lnTo>
                  <a:lnTo>
                    <a:pt x="14760" y="7287"/>
                  </a:lnTo>
                  <a:lnTo>
                    <a:pt x="14790" y="7346"/>
                  </a:lnTo>
                  <a:lnTo>
                    <a:pt x="14819" y="7405"/>
                  </a:lnTo>
                  <a:lnTo>
                    <a:pt x="14868" y="7464"/>
                  </a:lnTo>
                  <a:lnTo>
                    <a:pt x="14908" y="7513"/>
                  </a:lnTo>
                  <a:lnTo>
                    <a:pt x="14957" y="7553"/>
                  </a:lnTo>
                  <a:lnTo>
                    <a:pt x="15016" y="7602"/>
                  </a:lnTo>
                  <a:lnTo>
                    <a:pt x="15075" y="7631"/>
                  </a:lnTo>
                  <a:lnTo>
                    <a:pt x="15134" y="7661"/>
                  </a:lnTo>
                  <a:lnTo>
                    <a:pt x="15203" y="7690"/>
                  </a:lnTo>
                  <a:lnTo>
                    <a:pt x="15271" y="7710"/>
                  </a:lnTo>
                  <a:lnTo>
                    <a:pt x="15340" y="7720"/>
                  </a:lnTo>
                  <a:lnTo>
                    <a:pt x="15488" y="7720"/>
                  </a:lnTo>
                  <a:lnTo>
                    <a:pt x="15557" y="7710"/>
                  </a:lnTo>
                  <a:lnTo>
                    <a:pt x="15625" y="7690"/>
                  </a:lnTo>
                  <a:lnTo>
                    <a:pt x="15694" y="7661"/>
                  </a:lnTo>
                  <a:lnTo>
                    <a:pt x="15753" y="7631"/>
                  </a:lnTo>
                  <a:lnTo>
                    <a:pt x="15812" y="7602"/>
                  </a:lnTo>
                  <a:lnTo>
                    <a:pt x="15871" y="7553"/>
                  </a:lnTo>
                  <a:lnTo>
                    <a:pt x="15920" y="7513"/>
                  </a:lnTo>
                  <a:lnTo>
                    <a:pt x="15970" y="7464"/>
                  </a:lnTo>
                  <a:lnTo>
                    <a:pt x="16009" y="7405"/>
                  </a:lnTo>
                  <a:lnTo>
                    <a:pt x="16038" y="7346"/>
                  </a:lnTo>
                  <a:lnTo>
                    <a:pt x="16068" y="7287"/>
                  </a:lnTo>
                  <a:lnTo>
                    <a:pt x="16097" y="7218"/>
                  </a:lnTo>
                  <a:lnTo>
                    <a:pt x="16117" y="7149"/>
                  </a:lnTo>
                  <a:lnTo>
                    <a:pt x="16127" y="7081"/>
                  </a:lnTo>
                  <a:lnTo>
                    <a:pt x="16127" y="7002"/>
                  </a:lnTo>
                  <a:lnTo>
                    <a:pt x="16127" y="6933"/>
                  </a:lnTo>
                  <a:lnTo>
                    <a:pt x="16117" y="6864"/>
                  </a:lnTo>
                  <a:lnTo>
                    <a:pt x="16097" y="6795"/>
                  </a:lnTo>
                  <a:lnTo>
                    <a:pt x="16068" y="6727"/>
                  </a:lnTo>
                  <a:lnTo>
                    <a:pt x="16038" y="6668"/>
                  </a:lnTo>
                  <a:lnTo>
                    <a:pt x="16009" y="6609"/>
                  </a:lnTo>
                  <a:lnTo>
                    <a:pt x="15970" y="6550"/>
                  </a:lnTo>
                  <a:lnTo>
                    <a:pt x="15920" y="6500"/>
                  </a:lnTo>
                  <a:lnTo>
                    <a:pt x="15871" y="6451"/>
                  </a:lnTo>
                  <a:lnTo>
                    <a:pt x="15812" y="6412"/>
                  </a:lnTo>
                  <a:lnTo>
                    <a:pt x="15753" y="6382"/>
                  </a:lnTo>
                  <a:lnTo>
                    <a:pt x="15694" y="6353"/>
                  </a:lnTo>
                  <a:lnTo>
                    <a:pt x="15625" y="6323"/>
                  </a:lnTo>
                  <a:lnTo>
                    <a:pt x="15557" y="6304"/>
                  </a:lnTo>
                  <a:lnTo>
                    <a:pt x="15488" y="6294"/>
                  </a:lnTo>
                  <a:close/>
                  <a:moveTo>
                    <a:pt x="4523" y="12656"/>
                  </a:moveTo>
                  <a:lnTo>
                    <a:pt x="4455" y="12666"/>
                  </a:lnTo>
                  <a:lnTo>
                    <a:pt x="4376" y="12676"/>
                  </a:lnTo>
                  <a:lnTo>
                    <a:pt x="4307" y="12695"/>
                  </a:lnTo>
                  <a:lnTo>
                    <a:pt x="4248" y="12715"/>
                  </a:lnTo>
                  <a:lnTo>
                    <a:pt x="4179" y="12745"/>
                  </a:lnTo>
                  <a:lnTo>
                    <a:pt x="4120" y="12784"/>
                  </a:lnTo>
                  <a:lnTo>
                    <a:pt x="4071" y="12823"/>
                  </a:lnTo>
                  <a:lnTo>
                    <a:pt x="4022" y="12872"/>
                  </a:lnTo>
                  <a:lnTo>
                    <a:pt x="3973" y="12922"/>
                  </a:lnTo>
                  <a:lnTo>
                    <a:pt x="3933" y="12971"/>
                  </a:lnTo>
                  <a:lnTo>
                    <a:pt x="3894" y="13030"/>
                  </a:lnTo>
                  <a:lnTo>
                    <a:pt x="3865" y="13099"/>
                  </a:lnTo>
                  <a:lnTo>
                    <a:pt x="3845" y="13158"/>
                  </a:lnTo>
                  <a:lnTo>
                    <a:pt x="3825" y="13226"/>
                  </a:lnTo>
                  <a:lnTo>
                    <a:pt x="3815" y="13295"/>
                  </a:lnTo>
                  <a:lnTo>
                    <a:pt x="3806" y="13374"/>
                  </a:lnTo>
                  <a:lnTo>
                    <a:pt x="3815" y="13443"/>
                  </a:lnTo>
                  <a:lnTo>
                    <a:pt x="3825" y="13512"/>
                  </a:lnTo>
                  <a:lnTo>
                    <a:pt x="3845" y="13580"/>
                  </a:lnTo>
                  <a:lnTo>
                    <a:pt x="3865" y="13649"/>
                  </a:lnTo>
                  <a:lnTo>
                    <a:pt x="3894" y="13708"/>
                  </a:lnTo>
                  <a:lnTo>
                    <a:pt x="3933" y="13767"/>
                  </a:lnTo>
                  <a:lnTo>
                    <a:pt x="3973" y="13826"/>
                  </a:lnTo>
                  <a:lnTo>
                    <a:pt x="4022" y="13875"/>
                  </a:lnTo>
                  <a:lnTo>
                    <a:pt x="4071" y="13925"/>
                  </a:lnTo>
                  <a:lnTo>
                    <a:pt x="4120" y="13964"/>
                  </a:lnTo>
                  <a:lnTo>
                    <a:pt x="4179" y="14003"/>
                  </a:lnTo>
                  <a:lnTo>
                    <a:pt x="4248" y="14033"/>
                  </a:lnTo>
                  <a:lnTo>
                    <a:pt x="4307" y="14052"/>
                  </a:lnTo>
                  <a:lnTo>
                    <a:pt x="4376" y="14072"/>
                  </a:lnTo>
                  <a:lnTo>
                    <a:pt x="4455" y="14082"/>
                  </a:lnTo>
                  <a:lnTo>
                    <a:pt x="4592" y="14082"/>
                  </a:lnTo>
                  <a:lnTo>
                    <a:pt x="4671" y="14072"/>
                  </a:lnTo>
                  <a:lnTo>
                    <a:pt x="4740" y="14052"/>
                  </a:lnTo>
                  <a:lnTo>
                    <a:pt x="4799" y="14033"/>
                  </a:lnTo>
                  <a:lnTo>
                    <a:pt x="4868" y="14003"/>
                  </a:lnTo>
                  <a:lnTo>
                    <a:pt x="4927" y="13964"/>
                  </a:lnTo>
                  <a:lnTo>
                    <a:pt x="4976" y="13925"/>
                  </a:lnTo>
                  <a:lnTo>
                    <a:pt x="5025" y="13875"/>
                  </a:lnTo>
                  <a:lnTo>
                    <a:pt x="5074" y="13826"/>
                  </a:lnTo>
                  <a:lnTo>
                    <a:pt x="5113" y="13767"/>
                  </a:lnTo>
                  <a:lnTo>
                    <a:pt x="5153" y="13708"/>
                  </a:lnTo>
                  <a:lnTo>
                    <a:pt x="5182" y="13649"/>
                  </a:lnTo>
                  <a:lnTo>
                    <a:pt x="5202" y="13580"/>
                  </a:lnTo>
                  <a:lnTo>
                    <a:pt x="5222" y="13512"/>
                  </a:lnTo>
                  <a:lnTo>
                    <a:pt x="5231" y="13443"/>
                  </a:lnTo>
                  <a:lnTo>
                    <a:pt x="5241" y="13374"/>
                  </a:lnTo>
                  <a:lnTo>
                    <a:pt x="5231" y="13295"/>
                  </a:lnTo>
                  <a:lnTo>
                    <a:pt x="5222" y="13226"/>
                  </a:lnTo>
                  <a:lnTo>
                    <a:pt x="5202" y="13158"/>
                  </a:lnTo>
                  <a:lnTo>
                    <a:pt x="5182" y="13099"/>
                  </a:lnTo>
                  <a:lnTo>
                    <a:pt x="5153" y="13030"/>
                  </a:lnTo>
                  <a:lnTo>
                    <a:pt x="5113" y="12971"/>
                  </a:lnTo>
                  <a:lnTo>
                    <a:pt x="5074" y="12922"/>
                  </a:lnTo>
                  <a:lnTo>
                    <a:pt x="5025" y="12872"/>
                  </a:lnTo>
                  <a:lnTo>
                    <a:pt x="4976" y="12823"/>
                  </a:lnTo>
                  <a:lnTo>
                    <a:pt x="4927" y="12784"/>
                  </a:lnTo>
                  <a:lnTo>
                    <a:pt x="4868" y="12745"/>
                  </a:lnTo>
                  <a:lnTo>
                    <a:pt x="4799" y="12715"/>
                  </a:lnTo>
                  <a:lnTo>
                    <a:pt x="4740" y="12695"/>
                  </a:lnTo>
                  <a:lnTo>
                    <a:pt x="4671" y="12676"/>
                  </a:lnTo>
                  <a:lnTo>
                    <a:pt x="4592" y="12666"/>
                  </a:lnTo>
                  <a:lnTo>
                    <a:pt x="4523" y="12656"/>
                  </a:lnTo>
                  <a:close/>
                  <a:moveTo>
                    <a:pt x="11604" y="12656"/>
                  </a:moveTo>
                  <a:lnTo>
                    <a:pt x="11535" y="12666"/>
                  </a:lnTo>
                  <a:lnTo>
                    <a:pt x="11456" y="12676"/>
                  </a:lnTo>
                  <a:lnTo>
                    <a:pt x="11387" y="12695"/>
                  </a:lnTo>
                  <a:lnTo>
                    <a:pt x="11328" y="12715"/>
                  </a:lnTo>
                  <a:lnTo>
                    <a:pt x="11259" y="12745"/>
                  </a:lnTo>
                  <a:lnTo>
                    <a:pt x="11200" y="12784"/>
                  </a:lnTo>
                  <a:lnTo>
                    <a:pt x="11151" y="12823"/>
                  </a:lnTo>
                  <a:lnTo>
                    <a:pt x="11102" y="12872"/>
                  </a:lnTo>
                  <a:lnTo>
                    <a:pt x="11053" y="12922"/>
                  </a:lnTo>
                  <a:lnTo>
                    <a:pt x="11014" y="12971"/>
                  </a:lnTo>
                  <a:lnTo>
                    <a:pt x="10974" y="13030"/>
                  </a:lnTo>
                  <a:lnTo>
                    <a:pt x="10945" y="13099"/>
                  </a:lnTo>
                  <a:lnTo>
                    <a:pt x="10925" y="13158"/>
                  </a:lnTo>
                  <a:lnTo>
                    <a:pt x="10905" y="13226"/>
                  </a:lnTo>
                  <a:lnTo>
                    <a:pt x="10896" y="13295"/>
                  </a:lnTo>
                  <a:lnTo>
                    <a:pt x="10886" y="13374"/>
                  </a:lnTo>
                  <a:lnTo>
                    <a:pt x="10896" y="13443"/>
                  </a:lnTo>
                  <a:lnTo>
                    <a:pt x="10905" y="13512"/>
                  </a:lnTo>
                  <a:lnTo>
                    <a:pt x="10925" y="13580"/>
                  </a:lnTo>
                  <a:lnTo>
                    <a:pt x="10945" y="13649"/>
                  </a:lnTo>
                  <a:lnTo>
                    <a:pt x="10974" y="13708"/>
                  </a:lnTo>
                  <a:lnTo>
                    <a:pt x="11014" y="13767"/>
                  </a:lnTo>
                  <a:lnTo>
                    <a:pt x="11053" y="13826"/>
                  </a:lnTo>
                  <a:lnTo>
                    <a:pt x="11102" y="13875"/>
                  </a:lnTo>
                  <a:lnTo>
                    <a:pt x="11151" y="13925"/>
                  </a:lnTo>
                  <a:lnTo>
                    <a:pt x="11200" y="13964"/>
                  </a:lnTo>
                  <a:lnTo>
                    <a:pt x="11259" y="14003"/>
                  </a:lnTo>
                  <a:lnTo>
                    <a:pt x="11328" y="14033"/>
                  </a:lnTo>
                  <a:lnTo>
                    <a:pt x="11387" y="14052"/>
                  </a:lnTo>
                  <a:lnTo>
                    <a:pt x="11456" y="14072"/>
                  </a:lnTo>
                  <a:lnTo>
                    <a:pt x="11535" y="14082"/>
                  </a:lnTo>
                  <a:lnTo>
                    <a:pt x="11672" y="14082"/>
                  </a:lnTo>
                  <a:lnTo>
                    <a:pt x="11751" y="14072"/>
                  </a:lnTo>
                  <a:lnTo>
                    <a:pt x="11820" y="14052"/>
                  </a:lnTo>
                  <a:lnTo>
                    <a:pt x="11879" y="14033"/>
                  </a:lnTo>
                  <a:lnTo>
                    <a:pt x="11948" y="14003"/>
                  </a:lnTo>
                  <a:lnTo>
                    <a:pt x="12007" y="13964"/>
                  </a:lnTo>
                  <a:lnTo>
                    <a:pt x="12056" y="13925"/>
                  </a:lnTo>
                  <a:lnTo>
                    <a:pt x="12105" y="13875"/>
                  </a:lnTo>
                  <a:lnTo>
                    <a:pt x="12154" y="13826"/>
                  </a:lnTo>
                  <a:lnTo>
                    <a:pt x="12194" y="13767"/>
                  </a:lnTo>
                  <a:lnTo>
                    <a:pt x="12233" y="13708"/>
                  </a:lnTo>
                  <a:lnTo>
                    <a:pt x="12262" y="13649"/>
                  </a:lnTo>
                  <a:lnTo>
                    <a:pt x="12282" y="13580"/>
                  </a:lnTo>
                  <a:lnTo>
                    <a:pt x="12302" y="13512"/>
                  </a:lnTo>
                  <a:lnTo>
                    <a:pt x="12312" y="13443"/>
                  </a:lnTo>
                  <a:lnTo>
                    <a:pt x="12321" y="13374"/>
                  </a:lnTo>
                  <a:lnTo>
                    <a:pt x="12312" y="13295"/>
                  </a:lnTo>
                  <a:lnTo>
                    <a:pt x="12302" y="13226"/>
                  </a:lnTo>
                  <a:lnTo>
                    <a:pt x="12282" y="13158"/>
                  </a:lnTo>
                  <a:lnTo>
                    <a:pt x="12262" y="13099"/>
                  </a:lnTo>
                  <a:lnTo>
                    <a:pt x="12233" y="13030"/>
                  </a:lnTo>
                  <a:lnTo>
                    <a:pt x="12194" y="12971"/>
                  </a:lnTo>
                  <a:lnTo>
                    <a:pt x="12154" y="12922"/>
                  </a:lnTo>
                  <a:lnTo>
                    <a:pt x="12105" y="12872"/>
                  </a:lnTo>
                  <a:lnTo>
                    <a:pt x="12056" y="12823"/>
                  </a:lnTo>
                  <a:lnTo>
                    <a:pt x="12007" y="12784"/>
                  </a:lnTo>
                  <a:lnTo>
                    <a:pt x="11948" y="12745"/>
                  </a:lnTo>
                  <a:lnTo>
                    <a:pt x="11879" y="12715"/>
                  </a:lnTo>
                  <a:lnTo>
                    <a:pt x="11820" y="12695"/>
                  </a:lnTo>
                  <a:lnTo>
                    <a:pt x="11751" y="12676"/>
                  </a:lnTo>
                  <a:lnTo>
                    <a:pt x="11672" y="12666"/>
                  </a:lnTo>
                  <a:lnTo>
                    <a:pt x="11604" y="12656"/>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4" name="Google Shape;1524;p103"/>
            <p:cNvSpPr/>
            <p:nvPr/>
          </p:nvSpPr>
          <p:spPr>
            <a:xfrm>
              <a:off x="808450" y="2357950"/>
              <a:ext cx="236525" cy="236750"/>
            </a:xfrm>
            <a:custGeom>
              <a:avLst/>
              <a:gdLst/>
              <a:ahLst/>
              <a:cxnLst/>
              <a:rect l="l" t="t" r="r" b="b"/>
              <a:pathLst>
                <a:path w="9461" h="9470" extrusionOk="0">
                  <a:moveTo>
                    <a:pt x="5232" y="0"/>
                  </a:moveTo>
                  <a:lnTo>
                    <a:pt x="4966" y="10"/>
                  </a:lnTo>
                  <a:lnTo>
                    <a:pt x="4701" y="30"/>
                  </a:lnTo>
                  <a:lnTo>
                    <a:pt x="4435" y="69"/>
                  </a:lnTo>
                  <a:lnTo>
                    <a:pt x="4180" y="108"/>
                  </a:lnTo>
                  <a:lnTo>
                    <a:pt x="3924" y="167"/>
                  </a:lnTo>
                  <a:lnTo>
                    <a:pt x="3678" y="236"/>
                  </a:lnTo>
                  <a:lnTo>
                    <a:pt x="3432" y="325"/>
                  </a:lnTo>
                  <a:lnTo>
                    <a:pt x="3196" y="413"/>
                  </a:lnTo>
                  <a:lnTo>
                    <a:pt x="2970" y="521"/>
                  </a:lnTo>
                  <a:lnTo>
                    <a:pt x="2744" y="639"/>
                  </a:lnTo>
                  <a:lnTo>
                    <a:pt x="2518" y="767"/>
                  </a:lnTo>
                  <a:lnTo>
                    <a:pt x="2311" y="895"/>
                  </a:lnTo>
                  <a:lnTo>
                    <a:pt x="2105" y="1042"/>
                  </a:lnTo>
                  <a:lnTo>
                    <a:pt x="1908" y="1200"/>
                  </a:lnTo>
                  <a:lnTo>
                    <a:pt x="1721" y="1367"/>
                  </a:lnTo>
                  <a:lnTo>
                    <a:pt x="1535" y="1544"/>
                  </a:lnTo>
                  <a:lnTo>
                    <a:pt x="1358" y="1721"/>
                  </a:lnTo>
                  <a:lnTo>
                    <a:pt x="1200" y="1908"/>
                  </a:lnTo>
                  <a:lnTo>
                    <a:pt x="1043" y="2104"/>
                  </a:lnTo>
                  <a:lnTo>
                    <a:pt x="895" y="2311"/>
                  </a:lnTo>
                  <a:lnTo>
                    <a:pt x="758" y="2527"/>
                  </a:lnTo>
                  <a:lnTo>
                    <a:pt x="630" y="2744"/>
                  </a:lnTo>
                  <a:lnTo>
                    <a:pt x="522" y="2970"/>
                  </a:lnTo>
                  <a:lnTo>
                    <a:pt x="414" y="3206"/>
                  </a:lnTo>
                  <a:lnTo>
                    <a:pt x="315" y="3442"/>
                  </a:lnTo>
                  <a:lnTo>
                    <a:pt x="237" y="3688"/>
                  </a:lnTo>
                  <a:lnTo>
                    <a:pt x="168" y="3933"/>
                  </a:lnTo>
                  <a:lnTo>
                    <a:pt x="109" y="4189"/>
                  </a:lnTo>
                  <a:lnTo>
                    <a:pt x="60" y="4445"/>
                  </a:lnTo>
                  <a:lnTo>
                    <a:pt x="30" y="4700"/>
                  </a:lnTo>
                  <a:lnTo>
                    <a:pt x="10" y="4966"/>
                  </a:lnTo>
                  <a:lnTo>
                    <a:pt x="1" y="5241"/>
                  </a:lnTo>
                  <a:lnTo>
                    <a:pt x="954" y="5241"/>
                  </a:lnTo>
                  <a:lnTo>
                    <a:pt x="954" y="5015"/>
                  </a:lnTo>
                  <a:lnTo>
                    <a:pt x="974" y="4799"/>
                  </a:lnTo>
                  <a:lnTo>
                    <a:pt x="1004" y="4592"/>
                  </a:lnTo>
                  <a:lnTo>
                    <a:pt x="1043" y="4376"/>
                  </a:lnTo>
                  <a:lnTo>
                    <a:pt x="1082" y="4169"/>
                  </a:lnTo>
                  <a:lnTo>
                    <a:pt x="1141" y="3963"/>
                  </a:lnTo>
                  <a:lnTo>
                    <a:pt x="1210" y="3766"/>
                  </a:lnTo>
                  <a:lnTo>
                    <a:pt x="1289" y="3570"/>
                  </a:lnTo>
                  <a:lnTo>
                    <a:pt x="1377" y="3383"/>
                  </a:lnTo>
                  <a:lnTo>
                    <a:pt x="1466" y="3196"/>
                  </a:lnTo>
                  <a:lnTo>
                    <a:pt x="1574" y="3019"/>
                  </a:lnTo>
                  <a:lnTo>
                    <a:pt x="1682" y="2842"/>
                  </a:lnTo>
                  <a:lnTo>
                    <a:pt x="1800" y="2675"/>
                  </a:lnTo>
                  <a:lnTo>
                    <a:pt x="1928" y="2517"/>
                  </a:lnTo>
                  <a:lnTo>
                    <a:pt x="2066" y="2360"/>
                  </a:lnTo>
                  <a:lnTo>
                    <a:pt x="2203" y="2213"/>
                  </a:lnTo>
                  <a:lnTo>
                    <a:pt x="2361" y="2075"/>
                  </a:lnTo>
                  <a:lnTo>
                    <a:pt x="2508" y="1937"/>
                  </a:lnTo>
                  <a:lnTo>
                    <a:pt x="2675" y="1809"/>
                  </a:lnTo>
                  <a:lnTo>
                    <a:pt x="2842" y="1691"/>
                  </a:lnTo>
                  <a:lnTo>
                    <a:pt x="3019" y="1573"/>
                  </a:lnTo>
                  <a:lnTo>
                    <a:pt x="3196" y="1475"/>
                  </a:lnTo>
                  <a:lnTo>
                    <a:pt x="3383" y="1377"/>
                  </a:lnTo>
                  <a:lnTo>
                    <a:pt x="3570" y="1288"/>
                  </a:lnTo>
                  <a:lnTo>
                    <a:pt x="3767" y="1219"/>
                  </a:lnTo>
                  <a:lnTo>
                    <a:pt x="3963" y="1151"/>
                  </a:lnTo>
                  <a:lnTo>
                    <a:pt x="4170" y="1092"/>
                  </a:lnTo>
                  <a:lnTo>
                    <a:pt x="4376" y="1042"/>
                  </a:lnTo>
                  <a:lnTo>
                    <a:pt x="4583" y="1003"/>
                  </a:lnTo>
                  <a:lnTo>
                    <a:pt x="4799" y="974"/>
                  </a:lnTo>
                  <a:lnTo>
                    <a:pt x="5016" y="964"/>
                  </a:lnTo>
                  <a:lnTo>
                    <a:pt x="5232" y="954"/>
                  </a:lnTo>
                  <a:lnTo>
                    <a:pt x="5232" y="0"/>
                  </a:lnTo>
                  <a:close/>
                  <a:moveTo>
                    <a:pt x="5065" y="1908"/>
                  </a:moveTo>
                  <a:lnTo>
                    <a:pt x="4898" y="1927"/>
                  </a:lnTo>
                  <a:lnTo>
                    <a:pt x="4730" y="1947"/>
                  </a:lnTo>
                  <a:lnTo>
                    <a:pt x="4563" y="1977"/>
                  </a:lnTo>
                  <a:lnTo>
                    <a:pt x="4406" y="2016"/>
                  </a:lnTo>
                  <a:lnTo>
                    <a:pt x="4249" y="2055"/>
                  </a:lnTo>
                  <a:lnTo>
                    <a:pt x="4091" y="2114"/>
                  </a:lnTo>
                  <a:lnTo>
                    <a:pt x="3944" y="2173"/>
                  </a:lnTo>
                  <a:lnTo>
                    <a:pt x="3796" y="2232"/>
                  </a:lnTo>
                  <a:lnTo>
                    <a:pt x="3649" y="2311"/>
                  </a:lnTo>
                  <a:lnTo>
                    <a:pt x="3511" y="2390"/>
                  </a:lnTo>
                  <a:lnTo>
                    <a:pt x="3373" y="2478"/>
                  </a:lnTo>
                  <a:lnTo>
                    <a:pt x="3246" y="2567"/>
                  </a:lnTo>
                  <a:lnTo>
                    <a:pt x="3118" y="2665"/>
                  </a:lnTo>
                  <a:lnTo>
                    <a:pt x="3000" y="2773"/>
                  </a:lnTo>
                  <a:lnTo>
                    <a:pt x="2882" y="2881"/>
                  </a:lnTo>
                  <a:lnTo>
                    <a:pt x="2774" y="2999"/>
                  </a:lnTo>
                  <a:lnTo>
                    <a:pt x="2665" y="3117"/>
                  </a:lnTo>
                  <a:lnTo>
                    <a:pt x="2567" y="3245"/>
                  </a:lnTo>
                  <a:lnTo>
                    <a:pt x="2469" y="3383"/>
                  </a:lnTo>
                  <a:lnTo>
                    <a:pt x="2390" y="3511"/>
                  </a:lnTo>
                  <a:lnTo>
                    <a:pt x="2311" y="3648"/>
                  </a:lnTo>
                  <a:lnTo>
                    <a:pt x="2233" y="3796"/>
                  </a:lnTo>
                  <a:lnTo>
                    <a:pt x="2164" y="3943"/>
                  </a:lnTo>
                  <a:lnTo>
                    <a:pt x="2105" y="4091"/>
                  </a:lnTo>
                  <a:lnTo>
                    <a:pt x="2056" y="4248"/>
                  </a:lnTo>
                  <a:lnTo>
                    <a:pt x="2007" y="4405"/>
                  </a:lnTo>
                  <a:lnTo>
                    <a:pt x="1967" y="4573"/>
                  </a:lnTo>
                  <a:lnTo>
                    <a:pt x="1938" y="4730"/>
                  </a:lnTo>
                  <a:lnTo>
                    <a:pt x="1918" y="4897"/>
                  </a:lnTo>
                  <a:lnTo>
                    <a:pt x="1908" y="5064"/>
                  </a:lnTo>
                  <a:lnTo>
                    <a:pt x="1908" y="5241"/>
                  </a:lnTo>
                  <a:lnTo>
                    <a:pt x="2852" y="5241"/>
                  </a:lnTo>
                  <a:lnTo>
                    <a:pt x="2862" y="5113"/>
                  </a:lnTo>
                  <a:lnTo>
                    <a:pt x="2872" y="4995"/>
                  </a:lnTo>
                  <a:lnTo>
                    <a:pt x="2882" y="4877"/>
                  </a:lnTo>
                  <a:lnTo>
                    <a:pt x="2901" y="4759"/>
                  </a:lnTo>
                  <a:lnTo>
                    <a:pt x="2931" y="4641"/>
                  </a:lnTo>
                  <a:lnTo>
                    <a:pt x="2960" y="4533"/>
                  </a:lnTo>
                  <a:lnTo>
                    <a:pt x="3039" y="4317"/>
                  </a:lnTo>
                  <a:lnTo>
                    <a:pt x="3147" y="4110"/>
                  </a:lnTo>
                  <a:lnTo>
                    <a:pt x="3265" y="3914"/>
                  </a:lnTo>
                  <a:lnTo>
                    <a:pt x="3403" y="3727"/>
                  </a:lnTo>
                  <a:lnTo>
                    <a:pt x="3550" y="3560"/>
                  </a:lnTo>
                  <a:lnTo>
                    <a:pt x="3727" y="3402"/>
                  </a:lnTo>
                  <a:lnTo>
                    <a:pt x="3904" y="3265"/>
                  </a:lnTo>
                  <a:lnTo>
                    <a:pt x="4101" y="3147"/>
                  </a:lnTo>
                  <a:lnTo>
                    <a:pt x="4308" y="3048"/>
                  </a:lnTo>
                  <a:lnTo>
                    <a:pt x="4524" y="2970"/>
                  </a:lnTo>
                  <a:lnTo>
                    <a:pt x="4642" y="2930"/>
                  </a:lnTo>
                  <a:lnTo>
                    <a:pt x="4760" y="2911"/>
                  </a:lnTo>
                  <a:lnTo>
                    <a:pt x="4878" y="2891"/>
                  </a:lnTo>
                  <a:lnTo>
                    <a:pt x="4996" y="2871"/>
                  </a:lnTo>
                  <a:lnTo>
                    <a:pt x="5114" y="2862"/>
                  </a:lnTo>
                  <a:lnTo>
                    <a:pt x="5232" y="2862"/>
                  </a:lnTo>
                  <a:lnTo>
                    <a:pt x="5232" y="1908"/>
                  </a:lnTo>
                  <a:close/>
                  <a:moveTo>
                    <a:pt x="6609" y="4228"/>
                  </a:moveTo>
                  <a:lnTo>
                    <a:pt x="6599" y="4356"/>
                  </a:lnTo>
                  <a:lnTo>
                    <a:pt x="6589" y="4474"/>
                  </a:lnTo>
                  <a:lnTo>
                    <a:pt x="6579" y="4592"/>
                  </a:lnTo>
                  <a:lnTo>
                    <a:pt x="6559" y="4710"/>
                  </a:lnTo>
                  <a:lnTo>
                    <a:pt x="6530" y="4818"/>
                  </a:lnTo>
                  <a:lnTo>
                    <a:pt x="6500" y="4936"/>
                  </a:lnTo>
                  <a:lnTo>
                    <a:pt x="6422" y="5153"/>
                  </a:lnTo>
                  <a:lnTo>
                    <a:pt x="6314" y="5359"/>
                  </a:lnTo>
                  <a:lnTo>
                    <a:pt x="6196" y="5556"/>
                  </a:lnTo>
                  <a:lnTo>
                    <a:pt x="6058" y="5743"/>
                  </a:lnTo>
                  <a:lnTo>
                    <a:pt x="5910" y="5910"/>
                  </a:lnTo>
                  <a:lnTo>
                    <a:pt x="5733" y="6067"/>
                  </a:lnTo>
                  <a:lnTo>
                    <a:pt x="5556" y="6205"/>
                  </a:lnTo>
                  <a:lnTo>
                    <a:pt x="5360" y="6323"/>
                  </a:lnTo>
                  <a:lnTo>
                    <a:pt x="5153" y="6421"/>
                  </a:lnTo>
                  <a:lnTo>
                    <a:pt x="4927" y="6500"/>
                  </a:lnTo>
                  <a:lnTo>
                    <a:pt x="4819" y="6529"/>
                  </a:lnTo>
                  <a:lnTo>
                    <a:pt x="4701" y="6559"/>
                  </a:lnTo>
                  <a:lnTo>
                    <a:pt x="4583" y="6579"/>
                  </a:lnTo>
                  <a:lnTo>
                    <a:pt x="4465" y="6598"/>
                  </a:lnTo>
                  <a:lnTo>
                    <a:pt x="4347" y="6608"/>
                  </a:lnTo>
                  <a:lnTo>
                    <a:pt x="4229" y="6608"/>
                  </a:lnTo>
                  <a:lnTo>
                    <a:pt x="4229" y="7562"/>
                  </a:lnTo>
                  <a:lnTo>
                    <a:pt x="4396" y="7552"/>
                  </a:lnTo>
                  <a:lnTo>
                    <a:pt x="4563" y="7542"/>
                  </a:lnTo>
                  <a:lnTo>
                    <a:pt x="4730" y="7523"/>
                  </a:lnTo>
                  <a:lnTo>
                    <a:pt x="4898" y="7493"/>
                  </a:lnTo>
                  <a:lnTo>
                    <a:pt x="5055" y="7454"/>
                  </a:lnTo>
                  <a:lnTo>
                    <a:pt x="5212" y="7414"/>
                  </a:lnTo>
                  <a:lnTo>
                    <a:pt x="5370" y="7355"/>
                  </a:lnTo>
                  <a:lnTo>
                    <a:pt x="5517" y="7296"/>
                  </a:lnTo>
                  <a:lnTo>
                    <a:pt x="5665" y="7228"/>
                  </a:lnTo>
                  <a:lnTo>
                    <a:pt x="5812" y="7159"/>
                  </a:lnTo>
                  <a:lnTo>
                    <a:pt x="5950" y="7080"/>
                  </a:lnTo>
                  <a:lnTo>
                    <a:pt x="6087" y="6992"/>
                  </a:lnTo>
                  <a:lnTo>
                    <a:pt x="6215" y="6903"/>
                  </a:lnTo>
                  <a:lnTo>
                    <a:pt x="6343" y="6795"/>
                  </a:lnTo>
                  <a:lnTo>
                    <a:pt x="6461" y="6697"/>
                  </a:lnTo>
                  <a:lnTo>
                    <a:pt x="6579" y="6588"/>
                  </a:lnTo>
                  <a:lnTo>
                    <a:pt x="6687" y="6470"/>
                  </a:lnTo>
                  <a:lnTo>
                    <a:pt x="6795" y="6343"/>
                  </a:lnTo>
                  <a:lnTo>
                    <a:pt x="6894" y="6225"/>
                  </a:lnTo>
                  <a:lnTo>
                    <a:pt x="6982" y="6087"/>
                  </a:lnTo>
                  <a:lnTo>
                    <a:pt x="7071" y="5959"/>
                  </a:lnTo>
                  <a:lnTo>
                    <a:pt x="7150" y="5812"/>
                  </a:lnTo>
                  <a:lnTo>
                    <a:pt x="7228" y="5674"/>
                  </a:lnTo>
                  <a:lnTo>
                    <a:pt x="7297" y="5526"/>
                  </a:lnTo>
                  <a:lnTo>
                    <a:pt x="7356" y="5369"/>
                  </a:lnTo>
                  <a:lnTo>
                    <a:pt x="7405" y="5222"/>
                  </a:lnTo>
                  <a:lnTo>
                    <a:pt x="7454" y="5064"/>
                  </a:lnTo>
                  <a:lnTo>
                    <a:pt x="7494" y="4897"/>
                  </a:lnTo>
                  <a:lnTo>
                    <a:pt x="7523" y="4740"/>
                  </a:lnTo>
                  <a:lnTo>
                    <a:pt x="7543" y="4573"/>
                  </a:lnTo>
                  <a:lnTo>
                    <a:pt x="7553" y="4396"/>
                  </a:lnTo>
                  <a:lnTo>
                    <a:pt x="7553" y="4228"/>
                  </a:lnTo>
                  <a:close/>
                  <a:moveTo>
                    <a:pt x="8507" y="4228"/>
                  </a:moveTo>
                  <a:lnTo>
                    <a:pt x="8507" y="4445"/>
                  </a:lnTo>
                  <a:lnTo>
                    <a:pt x="8487" y="4671"/>
                  </a:lnTo>
                  <a:lnTo>
                    <a:pt x="8457" y="4877"/>
                  </a:lnTo>
                  <a:lnTo>
                    <a:pt x="8418" y="5094"/>
                  </a:lnTo>
                  <a:lnTo>
                    <a:pt x="8379" y="5300"/>
                  </a:lnTo>
                  <a:lnTo>
                    <a:pt x="8320" y="5497"/>
                  </a:lnTo>
                  <a:lnTo>
                    <a:pt x="8251" y="5703"/>
                  </a:lnTo>
                  <a:lnTo>
                    <a:pt x="8172" y="5890"/>
                  </a:lnTo>
                  <a:lnTo>
                    <a:pt x="8084" y="6087"/>
                  </a:lnTo>
                  <a:lnTo>
                    <a:pt x="7995" y="6274"/>
                  </a:lnTo>
                  <a:lnTo>
                    <a:pt x="7887" y="6451"/>
                  </a:lnTo>
                  <a:lnTo>
                    <a:pt x="7779" y="6618"/>
                  </a:lnTo>
                  <a:lnTo>
                    <a:pt x="7661" y="6795"/>
                  </a:lnTo>
                  <a:lnTo>
                    <a:pt x="7533" y="6952"/>
                  </a:lnTo>
                  <a:lnTo>
                    <a:pt x="7395" y="7110"/>
                  </a:lnTo>
                  <a:lnTo>
                    <a:pt x="7258" y="7257"/>
                  </a:lnTo>
                  <a:lnTo>
                    <a:pt x="7100" y="7395"/>
                  </a:lnTo>
                  <a:lnTo>
                    <a:pt x="6953" y="7532"/>
                  </a:lnTo>
                  <a:lnTo>
                    <a:pt x="6786" y="7660"/>
                  </a:lnTo>
                  <a:lnTo>
                    <a:pt x="6618" y="7778"/>
                  </a:lnTo>
                  <a:lnTo>
                    <a:pt x="6441" y="7896"/>
                  </a:lnTo>
                  <a:lnTo>
                    <a:pt x="6264" y="7995"/>
                  </a:lnTo>
                  <a:lnTo>
                    <a:pt x="6078" y="8093"/>
                  </a:lnTo>
                  <a:lnTo>
                    <a:pt x="5891" y="8172"/>
                  </a:lnTo>
                  <a:lnTo>
                    <a:pt x="5694" y="8250"/>
                  </a:lnTo>
                  <a:lnTo>
                    <a:pt x="5497" y="8319"/>
                  </a:lnTo>
                  <a:lnTo>
                    <a:pt x="5291" y="8378"/>
                  </a:lnTo>
                  <a:lnTo>
                    <a:pt x="5084" y="8427"/>
                  </a:lnTo>
                  <a:lnTo>
                    <a:pt x="4878" y="8467"/>
                  </a:lnTo>
                  <a:lnTo>
                    <a:pt x="4662" y="8486"/>
                  </a:lnTo>
                  <a:lnTo>
                    <a:pt x="4445" y="8506"/>
                  </a:lnTo>
                  <a:lnTo>
                    <a:pt x="4229" y="8516"/>
                  </a:lnTo>
                  <a:lnTo>
                    <a:pt x="4229" y="9470"/>
                  </a:lnTo>
                  <a:lnTo>
                    <a:pt x="4494" y="9460"/>
                  </a:lnTo>
                  <a:lnTo>
                    <a:pt x="4760" y="9440"/>
                  </a:lnTo>
                  <a:lnTo>
                    <a:pt x="5025" y="9401"/>
                  </a:lnTo>
                  <a:lnTo>
                    <a:pt x="5281" y="9361"/>
                  </a:lnTo>
                  <a:lnTo>
                    <a:pt x="5537" y="9302"/>
                  </a:lnTo>
                  <a:lnTo>
                    <a:pt x="5783" y="9234"/>
                  </a:lnTo>
                  <a:lnTo>
                    <a:pt x="6019" y="9145"/>
                  </a:lnTo>
                  <a:lnTo>
                    <a:pt x="6264" y="9057"/>
                  </a:lnTo>
                  <a:lnTo>
                    <a:pt x="6491" y="8948"/>
                  </a:lnTo>
                  <a:lnTo>
                    <a:pt x="6717" y="8830"/>
                  </a:lnTo>
                  <a:lnTo>
                    <a:pt x="6933" y="8703"/>
                  </a:lnTo>
                  <a:lnTo>
                    <a:pt x="7150" y="8565"/>
                  </a:lnTo>
                  <a:lnTo>
                    <a:pt x="7356" y="8427"/>
                  </a:lnTo>
                  <a:lnTo>
                    <a:pt x="7553" y="8270"/>
                  </a:lnTo>
                  <a:lnTo>
                    <a:pt x="7740" y="8103"/>
                  </a:lnTo>
                  <a:lnTo>
                    <a:pt x="7926" y="7926"/>
                  </a:lnTo>
                  <a:lnTo>
                    <a:pt x="8103" y="7749"/>
                  </a:lnTo>
                  <a:lnTo>
                    <a:pt x="8261" y="7562"/>
                  </a:lnTo>
                  <a:lnTo>
                    <a:pt x="8418" y="7355"/>
                  </a:lnTo>
                  <a:lnTo>
                    <a:pt x="8566" y="7159"/>
                  </a:lnTo>
                  <a:lnTo>
                    <a:pt x="8703" y="6942"/>
                  </a:lnTo>
                  <a:lnTo>
                    <a:pt x="8831" y="6726"/>
                  </a:lnTo>
                  <a:lnTo>
                    <a:pt x="8939" y="6500"/>
                  </a:lnTo>
                  <a:lnTo>
                    <a:pt x="9047" y="6264"/>
                  </a:lnTo>
                  <a:lnTo>
                    <a:pt x="9146" y="6028"/>
                  </a:lnTo>
                  <a:lnTo>
                    <a:pt x="9224" y="5782"/>
                  </a:lnTo>
                  <a:lnTo>
                    <a:pt x="9293" y="5536"/>
                  </a:lnTo>
                  <a:lnTo>
                    <a:pt x="9352" y="5281"/>
                  </a:lnTo>
                  <a:lnTo>
                    <a:pt x="9401" y="5025"/>
                  </a:lnTo>
                  <a:lnTo>
                    <a:pt x="9431" y="4759"/>
                  </a:lnTo>
                  <a:lnTo>
                    <a:pt x="9451" y="4494"/>
                  </a:lnTo>
                  <a:lnTo>
                    <a:pt x="9460" y="4228"/>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525" name="Google Shape;1525;p103"/>
          <p:cNvSpPr/>
          <p:nvPr/>
        </p:nvSpPr>
        <p:spPr>
          <a:xfrm>
            <a:off x="5203726" y="2791750"/>
            <a:ext cx="279664" cy="259494"/>
          </a:xfrm>
          <a:custGeom>
            <a:avLst/>
            <a:gdLst/>
            <a:ahLst/>
            <a:cxnLst/>
            <a:rect l="l" t="t" r="r" b="b"/>
            <a:pathLst>
              <a:path w="15253" h="14151" extrusionOk="0">
                <a:moveTo>
                  <a:pt x="10080" y="954"/>
                </a:moveTo>
                <a:lnTo>
                  <a:pt x="10886" y="2360"/>
                </a:lnTo>
                <a:lnTo>
                  <a:pt x="10483" y="3068"/>
                </a:lnTo>
                <a:lnTo>
                  <a:pt x="10080" y="3776"/>
                </a:lnTo>
                <a:lnTo>
                  <a:pt x="8448" y="3776"/>
                </a:lnTo>
                <a:lnTo>
                  <a:pt x="8044" y="3068"/>
                </a:lnTo>
                <a:lnTo>
                  <a:pt x="7631" y="2360"/>
                </a:lnTo>
                <a:lnTo>
                  <a:pt x="8448" y="954"/>
                </a:lnTo>
                <a:close/>
                <a:moveTo>
                  <a:pt x="6805" y="2842"/>
                </a:moveTo>
                <a:lnTo>
                  <a:pt x="7218" y="3540"/>
                </a:lnTo>
                <a:lnTo>
                  <a:pt x="7622" y="4248"/>
                </a:lnTo>
                <a:lnTo>
                  <a:pt x="7218" y="4956"/>
                </a:lnTo>
                <a:lnTo>
                  <a:pt x="6805" y="5654"/>
                </a:lnTo>
                <a:lnTo>
                  <a:pt x="5183" y="5654"/>
                </a:lnTo>
                <a:lnTo>
                  <a:pt x="4780" y="4956"/>
                </a:lnTo>
                <a:lnTo>
                  <a:pt x="4367" y="4248"/>
                </a:lnTo>
                <a:lnTo>
                  <a:pt x="5183" y="2842"/>
                </a:lnTo>
                <a:close/>
                <a:moveTo>
                  <a:pt x="13345" y="2842"/>
                </a:moveTo>
                <a:lnTo>
                  <a:pt x="14151" y="4248"/>
                </a:lnTo>
                <a:lnTo>
                  <a:pt x="13345" y="5654"/>
                </a:lnTo>
                <a:lnTo>
                  <a:pt x="11712" y="5654"/>
                </a:lnTo>
                <a:lnTo>
                  <a:pt x="11309" y="4956"/>
                </a:lnTo>
                <a:lnTo>
                  <a:pt x="10896" y="4248"/>
                </a:lnTo>
                <a:lnTo>
                  <a:pt x="11309" y="3540"/>
                </a:lnTo>
                <a:lnTo>
                  <a:pt x="11712" y="2842"/>
                </a:lnTo>
                <a:close/>
                <a:moveTo>
                  <a:pt x="3541" y="4720"/>
                </a:moveTo>
                <a:lnTo>
                  <a:pt x="3954" y="5428"/>
                </a:lnTo>
                <a:lnTo>
                  <a:pt x="4357" y="6136"/>
                </a:lnTo>
                <a:lnTo>
                  <a:pt x="3954" y="6834"/>
                </a:lnTo>
                <a:lnTo>
                  <a:pt x="3541" y="7542"/>
                </a:lnTo>
                <a:lnTo>
                  <a:pt x="1918" y="7542"/>
                </a:lnTo>
                <a:lnTo>
                  <a:pt x="1102" y="6136"/>
                </a:lnTo>
                <a:lnTo>
                  <a:pt x="1918" y="4720"/>
                </a:lnTo>
                <a:close/>
                <a:moveTo>
                  <a:pt x="10080" y="4720"/>
                </a:moveTo>
                <a:lnTo>
                  <a:pt x="10483" y="5428"/>
                </a:lnTo>
                <a:lnTo>
                  <a:pt x="10886" y="6136"/>
                </a:lnTo>
                <a:lnTo>
                  <a:pt x="10483" y="6834"/>
                </a:lnTo>
                <a:lnTo>
                  <a:pt x="10080" y="7542"/>
                </a:lnTo>
                <a:lnTo>
                  <a:pt x="8448" y="7542"/>
                </a:lnTo>
                <a:lnTo>
                  <a:pt x="8044" y="6834"/>
                </a:lnTo>
                <a:lnTo>
                  <a:pt x="7631" y="6136"/>
                </a:lnTo>
                <a:lnTo>
                  <a:pt x="8044" y="5428"/>
                </a:lnTo>
                <a:lnTo>
                  <a:pt x="8448" y="4720"/>
                </a:lnTo>
                <a:close/>
                <a:moveTo>
                  <a:pt x="13345" y="6608"/>
                </a:moveTo>
                <a:lnTo>
                  <a:pt x="14151" y="8024"/>
                </a:lnTo>
                <a:lnTo>
                  <a:pt x="13345" y="9430"/>
                </a:lnTo>
                <a:lnTo>
                  <a:pt x="11712" y="9430"/>
                </a:lnTo>
                <a:lnTo>
                  <a:pt x="11309" y="8722"/>
                </a:lnTo>
                <a:lnTo>
                  <a:pt x="10896" y="8024"/>
                </a:lnTo>
                <a:lnTo>
                  <a:pt x="11309" y="7316"/>
                </a:lnTo>
                <a:lnTo>
                  <a:pt x="11712" y="6608"/>
                </a:lnTo>
                <a:close/>
                <a:moveTo>
                  <a:pt x="10080" y="8496"/>
                </a:moveTo>
                <a:lnTo>
                  <a:pt x="10483" y="9204"/>
                </a:lnTo>
                <a:lnTo>
                  <a:pt x="10886" y="9902"/>
                </a:lnTo>
                <a:lnTo>
                  <a:pt x="10080" y="11318"/>
                </a:lnTo>
                <a:lnTo>
                  <a:pt x="8448" y="11318"/>
                </a:lnTo>
                <a:lnTo>
                  <a:pt x="8044" y="10610"/>
                </a:lnTo>
                <a:lnTo>
                  <a:pt x="7631" y="9902"/>
                </a:lnTo>
                <a:lnTo>
                  <a:pt x="8044" y="9204"/>
                </a:lnTo>
                <a:lnTo>
                  <a:pt x="8448" y="8496"/>
                </a:lnTo>
                <a:close/>
                <a:moveTo>
                  <a:pt x="6805" y="10384"/>
                </a:moveTo>
                <a:lnTo>
                  <a:pt x="7218" y="11082"/>
                </a:lnTo>
                <a:lnTo>
                  <a:pt x="7622" y="11790"/>
                </a:lnTo>
                <a:lnTo>
                  <a:pt x="6805" y="13197"/>
                </a:lnTo>
                <a:lnTo>
                  <a:pt x="5183" y="13197"/>
                </a:lnTo>
                <a:lnTo>
                  <a:pt x="4367" y="11790"/>
                </a:lnTo>
                <a:lnTo>
                  <a:pt x="5183" y="10384"/>
                </a:lnTo>
                <a:close/>
                <a:moveTo>
                  <a:pt x="7897" y="0"/>
                </a:moveTo>
                <a:lnTo>
                  <a:pt x="6805" y="1888"/>
                </a:lnTo>
                <a:lnTo>
                  <a:pt x="4632" y="1888"/>
                </a:lnTo>
                <a:lnTo>
                  <a:pt x="3541" y="3776"/>
                </a:lnTo>
                <a:lnTo>
                  <a:pt x="1367" y="3776"/>
                </a:lnTo>
                <a:lnTo>
                  <a:pt x="1" y="6136"/>
                </a:lnTo>
                <a:lnTo>
                  <a:pt x="1367" y="8496"/>
                </a:lnTo>
                <a:lnTo>
                  <a:pt x="3541" y="8496"/>
                </a:lnTo>
                <a:lnTo>
                  <a:pt x="4357" y="9902"/>
                </a:lnTo>
                <a:lnTo>
                  <a:pt x="3265" y="11790"/>
                </a:lnTo>
                <a:lnTo>
                  <a:pt x="4632" y="14150"/>
                </a:lnTo>
                <a:lnTo>
                  <a:pt x="7356" y="14150"/>
                </a:lnTo>
                <a:lnTo>
                  <a:pt x="8448" y="12262"/>
                </a:lnTo>
                <a:lnTo>
                  <a:pt x="10621" y="12262"/>
                </a:lnTo>
                <a:lnTo>
                  <a:pt x="11712" y="10384"/>
                </a:lnTo>
                <a:lnTo>
                  <a:pt x="13885" y="10384"/>
                </a:lnTo>
                <a:lnTo>
                  <a:pt x="15252" y="8024"/>
                </a:lnTo>
                <a:lnTo>
                  <a:pt x="14161" y="6136"/>
                </a:lnTo>
                <a:lnTo>
                  <a:pt x="15252" y="4248"/>
                </a:lnTo>
                <a:lnTo>
                  <a:pt x="13885" y="1888"/>
                </a:lnTo>
                <a:lnTo>
                  <a:pt x="11712" y="1888"/>
                </a:lnTo>
                <a:lnTo>
                  <a:pt x="10621"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526" name="Google Shape;1526;p103"/>
          <p:cNvGrpSpPr/>
          <p:nvPr/>
        </p:nvGrpSpPr>
        <p:grpSpPr>
          <a:xfrm>
            <a:off x="4251454" y="2781363"/>
            <a:ext cx="280240" cy="280269"/>
            <a:chOff x="2724775" y="3084275"/>
            <a:chExt cx="445675" cy="445650"/>
          </a:xfrm>
        </p:grpSpPr>
        <p:sp>
          <p:nvSpPr>
            <p:cNvPr id="1527" name="Google Shape;1527;p103"/>
            <p:cNvSpPr/>
            <p:nvPr/>
          </p:nvSpPr>
          <p:spPr>
            <a:xfrm>
              <a:off x="2769275" y="3084275"/>
              <a:ext cx="222850" cy="153575"/>
            </a:xfrm>
            <a:custGeom>
              <a:avLst/>
              <a:gdLst/>
              <a:ahLst/>
              <a:cxnLst/>
              <a:rect l="l" t="t" r="r" b="b"/>
              <a:pathLst>
                <a:path w="8914" h="6143" extrusionOk="0">
                  <a:moveTo>
                    <a:pt x="7133" y="1"/>
                  </a:moveTo>
                  <a:lnTo>
                    <a:pt x="7133" y="885"/>
                  </a:lnTo>
                  <a:lnTo>
                    <a:pt x="6839" y="897"/>
                  </a:lnTo>
                  <a:lnTo>
                    <a:pt x="6556" y="909"/>
                  </a:lnTo>
                  <a:lnTo>
                    <a:pt x="6273" y="932"/>
                  </a:lnTo>
                  <a:lnTo>
                    <a:pt x="5978" y="967"/>
                  </a:lnTo>
                  <a:lnTo>
                    <a:pt x="5707" y="1015"/>
                  </a:lnTo>
                  <a:lnTo>
                    <a:pt x="5424" y="1074"/>
                  </a:lnTo>
                  <a:lnTo>
                    <a:pt x="5153" y="1133"/>
                  </a:lnTo>
                  <a:lnTo>
                    <a:pt x="4882" y="1215"/>
                  </a:lnTo>
                  <a:lnTo>
                    <a:pt x="4610" y="1298"/>
                  </a:lnTo>
                  <a:lnTo>
                    <a:pt x="4351" y="1380"/>
                  </a:lnTo>
                  <a:lnTo>
                    <a:pt x="4092" y="1486"/>
                  </a:lnTo>
                  <a:lnTo>
                    <a:pt x="3832" y="1592"/>
                  </a:lnTo>
                  <a:lnTo>
                    <a:pt x="3585" y="1710"/>
                  </a:lnTo>
                  <a:lnTo>
                    <a:pt x="3337" y="1840"/>
                  </a:lnTo>
                  <a:lnTo>
                    <a:pt x="3101" y="1970"/>
                  </a:lnTo>
                  <a:lnTo>
                    <a:pt x="2866" y="2111"/>
                  </a:lnTo>
                  <a:lnTo>
                    <a:pt x="2642" y="2264"/>
                  </a:lnTo>
                  <a:lnTo>
                    <a:pt x="2418" y="2429"/>
                  </a:lnTo>
                  <a:lnTo>
                    <a:pt x="2194" y="2594"/>
                  </a:lnTo>
                  <a:lnTo>
                    <a:pt x="1981" y="2759"/>
                  </a:lnTo>
                  <a:lnTo>
                    <a:pt x="1781" y="2936"/>
                  </a:lnTo>
                  <a:lnTo>
                    <a:pt x="1581" y="3125"/>
                  </a:lnTo>
                  <a:lnTo>
                    <a:pt x="1392" y="3325"/>
                  </a:lnTo>
                  <a:lnTo>
                    <a:pt x="1203" y="3526"/>
                  </a:lnTo>
                  <a:lnTo>
                    <a:pt x="1027" y="3726"/>
                  </a:lnTo>
                  <a:lnTo>
                    <a:pt x="861" y="3938"/>
                  </a:lnTo>
                  <a:lnTo>
                    <a:pt x="696" y="4162"/>
                  </a:lnTo>
                  <a:lnTo>
                    <a:pt x="543" y="4386"/>
                  </a:lnTo>
                  <a:lnTo>
                    <a:pt x="390" y="4622"/>
                  </a:lnTo>
                  <a:lnTo>
                    <a:pt x="260" y="4858"/>
                  </a:lnTo>
                  <a:lnTo>
                    <a:pt x="131" y="5094"/>
                  </a:lnTo>
                  <a:lnTo>
                    <a:pt x="1" y="5341"/>
                  </a:lnTo>
                  <a:lnTo>
                    <a:pt x="1604" y="6143"/>
                  </a:lnTo>
                  <a:lnTo>
                    <a:pt x="1699" y="5954"/>
                  </a:lnTo>
                  <a:lnTo>
                    <a:pt x="1805" y="5777"/>
                  </a:lnTo>
                  <a:lnTo>
                    <a:pt x="1911" y="5589"/>
                  </a:lnTo>
                  <a:lnTo>
                    <a:pt x="2029" y="5412"/>
                  </a:lnTo>
                  <a:lnTo>
                    <a:pt x="2147" y="5235"/>
                  </a:lnTo>
                  <a:lnTo>
                    <a:pt x="2276" y="5070"/>
                  </a:lnTo>
                  <a:lnTo>
                    <a:pt x="2406" y="4905"/>
                  </a:lnTo>
                  <a:lnTo>
                    <a:pt x="2547" y="4740"/>
                  </a:lnTo>
                  <a:lnTo>
                    <a:pt x="2689" y="4587"/>
                  </a:lnTo>
                  <a:lnTo>
                    <a:pt x="2842" y="4434"/>
                  </a:lnTo>
                  <a:lnTo>
                    <a:pt x="2995" y="4292"/>
                  </a:lnTo>
                  <a:lnTo>
                    <a:pt x="3149" y="4151"/>
                  </a:lnTo>
                  <a:lnTo>
                    <a:pt x="3314" y="4009"/>
                  </a:lnTo>
                  <a:lnTo>
                    <a:pt x="3490" y="3879"/>
                  </a:lnTo>
                  <a:lnTo>
                    <a:pt x="3656" y="3762"/>
                  </a:lnTo>
                  <a:lnTo>
                    <a:pt x="3832" y="3644"/>
                  </a:lnTo>
                  <a:lnTo>
                    <a:pt x="4021" y="3526"/>
                  </a:lnTo>
                  <a:lnTo>
                    <a:pt x="4210" y="3420"/>
                  </a:lnTo>
                  <a:lnTo>
                    <a:pt x="4398" y="3325"/>
                  </a:lnTo>
                  <a:lnTo>
                    <a:pt x="4587" y="3231"/>
                  </a:lnTo>
                  <a:lnTo>
                    <a:pt x="4787" y="3148"/>
                  </a:lnTo>
                  <a:lnTo>
                    <a:pt x="4988" y="3066"/>
                  </a:lnTo>
                  <a:lnTo>
                    <a:pt x="5188" y="2995"/>
                  </a:lnTo>
                  <a:lnTo>
                    <a:pt x="5389" y="2924"/>
                  </a:lnTo>
                  <a:lnTo>
                    <a:pt x="5601" y="2866"/>
                  </a:lnTo>
                  <a:lnTo>
                    <a:pt x="5813" y="2818"/>
                  </a:lnTo>
                  <a:lnTo>
                    <a:pt x="6025" y="2771"/>
                  </a:lnTo>
                  <a:lnTo>
                    <a:pt x="6249" y="2736"/>
                  </a:lnTo>
                  <a:lnTo>
                    <a:pt x="6461" y="2712"/>
                  </a:lnTo>
                  <a:lnTo>
                    <a:pt x="6685" y="2689"/>
                  </a:lnTo>
                  <a:lnTo>
                    <a:pt x="6909" y="2677"/>
                  </a:lnTo>
                  <a:lnTo>
                    <a:pt x="7133" y="2677"/>
                  </a:lnTo>
                  <a:lnTo>
                    <a:pt x="7133" y="3561"/>
                  </a:lnTo>
                  <a:lnTo>
                    <a:pt x="8914" y="1781"/>
                  </a:lnTo>
                  <a:lnTo>
                    <a:pt x="7133"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8" name="Google Shape;1528;p103"/>
            <p:cNvSpPr/>
            <p:nvPr/>
          </p:nvSpPr>
          <p:spPr>
            <a:xfrm>
              <a:off x="2903100" y="3376075"/>
              <a:ext cx="222825" cy="153850"/>
            </a:xfrm>
            <a:custGeom>
              <a:avLst/>
              <a:gdLst/>
              <a:ahLst/>
              <a:cxnLst/>
              <a:rect l="l" t="t" r="r" b="b"/>
              <a:pathLst>
                <a:path w="8913" h="6154" extrusionOk="0">
                  <a:moveTo>
                    <a:pt x="7310" y="0"/>
                  </a:moveTo>
                  <a:lnTo>
                    <a:pt x="7215" y="189"/>
                  </a:lnTo>
                  <a:lnTo>
                    <a:pt x="7109" y="377"/>
                  </a:lnTo>
                  <a:lnTo>
                    <a:pt x="7003" y="566"/>
                  </a:lnTo>
                  <a:lnTo>
                    <a:pt x="6885" y="743"/>
                  </a:lnTo>
                  <a:lnTo>
                    <a:pt x="6767" y="920"/>
                  </a:lnTo>
                  <a:lnTo>
                    <a:pt x="6638" y="1085"/>
                  </a:lnTo>
                  <a:lnTo>
                    <a:pt x="6508" y="1250"/>
                  </a:lnTo>
                  <a:lnTo>
                    <a:pt x="6366" y="1415"/>
                  </a:lnTo>
                  <a:lnTo>
                    <a:pt x="6225" y="1568"/>
                  </a:lnTo>
                  <a:lnTo>
                    <a:pt x="6072" y="1721"/>
                  </a:lnTo>
                  <a:lnTo>
                    <a:pt x="5918" y="1863"/>
                  </a:lnTo>
                  <a:lnTo>
                    <a:pt x="5765" y="2004"/>
                  </a:lnTo>
                  <a:lnTo>
                    <a:pt x="5600" y="2134"/>
                  </a:lnTo>
                  <a:lnTo>
                    <a:pt x="5435" y="2264"/>
                  </a:lnTo>
                  <a:lnTo>
                    <a:pt x="5258" y="2393"/>
                  </a:lnTo>
                  <a:lnTo>
                    <a:pt x="5081" y="2511"/>
                  </a:lnTo>
                  <a:lnTo>
                    <a:pt x="4893" y="2617"/>
                  </a:lnTo>
                  <a:lnTo>
                    <a:pt x="4716" y="2723"/>
                  </a:lnTo>
                  <a:lnTo>
                    <a:pt x="4527" y="2829"/>
                  </a:lnTo>
                  <a:lnTo>
                    <a:pt x="4327" y="2924"/>
                  </a:lnTo>
                  <a:lnTo>
                    <a:pt x="4126" y="3006"/>
                  </a:lnTo>
                  <a:lnTo>
                    <a:pt x="3938" y="3089"/>
                  </a:lnTo>
                  <a:lnTo>
                    <a:pt x="3726" y="3160"/>
                  </a:lnTo>
                  <a:lnTo>
                    <a:pt x="3525" y="3219"/>
                  </a:lnTo>
                  <a:lnTo>
                    <a:pt x="3313" y="3277"/>
                  </a:lnTo>
                  <a:lnTo>
                    <a:pt x="3101" y="3336"/>
                  </a:lnTo>
                  <a:lnTo>
                    <a:pt x="2889" y="3372"/>
                  </a:lnTo>
                  <a:lnTo>
                    <a:pt x="2665" y="3419"/>
                  </a:lnTo>
                  <a:lnTo>
                    <a:pt x="2452" y="3442"/>
                  </a:lnTo>
                  <a:lnTo>
                    <a:pt x="2228" y="3466"/>
                  </a:lnTo>
                  <a:lnTo>
                    <a:pt x="2004" y="3478"/>
                  </a:lnTo>
                  <a:lnTo>
                    <a:pt x="1780" y="3478"/>
                  </a:lnTo>
                  <a:lnTo>
                    <a:pt x="1780" y="2582"/>
                  </a:lnTo>
                  <a:lnTo>
                    <a:pt x="0" y="4374"/>
                  </a:lnTo>
                  <a:lnTo>
                    <a:pt x="1780" y="6154"/>
                  </a:lnTo>
                  <a:lnTo>
                    <a:pt x="1780" y="5258"/>
                  </a:lnTo>
                  <a:lnTo>
                    <a:pt x="2075" y="5258"/>
                  </a:lnTo>
                  <a:lnTo>
                    <a:pt x="2358" y="5234"/>
                  </a:lnTo>
                  <a:lnTo>
                    <a:pt x="2653" y="5211"/>
                  </a:lnTo>
                  <a:lnTo>
                    <a:pt x="2936" y="5176"/>
                  </a:lnTo>
                  <a:lnTo>
                    <a:pt x="3219" y="5128"/>
                  </a:lnTo>
                  <a:lnTo>
                    <a:pt x="3490" y="5081"/>
                  </a:lnTo>
                  <a:lnTo>
                    <a:pt x="3761" y="5010"/>
                  </a:lnTo>
                  <a:lnTo>
                    <a:pt x="4032" y="4940"/>
                  </a:lnTo>
                  <a:lnTo>
                    <a:pt x="4303" y="4857"/>
                  </a:lnTo>
                  <a:lnTo>
                    <a:pt x="4563" y="4763"/>
                  </a:lnTo>
                  <a:lnTo>
                    <a:pt x="4822" y="4669"/>
                  </a:lnTo>
                  <a:lnTo>
                    <a:pt x="5081" y="4551"/>
                  </a:lnTo>
                  <a:lnTo>
                    <a:pt x="5329" y="4433"/>
                  </a:lnTo>
                  <a:lnTo>
                    <a:pt x="5577" y="4315"/>
                  </a:lnTo>
                  <a:lnTo>
                    <a:pt x="5812" y="4173"/>
                  </a:lnTo>
                  <a:lnTo>
                    <a:pt x="6048" y="4032"/>
                  </a:lnTo>
                  <a:lnTo>
                    <a:pt x="6272" y="3890"/>
                  </a:lnTo>
                  <a:lnTo>
                    <a:pt x="6496" y="3725"/>
                  </a:lnTo>
                  <a:lnTo>
                    <a:pt x="6720" y="3560"/>
                  </a:lnTo>
                  <a:lnTo>
                    <a:pt x="6932" y="3395"/>
                  </a:lnTo>
                  <a:lnTo>
                    <a:pt x="7133" y="3207"/>
                  </a:lnTo>
                  <a:lnTo>
                    <a:pt x="7333" y="3018"/>
                  </a:lnTo>
                  <a:lnTo>
                    <a:pt x="7522" y="2829"/>
                  </a:lnTo>
                  <a:lnTo>
                    <a:pt x="7710" y="2629"/>
                  </a:lnTo>
                  <a:lnTo>
                    <a:pt x="7887" y="2417"/>
                  </a:lnTo>
                  <a:lnTo>
                    <a:pt x="8052" y="2205"/>
                  </a:lnTo>
                  <a:lnTo>
                    <a:pt x="8217" y="1992"/>
                  </a:lnTo>
                  <a:lnTo>
                    <a:pt x="8371" y="1768"/>
                  </a:lnTo>
                  <a:lnTo>
                    <a:pt x="8524" y="1533"/>
                  </a:lnTo>
                  <a:lnTo>
                    <a:pt x="8665" y="1297"/>
                  </a:lnTo>
                  <a:lnTo>
                    <a:pt x="8795" y="1049"/>
                  </a:lnTo>
                  <a:lnTo>
                    <a:pt x="8913" y="802"/>
                  </a:lnTo>
                  <a:lnTo>
                    <a:pt x="7310"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9" name="Google Shape;1529;p103"/>
            <p:cNvSpPr/>
            <p:nvPr/>
          </p:nvSpPr>
          <p:spPr>
            <a:xfrm>
              <a:off x="2724775" y="3262600"/>
              <a:ext cx="153875" cy="222825"/>
            </a:xfrm>
            <a:custGeom>
              <a:avLst/>
              <a:gdLst/>
              <a:ahLst/>
              <a:cxnLst/>
              <a:rect l="l" t="t" r="r" b="b"/>
              <a:pathLst>
                <a:path w="6155" h="8913" extrusionOk="0">
                  <a:moveTo>
                    <a:pt x="1781" y="0"/>
                  </a:moveTo>
                  <a:lnTo>
                    <a:pt x="1" y="1780"/>
                  </a:lnTo>
                  <a:lnTo>
                    <a:pt x="897" y="1780"/>
                  </a:lnTo>
                  <a:lnTo>
                    <a:pt x="897" y="2075"/>
                  </a:lnTo>
                  <a:lnTo>
                    <a:pt x="908" y="2358"/>
                  </a:lnTo>
                  <a:lnTo>
                    <a:pt x="944" y="2641"/>
                  </a:lnTo>
                  <a:lnTo>
                    <a:pt x="979" y="2924"/>
                  </a:lnTo>
                  <a:lnTo>
                    <a:pt x="1015" y="3207"/>
                  </a:lnTo>
                  <a:lnTo>
                    <a:pt x="1073" y="3490"/>
                  </a:lnTo>
                  <a:lnTo>
                    <a:pt x="1144" y="3761"/>
                  </a:lnTo>
                  <a:lnTo>
                    <a:pt x="1215" y="4032"/>
                  </a:lnTo>
                  <a:lnTo>
                    <a:pt x="1297" y="4303"/>
                  </a:lnTo>
                  <a:lnTo>
                    <a:pt x="1392" y="4563"/>
                  </a:lnTo>
                  <a:lnTo>
                    <a:pt x="1486" y="4822"/>
                  </a:lnTo>
                  <a:lnTo>
                    <a:pt x="1604" y="5081"/>
                  </a:lnTo>
                  <a:lnTo>
                    <a:pt x="1722" y="5329"/>
                  </a:lnTo>
                  <a:lnTo>
                    <a:pt x="1840" y="5577"/>
                  </a:lnTo>
                  <a:lnTo>
                    <a:pt x="1981" y="5812"/>
                  </a:lnTo>
                  <a:lnTo>
                    <a:pt x="2123" y="6048"/>
                  </a:lnTo>
                  <a:lnTo>
                    <a:pt x="2264" y="6272"/>
                  </a:lnTo>
                  <a:lnTo>
                    <a:pt x="2429" y="6496"/>
                  </a:lnTo>
                  <a:lnTo>
                    <a:pt x="2594" y="6720"/>
                  </a:lnTo>
                  <a:lnTo>
                    <a:pt x="2759" y="6932"/>
                  </a:lnTo>
                  <a:lnTo>
                    <a:pt x="2948" y="7133"/>
                  </a:lnTo>
                  <a:lnTo>
                    <a:pt x="3137" y="7333"/>
                  </a:lnTo>
                  <a:lnTo>
                    <a:pt x="3325" y="7522"/>
                  </a:lnTo>
                  <a:lnTo>
                    <a:pt x="3526" y="7710"/>
                  </a:lnTo>
                  <a:lnTo>
                    <a:pt x="3738" y="7887"/>
                  </a:lnTo>
                  <a:lnTo>
                    <a:pt x="3950" y="8052"/>
                  </a:lnTo>
                  <a:lnTo>
                    <a:pt x="4162" y="8217"/>
                  </a:lnTo>
                  <a:lnTo>
                    <a:pt x="4386" y="8371"/>
                  </a:lnTo>
                  <a:lnTo>
                    <a:pt x="4622" y="8524"/>
                  </a:lnTo>
                  <a:lnTo>
                    <a:pt x="4858" y="8653"/>
                  </a:lnTo>
                  <a:lnTo>
                    <a:pt x="5105" y="8783"/>
                  </a:lnTo>
                  <a:lnTo>
                    <a:pt x="5353" y="8913"/>
                  </a:lnTo>
                  <a:lnTo>
                    <a:pt x="6155" y="7310"/>
                  </a:lnTo>
                  <a:lnTo>
                    <a:pt x="5966" y="7203"/>
                  </a:lnTo>
                  <a:lnTo>
                    <a:pt x="5777" y="7109"/>
                  </a:lnTo>
                  <a:lnTo>
                    <a:pt x="5589" y="7003"/>
                  </a:lnTo>
                  <a:lnTo>
                    <a:pt x="5412" y="6885"/>
                  </a:lnTo>
                  <a:lnTo>
                    <a:pt x="5235" y="6767"/>
                  </a:lnTo>
                  <a:lnTo>
                    <a:pt x="5070" y="6638"/>
                  </a:lnTo>
                  <a:lnTo>
                    <a:pt x="4905" y="6508"/>
                  </a:lnTo>
                  <a:lnTo>
                    <a:pt x="4740" y="6366"/>
                  </a:lnTo>
                  <a:lnTo>
                    <a:pt x="4587" y="6225"/>
                  </a:lnTo>
                  <a:lnTo>
                    <a:pt x="4433" y="6072"/>
                  </a:lnTo>
                  <a:lnTo>
                    <a:pt x="4292" y="5918"/>
                  </a:lnTo>
                  <a:lnTo>
                    <a:pt x="4151" y="5765"/>
                  </a:lnTo>
                  <a:lnTo>
                    <a:pt x="4021" y="5600"/>
                  </a:lnTo>
                  <a:lnTo>
                    <a:pt x="3891" y="5423"/>
                  </a:lnTo>
                  <a:lnTo>
                    <a:pt x="3761" y="5258"/>
                  </a:lnTo>
                  <a:lnTo>
                    <a:pt x="3644" y="5081"/>
                  </a:lnTo>
                  <a:lnTo>
                    <a:pt x="3537" y="4893"/>
                  </a:lnTo>
                  <a:lnTo>
                    <a:pt x="3431" y="4704"/>
                  </a:lnTo>
                  <a:lnTo>
                    <a:pt x="3325" y="4515"/>
                  </a:lnTo>
                  <a:lnTo>
                    <a:pt x="3231" y="4327"/>
                  </a:lnTo>
                  <a:lnTo>
                    <a:pt x="3148" y="4126"/>
                  </a:lnTo>
                  <a:lnTo>
                    <a:pt x="3066" y="3926"/>
                  </a:lnTo>
                  <a:lnTo>
                    <a:pt x="2995" y="3726"/>
                  </a:lnTo>
                  <a:lnTo>
                    <a:pt x="2936" y="3513"/>
                  </a:lnTo>
                  <a:lnTo>
                    <a:pt x="2877" y="3313"/>
                  </a:lnTo>
                  <a:lnTo>
                    <a:pt x="2818" y="3101"/>
                  </a:lnTo>
                  <a:lnTo>
                    <a:pt x="2783" y="2889"/>
                  </a:lnTo>
                  <a:lnTo>
                    <a:pt x="2736" y="2665"/>
                  </a:lnTo>
                  <a:lnTo>
                    <a:pt x="2712" y="2452"/>
                  </a:lnTo>
                  <a:lnTo>
                    <a:pt x="2689" y="2228"/>
                  </a:lnTo>
                  <a:lnTo>
                    <a:pt x="2677" y="2004"/>
                  </a:lnTo>
                  <a:lnTo>
                    <a:pt x="2677" y="1780"/>
                  </a:lnTo>
                  <a:lnTo>
                    <a:pt x="3573" y="1780"/>
                  </a:lnTo>
                  <a:lnTo>
                    <a:pt x="1781"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0" name="Google Shape;1530;p103"/>
            <p:cNvSpPr/>
            <p:nvPr/>
          </p:nvSpPr>
          <p:spPr>
            <a:xfrm>
              <a:off x="3016575" y="3128775"/>
              <a:ext cx="153875" cy="222850"/>
            </a:xfrm>
            <a:custGeom>
              <a:avLst/>
              <a:gdLst/>
              <a:ahLst/>
              <a:cxnLst/>
              <a:rect l="l" t="t" r="r" b="b"/>
              <a:pathLst>
                <a:path w="6155" h="8914" extrusionOk="0">
                  <a:moveTo>
                    <a:pt x="814" y="1"/>
                  </a:moveTo>
                  <a:lnTo>
                    <a:pt x="0" y="1604"/>
                  </a:lnTo>
                  <a:lnTo>
                    <a:pt x="201" y="1699"/>
                  </a:lnTo>
                  <a:lnTo>
                    <a:pt x="377" y="1805"/>
                  </a:lnTo>
                  <a:lnTo>
                    <a:pt x="566" y="1911"/>
                  </a:lnTo>
                  <a:lnTo>
                    <a:pt x="743" y="2029"/>
                  </a:lnTo>
                  <a:lnTo>
                    <a:pt x="920" y="2147"/>
                  </a:lnTo>
                  <a:lnTo>
                    <a:pt x="1085" y="2276"/>
                  </a:lnTo>
                  <a:lnTo>
                    <a:pt x="1250" y="2406"/>
                  </a:lnTo>
                  <a:lnTo>
                    <a:pt x="1415" y="2547"/>
                  </a:lnTo>
                  <a:lnTo>
                    <a:pt x="1568" y="2689"/>
                  </a:lnTo>
                  <a:lnTo>
                    <a:pt x="1721" y="2842"/>
                  </a:lnTo>
                  <a:lnTo>
                    <a:pt x="1863" y="2995"/>
                  </a:lnTo>
                  <a:lnTo>
                    <a:pt x="2004" y="3149"/>
                  </a:lnTo>
                  <a:lnTo>
                    <a:pt x="2146" y="3314"/>
                  </a:lnTo>
                  <a:lnTo>
                    <a:pt x="2275" y="3479"/>
                  </a:lnTo>
                  <a:lnTo>
                    <a:pt x="2393" y="3656"/>
                  </a:lnTo>
                  <a:lnTo>
                    <a:pt x="2511" y="3832"/>
                  </a:lnTo>
                  <a:lnTo>
                    <a:pt x="2629" y="4021"/>
                  </a:lnTo>
                  <a:lnTo>
                    <a:pt x="2735" y="4198"/>
                  </a:lnTo>
                  <a:lnTo>
                    <a:pt x="2830" y="4387"/>
                  </a:lnTo>
                  <a:lnTo>
                    <a:pt x="2924" y="4587"/>
                  </a:lnTo>
                  <a:lnTo>
                    <a:pt x="3006" y="4776"/>
                  </a:lnTo>
                  <a:lnTo>
                    <a:pt x="3089" y="4976"/>
                  </a:lnTo>
                  <a:lnTo>
                    <a:pt x="3160" y="5188"/>
                  </a:lnTo>
                  <a:lnTo>
                    <a:pt x="3230" y="5389"/>
                  </a:lnTo>
                  <a:lnTo>
                    <a:pt x="3289" y="5601"/>
                  </a:lnTo>
                  <a:lnTo>
                    <a:pt x="3336" y="5813"/>
                  </a:lnTo>
                  <a:lnTo>
                    <a:pt x="3384" y="6025"/>
                  </a:lnTo>
                  <a:lnTo>
                    <a:pt x="3419" y="6249"/>
                  </a:lnTo>
                  <a:lnTo>
                    <a:pt x="3443" y="6461"/>
                  </a:lnTo>
                  <a:lnTo>
                    <a:pt x="3466" y="6685"/>
                  </a:lnTo>
                  <a:lnTo>
                    <a:pt x="3478" y="6909"/>
                  </a:lnTo>
                  <a:lnTo>
                    <a:pt x="3478" y="7133"/>
                  </a:lnTo>
                  <a:lnTo>
                    <a:pt x="2594" y="7133"/>
                  </a:lnTo>
                  <a:lnTo>
                    <a:pt x="4374" y="8914"/>
                  </a:lnTo>
                  <a:lnTo>
                    <a:pt x="6154" y="7133"/>
                  </a:lnTo>
                  <a:lnTo>
                    <a:pt x="5270" y="7133"/>
                  </a:lnTo>
                  <a:lnTo>
                    <a:pt x="5258" y="6839"/>
                  </a:lnTo>
                  <a:lnTo>
                    <a:pt x="5246" y="6556"/>
                  </a:lnTo>
                  <a:lnTo>
                    <a:pt x="5223" y="6261"/>
                  </a:lnTo>
                  <a:lnTo>
                    <a:pt x="5187" y="5978"/>
                  </a:lnTo>
                  <a:lnTo>
                    <a:pt x="5140" y="5695"/>
                  </a:lnTo>
                  <a:lnTo>
                    <a:pt x="5081" y="5424"/>
                  </a:lnTo>
                  <a:lnTo>
                    <a:pt x="5022" y="5153"/>
                  </a:lnTo>
                  <a:lnTo>
                    <a:pt x="4940" y="4882"/>
                  </a:lnTo>
                  <a:lnTo>
                    <a:pt x="4857" y="4611"/>
                  </a:lnTo>
                  <a:lnTo>
                    <a:pt x="4775" y="4351"/>
                  </a:lnTo>
                  <a:lnTo>
                    <a:pt x="4669" y="4092"/>
                  </a:lnTo>
                  <a:lnTo>
                    <a:pt x="4563" y="3832"/>
                  </a:lnTo>
                  <a:lnTo>
                    <a:pt x="4445" y="3585"/>
                  </a:lnTo>
                  <a:lnTo>
                    <a:pt x="4315" y="3337"/>
                  </a:lnTo>
                  <a:lnTo>
                    <a:pt x="4185" y="3101"/>
                  </a:lnTo>
                  <a:lnTo>
                    <a:pt x="4044" y="2866"/>
                  </a:lnTo>
                  <a:lnTo>
                    <a:pt x="3891" y="2630"/>
                  </a:lnTo>
                  <a:lnTo>
                    <a:pt x="3726" y="2418"/>
                  </a:lnTo>
                  <a:lnTo>
                    <a:pt x="3560" y="2194"/>
                  </a:lnTo>
                  <a:lnTo>
                    <a:pt x="3395" y="1982"/>
                  </a:lnTo>
                  <a:lnTo>
                    <a:pt x="3219" y="1781"/>
                  </a:lnTo>
                  <a:lnTo>
                    <a:pt x="3030" y="1581"/>
                  </a:lnTo>
                  <a:lnTo>
                    <a:pt x="2830" y="1392"/>
                  </a:lnTo>
                  <a:lnTo>
                    <a:pt x="2629" y="1203"/>
                  </a:lnTo>
                  <a:lnTo>
                    <a:pt x="2429" y="1027"/>
                  </a:lnTo>
                  <a:lnTo>
                    <a:pt x="2216" y="850"/>
                  </a:lnTo>
                  <a:lnTo>
                    <a:pt x="1993" y="696"/>
                  </a:lnTo>
                  <a:lnTo>
                    <a:pt x="1769" y="543"/>
                  </a:lnTo>
                  <a:lnTo>
                    <a:pt x="1533" y="390"/>
                  </a:lnTo>
                  <a:lnTo>
                    <a:pt x="1297" y="249"/>
                  </a:lnTo>
                  <a:lnTo>
                    <a:pt x="1061" y="119"/>
                  </a:lnTo>
                  <a:lnTo>
                    <a:pt x="814"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1" name="Google Shape;1531;p103"/>
            <p:cNvSpPr/>
            <p:nvPr/>
          </p:nvSpPr>
          <p:spPr>
            <a:xfrm>
              <a:off x="2858600" y="3217800"/>
              <a:ext cx="178325" cy="178325"/>
            </a:xfrm>
            <a:custGeom>
              <a:avLst/>
              <a:gdLst/>
              <a:ahLst/>
              <a:cxnLst/>
              <a:rect l="l" t="t" r="r" b="b"/>
              <a:pathLst>
                <a:path w="7133" h="7133" extrusionOk="0">
                  <a:moveTo>
                    <a:pt x="3560" y="0"/>
                  </a:moveTo>
                  <a:lnTo>
                    <a:pt x="3384" y="12"/>
                  </a:lnTo>
                  <a:lnTo>
                    <a:pt x="3195" y="24"/>
                  </a:lnTo>
                  <a:lnTo>
                    <a:pt x="3018" y="47"/>
                  </a:lnTo>
                  <a:lnTo>
                    <a:pt x="2841" y="83"/>
                  </a:lnTo>
                  <a:lnTo>
                    <a:pt x="2676" y="118"/>
                  </a:lnTo>
                  <a:lnTo>
                    <a:pt x="2499" y="165"/>
                  </a:lnTo>
                  <a:lnTo>
                    <a:pt x="2334" y="224"/>
                  </a:lnTo>
                  <a:lnTo>
                    <a:pt x="2169" y="283"/>
                  </a:lnTo>
                  <a:lnTo>
                    <a:pt x="2016" y="354"/>
                  </a:lnTo>
                  <a:lnTo>
                    <a:pt x="1863" y="436"/>
                  </a:lnTo>
                  <a:lnTo>
                    <a:pt x="1709" y="519"/>
                  </a:lnTo>
                  <a:lnTo>
                    <a:pt x="1568" y="613"/>
                  </a:lnTo>
                  <a:lnTo>
                    <a:pt x="1427" y="719"/>
                  </a:lnTo>
                  <a:lnTo>
                    <a:pt x="1297" y="814"/>
                  </a:lnTo>
                  <a:lnTo>
                    <a:pt x="1167" y="932"/>
                  </a:lnTo>
                  <a:lnTo>
                    <a:pt x="1037" y="1050"/>
                  </a:lnTo>
                  <a:lnTo>
                    <a:pt x="920" y="1179"/>
                  </a:lnTo>
                  <a:lnTo>
                    <a:pt x="813" y="1297"/>
                  </a:lnTo>
                  <a:lnTo>
                    <a:pt x="707" y="1439"/>
                  </a:lnTo>
                  <a:lnTo>
                    <a:pt x="601" y="1580"/>
                  </a:lnTo>
                  <a:lnTo>
                    <a:pt x="507" y="1721"/>
                  </a:lnTo>
                  <a:lnTo>
                    <a:pt x="424" y="1875"/>
                  </a:lnTo>
                  <a:lnTo>
                    <a:pt x="354" y="2028"/>
                  </a:lnTo>
                  <a:lnTo>
                    <a:pt x="271" y="2181"/>
                  </a:lnTo>
                  <a:lnTo>
                    <a:pt x="212" y="2346"/>
                  </a:lnTo>
                  <a:lnTo>
                    <a:pt x="153" y="2511"/>
                  </a:lnTo>
                  <a:lnTo>
                    <a:pt x="106" y="2676"/>
                  </a:lnTo>
                  <a:lnTo>
                    <a:pt x="71" y="2853"/>
                  </a:lnTo>
                  <a:lnTo>
                    <a:pt x="35" y="3030"/>
                  </a:lnTo>
                  <a:lnTo>
                    <a:pt x="12" y="3207"/>
                  </a:lnTo>
                  <a:lnTo>
                    <a:pt x="0" y="3384"/>
                  </a:lnTo>
                  <a:lnTo>
                    <a:pt x="0" y="3572"/>
                  </a:lnTo>
                  <a:lnTo>
                    <a:pt x="0" y="3749"/>
                  </a:lnTo>
                  <a:lnTo>
                    <a:pt x="12" y="3938"/>
                  </a:lnTo>
                  <a:lnTo>
                    <a:pt x="35" y="4115"/>
                  </a:lnTo>
                  <a:lnTo>
                    <a:pt x="71" y="4292"/>
                  </a:lnTo>
                  <a:lnTo>
                    <a:pt x="106" y="4457"/>
                  </a:lnTo>
                  <a:lnTo>
                    <a:pt x="153" y="4633"/>
                  </a:lnTo>
                  <a:lnTo>
                    <a:pt x="212" y="4798"/>
                  </a:lnTo>
                  <a:lnTo>
                    <a:pt x="271" y="4964"/>
                  </a:lnTo>
                  <a:lnTo>
                    <a:pt x="354" y="5117"/>
                  </a:lnTo>
                  <a:lnTo>
                    <a:pt x="424" y="5270"/>
                  </a:lnTo>
                  <a:lnTo>
                    <a:pt x="507" y="5423"/>
                  </a:lnTo>
                  <a:lnTo>
                    <a:pt x="601" y="5565"/>
                  </a:lnTo>
                  <a:lnTo>
                    <a:pt x="707" y="5706"/>
                  </a:lnTo>
                  <a:lnTo>
                    <a:pt x="813" y="5836"/>
                  </a:lnTo>
                  <a:lnTo>
                    <a:pt x="920" y="5966"/>
                  </a:lnTo>
                  <a:lnTo>
                    <a:pt x="1037" y="6095"/>
                  </a:lnTo>
                  <a:lnTo>
                    <a:pt x="1167" y="6213"/>
                  </a:lnTo>
                  <a:lnTo>
                    <a:pt x="1297" y="6319"/>
                  </a:lnTo>
                  <a:lnTo>
                    <a:pt x="1427" y="6425"/>
                  </a:lnTo>
                  <a:lnTo>
                    <a:pt x="1568" y="6531"/>
                  </a:lnTo>
                  <a:lnTo>
                    <a:pt x="1709" y="6614"/>
                  </a:lnTo>
                  <a:lnTo>
                    <a:pt x="1863" y="6708"/>
                  </a:lnTo>
                  <a:lnTo>
                    <a:pt x="2016" y="6779"/>
                  </a:lnTo>
                  <a:lnTo>
                    <a:pt x="2169" y="6850"/>
                  </a:lnTo>
                  <a:lnTo>
                    <a:pt x="2334" y="6921"/>
                  </a:lnTo>
                  <a:lnTo>
                    <a:pt x="2499" y="6979"/>
                  </a:lnTo>
                  <a:lnTo>
                    <a:pt x="2676" y="7027"/>
                  </a:lnTo>
                  <a:lnTo>
                    <a:pt x="2841" y="7062"/>
                  </a:lnTo>
                  <a:lnTo>
                    <a:pt x="3018" y="7097"/>
                  </a:lnTo>
                  <a:lnTo>
                    <a:pt x="3195" y="7121"/>
                  </a:lnTo>
                  <a:lnTo>
                    <a:pt x="3384" y="7133"/>
                  </a:lnTo>
                  <a:lnTo>
                    <a:pt x="3749" y="7133"/>
                  </a:lnTo>
                  <a:lnTo>
                    <a:pt x="3926" y="7121"/>
                  </a:lnTo>
                  <a:lnTo>
                    <a:pt x="4103" y="7097"/>
                  </a:lnTo>
                  <a:lnTo>
                    <a:pt x="4280" y="7062"/>
                  </a:lnTo>
                  <a:lnTo>
                    <a:pt x="4456" y="7027"/>
                  </a:lnTo>
                  <a:lnTo>
                    <a:pt x="4621" y="6979"/>
                  </a:lnTo>
                  <a:lnTo>
                    <a:pt x="4786" y="6921"/>
                  </a:lnTo>
                  <a:lnTo>
                    <a:pt x="4952" y="6850"/>
                  </a:lnTo>
                  <a:lnTo>
                    <a:pt x="5105" y="6779"/>
                  </a:lnTo>
                  <a:lnTo>
                    <a:pt x="5258" y="6708"/>
                  </a:lnTo>
                  <a:lnTo>
                    <a:pt x="5411" y="6614"/>
                  </a:lnTo>
                  <a:lnTo>
                    <a:pt x="5553" y="6531"/>
                  </a:lnTo>
                  <a:lnTo>
                    <a:pt x="5694" y="6425"/>
                  </a:lnTo>
                  <a:lnTo>
                    <a:pt x="5824" y="6319"/>
                  </a:lnTo>
                  <a:lnTo>
                    <a:pt x="5954" y="6213"/>
                  </a:lnTo>
                  <a:lnTo>
                    <a:pt x="6083" y="6095"/>
                  </a:lnTo>
                  <a:lnTo>
                    <a:pt x="6201" y="5966"/>
                  </a:lnTo>
                  <a:lnTo>
                    <a:pt x="6307" y="5836"/>
                  </a:lnTo>
                  <a:lnTo>
                    <a:pt x="6413" y="5706"/>
                  </a:lnTo>
                  <a:lnTo>
                    <a:pt x="6520" y="5565"/>
                  </a:lnTo>
                  <a:lnTo>
                    <a:pt x="6614" y="5423"/>
                  </a:lnTo>
                  <a:lnTo>
                    <a:pt x="6696" y="5270"/>
                  </a:lnTo>
                  <a:lnTo>
                    <a:pt x="6779" y="5117"/>
                  </a:lnTo>
                  <a:lnTo>
                    <a:pt x="6850" y="4964"/>
                  </a:lnTo>
                  <a:lnTo>
                    <a:pt x="6909" y="4798"/>
                  </a:lnTo>
                  <a:lnTo>
                    <a:pt x="6968" y="4633"/>
                  </a:lnTo>
                  <a:lnTo>
                    <a:pt x="7015" y="4457"/>
                  </a:lnTo>
                  <a:lnTo>
                    <a:pt x="7050" y="4292"/>
                  </a:lnTo>
                  <a:lnTo>
                    <a:pt x="7085" y="4115"/>
                  </a:lnTo>
                  <a:lnTo>
                    <a:pt x="7109" y="3938"/>
                  </a:lnTo>
                  <a:lnTo>
                    <a:pt x="7121" y="3749"/>
                  </a:lnTo>
                  <a:lnTo>
                    <a:pt x="7133" y="3572"/>
                  </a:lnTo>
                  <a:lnTo>
                    <a:pt x="7121" y="3384"/>
                  </a:lnTo>
                  <a:lnTo>
                    <a:pt x="7109" y="3207"/>
                  </a:lnTo>
                  <a:lnTo>
                    <a:pt x="7085" y="3030"/>
                  </a:lnTo>
                  <a:lnTo>
                    <a:pt x="7050" y="2853"/>
                  </a:lnTo>
                  <a:lnTo>
                    <a:pt x="7015" y="2676"/>
                  </a:lnTo>
                  <a:lnTo>
                    <a:pt x="6968" y="2511"/>
                  </a:lnTo>
                  <a:lnTo>
                    <a:pt x="6909" y="2346"/>
                  </a:lnTo>
                  <a:lnTo>
                    <a:pt x="6850" y="2181"/>
                  </a:lnTo>
                  <a:lnTo>
                    <a:pt x="6779" y="2028"/>
                  </a:lnTo>
                  <a:lnTo>
                    <a:pt x="6696" y="1875"/>
                  </a:lnTo>
                  <a:lnTo>
                    <a:pt x="6614" y="1721"/>
                  </a:lnTo>
                  <a:lnTo>
                    <a:pt x="6520" y="1580"/>
                  </a:lnTo>
                  <a:lnTo>
                    <a:pt x="6413" y="1439"/>
                  </a:lnTo>
                  <a:lnTo>
                    <a:pt x="6307" y="1297"/>
                  </a:lnTo>
                  <a:lnTo>
                    <a:pt x="6201" y="1179"/>
                  </a:lnTo>
                  <a:lnTo>
                    <a:pt x="6083" y="1050"/>
                  </a:lnTo>
                  <a:lnTo>
                    <a:pt x="5954" y="932"/>
                  </a:lnTo>
                  <a:lnTo>
                    <a:pt x="5824" y="814"/>
                  </a:lnTo>
                  <a:lnTo>
                    <a:pt x="5694" y="719"/>
                  </a:lnTo>
                  <a:lnTo>
                    <a:pt x="5553" y="613"/>
                  </a:lnTo>
                  <a:lnTo>
                    <a:pt x="5411" y="519"/>
                  </a:lnTo>
                  <a:lnTo>
                    <a:pt x="5258" y="436"/>
                  </a:lnTo>
                  <a:lnTo>
                    <a:pt x="5105" y="354"/>
                  </a:lnTo>
                  <a:lnTo>
                    <a:pt x="4952" y="283"/>
                  </a:lnTo>
                  <a:lnTo>
                    <a:pt x="4786" y="224"/>
                  </a:lnTo>
                  <a:lnTo>
                    <a:pt x="4621" y="165"/>
                  </a:lnTo>
                  <a:lnTo>
                    <a:pt x="4456" y="118"/>
                  </a:lnTo>
                  <a:lnTo>
                    <a:pt x="4280" y="83"/>
                  </a:lnTo>
                  <a:lnTo>
                    <a:pt x="4103" y="47"/>
                  </a:lnTo>
                  <a:lnTo>
                    <a:pt x="3926" y="24"/>
                  </a:lnTo>
                  <a:lnTo>
                    <a:pt x="3749" y="12"/>
                  </a:lnTo>
                  <a:lnTo>
                    <a:pt x="3560"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32" name="Google Shape;1532;p103"/>
          <p:cNvGrpSpPr/>
          <p:nvPr/>
        </p:nvGrpSpPr>
        <p:grpSpPr>
          <a:xfrm>
            <a:off x="7174928" y="3678994"/>
            <a:ext cx="268663" cy="161407"/>
            <a:chOff x="3489775" y="2366300"/>
            <a:chExt cx="366325" cy="220050"/>
          </a:xfrm>
        </p:grpSpPr>
        <p:sp>
          <p:nvSpPr>
            <p:cNvPr id="1533" name="Google Shape;1533;p103"/>
            <p:cNvSpPr/>
            <p:nvPr/>
          </p:nvSpPr>
          <p:spPr>
            <a:xfrm>
              <a:off x="3583200" y="2455525"/>
              <a:ext cx="179500" cy="41575"/>
            </a:xfrm>
            <a:custGeom>
              <a:avLst/>
              <a:gdLst/>
              <a:ahLst/>
              <a:cxnLst/>
              <a:rect l="l" t="t" r="r" b="b"/>
              <a:pathLst>
                <a:path w="7180" h="1663" extrusionOk="0">
                  <a:moveTo>
                    <a:pt x="709" y="1"/>
                  </a:moveTo>
                  <a:lnTo>
                    <a:pt x="610" y="11"/>
                  </a:lnTo>
                  <a:lnTo>
                    <a:pt x="532" y="30"/>
                  </a:lnTo>
                  <a:lnTo>
                    <a:pt x="453" y="50"/>
                  </a:lnTo>
                  <a:lnTo>
                    <a:pt x="374" y="70"/>
                  </a:lnTo>
                  <a:lnTo>
                    <a:pt x="315" y="109"/>
                  </a:lnTo>
                  <a:lnTo>
                    <a:pt x="256" y="148"/>
                  </a:lnTo>
                  <a:lnTo>
                    <a:pt x="197" y="188"/>
                  </a:lnTo>
                  <a:lnTo>
                    <a:pt x="148" y="237"/>
                  </a:lnTo>
                  <a:lnTo>
                    <a:pt x="109" y="286"/>
                  </a:lnTo>
                  <a:lnTo>
                    <a:pt x="79" y="345"/>
                  </a:lnTo>
                  <a:lnTo>
                    <a:pt x="50" y="414"/>
                  </a:lnTo>
                  <a:lnTo>
                    <a:pt x="30" y="483"/>
                  </a:lnTo>
                  <a:lnTo>
                    <a:pt x="10" y="552"/>
                  </a:lnTo>
                  <a:lnTo>
                    <a:pt x="1" y="620"/>
                  </a:lnTo>
                  <a:lnTo>
                    <a:pt x="1" y="709"/>
                  </a:lnTo>
                  <a:lnTo>
                    <a:pt x="1" y="955"/>
                  </a:lnTo>
                  <a:lnTo>
                    <a:pt x="1" y="1033"/>
                  </a:lnTo>
                  <a:lnTo>
                    <a:pt x="10" y="1112"/>
                  </a:lnTo>
                  <a:lnTo>
                    <a:pt x="30" y="1181"/>
                  </a:lnTo>
                  <a:lnTo>
                    <a:pt x="50" y="1250"/>
                  </a:lnTo>
                  <a:lnTo>
                    <a:pt x="79" y="1319"/>
                  </a:lnTo>
                  <a:lnTo>
                    <a:pt x="109" y="1368"/>
                  </a:lnTo>
                  <a:lnTo>
                    <a:pt x="148" y="1427"/>
                  </a:lnTo>
                  <a:lnTo>
                    <a:pt x="197" y="1476"/>
                  </a:lnTo>
                  <a:lnTo>
                    <a:pt x="256" y="1515"/>
                  </a:lnTo>
                  <a:lnTo>
                    <a:pt x="315" y="1555"/>
                  </a:lnTo>
                  <a:lnTo>
                    <a:pt x="374" y="1584"/>
                  </a:lnTo>
                  <a:lnTo>
                    <a:pt x="453" y="1614"/>
                  </a:lnTo>
                  <a:lnTo>
                    <a:pt x="532" y="1633"/>
                  </a:lnTo>
                  <a:lnTo>
                    <a:pt x="610" y="1653"/>
                  </a:lnTo>
                  <a:lnTo>
                    <a:pt x="709" y="1663"/>
                  </a:lnTo>
                  <a:lnTo>
                    <a:pt x="905" y="1663"/>
                  </a:lnTo>
                  <a:lnTo>
                    <a:pt x="1004" y="1653"/>
                  </a:lnTo>
                  <a:lnTo>
                    <a:pt x="1082" y="1633"/>
                  </a:lnTo>
                  <a:lnTo>
                    <a:pt x="1161" y="1614"/>
                  </a:lnTo>
                  <a:lnTo>
                    <a:pt x="1240" y="1584"/>
                  </a:lnTo>
                  <a:lnTo>
                    <a:pt x="1299" y="1555"/>
                  </a:lnTo>
                  <a:lnTo>
                    <a:pt x="1358" y="1515"/>
                  </a:lnTo>
                  <a:lnTo>
                    <a:pt x="1417" y="1476"/>
                  </a:lnTo>
                  <a:lnTo>
                    <a:pt x="1466" y="1427"/>
                  </a:lnTo>
                  <a:lnTo>
                    <a:pt x="1505" y="1368"/>
                  </a:lnTo>
                  <a:lnTo>
                    <a:pt x="1535" y="1319"/>
                  </a:lnTo>
                  <a:lnTo>
                    <a:pt x="1564" y="1250"/>
                  </a:lnTo>
                  <a:lnTo>
                    <a:pt x="1584" y="1181"/>
                  </a:lnTo>
                  <a:lnTo>
                    <a:pt x="1604" y="1112"/>
                  </a:lnTo>
                  <a:lnTo>
                    <a:pt x="1604" y="1033"/>
                  </a:lnTo>
                  <a:lnTo>
                    <a:pt x="1613" y="955"/>
                  </a:lnTo>
                  <a:lnTo>
                    <a:pt x="1613" y="709"/>
                  </a:lnTo>
                  <a:lnTo>
                    <a:pt x="1604" y="620"/>
                  </a:lnTo>
                  <a:lnTo>
                    <a:pt x="1604" y="552"/>
                  </a:lnTo>
                  <a:lnTo>
                    <a:pt x="1584" y="483"/>
                  </a:lnTo>
                  <a:lnTo>
                    <a:pt x="1564" y="414"/>
                  </a:lnTo>
                  <a:lnTo>
                    <a:pt x="1535" y="345"/>
                  </a:lnTo>
                  <a:lnTo>
                    <a:pt x="1505" y="286"/>
                  </a:lnTo>
                  <a:lnTo>
                    <a:pt x="1466" y="237"/>
                  </a:lnTo>
                  <a:lnTo>
                    <a:pt x="1417" y="188"/>
                  </a:lnTo>
                  <a:lnTo>
                    <a:pt x="1358" y="148"/>
                  </a:lnTo>
                  <a:lnTo>
                    <a:pt x="1299" y="109"/>
                  </a:lnTo>
                  <a:lnTo>
                    <a:pt x="1240" y="70"/>
                  </a:lnTo>
                  <a:lnTo>
                    <a:pt x="1161" y="50"/>
                  </a:lnTo>
                  <a:lnTo>
                    <a:pt x="1082" y="30"/>
                  </a:lnTo>
                  <a:lnTo>
                    <a:pt x="1004" y="11"/>
                  </a:lnTo>
                  <a:lnTo>
                    <a:pt x="905" y="1"/>
                  </a:lnTo>
                  <a:close/>
                  <a:moveTo>
                    <a:pt x="3492" y="1"/>
                  </a:moveTo>
                  <a:lnTo>
                    <a:pt x="3403" y="11"/>
                  </a:lnTo>
                  <a:lnTo>
                    <a:pt x="3315" y="30"/>
                  </a:lnTo>
                  <a:lnTo>
                    <a:pt x="3236" y="50"/>
                  </a:lnTo>
                  <a:lnTo>
                    <a:pt x="3167" y="70"/>
                  </a:lnTo>
                  <a:lnTo>
                    <a:pt x="3098" y="109"/>
                  </a:lnTo>
                  <a:lnTo>
                    <a:pt x="3039" y="148"/>
                  </a:lnTo>
                  <a:lnTo>
                    <a:pt x="2980" y="188"/>
                  </a:lnTo>
                  <a:lnTo>
                    <a:pt x="2941" y="237"/>
                  </a:lnTo>
                  <a:lnTo>
                    <a:pt x="2902" y="286"/>
                  </a:lnTo>
                  <a:lnTo>
                    <a:pt x="2862" y="345"/>
                  </a:lnTo>
                  <a:lnTo>
                    <a:pt x="2833" y="414"/>
                  </a:lnTo>
                  <a:lnTo>
                    <a:pt x="2813" y="483"/>
                  </a:lnTo>
                  <a:lnTo>
                    <a:pt x="2803" y="552"/>
                  </a:lnTo>
                  <a:lnTo>
                    <a:pt x="2793" y="620"/>
                  </a:lnTo>
                  <a:lnTo>
                    <a:pt x="2784" y="709"/>
                  </a:lnTo>
                  <a:lnTo>
                    <a:pt x="2784" y="955"/>
                  </a:lnTo>
                  <a:lnTo>
                    <a:pt x="2793" y="1033"/>
                  </a:lnTo>
                  <a:lnTo>
                    <a:pt x="2803" y="1112"/>
                  </a:lnTo>
                  <a:lnTo>
                    <a:pt x="2813" y="1181"/>
                  </a:lnTo>
                  <a:lnTo>
                    <a:pt x="2833" y="1250"/>
                  </a:lnTo>
                  <a:lnTo>
                    <a:pt x="2862" y="1319"/>
                  </a:lnTo>
                  <a:lnTo>
                    <a:pt x="2902" y="1368"/>
                  </a:lnTo>
                  <a:lnTo>
                    <a:pt x="2941" y="1427"/>
                  </a:lnTo>
                  <a:lnTo>
                    <a:pt x="2980" y="1476"/>
                  </a:lnTo>
                  <a:lnTo>
                    <a:pt x="3039" y="1515"/>
                  </a:lnTo>
                  <a:lnTo>
                    <a:pt x="3098" y="1555"/>
                  </a:lnTo>
                  <a:lnTo>
                    <a:pt x="3167" y="1584"/>
                  </a:lnTo>
                  <a:lnTo>
                    <a:pt x="3236" y="1614"/>
                  </a:lnTo>
                  <a:lnTo>
                    <a:pt x="3315" y="1633"/>
                  </a:lnTo>
                  <a:lnTo>
                    <a:pt x="3403" y="1653"/>
                  </a:lnTo>
                  <a:lnTo>
                    <a:pt x="3492" y="1663"/>
                  </a:lnTo>
                  <a:lnTo>
                    <a:pt x="3688" y="1663"/>
                  </a:lnTo>
                  <a:lnTo>
                    <a:pt x="3787" y="1653"/>
                  </a:lnTo>
                  <a:lnTo>
                    <a:pt x="3875" y="1633"/>
                  </a:lnTo>
                  <a:lnTo>
                    <a:pt x="3954" y="1614"/>
                  </a:lnTo>
                  <a:lnTo>
                    <a:pt x="4023" y="1584"/>
                  </a:lnTo>
                  <a:lnTo>
                    <a:pt x="4091" y="1555"/>
                  </a:lnTo>
                  <a:lnTo>
                    <a:pt x="4150" y="1515"/>
                  </a:lnTo>
                  <a:lnTo>
                    <a:pt x="4200" y="1476"/>
                  </a:lnTo>
                  <a:lnTo>
                    <a:pt x="4249" y="1427"/>
                  </a:lnTo>
                  <a:lnTo>
                    <a:pt x="4288" y="1368"/>
                  </a:lnTo>
                  <a:lnTo>
                    <a:pt x="4318" y="1319"/>
                  </a:lnTo>
                  <a:lnTo>
                    <a:pt x="4347" y="1250"/>
                  </a:lnTo>
                  <a:lnTo>
                    <a:pt x="4367" y="1181"/>
                  </a:lnTo>
                  <a:lnTo>
                    <a:pt x="4386" y="1112"/>
                  </a:lnTo>
                  <a:lnTo>
                    <a:pt x="4396" y="1033"/>
                  </a:lnTo>
                  <a:lnTo>
                    <a:pt x="4396" y="955"/>
                  </a:lnTo>
                  <a:lnTo>
                    <a:pt x="4396" y="709"/>
                  </a:lnTo>
                  <a:lnTo>
                    <a:pt x="4396" y="620"/>
                  </a:lnTo>
                  <a:lnTo>
                    <a:pt x="4386" y="552"/>
                  </a:lnTo>
                  <a:lnTo>
                    <a:pt x="4367" y="483"/>
                  </a:lnTo>
                  <a:lnTo>
                    <a:pt x="4347" y="414"/>
                  </a:lnTo>
                  <a:lnTo>
                    <a:pt x="4318" y="345"/>
                  </a:lnTo>
                  <a:lnTo>
                    <a:pt x="4288" y="286"/>
                  </a:lnTo>
                  <a:lnTo>
                    <a:pt x="4249" y="237"/>
                  </a:lnTo>
                  <a:lnTo>
                    <a:pt x="4200" y="188"/>
                  </a:lnTo>
                  <a:lnTo>
                    <a:pt x="4150" y="148"/>
                  </a:lnTo>
                  <a:lnTo>
                    <a:pt x="4091" y="109"/>
                  </a:lnTo>
                  <a:lnTo>
                    <a:pt x="4023" y="70"/>
                  </a:lnTo>
                  <a:lnTo>
                    <a:pt x="3954" y="50"/>
                  </a:lnTo>
                  <a:lnTo>
                    <a:pt x="3875" y="30"/>
                  </a:lnTo>
                  <a:lnTo>
                    <a:pt x="3787" y="11"/>
                  </a:lnTo>
                  <a:lnTo>
                    <a:pt x="3688" y="1"/>
                  </a:lnTo>
                  <a:close/>
                  <a:moveTo>
                    <a:pt x="6274" y="1"/>
                  </a:moveTo>
                  <a:lnTo>
                    <a:pt x="6186" y="11"/>
                  </a:lnTo>
                  <a:lnTo>
                    <a:pt x="6097" y="30"/>
                  </a:lnTo>
                  <a:lnTo>
                    <a:pt x="6019" y="50"/>
                  </a:lnTo>
                  <a:lnTo>
                    <a:pt x="5950" y="70"/>
                  </a:lnTo>
                  <a:lnTo>
                    <a:pt x="5881" y="109"/>
                  </a:lnTo>
                  <a:lnTo>
                    <a:pt x="5822" y="148"/>
                  </a:lnTo>
                  <a:lnTo>
                    <a:pt x="5773" y="188"/>
                  </a:lnTo>
                  <a:lnTo>
                    <a:pt x="5724" y="237"/>
                  </a:lnTo>
                  <a:lnTo>
                    <a:pt x="5684" y="286"/>
                  </a:lnTo>
                  <a:lnTo>
                    <a:pt x="5645" y="345"/>
                  </a:lnTo>
                  <a:lnTo>
                    <a:pt x="5625" y="414"/>
                  </a:lnTo>
                  <a:lnTo>
                    <a:pt x="5606" y="483"/>
                  </a:lnTo>
                  <a:lnTo>
                    <a:pt x="5586" y="552"/>
                  </a:lnTo>
                  <a:lnTo>
                    <a:pt x="5576" y="620"/>
                  </a:lnTo>
                  <a:lnTo>
                    <a:pt x="5576" y="709"/>
                  </a:lnTo>
                  <a:lnTo>
                    <a:pt x="5576" y="955"/>
                  </a:lnTo>
                  <a:lnTo>
                    <a:pt x="5576" y="1033"/>
                  </a:lnTo>
                  <a:lnTo>
                    <a:pt x="5586" y="1112"/>
                  </a:lnTo>
                  <a:lnTo>
                    <a:pt x="5606" y="1181"/>
                  </a:lnTo>
                  <a:lnTo>
                    <a:pt x="5625" y="1250"/>
                  </a:lnTo>
                  <a:lnTo>
                    <a:pt x="5645" y="1319"/>
                  </a:lnTo>
                  <a:lnTo>
                    <a:pt x="5684" y="1368"/>
                  </a:lnTo>
                  <a:lnTo>
                    <a:pt x="5724" y="1427"/>
                  </a:lnTo>
                  <a:lnTo>
                    <a:pt x="5773" y="1476"/>
                  </a:lnTo>
                  <a:lnTo>
                    <a:pt x="5822" y="1515"/>
                  </a:lnTo>
                  <a:lnTo>
                    <a:pt x="5881" y="1555"/>
                  </a:lnTo>
                  <a:lnTo>
                    <a:pt x="5950" y="1584"/>
                  </a:lnTo>
                  <a:lnTo>
                    <a:pt x="6019" y="1614"/>
                  </a:lnTo>
                  <a:lnTo>
                    <a:pt x="6097" y="1633"/>
                  </a:lnTo>
                  <a:lnTo>
                    <a:pt x="6186" y="1653"/>
                  </a:lnTo>
                  <a:lnTo>
                    <a:pt x="6274" y="1663"/>
                  </a:lnTo>
                  <a:lnTo>
                    <a:pt x="6481" y="1663"/>
                  </a:lnTo>
                  <a:lnTo>
                    <a:pt x="6569" y="1653"/>
                  </a:lnTo>
                  <a:lnTo>
                    <a:pt x="6658" y="1633"/>
                  </a:lnTo>
                  <a:lnTo>
                    <a:pt x="6737" y="1614"/>
                  </a:lnTo>
                  <a:lnTo>
                    <a:pt x="6805" y="1584"/>
                  </a:lnTo>
                  <a:lnTo>
                    <a:pt x="6874" y="1555"/>
                  </a:lnTo>
                  <a:lnTo>
                    <a:pt x="6933" y="1515"/>
                  </a:lnTo>
                  <a:lnTo>
                    <a:pt x="6982" y="1476"/>
                  </a:lnTo>
                  <a:lnTo>
                    <a:pt x="7032" y="1427"/>
                  </a:lnTo>
                  <a:lnTo>
                    <a:pt x="7071" y="1368"/>
                  </a:lnTo>
                  <a:lnTo>
                    <a:pt x="7110" y="1319"/>
                  </a:lnTo>
                  <a:lnTo>
                    <a:pt x="7130" y="1250"/>
                  </a:lnTo>
                  <a:lnTo>
                    <a:pt x="7159" y="1181"/>
                  </a:lnTo>
                  <a:lnTo>
                    <a:pt x="7169" y="1112"/>
                  </a:lnTo>
                  <a:lnTo>
                    <a:pt x="7179" y="1033"/>
                  </a:lnTo>
                  <a:lnTo>
                    <a:pt x="7179" y="955"/>
                  </a:lnTo>
                  <a:lnTo>
                    <a:pt x="7179" y="709"/>
                  </a:lnTo>
                  <a:lnTo>
                    <a:pt x="7179" y="620"/>
                  </a:lnTo>
                  <a:lnTo>
                    <a:pt x="7169" y="552"/>
                  </a:lnTo>
                  <a:lnTo>
                    <a:pt x="7159" y="483"/>
                  </a:lnTo>
                  <a:lnTo>
                    <a:pt x="7130" y="414"/>
                  </a:lnTo>
                  <a:lnTo>
                    <a:pt x="7110" y="345"/>
                  </a:lnTo>
                  <a:lnTo>
                    <a:pt x="7071" y="286"/>
                  </a:lnTo>
                  <a:lnTo>
                    <a:pt x="7032" y="237"/>
                  </a:lnTo>
                  <a:lnTo>
                    <a:pt x="6982" y="188"/>
                  </a:lnTo>
                  <a:lnTo>
                    <a:pt x="6933" y="148"/>
                  </a:lnTo>
                  <a:lnTo>
                    <a:pt x="6874" y="109"/>
                  </a:lnTo>
                  <a:lnTo>
                    <a:pt x="6805" y="70"/>
                  </a:lnTo>
                  <a:lnTo>
                    <a:pt x="6737" y="50"/>
                  </a:lnTo>
                  <a:lnTo>
                    <a:pt x="6658" y="30"/>
                  </a:lnTo>
                  <a:lnTo>
                    <a:pt x="6569" y="11"/>
                  </a:lnTo>
                  <a:lnTo>
                    <a:pt x="6481"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4" name="Google Shape;1534;p103"/>
            <p:cNvSpPr/>
            <p:nvPr/>
          </p:nvSpPr>
          <p:spPr>
            <a:xfrm>
              <a:off x="3489775" y="2366300"/>
              <a:ext cx="366325" cy="220050"/>
            </a:xfrm>
            <a:custGeom>
              <a:avLst/>
              <a:gdLst/>
              <a:ahLst/>
              <a:cxnLst/>
              <a:rect l="l" t="t" r="r" b="b"/>
              <a:pathLst>
                <a:path w="14653" h="8802" extrusionOk="0">
                  <a:moveTo>
                    <a:pt x="1604" y="0"/>
                  </a:moveTo>
                  <a:lnTo>
                    <a:pt x="1515" y="10"/>
                  </a:lnTo>
                  <a:lnTo>
                    <a:pt x="1437" y="30"/>
                  </a:lnTo>
                  <a:lnTo>
                    <a:pt x="1358" y="50"/>
                  </a:lnTo>
                  <a:lnTo>
                    <a:pt x="1279" y="79"/>
                  </a:lnTo>
                  <a:lnTo>
                    <a:pt x="1210" y="118"/>
                  </a:lnTo>
                  <a:lnTo>
                    <a:pt x="1151" y="158"/>
                  </a:lnTo>
                  <a:lnTo>
                    <a:pt x="1092" y="207"/>
                  </a:lnTo>
                  <a:lnTo>
                    <a:pt x="1043" y="266"/>
                  </a:lnTo>
                  <a:lnTo>
                    <a:pt x="994" y="335"/>
                  </a:lnTo>
                  <a:lnTo>
                    <a:pt x="955" y="404"/>
                  </a:lnTo>
                  <a:lnTo>
                    <a:pt x="915" y="482"/>
                  </a:lnTo>
                  <a:lnTo>
                    <a:pt x="896" y="571"/>
                  </a:lnTo>
                  <a:lnTo>
                    <a:pt x="876" y="669"/>
                  </a:lnTo>
                  <a:lnTo>
                    <a:pt x="856" y="767"/>
                  </a:lnTo>
                  <a:lnTo>
                    <a:pt x="856" y="876"/>
                  </a:lnTo>
                  <a:lnTo>
                    <a:pt x="856" y="3098"/>
                  </a:lnTo>
                  <a:lnTo>
                    <a:pt x="856" y="3196"/>
                  </a:lnTo>
                  <a:lnTo>
                    <a:pt x="837" y="3285"/>
                  </a:lnTo>
                  <a:lnTo>
                    <a:pt x="827" y="3363"/>
                  </a:lnTo>
                  <a:lnTo>
                    <a:pt x="797" y="3442"/>
                  </a:lnTo>
                  <a:lnTo>
                    <a:pt x="768" y="3511"/>
                  </a:lnTo>
                  <a:lnTo>
                    <a:pt x="729" y="3570"/>
                  </a:lnTo>
                  <a:lnTo>
                    <a:pt x="679" y="3629"/>
                  </a:lnTo>
                  <a:lnTo>
                    <a:pt x="630" y="3678"/>
                  </a:lnTo>
                  <a:lnTo>
                    <a:pt x="571" y="3727"/>
                  </a:lnTo>
                  <a:lnTo>
                    <a:pt x="502" y="3767"/>
                  </a:lnTo>
                  <a:lnTo>
                    <a:pt x="434" y="3796"/>
                  </a:lnTo>
                  <a:lnTo>
                    <a:pt x="355" y="3826"/>
                  </a:lnTo>
                  <a:lnTo>
                    <a:pt x="276" y="3845"/>
                  </a:lnTo>
                  <a:lnTo>
                    <a:pt x="188" y="3855"/>
                  </a:lnTo>
                  <a:lnTo>
                    <a:pt x="99" y="3865"/>
                  </a:lnTo>
                  <a:lnTo>
                    <a:pt x="1" y="3875"/>
                  </a:lnTo>
                  <a:lnTo>
                    <a:pt x="1" y="4927"/>
                  </a:lnTo>
                  <a:lnTo>
                    <a:pt x="99" y="4937"/>
                  </a:lnTo>
                  <a:lnTo>
                    <a:pt x="188" y="4947"/>
                  </a:lnTo>
                  <a:lnTo>
                    <a:pt x="276" y="4956"/>
                  </a:lnTo>
                  <a:lnTo>
                    <a:pt x="355" y="4976"/>
                  </a:lnTo>
                  <a:lnTo>
                    <a:pt x="434" y="5006"/>
                  </a:lnTo>
                  <a:lnTo>
                    <a:pt x="502" y="5035"/>
                  </a:lnTo>
                  <a:lnTo>
                    <a:pt x="571" y="5074"/>
                  </a:lnTo>
                  <a:lnTo>
                    <a:pt x="630" y="5124"/>
                  </a:lnTo>
                  <a:lnTo>
                    <a:pt x="679" y="5173"/>
                  </a:lnTo>
                  <a:lnTo>
                    <a:pt x="729" y="5232"/>
                  </a:lnTo>
                  <a:lnTo>
                    <a:pt x="768" y="5291"/>
                  </a:lnTo>
                  <a:lnTo>
                    <a:pt x="797" y="5360"/>
                  </a:lnTo>
                  <a:lnTo>
                    <a:pt x="827" y="5438"/>
                  </a:lnTo>
                  <a:lnTo>
                    <a:pt x="837" y="5517"/>
                  </a:lnTo>
                  <a:lnTo>
                    <a:pt x="856" y="5605"/>
                  </a:lnTo>
                  <a:lnTo>
                    <a:pt x="856" y="5704"/>
                  </a:lnTo>
                  <a:lnTo>
                    <a:pt x="856" y="7926"/>
                  </a:lnTo>
                  <a:lnTo>
                    <a:pt x="856" y="8034"/>
                  </a:lnTo>
                  <a:lnTo>
                    <a:pt x="876" y="8133"/>
                  </a:lnTo>
                  <a:lnTo>
                    <a:pt x="896" y="8231"/>
                  </a:lnTo>
                  <a:lnTo>
                    <a:pt x="915" y="8319"/>
                  </a:lnTo>
                  <a:lnTo>
                    <a:pt x="955" y="8398"/>
                  </a:lnTo>
                  <a:lnTo>
                    <a:pt x="994" y="8467"/>
                  </a:lnTo>
                  <a:lnTo>
                    <a:pt x="1043" y="8536"/>
                  </a:lnTo>
                  <a:lnTo>
                    <a:pt x="1092" y="8595"/>
                  </a:lnTo>
                  <a:lnTo>
                    <a:pt x="1151" y="8644"/>
                  </a:lnTo>
                  <a:lnTo>
                    <a:pt x="1210" y="8683"/>
                  </a:lnTo>
                  <a:lnTo>
                    <a:pt x="1279" y="8723"/>
                  </a:lnTo>
                  <a:lnTo>
                    <a:pt x="1358" y="8752"/>
                  </a:lnTo>
                  <a:lnTo>
                    <a:pt x="1437" y="8772"/>
                  </a:lnTo>
                  <a:lnTo>
                    <a:pt x="1515" y="8791"/>
                  </a:lnTo>
                  <a:lnTo>
                    <a:pt x="1604" y="8801"/>
                  </a:lnTo>
                  <a:lnTo>
                    <a:pt x="2715" y="8801"/>
                  </a:lnTo>
                  <a:lnTo>
                    <a:pt x="2715" y="7867"/>
                  </a:lnTo>
                  <a:lnTo>
                    <a:pt x="2056" y="7867"/>
                  </a:lnTo>
                  <a:lnTo>
                    <a:pt x="2056" y="5605"/>
                  </a:lnTo>
                  <a:lnTo>
                    <a:pt x="2046" y="5458"/>
                  </a:lnTo>
                  <a:lnTo>
                    <a:pt x="2027" y="5320"/>
                  </a:lnTo>
                  <a:lnTo>
                    <a:pt x="2007" y="5202"/>
                  </a:lnTo>
                  <a:lnTo>
                    <a:pt x="1968" y="5084"/>
                  </a:lnTo>
                  <a:lnTo>
                    <a:pt x="1918" y="4986"/>
                  </a:lnTo>
                  <a:lnTo>
                    <a:pt x="1859" y="4888"/>
                  </a:lnTo>
                  <a:lnTo>
                    <a:pt x="1791" y="4809"/>
                  </a:lnTo>
                  <a:lnTo>
                    <a:pt x="1712" y="4730"/>
                  </a:lnTo>
                  <a:lnTo>
                    <a:pt x="1623" y="4671"/>
                  </a:lnTo>
                  <a:lnTo>
                    <a:pt x="1525" y="4612"/>
                  </a:lnTo>
                  <a:lnTo>
                    <a:pt x="1417" y="4573"/>
                  </a:lnTo>
                  <a:lnTo>
                    <a:pt x="1299" y="4534"/>
                  </a:lnTo>
                  <a:lnTo>
                    <a:pt x="1171" y="4504"/>
                  </a:lnTo>
                  <a:lnTo>
                    <a:pt x="1033" y="4484"/>
                  </a:lnTo>
                  <a:lnTo>
                    <a:pt x="886" y="4475"/>
                  </a:lnTo>
                  <a:lnTo>
                    <a:pt x="729" y="4465"/>
                  </a:lnTo>
                  <a:lnTo>
                    <a:pt x="729" y="4327"/>
                  </a:lnTo>
                  <a:lnTo>
                    <a:pt x="886" y="4327"/>
                  </a:lnTo>
                  <a:lnTo>
                    <a:pt x="1033" y="4317"/>
                  </a:lnTo>
                  <a:lnTo>
                    <a:pt x="1171" y="4298"/>
                  </a:lnTo>
                  <a:lnTo>
                    <a:pt x="1299" y="4268"/>
                  </a:lnTo>
                  <a:lnTo>
                    <a:pt x="1417" y="4229"/>
                  </a:lnTo>
                  <a:lnTo>
                    <a:pt x="1525" y="4189"/>
                  </a:lnTo>
                  <a:lnTo>
                    <a:pt x="1623" y="4130"/>
                  </a:lnTo>
                  <a:lnTo>
                    <a:pt x="1712" y="4071"/>
                  </a:lnTo>
                  <a:lnTo>
                    <a:pt x="1791" y="3993"/>
                  </a:lnTo>
                  <a:lnTo>
                    <a:pt x="1859" y="3914"/>
                  </a:lnTo>
                  <a:lnTo>
                    <a:pt x="1918" y="3816"/>
                  </a:lnTo>
                  <a:lnTo>
                    <a:pt x="1968" y="3717"/>
                  </a:lnTo>
                  <a:lnTo>
                    <a:pt x="2007" y="3599"/>
                  </a:lnTo>
                  <a:lnTo>
                    <a:pt x="2027" y="3481"/>
                  </a:lnTo>
                  <a:lnTo>
                    <a:pt x="2046" y="3344"/>
                  </a:lnTo>
                  <a:lnTo>
                    <a:pt x="2056" y="3196"/>
                  </a:lnTo>
                  <a:lnTo>
                    <a:pt x="2056" y="935"/>
                  </a:lnTo>
                  <a:lnTo>
                    <a:pt x="2715" y="935"/>
                  </a:lnTo>
                  <a:lnTo>
                    <a:pt x="2715" y="0"/>
                  </a:lnTo>
                  <a:close/>
                  <a:moveTo>
                    <a:pt x="11939" y="0"/>
                  </a:moveTo>
                  <a:lnTo>
                    <a:pt x="11939" y="935"/>
                  </a:lnTo>
                  <a:lnTo>
                    <a:pt x="12607" y="935"/>
                  </a:lnTo>
                  <a:lnTo>
                    <a:pt x="12607" y="3196"/>
                  </a:lnTo>
                  <a:lnTo>
                    <a:pt x="12607" y="3344"/>
                  </a:lnTo>
                  <a:lnTo>
                    <a:pt x="12627" y="3481"/>
                  </a:lnTo>
                  <a:lnTo>
                    <a:pt x="12657" y="3599"/>
                  </a:lnTo>
                  <a:lnTo>
                    <a:pt x="12696" y="3717"/>
                  </a:lnTo>
                  <a:lnTo>
                    <a:pt x="12735" y="3816"/>
                  </a:lnTo>
                  <a:lnTo>
                    <a:pt x="12794" y="3914"/>
                  </a:lnTo>
                  <a:lnTo>
                    <a:pt x="12863" y="3993"/>
                  </a:lnTo>
                  <a:lnTo>
                    <a:pt x="12942" y="4071"/>
                  </a:lnTo>
                  <a:lnTo>
                    <a:pt x="13030" y="4130"/>
                  </a:lnTo>
                  <a:lnTo>
                    <a:pt x="13129" y="4189"/>
                  </a:lnTo>
                  <a:lnTo>
                    <a:pt x="13237" y="4229"/>
                  </a:lnTo>
                  <a:lnTo>
                    <a:pt x="13355" y="4268"/>
                  </a:lnTo>
                  <a:lnTo>
                    <a:pt x="13492" y="4298"/>
                  </a:lnTo>
                  <a:lnTo>
                    <a:pt x="13630" y="4317"/>
                  </a:lnTo>
                  <a:lnTo>
                    <a:pt x="13778" y="4327"/>
                  </a:lnTo>
                  <a:lnTo>
                    <a:pt x="13935" y="4327"/>
                  </a:lnTo>
                  <a:lnTo>
                    <a:pt x="13935" y="4465"/>
                  </a:lnTo>
                  <a:lnTo>
                    <a:pt x="13778" y="4475"/>
                  </a:lnTo>
                  <a:lnTo>
                    <a:pt x="13630" y="4484"/>
                  </a:lnTo>
                  <a:lnTo>
                    <a:pt x="13492" y="4504"/>
                  </a:lnTo>
                  <a:lnTo>
                    <a:pt x="13355" y="4534"/>
                  </a:lnTo>
                  <a:lnTo>
                    <a:pt x="13237" y="4573"/>
                  </a:lnTo>
                  <a:lnTo>
                    <a:pt x="13129" y="4612"/>
                  </a:lnTo>
                  <a:lnTo>
                    <a:pt x="13030" y="4671"/>
                  </a:lnTo>
                  <a:lnTo>
                    <a:pt x="12942" y="4730"/>
                  </a:lnTo>
                  <a:lnTo>
                    <a:pt x="12863" y="4809"/>
                  </a:lnTo>
                  <a:lnTo>
                    <a:pt x="12794" y="4888"/>
                  </a:lnTo>
                  <a:lnTo>
                    <a:pt x="12735" y="4986"/>
                  </a:lnTo>
                  <a:lnTo>
                    <a:pt x="12696" y="5084"/>
                  </a:lnTo>
                  <a:lnTo>
                    <a:pt x="12657" y="5202"/>
                  </a:lnTo>
                  <a:lnTo>
                    <a:pt x="12627" y="5320"/>
                  </a:lnTo>
                  <a:lnTo>
                    <a:pt x="12607" y="5458"/>
                  </a:lnTo>
                  <a:lnTo>
                    <a:pt x="12607" y="5605"/>
                  </a:lnTo>
                  <a:lnTo>
                    <a:pt x="12607" y="7867"/>
                  </a:lnTo>
                  <a:lnTo>
                    <a:pt x="11939" y="7867"/>
                  </a:lnTo>
                  <a:lnTo>
                    <a:pt x="11939" y="8801"/>
                  </a:lnTo>
                  <a:lnTo>
                    <a:pt x="13060" y="8801"/>
                  </a:lnTo>
                  <a:lnTo>
                    <a:pt x="13138" y="8791"/>
                  </a:lnTo>
                  <a:lnTo>
                    <a:pt x="13227" y="8772"/>
                  </a:lnTo>
                  <a:lnTo>
                    <a:pt x="13306" y="8752"/>
                  </a:lnTo>
                  <a:lnTo>
                    <a:pt x="13374" y="8723"/>
                  </a:lnTo>
                  <a:lnTo>
                    <a:pt x="13443" y="8683"/>
                  </a:lnTo>
                  <a:lnTo>
                    <a:pt x="13512" y="8644"/>
                  </a:lnTo>
                  <a:lnTo>
                    <a:pt x="13571" y="8595"/>
                  </a:lnTo>
                  <a:lnTo>
                    <a:pt x="13620" y="8536"/>
                  </a:lnTo>
                  <a:lnTo>
                    <a:pt x="13669" y="8467"/>
                  </a:lnTo>
                  <a:lnTo>
                    <a:pt x="13709" y="8398"/>
                  </a:lnTo>
                  <a:lnTo>
                    <a:pt x="13738" y="8319"/>
                  </a:lnTo>
                  <a:lnTo>
                    <a:pt x="13768" y="8231"/>
                  </a:lnTo>
                  <a:lnTo>
                    <a:pt x="13787" y="8133"/>
                  </a:lnTo>
                  <a:lnTo>
                    <a:pt x="13797" y="8034"/>
                  </a:lnTo>
                  <a:lnTo>
                    <a:pt x="13807" y="7926"/>
                  </a:lnTo>
                  <a:lnTo>
                    <a:pt x="13807" y="5704"/>
                  </a:lnTo>
                  <a:lnTo>
                    <a:pt x="13807" y="5605"/>
                  </a:lnTo>
                  <a:lnTo>
                    <a:pt x="13817" y="5517"/>
                  </a:lnTo>
                  <a:lnTo>
                    <a:pt x="13837" y="5438"/>
                  </a:lnTo>
                  <a:lnTo>
                    <a:pt x="13866" y="5360"/>
                  </a:lnTo>
                  <a:lnTo>
                    <a:pt x="13896" y="5291"/>
                  </a:lnTo>
                  <a:lnTo>
                    <a:pt x="13935" y="5232"/>
                  </a:lnTo>
                  <a:lnTo>
                    <a:pt x="13974" y="5173"/>
                  </a:lnTo>
                  <a:lnTo>
                    <a:pt x="14033" y="5124"/>
                  </a:lnTo>
                  <a:lnTo>
                    <a:pt x="14092" y="5074"/>
                  </a:lnTo>
                  <a:lnTo>
                    <a:pt x="14151" y="5035"/>
                  </a:lnTo>
                  <a:lnTo>
                    <a:pt x="14220" y="5006"/>
                  </a:lnTo>
                  <a:lnTo>
                    <a:pt x="14299" y="4976"/>
                  </a:lnTo>
                  <a:lnTo>
                    <a:pt x="14377" y="4956"/>
                  </a:lnTo>
                  <a:lnTo>
                    <a:pt x="14466" y="4947"/>
                  </a:lnTo>
                  <a:lnTo>
                    <a:pt x="14564" y="4937"/>
                  </a:lnTo>
                  <a:lnTo>
                    <a:pt x="14653" y="4927"/>
                  </a:lnTo>
                  <a:lnTo>
                    <a:pt x="14653" y="3875"/>
                  </a:lnTo>
                  <a:lnTo>
                    <a:pt x="14564" y="3865"/>
                  </a:lnTo>
                  <a:lnTo>
                    <a:pt x="14466" y="3855"/>
                  </a:lnTo>
                  <a:lnTo>
                    <a:pt x="14377" y="3845"/>
                  </a:lnTo>
                  <a:lnTo>
                    <a:pt x="14299" y="3826"/>
                  </a:lnTo>
                  <a:lnTo>
                    <a:pt x="14220" y="3796"/>
                  </a:lnTo>
                  <a:lnTo>
                    <a:pt x="14151" y="3767"/>
                  </a:lnTo>
                  <a:lnTo>
                    <a:pt x="14092" y="3727"/>
                  </a:lnTo>
                  <a:lnTo>
                    <a:pt x="14033" y="3678"/>
                  </a:lnTo>
                  <a:lnTo>
                    <a:pt x="13974" y="3629"/>
                  </a:lnTo>
                  <a:lnTo>
                    <a:pt x="13935" y="3570"/>
                  </a:lnTo>
                  <a:lnTo>
                    <a:pt x="13896" y="3511"/>
                  </a:lnTo>
                  <a:lnTo>
                    <a:pt x="13866" y="3442"/>
                  </a:lnTo>
                  <a:lnTo>
                    <a:pt x="13837" y="3363"/>
                  </a:lnTo>
                  <a:lnTo>
                    <a:pt x="13817" y="3285"/>
                  </a:lnTo>
                  <a:lnTo>
                    <a:pt x="13807" y="3196"/>
                  </a:lnTo>
                  <a:lnTo>
                    <a:pt x="13807" y="3098"/>
                  </a:lnTo>
                  <a:lnTo>
                    <a:pt x="13807" y="876"/>
                  </a:lnTo>
                  <a:lnTo>
                    <a:pt x="13797" y="767"/>
                  </a:lnTo>
                  <a:lnTo>
                    <a:pt x="13787" y="669"/>
                  </a:lnTo>
                  <a:lnTo>
                    <a:pt x="13768" y="571"/>
                  </a:lnTo>
                  <a:lnTo>
                    <a:pt x="13738" y="482"/>
                  </a:lnTo>
                  <a:lnTo>
                    <a:pt x="13709" y="404"/>
                  </a:lnTo>
                  <a:lnTo>
                    <a:pt x="13669" y="335"/>
                  </a:lnTo>
                  <a:lnTo>
                    <a:pt x="13620" y="266"/>
                  </a:lnTo>
                  <a:lnTo>
                    <a:pt x="13571" y="207"/>
                  </a:lnTo>
                  <a:lnTo>
                    <a:pt x="13512" y="158"/>
                  </a:lnTo>
                  <a:lnTo>
                    <a:pt x="13443" y="118"/>
                  </a:lnTo>
                  <a:lnTo>
                    <a:pt x="13374" y="79"/>
                  </a:lnTo>
                  <a:lnTo>
                    <a:pt x="13306" y="50"/>
                  </a:lnTo>
                  <a:lnTo>
                    <a:pt x="13227" y="30"/>
                  </a:lnTo>
                  <a:lnTo>
                    <a:pt x="13138" y="10"/>
                  </a:lnTo>
                  <a:lnTo>
                    <a:pt x="13060"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35" name="Google Shape;1535;p103"/>
          <p:cNvGrpSpPr/>
          <p:nvPr/>
        </p:nvGrpSpPr>
        <p:grpSpPr>
          <a:xfrm>
            <a:off x="3299584" y="3630849"/>
            <a:ext cx="279829" cy="257697"/>
            <a:chOff x="2099100" y="2300650"/>
            <a:chExt cx="381550" cy="351325"/>
          </a:xfrm>
        </p:grpSpPr>
        <p:sp>
          <p:nvSpPr>
            <p:cNvPr id="1536" name="Google Shape;1536;p103"/>
            <p:cNvSpPr/>
            <p:nvPr/>
          </p:nvSpPr>
          <p:spPr>
            <a:xfrm>
              <a:off x="2235050" y="2421600"/>
              <a:ext cx="109400" cy="109175"/>
            </a:xfrm>
            <a:custGeom>
              <a:avLst/>
              <a:gdLst/>
              <a:ahLst/>
              <a:cxnLst/>
              <a:rect l="l" t="t" r="r" b="b"/>
              <a:pathLst>
                <a:path w="4376" h="4367" extrusionOk="0">
                  <a:moveTo>
                    <a:pt x="2193" y="974"/>
                  </a:moveTo>
                  <a:lnTo>
                    <a:pt x="2311" y="984"/>
                  </a:lnTo>
                  <a:lnTo>
                    <a:pt x="2439" y="1004"/>
                  </a:lnTo>
                  <a:lnTo>
                    <a:pt x="2547" y="1033"/>
                  </a:lnTo>
                  <a:lnTo>
                    <a:pt x="2665" y="1073"/>
                  </a:lnTo>
                  <a:lnTo>
                    <a:pt x="2763" y="1122"/>
                  </a:lnTo>
                  <a:lnTo>
                    <a:pt x="2871" y="1181"/>
                  </a:lnTo>
                  <a:lnTo>
                    <a:pt x="2960" y="1250"/>
                  </a:lnTo>
                  <a:lnTo>
                    <a:pt x="3048" y="1328"/>
                  </a:lnTo>
                  <a:lnTo>
                    <a:pt x="3127" y="1417"/>
                  </a:lnTo>
                  <a:lnTo>
                    <a:pt x="3196" y="1505"/>
                  </a:lnTo>
                  <a:lnTo>
                    <a:pt x="3255" y="1604"/>
                  </a:lnTo>
                  <a:lnTo>
                    <a:pt x="3304" y="1712"/>
                  </a:lnTo>
                  <a:lnTo>
                    <a:pt x="3343" y="1820"/>
                  </a:lnTo>
                  <a:lnTo>
                    <a:pt x="3373" y="1938"/>
                  </a:lnTo>
                  <a:lnTo>
                    <a:pt x="3393" y="2056"/>
                  </a:lnTo>
                  <a:lnTo>
                    <a:pt x="3402" y="2184"/>
                  </a:lnTo>
                  <a:lnTo>
                    <a:pt x="3393" y="2312"/>
                  </a:lnTo>
                  <a:lnTo>
                    <a:pt x="3373" y="2430"/>
                  </a:lnTo>
                  <a:lnTo>
                    <a:pt x="3343" y="2548"/>
                  </a:lnTo>
                  <a:lnTo>
                    <a:pt x="3304" y="2656"/>
                  </a:lnTo>
                  <a:lnTo>
                    <a:pt x="3255" y="2764"/>
                  </a:lnTo>
                  <a:lnTo>
                    <a:pt x="3196" y="2862"/>
                  </a:lnTo>
                  <a:lnTo>
                    <a:pt x="3127" y="2951"/>
                  </a:lnTo>
                  <a:lnTo>
                    <a:pt x="3048" y="3039"/>
                  </a:lnTo>
                  <a:lnTo>
                    <a:pt x="2960" y="3118"/>
                  </a:lnTo>
                  <a:lnTo>
                    <a:pt x="2871" y="3187"/>
                  </a:lnTo>
                  <a:lnTo>
                    <a:pt x="2763" y="3246"/>
                  </a:lnTo>
                  <a:lnTo>
                    <a:pt x="2665" y="3295"/>
                  </a:lnTo>
                  <a:lnTo>
                    <a:pt x="2547" y="3334"/>
                  </a:lnTo>
                  <a:lnTo>
                    <a:pt x="2439" y="3364"/>
                  </a:lnTo>
                  <a:lnTo>
                    <a:pt x="2311" y="3384"/>
                  </a:lnTo>
                  <a:lnTo>
                    <a:pt x="2193" y="3393"/>
                  </a:lnTo>
                  <a:lnTo>
                    <a:pt x="2065" y="3384"/>
                  </a:lnTo>
                  <a:lnTo>
                    <a:pt x="1947" y="3364"/>
                  </a:lnTo>
                  <a:lnTo>
                    <a:pt x="1829" y="3334"/>
                  </a:lnTo>
                  <a:lnTo>
                    <a:pt x="1721" y="3295"/>
                  </a:lnTo>
                  <a:lnTo>
                    <a:pt x="1613" y="3246"/>
                  </a:lnTo>
                  <a:lnTo>
                    <a:pt x="1514" y="3187"/>
                  </a:lnTo>
                  <a:lnTo>
                    <a:pt x="1426" y="3118"/>
                  </a:lnTo>
                  <a:lnTo>
                    <a:pt x="1337" y="3039"/>
                  </a:lnTo>
                  <a:lnTo>
                    <a:pt x="1259" y="2951"/>
                  </a:lnTo>
                  <a:lnTo>
                    <a:pt x="1190" y="2862"/>
                  </a:lnTo>
                  <a:lnTo>
                    <a:pt x="1131" y="2764"/>
                  </a:lnTo>
                  <a:lnTo>
                    <a:pt x="1082" y="2656"/>
                  </a:lnTo>
                  <a:lnTo>
                    <a:pt x="1033" y="2548"/>
                  </a:lnTo>
                  <a:lnTo>
                    <a:pt x="1003" y="2430"/>
                  </a:lnTo>
                  <a:lnTo>
                    <a:pt x="993" y="2312"/>
                  </a:lnTo>
                  <a:lnTo>
                    <a:pt x="983" y="2184"/>
                  </a:lnTo>
                  <a:lnTo>
                    <a:pt x="993" y="2056"/>
                  </a:lnTo>
                  <a:lnTo>
                    <a:pt x="1003" y="1938"/>
                  </a:lnTo>
                  <a:lnTo>
                    <a:pt x="1033" y="1820"/>
                  </a:lnTo>
                  <a:lnTo>
                    <a:pt x="1082" y="1712"/>
                  </a:lnTo>
                  <a:lnTo>
                    <a:pt x="1131" y="1604"/>
                  </a:lnTo>
                  <a:lnTo>
                    <a:pt x="1190" y="1505"/>
                  </a:lnTo>
                  <a:lnTo>
                    <a:pt x="1259" y="1417"/>
                  </a:lnTo>
                  <a:lnTo>
                    <a:pt x="1337" y="1328"/>
                  </a:lnTo>
                  <a:lnTo>
                    <a:pt x="1426" y="1250"/>
                  </a:lnTo>
                  <a:lnTo>
                    <a:pt x="1514" y="1181"/>
                  </a:lnTo>
                  <a:lnTo>
                    <a:pt x="1613" y="1122"/>
                  </a:lnTo>
                  <a:lnTo>
                    <a:pt x="1721" y="1073"/>
                  </a:lnTo>
                  <a:lnTo>
                    <a:pt x="1829" y="1033"/>
                  </a:lnTo>
                  <a:lnTo>
                    <a:pt x="1947" y="1004"/>
                  </a:lnTo>
                  <a:lnTo>
                    <a:pt x="2065" y="984"/>
                  </a:lnTo>
                  <a:lnTo>
                    <a:pt x="2193" y="974"/>
                  </a:lnTo>
                  <a:close/>
                  <a:moveTo>
                    <a:pt x="1731" y="1"/>
                  </a:moveTo>
                  <a:lnTo>
                    <a:pt x="1731" y="493"/>
                  </a:lnTo>
                  <a:lnTo>
                    <a:pt x="1632" y="522"/>
                  </a:lnTo>
                  <a:lnTo>
                    <a:pt x="1524" y="561"/>
                  </a:lnTo>
                  <a:lnTo>
                    <a:pt x="1426" y="611"/>
                  </a:lnTo>
                  <a:lnTo>
                    <a:pt x="1328" y="660"/>
                  </a:lnTo>
                  <a:lnTo>
                    <a:pt x="983" y="316"/>
                  </a:lnTo>
                  <a:lnTo>
                    <a:pt x="334" y="955"/>
                  </a:lnTo>
                  <a:lnTo>
                    <a:pt x="669" y="1299"/>
                  </a:lnTo>
                  <a:lnTo>
                    <a:pt x="620" y="1397"/>
                  </a:lnTo>
                  <a:lnTo>
                    <a:pt x="570" y="1496"/>
                  </a:lnTo>
                  <a:lnTo>
                    <a:pt x="531" y="1604"/>
                  </a:lnTo>
                  <a:lnTo>
                    <a:pt x="502" y="1702"/>
                  </a:lnTo>
                  <a:lnTo>
                    <a:pt x="0" y="1702"/>
                  </a:lnTo>
                  <a:lnTo>
                    <a:pt x="0" y="2617"/>
                  </a:lnTo>
                  <a:lnTo>
                    <a:pt x="492" y="2617"/>
                  </a:lnTo>
                  <a:lnTo>
                    <a:pt x="531" y="2725"/>
                  </a:lnTo>
                  <a:lnTo>
                    <a:pt x="570" y="2833"/>
                  </a:lnTo>
                  <a:lnTo>
                    <a:pt x="610" y="2931"/>
                  </a:lnTo>
                  <a:lnTo>
                    <a:pt x="659" y="3030"/>
                  </a:lnTo>
                  <a:lnTo>
                    <a:pt x="305" y="3384"/>
                  </a:lnTo>
                  <a:lnTo>
                    <a:pt x="944" y="4033"/>
                  </a:lnTo>
                  <a:lnTo>
                    <a:pt x="1308" y="3679"/>
                  </a:lnTo>
                  <a:lnTo>
                    <a:pt x="1406" y="3728"/>
                  </a:lnTo>
                  <a:lnTo>
                    <a:pt x="1505" y="3777"/>
                  </a:lnTo>
                  <a:lnTo>
                    <a:pt x="1613" y="3816"/>
                  </a:lnTo>
                  <a:lnTo>
                    <a:pt x="1721" y="3846"/>
                  </a:lnTo>
                  <a:lnTo>
                    <a:pt x="1721" y="4367"/>
                  </a:lnTo>
                  <a:lnTo>
                    <a:pt x="2635" y="4367"/>
                  </a:lnTo>
                  <a:lnTo>
                    <a:pt x="2635" y="3856"/>
                  </a:lnTo>
                  <a:lnTo>
                    <a:pt x="2744" y="3826"/>
                  </a:lnTo>
                  <a:lnTo>
                    <a:pt x="2852" y="3787"/>
                  </a:lnTo>
                  <a:lnTo>
                    <a:pt x="2950" y="3738"/>
                  </a:lnTo>
                  <a:lnTo>
                    <a:pt x="3048" y="3688"/>
                  </a:lnTo>
                  <a:lnTo>
                    <a:pt x="3412" y="4042"/>
                  </a:lnTo>
                  <a:lnTo>
                    <a:pt x="4061" y="3403"/>
                  </a:lnTo>
                  <a:lnTo>
                    <a:pt x="3697" y="3039"/>
                  </a:lnTo>
                  <a:lnTo>
                    <a:pt x="3756" y="2951"/>
                  </a:lnTo>
                  <a:lnTo>
                    <a:pt x="3796" y="2843"/>
                  </a:lnTo>
                  <a:lnTo>
                    <a:pt x="3835" y="2744"/>
                  </a:lnTo>
                  <a:lnTo>
                    <a:pt x="3874" y="2636"/>
                  </a:lnTo>
                  <a:lnTo>
                    <a:pt x="4376" y="2636"/>
                  </a:lnTo>
                  <a:lnTo>
                    <a:pt x="4376" y="1722"/>
                  </a:lnTo>
                  <a:lnTo>
                    <a:pt x="3874" y="1722"/>
                  </a:lnTo>
                  <a:lnTo>
                    <a:pt x="3845" y="1623"/>
                  </a:lnTo>
                  <a:lnTo>
                    <a:pt x="3806" y="1515"/>
                  </a:lnTo>
                  <a:lnTo>
                    <a:pt x="3756" y="1417"/>
                  </a:lnTo>
                  <a:lnTo>
                    <a:pt x="3707" y="1319"/>
                  </a:lnTo>
                  <a:lnTo>
                    <a:pt x="4061" y="965"/>
                  </a:lnTo>
                  <a:lnTo>
                    <a:pt x="3412" y="316"/>
                  </a:lnTo>
                  <a:lnTo>
                    <a:pt x="3068" y="670"/>
                  </a:lnTo>
                  <a:lnTo>
                    <a:pt x="2960" y="611"/>
                  </a:lnTo>
                  <a:lnTo>
                    <a:pt x="2862" y="571"/>
                  </a:lnTo>
                  <a:lnTo>
                    <a:pt x="2763" y="532"/>
                  </a:lnTo>
                  <a:lnTo>
                    <a:pt x="2655" y="493"/>
                  </a:lnTo>
                  <a:lnTo>
                    <a:pt x="26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7" name="Google Shape;1537;p103"/>
            <p:cNvSpPr/>
            <p:nvPr/>
          </p:nvSpPr>
          <p:spPr>
            <a:xfrm>
              <a:off x="2099100" y="2300650"/>
              <a:ext cx="381550" cy="351325"/>
            </a:xfrm>
            <a:custGeom>
              <a:avLst/>
              <a:gdLst/>
              <a:ahLst/>
              <a:cxnLst/>
              <a:rect l="l" t="t" r="r" b="b"/>
              <a:pathLst>
                <a:path w="15262" h="14053" extrusionOk="0">
                  <a:moveTo>
                    <a:pt x="10955" y="3688"/>
                  </a:moveTo>
                  <a:lnTo>
                    <a:pt x="10955" y="10355"/>
                  </a:lnTo>
                  <a:lnTo>
                    <a:pt x="4297" y="10355"/>
                  </a:lnTo>
                  <a:lnTo>
                    <a:pt x="4297" y="3688"/>
                  </a:lnTo>
                  <a:close/>
                  <a:moveTo>
                    <a:pt x="3344" y="1"/>
                  </a:moveTo>
                  <a:lnTo>
                    <a:pt x="3245" y="11"/>
                  </a:lnTo>
                  <a:lnTo>
                    <a:pt x="3147" y="21"/>
                  </a:lnTo>
                  <a:lnTo>
                    <a:pt x="3058" y="50"/>
                  </a:lnTo>
                  <a:lnTo>
                    <a:pt x="2970" y="80"/>
                  </a:lnTo>
                  <a:lnTo>
                    <a:pt x="2891" y="119"/>
                  </a:lnTo>
                  <a:lnTo>
                    <a:pt x="2813" y="168"/>
                  </a:lnTo>
                  <a:lnTo>
                    <a:pt x="2734" y="217"/>
                  </a:lnTo>
                  <a:lnTo>
                    <a:pt x="2675" y="286"/>
                  </a:lnTo>
                  <a:lnTo>
                    <a:pt x="2606" y="355"/>
                  </a:lnTo>
                  <a:lnTo>
                    <a:pt x="2557" y="424"/>
                  </a:lnTo>
                  <a:lnTo>
                    <a:pt x="2508" y="502"/>
                  </a:lnTo>
                  <a:lnTo>
                    <a:pt x="2468" y="581"/>
                  </a:lnTo>
                  <a:lnTo>
                    <a:pt x="2439" y="670"/>
                  </a:lnTo>
                  <a:lnTo>
                    <a:pt x="2409" y="768"/>
                  </a:lnTo>
                  <a:lnTo>
                    <a:pt x="2400" y="856"/>
                  </a:lnTo>
                  <a:lnTo>
                    <a:pt x="2390" y="955"/>
                  </a:lnTo>
                  <a:lnTo>
                    <a:pt x="2400" y="1053"/>
                  </a:lnTo>
                  <a:lnTo>
                    <a:pt x="2409" y="1151"/>
                  </a:lnTo>
                  <a:lnTo>
                    <a:pt x="2439" y="1240"/>
                  </a:lnTo>
                  <a:lnTo>
                    <a:pt x="2468" y="1328"/>
                  </a:lnTo>
                  <a:lnTo>
                    <a:pt x="2508" y="1407"/>
                  </a:lnTo>
                  <a:lnTo>
                    <a:pt x="2557" y="1486"/>
                  </a:lnTo>
                  <a:lnTo>
                    <a:pt x="2606" y="1564"/>
                  </a:lnTo>
                  <a:lnTo>
                    <a:pt x="2675" y="1623"/>
                  </a:lnTo>
                  <a:lnTo>
                    <a:pt x="2734" y="1692"/>
                  </a:lnTo>
                  <a:lnTo>
                    <a:pt x="2813" y="1741"/>
                  </a:lnTo>
                  <a:lnTo>
                    <a:pt x="2891" y="1791"/>
                  </a:lnTo>
                  <a:lnTo>
                    <a:pt x="2970" y="1830"/>
                  </a:lnTo>
                  <a:lnTo>
                    <a:pt x="3058" y="1859"/>
                  </a:lnTo>
                  <a:lnTo>
                    <a:pt x="3147" y="1889"/>
                  </a:lnTo>
                  <a:lnTo>
                    <a:pt x="3245" y="1899"/>
                  </a:lnTo>
                  <a:lnTo>
                    <a:pt x="3344" y="1909"/>
                  </a:lnTo>
                  <a:lnTo>
                    <a:pt x="3471" y="1899"/>
                  </a:lnTo>
                  <a:lnTo>
                    <a:pt x="3599" y="1869"/>
                  </a:lnTo>
                  <a:lnTo>
                    <a:pt x="3717" y="1830"/>
                  </a:lnTo>
                  <a:lnTo>
                    <a:pt x="3825" y="1771"/>
                  </a:lnTo>
                  <a:lnTo>
                    <a:pt x="3924" y="1702"/>
                  </a:lnTo>
                  <a:lnTo>
                    <a:pt x="4022" y="1623"/>
                  </a:lnTo>
                  <a:lnTo>
                    <a:pt x="4101" y="1535"/>
                  </a:lnTo>
                  <a:lnTo>
                    <a:pt x="4170" y="1427"/>
                  </a:lnTo>
                  <a:lnTo>
                    <a:pt x="5241" y="1427"/>
                  </a:lnTo>
                  <a:lnTo>
                    <a:pt x="5241" y="2744"/>
                  </a:lnTo>
                  <a:lnTo>
                    <a:pt x="3344" y="2744"/>
                  </a:lnTo>
                  <a:lnTo>
                    <a:pt x="3344" y="4642"/>
                  </a:lnTo>
                  <a:lnTo>
                    <a:pt x="1770" y="4642"/>
                  </a:lnTo>
                  <a:lnTo>
                    <a:pt x="1701" y="4544"/>
                  </a:lnTo>
                  <a:lnTo>
                    <a:pt x="1623" y="4446"/>
                  </a:lnTo>
                  <a:lnTo>
                    <a:pt x="1534" y="4367"/>
                  </a:lnTo>
                  <a:lnTo>
                    <a:pt x="1436" y="4298"/>
                  </a:lnTo>
                  <a:lnTo>
                    <a:pt x="1318" y="4239"/>
                  </a:lnTo>
                  <a:lnTo>
                    <a:pt x="1200" y="4200"/>
                  </a:lnTo>
                  <a:lnTo>
                    <a:pt x="1082" y="4180"/>
                  </a:lnTo>
                  <a:lnTo>
                    <a:pt x="944" y="4170"/>
                  </a:lnTo>
                  <a:lnTo>
                    <a:pt x="856" y="4170"/>
                  </a:lnTo>
                  <a:lnTo>
                    <a:pt x="757" y="4190"/>
                  </a:lnTo>
                  <a:lnTo>
                    <a:pt x="669" y="4210"/>
                  </a:lnTo>
                  <a:lnTo>
                    <a:pt x="580" y="4239"/>
                  </a:lnTo>
                  <a:lnTo>
                    <a:pt x="492" y="4278"/>
                  </a:lnTo>
                  <a:lnTo>
                    <a:pt x="413" y="4328"/>
                  </a:lnTo>
                  <a:lnTo>
                    <a:pt x="344" y="4387"/>
                  </a:lnTo>
                  <a:lnTo>
                    <a:pt x="275" y="4446"/>
                  </a:lnTo>
                  <a:lnTo>
                    <a:pt x="216" y="4514"/>
                  </a:lnTo>
                  <a:lnTo>
                    <a:pt x="157" y="4583"/>
                  </a:lnTo>
                  <a:lnTo>
                    <a:pt x="108" y="4662"/>
                  </a:lnTo>
                  <a:lnTo>
                    <a:pt x="69" y="4750"/>
                  </a:lnTo>
                  <a:lnTo>
                    <a:pt x="39" y="4839"/>
                  </a:lnTo>
                  <a:lnTo>
                    <a:pt x="20" y="4927"/>
                  </a:lnTo>
                  <a:lnTo>
                    <a:pt x="0" y="5026"/>
                  </a:lnTo>
                  <a:lnTo>
                    <a:pt x="0" y="5124"/>
                  </a:lnTo>
                  <a:lnTo>
                    <a:pt x="0" y="5213"/>
                  </a:lnTo>
                  <a:lnTo>
                    <a:pt x="20" y="5311"/>
                  </a:lnTo>
                  <a:lnTo>
                    <a:pt x="39" y="5399"/>
                  </a:lnTo>
                  <a:lnTo>
                    <a:pt x="69" y="5488"/>
                  </a:lnTo>
                  <a:lnTo>
                    <a:pt x="108" y="5576"/>
                  </a:lnTo>
                  <a:lnTo>
                    <a:pt x="157" y="5655"/>
                  </a:lnTo>
                  <a:lnTo>
                    <a:pt x="216" y="5724"/>
                  </a:lnTo>
                  <a:lnTo>
                    <a:pt x="275" y="5793"/>
                  </a:lnTo>
                  <a:lnTo>
                    <a:pt x="344" y="5852"/>
                  </a:lnTo>
                  <a:lnTo>
                    <a:pt x="413" y="5911"/>
                  </a:lnTo>
                  <a:lnTo>
                    <a:pt x="492" y="5960"/>
                  </a:lnTo>
                  <a:lnTo>
                    <a:pt x="580" y="5999"/>
                  </a:lnTo>
                  <a:lnTo>
                    <a:pt x="669" y="6029"/>
                  </a:lnTo>
                  <a:lnTo>
                    <a:pt x="757" y="6048"/>
                  </a:lnTo>
                  <a:lnTo>
                    <a:pt x="856" y="6068"/>
                  </a:lnTo>
                  <a:lnTo>
                    <a:pt x="944" y="6068"/>
                  </a:lnTo>
                  <a:lnTo>
                    <a:pt x="1082" y="6058"/>
                  </a:lnTo>
                  <a:lnTo>
                    <a:pt x="1200" y="6039"/>
                  </a:lnTo>
                  <a:lnTo>
                    <a:pt x="1318" y="5999"/>
                  </a:lnTo>
                  <a:lnTo>
                    <a:pt x="1436" y="5940"/>
                  </a:lnTo>
                  <a:lnTo>
                    <a:pt x="1534" y="5871"/>
                  </a:lnTo>
                  <a:lnTo>
                    <a:pt x="1623" y="5793"/>
                  </a:lnTo>
                  <a:lnTo>
                    <a:pt x="1701" y="5694"/>
                  </a:lnTo>
                  <a:lnTo>
                    <a:pt x="1770" y="5596"/>
                  </a:lnTo>
                  <a:lnTo>
                    <a:pt x="3344" y="5596"/>
                  </a:lnTo>
                  <a:lnTo>
                    <a:pt x="3344" y="8448"/>
                  </a:lnTo>
                  <a:lnTo>
                    <a:pt x="1770" y="8448"/>
                  </a:lnTo>
                  <a:lnTo>
                    <a:pt x="1701" y="8349"/>
                  </a:lnTo>
                  <a:lnTo>
                    <a:pt x="1623" y="8251"/>
                  </a:lnTo>
                  <a:lnTo>
                    <a:pt x="1534" y="8172"/>
                  </a:lnTo>
                  <a:lnTo>
                    <a:pt x="1436" y="8104"/>
                  </a:lnTo>
                  <a:lnTo>
                    <a:pt x="1318" y="8045"/>
                  </a:lnTo>
                  <a:lnTo>
                    <a:pt x="1200" y="8005"/>
                  </a:lnTo>
                  <a:lnTo>
                    <a:pt x="1082" y="7986"/>
                  </a:lnTo>
                  <a:lnTo>
                    <a:pt x="944" y="7976"/>
                  </a:lnTo>
                  <a:lnTo>
                    <a:pt x="856" y="7976"/>
                  </a:lnTo>
                  <a:lnTo>
                    <a:pt x="757" y="7995"/>
                  </a:lnTo>
                  <a:lnTo>
                    <a:pt x="669" y="8015"/>
                  </a:lnTo>
                  <a:lnTo>
                    <a:pt x="580" y="8045"/>
                  </a:lnTo>
                  <a:lnTo>
                    <a:pt x="492" y="8084"/>
                  </a:lnTo>
                  <a:lnTo>
                    <a:pt x="413" y="8133"/>
                  </a:lnTo>
                  <a:lnTo>
                    <a:pt x="344" y="8192"/>
                  </a:lnTo>
                  <a:lnTo>
                    <a:pt x="275" y="8251"/>
                  </a:lnTo>
                  <a:lnTo>
                    <a:pt x="216" y="8320"/>
                  </a:lnTo>
                  <a:lnTo>
                    <a:pt x="157" y="8389"/>
                  </a:lnTo>
                  <a:lnTo>
                    <a:pt x="108" y="8467"/>
                  </a:lnTo>
                  <a:lnTo>
                    <a:pt x="69" y="8556"/>
                  </a:lnTo>
                  <a:lnTo>
                    <a:pt x="39" y="8644"/>
                  </a:lnTo>
                  <a:lnTo>
                    <a:pt x="20" y="8733"/>
                  </a:lnTo>
                  <a:lnTo>
                    <a:pt x="0" y="8831"/>
                  </a:lnTo>
                  <a:lnTo>
                    <a:pt x="0" y="8930"/>
                  </a:lnTo>
                  <a:lnTo>
                    <a:pt x="0" y="9018"/>
                  </a:lnTo>
                  <a:lnTo>
                    <a:pt x="20" y="9116"/>
                  </a:lnTo>
                  <a:lnTo>
                    <a:pt x="39" y="9205"/>
                  </a:lnTo>
                  <a:lnTo>
                    <a:pt x="69" y="9293"/>
                  </a:lnTo>
                  <a:lnTo>
                    <a:pt x="108" y="9382"/>
                  </a:lnTo>
                  <a:lnTo>
                    <a:pt x="157" y="9461"/>
                  </a:lnTo>
                  <a:lnTo>
                    <a:pt x="216" y="9529"/>
                  </a:lnTo>
                  <a:lnTo>
                    <a:pt x="275" y="9598"/>
                  </a:lnTo>
                  <a:lnTo>
                    <a:pt x="344" y="9657"/>
                  </a:lnTo>
                  <a:lnTo>
                    <a:pt x="413" y="9716"/>
                  </a:lnTo>
                  <a:lnTo>
                    <a:pt x="492" y="9765"/>
                  </a:lnTo>
                  <a:lnTo>
                    <a:pt x="580" y="9805"/>
                  </a:lnTo>
                  <a:lnTo>
                    <a:pt x="669" y="9834"/>
                  </a:lnTo>
                  <a:lnTo>
                    <a:pt x="757" y="9854"/>
                  </a:lnTo>
                  <a:lnTo>
                    <a:pt x="856" y="9874"/>
                  </a:lnTo>
                  <a:lnTo>
                    <a:pt x="944" y="9874"/>
                  </a:lnTo>
                  <a:lnTo>
                    <a:pt x="1082" y="9864"/>
                  </a:lnTo>
                  <a:lnTo>
                    <a:pt x="1200" y="9844"/>
                  </a:lnTo>
                  <a:lnTo>
                    <a:pt x="1318" y="9805"/>
                  </a:lnTo>
                  <a:lnTo>
                    <a:pt x="1436" y="9746"/>
                  </a:lnTo>
                  <a:lnTo>
                    <a:pt x="1534" y="9677"/>
                  </a:lnTo>
                  <a:lnTo>
                    <a:pt x="1623" y="9598"/>
                  </a:lnTo>
                  <a:lnTo>
                    <a:pt x="1701" y="9500"/>
                  </a:lnTo>
                  <a:lnTo>
                    <a:pt x="1770" y="9402"/>
                  </a:lnTo>
                  <a:lnTo>
                    <a:pt x="3344" y="9402"/>
                  </a:lnTo>
                  <a:lnTo>
                    <a:pt x="3344" y="11299"/>
                  </a:lnTo>
                  <a:lnTo>
                    <a:pt x="5241" y="11299"/>
                  </a:lnTo>
                  <a:lnTo>
                    <a:pt x="5241" y="12617"/>
                  </a:lnTo>
                  <a:lnTo>
                    <a:pt x="4170" y="12617"/>
                  </a:lnTo>
                  <a:lnTo>
                    <a:pt x="4101" y="12519"/>
                  </a:lnTo>
                  <a:lnTo>
                    <a:pt x="4022" y="12430"/>
                  </a:lnTo>
                  <a:lnTo>
                    <a:pt x="3924" y="12342"/>
                  </a:lnTo>
                  <a:lnTo>
                    <a:pt x="3825" y="12273"/>
                  </a:lnTo>
                  <a:lnTo>
                    <a:pt x="3717" y="12224"/>
                  </a:lnTo>
                  <a:lnTo>
                    <a:pt x="3599" y="12184"/>
                  </a:lnTo>
                  <a:lnTo>
                    <a:pt x="3471" y="12155"/>
                  </a:lnTo>
                  <a:lnTo>
                    <a:pt x="3344" y="12145"/>
                  </a:lnTo>
                  <a:lnTo>
                    <a:pt x="3245" y="12155"/>
                  </a:lnTo>
                  <a:lnTo>
                    <a:pt x="3147" y="12165"/>
                  </a:lnTo>
                  <a:lnTo>
                    <a:pt x="3058" y="12184"/>
                  </a:lnTo>
                  <a:lnTo>
                    <a:pt x="2970" y="12224"/>
                  </a:lnTo>
                  <a:lnTo>
                    <a:pt x="2891" y="12263"/>
                  </a:lnTo>
                  <a:lnTo>
                    <a:pt x="2813" y="12312"/>
                  </a:lnTo>
                  <a:lnTo>
                    <a:pt x="2734" y="12361"/>
                  </a:lnTo>
                  <a:lnTo>
                    <a:pt x="2675" y="12420"/>
                  </a:lnTo>
                  <a:lnTo>
                    <a:pt x="2606" y="12489"/>
                  </a:lnTo>
                  <a:lnTo>
                    <a:pt x="2557" y="12568"/>
                  </a:lnTo>
                  <a:lnTo>
                    <a:pt x="2508" y="12647"/>
                  </a:lnTo>
                  <a:lnTo>
                    <a:pt x="2468" y="12725"/>
                  </a:lnTo>
                  <a:lnTo>
                    <a:pt x="2439" y="12814"/>
                  </a:lnTo>
                  <a:lnTo>
                    <a:pt x="2409" y="12902"/>
                  </a:lnTo>
                  <a:lnTo>
                    <a:pt x="2400" y="13001"/>
                  </a:lnTo>
                  <a:lnTo>
                    <a:pt x="2390" y="13099"/>
                  </a:lnTo>
                  <a:lnTo>
                    <a:pt x="2400" y="13197"/>
                  </a:lnTo>
                  <a:lnTo>
                    <a:pt x="2409" y="13286"/>
                  </a:lnTo>
                  <a:lnTo>
                    <a:pt x="2439" y="13384"/>
                  </a:lnTo>
                  <a:lnTo>
                    <a:pt x="2468" y="13473"/>
                  </a:lnTo>
                  <a:lnTo>
                    <a:pt x="2508" y="13551"/>
                  </a:lnTo>
                  <a:lnTo>
                    <a:pt x="2557" y="13630"/>
                  </a:lnTo>
                  <a:lnTo>
                    <a:pt x="2606" y="13699"/>
                  </a:lnTo>
                  <a:lnTo>
                    <a:pt x="2675" y="13768"/>
                  </a:lnTo>
                  <a:lnTo>
                    <a:pt x="2734" y="13836"/>
                  </a:lnTo>
                  <a:lnTo>
                    <a:pt x="2813" y="13886"/>
                  </a:lnTo>
                  <a:lnTo>
                    <a:pt x="2891" y="13935"/>
                  </a:lnTo>
                  <a:lnTo>
                    <a:pt x="2970" y="13974"/>
                  </a:lnTo>
                  <a:lnTo>
                    <a:pt x="3058" y="14004"/>
                  </a:lnTo>
                  <a:lnTo>
                    <a:pt x="3147" y="14033"/>
                  </a:lnTo>
                  <a:lnTo>
                    <a:pt x="3245" y="14043"/>
                  </a:lnTo>
                  <a:lnTo>
                    <a:pt x="3344" y="14053"/>
                  </a:lnTo>
                  <a:lnTo>
                    <a:pt x="3471" y="14043"/>
                  </a:lnTo>
                  <a:lnTo>
                    <a:pt x="3599" y="14013"/>
                  </a:lnTo>
                  <a:lnTo>
                    <a:pt x="3717" y="13974"/>
                  </a:lnTo>
                  <a:lnTo>
                    <a:pt x="3825" y="13915"/>
                  </a:lnTo>
                  <a:lnTo>
                    <a:pt x="3924" y="13846"/>
                  </a:lnTo>
                  <a:lnTo>
                    <a:pt x="4022" y="13768"/>
                  </a:lnTo>
                  <a:lnTo>
                    <a:pt x="4101" y="13679"/>
                  </a:lnTo>
                  <a:lnTo>
                    <a:pt x="4170" y="13571"/>
                  </a:lnTo>
                  <a:lnTo>
                    <a:pt x="6195" y="13571"/>
                  </a:lnTo>
                  <a:lnTo>
                    <a:pt x="6195" y="12617"/>
                  </a:lnTo>
                  <a:lnTo>
                    <a:pt x="6195" y="11299"/>
                  </a:lnTo>
                  <a:lnTo>
                    <a:pt x="9057" y="11299"/>
                  </a:lnTo>
                  <a:lnTo>
                    <a:pt x="9057" y="12617"/>
                  </a:lnTo>
                  <a:lnTo>
                    <a:pt x="9057" y="13571"/>
                  </a:lnTo>
                  <a:lnTo>
                    <a:pt x="11082" y="13571"/>
                  </a:lnTo>
                  <a:lnTo>
                    <a:pt x="11151" y="13679"/>
                  </a:lnTo>
                  <a:lnTo>
                    <a:pt x="11230" y="13768"/>
                  </a:lnTo>
                  <a:lnTo>
                    <a:pt x="11328" y="13846"/>
                  </a:lnTo>
                  <a:lnTo>
                    <a:pt x="11427" y="13915"/>
                  </a:lnTo>
                  <a:lnTo>
                    <a:pt x="11535" y="13974"/>
                  </a:lnTo>
                  <a:lnTo>
                    <a:pt x="11653" y="14013"/>
                  </a:lnTo>
                  <a:lnTo>
                    <a:pt x="11781" y="14043"/>
                  </a:lnTo>
                  <a:lnTo>
                    <a:pt x="11908" y="14053"/>
                  </a:lnTo>
                  <a:lnTo>
                    <a:pt x="12007" y="14043"/>
                  </a:lnTo>
                  <a:lnTo>
                    <a:pt x="12095" y="14033"/>
                  </a:lnTo>
                  <a:lnTo>
                    <a:pt x="12194" y="14004"/>
                  </a:lnTo>
                  <a:lnTo>
                    <a:pt x="12282" y="13974"/>
                  </a:lnTo>
                  <a:lnTo>
                    <a:pt x="12361" y="13935"/>
                  </a:lnTo>
                  <a:lnTo>
                    <a:pt x="12439" y="13886"/>
                  </a:lnTo>
                  <a:lnTo>
                    <a:pt x="12508" y="13836"/>
                  </a:lnTo>
                  <a:lnTo>
                    <a:pt x="12577" y="13768"/>
                  </a:lnTo>
                  <a:lnTo>
                    <a:pt x="12646" y="13699"/>
                  </a:lnTo>
                  <a:lnTo>
                    <a:pt x="12695" y="13630"/>
                  </a:lnTo>
                  <a:lnTo>
                    <a:pt x="12744" y="13551"/>
                  </a:lnTo>
                  <a:lnTo>
                    <a:pt x="12784" y="13473"/>
                  </a:lnTo>
                  <a:lnTo>
                    <a:pt x="12813" y="13384"/>
                  </a:lnTo>
                  <a:lnTo>
                    <a:pt x="12843" y="13286"/>
                  </a:lnTo>
                  <a:lnTo>
                    <a:pt x="12852" y="13197"/>
                  </a:lnTo>
                  <a:lnTo>
                    <a:pt x="12862" y="13099"/>
                  </a:lnTo>
                  <a:lnTo>
                    <a:pt x="12852" y="13001"/>
                  </a:lnTo>
                  <a:lnTo>
                    <a:pt x="12843" y="12902"/>
                  </a:lnTo>
                  <a:lnTo>
                    <a:pt x="12813" y="12814"/>
                  </a:lnTo>
                  <a:lnTo>
                    <a:pt x="12784" y="12725"/>
                  </a:lnTo>
                  <a:lnTo>
                    <a:pt x="12744" y="12647"/>
                  </a:lnTo>
                  <a:lnTo>
                    <a:pt x="12695" y="12568"/>
                  </a:lnTo>
                  <a:lnTo>
                    <a:pt x="12646" y="12489"/>
                  </a:lnTo>
                  <a:lnTo>
                    <a:pt x="12577" y="12420"/>
                  </a:lnTo>
                  <a:lnTo>
                    <a:pt x="12508" y="12361"/>
                  </a:lnTo>
                  <a:lnTo>
                    <a:pt x="12439" y="12312"/>
                  </a:lnTo>
                  <a:lnTo>
                    <a:pt x="12361" y="12263"/>
                  </a:lnTo>
                  <a:lnTo>
                    <a:pt x="12282" y="12224"/>
                  </a:lnTo>
                  <a:lnTo>
                    <a:pt x="12194" y="12184"/>
                  </a:lnTo>
                  <a:lnTo>
                    <a:pt x="12095" y="12165"/>
                  </a:lnTo>
                  <a:lnTo>
                    <a:pt x="12007" y="12155"/>
                  </a:lnTo>
                  <a:lnTo>
                    <a:pt x="11908" y="12145"/>
                  </a:lnTo>
                  <a:lnTo>
                    <a:pt x="11781" y="12155"/>
                  </a:lnTo>
                  <a:lnTo>
                    <a:pt x="11653" y="12184"/>
                  </a:lnTo>
                  <a:lnTo>
                    <a:pt x="11535" y="12224"/>
                  </a:lnTo>
                  <a:lnTo>
                    <a:pt x="11427" y="12273"/>
                  </a:lnTo>
                  <a:lnTo>
                    <a:pt x="11328" y="12342"/>
                  </a:lnTo>
                  <a:lnTo>
                    <a:pt x="11230" y="12430"/>
                  </a:lnTo>
                  <a:lnTo>
                    <a:pt x="11151" y="12519"/>
                  </a:lnTo>
                  <a:lnTo>
                    <a:pt x="11082" y="12617"/>
                  </a:lnTo>
                  <a:lnTo>
                    <a:pt x="10011" y="12617"/>
                  </a:lnTo>
                  <a:lnTo>
                    <a:pt x="10011" y="11299"/>
                  </a:lnTo>
                  <a:lnTo>
                    <a:pt x="11908" y="11299"/>
                  </a:lnTo>
                  <a:lnTo>
                    <a:pt x="11908" y="9402"/>
                  </a:lnTo>
                  <a:lnTo>
                    <a:pt x="13482" y="9402"/>
                  </a:lnTo>
                  <a:lnTo>
                    <a:pt x="13551" y="9500"/>
                  </a:lnTo>
                  <a:lnTo>
                    <a:pt x="13629" y="9598"/>
                  </a:lnTo>
                  <a:lnTo>
                    <a:pt x="13718" y="9677"/>
                  </a:lnTo>
                  <a:lnTo>
                    <a:pt x="13826" y="9746"/>
                  </a:lnTo>
                  <a:lnTo>
                    <a:pt x="13934" y="9805"/>
                  </a:lnTo>
                  <a:lnTo>
                    <a:pt x="14052" y="9844"/>
                  </a:lnTo>
                  <a:lnTo>
                    <a:pt x="14180" y="9864"/>
                  </a:lnTo>
                  <a:lnTo>
                    <a:pt x="14308" y="9874"/>
                  </a:lnTo>
                  <a:lnTo>
                    <a:pt x="14406" y="9874"/>
                  </a:lnTo>
                  <a:lnTo>
                    <a:pt x="14495" y="9854"/>
                  </a:lnTo>
                  <a:lnTo>
                    <a:pt x="14593" y="9834"/>
                  </a:lnTo>
                  <a:lnTo>
                    <a:pt x="14672" y="9805"/>
                  </a:lnTo>
                  <a:lnTo>
                    <a:pt x="14760" y="9765"/>
                  </a:lnTo>
                  <a:lnTo>
                    <a:pt x="14839" y="9716"/>
                  </a:lnTo>
                  <a:lnTo>
                    <a:pt x="14908" y="9657"/>
                  </a:lnTo>
                  <a:lnTo>
                    <a:pt x="14976" y="9598"/>
                  </a:lnTo>
                  <a:lnTo>
                    <a:pt x="15035" y="9529"/>
                  </a:lnTo>
                  <a:lnTo>
                    <a:pt x="15094" y="9461"/>
                  </a:lnTo>
                  <a:lnTo>
                    <a:pt x="15144" y="9382"/>
                  </a:lnTo>
                  <a:lnTo>
                    <a:pt x="15183" y="9293"/>
                  </a:lnTo>
                  <a:lnTo>
                    <a:pt x="15212" y="9205"/>
                  </a:lnTo>
                  <a:lnTo>
                    <a:pt x="15242" y="9116"/>
                  </a:lnTo>
                  <a:lnTo>
                    <a:pt x="15252" y="9018"/>
                  </a:lnTo>
                  <a:lnTo>
                    <a:pt x="15262" y="8930"/>
                  </a:lnTo>
                  <a:lnTo>
                    <a:pt x="15252" y="8831"/>
                  </a:lnTo>
                  <a:lnTo>
                    <a:pt x="15242" y="8733"/>
                  </a:lnTo>
                  <a:lnTo>
                    <a:pt x="15212" y="8644"/>
                  </a:lnTo>
                  <a:lnTo>
                    <a:pt x="15183" y="8556"/>
                  </a:lnTo>
                  <a:lnTo>
                    <a:pt x="15144" y="8467"/>
                  </a:lnTo>
                  <a:lnTo>
                    <a:pt x="15094" y="8389"/>
                  </a:lnTo>
                  <a:lnTo>
                    <a:pt x="15035" y="8320"/>
                  </a:lnTo>
                  <a:lnTo>
                    <a:pt x="14976" y="8251"/>
                  </a:lnTo>
                  <a:lnTo>
                    <a:pt x="14908" y="8192"/>
                  </a:lnTo>
                  <a:lnTo>
                    <a:pt x="14839" y="8133"/>
                  </a:lnTo>
                  <a:lnTo>
                    <a:pt x="14760" y="8084"/>
                  </a:lnTo>
                  <a:lnTo>
                    <a:pt x="14672" y="8045"/>
                  </a:lnTo>
                  <a:lnTo>
                    <a:pt x="14593" y="8015"/>
                  </a:lnTo>
                  <a:lnTo>
                    <a:pt x="14495" y="7995"/>
                  </a:lnTo>
                  <a:lnTo>
                    <a:pt x="14406" y="7976"/>
                  </a:lnTo>
                  <a:lnTo>
                    <a:pt x="14308" y="7976"/>
                  </a:lnTo>
                  <a:lnTo>
                    <a:pt x="14180" y="7986"/>
                  </a:lnTo>
                  <a:lnTo>
                    <a:pt x="14052" y="8005"/>
                  </a:lnTo>
                  <a:lnTo>
                    <a:pt x="13934" y="8045"/>
                  </a:lnTo>
                  <a:lnTo>
                    <a:pt x="13826" y="8104"/>
                  </a:lnTo>
                  <a:lnTo>
                    <a:pt x="13718" y="8172"/>
                  </a:lnTo>
                  <a:lnTo>
                    <a:pt x="13629" y="8251"/>
                  </a:lnTo>
                  <a:lnTo>
                    <a:pt x="13551" y="8349"/>
                  </a:lnTo>
                  <a:lnTo>
                    <a:pt x="13482" y="8448"/>
                  </a:lnTo>
                  <a:lnTo>
                    <a:pt x="11908" y="8448"/>
                  </a:lnTo>
                  <a:lnTo>
                    <a:pt x="11908" y="5596"/>
                  </a:lnTo>
                  <a:lnTo>
                    <a:pt x="13482" y="5596"/>
                  </a:lnTo>
                  <a:lnTo>
                    <a:pt x="13551" y="5694"/>
                  </a:lnTo>
                  <a:lnTo>
                    <a:pt x="13629" y="5793"/>
                  </a:lnTo>
                  <a:lnTo>
                    <a:pt x="13718" y="5871"/>
                  </a:lnTo>
                  <a:lnTo>
                    <a:pt x="13826" y="5940"/>
                  </a:lnTo>
                  <a:lnTo>
                    <a:pt x="13934" y="5999"/>
                  </a:lnTo>
                  <a:lnTo>
                    <a:pt x="14052" y="6039"/>
                  </a:lnTo>
                  <a:lnTo>
                    <a:pt x="14180" y="6058"/>
                  </a:lnTo>
                  <a:lnTo>
                    <a:pt x="14308" y="6068"/>
                  </a:lnTo>
                  <a:lnTo>
                    <a:pt x="14406" y="6068"/>
                  </a:lnTo>
                  <a:lnTo>
                    <a:pt x="14495" y="6048"/>
                  </a:lnTo>
                  <a:lnTo>
                    <a:pt x="14593" y="6029"/>
                  </a:lnTo>
                  <a:lnTo>
                    <a:pt x="14672" y="5999"/>
                  </a:lnTo>
                  <a:lnTo>
                    <a:pt x="14760" y="5960"/>
                  </a:lnTo>
                  <a:lnTo>
                    <a:pt x="14839" y="5911"/>
                  </a:lnTo>
                  <a:lnTo>
                    <a:pt x="14908" y="5852"/>
                  </a:lnTo>
                  <a:lnTo>
                    <a:pt x="14976" y="5793"/>
                  </a:lnTo>
                  <a:lnTo>
                    <a:pt x="15035" y="5724"/>
                  </a:lnTo>
                  <a:lnTo>
                    <a:pt x="15094" y="5655"/>
                  </a:lnTo>
                  <a:lnTo>
                    <a:pt x="15144" y="5576"/>
                  </a:lnTo>
                  <a:lnTo>
                    <a:pt x="15183" y="5488"/>
                  </a:lnTo>
                  <a:lnTo>
                    <a:pt x="15212" y="5399"/>
                  </a:lnTo>
                  <a:lnTo>
                    <a:pt x="15242" y="5311"/>
                  </a:lnTo>
                  <a:lnTo>
                    <a:pt x="15252" y="5213"/>
                  </a:lnTo>
                  <a:lnTo>
                    <a:pt x="15262" y="5124"/>
                  </a:lnTo>
                  <a:lnTo>
                    <a:pt x="15252" y="5026"/>
                  </a:lnTo>
                  <a:lnTo>
                    <a:pt x="15242" y="4927"/>
                  </a:lnTo>
                  <a:lnTo>
                    <a:pt x="15212" y="4839"/>
                  </a:lnTo>
                  <a:lnTo>
                    <a:pt x="15183" y="4750"/>
                  </a:lnTo>
                  <a:lnTo>
                    <a:pt x="15144" y="4662"/>
                  </a:lnTo>
                  <a:lnTo>
                    <a:pt x="15094" y="4583"/>
                  </a:lnTo>
                  <a:lnTo>
                    <a:pt x="15035" y="4514"/>
                  </a:lnTo>
                  <a:lnTo>
                    <a:pt x="14976" y="4446"/>
                  </a:lnTo>
                  <a:lnTo>
                    <a:pt x="14908" y="4387"/>
                  </a:lnTo>
                  <a:lnTo>
                    <a:pt x="14839" y="4328"/>
                  </a:lnTo>
                  <a:lnTo>
                    <a:pt x="14760" y="4278"/>
                  </a:lnTo>
                  <a:lnTo>
                    <a:pt x="14672" y="4239"/>
                  </a:lnTo>
                  <a:lnTo>
                    <a:pt x="14593" y="4210"/>
                  </a:lnTo>
                  <a:lnTo>
                    <a:pt x="14495" y="4190"/>
                  </a:lnTo>
                  <a:lnTo>
                    <a:pt x="14406" y="4170"/>
                  </a:lnTo>
                  <a:lnTo>
                    <a:pt x="14308" y="4170"/>
                  </a:lnTo>
                  <a:lnTo>
                    <a:pt x="14180" y="4180"/>
                  </a:lnTo>
                  <a:lnTo>
                    <a:pt x="14052" y="4200"/>
                  </a:lnTo>
                  <a:lnTo>
                    <a:pt x="13934" y="4239"/>
                  </a:lnTo>
                  <a:lnTo>
                    <a:pt x="13826" y="4298"/>
                  </a:lnTo>
                  <a:lnTo>
                    <a:pt x="13718" y="4367"/>
                  </a:lnTo>
                  <a:lnTo>
                    <a:pt x="13629" y="4446"/>
                  </a:lnTo>
                  <a:lnTo>
                    <a:pt x="13551" y="4544"/>
                  </a:lnTo>
                  <a:lnTo>
                    <a:pt x="13482" y="4642"/>
                  </a:lnTo>
                  <a:lnTo>
                    <a:pt x="11908" y="4642"/>
                  </a:lnTo>
                  <a:lnTo>
                    <a:pt x="11908" y="2744"/>
                  </a:lnTo>
                  <a:lnTo>
                    <a:pt x="10011" y="2744"/>
                  </a:lnTo>
                  <a:lnTo>
                    <a:pt x="10011" y="1427"/>
                  </a:lnTo>
                  <a:lnTo>
                    <a:pt x="11082" y="1427"/>
                  </a:lnTo>
                  <a:lnTo>
                    <a:pt x="11151" y="1535"/>
                  </a:lnTo>
                  <a:lnTo>
                    <a:pt x="11230" y="1623"/>
                  </a:lnTo>
                  <a:lnTo>
                    <a:pt x="11328" y="1702"/>
                  </a:lnTo>
                  <a:lnTo>
                    <a:pt x="11427" y="1771"/>
                  </a:lnTo>
                  <a:lnTo>
                    <a:pt x="11535" y="1830"/>
                  </a:lnTo>
                  <a:lnTo>
                    <a:pt x="11653" y="1869"/>
                  </a:lnTo>
                  <a:lnTo>
                    <a:pt x="11781" y="1899"/>
                  </a:lnTo>
                  <a:lnTo>
                    <a:pt x="11908" y="1909"/>
                  </a:lnTo>
                  <a:lnTo>
                    <a:pt x="12007" y="1899"/>
                  </a:lnTo>
                  <a:lnTo>
                    <a:pt x="12095" y="1889"/>
                  </a:lnTo>
                  <a:lnTo>
                    <a:pt x="12194" y="1859"/>
                  </a:lnTo>
                  <a:lnTo>
                    <a:pt x="12282" y="1830"/>
                  </a:lnTo>
                  <a:lnTo>
                    <a:pt x="12361" y="1791"/>
                  </a:lnTo>
                  <a:lnTo>
                    <a:pt x="12439" y="1741"/>
                  </a:lnTo>
                  <a:lnTo>
                    <a:pt x="12508" y="1692"/>
                  </a:lnTo>
                  <a:lnTo>
                    <a:pt x="12577" y="1623"/>
                  </a:lnTo>
                  <a:lnTo>
                    <a:pt x="12646" y="1564"/>
                  </a:lnTo>
                  <a:lnTo>
                    <a:pt x="12695" y="1486"/>
                  </a:lnTo>
                  <a:lnTo>
                    <a:pt x="12744" y="1407"/>
                  </a:lnTo>
                  <a:lnTo>
                    <a:pt x="12784" y="1328"/>
                  </a:lnTo>
                  <a:lnTo>
                    <a:pt x="12813" y="1240"/>
                  </a:lnTo>
                  <a:lnTo>
                    <a:pt x="12843" y="1151"/>
                  </a:lnTo>
                  <a:lnTo>
                    <a:pt x="12852" y="1053"/>
                  </a:lnTo>
                  <a:lnTo>
                    <a:pt x="12862" y="955"/>
                  </a:lnTo>
                  <a:lnTo>
                    <a:pt x="12852" y="856"/>
                  </a:lnTo>
                  <a:lnTo>
                    <a:pt x="12843" y="768"/>
                  </a:lnTo>
                  <a:lnTo>
                    <a:pt x="12813" y="670"/>
                  </a:lnTo>
                  <a:lnTo>
                    <a:pt x="12784" y="581"/>
                  </a:lnTo>
                  <a:lnTo>
                    <a:pt x="12744" y="502"/>
                  </a:lnTo>
                  <a:lnTo>
                    <a:pt x="12695" y="424"/>
                  </a:lnTo>
                  <a:lnTo>
                    <a:pt x="12646" y="355"/>
                  </a:lnTo>
                  <a:lnTo>
                    <a:pt x="12577" y="286"/>
                  </a:lnTo>
                  <a:lnTo>
                    <a:pt x="12508" y="217"/>
                  </a:lnTo>
                  <a:lnTo>
                    <a:pt x="12439" y="168"/>
                  </a:lnTo>
                  <a:lnTo>
                    <a:pt x="12361" y="119"/>
                  </a:lnTo>
                  <a:lnTo>
                    <a:pt x="12282" y="80"/>
                  </a:lnTo>
                  <a:lnTo>
                    <a:pt x="12194" y="50"/>
                  </a:lnTo>
                  <a:lnTo>
                    <a:pt x="12095" y="21"/>
                  </a:lnTo>
                  <a:lnTo>
                    <a:pt x="12007" y="11"/>
                  </a:lnTo>
                  <a:lnTo>
                    <a:pt x="11908" y="1"/>
                  </a:lnTo>
                  <a:lnTo>
                    <a:pt x="11781" y="11"/>
                  </a:lnTo>
                  <a:lnTo>
                    <a:pt x="11653" y="40"/>
                  </a:lnTo>
                  <a:lnTo>
                    <a:pt x="11535" y="80"/>
                  </a:lnTo>
                  <a:lnTo>
                    <a:pt x="11427" y="139"/>
                  </a:lnTo>
                  <a:lnTo>
                    <a:pt x="11328" y="207"/>
                  </a:lnTo>
                  <a:lnTo>
                    <a:pt x="11230" y="286"/>
                  </a:lnTo>
                  <a:lnTo>
                    <a:pt x="11151" y="375"/>
                  </a:lnTo>
                  <a:lnTo>
                    <a:pt x="11082" y="483"/>
                  </a:lnTo>
                  <a:lnTo>
                    <a:pt x="9057" y="483"/>
                  </a:lnTo>
                  <a:lnTo>
                    <a:pt x="9057" y="1427"/>
                  </a:lnTo>
                  <a:lnTo>
                    <a:pt x="9057" y="2744"/>
                  </a:lnTo>
                  <a:lnTo>
                    <a:pt x="6195" y="2744"/>
                  </a:lnTo>
                  <a:lnTo>
                    <a:pt x="6195" y="483"/>
                  </a:lnTo>
                  <a:lnTo>
                    <a:pt x="4170" y="483"/>
                  </a:lnTo>
                  <a:lnTo>
                    <a:pt x="4101" y="375"/>
                  </a:lnTo>
                  <a:lnTo>
                    <a:pt x="4022" y="286"/>
                  </a:lnTo>
                  <a:lnTo>
                    <a:pt x="3924" y="207"/>
                  </a:lnTo>
                  <a:lnTo>
                    <a:pt x="3825" y="139"/>
                  </a:lnTo>
                  <a:lnTo>
                    <a:pt x="3717" y="80"/>
                  </a:lnTo>
                  <a:lnTo>
                    <a:pt x="3599" y="40"/>
                  </a:lnTo>
                  <a:lnTo>
                    <a:pt x="3471" y="11"/>
                  </a:lnTo>
                  <a:lnTo>
                    <a:pt x="3344"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38" name="Google Shape;1538;p103"/>
          <p:cNvGrpSpPr/>
          <p:nvPr/>
        </p:nvGrpSpPr>
        <p:grpSpPr>
          <a:xfrm>
            <a:off x="6215861" y="3625082"/>
            <a:ext cx="283807" cy="269231"/>
            <a:chOff x="3479450" y="1575950"/>
            <a:chExt cx="386975" cy="367050"/>
          </a:xfrm>
        </p:grpSpPr>
        <p:sp>
          <p:nvSpPr>
            <p:cNvPr id="1539" name="Google Shape;1539;p103"/>
            <p:cNvSpPr/>
            <p:nvPr/>
          </p:nvSpPr>
          <p:spPr>
            <a:xfrm>
              <a:off x="3626475" y="1835050"/>
              <a:ext cx="92950" cy="23625"/>
            </a:xfrm>
            <a:custGeom>
              <a:avLst/>
              <a:gdLst/>
              <a:ahLst/>
              <a:cxnLst/>
              <a:rect l="l" t="t" r="r" b="b"/>
              <a:pathLst>
                <a:path w="3718" h="945" extrusionOk="0">
                  <a:moveTo>
                    <a:pt x="0" y="0"/>
                  </a:moveTo>
                  <a:lnTo>
                    <a:pt x="0" y="944"/>
                  </a:lnTo>
                  <a:lnTo>
                    <a:pt x="3717" y="944"/>
                  </a:lnTo>
                  <a:lnTo>
                    <a:pt x="3717"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0" name="Google Shape;1540;p103"/>
            <p:cNvSpPr/>
            <p:nvPr/>
          </p:nvSpPr>
          <p:spPr>
            <a:xfrm>
              <a:off x="3479450" y="1575950"/>
              <a:ext cx="386975" cy="367050"/>
            </a:xfrm>
            <a:custGeom>
              <a:avLst/>
              <a:gdLst/>
              <a:ahLst/>
              <a:cxnLst/>
              <a:rect l="l" t="t" r="r" b="b"/>
              <a:pathLst>
                <a:path w="15479" h="14682" extrusionOk="0">
                  <a:moveTo>
                    <a:pt x="7858" y="954"/>
                  </a:moveTo>
                  <a:lnTo>
                    <a:pt x="7976" y="974"/>
                  </a:lnTo>
                  <a:lnTo>
                    <a:pt x="8084" y="1003"/>
                  </a:lnTo>
                  <a:lnTo>
                    <a:pt x="8182" y="1042"/>
                  </a:lnTo>
                  <a:lnTo>
                    <a:pt x="8291" y="1092"/>
                  </a:lnTo>
                  <a:lnTo>
                    <a:pt x="8379" y="1151"/>
                  </a:lnTo>
                  <a:lnTo>
                    <a:pt x="8468" y="1210"/>
                  </a:lnTo>
                  <a:lnTo>
                    <a:pt x="8546" y="1288"/>
                  </a:lnTo>
                  <a:lnTo>
                    <a:pt x="8625" y="1367"/>
                  </a:lnTo>
                  <a:lnTo>
                    <a:pt x="8694" y="1455"/>
                  </a:lnTo>
                  <a:lnTo>
                    <a:pt x="8743" y="1554"/>
                  </a:lnTo>
                  <a:lnTo>
                    <a:pt x="8792" y="1652"/>
                  </a:lnTo>
                  <a:lnTo>
                    <a:pt x="8831" y="1750"/>
                  </a:lnTo>
                  <a:lnTo>
                    <a:pt x="8861" y="1868"/>
                  </a:lnTo>
                  <a:lnTo>
                    <a:pt x="8881" y="1977"/>
                  </a:lnTo>
                  <a:lnTo>
                    <a:pt x="8881" y="2095"/>
                  </a:lnTo>
                  <a:lnTo>
                    <a:pt x="8881" y="2213"/>
                  </a:lnTo>
                  <a:lnTo>
                    <a:pt x="8861" y="2321"/>
                  </a:lnTo>
                  <a:lnTo>
                    <a:pt x="8831" y="2429"/>
                  </a:lnTo>
                  <a:lnTo>
                    <a:pt x="8792" y="2537"/>
                  </a:lnTo>
                  <a:lnTo>
                    <a:pt x="8743" y="2635"/>
                  </a:lnTo>
                  <a:lnTo>
                    <a:pt x="8694" y="2734"/>
                  </a:lnTo>
                  <a:lnTo>
                    <a:pt x="8625" y="2822"/>
                  </a:lnTo>
                  <a:lnTo>
                    <a:pt x="8546" y="2901"/>
                  </a:lnTo>
                  <a:lnTo>
                    <a:pt x="8468" y="2980"/>
                  </a:lnTo>
                  <a:lnTo>
                    <a:pt x="8379" y="3039"/>
                  </a:lnTo>
                  <a:lnTo>
                    <a:pt x="8291" y="3098"/>
                  </a:lnTo>
                  <a:lnTo>
                    <a:pt x="8182" y="3147"/>
                  </a:lnTo>
                  <a:lnTo>
                    <a:pt x="8084" y="3186"/>
                  </a:lnTo>
                  <a:lnTo>
                    <a:pt x="7976" y="3216"/>
                  </a:lnTo>
                  <a:lnTo>
                    <a:pt x="7858" y="3235"/>
                  </a:lnTo>
                  <a:lnTo>
                    <a:pt x="7622" y="3235"/>
                  </a:lnTo>
                  <a:lnTo>
                    <a:pt x="7514" y="3216"/>
                  </a:lnTo>
                  <a:lnTo>
                    <a:pt x="7406" y="3186"/>
                  </a:lnTo>
                  <a:lnTo>
                    <a:pt x="7297" y="3147"/>
                  </a:lnTo>
                  <a:lnTo>
                    <a:pt x="7199" y="3098"/>
                  </a:lnTo>
                  <a:lnTo>
                    <a:pt x="7101" y="3039"/>
                  </a:lnTo>
                  <a:lnTo>
                    <a:pt x="7012" y="2980"/>
                  </a:lnTo>
                  <a:lnTo>
                    <a:pt x="6934" y="2901"/>
                  </a:lnTo>
                  <a:lnTo>
                    <a:pt x="6865" y="2822"/>
                  </a:lnTo>
                  <a:lnTo>
                    <a:pt x="6796" y="2734"/>
                  </a:lnTo>
                  <a:lnTo>
                    <a:pt x="6737" y="2635"/>
                  </a:lnTo>
                  <a:lnTo>
                    <a:pt x="6688" y="2537"/>
                  </a:lnTo>
                  <a:lnTo>
                    <a:pt x="6648" y="2429"/>
                  </a:lnTo>
                  <a:lnTo>
                    <a:pt x="6629" y="2321"/>
                  </a:lnTo>
                  <a:lnTo>
                    <a:pt x="6609" y="2213"/>
                  </a:lnTo>
                  <a:lnTo>
                    <a:pt x="6599" y="2095"/>
                  </a:lnTo>
                  <a:lnTo>
                    <a:pt x="6609" y="1977"/>
                  </a:lnTo>
                  <a:lnTo>
                    <a:pt x="6629" y="1868"/>
                  </a:lnTo>
                  <a:lnTo>
                    <a:pt x="6648" y="1750"/>
                  </a:lnTo>
                  <a:lnTo>
                    <a:pt x="6688" y="1652"/>
                  </a:lnTo>
                  <a:lnTo>
                    <a:pt x="6737" y="1554"/>
                  </a:lnTo>
                  <a:lnTo>
                    <a:pt x="6796" y="1455"/>
                  </a:lnTo>
                  <a:lnTo>
                    <a:pt x="6865" y="1367"/>
                  </a:lnTo>
                  <a:lnTo>
                    <a:pt x="6934" y="1288"/>
                  </a:lnTo>
                  <a:lnTo>
                    <a:pt x="7012" y="1210"/>
                  </a:lnTo>
                  <a:lnTo>
                    <a:pt x="7101" y="1151"/>
                  </a:lnTo>
                  <a:lnTo>
                    <a:pt x="7199" y="1092"/>
                  </a:lnTo>
                  <a:lnTo>
                    <a:pt x="7297" y="1042"/>
                  </a:lnTo>
                  <a:lnTo>
                    <a:pt x="7406" y="1003"/>
                  </a:lnTo>
                  <a:lnTo>
                    <a:pt x="7514" y="974"/>
                  </a:lnTo>
                  <a:lnTo>
                    <a:pt x="7622" y="954"/>
                  </a:lnTo>
                  <a:close/>
                  <a:moveTo>
                    <a:pt x="8025" y="4169"/>
                  </a:moveTo>
                  <a:lnTo>
                    <a:pt x="8025" y="4661"/>
                  </a:lnTo>
                  <a:lnTo>
                    <a:pt x="7465" y="4661"/>
                  </a:lnTo>
                  <a:lnTo>
                    <a:pt x="7465" y="4169"/>
                  </a:lnTo>
                  <a:lnTo>
                    <a:pt x="7602" y="4179"/>
                  </a:lnTo>
                  <a:lnTo>
                    <a:pt x="7740" y="4189"/>
                  </a:lnTo>
                  <a:lnTo>
                    <a:pt x="7887" y="4179"/>
                  </a:lnTo>
                  <a:lnTo>
                    <a:pt x="8025" y="4169"/>
                  </a:lnTo>
                  <a:close/>
                  <a:moveTo>
                    <a:pt x="1427" y="7031"/>
                  </a:moveTo>
                  <a:lnTo>
                    <a:pt x="1427" y="10364"/>
                  </a:lnTo>
                  <a:lnTo>
                    <a:pt x="955" y="10364"/>
                  </a:lnTo>
                  <a:lnTo>
                    <a:pt x="955" y="7031"/>
                  </a:lnTo>
                  <a:close/>
                  <a:moveTo>
                    <a:pt x="14535" y="7031"/>
                  </a:moveTo>
                  <a:lnTo>
                    <a:pt x="14535" y="10364"/>
                  </a:lnTo>
                  <a:lnTo>
                    <a:pt x="14053" y="10364"/>
                  </a:lnTo>
                  <a:lnTo>
                    <a:pt x="14053" y="7031"/>
                  </a:lnTo>
                  <a:close/>
                  <a:moveTo>
                    <a:pt x="13109" y="5615"/>
                  </a:moveTo>
                  <a:lnTo>
                    <a:pt x="13109" y="12125"/>
                  </a:lnTo>
                  <a:lnTo>
                    <a:pt x="2381" y="12125"/>
                  </a:lnTo>
                  <a:lnTo>
                    <a:pt x="2381" y="5615"/>
                  </a:lnTo>
                  <a:close/>
                  <a:moveTo>
                    <a:pt x="9598" y="13078"/>
                  </a:moveTo>
                  <a:lnTo>
                    <a:pt x="9598" y="13737"/>
                  </a:lnTo>
                  <a:lnTo>
                    <a:pt x="5881" y="13737"/>
                  </a:lnTo>
                  <a:lnTo>
                    <a:pt x="5881" y="13078"/>
                  </a:lnTo>
                  <a:close/>
                  <a:moveTo>
                    <a:pt x="7740" y="0"/>
                  </a:moveTo>
                  <a:lnTo>
                    <a:pt x="7533" y="10"/>
                  </a:lnTo>
                  <a:lnTo>
                    <a:pt x="7317" y="39"/>
                  </a:lnTo>
                  <a:lnTo>
                    <a:pt x="7120" y="98"/>
                  </a:lnTo>
                  <a:lnTo>
                    <a:pt x="6924" y="167"/>
                  </a:lnTo>
                  <a:lnTo>
                    <a:pt x="6747" y="256"/>
                  </a:lnTo>
                  <a:lnTo>
                    <a:pt x="6570" y="354"/>
                  </a:lnTo>
                  <a:lnTo>
                    <a:pt x="6412" y="482"/>
                  </a:lnTo>
                  <a:lnTo>
                    <a:pt x="6265" y="620"/>
                  </a:lnTo>
                  <a:lnTo>
                    <a:pt x="6127" y="767"/>
                  </a:lnTo>
                  <a:lnTo>
                    <a:pt x="6009" y="924"/>
                  </a:lnTo>
                  <a:lnTo>
                    <a:pt x="5901" y="1101"/>
                  </a:lnTo>
                  <a:lnTo>
                    <a:pt x="5813" y="1278"/>
                  </a:lnTo>
                  <a:lnTo>
                    <a:pt x="5744" y="1475"/>
                  </a:lnTo>
                  <a:lnTo>
                    <a:pt x="5695" y="1672"/>
                  </a:lnTo>
                  <a:lnTo>
                    <a:pt x="5655" y="1878"/>
                  </a:lnTo>
                  <a:lnTo>
                    <a:pt x="5645" y="2095"/>
                  </a:lnTo>
                  <a:lnTo>
                    <a:pt x="5655" y="2222"/>
                  </a:lnTo>
                  <a:lnTo>
                    <a:pt x="5665" y="2350"/>
                  </a:lnTo>
                  <a:lnTo>
                    <a:pt x="5685" y="2478"/>
                  </a:lnTo>
                  <a:lnTo>
                    <a:pt x="5714" y="2596"/>
                  </a:lnTo>
                  <a:lnTo>
                    <a:pt x="5744" y="2714"/>
                  </a:lnTo>
                  <a:lnTo>
                    <a:pt x="5783" y="2832"/>
                  </a:lnTo>
                  <a:lnTo>
                    <a:pt x="5832" y="2950"/>
                  </a:lnTo>
                  <a:lnTo>
                    <a:pt x="5881" y="3058"/>
                  </a:lnTo>
                  <a:lnTo>
                    <a:pt x="5940" y="3166"/>
                  </a:lnTo>
                  <a:lnTo>
                    <a:pt x="6009" y="3265"/>
                  </a:lnTo>
                  <a:lnTo>
                    <a:pt x="6078" y="3363"/>
                  </a:lnTo>
                  <a:lnTo>
                    <a:pt x="6157" y="3461"/>
                  </a:lnTo>
                  <a:lnTo>
                    <a:pt x="6235" y="3550"/>
                  </a:lnTo>
                  <a:lnTo>
                    <a:pt x="6324" y="3638"/>
                  </a:lnTo>
                  <a:lnTo>
                    <a:pt x="6412" y="3717"/>
                  </a:lnTo>
                  <a:lnTo>
                    <a:pt x="6511" y="3786"/>
                  </a:lnTo>
                  <a:lnTo>
                    <a:pt x="6511" y="4661"/>
                  </a:lnTo>
                  <a:lnTo>
                    <a:pt x="1427" y="4661"/>
                  </a:lnTo>
                  <a:lnTo>
                    <a:pt x="1427" y="4995"/>
                  </a:lnTo>
                  <a:lnTo>
                    <a:pt x="1427" y="5615"/>
                  </a:lnTo>
                  <a:lnTo>
                    <a:pt x="1427" y="6077"/>
                  </a:lnTo>
                  <a:lnTo>
                    <a:pt x="1" y="6077"/>
                  </a:lnTo>
                  <a:lnTo>
                    <a:pt x="1" y="11308"/>
                  </a:lnTo>
                  <a:lnTo>
                    <a:pt x="1427" y="11308"/>
                  </a:lnTo>
                  <a:lnTo>
                    <a:pt x="1427" y="13078"/>
                  </a:lnTo>
                  <a:lnTo>
                    <a:pt x="4937" y="13078"/>
                  </a:lnTo>
                  <a:lnTo>
                    <a:pt x="4937" y="14681"/>
                  </a:lnTo>
                  <a:lnTo>
                    <a:pt x="10552" y="14681"/>
                  </a:lnTo>
                  <a:lnTo>
                    <a:pt x="10552" y="13078"/>
                  </a:lnTo>
                  <a:lnTo>
                    <a:pt x="14053" y="13078"/>
                  </a:lnTo>
                  <a:lnTo>
                    <a:pt x="14053" y="11308"/>
                  </a:lnTo>
                  <a:lnTo>
                    <a:pt x="15479" y="11308"/>
                  </a:lnTo>
                  <a:lnTo>
                    <a:pt x="15479" y="6077"/>
                  </a:lnTo>
                  <a:lnTo>
                    <a:pt x="14053" y="6077"/>
                  </a:lnTo>
                  <a:lnTo>
                    <a:pt x="14053" y="4661"/>
                  </a:lnTo>
                  <a:lnTo>
                    <a:pt x="8969" y="4661"/>
                  </a:lnTo>
                  <a:lnTo>
                    <a:pt x="8969" y="3786"/>
                  </a:lnTo>
                  <a:lnTo>
                    <a:pt x="9067" y="3717"/>
                  </a:lnTo>
                  <a:lnTo>
                    <a:pt x="9156" y="3638"/>
                  </a:lnTo>
                  <a:lnTo>
                    <a:pt x="9244" y="3550"/>
                  </a:lnTo>
                  <a:lnTo>
                    <a:pt x="9333" y="3461"/>
                  </a:lnTo>
                  <a:lnTo>
                    <a:pt x="9402" y="3363"/>
                  </a:lnTo>
                  <a:lnTo>
                    <a:pt x="9480" y="3265"/>
                  </a:lnTo>
                  <a:lnTo>
                    <a:pt x="9539" y="3166"/>
                  </a:lnTo>
                  <a:lnTo>
                    <a:pt x="9598" y="3058"/>
                  </a:lnTo>
                  <a:lnTo>
                    <a:pt x="9657" y="2950"/>
                  </a:lnTo>
                  <a:lnTo>
                    <a:pt x="9697" y="2832"/>
                  </a:lnTo>
                  <a:lnTo>
                    <a:pt x="9746" y="2714"/>
                  </a:lnTo>
                  <a:lnTo>
                    <a:pt x="9775" y="2596"/>
                  </a:lnTo>
                  <a:lnTo>
                    <a:pt x="9805" y="2478"/>
                  </a:lnTo>
                  <a:lnTo>
                    <a:pt x="9825" y="2350"/>
                  </a:lnTo>
                  <a:lnTo>
                    <a:pt x="9834" y="2222"/>
                  </a:lnTo>
                  <a:lnTo>
                    <a:pt x="9834" y="2095"/>
                  </a:lnTo>
                  <a:lnTo>
                    <a:pt x="9825" y="1878"/>
                  </a:lnTo>
                  <a:lnTo>
                    <a:pt x="9795" y="1672"/>
                  </a:lnTo>
                  <a:lnTo>
                    <a:pt x="9746" y="1475"/>
                  </a:lnTo>
                  <a:lnTo>
                    <a:pt x="9667" y="1278"/>
                  </a:lnTo>
                  <a:lnTo>
                    <a:pt x="9579" y="1101"/>
                  </a:lnTo>
                  <a:lnTo>
                    <a:pt x="9480" y="924"/>
                  </a:lnTo>
                  <a:lnTo>
                    <a:pt x="9362" y="767"/>
                  </a:lnTo>
                  <a:lnTo>
                    <a:pt x="9225" y="620"/>
                  </a:lnTo>
                  <a:lnTo>
                    <a:pt x="9077" y="482"/>
                  </a:lnTo>
                  <a:lnTo>
                    <a:pt x="8910" y="354"/>
                  </a:lnTo>
                  <a:lnTo>
                    <a:pt x="8743" y="256"/>
                  </a:lnTo>
                  <a:lnTo>
                    <a:pt x="8556" y="167"/>
                  </a:lnTo>
                  <a:lnTo>
                    <a:pt x="8369" y="98"/>
                  </a:lnTo>
                  <a:lnTo>
                    <a:pt x="8163" y="39"/>
                  </a:lnTo>
                  <a:lnTo>
                    <a:pt x="7956" y="10"/>
                  </a:lnTo>
                  <a:lnTo>
                    <a:pt x="7740"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1" name="Google Shape;1541;p103"/>
            <p:cNvSpPr/>
            <p:nvPr/>
          </p:nvSpPr>
          <p:spPr>
            <a:xfrm>
              <a:off x="3559100" y="1738925"/>
              <a:ext cx="227675" cy="82875"/>
            </a:xfrm>
            <a:custGeom>
              <a:avLst/>
              <a:gdLst/>
              <a:ahLst/>
              <a:cxnLst/>
              <a:rect l="l" t="t" r="r" b="b"/>
              <a:pathLst>
                <a:path w="9107" h="3315" extrusionOk="0">
                  <a:moveTo>
                    <a:pt x="1732" y="954"/>
                  </a:moveTo>
                  <a:lnTo>
                    <a:pt x="1800" y="964"/>
                  </a:lnTo>
                  <a:lnTo>
                    <a:pt x="1869" y="984"/>
                  </a:lnTo>
                  <a:lnTo>
                    <a:pt x="1938" y="1004"/>
                  </a:lnTo>
                  <a:lnTo>
                    <a:pt x="1997" y="1033"/>
                  </a:lnTo>
                  <a:lnTo>
                    <a:pt x="2056" y="1072"/>
                  </a:lnTo>
                  <a:lnTo>
                    <a:pt x="2115" y="1112"/>
                  </a:lnTo>
                  <a:lnTo>
                    <a:pt x="2164" y="1161"/>
                  </a:lnTo>
                  <a:lnTo>
                    <a:pt x="2204" y="1210"/>
                  </a:lnTo>
                  <a:lnTo>
                    <a:pt x="2243" y="1259"/>
                  </a:lnTo>
                  <a:lnTo>
                    <a:pt x="2282" y="1318"/>
                  </a:lnTo>
                  <a:lnTo>
                    <a:pt x="2312" y="1387"/>
                  </a:lnTo>
                  <a:lnTo>
                    <a:pt x="2341" y="1446"/>
                  </a:lnTo>
                  <a:lnTo>
                    <a:pt x="2351" y="1515"/>
                  </a:lnTo>
                  <a:lnTo>
                    <a:pt x="2361" y="1584"/>
                  </a:lnTo>
                  <a:lnTo>
                    <a:pt x="2371" y="1662"/>
                  </a:lnTo>
                  <a:lnTo>
                    <a:pt x="2361" y="1731"/>
                  </a:lnTo>
                  <a:lnTo>
                    <a:pt x="2351" y="1800"/>
                  </a:lnTo>
                  <a:lnTo>
                    <a:pt x="2341" y="1869"/>
                  </a:lnTo>
                  <a:lnTo>
                    <a:pt x="2312" y="1928"/>
                  </a:lnTo>
                  <a:lnTo>
                    <a:pt x="2282" y="1997"/>
                  </a:lnTo>
                  <a:lnTo>
                    <a:pt x="2243" y="2056"/>
                  </a:lnTo>
                  <a:lnTo>
                    <a:pt x="2204" y="2105"/>
                  </a:lnTo>
                  <a:lnTo>
                    <a:pt x="2164" y="2154"/>
                  </a:lnTo>
                  <a:lnTo>
                    <a:pt x="2115" y="2203"/>
                  </a:lnTo>
                  <a:lnTo>
                    <a:pt x="2056" y="2243"/>
                  </a:lnTo>
                  <a:lnTo>
                    <a:pt x="1997" y="2282"/>
                  </a:lnTo>
                  <a:lnTo>
                    <a:pt x="1938" y="2311"/>
                  </a:lnTo>
                  <a:lnTo>
                    <a:pt x="1869" y="2331"/>
                  </a:lnTo>
                  <a:lnTo>
                    <a:pt x="1800" y="2351"/>
                  </a:lnTo>
                  <a:lnTo>
                    <a:pt x="1732" y="2361"/>
                  </a:lnTo>
                  <a:lnTo>
                    <a:pt x="1594" y="2361"/>
                  </a:lnTo>
                  <a:lnTo>
                    <a:pt x="1515" y="2351"/>
                  </a:lnTo>
                  <a:lnTo>
                    <a:pt x="1456" y="2331"/>
                  </a:lnTo>
                  <a:lnTo>
                    <a:pt x="1387" y="2311"/>
                  </a:lnTo>
                  <a:lnTo>
                    <a:pt x="1328" y="2282"/>
                  </a:lnTo>
                  <a:lnTo>
                    <a:pt x="1269" y="2243"/>
                  </a:lnTo>
                  <a:lnTo>
                    <a:pt x="1210" y="2203"/>
                  </a:lnTo>
                  <a:lnTo>
                    <a:pt x="1161" y="2154"/>
                  </a:lnTo>
                  <a:lnTo>
                    <a:pt x="1122" y="2105"/>
                  </a:lnTo>
                  <a:lnTo>
                    <a:pt x="1073" y="2056"/>
                  </a:lnTo>
                  <a:lnTo>
                    <a:pt x="1043" y="1997"/>
                  </a:lnTo>
                  <a:lnTo>
                    <a:pt x="1014" y="1928"/>
                  </a:lnTo>
                  <a:lnTo>
                    <a:pt x="984" y="1869"/>
                  </a:lnTo>
                  <a:lnTo>
                    <a:pt x="974" y="1800"/>
                  </a:lnTo>
                  <a:lnTo>
                    <a:pt x="955" y="1731"/>
                  </a:lnTo>
                  <a:lnTo>
                    <a:pt x="955" y="1662"/>
                  </a:lnTo>
                  <a:lnTo>
                    <a:pt x="955" y="1584"/>
                  </a:lnTo>
                  <a:lnTo>
                    <a:pt x="974" y="1515"/>
                  </a:lnTo>
                  <a:lnTo>
                    <a:pt x="984" y="1446"/>
                  </a:lnTo>
                  <a:lnTo>
                    <a:pt x="1014" y="1387"/>
                  </a:lnTo>
                  <a:lnTo>
                    <a:pt x="1043" y="1318"/>
                  </a:lnTo>
                  <a:lnTo>
                    <a:pt x="1073" y="1259"/>
                  </a:lnTo>
                  <a:lnTo>
                    <a:pt x="1122" y="1210"/>
                  </a:lnTo>
                  <a:lnTo>
                    <a:pt x="1161" y="1161"/>
                  </a:lnTo>
                  <a:lnTo>
                    <a:pt x="1210" y="1112"/>
                  </a:lnTo>
                  <a:lnTo>
                    <a:pt x="1269" y="1072"/>
                  </a:lnTo>
                  <a:lnTo>
                    <a:pt x="1328" y="1033"/>
                  </a:lnTo>
                  <a:lnTo>
                    <a:pt x="1387" y="1004"/>
                  </a:lnTo>
                  <a:lnTo>
                    <a:pt x="1456" y="984"/>
                  </a:lnTo>
                  <a:lnTo>
                    <a:pt x="1515" y="964"/>
                  </a:lnTo>
                  <a:lnTo>
                    <a:pt x="1594" y="954"/>
                  </a:lnTo>
                  <a:close/>
                  <a:moveTo>
                    <a:pt x="7524" y="954"/>
                  </a:moveTo>
                  <a:lnTo>
                    <a:pt x="7592" y="964"/>
                  </a:lnTo>
                  <a:lnTo>
                    <a:pt x="7661" y="984"/>
                  </a:lnTo>
                  <a:lnTo>
                    <a:pt x="7730" y="1004"/>
                  </a:lnTo>
                  <a:lnTo>
                    <a:pt x="7789" y="1033"/>
                  </a:lnTo>
                  <a:lnTo>
                    <a:pt x="7848" y="1072"/>
                  </a:lnTo>
                  <a:lnTo>
                    <a:pt x="7897" y="1112"/>
                  </a:lnTo>
                  <a:lnTo>
                    <a:pt x="7946" y="1161"/>
                  </a:lnTo>
                  <a:lnTo>
                    <a:pt x="7996" y="1210"/>
                  </a:lnTo>
                  <a:lnTo>
                    <a:pt x="8035" y="1259"/>
                  </a:lnTo>
                  <a:lnTo>
                    <a:pt x="8074" y="1318"/>
                  </a:lnTo>
                  <a:lnTo>
                    <a:pt x="8104" y="1387"/>
                  </a:lnTo>
                  <a:lnTo>
                    <a:pt x="8123" y="1446"/>
                  </a:lnTo>
                  <a:lnTo>
                    <a:pt x="8143" y="1515"/>
                  </a:lnTo>
                  <a:lnTo>
                    <a:pt x="8153" y="1584"/>
                  </a:lnTo>
                  <a:lnTo>
                    <a:pt x="8153" y="1662"/>
                  </a:lnTo>
                  <a:lnTo>
                    <a:pt x="8153" y="1731"/>
                  </a:lnTo>
                  <a:lnTo>
                    <a:pt x="8143" y="1800"/>
                  </a:lnTo>
                  <a:lnTo>
                    <a:pt x="8123" y="1869"/>
                  </a:lnTo>
                  <a:lnTo>
                    <a:pt x="8104" y="1928"/>
                  </a:lnTo>
                  <a:lnTo>
                    <a:pt x="8074" y="1997"/>
                  </a:lnTo>
                  <a:lnTo>
                    <a:pt x="8035" y="2056"/>
                  </a:lnTo>
                  <a:lnTo>
                    <a:pt x="7996" y="2105"/>
                  </a:lnTo>
                  <a:lnTo>
                    <a:pt x="7946" y="2154"/>
                  </a:lnTo>
                  <a:lnTo>
                    <a:pt x="7897" y="2203"/>
                  </a:lnTo>
                  <a:lnTo>
                    <a:pt x="7848" y="2243"/>
                  </a:lnTo>
                  <a:lnTo>
                    <a:pt x="7789" y="2282"/>
                  </a:lnTo>
                  <a:lnTo>
                    <a:pt x="7730" y="2311"/>
                  </a:lnTo>
                  <a:lnTo>
                    <a:pt x="7661" y="2331"/>
                  </a:lnTo>
                  <a:lnTo>
                    <a:pt x="7592" y="2351"/>
                  </a:lnTo>
                  <a:lnTo>
                    <a:pt x="7524" y="2361"/>
                  </a:lnTo>
                  <a:lnTo>
                    <a:pt x="7376" y="2361"/>
                  </a:lnTo>
                  <a:lnTo>
                    <a:pt x="7307" y="2351"/>
                  </a:lnTo>
                  <a:lnTo>
                    <a:pt x="7238" y="2331"/>
                  </a:lnTo>
                  <a:lnTo>
                    <a:pt x="7179" y="2311"/>
                  </a:lnTo>
                  <a:lnTo>
                    <a:pt x="7111" y="2282"/>
                  </a:lnTo>
                  <a:lnTo>
                    <a:pt x="7061" y="2243"/>
                  </a:lnTo>
                  <a:lnTo>
                    <a:pt x="7002" y="2203"/>
                  </a:lnTo>
                  <a:lnTo>
                    <a:pt x="6953" y="2154"/>
                  </a:lnTo>
                  <a:lnTo>
                    <a:pt x="6904" y="2105"/>
                  </a:lnTo>
                  <a:lnTo>
                    <a:pt x="6865" y="2056"/>
                  </a:lnTo>
                  <a:lnTo>
                    <a:pt x="6835" y="1997"/>
                  </a:lnTo>
                  <a:lnTo>
                    <a:pt x="6796" y="1928"/>
                  </a:lnTo>
                  <a:lnTo>
                    <a:pt x="6776" y="1869"/>
                  </a:lnTo>
                  <a:lnTo>
                    <a:pt x="6757" y="1800"/>
                  </a:lnTo>
                  <a:lnTo>
                    <a:pt x="6747" y="1731"/>
                  </a:lnTo>
                  <a:lnTo>
                    <a:pt x="6747" y="1662"/>
                  </a:lnTo>
                  <a:lnTo>
                    <a:pt x="6747" y="1584"/>
                  </a:lnTo>
                  <a:lnTo>
                    <a:pt x="6757" y="1515"/>
                  </a:lnTo>
                  <a:lnTo>
                    <a:pt x="6776" y="1446"/>
                  </a:lnTo>
                  <a:lnTo>
                    <a:pt x="6796" y="1387"/>
                  </a:lnTo>
                  <a:lnTo>
                    <a:pt x="6835" y="1318"/>
                  </a:lnTo>
                  <a:lnTo>
                    <a:pt x="6865" y="1259"/>
                  </a:lnTo>
                  <a:lnTo>
                    <a:pt x="6904" y="1210"/>
                  </a:lnTo>
                  <a:lnTo>
                    <a:pt x="6953" y="1161"/>
                  </a:lnTo>
                  <a:lnTo>
                    <a:pt x="7002" y="1112"/>
                  </a:lnTo>
                  <a:lnTo>
                    <a:pt x="7061" y="1072"/>
                  </a:lnTo>
                  <a:lnTo>
                    <a:pt x="7111" y="1033"/>
                  </a:lnTo>
                  <a:lnTo>
                    <a:pt x="7179" y="1004"/>
                  </a:lnTo>
                  <a:lnTo>
                    <a:pt x="7238" y="984"/>
                  </a:lnTo>
                  <a:lnTo>
                    <a:pt x="7307" y="964"/>
                  </a:lnTo>
                  <a:lnTo>
                    <a:pt x="7376" y="954"/>
                  </a:lnTo>
                  <a:close/>
                  <a:moveTo>
                    <a:pt x="1663" y="1"/>
                  </a:moveTo>
                  <a:lnTo>
                    <a:pt x="1496" y="10"/>
                  </a:lnTo>
                  <a:lnTo>
                    <a:pt x="1328" y="30"/>
                  </a:lnTo>
                  <a:lnTo>
                    <a:pt x="1171" y="79"/>
                  </a:lnTo>
                  <a:lnTo>
                    <a:pt x="1014" y="128"/>
                  </a:lnTo>
                  <a:lnTo>
                    <a:pt x="876" y="197"/>
                  </a:lnTo>
                  <a:lnTo>
                    <a:pt x="738" y="286"/>
                  </a:lnTo>
                  <a:lnTo>
                    <a:pt x="611" y="374"/>
                  </a:lnTo>
                  <a:lnTo>
                    <a:pt x="493" y="482"/>
                  </a:lnTo>
                  <a:lnTo>
                    <a:pt x="384" y="600"/>
                  </a:lnTo>
                  <a:lnTo>
                    <a:pt x="286" y="728"/>
                  </a:lnTo>
                  <a:lnTo>
                    <a:pt x="207" y="866"/>
                  </a:lnTo>
                  <a:lnTo>
                    <a:pt x="139" y="1013"/>
                  </a:lnTo>
                  <a:lnTo>
                    <a:pt x="80" y="1161"/>
                  </a:lnTo>
                  <a:lnTo>
                    <a:pt x="40" y="1328"/>
                  </a:lnTo>
                  <a:lnTo>
                    <a:pt x="11" y="1485"/>
                  </a:lnTo>
                  <a:lnTo>
                    <a:pt x="1" y="1662"/>
                  </a:lnTo>
                  <a:lnTo>
                    <a:pt x="11" y="1830"/>
                  </a:lnTo>
                  <a:lnTo>
                    <a:pt x="40" y="1987"/>
                  </a:lnTo>
                  <a:lnTo>
                    <a:pt x="80" y="2154"/>
                  </a:lnTo>
                  <a:lnTo>
                    <a:pt x="139" y="2302"/>
                  </a:lnTo>
                  <a:lnTo>
                    <a:pt x="207" y="2449"/>
                  </a:lnTo>
                  <a:lnTo>
                    <a:pt x="286" y="2587"/>
                  </a:lnTo>
                  <a:lnTo>
                    <a:pt x="384" y="2715"/>
                  </a:lnTo>
                  <a:lnTo>
                    <a:pt x="493" y="2833"/>
                  </a:lnTo>
                  <a:lnTo>
                    <a:pt x="611" y="2941"/>
                  </a:lnTo>
                  <a:lnTo>
                    <a:pt x="738" y="3029"/>
                  </a:lnTo>
                  <a:lnTo>
                    <a:pt x="876" y="3118"/>
                  </a:lnTo>
                  <a:lnTo>
                    <a:pt x="1014" y="3187"/>
                  </a:lnTo>
                  <a:lnTo>
                    <a:pt x="1171" y="3246"/>
                  </a:lnTo>
                  <a:lnTo>
                    <a:pt x="1328" y="3285"/>
                  </a:lnTo>
                  <a:lnTo>
                    <a:pt x="1496" y="3305"/>
                  </a:lnTo>
                  <a:lnTo>
                    <a:pt x="1663" y="3314"/>
                  </a:lnTo>
                  <a:lnTo>
                    <a:pt x="1830" y="3305"/>
                  </a:lnTo>
                  <a:lnTo>
                    <a:pt x="1997" y="3285"/>
                  </a:lnTo>
                  <a:lnTo>
                    <a:pt x="2155" y="3246"/>
                  </a:lnTo>
                  <a:lnTo>
                    <a:pt x="2312" y="3187"/>
                  </a:lnTo>
                  <a:lnTo>
                    <a:pt x="2450" y="3118"/>
                  </a:lnTo>
                  <a:lnTo>
                    <a:pt x="2587" y="3029"/>
                  </a:lnTo>
                  <a:lnTo>
                    <a:pt x="2715" y="2941"/>
                  </a:lnTo>
                  <a:lnTo>
                    <a:pt x="2833" y="2833"/>
                  </a:lnTo>
                  <a:lnTo>
                    <a:pt x="2941" y="2715"/>
                  </a:lnTo>
                  <a:lnTo>
                    <a:pt x="3040" y="2587"/>
                  </a:lnTo>
                  <a:lnTo>
                    <a:pt x="3118" y="2449"/>
                  </a:lnTo>
                  <a:lnTo>
                    <a:pt x="3187" y="2302"/>
                  </a:lnTo>
                  <a:lnTo>
                    <a:pt x="3246" y="2154"/>
                  </a:lnTo>
                  <a:lnTo>
                    <a:pt x="3285" y="1987"/>
                  </a:lnTo>
                  <a:lnTo>
                    <a:pt x="3315" y="1830"/>
                  </a:lnTo>
                  <a:lnTo>
                    <a:pt x="3325" y="1662"/>
                  </a:lnTo>
                  <a:lnTo>
                    <a:pt x="3315" y="1485"/>
                  </a:lnTo>
                  <a:lnTo>
                    <a:pt x="3285" y="1328"/>
                  </a:lnTo>
                  <a:lnTo>
                    <a:pt x="3246" y="1161"/>
                  </a:lnTo>
                  <a:lnTo>
                    <a:pt x="3187" y="1013"/>
                  </a:lnTo>
                  <a:lnTo>
                    <a:pt x="3118" y="866"/>
                  </a:lnTo>
                  <a:lnTo>
                    <a:pt x="3040" y="728"/>
                  </a:lnTo>
                  <a:lnTo>
                    <a:pt x="2941" y="600"/>
                  </a:lnTo>
                  <a:lnTo>
                    <a:pt x="2833" y="482"/>
                  </a:lnTo>
                  <a:lnTo>
                    <a:pt x="2715" y="374"/>
                  </a:lnTo>
                  <a:lnTo>
                    <a:pt x="2587" y="286"/>
                  </a:lnTo>
                  <a:lnTo>
                    <a:pt x="2450" y="197"/>
                  </a:lnTo>
                  <a:lnTo>
                    <a:pt x="2312" y="128"/>
                  </a:lnTo>
                  <a:lnTo>
                    <a:pt x="2155" y="79"/>
                  </a:lnTo>
                  <a:lnTo>
                    <a:pt x="1997" y="30"/>
                  </a:lnTo>
                  <a:lnTo>
                    <a:pt x="1830" y="10"/>
                  </a:lnTo>
                  <a:lnTo>
                    <a:pt x="1663" y="1"/>
                  </a:lnTo>
                  <a:close/>
                  <a:moveTo>
                    <a:pt x="7455" y="1"/>
                  </a:moveTo>
                  <a:lnTo>
                    <a:pt x="7278" y="10"/>
                  </a:lnTo>
                  <a:lnTo>
                    <a:pt x="7120" y="30"/>
                  </a:lnTo>
                  <a:lnTo>
                    <a:pt x="6963" y="79"/>
                  </a:lnTo>
                  <a:lnTo>
                    <a:pt x="6806" y="128"/>
                  </a:lnTo>
                  <a:lnTo>
                    <a:pt x="6658" y="197"/>
                  </a:lnTo>
                  <a:lnTo>
                    <a:pt x="6521" y="286"/>
                  </a:lnTo>
                  <a:lnTo>
                    <a:pt x="6393" y="374"/>
                  </a:lnTo>
                  <a:lnTo>
                    <a:pt x="6285" y="482"/>
                  </a:lnTo>
                  <a:lnTo>
                    <a:pt x="6176" y="600"/>
                  </a:lnTo>
                  <a:lnTo>
                    <a:pt x="6078" y="728"/>
                  </a:lnTo>
                  <a:lnTo>
                    <a:pt x="5990" y="866"/>
                  </a:lnTo>
                  <a:lnTo>
                    <a:pt x="5921" y="1013"/>
                  </a:lnTo>
                  <a:lnTo>
                    <a:pt x="5872" y="1161"/>
                  </a:lnTo>
                  <a:lnTo>
                    <a:pt x="5822" y="1328"/>
                  </a:lnTo>
                  <a:lnTo>
                    <a:pt x="5803" y="1485"/>
                  </a:lnTo>
                  <a:lnTo>
                    <a:pt x="5793" y="1662"/>
                  </a:lnTo>
                  <a:lnTo>
                    <a:pt x="5803" y="1830"/>
                  </a:lnTo>
                  <a:lnTo>
                    <a:pt x="5822" y="1987"/>
                  </a:lnTo>
                  <a:lnTo>
                    <a:pt x="5872" y="2154"/>
                  </a:lnTo>
                  <a:lnTo>
                    <a:pt x="5921" y="2302"/>
                  </a:lnTo>
                  <a:lnTo>
                    <a:pt x="5990" y="2449"/>
                  </a:lnTo>
                  <a:lnTo>
                    <a:pt x="6078" y="2587"/>
                  </a:lnTo>
                  <a:lnTo>
                    <a:pt x="6176" y="2715"/>
                  </a:lnTo>
                  <a:lnTo>
                    <a:pt x="6285" y="2833"/>
                  </a:lnTo>
                  <a:lnTo>
                    <a:pt x="6393" y="2941"/>
                  </a:lnTo>
                  <a:lnTo>
                    <a:pt x="6521" y="3029"/>
                  </a:lnTo>
                  <a:lnTo>
                    <a:pt x="6658" y="3118"/>
                  </a:lnTo>
                  <a:lnTo>
                    <a:pt x="6806" y="3187"/>
                  </a:lnTo>
                  <a:lnTo>
                    <a:pt x="6963" y="3246"/>
                  </a:lnTo>
                  <a:lnTo>
                    <a:pt x="7120" y="3285"/>
                  </a:lnTo>
                  <a:lnTo>
                    <a:pt x="7278" y="3305"/>
                  </a:lnTo>
                  <a:lnTo>
                    <a:pt x="7455" y="3314"/>
                  </a:lnTo>
                  <a:lnTo>
                    <a:pt x="7622" y="3305"/>
                  </a:lnTo>
                  <a:lnTo>
                    <a:pt x="7789" y="3285"/>
                  </a:lnTo>
                  <a:lnTo>
                    <a:pt x="7946" y="3246"/>
                  </a:lnTo>
                  <a:lnTo>
                    <a:pt x="8094" y="3187"/>
                  </a:lnTo>
                  <a:lnTo>
                    <a:pt x="8241" y="3118"/>
                  </a:lnTo>
                  <a:lnTo>
                    <a:pt x="8379" y="3029"/>
                  </a:lnTo>
                  <a:lnTo>
                    <a:pt x="8507" y="2941"/>
                  </a:lnTo>
                  <a:lnTo>
                    <a:pt x="8625" y="2833"/>
                  </a:lnTo>
                  <a:lnTo>
                    <a:pt x="8733" y="2715"/>
                  </a:lnTo>
                  <a:lnTo>
                    <a:pt x="8822" y="2587"/>
                  </a:lnTo>
                  <a:lnTo>
                    <a:pt x="8910" y="2449"/>
                  </a:lnTo>
                  <a:lnTo>
                    <a:pt x="8979" y="2302"/>
                  </a:lnTo>
                  <a:lnTo>
                    <a:pt x="9038" y="2154"/>
                  </a:lnTo>
                  <a:lnTo>
                    <a:pt x="9077" y="1987"/>
                  </a:lnTo>
                  <a:lnTo>
                    <a:pt x="9097" y="1830"/>
                  </a:lnTo>
                  <a:lnTo>
                    <a:pt x="9107" y="1662"/>
                  </a:lnTo>
                  <a:lnTo>
                    <a:pt x="9097" y="1485"/>
                  </a:lnTo>
                  <a:lnTo>
                    <a:pt x="9077" y="1328"/>
                  </a:lnTo>
                  <a:lnTo>
                    <a:pt x="9038" y="1161"/>
                  </a:lnTo>
                  <a:lnTo>
                    <a:pt x="8979" y="1013"/>
                  </a:lnTo>
                  <a:lnTo>
                    <a:pt x="8910" y="866"/>
                  </a:lnTo>
                  <a:lnTo>
                    <a:pt x="8822" y="728"/>
                  </a:lnTo>
                  <a:lnTo>
                    <a:pt x="8733" y="600"/>
                  </a:lnTo>
                  <a:lnTo>
                    <a:pt x="8625" y="482"/>
                  </a:lnTo>
                  <a:lnTo>
                    <a:pt x="8507" y="374"/>
                  </a:lnTo>
                  <a:lnTo>
                    <a:pt x="8379" y="286"/>
                  </a:lnTo>
                  <a:lnTo>
                    <a:pt x="8241" y="197"/>
                  </a:lnTo>
                  <a:lnTo>
                    <a:pt x="8094" y="128"/>
                  </a:lnTo>
                  <a:lnTo>
                    <a:pt x="7946" y="79"/>
                  </a:lnTo>
                  <a:lnTo>
                    <a:pt x="7789" y="30"/>
                  </a:lnTo>
                  <a:lnTo>
                    <a:pt x="7622" y="10"/>
                  </a:lnTo>
                  <a:lnTo>
                    <a:pt x="74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542" name="Google Shape;1542;p103"/>
          <p:cNvSpPr/>
          <p:nvPr/>
        </p:nvSpPr>
        <p:spPr>
          <a:xfrm>
            <a:off x="2319475" y="3631360"/>
            <a:ext cx="199815" cy="256674"/>
          </a:xfrm>
          <a:custGeom>
            <a:avLst/>
            <a:gdLst/>
            <a:ahLst/>
            <a:cxnLst/>
            <a:rect l="l" t="t" r="r" b="b"/>
            <a:pathLst>
              <a:path w="13442" h="17267" extrusionOk="0">
                <a:moveTo>
                  <a:pt x="6721" y="0"/>
                </a:moveTo>
                <a:lnTo>
                  <a:pt x="6559" y="14"/>
                </a:lnTo>
                <a:lnTo>
                  <a:pt x="6397" y="14"/>
                </a:lnTo>
                <a:lnTo>
                  <a:pt x="6086" y="68"/>
                </a:lnTo>
                <a:lnTo>
                  <a:pt x="5775" y="149"/>
                </a:lnTo>
                <a:lnTo>
                  <a:pt x="5491" y="257"/>
                </a:lnTo>
                <a:lnTo>
                  <a:pt x="5207" y="392"/>
                </a:lnTo>
                <a:lnTo>
                  <a:pt x="4950" y="541"/>
                </a:lnTo>
                <a:lnTo>
                  <a:pt x="4706" y="730"/>
                </a:lnTo>
                <a:lnTo>
                  <a:pt x="4476" y="933"/>
                </a:lnTo>
                <a:lnTo>
                  <a:pt x="4274" y="1163"/>
                </a:lnTo>
                <a:lnTo>
                  <a:pt x="4098" y="1406"/>
                </a:lnTo>
                <a:lnTo>
                  <a:pt x="3936" y="1663"/>
                </a:lnTo>
                <a:lnTo>
                  <a:pt x="3800" y="1947"/>
                </a:lnTo>
                <a:lnTo>
                  <a:pt x="3692" y="2231"/>
                </a:lnTo>
                <a:lnTo>
                  <a:pt x="3611" y="2542"/>
                </a:lnTo>
                <a:lnTo>
                  <a:pt x="3571" y="2853"/>
                </a:lnTo>
                <a:lnTo>
                  <a:pt x="3557" y="3015"/>
                </a:lnTo>
                <a:lnTo>
                  <a:pt x="3544" y="3178"/>
                </a:lnTo>
                <a:lnTo>
                  <a:pt x="3557" y="3340"/>
                </a:lnTo>
                <a:lnTo>
                  <a:pt x="3571" y="3502"/>
                </a:lnTo>
                <a:lnTo>
                  <a:pt x="3611" y="3813"/>
                </a:lnTo>
                <a:lnTo>
                  <a:pt x="3692" y="4124"/>
                </a:lnTo>
                <a:lnTo>
                  <a:pt x="3800" y="4408"/>
                </a:lnTo>
                <a:lnTo>
                  <a:pt x="3936" y="4692"/>
                </a:lnTo>
                <a:lnTo>
                  <a:pt x="4098" y="4949"/>
                </a:lnTo>
                <a:lnTo>
                  <a:pt x="4274" y="5192"/>
                </a:lnTo>
                <a:lnTo>
                  <a:pt x="4476" y="5422"/>
                </a:lnTo>
                <a:lnTo>
                  <a:pt x="4706" y="5625"/>
                </a:lnTo>
                <a:lnTo>
                  <a:pt x="4950" y="5801"/>
                </a:lnTo>
                <a:lnTo>
                  <a:pt x="5207" y="5963"/>
                </a:lnTo>
                <a:lnTo>
                  <a:pt x="5491" y="6098"/>
                </a:lnTo>
                <a:lnTo>
                  <a:pt x="5775" y="6206"/>
                </a:lnTo>
                <a:lnTo>
                  <a:pt x="6086" y="6288"/>
                </a:lnTo>
                <a:lnTo>
                  <a:pt x="6397" y="6328"/>
                </a:lnTo>
                <a:lnTo>
                  <a:pt x="6559" y="6342"/>
                </a:lnTo>
                <a:lnTo>
                  <a:pt x="6721" y="6355"/>
                </a:lnTo>
                <a:lnTo>
                  <a:pt x="6883" y="6342"/>
                </a:lnTo>
                <a:lnTo>
                  <a:pt x="7046" y="6328"/>
                </a:lnTo>
                <a:lnTo>
                  <a:pt x="7357" y="6288"/>
                </a:lnTo>
                <a:lnTo>
                  <a:pt x="7668" y="6206"/>
                </a:lnTo>
                <a:lnTo>
                  <a:pt x="7952" y="6098"/>
                </a:lnTo>
                <a:lnTo>
                  <a:pt x="8235" y="5963"/>
                </a:lnTo>
                <a:lnTo>
                  <a:pt x="8492" y="5801"/>
                </a:lnTo>
                <a:lnTo>
                  <a:pt x="8736" y="5625"/>
                </a:lnTo>
                <a:lnTo>
                  <a:pt x="8966" y="5422"/>
                </a:lnTo>
                <a:lnTo>
                  <a:pt x="9168" y="5192"/>
                </a:lnTo>
                <a:lnTo>
                  <a:pt x="9358" y="4949"/>
                </a:lnTo>
                <a:lnTo>
                  <a:pt x="9506" y="4692"/>
                </a:lnTo>
                <a:lnTo>
                  <a:pt x="9642" y="4408"/>
                </a:lnTo>
                <a:lnTo>
                  <a:pt x="9750" y="4124"/>
                </a:lnTo>
                <a:lnTo>
                  <a:pt x="9831" y="3813"/>
                </a:lnTo>
                <a:lnTo>
                  <a:pt x="9885" y="3502"/>
                </a:lnTo>
                <a:lnTo>
                  <a:pt x="9885" y="3340"/>
                </a:lnTo>
                <a:lnTo>
                  <a:pt x="9899" y="3178"/>
                </a:lnTo>
                <a:lnTo>
                  <a:pt x="9885" y="3015"/>
                </a:lnTo>
                <a:lnTo>
                  <a:pt x="9885" y="2853"/>
                </a:lnTo>
                <a:lnTo>
                  <a:pt x="9831" y="2542"/>
                </a:lnTo>
                <a:lnTo>
                  <a:pt x="9750" y="2231"/>
                </a:lnTo>
                <a:lnTo>
                  <a:pt x="9642" y="1947"/>
                </a:lnTo>
                <a:lnTo>
                  <a:pt x="9506" y="1663"/>
                </a:lnTo>
                <a:lnTo>
                  <a:pt x="9358" y="1406"/>
                </a:lnTo>
                <a:lnTo>
                  <a:pt x="9168" y="1163"/>
                </a:lnTo>
                <a:lnTo>
                  <a:pt x="8966" y="933"/>
                </a:lnTo>
                <a:lnTo>
                  <a:pt x="8736" y="730"/>
                </a:lnTo>
                <a:lnTo>
                  <a:pt x="8492" y="541"/>
                </a:lnTo>
                <a:lnTo>
                  <a:pt x="8235" y="392"/>
                </a:lnTo>
                <a:lnTo>
                  <a:pt x="7952" y="257"/>
                </a:lnTo>
                <a:lnTo>
                  <a:pt x="7668" y="149"/>
                </a:lnTo>
                <a:lnTo>
                  <a:pt x="7357" y="68"/>
                </a:lnTo>
                <a:lnTo>
                  <a:pt x="7046" y="14"/>
                </a:lnTo>
                <a:lnTo>
                  <a:pt x="6883" y="14"/>
                </a:lnTo>
                <a:lnTo>
                  <a:pt x="6721" y="0"/>
                </a:lnTo>
                <a:close/>
                <a:moveTo>
                  <a:pt x="6843" y="12845"/>
                </a:moveTo>
                <a:lnTo>
                  <a:pt x="6964" y="12859"/>
                </a:lnTo>
                <a:lnTo>
                  <a:pt x="7073" y="12886"/>
                </a:lnTo>
                <a:lnTo>
                  <a:pt x="7181" y="12927"/>
                </a:lnTo>
                <a:lnTo>
                  <a:pt x="7289" y="12981"/>
                </a:lnTo>
                <a:lnTo>
                  <a:pt x="7384" y="13048"/>
                </a:lnTo>
                <a:lnTo>
                  <a:pt x="7478" y="13116"/>
                </a:lnTo>
                <a:lnTo>
                  <a:pt x="7559" y="13183"/>
                </a:lnTo>
                <a:lnTo>
                  <a:pt x="7641" y="13265"/>
                </a:lnTo>
                <a:lnTo>
                  <a:pt x="7708" y="13359"/>
                </a:lnTo>
                <a:lnTo>
                  <a:pt x="7762" y="13454"/>
                </a:lnTo>
                <a:lnTo>
                  <a:pt x="7816" y="13562"/>
                </a:lnTo>
                <a:lnTo>
                  <a:pt x="7857" y="13670"/>
                </a:lnTo>
                <a:lnTo>
                  <a:pt x="7884" y="13792"/>
                </a:lnTo>
                <a:lnTo>
                  <a:pt x="7897" y="13900"/>
                </a:lnTo>
                <a:lnTo>
                  <a:pt x="7911" y="14022"/>
                </a:lnTo>
                <a:lnTo>
                  <a:pt x="7897" y="14143"/>
                </a:lnTo>
                <a:lnTo>
                  <a:pt x="7884" y="14265"/>
                </a:lnTo>
                <a:lnTo>
                  <a:pt x="7857" y="14373"/>
                </a:lnTo>
                <a:lnTo>
                  <a:pt x="7816" y="14482"/>
                </a:lnTo>
                <a:lnTo>
                  <a:pt x="7762" y="14590"/>
                </a:lnTo>
                <a:lnTo>
                  <a:pt x="7708" y="14684"/>
                </a:lnTo>
                <a:lnTo>
                  <a:pt x="7641" y="14779"/>
                </a:lnTo>
                <a:lnTo>
                  <a:pt x="7559" y="14860"/>
                </a:lnTo>
                <a:lnTo>
                  <a:pt x="7478" y="14941"/>
                </a:lnTo>
                <a:lnTo>
                  <a:pt x="7384" y="15009"/>
                </a:lnTo>
                <a:lnTo>
                  <a:pt x="7289" y="15063"/>
                </a:lnTo>
                <a:lnTo>
                  <a:pt x="7181" y="15117"/>
                </a:lnTo>
                <a:lnTo>
                  <a:pt x="7073" y="15158"/>
                </a:lnTo>
                <a:lnTo>
                  <a:pt x="6964" y="15185"/>
                </a:lnTo>
                <a:lnTo>
                  <a:pt x="6843" y="15212"/>
                </a:lnTo>
                <a:lnTo>
                  <a:pt x="6599" y="15212"/>
                </a:lnTo>
                <a:lnTo>
                  <a:pt x="6478" y="15185"/>
                </a:lnTo>
                <a:lnTo>
                  <a:pt x="6369" y="15158"/>
                </a:lnTo>
                <a:lnTo>
                  <a:pt x="6261" y="15117"/>
                </a:lnTo>
                <a:lnTo>
                  <a:pt x="6153" y="15063"/>
                </a:lnTo>
                <a:lnTo>
                  <a:pt x="6059" y="15009"/>
                </a:lnTo>
                <a:lnTo>
                  <a:pt x="5964" y="14941"/>
                </a:lnTo>
                <a:lnTo>
                  <a:pt x="5883" y="14860"/>
                </a:lnTo>
                <a:lnTo>
                  <a:pt x="5802" y="14779"/>
                </a:lnTo>
                <a:lnTo>
                  <a:pt x="5734" y="14684"/>
                </a:lnTo>
                <a:lnTo>
                  <a:pt x="5680" y="14590"/>
                </a:lnTo>
                <a:lnTo>
                  <a:pt x="5626" y="14482"/>
                </a:lnTo>
                <a:lnTo>
                  <a:pt x="5585" y="14373"/>
                </a:lnTo>
                <a:lnTo>
                  <a:pt x="5558" y="14265"/>
                </a:lnTo>
                <a:lnTo>
                  <a:pt x="5545" y="14143"/>
                </a:lnTo>
                <a:lnTo>
                  <a:pt x="5531" y="14022"/>
                </a:lnTo>
                <a:lnTo>
                  <a:pt x="5545" y="13900"/>
                </a:lnTo>
                <a:lnTo>
                  <a:pt x="5558" y="13792"/>
                </a:lnTo>
                <a:lnTo>
                  <a:pt x="5585" y="13670"/>
                </a:lnTo>
                <a:lnTo>
                  <a:pt x="5626" y="13562"/>
                </a:lnTo>
                <a:lnTo>
                  <a:pt x="5680" y="13454"/>
                </a:lnTo>
                <a:lnTo>
                  <a:pt x="5734" y="13359"/>
                </a:lnTo>
                <a:lnTo>
                  <a:pt x="5802" y="13265"/>
                </a:lnTo>
                <a:lnTo>
                  <a:pt x="5883" y="13183"/>
                </a:lnTo>
                <a:lnTo>
                  <a:pt x="5964" y="13116"/>
                </a:lnTo>
                <a:lnTo>
                  <a:pt x="6059" y="13048"/>
                </a:lnTo>
                <a:lnTo>
                  <a:pt x="6153" y="12981"/>
                </a:lnTo>
                <a:lnTo>
                  <a:pt x="6261" y="12927"/>
                </a:lnTo>
                <a:lnTo>
                  <a:pt x="6369" y="12886"/>
                </a:lnTo>
                <a:lnTo>
                  <a:pt x="6478" y="12859"/>
                </a:lnTo>
                <a:lnTo>
                  <a:pt x="6599" y="12845"/>
                </a:lnTo>
                <a:close/>
                <a:moveTo>
                  <a:pt x="3868" y="7897"/>
                </a:moveTo>
                <a:lnTo>
                  <a:pt x="2894" y="9208"/>
                </a:lnTo>
                <a:lnTo>
                  <a:pt x="2894" y="10777"/>
                </a:lnTo>
                <a:lnTo>
                  <a:pt x="1" y="10777"/>
                </a:lnTo>
                <a:lnTo>
                  <a:pt x="650" y="17267"/>
                </a:lnTo>
                <a:lnTo>
                  <a:pt x="12792" y="17267"/>
                </a:lnTo>
                <a:lnTo>
                  <a:pt x="13441" y="10777"/>
                </a:lnTo>
                <a:lnTo>
                  <a:pt x="10548" y="10777"/>
                </a:lnTo>
                <a:lnTo>
                  <a:pt x="10548" y="9208"/>
                </a:lnTo>
                <a:lnTo>
                  <a:pt x="9588" y="7897"/>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543" name="Google Shape;1543;p103"/>
          <p:cNvGrpSpPr/>
          <p:nvPr/>
        </p:nvGrpSpPr>
        <p:grpSpPr>
          <a:xfrm>
            <a:off x="8118851" y="3620658"/>
            <a:ext cx="295689" cy="258229"/>
            <a:chOff x="725125" y="2301150"/>
            <a:chExt cx="403175" cy="352050"/>
          </a:xfrm>
        </p:grpSpPr>
        <p:sp>
          <p:nvSpPr>
            <p:cNvPr id="1544" name="Google Shape;1544;p103"/>
            <p:cNvSpPr/>
            <p:nvPr/>
          </p:nvSpPr>
          <p:spPr>
            <a:xfrm>
              <a:off x="908750" y="2458475"/>
              <a:ext cx="35925" cy="35675"/>
            </a:xfrm>
            <a:custGeom>
              <a:avLst/>
              <a:gdLst/>
              <a:ahLst/>
              <a:cxnLst/>
              <a:rect l="l" t="t" r="r" b="b"/>
              <a:pathLst>
                <a:path w="1437" h="1427" extrusionOk="0">
                  <a:moveTo>
                    <a:pt x="650" y="1"/>
                  </a:moveTo>
                  <a:lnTo>
                    <a:pt x="571" y="11"/>
                  </a:lnTo>
                  <a:lnTo>
                    <a:pt x="502" y="30"/>
                  </a:lnTo>
                  <a:lnTo>
                    <a:pt x="443" y="60"/>
                  </a:lnTo>
                  <a:lnTo>
                    <a:pt x="374" y="89"/>
                  </a:lnTo>
                  <a:lnTo>
                    <a:pt x="315" y="119"/>
                  </a:lnTo>
                  <a:lnTo>
                    <a:pt x="266" y="158"/>
                  </a:lnTo>
                  <a:lnTo>
                    <a:pt x="217" y="207"/>
                  </a:lnTo>
                  <a:lnTo>
                    <a:pt x="168" y="257"/>
                  </a:lnTo>
                  <a:lnTo>
                    <a:pt x="128" y="316"/>
                  </a:lnTo>
                  <a:lnTo>
                    <a:pt x="89" y="375"/>
                  </a:lnTo>
                  <a:lnTo>
                    <a:pt x="60" y="434"/>
                  </a:lnTo>
                  <a:lnTo>
                    <a:pt x="40" y="502"/>
                  </a:lnTo>
                  <a:lnTo>
                    <a:pt x="20" y="571"/>
                  </a:lnTo>
                  <a:lnTo>
                    <a:pt x="10" y="640"/>
                  </a:lnTo>
                  <a:lnTo>
                    <a:pt x="1" y="709"/>
                  </a:lnTo>
                  <a:lnTo>
                    <a:pt x="10" y="788"/>
                  </a:lnTo>
                  <a:lnTo>
                    <a:pt x="20" y="856"/>
                  </a:lnTo>
                  <a:lnTo>
                    <a:pt x="40" y="925"/>
                  </a:lnTo>
                  <a:lnTo>
                    <a:pt x="60" y="994"/>
                  </a:lnTo>
                  <a:lnTo>
                    <a:pt x="89" y="1053"/>
                  </a:lnTo>
                  <a:lnTo>
                    <a:pt x="128" y="1112"/>
                  </a:lnTo>
                  <a:lnTo>
                    <a:pt x="168" y="1171"/>
                  </a:lnTo>
                  <a:lnTo>
                    <a:pt x="217" y="1220"/>
                  </a:lnTo>
                  <a:lnTo>
                    <a:pt x="266" y="1260"/>
                  </a:lnTo>
                  <a:lnTo>
                    <a:pt x="315" y="1309"/>
                  </a:lnTo>
                  <a:lnTo>
                    <a:pt x="374" y="1338"/>
                  </a:lnTo>
                  <a:lnTo>
                    <a:pt x="443" y="1368"/>
                  </a:lnTo>
                  <a:lnTo>
                    <a:pt x="502" y="1397"/>
                  </a:lnTo>
                  <a:lnTo>
                    <a:pt x="571" y="1417"/>
                  </a:lnTo>
                  <a:lnTo>
                    <a:pt x="650" y="1427"/>
                  </a:lnTo>
                  <a:lnTo>
                    <a:pt x="787" y="1427"/>
                  </a:lnTo>
                  <a:lnTo>
                    <a:pt x="866" y="1417"/>
                  </a:lnTo>
                  <a:lnTo>
                    <a:pt x="935" y="1397"/>
                  </a:lnTo>
                  <a:lnTo>
                    <a:pt x="994" y="1368"/>
                  </a:lnTo>
                  <a:lnTo>
                    <a:pt x="1063" y="1338"/>
                  </a:lnTo>
                  <a:lnTo>
                    <a:pt x="1122" y="1309"/>
                  </a:lnTo>
                  <a:lnTo>
                    <a:pt x="1171" y="1260"/>
                  </a:lnTo>
                  <a:lnTo>
                    <a:pt x="1220" y="1220"/>
                  </a:lnTo>
                  <a:lnTo>
                    <a:pt x="1269" y="1171"/>
                  </a:lnTo>
                  <a:lnTo>
                    <a:pt x="1308" y="1112"/>
                  </a:lnTo>
                  <a:lnTo>
                    <a:pt x="1348" y="1053"/>
                  </a:lnTo>
                  <a:lnTo>
                    <a:pt x="1377" y="994"/>
                  </a:lnTo>
                  <a:lnTo>
                    <a:pt x="1397" y="925"/>
                  </a:lnTo>
                  <a:lnTo>
                    <a:pt x="1417" y="856"/>
                  </a:lnTo>
                  <a:lnTo>
                    <a:pt x="1426" y="788"/>
                  </a:lnTo>
                  <a:lnTo>
                    <a:pt x="1436" y="709"/>
                  </a:lnTo>
                  <a:lnTo>
                    <a:pt x="1426" y="640"/>
                  </a:lnTo>
                  <a:lnTo>
                    <a:pt x="1417" y="571"/>
                  </a:lnTo>
                  <a:lnTo>
                    <a:pt x="1397" y="502"/>
                  </a:lnTo>
                  <a:lnTo>
                    <a:pt x="1377" y="434"/>
                  </a:lnTo>
                  <a:lnTo>
                    <a:pt x="1348" y="375"/>
                  </a:lnTo>
                  <a:lnTo>
                    <a:pt x="1308" y="316"/>
                  </a:lnTo>
                  <a:lnTo>
                    <a:pt x="1269" y="257"/>
                  </a:lnTo>
                  <a:lnTo>
                    <a:pt x="1220" y="207"/>
                  </a:lnTo>
                  <a:lnTo>
                    <a:pt x="1171" y="158"/>
                  </a:lnTo>
                  <a:lnTo>
                    <a:pt x="1122" y="119"/>
                  </a:lnTo>
                  <a:lnTo>
                    <a:pt x="1063" y="89"/>
                  </a:lnTo>
                  <a:lnTo>
                    <a:pt x="994" y="60"/>
                  </a:lnTo>
                  <a:lnTo>
                    <a:pt x="935" y="30"/>
                  </a:lnTo>
                  <a:lnTo>
                    <a:pt x="866" y="11"/>
                  </a:lnTo>
                  <a:lnTo>
                    <a:pt x="787"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5" name="Google Shape;1545;p103"/>
            <p:cNvSpPr/>
            <p:nvPr/>
          </p:nvSpPr>
          <p:spPr>
            <a:xfrm>
              <a:off x="752650" y="2305325"/>
              <a:ext cx="348125" cy="341975"/>
            </a:xfrm>
            <a:custGeom>
              <a:avLst/>
              <a:gdLst/>
              <a:ahLst/>
              <a:cxnLst/>
              <a:rect l="l" t="t" r="r" b="b"/>
              <a:pathLst>
                <a:path w="13925" h="13679" extrusionOk="0">
                  <a:moveTo>
                    <a:pt x="4996" y="1"/>
                  </a:moveTo>
                  <a:lnTo>
                    <a:pt x="5035" y="129"/>
                  </a:lnTo>
                  <a:lnTo>
                    <a:pt x="5065" y="266"/>
                  </a:lnTo>
                  <a:lnTo>
                    <a:pt x="5084" y="404"/>
                  </a:lnTo>
                  <a:lnTo>
                    <a:pt x="5084" y="542"/>
                  </a:lnTo>
                  <a:lnTo>
                    <a:pt x="5084" y="650"/>
                  </a:lnTo>
                  <a:lnTo>
                    <a:pt x="5074" y="748"/>
                  </a:lnTo>
                  <a:lnTo>
                    <a:pt x="5055" y="846"/>
                  </a:lnTo>
                  <a:lnTo>
                    <a:pt x="5035" y="945"/>
                  </a:lnTo>
                  <a:lnTo>
                    <a:pt x="8890" y="945"/>
                  </a:lnTo>
                  <a:lnTo>
                    <a:pt x="8870" y="846"/>
                  </a:lnTo>
                  <a:lnTo>
                    <a:pt x="8850" y="748"/>
                  </a:lnTo>
                  <a:lnTo>
                    <a:pt x="8841" y="650"/>
                  </a:lnTo>
                  <a:lnTo>
                    <a:pt x="8841" y="542"/>
                  </a:lnTo>
                  <a:lnTo>
                    <a:pt x="8841" y="404"/>
                  </a:lnTo>
                  <a:lnTo>
                    <a:pt x="8860" y="266"/>
                  </a:lnTo>
                  <a:lnTo>
                    <a:pt x="8890" y="129"/>
                  </a:lnTo>
                  <a:lnTo>
                    <a:pt x="8929" y="1"/>
                  </a:lnTo>
                  <a:close/>
                  <a:moveTo>
                    <a:pt x="2105" y="1564"/>
                  </a:moveTo>
                  <a:lnTo>
                    <a:pt x="0" y="5222"/>
                  </a:lnTo>
                  <a:lnTo>
                    <a:pt x="118" y="5252"/>
                  </a:lnTo>
                  <a:lnTo>
                    <a:pt x="227" y="5291"/>
                  </a:lnTo>
                  <a:lnTo>
                    <a:pt x="345" y="5340"/>
                  </a:lnTo>
                  <a:lnTo>
                    <a:pt x="443" y="5399"/>
                  </a:lnTo>
                  <a:lnTo>
                    <a:pt x="551" y="5468"/>
                  </a:lnTo>
                  <a:lnTo>
                    <a:pt x="649" y="5537"/>
                  </a:lnTo>
                  <a:lnTo>
                    <a:pt x="738" y="5616"/>
                  </a:lnTo>
                  <a:lnTo>
                    <a:pt x="817" y="5694"/>
                  </a:lnTo>
                  <a:lnTo>
                    <a:pt x="2882" y="2125"/>
                  </a:lnTo>
                  <a:lnTo>
                    <a:pt x="2773" y="2076"/>
                  </a:lnTo>
                  <a:lnTo>
                    <a:pt x="2655" y="2026"/>
                  </a:lnTo>
                  <a:lnTo>
                    <a:pt x="2557" y="1967"/>
                  </a:lnTo>
                  <a:lnTo>
                    <a:pt x="2449" y="1899"/>
                  </a:lnTo>
                  <a:lnTo>
                    <a:pt x="2360" y="1830"/>
                  </a:lnTo>
                  <a:lnTo>
                    <a:pt x="2272" y="1741"/>
                  </a:lnTo>
                  <a:lnTo>
                    <a:pt x="2183" y="1663"/>
                  </a:lnTo>
                  <a:lnTo>
                    <a:pt x="2105" y="1564"/>
                  </a:lnTo>
                  <a:close/>
                  <a:moveTo>
                    <a:pt x="11820" y="1564"/>
                  </a:moveTo>
                  <a:lnTo>
                    <a:pt x="11742" y="1663"/>
                  </a:lnTo>
                  <a:lnTo>
                    <a:pt x="11653" y="1741"/>
                  </a:lnTo>
                  <a:lnTo>
                    <a:pt x="11565" y="1830"/>
                  </a:lnTo>
                  <a:lnTo>
                    <a:pt x="11476" y="1899"/>
                  </a:lnTo>
                  <a:lnTo>
                    <a:pt x="11368" y="1967"/>
                  </a:lnTo>
                  <a:lnTo>
                    <a:pt x="11270" y="2026"/>
                  </a:lnTo>
                  <a:lnTo>
                    <a:pt x="11152" y="2076"/>
                  </a:lnTo>
                  <a:lnTo>
                    <a:pt x="11043" y="2125"/>
                  </a:lnTo>
                  <a:lnTo>
                    <a:pt x="13108" y="5694"/>
                  </a:lnTo>
                  <a:lnTo>
                    <a:pt x="13187" y="5616"/>
                  </a:lnTo>
                  <a:lnTo>
                    <a:pt x="13276" y="5537"/>
                  </a:lnTo>
                  <a:lnTo>
                    <a:pt x="13374" y="5468"/>
                  </a:lnTo>
                  <a:lnTo>
                    <a:pt x="13482" y="5399"/>
                  </a:lnTo>
                  <a:lnTo>
                    <a:pt x="13580" y="5340"/>
                  </a:lnTo>
                  <a:lnTo>
                    <a:pt x="13698" y="5291"/>
                  </a:lnTo>
                  <a:lnTo>
                    <a:pt x="13807" y="5252"/>
                  </a:lnTo>
                  <a:lnTo>
                    <a:pt x="13925" y="5222"/>
                  </a:lnTo>
                  <a:lnTo>
                    <a:pt x="11820" y="1564"/>
                  </a:lnTo>
                  <a:close/>
                  <a:moveTo>
                    <a:pt x="817" y="7985"/>
                  </a:moveTo>
                  <a:lnTo>
                    <a:pt x="738" y="8064"/>
                  </a:lnTo>
                  <a:lnTo>
                    <a:pt x="649" y="8143"/>
                  </a:lnTo>
                  <a:lnTo>
                    <a:pt x="551" y="8212"/>
                  </a:lnTo>
                  <a:lnTo>
                    <a:pt x="443" y="8280"/>
                  </a:lnTo>
                  <a:lnTo>
                    <a:pt x="345" y="8339"/>
                  </a:lnTo>
                  <a:lnTo>
                    <a:pt x="227" y="8389"/>
                  </a:lnTo>
                  <a:lnTo>
                    <a:pt x="118" y="8428"/>
                  </a:lnTo>
                  <a:lnTo>
                    <a:pt x="0" y="8457"/>
                  </a:lnTo>
                  <a:lnTo>
                    <a:pt x="2134" y="12155"/>
                  </a:lnTo>
                  <a:lnTo>
                    <a:pt x="2213" y="12066"/>
                  </a:lnTo>
                  <a:lnTo>
                    <a:pt x="2292" y="11978"/>
                  </a:lnTo>
                  <a:lnTo>
                    <a:pt x="2390" y="11899"/>
                  </a:lnTo>
                  <a:lnTo>
                    <a:pt x="2488" y="11830"/>
                  </a:lnTo>
                  <a:lnTo>
                    <a:pt x="2587" y="11761"/>
                  </a:lnTo>
                  <a:lnTo>
                    <a:pt x="2695" y="11712"/>
                  </a:lnTo>
                  <a:lnTo>
                    <a:pt x="2803" y="11663"/>
                  </a:lnTo>
                  <a:lnTo>
                    <a:pt x="2921" y="11614"/>
                  </a:lnTo>
                  <a:lnTo>
                    <a:pt x="817" y="7985"/>
                  </a:lnTo>
                  <a:close/>
                  <a:moveTo>
                    <a:pt x="13108" y="7985"/>
                  </a:moveTo>
                  <a:lnTo>
                    <a:pt x="11004" y="11614"/>
                  </a:lnTo>
                  <a:lnTo>
                    <a:pt x="11122" y="11663"/>
                  </a:lnTo>
                  <a:lnTo>
                    <a:pt x="11230" y="11712"/>
                  </a:lnTo>
                  <a:lnTo>
                    <a:pt x="11338" y="11761"/>
                  </a:lnTo>
                  <a:lnTo>
                    <a:pt x="11437" y="11830"/>
                  </a:lnTo>
                  <a:lnTo>
                    <a:pt x="11535" y="11899"/>
                  </a:lnTo>
                  <a:lnTo>
                    <a:pt x="11633" y="11978"/>
                  </a:lnTo>
                  <a:lnTo>
                    <a:pt x="11712" y="12066"/>
                  </a:lnTo>
                  <a:lnTo>
                    <a:pt x="11791" y="12155"/>
                  </a:lnTo>
                  <a:lnTo>
                    <a:pt x="13925" y="8457"/>
                  </a:lnTo>
                  <a:lnTo>
                    <a:pt x="13807" y="8428"/>
                  </a:lnTo>
                  <a:lnTo>
                    <a:pt x="13698" y="8389"/>
                  </a:lnTo>
                  <a:lnTo>
                    <a:pt x="13580" y="8339"/>
                  </a:lnTo>
                  <a:lnTo>
                    <a:pt x="13482" y="8280"/>
                  </a:lnTo>
                  <a:lnTo>
                    <a:pt x="13374" y="8212"/>
                  </a:lnTo>
                  <a:lnTo>
                    <a:pt x="13276" y="8143"/>
                  </a:lnTo>
                  <a:lnTo>
                    <a:pt x="13187" y="8064"/>
                  </a:lnTo>
                  <a:lnTo>
                    <a:pt x="13108" y="7985"/>
                  </a:lnTo>
                  <a:close/>
                  <a:moveTo>
                    <a:pt x="5015" y="12725"/>
                  </a:moveTo>
                  <a:lnTo>
                    <a:pt x="5045" y="12843"/>
                  </a:lnTo>
                  <a:lnTo>
                    <a:pt x="5065" y="12961"/>
                  </a:lnTo>
                  <a:lnTo>
                    <a:pt x="5084" y="13079"/>
                  </a:lnTo>
                  <a:lnTo>
                    <a:pt x="5084" y="13207"/>
                  </a:lnTo>
                  <a:lnTo>
                    <a:pt x="5084" y="13325"/>
                  </a:lnTo>
                  <a:lnTo>
                    <a:pt x="5065" y="13453"/>
                  </a:lnTo>
                  <a:lnTo>
                    <a:pt x="5045" y="13571"/>
                  </a:lnTo>
                  <a:lnTo>
                    <a:pt x="5015" y="13679"/>
                  </a:lnTo>
                  <a:lnTo>
                    <a:pt x="8909" y="13679"/>
                  </a:lnTo>
                  <a:lnTo>
                    <a:pt x="8880" y="13571"/>
                  </a:lnTo>
                  <a:lnTo>
                    <a:pt x="8860" y="13453"/>
                  </a:lnTo>
                  <a:lnTo>
                    <a:pt x="8841" y="13325"/>
                  </a:lnTo>
                  <a:lnTo>
                    <a:pt x="8841" y="13207"/>
                  </a:lnTo>
                  <a:lnTo>
                    <a:pt x="8841" y="13079"/>
                  </a:lnTo>
                  <a:lnTo>
                    <a:pt x="8860" y="12961"/>
                  </a:lnTo>
                  <a:lnTo>
                    <a:pt x="8880" y="12843"/>
                  </a:lnTo>
                  <a:lnTo>
                    <a:pt x="8909" y="12725"/>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6" name="Google Shape;1546;p103"/>
            <p:cNvSpPr/>
            <p:nvPr/>
          </p:nvSpPr>
          <p:spPr>
            <a:xfrm>
              <a:off x="725125" y="2301150"/>
              <a:ext cx="403175" cy="352050"/>
            </a:xfrm>
            <a:custGeom>
              <a:avLst/>
              <a:gdLst/>
              <a:ahLst/>
              <a:cxnLst/>
              <a:rect l="l" t="t" r="r" b="b"/>
              <a:pathLst>
                <a:path w="16127" h="14082" extrusionOk="0">
                  <a:moveTo>
                    <a:pt x="4455" y="1"/>
                  </a:moveTo>
                  <a:lnTo>
                    <a:pt x="4376" y="10"/>
                  </a:lnTo>
                  <a:lnTo>
                    <a:pt x="4307" y="30"/>
                  </a:lnTo>
                  <a:lnTo>
                    <a:pt x="4248" y="60"/>
                  </a:lnTo>
                  <a:lnTo>
                    <a:pt x="4179" y="89"/>
                  </a:lnTo>
                  <a:lnTo>
                    <a:pt x="4120" y="119"/>
                  </a:lnTo>
                  <a:lnTo>
                    <a:pt x="4071" y="158"/>
                  </a:lnTo>
                  <a:lnTo>
                    <a:pt x="4022" y="207"/>
                  </a:lnTo>
                  <a:lnTo>
                    <a:pt x="3973" y="256"/>
                  </a:lnTo>
                  <a:lnTo>
                    <a:pt x="3933" y="315"/>
                  </a:lnTo>
                  <a:lnTo>
                    <a:pt x="3894" y="374"/>
                  </a:lnTo>
                  <a:lnTo>
                    <a:pt x="3865" y="433"/>
                  </a:lnTo>
                  <a:lnTo>
                    <a:pt x="3845" y="502"/>
                  </a:lnTo>
                  <a:lnTo>
                    <a:pt x="3825" y="571"/>
                  </a:lnTo>
                  <a:lnTo>
                    <a:pt x="3815" y="640"/>
                  </a:lnTo>
                  <a:lnTo>
                    <a:pt x="3806" y="709"/>
                  </a:lnTo>
                  <a:lnTo>
                    <a:pt x="3815" y="787"/>
                  </a:lnTo>
                  <a:lnTo>
                    <a:pt x="3825" y="856"/>
                  </a:lnTo>
                  <a:lnTo>
                    <a:pt x="3845" y="925"/>
                  </a:lnTo>
                  <a:lnTo>
                    <a:pt x="3865" y="994"/>
                  </a:lnTo>
                  <a:lnTo>
                    <a:pt x="3894" y="1053"/>
                  </a:lnTo>
                  <a:lnTo>
                    <a:pt x="3933" y="1112"/>
                  </a:lnTo>
                  <a:lnTo>
                    <a:pt x="3973" y="1171"/>
                  </a:lnTo>
                  <a:lnTo>
                    <a:pt x="4022" y="1220"/>
                  </a:lnTo>
                  <a:lnTo>
                    <a:pt x="4071" y="1259"/>
                  </a:lnTo>
                  <a:lnTo>
                    <a:pt x="4120" y="1308"/>
                  </a:lnTo>
                  <a:lnTo>
                    <a:pt x="4179" y="1338"/>
                  </a:lnTo>
                  <a:lnTo>
                    <a:pt x="4248" y="1367"/>
                  </a:lnTo>
                  <a:lnTo>
                    <a:pt x="4307" y="1397"/>
                  </a:lnTo>
                  <a:lnTo>
                    <a:pt x="4376" y="1417"/>
                  </a:lnTo>
                  <a:lnTo>
                    <a:pt x="4455" y="1426"/>
                  </a:lnTo>
                  <a:lnTo>
                    <a:pt x="4592" y="1426"/>
                  </a:lnTo>
                  <a:lnTo>
                    <a:pt x="4671" y="1417"/>
                  </a:lnTo>
                  <a:lnTo>
                    <a:pt x="4740" y="1397"/>
                  </a:lnTo>
                  <a:lnTo>
                    <a:pt x="4799" y="1367"/>
                  </a:lnTo>
                  <a:lnTo>
                    <a:pt x="4868" y="1338"/>
                  </a:lnTo>
                  <a:lnTo>
                    <a:pt x="4927" y="1308"/>
                  </a:lnTo>
                  <a:lnTo>
                    <a:pt x="4976" y="1259"/>
                  </a:lnTo>
                  <a:lnTo>
                    <a:pt x="5025" y="1220"/>
                  </a:lnTo>
                  <a:lnTo>
                    <a:pt x="5074" y="1171"/>
                  </a:lnTo>
                  <a:lnTo>
                    <a:pt x="5113" y="1112"/>
                  </a:lnTo>
                  <a:lnTo>
                    <a:pt x="5153" y="1053"/>
                  </a:lnTo>
                  <a:lnTo>
                    <a:pt x="5182" y="994"/>
                  </a:lnTo>
                  <a:lnTo>
                    <a:pt x="5202" y="925"/>
                  </a:lnTo>
                  <a:lnTo>
                    <a:pt x="5222" y="856"/>
                  </a:lnTo>
                  <a:lnTo>
                    <a:pt x="5231" y="787"/>
                  </a:lnTo>
                  <a:lnTo>
                    <a:pt x="5241" y="709"/>
                  </a:lnTo>
                  <a:lnTo>
                    <a:pt x="5231" y="640"/>
                  </a:lnTo>
                  <a:lnTo>
                    <a:pt x="5222" y="571"/>
                  </a:lnTo>
                  <a:lnTo>
                    <a:pt x="5202" y="502"/>
                  </a:lnTo>
                  <a:lnTo>
                    <a:pt x="5182" y="433"/>
                  </a:lnTo>
                  <a:lnTo>
                    <a:pt x="5153" y="374"/>
                  </a:lnTo>
                  <a:lnTo>
                    <a:pt x="5113" y="315"/>
                  </a:lnTo>
                  <a:lnTo>
                    <a:pt x="5074" y="256"/>
                  </a:lnTo>
                  <a:lnTo>
                    <a:pt x="5025" y="207"/>
                  </a:lnTo>
                  <a:lnTo>
                    <a:pt x="4976" y="158"/>
                  </a:lnTo>
                  <a:lnTo>
                    <a:pt x="4927" y="119"/>
                  </a:lnTo>
                  <a:lnTo>
                    <a:pt x="4868" y="89"/>
                  </a:lnTo>
                  <a:lnTo>
                    <a:pt x="4799" y="60"/>
                  </a:lnTo>
                  <a:lnTo>
                    <a:pt x="4740" y="30"/>
                  </a:lnTo>
                  <a:lnTo>
                    <a:pt x="4671" y="10"/>
                  </a:lnTo>
                  <a:lnTo>
                    <a:pt x="4592" y="1"/>
                  </a:lnTo>
                  <a:close/>
                  <a:moveTo>
                    <a:pt x="11535" y="1"/>
                  </a:moveTo>
                  <a:lnTo>
                    <a:pt x="11456" y="10"/>
                  </a:lnTo>
                  <a:lnTo>
                    <a:pt x="11387" y="30"/>
                  </a:lnTo>
                  <a:lnTo>
                    <a:pt x="11328" y="60"/>
                  </a:lnTo>
                  <a:lnTo>
                    <a:pt x="11259" y="89"/>
                  </a:lnTo>
                  <a:lnTo>
                    <a:pt x="11200" y="119"/>
                  </a:lnTo>
                  <a:lnTo>
                    <a:pt x="11151" y="158"/>
                  </a:lnTo>
                  <a:lnTo>
                    <a:pt x="11102" y="207"/>
                  </a:lnTo>
                  <a:lnTo>
                    <a:pt x="11053" y="256"/>
                  </a:lnTo>
                  <a:lnTo>
                    <a:pt x="11014" y="315"/>
                  </a:lnTo>
                  <a:lnTo>
                    <a:pt x="10974" y="374"/>
                  </a:lnTo>
                  <a:lnTo>
                    <a:pt x="10945" y="433"/>
                  </a:lnTo>
                  <a:lnTo>
                    <a:pt x="10925" y="502"/>
                  </a:lnTo>
                  <a:lnTo>
                    <a:pt x="10905" y="571"/>
                  </a:lnTo>
                  <a:lnTo>
                    <a:pt x="10896" y="640"/>
                  </a:lnTo>
                  <a:lnTo>
                    <a:pt x="10886" y="709"/>
                  </a:lnTo>
                  <a:lnTo>
                    <a:pt x="10896" y="787"/>
                  </a:lnTo>
                  <a:lnTo>
                    <a:pt x="10905" y="856"/>
                  </a:lnTo>
                  <a:lnTo>
                    <a:pt x="10925" y="925"/>
                  </a:lnTo>
                  <a:lnTo>
                    <a:pt x="10945" y="994"/>
                  </a:lnTo>
                  <a:lnTo>
                    <a:pt x="10974" y="1053"/>
                  </a:lnTo>
                  <a:lnTo>
                    <a:pt x="11014" y="1112"/>
                  </a:lnTo>
                  <a:lnTo>
                    <a:pt x="11053" y="1171"/>
                  </a:lnTo>
                  <a:lnTo>
                    <a:pt x="11102" y="1220"/>
                  </a:lnTo>
                  <a:lnTo>
                    <a:pt x="11151" y="1259"/>
                  </a:lnTo>
                  <a:lnTo>
                    <a:pt x="11200" y="1308"/>
                  </a:lnTo>
                  <a:lnTo>
                    <a:pt x="11259" y="1338"/>
                  </a:lnTo>
                  <a:lnTo>
                    <a:pt x="11328" y="1367"/>
                  </a:lnTo>
                  <a:lnTo>
                    <a:pt x="11387" y="1397"/>
                  </a:lnTo>
                  <a:lnTo>
                    <a:pt x="11456" y="1417"/>
                  </a:lnTo>
                  <a:lnTo>
                    <a:pt x="11535" y="1426"/>
                  </a:lnTo>
                  <a:lnTo>
                    <a:pt x="11672" y="1426"/>
                  </a:lnTo>
                  <a:lnTo>
                    <a:pt x="11751" y="1417"/>
                  </a:lnTo>
                  <a:lnTo>
                    <a:pt x="11820" y="1397"/>
                  </a:lnTo>
                  <a:lnTo>
                    <a:pt x="11879" y="1367"/>
                  </a:lnTo>
                  <a:lnTo>
                    <a:pt x="11948" y="1338"/>
                  </a:lnTo>
                  <a:lnTo>
                    <a:pt x="12007" y="1308"/>
                  </a:lnTo>
                  <a:lnTo>
                    <a:pt x="12056" y="1259"/>
                  </a:lnTo>
                  <a:lnTo>
                    <a:pt x="12105" y="1220"/>
                  </a:lnTo>
                  <a:lnTo>
                    <a:pt x="12154" y="1171"/>
                  </a:lnTo>
                  <a:lnTo>
                    <a:pt x="12194" y="1112"/>
                  </a:lnTo>
                  <a:lnTo>
                    <a:pt x="12233" y="1053"/>
                  </a:lnTo>
                  <a:lnTo>
                    <a:pt x="12262" y="994"/>
                  </a:lnTo>
                  <a:lnTo>
                    <a:pt x="12282" y="925"/>
                  </a:lnTo>
                  <a:lnTo>
                    <a:pt x="12302" y="856"/>
                  </a:lnTo>
                  <a:lnTo>
                    <a:pt x="12312" y="787"/>
                  </a:lnTo>
                  <a:lnTo>
                    <a:pt x="12321" y="709"/>
                  </a:lnTo>
                  <a:lnTo>
                    <a:pt x="12312" y="640"/>
                  </a:lnTo>
                  <a:lnTo>
                    <a:pt x="12302" y="571"/>
                  </a:lnTo>
                  <a:lnTo>
                    <a:pt x="12282" y="502"/>
                  </a:lnTo>
                  <a:lnTo>
                    <a:pt x="12262" y="433"/>
                  </a:lnTo>
                  <a:lnTo>
                    <a:pt x="12233" y="374"/>
                  </a:lnTo>
                  <a:lnTo>
                    <a:pt x="12194" y="315"/>
                  </a:lnTo>
                  <a:lnTo>
                    <a:pt x="12154" y="256"/>
                  </a:lnTo>
                  <a:lnTo>
                    <a:pt x="12105" y="207"/>
                  </a:lnTo>
                  <a:lnTo>
                    <a:pt x="12056" y="158"/>
                  </a:lnTo>
                  <a:lnTo>
                    <a:pt x="12007" y="119"/>
                  </a:lnTo>
                  <a:lnTo>
                    <a:pt x="11948" y="89"/>
                  </a:lnTo>
                  <a:lnTo>
                    <a:pt x="11879" y="60"/>
                  </a:lnTo>
                  <a:lnTo>
                    <a:pt x="11820" y="30"/>
                  </a:lnTo>
                  <a:lnTo>
                    <a:pt x="11751" y="10"/>
                  </a:lnTo>
                  <a:lnTo>
                    <a:pt x="11672" y="1"/>
                  </a:lnTo>
                  <a:close/>
                  <a:moveTo>
                    <a:pt x="639" y="6294"/>
                  </a:moveTo>
                  <a:lnTo>
                    <a:pt x="570" y="6304"/>
                  </a:lnTo>
                  <a:lnTo>
                    <a:pt x="502" y="6323"/>
                  </a:lnTo>
                  <a:lnTo>
                    <a:pt x="433" y="6353"/>
                  </a:lnTo>
                  <a:lnTo>
                    <a:pt x="374" y="6382"/>
                  </a:lnTo>
                  <a:lnTo>
                    <a:pt x="315" y="6412"/>
                  </a:lnTo>
                  <a:lnTo>
                    <a:pt x="256" y="6451"/>
                  </a:lnTo>
                  <a:lnTo>
                    <a:pt x="207" y="6500"/>
                  </a:lnTo>
                  <a:lnTo>
                    <a:pt x="157" y="6550"/>
                  </a:lnTo>
                  <a:lnTo>
                    <a:pt x="118" y="6609"/>
                  </a:lnTo>
                  <a:lnTo>
                    <a:pt x="89" y="6668"/>
                  </a:lnTo>
                  <a:lnTo>
                    <a:pt x="59" y="6727"/>
                  </a:lnTo>
                  <a:lnTo>
                    <a:pt x="30" y="6795"/>
                  </a:lnTo>
                  <a:lnTo>
                    <a:pt x="10" y="6864"/>
                  </a:lnTo>
                  <a:lnTo>
                    <a:pt x="0" y="6933"/>
                  </a:lnTo>
                  <a:lnTo>
                    <a:pt x="0" y="7002"/>
                  </a:lnTo>
                  <a:lnTo>
                    <a:pt x="0" y="7081"/>
                  </a:lnTo>
                  <a:lnTo>
                    <a:pt x="10" y="7149"/>
                  </a:lnTo>
                  <a:lnTo>
                    <a:pt x="30" y="7218"/>
                  </a:lnTo>
                  <a:lnTo>
                    <a:pt x="59" y="7287"/>
                  </a:lnTo>
                  <a:lnTo>
                    <a:pt x="89" y="7346"/>
                  </a:lnTo>
                  <a:lnTo>
                    <a:pt x="118" y="7405"/>
                  </a:lnTo>
                  <a:lnTo>
                    <a:pt x="157" y="7464"/>
                  </a:lnTo>
                  <a:lnTo>
                    <a:pt x="207" y="7513"/>
                  </a:lnTo>
                  <a:lnTo>
                    <a:pt x="256" y="7553"/>
                  </a:lnTo>
                  <a:lnTo>
                    <a:pt x="315" y="7602"/>
                  </a:lnTo>
                  <a:lnTo>
                    <a:pt x="374" y="7631"/>
                  </a:lnTo>
                  <a:lnTo>
                    <a:pt x="433" y="7661"/>
                  </a:lnTo>
                  <a:lnTo>
                    <a:pt x="502" y="7690"/>
                  </a:lnTo>
                  <a:lnTo>
                    <a:pt x="570" y="7710"/>
                  </a:lnTo>
                  <a:lnTo>
                    <a:pt x="639" y="7720"/>
                  </a:lnTo>
                  <a:lnTo>
                    <a:pt x="787" y="7720"/>
                  </a:lnTo>
                  <a:lnTo>
                    <a:pt x="856" y="7710"/>
                  </a:lnTo>
                  <a:lnTo>
                    <a:pt x="924" y="7690"/>
                  </a:lnTo>
                  <a:lnTo>
                    <a:pt x="993" y="7661"/>
                  </a:lnTo>
                  <a:lnTo>
                    <a:pt x="1052" y="7631"/>
                  </a:lnTo>
                  <a:lnTo>
                    <a:pt x="1111" y="7602"/>
                  </a:lnTo>
                  <a:lnTo>
                    <a:pt x="1170" y="7553"/>
                  </a:lnTo>
                  <a:lnTo>
                    <a:pt x="1219" y="7513"/>
                  </a:lnTo>
                  <a:lnTo>
                    <a:pt x="1259" y="7464"/>
                  </a:lnTo>
                  <a:lnTo>
                    <a:pt x="1308" y="7405"/>
                  </a:lnTo>
                  <a:lnTo>
                    <a:pt x="1337" y="7346"/>
                  </a:lnTo>
                  <a:lnTo>
                    <a:pt x="1367" y="7287"/>
                  </a:lnTo>
                  <a:lnTo>
                    <a:pt x="1396" y="7218"/>
                  </a:lnTo>
                  <a:lnTo>
                    <a:pt x="1416" y="7149"/>
                  </a:lnTo>
                  <a:lnTo>
                    <a:pt x="1426" y="7081"/>
                  </a:lnTo>
                  <a:lnTo>
                    <a:pt x="1426" y="7002"/>
                  </a:lnTo>
                  <a:lnTo>
                    <a:pt x="1426" y="6933"/>
                  </a:lnTo>
                  <a:lnTo>
                    <a:pt x="1416" y="6864"/>
                  </a:lnTo>
                  <a:lnTo>
                    <a:pt x="1396" y="6795"/>
                  </a:lnTo>
                  <a:lnTo>
                    <a:pt x="1367" y="6727"/>
                  </a:lnTo>
                  <a:lnTo>
                    <a:pt x="1337" y="6668"/>
                  </a:lnTo>
                  <a:lnTo>
                    <a:pt x="1308" y="6609"/>
                  </a:lnTo>
                  <a:lnTo>
                    <a:pt x="1259" y="6550"/>
                  </a:lnTo>
                  <a:lnTo>
                    <a:pt x="1219" y="6500"/>
                  </a:lnTo>
                  <a:lnTo>
                    <a:pt x="1170" y="6451"/>
                  </a:lnTo>
                  <a:lnTo>
                    <a:pt x="1111" y="6412"/>
                  </a:lnTo>
                  <a:lnTo>
                    <a:pt x="1052" y="6382"/>
                  </a:lnTo>
                  <a:lnTo>
                    <a:pt x="993" y="6353"/>
                  </a:lnTo>
                  <a:lnTo>
                    <a:pt x="924" y="6323"/>
                  </a:lnTo>
                  <a:lnTo>
                    <a:pt x="856" y="6304"/>
                  </a:lnTo>
                  <a:lnTo>
                    <a:pt x="787" y="6294"/>
                  </a:lnTo>
                  <a:close/>
                  <a:moveTo>
                    <a:pt x="15340" y="6294"/>
                  </a:moveTo>
                  <a:lnTo>
                    <a:pt x="15271" y="6304"/>
                  </a:lnTo>
                  <a:lnTo>
                    <a:pt x="15203" y="6323"/>
                  </a:lnTo>
                  <a:lnTo>
                    <a:pt x="15134" y="6353"/>
                  </a:lnTo>
                  <a:lnTo>
                    <a:pt x="15075" y="6382"/>
                  </a:lnTo>
                  <a:lnTo>
                    <a:pt x="15016" y="6412"/>
                  </a:lnTo>
                  <a:lnTo>
                    <a:pt x="14957" y="6451"/>
                  </a:lnTo>
                  <a:lnTo>
                    <a:pt x="14908" y="6500"/>
                  </a:lnTo>
                  <a:lnTo>
                    <a:pt x="14868" y="6550"/>
                  </a:lnTo>
                  <a:lnTo>
                    <a:pt x="14819" y="6609"/>
                  </a:lnTo>
                  <a:lnTo>
                    <a:pt x="14790" y="6668"/>
                  </a:lnTo>
                  <a:lnTo>
                    <a:pt x="14760" y="6727"/>
                  </a:lnTo>
                  <a:lnTo>
                    <a:pt x="14731" y="6795"/>
                  </a:lnTo>
                  <a:lnTo>
                    <a:pt x="14711" y="6864"/>
                  </a:lnTo>
                  <a:lnTo>
                    <a:pt x="14701" y="6933"/>
                  </a:lnTo>
                  <a:lnTo>
                    <a:pt x="14701" y="7002"/>
                  </a:lnTo>
                  <a:lnTo>
                    <a:pt x="14701" y="7081"/>
                  </a:lnTo>
                  <a:lnTo>
                    <a:pt x="14711" y="7149"/>
                  </a:lnTo>
                  <a:lnTo>
                    <a:pt x="14731" y="7218"/>
                  </a:lnTo>
                  <a:lnTo>
                    <a:pt x="14760" y="7287"/>
                  </a:lnTo>
                  <a:lnTo>
                    <a:pt x="14790" y="7346"/>
                  </a:lnTo>
                  <a:lnTo>
                    <a:pt x="14819" y="7405"/>
                  </a:lnTo>
                  <a:lnTo>
                    <a:pt x="14868" y="7464"/>
                  </a:lnTo>
                  <a:lnTo>
                    <a:pt x="14908" y="7513"/>
                  </a:lnTo>
                  <a:lnTo>
                    <a:pt x="14957" y="7553"/>
                  </a:lnTo>
                  <a:lnTo>
                    <a:pt x="15016" y="7602"/>
                  </a:lnTo>
                  <a:lnTo>
                    <a:pt x="15075" y="7631"/>
                  </a:lnTo>
                  <a:lnTo>
                    <a:pt x="15134" y="7661"/>
                  </a:lnTo>
                  <a:lnTo>
                    <a:pt x="15203" y="7690"/>
                  </a:lnTo>
                  <a:lnTo>
                    <a:pt x="15271" y="7710"/>
                  </a:lnTo>
                  <a:lnTo>
                    <a:pt x="15340" y="7720"/>
                  </a:lnTo>
                  <a:lnTo>
                    <a:pt x="15488" y="7720"/>
                  </a:lnTo>
                  <a:lnTo>
                    <a:pt x="15557" y="7710"/>
                  </a:lnTo>
                  <a:lnTo>
                    <a:pt x="15625" y="7690"/>
                  </a:lnTo>
                  <a:lnTo>
                    <a:pt x="15694" y="7661"/>
                  </a:lnTo>
                  <a:lnTo>
                    <a:pt x="15753" y="7631"/>
                  </a:lnTo>
                  <a:lnTo>
                    <a:pt x="15812" y="7602"/>
                  </a:lnTo>
                  <a:lnTo>
                    <a:pt x="15871" y="7553"/>
                  </a:lnTo>
                  <a:lnTo>
                    <a:pt x="15920" y="7513"/>
                  </a:lnTo>
                  <a:lnTo>
                    <a:pt x="15970" y="7464"/>
                  </a:lnTo>
                  <a:lnTo>
                    <a:pt x="16009" y="7405"/>
                  </a:lnTo>
                  <a:lnTo>
                    <a:pt x="16038" y="7346"/>
                  </a:lnTo>
                  <a:lnTo>
                    <a:pt x="16068" y="7287"/>
                  </a:lnTo>
                  <a:lnTo>
                    <a:pt x="16097" y="7218"/>
                  </a:lnTo>
                  <a:lnTo>
                    <a:pt x="16117" y="7149"/>
                  </a:lnTo>
                  <a:lnTo>
                    <a:pt x="16127" y="7081"/>
                  </a:lnTo>
                  <a:lnTo>
                    <a:pt x="16127" y="7002"/>
                  </a:lnTo>
                  <a:lnTo>
                    <a:pt x="16127" y="6933"/>
                  </a:lnTo>
                  <a:lnTo>
                    <a:pt x="16117" y="6864"/>
                  </a:lnTo>
                  <a:lnTo>
                    <a:pt x="16097" y="6795"/>
                  </a:lnTo>
                  <a:lnTo>
                    <a:pt x="16068" y="6727"/>
                  </a:lnTo>
                  <a:lnTo>
                    <a:pt x="16038" y="6668"/>
                  </a:lnTo>
                  <a:lnTo>
                    <a:pt x="16009" y="6609"/>
                  </a:lnTo>
                  <a:lnTo>
                    <a:pt x="15970" y="6550"/>
                  </a:lnTo>
                  <a:lnTo>
                    <a:pt x="15920" y="6500"/>
                  </a:lnTo>
                  <a:lnTo>
                    <a:pt x="15871" y="6451"/>
                  </a:lnTo>
                  <a:lnTo>
                    <a:pt x="15812" y="6412"/>
                  </a:lnTo>
                  <a:lnTo>
                    <a:pt x="15753" y="6382"/>
                  </a:lnTo>
                  <a:lnTo>
                    <a:pt x="15694" y="6353"/>
                  </a:lnTo>
                  <a:lnTo>
                    <a:pt x="15625" y="6323"/>
                  </a:lnTo>
                  <a:lnTo>
                    <a:pt x="15557" y="6304"/>
                  </a:lnTo>
                  <a:lnTo>
                    <a:pt x="15488" y="6294"/>
                  </a:lnTo>
                  <a:close/>
                  <a:moveTo>
                    <a:pt x="4523" y="12656"/>
                  </a:moveTo>
                  <a:lnTo>
                    <a:pt x="4455" y="12666"/>
                  </a:lnTo>
                  <a:lnTo>
                    <a:pt x="4376" y="12676"/>
                  </a:lnTo>
                  <a:lnTo>
                    <a:pt x="4307" y="12695"/>
                  </a:lnTo>
                  <a:lnTo>
                    <a:pt x="4248" y="12715"/>
                  </a:lnTo>
                  <a:lnTo>
                    <a:pt x="4179" y="12745"/>
                  </a:lnTo>
                  <a:lnTo>
                    <a:pt x="4120" y="12784"/>
                  </a:lnTo>
                  <a:lnTo>
                    <a:pt x="4071" y="12823"/>
                  </a:lnTo>
                  <a:lnTo>
                    <a:pt x="4022" y="12872"/>
                  </a:lnTo>
                  <a:lnTo>
                    <a:pt x="3973" y="12922"/>
                  </a:lnTo>
                  <a:lnTo>
                    <a:pt x="3933" y="12971"/>
                  </a:lnTo>
                  <a:lnTo>
                    <a:pt x="3894" y="13030"/>
                  </a:lnTo>
                  <a:lnTo>
                    <a:pt x="3865" y="13099"/>
                  </a:lnTo>
                  <a:lnTo>
                    <a:pt x="3845" y="13158"/>
                  </a:lnTo>
                  <a:lnTo>
                    <a:pt x="3825" y="13226"/>
                  </a:lnTo>
                  <a:lnTo>
                    <a:pt x="3815" y="13295"/>
                  </a:lnTo>
                  <a:lnTo>
                    <a:pt x="3806" y="13374"/>
                  </a:lnTo>
                  <a:lnTo>
                    <a:pt x="3815" y="13443"/>
                  </a:lnTo>
                  <a:lnTo>
                    <a:pt x="3825" y="13512"/>
                  </a:lnTo>
                  <a:lnTo>
                    <a:pt x="3845" y="13580"/>
                  </a:lnTo>
                  <a:lnTo>
                    <a:pt x="3865" y="13649"/>
                  </a:lnTo>
                  <a:lnTo>
                    <a:pt x="3894" y="13708"/>
                  </a:lnTo>
                  <a:lnTo>
                    <a:pt x="3933" y="13767"/>
                  </a:lnTo>
                  <a:lnTo>
                    <a:pt x="3973" y="13826"/>
                  </a:lnTo>
                  <a:lnTo>
                    <a:pt x="4022" y="13875"/>
                  </a:lnTo>
                  <a:lnTo>
                    <a:pt x="4071" y="13925"/>
                  </a:lnTo>
                  <a:lnTo>
                    <a:pt x="4120" y="13964"/>
                  </a:lnTo>
                  <a:lnTo>
                    <a:pt x="4179" y="14003"/>
                  </a:lnTo>
                  <a:lnTo>
                    <a:pt x="4248" y="14033"/>
                  </a:lnTo>
                  <a:lnTo>
                    <a:pt x="4307" y="14052"/>
                  </a:lnTo>
                  <a:lnTo>
                    <a:pt x="4376" y="14072"/>
                  </a:lnTo>
                  <a:lnTo>
                    <a:pt x="4455" y="14082"/>
                  </a:lnTo>
                  <a:lnTo>
                    <a:pt x="4592" y="14082"/>
                  </a:lnTo>
                  <a:lnTo>
                    <a:pt x="4671" y="14072"/>
                  </a:lnTo>
                  <a:lnTo>
                    <a:pt x="4740" y="14052"/>
                  </a:lnTo>
                  <a:lnTo>
                    <a:pt x="4799" y="14033"/>
                  </a:lnTo>
                  <a:lnTo>
                    <a:pt x="4868" y="14003"/>
                  </a:lnTo>
                  <a:lnTo>
                    <a:pt x="4927" y="13964"/>
                  </a:lnTo>
                  <a:lnTo>
                    <a:pt x="4976" y="13925"/>
                  </a:lnTo>
                  <a:lnTo>
                    <a:pt x="5025" y="13875"/>
                  </a:lnTo>
                  <a:lnTo>
                    <a:pt x="5074" y="13826"/>
                  </a:lnTo>
                  <a:lnTo>
                    <a:pt x="5113" y="13767"/>
                  </a:lnTo>
                  <a:lnTo>
                    <a:pt x="5153" y="13708"/>
                  </a:lnTo>
                  <a:lnTo>
                    <a:pt x="5182" y="13649"/>
                  </a:lnTo>
                  <a:lnTo>
                    <a:pt x="5202" y="13580"/>
                  </a:lnTo>
                  <a:lnTo>
                    <a:pt x="5222" y="13512"/>
                  </a:lnTo>
                  <a:lnTo>
                    <a:pt x="5231" y="13443"/>
                  </a:lnTo>
                  <a:lnTo>
                    <a:pt x="5241" y="13374"/>
                  </a:lnTo>
                  <a:lnTo>
                    <a:pt x="5231" y="13295"/>
                  </a:lnTo>
                  <a:lnTo>
                    <a:pt x="5222" y="13226"/>
                  </a:lnTo>
                  <a:lnTo>
                    <a:pt x="5202" y="13158"/>
                  </a:lnTo>
                  <a:lnTo>
                    <a:pt x="5182" y="13099"/>
                  </a:lnTo>
                  <a:lnTo>
                    <a:pt x="5153" y="13030"/>
                  </a:lnTo>
                  <a:lnTo>
                    <a:pt x="5113" y="12971"/>
                  </a:lnTo>
                  <a:lnTo>
                    <a:pt x="5074" y="12922"/>
                  </a:lnTo>
                  <a:lnTo>
                    <a:pt x="5025" y="12872"/>
                  </a:lnTo>
                  <a:lnTo>
                    <a:pt x="4976" y="12823"/>
                  </a:lnTo>
                  <a:lnTo>
                    <a:pt x="4927" y="12784"/>
                  </a:lnTo>
                  <a:lnTo>
                    <a:pt x="4868" y="12745"/>
                  </a:lnTo>
                  <a:lnTo>
                    <a:pt x="4799" y="12715"/>
                  </a:lnTo>
                  <a:lnTo>
                    <a:pt x="4740" y="12695"/>
                  </a:lnTo>
                  <a:lnTo>
                    <a:pt x="4671" y="12676"/>
                  </a:lnTo>
                  <a:lnTo>
                    <a:pt x="4592" y="12666"/>
                  </a:lnTo>
                  <a:lnTo>
                    <a:pt x="4523" y="12656"/>
                  </a:lnTo>
                  <a:close/>
                  <a:moveTo>
                    <a:pt x="11604" y="12656"/>
                  </a:moveTo>
                  <a:lnTo>
                    <a:pt x="11535" y="12666"/>
                  </a:lnTo>
                  <a:lnTo>
                    <a:pt x="11456" y="12676"/>
                  </a:lnTo>
                  <a:lnTo>
                    <a:pt x="11387" y="12695"/>
                  </a:lnTo>
                  <a:lnTo>
                    <a:pt x="11328" y="12715"/>
                  </a:lnTo>
                  <a:lnTo>
                    <a:pt x="11259" y="12745"/>
                  </a:lnTo>
                  <a:lnTo>
                    <a:pt x="11200" y="12784"/>
                  </a:lnTo>
                  <a:lnTo>
                    <a:pt x="11151" y="12823"/>
                  </a:lnTo>
                  <a:lnTo>
                    <a:pt x="11102" y="12872"/>
                  </a:lnTo>
                  <a:lnTo>
                    <a:pt x="11053" y="12922"/>
                  </a:lnTo>
                  <a:lnTo>
                    <a:pt x="11014" y="12971"/>
                  </a:lnTo>
                  <a:lnTo>
                    <a:pt x="10974" y="13030"/>
                  </a:lnTo>
                  <a:lnTo>
                    <a:pt x="10945" y="13099"/>
                  </a:lnTo>
                  <a:lnTo>
                    <a:pt x="10925" y="13158"/>
                  </a:lnTo>
                  <a:lnTo>
                    <a:pt x="10905" y="13226"/>
                  </a:lnTo>
                  <a:lnTo>
                    <a:pt x="10896" y="13295"/>
                  </a:lnTo>
                  <a:lnTo>
                    <a:pt x="10886" y="13374"/>
                  </a:lnTo>
                  <a:lnTo>
                    <a:pt x="10896" y="13443"/>
                  </a:lnTo>
                  <a:lnTo>
                    <a:pt x="10905" y="13512"/>
                  </a:lnTo>
                  <a:lnTo>
                    <a:pt x="10925" y="13580"/>
                  </a:lnTo>
                  <a:lnTo>
                    <a:pt x="10945" y="13649"/>
                  </a:lnTo>
                  <a:lnTo>
                    <a:pt x="10974" y="13708"/>
                  </a:lnTo>
                  <a:lnTo>
                    <a:pt x="11014" y="13767"/>
                  </a:lnTo>
                  <a:lnTo>
                    <a:pt x="11053" y="13826"/>
                  </a:lnTo>
                  <a:lnTo>
                    <a:pt x="11102" y="13875"/>
                  </a:lnTo>
                  <a:lnTo>
                    <a:pt x="11151" y="13925"/>
                  </a:lnTo>
                  <a:lnTo>
                    <a:pt x="11200" y="13964"/>
                  </a:lnTo>
                  <a:lnTo>
                    <a:pt x="11259" y="14003"/>
                  </a:lnTo>
                  <a:lnTo>
                    <a:pt x="11328" y="14033"/>
                  </a:lnTo>
                  <a:lnTo>
                    <a:pt x="11387" y="14052"/>
                  </a:lnTo>
                  <a:lnTo>
                    <a:pt x="11456" y="14072"/>
                  </a:lnTo>
                  <a:lnTo>
                    <a:pt x="11535" y="14082"/>
                  </a:lnTo>
                  <a:lnTo>
                    <a:pt x="11672" y="14082"/>
                  </a:lnTo>
                  <a:lnTo>
                    <a:pt x="11751" y="14072"/>
                  </a:lnTo>
                  <a:lnTo>
                    <a:pt x="11820" y="14052"/>
                  </a:lnTo>
                  <a:lnTo>
                    <a:pt x="11879" y="14033"/>
                  </a:lnTo>
                  <a:lnTo>
                    <a:pt x="11948" y="14003"/>
                  </a:lnTo>
                  <a:lnTo>
                    <a:pt x="12007" y="13964"/>
                  </a:lnTo>
                  <a:lnTo>
                    <a:pt x="12056" y="13925"/>
                  </a:lnTo>
                  <a:lnTo>
                    <a:pt x="12105" y="13875"/>
                  </a:lnTo>
                  <a:lnTo>
                    <a:pt x="12154" y="13826"/>
                  </a:lnTo>
                  <a:lnTo>
                    <a:pt x="12194" y="13767"/>
                  </a:lnTo>
                  <a:lnTo>
                    <a:pt x="12233" y="13708"/>
                  </a:lnTo>
                  <a:lnTo>
                    <a:pt x="12262" y="13649"/>
                  </a:lnTo>
                  <a:lnTo>
                    <a:pt x="12282" y="13580"/>
                  </a:lnTo>
                  <a:lnTo>
                    <a:pt x="12302" y="13512"/>
                  </a:lnTo>
                  <a:lnTo>
                    <a:pt x="12312" y="13443"/>
                  </a:lnTo>
                  <a:lnTo>
                    <a:pt x="12321" y="13374"/>
                  </a:lnTo>
                  <a:lnTo>
                    <a:pt x="12312" y="13295"/>
                  </a:lnTo>
                  <a:lnTo>
                    <a:pt x="12302" y="13226"/>
                  </a:lnTo>
                  <a:lnTo>
                    <a:pt x="12282" y="13158"/>
                  </a:lnTo>
                  <a:lnTo>
                    <a:pt x="12262" y="13099"/>
                  </a:lnTo>
                  <a:lnTo>
                    <a:pt x="12233" y="13030"/>
                  </a:lnTo>
                  <a:lnTo>
                    <a:pt x="12194" y="12971"/>
                  </a:lnTo>
                  <a:lnTo>
                    <a:pt x="12154" y="12922"/>
                  </a:lnTo>
                  <a:lnTo>
                    <a:pt x="12105" y="12872"/>
                  </a:lnTo>
                  <a:lnTo>
                    <a:pt x="12056" y="12823"/>
                  </a:lnTo>
                  <a:lnTo>
                    <a:pt x="12007" y="12784"/>
                  </a:lnTo>
                  <a:lnTo>
                    <a:pt x="11948" y="12745"/>
                  </a:lnTo>
                  <a:lnTo>
                    <a:pt x="11879" y="12715"/>
                  </a:lnTo>
                  <a:lnTo>
                    <a:pt x="11820" y="12695"/>
                  </a:lnTo>
                  <a:lnTo>
                    <a:pt x="11751" y="12676"/>
                  </a:lnTo>
                  <a:lnTo>
                    <a:pt x="11672" y="12666"/>
                  </a:lnTo>
                  <a:lnTo>
                    <a:pt x="11604" y="12656"/>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7" name="Google Shape;1547;p103"/>
            <p:cNvSpPr/>
            <p:nvPr/>
          </p:nvSpPr>
          <p:spPr>
            <a:xfrm>
              <a:off x="808450" y="2357950"/>
              <a:ext cx="236525" cy="236750"/>
            </a:xfrm>
            <a:custGeom>
              <a:avLst/>
              <a:gdLst/>
              <a:ahLst/>
              <a:cxnLst/>
              <a:rect l="l" t="t" r="r" b="b"/>
              <a:pathLst>
                <a:path w="9461" h="9470" extrusionOk="0">
                  <a:moveTo>
                    <a:pt x="5232" y="0"/>
                  </a:moveTo>
                  <a:lnTo>
                    <a:pt x="4966" y="10"/>
                  </a:lnTo>
                  <a:lnTo>
                    <a:pt x="4701" y="30"/>
                  </a:lnTo>
                  <a:lnTo>
                    <a:pt x="4435" y="69"/>
                  </a:lnTo>
                  <a:lnTo>
                    <a:pt x="4180" y="108"/>
                  </a:lnTo>
                  <a:lnTo>
                    <a:pt x="3924" y="167"/>
                  </a:lnTo>
                  <a:lnTo>
                    <a:pt x="3678" y="236"/>
                  </a:lnTo>
                  <a:lnTo>
                    <a:pt x="3432" y="325"/>
                  </a:lnTo>
                  <a:lnTo>
                    <a:pt x="3196" y="413"/>
                  </a:lnTo>
                  <a:lnTo>
                    <a:pt x="2970" y="521"/>
                  </a:lnTo>
                  <a:lnTo>
                    <a:pt x="2744" y="639"/>
                  </a:lnTo>
                  <a:lnTo>
                    <a:pt x="2518" y="767"/>
                  </a:lnTo>
                  <a:lnTo>
                    <a:pt x="2311" y="895"/>
                  </a:lnTo>
                  <a:lnTo>
                    <a:pt x="2105" y="1042"/>
                  </a:lnTo>
                  <a:lnTo>
                    <a:pt x="1908" y="1200"/>
                  </a:lnTo>
                  <a:lnTo>
                    <a:pt x="1721" y="1367"/>
                  </a:lnTo>
                  <a:lnTo>
                    <a:pt x="1535" y="1544"/>
                  </a:lnTo>
                  <a:lnTo>
                    <a:pt x="1358" y="1721"/>
                  </a:lnTo>
                  <a:lnTo>
                    <a:pt x="1200" y="1908"/>
                  </a:lnTo>
                  <a:lnTo>
                    <a:pt x="1043" y="2104"/>
                  </a:lnTo>
                  <a:lnTo>
                    <a:pt x="895" y="2311"/>
                  </a:lnTo>
                  <a:lnTo>
                    <a:pt x="758" y="2527"/>
                  </a:lnTo>
                  <a:lnTo>
                    <a:pt x="630" y="2744"/>
                  </a:lnTo>
                  <a:lnTo>
                    <a:pt x="522" y="2970"/>
                  </a:lnTo>
                  <a:lnTo>
                    <a:pt x="414" y="3206"/>
                  </a:lnTo>
                  <a:lnTo>
                    <a:pt x="315" y="3442"/>
                  </a:lnTo>
                  <a:lnTo>
                    <a:pt x="237" y="3688"/>
                  </a:lnTo>
                  <a:lnTo>
                    <a:pt x="168" y="3933"/>
                  </a:lnTo>
                  <a:lnTo>
                    <a:pt x="109" y="4189"/>
                  </a:lnTo>
                  <a:lnTo>
                    <a:pt x="60" y="4445"/>
                  </a:lnTo>
                  <a:lnTo>
                    <a:pt x="30" y="4700"/>
                  </a:lnTo>
                  <a:lnTo>
                    <a:pt x="10" y="4966"/>
                  </a:lnTo>
                  <a:lnTo>
                    <a:pt x="1" y="5241"/>
                  </a:lnTo>
                  <a:lnTo>
                    <a:pt x="954" y="5241"/>
                  </a:lnTo>
                  <a:lnTo>
                    <a:pt x="954" y="5015"/>
                  </a:lnTo>
                  <a:lnTo>
                    <a:pt x="974" y="4799"/>
                  </a:lnTo>
                  <a:lnTo>
                    <a:pt x="1004" y="4592"/>
                  </a:lnTo>
                  <a:lnTo>
                    <a:pt x="1043" y="4376"/>
                  </a:lnTo>
                  <a:lnTo>
                    <a:pt x="1082" y="4169"/>
                  </a:lnTo>
                  <a:lnTo>
                    <a:pt x="1141" y="3963"/>
                  </a:lnTo>
                  <a:lnTo>
                    <a:pt x="1210" y="3766"/>
                  </a:lnTo>
                  <a:lnTo>
                    <a:pt x="1289" y="3570"/>
                  </a:lnTo>
                  <a:lnTo>
                    <a:pt x="1377" y="3383"/>
                  </a:lnTo>
                  <a:lnTo>
                    <a:pt x="1466" y="3196"/>
                  </a:lnTo>
                  <a:lnTo>
                    <a:pt x="1574" y="3019"/>
                  </a:lnTo>
                  <a:lnTo>
                    <a:pt x="1682" y="2842"/>
                  </a:lnTo>
                  <a:lnTo>
                    <a:pt x="1800" y="2675"/>
                  </a:lnTo>
                  <a:lnTo>
                    <a:pt x="1928" y="2517"/>
                  </a:lnTo>
                  <a:lnTo>
                    <a:pt x="2066" y="2360"/>
                  </a:lnTo>
                  <a:lnTo>
                    <a:pt x="2203" y="2213"/>
                  </a:lnTo>
                  <a:lnTo>
                    <a:pt x="2361" y="2075"/>
                  </a:lnTo>
                  <a:lnTo>
                    <a:pt x="2508" y="1937"/>
                  </a:lnTo>
                  <a:lnTo>
                    <a:pt x="2675" y="1809"/>
                  </a:lnTo>
                  <a:lnTo>
                    <a:pt x="2842" y="1691"/>
                  </a:lnTo>
                  <a:lnTo>
                    <a:pt x="3019" y="1573"/>
                  </a:lnTo>
                  <a:lnTo>
                    <a:pt x="3196" y="1475"/>
                  </a:lnTo>
                  <a:lnTo>
                    <a:pt x="3383" y="1377"/>
                  </a:lnTo>
                  <a:lnTo>
                    <a:pt x="3570" y="1288"/>
                  </a:lnTo>
                  <a:lnTo>
                    <a:pt x="3767" y="1219"/>
                  </a:lnTo>
                  <a:lnTo>
                    <a:pt x="3963" y="1151"/>
                  </a:lnTo>
                  <a:lnTo>
                    <a:pt x="4170" y="1092"/>
                  </a:lnTo>
                  <a:lnTo>
                    <a:pt x="4376" y="1042"/>
                  </a:lnTo>
                  <a:lnTo>
                    <a:pt x="4583" y="1003"/>
                  </a:lnTo>
                  <a:lnTo>
                    <a:pt x="4799" y="974"/>
                  </a:lnTo>
                  <a:lnTo>
                    <a:pt x="5016" y="964"/>
                  </a:lnTo>
                  <a:lnTo>
                    <a:pt x="5232" y="954"/>
                  </a:lnTo>
                  <a:lnTo>
                    <a:pt x="5232" y="0"/>
                  </a:lnTo>
                  <a:close/>
                  <a:moveTo>
                    <a:pt x="5065" y="1908"/>
                  </a:moveTo>
                  <a:lnTo>
                    <a:pt x="4898" y="1927"/>
                  </a:lnTo>
                  <a:lnTo>
                    <a:pt x="4730" y="1947"/>
                  </a:lnTo>
                  <a:lnTo>
                    <a:pt x="4563" y="1977"/>
                  </a:lnTo>
                  <a:lnTo>
                    <a:pt x="4406" y="2016"/>
                  </a:lnTo>
                  <a:lnTo>
                    <a:pt x="4249" y="2055"/>
                  </a:lnTo>
                  <a:lnTo>
                    <a:pt x="4091" y="2114"/>
                  </a:lnTo>
                  <a:lnTo>
                    <a:pt x="3944" y="2173"/>
                  </a:lnTo>
                  <a:lnTo>
                    <a:pt x="3796" y="2232"/>
                  </a:lnTo>
                  <a:lnTo>
                    <a:pt x="3649" y="2311"/>
                  </a:lnTo>
                  <a:lnTo>
                    <a:pt x="3511" y="2390"/>
                  </a:lnTo>
                  <a:lnTo>
                    <a:pt x="3373" y="2478"/>
                  </a:lnTo>
                  <a:lnTo>
                    <a:pt x="3246" y="2567"/>
                  </a:lnTo>
                  <a:lnTo>
                    <a:pt x="3118" y="2665"/>
                  </a:lnTo>
                  <a:lnTo>
                    <a:pt x="3000" y="2773"/>
                  </a:lnTo>
                  <a:lnTo>
                    <a:pt x="2882" y="2881"/>
                  </a:lnTo>
                  <a:lnTo>
                    <a:pt x="2774" y="2999"/>
                  </a:lnTo>
                  <a:lnTo>
                    <a:pt x="2665" y="3117"/>
                  </a:lnTo>
                  <a:lnTo>
                    <a:pt x="2567" y="3245"/>
                  </a:lnTo>
                  <a:lnTo>
                    <a:pt x="2469" y="3383"/>
                  </a:lnTo>
                  <a:lnTo>
                    <a:pt x="2390" y="3511"/>
                  </a:lnTo>
                  <a:lnTo>
                    <a:pt x="2311" y="3648"/>
                  </a:lnTo>
                  <a:lnTo>
                    <a:pt x="2233" y="3796"/>
                  </a:lnTo>
                  <a:lnTo>
                    <a:pt x="2164" y="3943"/>
                  </a:lnTo>
                  <a:lnTo>
                    <a:pt x="2105" y="4091"/>
                  </a:lnTo>
                  <a:lnTo>
                    <a:pt x="2056" y="4248"/>
                  </a:lnTo>
                  <a:lnTo>
                    <a:pt x="2007" y="4405"/>
                  </a:lnTo>
                  <a:lnTo>
                    <a:pt x="1967" y="4573"/>
                  </a:lnTo>
                  <a:lnTo>
                    <a:pt x="1938" y="4730"/>
                  </a:lnTo>
                  <a:lnTo>
                    <a:pt x="1918" y="4897"/>
                  </a:lnTo>
                  <a:lnTo>
                    <a:pt x="1908" y="5064"/>
                  </a:lnTo>
                  <a:lnTo>
                    <a:pt x="1908" y="5241"/>
                  </a:lnTo>
                  <a:lnTo>
                    <a:pt x="2852" y="5241"/>
                  </a:lnTo>
                  <a:lnTo>
                    <a:pt x="2862" y="5113"/>
                  </a:lnTo>
                  <a:lnTo>
                    <a:pt x="2872" y="4995"/>
                  </a:lnTo>
                  <a:lnTo>
                    <a:pt x="2882" y="4877"/>
                  </a:lnTo>
                  <a:lnTo>
                    <a:pt x="2901" y="4759"/>
                  </a:lnTo>
                  <a:lnTo>
                    <a:pt x="2931" y="4641"/>
                  </a:lnTo>
                  <a:lnTo>
                    <a:pt x="2960" y="4533"/>
                  </a:lnTo>
                  <a:lnTo>
                    <a:pt x="3039" y="4317"/>
                  </a:lnTo>
                  <a:lnTo>
                    <a:pt x="3147" y="4110"/>
                  </a:lnTo>
                  <a:lnTo>
                    <a:pt x="3265" y="3914"/>
                  </a:lnTo>
                  <a:lnTo>
                    <a:pt x="3403" y="3727"/>
                  </a:lnTo>
                  <a:lnTo>
                    <a:pt x="3550" y="3560"/>
                  </a:lnTo>
                  <a:lnTo>
                    <a:pt x="3727" y="3402"/>
                  </a:lnTo>
                  <a:lnTo>
                    <a:pt x="3904" y="3265"/>
                  </a:lnTo>
                  <a:lnTo>
                    <a:pt x="4101" y="3147"/>
                  </a:lnTo>
                  <a:lnTo>
                    <a:pt x="4308" y="3048"/>
                  </a:lnTo>
                  <a:lnTo>
                    <a:pt x="4524" y="2970"/>
                  </a:lnTo>
                  <a:lnTo>
                    <a:pt x="4642" y="2930"/>
                  </a:lnTo>
                  <a:lnTo>
                    <a:pt x="4760" y="2911"/>
                  </a:lnTo>
                  <a:lnTo>
                    <a:pt x="4878" y="2891"/>
                  </a:lnTo>
                  <a:lnTo>
                    <a:pt x="4996" y="2871"/>
                  </a:lnTo>
                  <a:lnTo>
                    <a:pt x="5114" y="2862"/>
                  </a:lnTo>
                  <a:lnTo>
                    <a:pt x="5232" y="2862"/>
                  </a:lnTo>
                  <a:lnTo>
                    <a:pt x="5232" y="1908"/>
                  </a:lnTo>
                  <a:close/>
                  <a:moveTo>
                    <a:pt x="6609" y="4228"/>
                  </a:moveTo>
                  <a:lnTo>
                    <a:pt x="6599" y="4356"/>
                  </a:lnTo>
                  <a:lnTo>
                    <a:pt x="6589" y="4474"/>
                  </a:lnTo>
                  <a:lnTo>
                    <a:pt x="6579" y="4592"/>
                  </a:lnTo>
                  <a:lnTo>
                    <a:pt x="6559" y="4710"/>
                  </a:lnTo>
                  <a:lnTo>
                    <a:pt x="6530" y="4818"/>
                  </a:lnTo>
                  <a:lnTo>
                    <a:pt x="6500" y="4936"/>
                  </a:lnTo>
                  <a:lnTo>
                    <a:pt x="6422" y="5153"/>
                  </a:lnTo>
                  <a:lnTo>
                    <a:pt x="6314" y="5359"/>
                  </a:lnTo>
                  <a:lnTo>
                    <a:pt x="6196" y="5556"/>
                  </a:lnTo>
                  <a:lnTo>
                    <a:pt x="6058" y="5743"/>
                  </a:lnTo>
                  <a:lnTo>
                    <a:pt x="5910" y="5910"/>
                  </a:lnTo>
                  <a:lnTo>
                    <a:pt x="5733" y="6067"/>
                  </a:lnTo>
                  <a:lnTo>
                    <a:pt x="5556" y="6205"/>
                  </a:lnTo>
                  <a:lnTo>
                    <a:pt x="5360" y="6323"/>
                  </a:lnTo>
                  <a:lnTo>
                    <a:pt x="5153" y="6421"/>
                  </a:lnTo>
                  <a:lnTo>
                    <a:pt x="4927" y="6500"/>
                  </a:lnTo>
                  <a:lnTo>
                    <a:pt x="4819" y="6529"/>
                  </a:lnTo>
                  <a:lnTo>
                    <a:pt x="4701" y="6559"/>
                  </a:lnTo>
                  <a:lnTo>
                    <a:pt x="4583" y="6579"/>
                  </a:lnTo>
                  <a:lnTo>
                    <a:pt x="4465" y="6598"/>
                  </a:lnTo>
                  <a:lnTo>
                    <a:pt x="4347" y="6608"/>
                  </a:lnTo>
                  <a:lnTo>
                    <a:pt x="4229" y="6608"/>
                  </a:lnTo>
                  <a:lnTo>
                    <a:pt x="4229" y="7562"/>
                  </a:lnTo>
                  <a:lnTo>
                    <a:pt x="4396" y="7552"/>
                  </a:lnTo>
                  <a:lnTo>
                    <a:pt x="4563" y="7542"/>
                  </a:lnTo>
                  <a:lnTo>
                    <a:pt x="4730" y="7523"/>
                  </a:lnTo>
                  <a:lnTo>
                    <a:pt x="4898" y="7493"/>
                  </a:lnTo>
                  <a:lnTo>
                    <a:pt x="5055" y="7454"/>
                  </a:lnTo>
                  <a:lnTo>
                    <a:pt x="5212" y="7414"/>
                  </a:lnTo>
                  <a:lnTo>
                    <a:pt x="5370" y="7355"/>
                  </a:lnTo>
                  <a:lnTo>
                    <a:pt x="5517" y="7296"/>
                  </a:lnTo>
                  <a:lnTo>
                    <a:pt x="5665" y="7228"/>
                  </a:lnTo>
                  <a:lnTo>
                    <a:pt x="5812" y="7159"/>
                  </a:lnTo>
                  <a:lnTo>
                    <a:pt x="5950" y="7080"/>
                  </a:lnTo>
                  <a:lnTo>
                    <a:pt x="6087" y="6992"/>
                  </a:lnTo>
                  <a:lnTo>
                    <a:pt x="6215" y="6903"/>
                  </a:lnTo>
                  <a:lnTo>
                    <a:pt x="6343" y="6795"/>
                  </a:lnTo>
                  <a:lnTo>
                    <a:pt x="6461" y="6697"/>
                  </a:lnTo>
                  <a:lnTo>
                    <a:pt x="6579" y="6588"/>
                  </a:lnTo>
                  <a:lnTo>
                    <a:pt x="6687" y="6470"/>
                  </a:lnTo>
                  <a:lnTo>
                    <a:pt x="6795" y="6343"/>
                  </a:lnTo>
                  <a:lnTo>
                    <a:pt x="6894" y="6225"/>
                  </a:lnTo>
                  <a:lnTo>
                    <a:pt x="6982" y="6087"/>
                  </a:lnTo>
                  <a:lnTo>
                    <a:pt x="7071" y="5959"/>
                  </a:lnTo>
                  <a:lnTo>
                    <a:pt x="7150" y="5812"/>
                  </a:lnTo>
                  <a:lnTo>
                    <a:pt x="7228" y="5674"/>
                  </a:lnTo>
                  <a:lnTo>
                    <a:pt x="7297" y="5526"/>
                  </a:lnTo>
                  <a:lnTo>
                    <a:pt x="7356" y="5369"/>
                  </a:lnTo>
                  <a:lnTo>
                    <a:pt x="7405" y="5222"/>
                  </a:lnTo>
                  <a:lnTo>
                    <a:pt x="7454" y="5064"/>
                  </a:lnTo>
                  <a:lnTo>
                    <a:pt x="7494" y="4897"/>
                  </a:lnTo>
                  <a:lnTo>
                    <a:pt x="7523" y="4740"/>
                  </a:lnTo>
                  <a:lnTo>
                    <a:pt x="7543" y="4573"/>
                  </a:lnTo>
                  <a:lnTo>
                    <a:pt x="7553" y="4396"/>
                  </a:lnTo>
                  <a:lnTo>
                    <a:pt x="7553" y="4228"/>
                  </a:lnTo>
                  <a:close/>
                  <a:moveTo>
                    <a:pt x="8507" y="4228"/>
                  </a:moveTo>
                  <a:lnTo>
                    <a:pt x="8507" y="4445"/>
                  </a:lnTo>
                  <a:lnTo>
                    <a:pt x="8487" y="4671"/>
                  </a:lnTo>
                  <a:lnTo>
                    <a:pt x="8457" y="4877"/>
                  </a:lnTo>
                  <a:lnTo>
                    <a:pt x="8418" y="5094"/>
                  </a:lnTo>
                  <a:lnTo>
                    <a:pt x="8379" y="5300"/>
                  </a:lnTo>
                  <a:lnTo>
                    <a:pt x="8320" y="5497"/>
                  </a:lnTo>
                  <a:lnTo>
                    <a:pt x="8251" y="5703"/>
                  </a:lnTo>
                  <a:lnTo>
                    <a:pt x="8172" y="5890"/>
                  </a:lnTo>
                  <a:lnTo>
                    <a:pt x="8084" y="6087"/>
                  </a:lnTo>
                  <a:lnTo>
                    <a:pt x="7995" y="6274"/>
                  </a:lnTo>
                  <a:lnTo>
                    <a:pt x="7887" y="6451"/>
                  </a:lnTo>
                  <a:lnTo>
                    <a:pt x="7779" y="6618"/>
                  </a:lnTo>
                  <a:lnTo>
                    <a:pt x="7661" y="6795"/>
                  </a:lnTo>
                  <a:lnTo>
                    <a:pt x="7533" y="6952"/>
                  </a:lnTo>
                  <a:lnTo>
                    <a:pt x="7395" y="7110"/>
                  </a:lnTo>
                  <a:lnTo>
                    <a:pt x="7258" y="7257"/>
                  </a:lnTo>
                  <a:lnTo>
                    <a:pt x="7100" y="7395"/>
                  </a:lnTo>
                  <a:lnTo>
                    <a:pt x="6953" y="7532"/>
                  </a:lnTo>
                  <a:lnTo>
                    <a:pt x="6786" y="7660"/>
                  </a:lnTo>
                  <a:lnTo>
                    <a:pt x="6618" y="7778"/>
                  </a:lnTo>
                  <a:lnTo>
                    <a:pt x="6441" y="7896"/>
                  </a:lnTo>
                  <a:lnTo>
                    <a:pt x="6264" y="7995"/>
                  </a:lnTo>
                  <a:lnTo>
                    <a:pt x="6078" y="8093"/>
                  </a:lnTo>
                  <a:lnTo>
                    <a:pt x="5891" y="8172"/>
                  </a:lnTo>
                  <a:lnTo>
                    <a:pt x="5694" y="8250"/>
                  </a:lnTo>
                  <a:lnTo>
                    <a:pt x="5497" y="8319"/>
                  </a:lnTo>
                  <a:lnTo>
                    <a:pt x="5291" y="8378"/>
                  </a:lnTo>
                  <a:lnTo>
                    <a:pt x="5084" y="8427"/>
                  </a:lnTo>
                  <a:lnTo>
                    <a:pt x="4878" y="8467"/>
                  </a:lnTo>
                  <a:lnTo>
                    <a:pt x="4662" y="8486"/>
                  </a:lnTo>
                  <a:lnTo>
                    <a:pt x="4445" y="8506"/>
                  </a:lnTo>
                  <a:lnTo>
                    <a:pt x="4229" y="8516"/>
                  </a:lnTo>
                  <a:lnTo>
                    <a:pt x="4229" y="9470"/>
                  </a:lnTo>
                  <a:lnTo>
                    <a:pt x="4494" y="9460"/>
                  </a:lnTo>
                  <a:lnTo>
                    <a:pt x="4760" y="9440"/>
                  </a:lnTo>
                  <a:lnTo>
                    <a:pt x="5025" y="9401"/>
                  </a:lnTo>
                  <a:lnTo>
                    <a:pt x="5281" y="9361"/>
                  </a:lnTo>
                  <a:lnTo>
                    <a:pt x="5537" y="9302"/>
                  </a:lnTo>
                  <a:lnTo>
                    <a:pt x="5783" y="9234"/>
                  </a:lnTo>
                  <a:lnTo>
                    <a:pt x="6019" y="9145"/>
                  </a:lnTo>
                  <a:lnTo>
                    <a:pt x="6264" y="9057"/>
                  </a:lnTo>
                  <a:lnTo>
                    <a:pt x="6491" y="8948"/>
                  </a:lnTo>
                  <a:lnTo>
                    <a:pt x="6717" y="8830"/>
                  </a:lnTo>
                  <a:lnTo>
                    <a:pt x="6933" y="8703"/>
                  </a:lnTo>
                  <a:lnTo>
                    <a:pt x="7150" y="8565"/>
                  </a:lnTo>
                  <a:lnTo>
                    <a:pt x="7356" y="8427"/>
                  </a:lnTo>
                  <a:lnTo>
                    <a:pt x="7553" y="8270"/>
                  </a:lnTo>
                  <a:lnTo>
                    <a:pt x="7740" y="8103"/>
                  </a:lnTo>
                  <a:lnTo>
                    <a:pt x="7926" y="7926"/>
                  </a:lnTo>
                  <a:lnTo>
                    <a:pt x="8103" y="7749"/>
                  </a:lnTo>
                  <a:lnTo>
                    <a:pt x="8261" y="7562"/>
                  </a:lnTo>
                  <a:lnTo>
                    <a:pt x="8418" y="7355"/>
                  </a:lnTo>
                  <a:lnTo>
                    <a:pt x="8566" y="7159"/>
                  </a:lnTo>
                  <a:lnTo>
                    <a:pt x="8703" y="6942"/>
                  </a:lnTo>
                  <a:lnTo>
                    <a:pt x="8831" y="6726"/>
                  </a:lnTo>
                  <a:lnTo>
                    <a:pt x="8939" y="6500"/>
                  </a:lnTo>
                  <a:lnTo>
                    <a:pt x="9047" y="6264"/>
                  </a:lnTo>
                  <a:lnTo>
                    <a:pt x="9146" y="6028"/>
                  </a:lnTo>
                  <a:lnTo>
                    <a:pt x="9224" y="5782"/>
                  </a:lnTo>
                  <a:lnTo>
                    <a:pt x="9293" y="5536"/>
                  </a:lnTo>
                  <a:lnTo>
                    <a:pt x="9352" y="5281"/>
                  </a:lnTo>
                  <a:lnTo>
                    <a:pt x="9401" y="5025"/>
                  </a:lnTo>
                  <a:lnTo>
                    <a:pt x="9431" y="4759"/>
                  </a:lnTo>
                  <a:lnTo>
                    <a:pt x="9451" y="4494"/>
                  </a:lnTo>
                  <a:lnTo>
                    <a:pt x="9460" y="4228"/>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548" name="Google Shape;1548;p103"/>
          <p:cNvSpPr/>
          <p:nvPr/>
        </p:nvSpPr>
        <p:spPr>
          <a:xfrm>
            <a:off x="5203726" y="3629950"/>
            <a:ext cx="279664" cy="259494"/>
          </a:xfrm>
          <a:custGeom>
            <a:avLst/>
            <a:gdLst/>
            <a:ahLst/>
            <a:cxnLst/>
            <a:rect l="l" t="t" r="r" b="b"/>
            <a:pathLst>
              <a:path w="15253" h="14151" extrusionOk="0">
                <a:moveTo>
                  <a:pt x="10080" y="954"/>
                </a:moveTo>
                <a:lnTo>
                  <a:pt x="10886" y="2360"/>
                </a:lnTo>
                <a:lnTo>
                  <a:pt x="10483" y="3068"/>
                </a:lnTo>
                <a:lnTo>
                  <a:pt x="10080" y="3776"/>
                </a:lnTo>
                <a:lnTo>
                  <a:pt x="8448" y="3776"/>
                </a:lnTo>
                <a:lnTo>
                  <a:pt x="8044" y="3068"/>
                </a:lnTo>
                <a:lnTo>
                  <a:pt x="7631" y="2360"/>
                </a:lnTo>
                <a:lnTo>
                  <a:pt x="8448" y="954"/>
                </a:lnTo>
                <a:close/>
                <a:moveTo>
                  <a:pt x="6805" y="2842"/>
                </a:moveTo>
                <a:lnTo>
                  <a:pt x="7218" y="3540"/>
                </a:lnTo>
                <a:lnTo>
                  <a:pt x="7622" y="4248"/>
                </a:lnTo>
                <a:lnTo>
                  <a:pt x="7218" y="4956"/>
                </a:lnTo>
                <a:lnTo>
                  <a:pt x="6805" y="5654"/>
                </a:lnTo>
                <a:lnTo>
                  <a:pt x="5183" y="5654"/>
                </a:lnTo>
                <a:lnTo>
                  <a:pt x="4780" y="4956"/>
                </a:lnTo>
                <a:lnTo>
                  <a:pt x="4367" y="4248"/>
                </a:lnTo>
                <a:lnTo>
                  <a:pt x="5183" y="2842"/>
                </a:lnTo>
                <a:close/>
                <a:moveTo>
                  <a:pt x="13345" y="2842"/>
                </a:moveTo>
                <a:lnTo>
                  <a:pt x="14151" y="4248"/>
                </a:lnTo>
                <a:lnTo>
                  <a:pt x="13345" y="5654"/>
                </a:lnTo>
                <a:lnTo>
                  <a:pt x="11712" y="5654"/>
                </a:lnTo>
                <a:lnTo>
                  <a:pt x="11309" y="4956"/>
                </a:lnTo>
                <a:lnTo>
                  <a:pt x="10896" y="4248"/>
                </a:lnTo>
                <a:lnTo>
                  <a:pt x="11309" y="3540"/>
                </a:lnTo>
                <a:lnTo>
                  <a:pt x="11712" y="2842"/>
                </a:lnTo>
                <a:close/>
                <a:moveTo>
                  <a:pt x="3541" y="4720"/>
                </a:moveTo>
                <a:lnTo>
                  <a:pt x="3954" y="5428"/>
                </a:lnTo>
                <a:lnTo>
                  <a:pt x="4357" y="6136"/>
                </a:lnTo>
                <a:lnTo>
                  <a:pt x="3954" y="6834"/>
                </a:lnTo>
                <a:lnTo>
                  <a:pt x="3541" y="7542"/>
                </a:lnTo>
                <a:lnTo>
                  <a:pt x="1918" y="7542"/>
                </a:lnTo>
                <a:lnTo>
                  <a:pt x="1102" y="6136"/>
                </a:lnTo>
                <a:lnTo>
                  <a:pt x="1918" y="4720"/>
                </a:lnTo>
                <a:close/>
                <a:moveTo>
                  <a:pt x="10080" y="4720"/>
                </a:moveTo>
                <a:lnTo>
                  <a:pt x="10483" y="5428"/>
                </a:lnTo>
                <a:lnTo>
                  <a:pt x="10886" y="6136"/>
                </a:lnTo>
                <a:lnTo>
                  <a:pt x="10483" y="6834"/>
                </a:lnTo>
                <a:lnTo>
                  <a:pt x="10080" y="7542"/>
                </a:lnTo>
                <a:lnTo>
                  <a:pt x="8448" y="7542"/>
                </a:lnTo>
                <a:lnTo>
                  <a:pt x="8044" y="6834"/>
                </a:lnTo>
                <a:lnTo>
                  <a:pt x="7631" y="6136"/>
                </a:lnTo>
                <a:lnTo>
                  <a:pt x="8044" y="5428"/>
                </a:lnTo>
                <a:lnTo>
                  <a:pt x="8448" y="4720"/>
                </a:lnTo>
                <a:close/>
                <a:moveTo>
                  <a:pt x="13345" y="6608"/>
                </a:moveTo>
                <a:lnTo>
                  <a:pt x="14151" y="8024"/>
                </a:lnTo>
                <a:lnTo>
                  <a:pt x="13345" y="9430"/>
                </a:lnTo>
                <a:lnTo>
                  <a:pt x="11712" y="9430"/>
                </a:lnTo>
                <a:lnTo>
                  <a:pt x="11309" y="8722"/>
                </a:lnTo>
                <a:lnTo>
                  <a:pt x="10896" y="8024"/>
                </a:lnTo>
                <a:lnTo>
                  <a:pt x="11309" y="7316"/>
                </a:lnTo>
                <a:lnTo>
                  <a:pt x="11712" y="6608"/>
                </a:lnTo>
                <a:close/>
                <a:moveTo>
                  <a:pt x="10080" y="8496"/>
                </a:moveTo>
                <a:lnTo>
                  <a:pt x="10483" y="9204"/>
                </a:lnTo>
                <a:lnTo>
                  <a:pt x="10886" y="9902"/>
                </a:lnTo>
                <a:lnTo>
                  <a:pt x="10080" y="11318"/>
                </a:lnTo>
                <a:lnTo>
                  <a:pt x="8448" y="11318"/>
                </a:lnTo>
                <a:lnTo>
                  <a:pt x="8044" y="10610"/>
                </a:lnTo>
                <a:lnTo>
                  <a:pt x="7631" y="9902"/>
                </a:lnTo>
                <a:lnTo>
                  <a:pt x="8044" y="9204"/>
                </a:lnTo>
                <a:lnTo>
                  <a:pt x="8448" y="8496"/>
                </a:lnTo>
                <a:close/>
                <a:moveTo>
                  <a:pt x="6805" y="10384"/>
                </a:moveTo>
                <a:lnTo>
                  <a:pt x="7218" y="11082"/>
                </a:lnTo>
                <a:lnTo>
                  <a:pt x="7622" y="11790"/>
                </a:lnTo>
                <a:lnTo>
                  <a:pt x="6805" y="13197"/>
                </a:lnTo>
                <a:lnTo>
                  <a:pt x="5183" y="13197"/>
                </a:lnTo>
                <a:lnTo>
                  <a:pt x="4367" y="11790"/>
                </a:lnTo>
                <a:lnTo>
                  <a:pt x="5183" y="10384"/>
                </a:lnTo>
                <a:close/>
                <a:moveTo>
                  <a:pt x="7897" y="0"/>
                </a:moveTo>
                <a:lnTo>
                  <a:pt x="6805" y="1888"/>
                </a:lnTo>
                <a:lnTo>
                  <a:pt x="4632" y="1888"/>
                </a:lnTo>
                <a:lnTo>
                  <a:pt x="3541" y="3776"/>
                </a:lnTo>
                <a:lnTo>
                  <a:pt x="1367" y="3776"/>
                </a:lnTo>
                <a:lnTo>
                  <a:pt x="1" y="6136"/>
                </a:lnTo>
                <a:lnTo>
                  <a:pt x="1367" y="8496"/>
                </a:lnTo>
                <a:lnTo>
                  <a:pt x="3541" y="8496"/>
                </a:lnTo>
                <a:lnTo>
                  <a:pt x="4357" y="9902"/>
                </a:lnTo>
                <a:lnTo>
                  <a:pt x="3265" y="11790"/>
                </a:lnTo>
                <a:lnTo>
                  <a:pt x="4632" y="14150"/>
                </a:lnTo>
                <a:lnTo>
                  <a:pt x="7356" y="14150"/>
                </a:lnTo>
                <a:lnTo>
                  <a:pt x="8448" y="12262"/>
                </a:lnTo>
                <a:lnTo>
                  <a:pt x="10621" y="12262"/>
                </a:lnTo>
                <a:lnTo>
                  <a:pt x="11712" y="10384"/>
                </a:lnTo>
                <a:lnTo>
                  <a:pt x="13885" y="10384"/>
                </a:lnTo>
                <a:lnTo>
                  <a:pt x="15252" y="8024"/>
                </a:lnTo>
                <a:lnTo>
                  <a:pt x="14161" y="6136"/>
                </a:lnTo>
                <a:lnTo>
                  <a:pt x="15252" y="4248"/>
                </a:lnTo>
                <a:lnTo>
                  <a:pt x="13885" y="1888"/>
                </a:lnTo>
                <a:lnTo>
                  <a:pt x="11712" y="1888"/>
                </a:lnTo>
                <a:lnTo>
                  <a:pt x="10621"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549" name="Google Shape;1549;p103"/>
          <p:cNvGrpSpPr/>
          <p:nvPr/>
        </p:nvGrpSpPr>
        <p:grpSpPr>
          <a:xfrm>
            <a:off x="4251454" y="3619563"/>
            <a:ext cx="280240" cy="280269"/>
            <a:chOff x="2724775" y="3084275"/>
            <a:chExt cx="445675" cy="445650"/>
          </a:xfrm>
        </p:grpSpPr>
        <p:sp>
          <p:nvSpPr>
            <p:cNvPr id="1550" name="Google Shape;1550;p103"/>
            <p:cNvSpPr/>
            <p:nvPr/>
          </p:nvSpPr>
          <p:spPr>
            <a:xfrm>
              <a:off x="2769275" y="3084275"/>
              <a:ext cx="222850" cy="153575"/>
            </a:xfrm>
            <a:custGeom>
              <a:avLst/>
              <a:gdLst/>
              <a:ahLst/>
              <a:cxnLst/>
              <a:rect l="l" t="t" r="r" b="b"/>
              <a:pathLst>
                <a:path w="8914" h="6143" extrusionOk="0">
                  <a:moveTo>
                    <a:pt x="7133" y="1"/>
                  </a:moveTo>
                  <a:lnTo>
                    <a:pt x="7133" y="885"/>
                  </a:lnTo>
                  <a:lnTo>
                    <a:pt x="6839" y="897"/>
                  </a:lnTo>
                  <a:lnTo>
                    <a:pt x="6556" y="909"/>
                  </a:lnTo>
                  <a:lnTo>
                    <a:pt x="6273" y="932"/>
                  </a:lnTo>
                  <a:lnTo>
                    <a:pt x="5978" y="967"/>
                  </a:lnTo>
                  <a:lnTo>
                    <a:pt x="5707" y="1015"/>
                  </a:lnTo>
                  <a:lnTo>
                    <a:pt x="5424" y="1074"/>
                  </a:lnTo>
                  <a:lnTo>
                    <a:pt x="5153" y="1133"/>
                  </a:lnTo>
                  <a:lnTo>
                    <a:pt x="4882" y="1215"/>
                  </a:lnTo>
                  <a:lnTo>
                    <a:pt x="4610" y="1298"/>
                  </a:lnTo>
                  <a:lnTo>
                    <a:pt x="4351" y="1380"/>
                  </a:lnTo>
                  <a:lnTo>
                    <a:pt x="4092" y="1486"/>
                  </a:lnTo>
                  <a:lnTo>
                    <a:pt x="3832" y="1592"/>
                  </a:lnTo>
                  <a:lnTo>
                    <a:pt x="3585" y="1710"/>
                  </a:lnTo>
                  <a:lnTo>
                    <a:pt x="3337" y="1840"/>
                  </a:lnTo>
                  <a:lnTo>
                    <a:pt x="3101" y="1970"/>
                  </a:lnTo>
                  <a:lnTo>
                    <a:pt x="2866" y="2111"/>
                  </a:lnTo>
                  <a:lnTo>
                    <a:pt x="2642" y="2264"/>
                  </a:lnTo>
                  <a:lnTo>
                    <a:pt x="2418" y="2429"/>
                  </a:lnTo>
                  <a:lnTo>
                    <a:pt x="2194" y="2594"/>
                  </a:lnTo>
                  <a:lnTo>
                    <a:pt x="1981" y="2759"/>
                  </a:lnTo>
                  <a:lnTo>
                    <a:pt x="1781" y="2936"/>
                  </a:lnTo>
                  <a:lnTo>
                    <a:pt x="1581" y="3125"/>
                  </a:lnTo>
                  <a:lnTo>
                    <a:pt x="1392" y="3325"/>
                  </a:lnTo>
                  <a:lnTo>
                    <a:pt x="1203" y="3526"/>
                  </a:lnTo>
                  <a:lnTo>
                    <a:pt x="1027" y="3726"/>
                  </a:lnTo>
                  <a:lnTo>
                    <a:pt x="861" y="3938"/>
                  </a:lnTo>
                  <a:lnTo>
                    <a:pt x="696" y="4162"/>
                  </a:lnTo>
                  <a:lnTo>
                    <a:pt x="543" y="4386"/>
                  </a:lnTo>
                  <a:lnTo>
                    <a:pt x="390" y="4622"/>
                  </a:lnTo>
                  <a:lnTo>
                    <a:pt x="260" y="4858"/>
                  </a:lnTo>
                  <a:lnTo>
                    <a:pt x="131" y="5094"/>
                  </a:lnTo>
                  <a:lnTo>
                    <a:pt x="1" y="5341"/>
                  </a:lnTo>
                  <a:lnTo>
                    <a:pt x="1604" y="6143"/>
                  </a:lnTo>
                  <a:lnTo>
                    <a:pt x="1699" y="5954"/>
                  </a:lnTo>
                  <a:lnTo>
                    <a:pt x="1805" y="5777"/>
                  </a:lnTo>
                  <a:lnTo>
                    <a:pt x="1911" y="5589"/>
                  </a:lnTo>
                  <a:lnTo>
                    <a:pt x="2029" y="5412"/>
                  </a:lnTo>
                  <a:lnTo>
                    <a:pt x="2147" y="5235"/>
                  </a:lnTo>
                  <a:lnTo>
                    <a:pt x="2276" y="5070"/>
                  </a:lnTo>
                  <a:lnTo>
                    <a:pt x="2406" y="4905"/>
                  </a:lnTo>
                  <a:lnTo>
                    <a:pt x="2547" y="4740"/>
                  </a:lnTo>
                  <a:lnTo>
                    <a:pt x="2689" y="4587"/>
                  </a:lnTo>
                  <a:lnTo>
                    <a:pt x="2842" y="4434"/>
                  </a:lnTo>
                  <a:lnTo>
                    <a:pt x="2995" y="4292"/>
                  </a:lnTo>
                  <a:lnTo>
                    <a:pt x="3149" y="4151"/>
                  </a:lnTo>
                  <a:lnTo>
                    <a:pt x="3314" y="4009"/>
                  </a:lnTo>
                  <a:lnTo>
                    <a:pt x="3490" y="3879"/>
                  </a:lnTo>
                  <a:lnTo>
                    <a:pt x="3656" y="3762"/>
                  </a:lnTo>
                  <a:lnTo>
                    <a:pt x="3832" y="3644"/>
                  </a:lnTo>
                  <a:lnTo>
                    <a:pt x="4021" y="3526"/>
                  </a:lnTo>
                  <a:lnTo>
                    <a:pt x="4210" y="3420"/>
                  </a:lnTo>
                  <a:lnTo>
                    <a:pt x="4398" y="3325"/>
                  </a:lnTo>
                  <a:lnTo>
                    <a:pt x="4587" y="3231"/>
                  </a:lnTo>
                  <a:lnTo>
                    <a:pt x="4787" y="3148"/>
                  </a:lnTo>
                  <a:lnTo>
                    <a:pt x="4988" y="3066"/>
                  </a:lnTo>
                  <a:lnTo>
                    <a:pt x="5188" y="2995"/>
                  </a:lnTo>
                  <a:lnTo>
                    <a:pt x="5389" y="2924"/>
                  </a:lnTo>
                  <a:lnTo>
                    <a:pt x="5601" y="2866"/>
                  </a:lnTo>
                  <a:lnTo>
                    <a:pt x="5813" y="2818"/>
                  </a:lnTo>
                  <a:lnTo>
                    <a:pt x="6025" y="2771"/>
                  </a:lnTo>
                  <a:lnTo>
                    <a:pt x="6249" y="2736"/>
                  </a:lnTo>
                  <a:lnTo>
                    <a:pt x="6461" y="2712"/>
                  </a:lnTo>
                  <a:lnTo>
                    <a:pt x="6685" y="2689"/>
                  </a:lnTo>
                  <a:lnTo>
                    <a:pt x="6909" y="2677"/>
                  </a:lnTo>
                  <a:lnTo>
                    <a:pt x="7133" y="2677"/>
                  </a:lnTo>
                  <a:lnTo>
                    <a:pt x="7133" y="3561"/>
                  </a:lnTo>
                  <a:lnTo>
                    <a:pt x="8914" y="1781"/>
                  </a:lnTo>
                  <a:lnTo>
                    <a:pt x="7133"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1" name="Google Shape;1551;p103"/>
            <p:cNvSpPr/>
            <p:nvPr/>
          </p:nvSpPr>
          <p:spPr>
            <a:xfrm>
              <a:off x="2903100" y="3376075"/>
              <a:ext cx="222825" cy="153850"/>
            </a:xfrm>
            <a:custGeom>
              <a:avLst/>
              <a:gdLst/>
              <a:ahLst/>
              <a:cxnLst/>
              <a:rect l="l" t="t" r="r" b="b"/>
              <a:pathLst>
                <a:path w="8913" h="6154" extrusionOk="0">
                  <a:moveTo>
                    <a:pt x="7310" y="0"/>
                  </a:moveTo>
                  <a:lnTo>
                    <a:pt x="7215" y="189"/>
                  </a:lnTo>
                  <a:lnTo>
                    <a:pt x="7109" y="377"/>
                  </a:lnTo>
                  <a:lnTo>
                    <a:pt x="7003" y="566"/>
                  </a:lnTo>
                  <a:lnTo>
                    <a:pt x="6885" y="743"/>
                  </a:lnTo>
                  <a:lnTo>
                    <a:pt x="6767" y="920"/>
                  </a:lnTo>
                  <a:lnTo>
                    <a:pt x="6638" y="1085"/>
                  </a:lnTo>
                  <a:lnTo>
                    <a:pt x="6508" y="1250"/>
                  </a:lnTo>
                  <a:lnTo>
                    <a:pt x="6366" y="1415"/>
                  </a:lnTo>
                  <a:lnTo>
                    <a:pt x="6225" y="1568"/>
                  </a:lnTo>
                  <a:lnTo>
                    <a:pt x="6072" y="1721"/>
                  </a:lnTo>
                  <a:lnTo>
                    <a:pt x="5918" y="1863"/>
                  </a:lnTo>
                  <a:lnTo>
                    <a:pt x="5765" y="2004"/>
                  </a:lnTo>
                  <a:lnTo>
                    <a:pt x="5600" y="2134"/>
                  </a:lnTo>
                  <a:lnTo>
                    <a:pt x="5435" y="2264"/>
                  </a:lnTo>
                  <a:lnTo>
                    <a:pt x="5258" y="2393"/>
                  </a:lnTo>
                  <a:lnTo>
                    <a:pt x="5081" y="2511"/>
                  </a:lnTo>
                  <a:lnTo>
                    <a:pt x="4893" y="2617"/>
                  </a:lnTo>
                  <a:lnTo>
                    <a:pt x="4716" y="2723"/>
                  </a:lnTo>
                  <a:lnTo>
                    <a:pt x="4527" y="2829"/>
                  </a:lnTo>
                  <a:lnTo>
                    <a:pt x="4327" y="2924"/>
                  </a:lnTo>
                  <a:lnTo>
                    <a:pt x="4126" y="3006"/>
                  </a:lnTo>
                  <a:lnTo>
                    <a:pt x="3938" y="3089"/>
                  </a:lnTo>
                  <a:lnTo>
                    <a:pt x="3726" y="3160"/>
                  </a:lnTo>
                  <a:lnTo>
                    <a:pt x="3525" y="3219"/>
                  </a:lnTo>
                  <a:lnTo>
                    <a:pt x="3313" y="3277"/>
                  </a:lnTo>
                  <a:lnTo>
                    <a:pt x="3101" y="3336"/>
                  </a:lnTo>
                  <a:lnTo>
                    <a:pt x="2889" y="3372"/>
                  </a:lnTo>
                  <a:lnTo>
                    <a:pt x="2665" y="3419"/>
                  </a:lnTo>
                  <a:lnTo>
                    <a:pt x="2452" y="3442"/>
                  </a:lnTo>
                  <a:lnTo>
                    <a:pt x="2228" y="3466"/>
                  </a:lnTo>
                  <a:lnTo>
                    <a:pt x="2004" y="3478"/>
                  </a:lnTo>
                  <a:lnTo>
                    <a:pt x="1780" y="3478"/>
                  </a:lnTo>
                  <a:lnTo>
                    <a:pt x="1780" y="2582"/>
                  </a:lnTo>
                  <a:lnTo>
                    <a:pt x="0" y="4374"/>
                  </a:lnTo>
                  <a:lnTo>
                    <a:pt x="1780" y="6154"/>
                  </a:lnTo>
                  <a:lnTo>
                    <a:pt x="1780" y="5258"/>
                  </a:lnTo>
                  <a:lnTo>
                    <a:pt x="2075" y="5258"/>
                  </a:lnTo>
                  <a:lnTo>
                    <a:pt x="2358" y="5234"/>
                  </a:lnTo>
                  <a:lnTo>
                    <a:pt x="2653" y="5211"/>
                  </a:lnTo>
                  <a:lnTo>
                    <a:pt x="2936" y="5176"/>
                  </a:lnTo>
                  <a:lnTo>
                    <a:pt x="3219" y="5128"/>
                  </a:lnTo>
                  <a:lnTo>
                    <a:pt x="3490" y="5081"/>
                  </a:lnTo>
                  <a:lnTo>
                    <a:pt x="3761" y="5010"/>
                  </a:lnTo>
                  <a:lnTo>
                    <a:pt x="4032" y="4940"/>
                  </a:lnTo>
                  <a:lnTo>
                    <a:pt x="4303" y="4857"/>
                  </a:lnTo>
                  <a:lnTo>
                    <a:pt x="4563" y="4763"/>
                  </a:lnTo>
                  <a:lnTo>
                    <a:pt x="4822" y="4669"/>
                  </a:lnTo>
                  <a:lnTo>
                    <a:pt x="5081" y="4551"/>
                  </a:lnTo>
                  <a:lnTo>
                    <a:pt x="5329" y="4433"/>
                  </a:lnTo>
                  <a:lnTo>
                    <a:pt x="5577" y="4315"/>
                  </a:lnTo>
                  <a:lnTo>
                    <a:pt x="5812" y="4173"/>
                  </a:lnTo>
                  <a:lnTo>
                    <a:pt x="6048" y="4032"/>
                  </a:lnTo>
                  <a:lnTo>
                    <a:pt x="6272" y="3890"/>
                  </a:lnTo>
                  <a:lnTo>
                    <a:pt x="6496" y="3725"/>
                  </a:lnTo>
                  <a:lnTo>
                    <a:pt x="6720" y="3560"/>
                  </a:lnTo>
                  <a:lnTo>
                    <a:pt x="6932" y="3395"/>
                  </a:lnTo>
                  <a:lnTo>
                    <a:pt x="7133" y="3207"/>
                  </a:lnTo>
                  <a:lnTo>
                    <a:pt x="7333" y="3018"/>
                  </a:lnTo>
                  <a:lnTo>
                    <a:pt x="7522" y="2829"/>
                  </a:lnTo>
                  <a:lnTo>
                    <a:pt x="7710" y="2629"/>
                  </a:lnTo>
                  <a:lnTo>
                    <a:pt x="7887" y="2417"/>
                  </a:lnTo>
                  <a:lnTo>
                    <a:pt x="8052" y="2205"/>
                  </a:lnTo>
                  <a:lnTo>
                    <a:pt x="8217" y="1992"/>
                  </a:lnTo>
                  <a:lnTo>
                    <a:pt x="8371" y="1768"/>
                  </a:lnTo>
                  <a:lnTo>
                    <a:pt x="8524" y="1533"/>
                  </a:lnTo>
                  <a:lnTo>
                    <a:pt x="8665" y="1297"/>
                  </a:lnTo>
                  <a:lnTo>
                    <a:pt x="8795" y="1049"/>
                  </a:lnTo>
                  <a:lnTo>
                    <a:pt x="8913" y="802"/>
                  </a:lnTo>
                  <a:lnTo>
                    <a:pt x="7310"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2" name="Google Shape;1552;p103"/>
            <p:cNvSpPr/>
            <p:nvPr/>
          </p:nvSpPr>
          <p:spPr>
            <a:xfrm>
              <a:off x="2724775" y="3262600"/>
              <a:ext cx="153875" cy="222825"/>
            </a:xfrm>
            <a:custGeom>
              <a:avLst/>
              <a:gdLst/>
              <a:ahLst/>
              <a:cxnLst/>
              <a:rect l="l" t="t" r="r" b="b"/>
              <a:pathLst>
                <a:path w="6155" h="8913" extrusionOk="0">
                  <a:moveTo>
                    <a:pt x="1781" y="0"/>
                  </a:moveTo>
                  <a:lnTo>
                    <a:pt x="1" y="1780"/>
                  </a:lnTo>
                  <a:lnTo>
                    <a:pt x="897" y="1780"/>
                  </a:lnTo>
                  <a:lnTo>
                    <a:pt x="897" y="2075"/>
                  </a:lnTo>
                  <a:lnTo>
                    <a:pt x="908" y="2358"/>
                  </a:lnTo>
                  <a:lnTo>
                    <a:pt x="944" y="2641"/>
                  </a:lnTo>
                  <a:lnTo>
                    <a:pt x="979" y="2924"/>
                  </a:lnTo>
                  <a:lnTo>
                    <a:pt x="1015" y="3207"/>
                  </a:lnTo>
                  <a:lnTo>
                    <a:pt x="1073" y="3490"/>
                  </a:lnTo>
                  <a:lnTo>
                    <a:pt x="1144" y="3761"/>
                  </a:lnTo>
                  <a:lnTo>
                    <a:pt x="1215" y="4032"/>
                  </a:lnTo>
                  <a:lnTo>
                    <a:pt x="1297" y="4303"/>
                  </a:lnTo>
                  <a:lnTo>
                    <a:pt x="1392" y="4563"/>
                  </a:lnTo>
                  <a:lnTo>
                    <a:pt x="1486" y="4822"/>
                  </a:lnTo>
                  <a:lnTo>
                    <a:pt x="1604" y="5081"/>
                  </a:lnTo>
                  <a:lnTo>
                    <a:pt x="1722" y="5329"/>
                  </a:lnTo>
                  <a:lnTo>
                    <a:pt x="1840" y="5577"/>
                  </a:lnTo>
                  <a:lnTo>
                    <a:pt x="1981" y="5812"/>
                  </a:lnTo>
                  <a:lnTo>
                    <a:pt x="2123" y="6048"/>
                  </a:lnTo>
                  <a:lnTo>
                    <a:pt x="2264" y="6272"/>
                  </a:lnTo>
                  <a:lnTo>
                    <a:pt x="2429" y="6496"/>
                  </a:lnTo>
                  <a:lnTo>
                    <a:pt x="2594" y="6720"/>
                  </a:lnTo>
                  <a:lnTo>
                    <a:pt x="2759" y="6932"/>
                  </a:lnTo>
                  <a:lnTo>
                    <a:pt x="2948" y="7133"/>
                  </a:lnTo>
                  <a:lnTo>
                    <a:pt x="3137" y="7333"/>
                  </a:lnTo>
                  <a:lnTo>
                    <a:pt x="3325" y="7522"/>
                  </a:lnTo>
                  <a:lnTo>
                    <a:pt x="3526" y="7710"/>
                  </a:lnTo>
                  <a:lnTo>
                    <a:pt x="3738" y="7887"/>
                  </a:lnTo>
                  <a:lnTo>
                    <a:pt x="3950" y="8052"/>
                  </a:lnTo>
                  <a:lnTo>
                    <a:pt x="4162" y="8217"/>
                  </a:lnTo>
                  <a:lnTo>
                    <a:pt x="4386" y="8371"/>
                  </a:lnTo>
                  <a:lnTo>
                    <a:pt x="4622" y="8524"/>
                  </a:lnTo>
                  <a:lnTo>
                    <a:pt x="4858" y="8653"/>
                  </a:lnTo>
                  <a:lnTo>
                    <a:pt x="5105" y="8783"/>
                  </a:lnTo>
                  <a:lnTo>
                    <a:pt x="5353" y="8913"/>
                  </a:lnTo>
                  <a:lnTo>
                    <a:pt x="6155" y="7310"/>
                  </a:lnTo>
                  <a:lnTo>
                    <a:pt x="5966" y="7203"/>
                  </a:lnTo>
                  <a:lnTo>
                    <a:pt x="5777" y="7109"/>
                  </a:lnTo>
                  <a:lnTo>
                    <a:pt x="5589" y="7003"/>
                  </a:lnTo>
                  <a:lnTo>
                    <a:pt x="5412" y="6885"/>
                  </a:lnTo>
                  <a:lnTo>
                    <a:pt x="5235" y="6767"/>
                  </a:lnTo>
                  <a:lnTo>
                    <a:pt x="5070" y="6638"/>
                  </a:lnTo>
                  <a:lnTo>
                    <a:pt x="4905" y="6508"/>
                  </a:lnTo>
                  <a:lnTo>
                    <a:pt x="4740" y="6366"/>
                  </a:lnTo>
                  <a:lnTo>
                    <a:pt x="4587" y="6225"/>
                  </a:lnTo>
                  <a:lnTo>
                    <a:pt x="4433" y="6072"/>
                  </a:lnTo>
                  <a:lnTo>
                    <a:pt x="4292" y="5918"/>
                  </a:lnTo>
                  <a:lnTo>
                    <a:pt x="4151" y="5765"/>
                  </a:lnTo>
                  <a:lnTo>
                    <a:pt x="4021" y="5600"/>
                  </a:lnTo>
                  <a:lnTo>
                    <a:pt x="3891" y="5423"/>
                  </a:lnTo>
                  <a:lnTo>
                    <a:pt x="3761" y="5258"/>
                  </a:lnTo>
                  <a:lnTo>
                    <a:pt x="3644" y="5081"/>
                  </a:lnTo>
                  <a:lnTo>
                    <a:pt x="3537" y="4893"/>
                  </a:lnTo>
                  <a:lnTo>
                    <a:pt x="3431" y="4704"/>
                  </a:lnTo>
                  <a:lnTo>
                    <a:pt x="3325" y="4515"/>
                  </a:lnTo>
                  <a:lnTo>
                    <a:pt x="3231" y="4327"/>
                  </a:lnTo>
                  <a:lnTo>
                    <a:pt x="3148" y="4126"/>
                  </a:lnTo>
                  <a:lnTo>
                    <a:pt x="3066" y="3926"/>
                  </a:lnTo>
                  <a:lnTo>
                    <a:pt x="2995" y="3726"/>
                  </a:lnTo>
                  <a:lnTo>
                    <a:pt x="2936" y="3513"/>
                  </a:lnTo>
                  <a:lnTo>
                    <a:pt x="2877" y="3313"/>
                  </a:lnTo>
                  <a:lnTo>
                    <a:pt x="2818" y="3101"/>
                  </a:lnTo>
                  <a:lnTo>
                    <a:pt x="2783" y="2889"/>
                  </a:lnTo>
                  <a:lnTo>
                    <a:pt x="2736" y="2665"/>
                  </a:lnTo>
                  <a:lnTo>
                    <a:pt x="2712" y="2452"/>
                  </a:lnTo>
                  <a:lnTo>
                    <a:pt x="2689" y="2228"/>
                  </a:lnTo>
                  <a:lnTo>
                    <a:pt x="2677" y="2004"/>
                  </a:lnTo>
                  <a:lnTo>
                    <a:pt x="2677" y="1780"/>
                  </a:lnTo>
                  <a:lnTo>
                    <a:pt x="3573" y="1780"/>
                  </a:lnTo>
                  <a:lnTo>
                    <a:pt x="1781"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3" name="Google Shape;1553;p103"/>
            <p:cNvSpPr/>
            <p:nvPr/>
          </p:nvSpPr>
          <p:spPr>
            <a:xfrm>
              <a:off x="3016575" y="3128775"/>
              <a:ext cx="153875" cy="222850"/>
            </a:xfrm>
            <a:custGeom>
              <a:avLst/>
              <a:gdLst/>
              <a:ahLst/>
              <a:cxnLst/>
              <a:rect l="l" t="t" r="r" b="b"/>
              <a:pathLst>
                <a:path w="6155" h="8914" extrusionOk="0">
                  <a:moveTo>
                    <a:pt x="814" y="1"/>
                  </a:moveTo>
                  <a:lnTo>
                    <a:pt x="0" y="1604"/>
                  </a:lnTo>
                  <a:lnTo>
                    <a:pt x="201" y="1699"/>
                  </a:lnTo>
                  <a:lnTo>
                    <a:pt x="377" y="1805"/>
                  </a:lnTo>
                  <a:lnTo>
                    <a:pt x="566" y="1911"/>
                  </a:lnTo>
                  <a:lnTo>
                    <a:pt x="743" y="2029"/>
                  </a:lnTo>
                  <a:lnTo>
                    <a:pt x="920" y="2147"/>
                  </a:lnTo>
                  <a:lnTo>
                    <a:pt x="1085" y="2276"/>
                  </a:lnTo>
                  <a:lnTo>
                    <a:pt x="1250" y="2406"/>
                  </a:lnTo>
                  <a:lnTo>
                    <a:pt x="1415" y="2547"/>
                  </a:lnTo>
                  <a:lnTo>
                    <a:pt x="1568" y="2689"/>
                  </a:lnTo>
                  <a:lnTo>
                    <a:pt x="1721" y="2842"/>
                  </a:lnTo>
                  <a:lnTo>
                    <a:pt x="1863" y="2995"/>
                  </a:lnTo>
                  <a:lnTo>
                    <a:pt x="2004" y="3149"/>
                  </a:lnTo>
                  <a:lnTo>
                    <a:pt x="2146" y="3314"/>
                  </a:lnTo>
                  <a:lnTo>
                    <a:pt x="2275" y="3479"/>
                  </a:lnTo>
                  <a:lnTo>
                    <a:pt x="2393" y="3656"/>
                  </a:lnTo>
                  <a:lnTo>
                    <a:pt x="2511" y="3832"/>
                  </a:lnTo>
                  <a:lnTo>
                    <a:pt x="2629" y="4021"/>
                  </a:lnTo>
                  <a:lnTo>
                    <a:pt x="2735" y="4198"/>
                  </a:lnTo>
                  <a:lnTo>
                    <a:pt x="2830" y="4387"/>
                  </a:lnTo>
                  <a:lnTo>
                    <a:pt x="2924" y="4587"/>
                  </a:lnTo>
                  <a:lnTo>
                    <a:pt x="3006" y="4776"/>
                  </a:lnTo>
                  <a:lnTo>
                    <a:pt x="3089" y="4976"/>
                  </a:lnTo>
                  <a:lnTo>
                    <a:pt x="3160" y="5188"/>
                  </a:lnTo>
                  <a:lnTo>
                    <a:pt x="3230" y="5389"/>
                  </a:lnTo>
                  <a:lnTo>
                    <a:pt x="3289" y="5601"/>
                  </a:lnTo>
                  <a:lnTo>
                    <a:pt x="3336" y="5813"/>
                  </a:lnTo>
                  <a:lnTo>
                    <a:pt x="3384" y="6025"/>
                  </a:lnTo>
                  <a:lnTo>
                    <a:pt x="3419" y="6249"/>
                  </a:lnTo>
                  <a:lnTo>
                    <a:pt x="3443" y="6461"/>
                  </a:lnTo>
                  <a:lnTo>
                    <a:pt x="3466" y="6685"/>
                  </a:lnTo>
                  <a:lnTo>
                    <a:pt x="3478" y="6909"/>
                  </a:lnTo>
                  <a:lnTo>
                    <a:pt x="3478" y="7133"/>
                  </a:lnTo>
                  <a:lnTo>
                    <a:pt x="2594" y="7133"/>
                  </a:lnTo>
                  <a:lnTo>
                    <a:pt x="4374" y="8914"/>
                  </a:lnTo>
                  <a:lnTo>
                    <a:pt x="6154" y="7133"/>
                  </a:lnTo>
                  <a:lnTo>
                    <a:pt x="5270" y="7133"/>
                  </a:lnTo>
                  <a:lnTo>
                    <a:pt x="5258" y="6839"/>
                  </a:lnTo>
                  <a:lnTo>
                    <a:pt x="5246" y="6556"/>
                  </a:lnTo>
                  <a:lnTo>
                    <a:pt x="5223" y="6261"/>
                  </a:lnTo>
                  <a:lnTo>
                    <a:pt x="5187" y="5978"/>
                  </a:lnTo>
                  <a:lnTo>
                    <a:pt x="5140" y="5695"/>
                  </a:lnTo>
                  <a:lnTo>
                    <a:pt x="5081" y="5424"/>
                  </a:lnTo>
                  <a:lnTo>
                    <a:pt x="5022" y="5153"/>
                  </a:lnTo>
                  <a:lnTo>
                    <a:pt x="4940" y="4882"/>
                  </a:lnTo>
                  <a:lnTo>
                    <a:pt x="4857" y="4611"/>
                  </a:lnTo>
                  <a:lnTo>
                    <a:pt x="4775" y="4351"/>
                  </a:lnTo>
                  <a:lnTo>
                    <a:pt x="4669" y="4092"/>
                  </a:lnTo>
                  <a:lnTo>
                    <a:pt x="4563" y="3832"/>
                  </a:lnTo>
                  <a:lnTo>
                    <a:pt x="4445" y="3585"/>
                  </a:lnTo>
                  <a:lnTo>
                    <a:pt x="4315" y="3337"/>
                  </a:lnTo>
                  <a:lnTo>
                    <a:pt x="4185" y="3101"/>
                  </a:lnTo>
                  <a:lnTo>
                    <a:pt x="4044" y="2866"/>
                  </a:lnTo>
                  <a:lnTo>
                    <a:pt x="3891" y="2630"/>
                  </a:lnTo>
                  <a:lnTo>
                    <a:pt x="3726" y="2418"/>
                  </a:lnTo>
                  <a:lnTo>
                    <a:pt x="3560" y="2194"/>
                  </a:lnTo>
                  <a:lnTo>
                    <a:pt x="3395" y="1982"/>
                  </a:lnTo>
                  <a:lnTo>
                    <a:pt x="3219" y="1781"/>
                  </a:lnTo>
                  <a:lnTo>
                    <a:pt x="3030" y="1581"/>
                  </a:lnTo>
                  <a:lnTo>
                    <a:pt x="2830" y="1392"/>
                  </a:lnTo>
                  <a:lnTo>
                    <a:pt x="2629" y="1203"/>
                  </a:lnTo>
                  <a:lnTo>
                    <a:pt x="2429" y="1027"/>
                  </a:lnTo>
                  <a:lnTo>
                    <a:pt x="2216" y="850"/>
                  </a:lnTo>
                  <a:lnTo>
                    <a:pt x="1993" y="696"/>
                  </a:lnTo>
                  <a:lnTo>
                    <a:pt x="1769" y="543"/>
                  </a:lnTo>
                  <a:lnTo>
                    <a:pt x="1533" y="390"/>
                  </a:lnTo>
                  <a:lnTo>
                    <a:pt x="1297" y="249"/>
                  </a:lnTo>
                  <a:lnTo>
                    <a:pt x="1061" y="119"/>
                  </a:lnTo>
                  <a:lnTo>
                    <a:pt x="814"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4" name="Google Shape;1554;p103"/>
            <p:cNvSpPr/>
            <p:nvPr/>
          </p:nvSpPr>
          <p:spPr>
            <a:xfrm>
              <a:off x="2858600" y="3217800"/>
              <a:ext cx="178325" cy="178325"/>
            </a:xfrm>
            <a:custGeom>
              <a:avLst/>
              <a:gdLst/>
              <a:ahLst/>
              <a:cxnLst/>
              <a:rect l="l" t="t" r="r" b="b"/>
              <a:pathLst>
                <a:path w="7133" h="7133" extrusionOk="0">
                  <a:moveTo>
                    <a:pt x="3560" y="0"/>
                  </a:moveTo>
                  <a:lnTo>
                    <a:pt x="3384" y="12"/>
                  </a:lnTo>
                  <a:lnTo>
                    <a:pt x="3195" y="24"/>
                  </a:lnTo>
                  <a:lnTo>
                    <a:pt x="3018" y="47"/>
                  </a:lnTo>
                  <a:lnTo>
                    <a:pt x="2841" y="83"/>
                  </a:lnTo>
                  <a:lnTo>
                    <a:pt x="2676" y="118"/>
                  </a:lnTo>
                  <a:lnTo>
                    <a:pt x="2499" y="165"/>
                  </a:lnTo>
                  <a:lnTo>
                    <a:pt x="2334" y="224"/>
                  </a:lnTo>
                  <a:lnTo>
                    <a:pt x="2169" y="283"/>
                  </a:lnTo>
                  <a:lnTo>
                    <a:pt x="2016" y="354"/>
                  </a:lnTo>
                  <a:lnTo>
                    <a:pt x="1863" y="436"/>
                  </a:lnTo>
                  <a:lnTo>
                    <a:pt x="1709" y="519"/>
                  </a:lnTo>
                  <a:lnTo>
                    <a:pt x="1568" y="613"/>
                  </a:lnTo>
                  <a:lnTo>
                    <a:pt x="1427" y="719"/>
                  </a:lnTo>
                  <a:lnTo>
                    <a:pt x="1297" y="814"/>
                  </a:lnTo>
                  <a:lnTo>
                    <a:pt x="1167" y="932"/>
                  </a:lnTo>
                  <a:lnTo>
                    <a:pt x="1037" y="1050"/>
                  </a:lnTo>
                  <a:lnTo>
                    <a:pt x="920" y="1179"/>
                  </a:lnTo>
                  <a:lnTo>
                    <a:pt x="813" y="1297"/>
                  </a:lnTo>
                  <a:lnTo>
                    <a:pt x="707" y="1439"/>
                  </a:lnTo>
                  <a:lnTo>
                    <a:pt x="601" y="1580"/>
                  </a:lnTo>
                  <a:lnTo>
                    <a:pt x="507" y="1721"/>
                  </a:lnTo>
                  <a:lnTo>
                    <a:pt x="424" y="1875"/>
                  </a:lnTo>
                  <a:lnTo>
                    <a:pt x="354" y="2028"/>
                  </a:lnTo>
                  <a:lnTo>
                    <a:pt x="271" y="2181"/>
                  </a:lnTo>
                  <a:lnTo>
                    <a:pt x="212" y="2346"/>
                  </a:lnTo>
                  <a:lnTo>
                    <a:pt x="153" y="2511"/>
                  </a:lnTo>
                  <a:lnTo>
                    <a:pt x="106" y="2676"/>
                  </a:lnTo>
                  <a:lnTo>
                    <a:pt x="71" y="2853"/>
                  </a:lnTo>
                  <a:lnTo>
                    <a:pt x="35" y="3030"/>
                  </a:lnTo>
                  <a:lnTo>
                    <a:pt x="12" y="3207"/>
                  </a:lnTo>
                  <a:lnTo>
                    <a:pt x="0" y="3384"/>
                  </a:lnTo>
                  <a:lnTo>
                    <a:pt x="0" y="3572"/>
                  </a:lnTo>
                  <a:lnTo>
                    <a:pt x="0" y="3749"/>
                  </a:lnTo>
                  <a:lnTo>
                    <a:pt x="12" y="3938"/>
                  </a:lnTo>
                  <a:lnTo>
                    <a:pt x="35" y="4115"/>
                  </a:lnTo>
                  <a:lnTo>
                    <a:pt x="71" y="4292"/>
                  </a:lnTo>
                  <a:lnTo>
                    <a:pt x="106" y="4457"/>
                  </a:lnTo>
                  <a:lnTo>
                    <a:pt x="153" y="4633"/>
                  </a:lnTo>
                  <a:lnTo>
                    <a:pt x="212" y="4798"/>
                  </a:lnTo>
                  <a:lnTo>
                    <a:pt x="271" y="4964"/>
                  </a:lnTo>
                  <a:lnTo>
                    <a:pt x="354" y="5117"/>
                  </a:lnTo>
                  <a:lnTo>
                    <a:pt x="424" y="5270"/>
                  </a:lnTo>
                  <a:lnTo>
                    <a:pt x="507" y="5423"/>
                  </a:lnTo>
                  <a:lnTo>
                    <a:pt x="601" y="5565"/>
                  </a:lnTo>
                  <a:lnTo>
                    <a:pt x="707" y="5706"/>
                  </a:lnTo>
                  <a:lnTo>
                    <a:pt x="813" y="5836"/>
                  </a:lnTo>
                  <a:lnTo>
                    <a:pt x="920" y="5966"/>
                  </a:lnTo>
                  <a:lnTo>
                    <a:pt x="1037" y="6095"/>
                  </a:lnTo>
                  <a:lnTo>
                    <a:pt x="1167" y="6213"/>
                  </a:lnTo>
                  <a:lnTo>
                    <a:pt x="1297" y="6319"/>
                  </a:lnTo>
                  <a:lnTo>
                    <a:pt x="1427" y="6425"/>
                  </a:lnTo>
                  <a:lnTo>
                    <a:pt x="1568" y="6531"/>
                  </a:lnTo>
                  <a:lnTo>
                    <a:pt x="1709" y="6614"/>
                  </a:lnTo>
                  <a:lnTo>
                    <a:pt x="1863" y="6708"/>
                  </a:lnTo>
                  <a:lnTo>
                    <a:pt x="2016" y="6779"/>
                  </a:lnTo>
                  <a:lnTo>
                    <a:pt x="2169" y="6850"/>
                  </a:lnTo>
                  <a:lnTo>
                    <a:pt x="2334" y="6921"/>
                  </a:lnTo>
                  <a:lnTo>
                    <a:pt x="2499" y="6979"/>
                  </a:lnTo>
                  <a:lnTo>
                    <a:pt x="2676" y="7027"/>
                  </a:lnTo>
                  <a:lnTo>
                    <a:pt x="2841" y="7062"/>
                  </a:lnTo>
                  <a:lnTo>
                    <a:pt x="3018" y="7097"/>
                  </a:lnTo>
                  <a:lnTo>
                    <a:pt x="3195" y="7121"/>
                  </a:lnTo>
                  <a:lnTo>
                    <a:pt x="3384" y="7133"/>
                  </a:lnTo>
                  <a:lnTo>
                    <a:pt x="3749" y="7133"/>
                  </a:lnTo>
                  <a:lnTo>
                    <a:pt x="3926" y="7121"/>
                  </a:lnTo>
                  <a:lnTo>
                    <a:pt x="4103" y="7097"/>
                  </a:lnTo>
                  <a:lnTo>
                    <a:pt x="4280" y="7062"/>
                  </a:lnTo>
                  <a:lnTo>
                    <a:pt x="4456" y="7027"/>
                  </a:lnTo>
                  <a:lnTo>
                    <a:pt x="4621" y="6979"/>
                  </a:lnTo>
                  <a:lnTo>
                    <a:pt x="4786" y="6921"/>
                  </a:lnTo>
                  <a:lnTo>
                    <a:pt x="4952" y="6850"/>
                  </a:lnTo>
                  <a:lnTo>
                    <a:pt x="5105" y="6779"/>
                  </a:lnTo>
                  <a:lnTo>
                    <a:pt x="5258" y="6708"/>
                  </a:lnTo>
                  <a:lnTo>
                    <a:pt x="5411" y="6614"/>
                  </a:lnTo>
                  <a:lnTo>
                    <a:pt x="5553" y="6531"/>
                  </a:lnTo>
                  <a:lnTo>
                    <a:pt x="5694" y="6425"/>
                  </a:lnTo>
                  <a:lnTo>
                    <a:pt x="5824" y="6319"/>
                  </a:lnTo>
                  <a:lnTo>
                    <a:pt x="5954" y="6213"/>
                  </a:lnTo>
                  <a:lnTo>
                    <a:pt x="6083" y="6095"/>
                  </a:lnTo>
                  <a:lnTo>
                    <a:pt x="6201" y="5966"/>
                  </a:lnTo>
                  <a:lnTo>
                    <a:pt x="6307" y="5836"/>
                  </a:lnTo>
                  <a:lnTo>
                    <a:pt x="6413" y="5706"/>
                  </a:lnTo>
                  <a:lnTo>
                    <a:pt x="6520" y="5565"/>
                  </a:lnTo>
                  <a:lnTo>
                    <a:pt x="6614" y="5423"/>
                  </a:lnTo>
                  <a:lnTo>
                    <a:pt x="6696" y="5270"/>
                  </a:lnTo>
                  <a:lnTo>
                    <a:pt x="6779" y="5117"/>
                  </a:lnTo>
                  <a:lnTo>
                    <a:pt x="6850" y="4964"/>
                  </a:lnTo>
                  <a:lnTo>
                    <a:pt x="6909" y="4798"/>
                  </a:lnTo>
                  <a:lnTo>
                    <a:pt x="6968" y="4633"/>
                  </a:lnTo>
                  <a:lnTo>
                    <a:pt x="7015" y="4457"/>
                  </a:lnTo>
                  <a:lnTo>
                    <a:pt x="7050" y="4292"/>
                  </a:lnTo>
                  <a:lnTo>
                    <a:pt x="7085" y="4115"/>
                  </a:lnTo>
                  <a:lnTo>
                    <a:pt x="7109" y="3938"/>
                  </a:lnTo>
                  <a:lnTo>
                    <a:pt x="7121" y="3749"/>
                  </a:lnTo>
                  <a:lnTo>
                    <a:pt x="7133" y="3572"/>
                  </a:lnTo>
                  <a:lnTo>
                    <a:pt x="7121" y="3384"/>
                  </a:lnTo>
                  <a:lnTo>
                    <a:pt x="7109" y="3207"/>
                  </a:lnTo>
                  <a:lnTo>
                    <a:pt x="7085" y="3030"/>
                  </a:lnTo>
                  <a:lnTo>
                    <a:pt x="7050" y="2853"/>
                  </a:lnTo>
                  <a:lnTo>
                    <a:pt x="7015" y="2676"/>
                  </a:lnTo>
                  <a:lnTo>
                    <a:pt x="6968" y="2511"/>
                  </a:lnTo>
                  <a:lnTo>
                    <a:pt x="6909" y="2346"/>
                  </a:lnTo>
                  <a:lnTo>
                    <a:pt x="6850" y="2181"/>
                  </a:lnTo>
                  <a:lnTo>
                    <a:pt x="6779" y="2028"/>
                  </a:lnTo>
                  <a:lnTo>
                    <a:pt x="6696" y="1875"/>
                  </a:lnTo>
                  <a:lnTo>
                    <a:pt x="6614" y="1721"/>
                  </a:lnTo>
                  <a:lnTo>
                    <a:pt x="6520" y="1580"/>
                  </a:lnTo>
                  <a:lnTo>
                    <a:pt x="6413" y="1439"/>
                  </a:lnTo>
                  <a:lnTo>
                    <a:pt x="6307" y="1297"/>
                  </a:lnTo>
                  <a:lnTo>
                    <a:pt x="6201" y="1179"/>
                  </a:lnTo>
                  <a:lnTo>
                    <a:pt x="6083" y="1050"/>
                  </a:lnTo>
                  <a:lnTo>
                    <a:pt x="5954" y="932"/>
                  </a:lnTo>
                  <a:lnTo>
                    <a:pt x="5824" y="814"/>
                  </a:lnTo>
                  <a:lnTo>
                    <a:pt x="5694" y="719"/>
                  </a:lnTo>
                  <a:lnTo>
                    <a:pt x="5553" y="613"/>
                  </a:lnTo>
                  <a:lnTo>
                    <a:pt x="5411" y="519"/>
                  </a:lnTo>
                  <a:lnTo>
                    <a:pt x="5258" y="436"/>
                  </a:lnTo>
                  <a:lnTo>
                    <a:pt x="5105" y="354"/>
                  </a:lnTo>
                  <a:lnTo>
                    <a:pt x="4952" y="283"/>
                  </a:lnTo>
                  <a:lnTo>
                    <a:pt x="4786" y="224"/>
                  </a:lnTo>
                  <a:lnTo>
                    <a:pt x="4621" y="165"/>
                  </a:lnTo>
                  <a:lnTo>
                    <a:pt x="4456" y="118"/>
                  </a:lnTo>
                  <a:lnTo>
                    <a:pt x="4280" y="83"/>
                  </a:lnTo>
                  <a:lnTo>
                    <a:pt x="4103" y="47"/>
                  </a:lnTo>
                  <a:lnTo>
                    <a:pt x="3926" y="24"/>
                  </a:lnTo>
                  <a:lnTo>
                    <a:pt x="3749" y="12"/>
                  </a:lnTo>
                  <a:lnTo>
                    <a:pt x="3560"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1555" name="Google Shape;1555;p103"/>
          <p:cNvCxnSpPr/>
          <p:nvPr/>
        </p:nvCxnSpPr>
        <p:spPr>
          <a:xfrm>
            <a:off x="2418500" y="1536005"/>
            <a:ext cx="0" cy="225300"/>
          </a:xfrm>
          <a:prstGeom prst="straightConnector1">
            <a:avLst/>
          </a:prstGeom>
          <a:noFill/>
          <a:ln w="19050" cap="flat" cmpd="sng">
            <a:solidFill>
              <a:schemeClr val="lt1"/>
            </a:solidFill>
            <a:prstDash val="dot"/>
            <a:round/>
            <a:headEnd type="none" w="med" len="med"/>
            <a:tailEnd type="none" w="med" len="med"/>
          </a:ln>
        </p:spPr>
      </p:cxnSp>
      <p:cxnSp>
        <p:nvCxnSpPr>
          <p:cNvPr id="1556" name="Google Shape;1556;p103"/>
          <p:cNvCxnSpPr/>
          <p:nvPr/>
        </p:nvCxnSpPr>
        <p:spPr>
          <a:xfrm>
            <a:off x="3420361" y="1536005"/>
            <a:ext cx="0" cy="225300"/>
          </a:xfrm>
          <a:prstGeom prst="straightConnector1">
            <a:avLst/>
          </a:prstGeom>
          <a:noFill/>
          <a:ln w="19050" cap="flat" cmpd="sng">
            <a:solidFill>
              <a:schemeClr val="lt1"/>
            </a:solidFill>
            <a:prstDash val="dot"/>
            <a:round/>
            <a:headEnd type="none" w="med" len="med"/>
            <a:tailEnd type="none" w="med" len="med"/>
          </a:ln>
        </p:spPr>
      </p:cxnSp>
      <p:cxnSp>
        <p:nvCxnSpPr>
          <p:cNvPr id="1557" name="Google Shape;1557;p103"/>
          <p:cNvCxnSpPr/>
          <p:nvPr/>
        </p:nvCxnSpPr>
        <p:spPr>
          <a:xfrm>
            <a:off x="4388439" y="1536005"/>
            <a:ext cx="0" cy="225300"/>
          </a:xfrm>
          <a:prstGeom prst="straightConnector1">
            <a:avLst/>
          </a:prstGeom>
          <a:noFill/>
          <a:ln w="19050" cap="flat" cmpd="sng">
            <a:solidFill>
              <a:schemeClr val="lt1"/>
            </a:solidFill>
            <a:prstDash val="dot"/>
            <a:round/>
            <a:headEnd type="none" w="med" len="med"/>
            <a:tailEnd type="none" w="med" len="med"/>
          </a:ln>
        </p:spPr>
      </p:cxnSp>
      <p:cxnSp>
        <p:nvCxnSpPr>
          <p:cNvPr id="1558" name="Google Shape;1558;p103"/>
          <p:cNvCxnSpPr/>
          <p:nvPr/>
        </p:nvCxnSpPr>
        <p:spPr>
          <a:xfrm>
            <a:off x="5350886" y="1536005"/>
            <a:ext cx="0" cy="225300"/>
          </a:xfrm>
          <a:prstGeom prst="straightConnector1">
            <a:avLst/>
          </a:prstGeom>
          <a:noFill/>
          <a:ln w="19050" cap="flat" cmpd="sng">
            <a:solidFill>
              <a:schemeClr val="lt1"/>
            </a:solidFill>
            <a:prstDash val="dot"/>
            <a:round/>
            <a:headEnd type="none" w="med" len="med"/>
            <a:tailEnd type="none" w="med" len="med"/>
          </a:ln>
        </p:spPr>
      </p:cxnSp>
      <p:cxnSp>
        <p:nvCxnSpPr>
          <p:cNvPr id="1559" name="Google Shape;1559;p103"/>
          <p:cNvCxnSpPr/>
          <p:nvPr/>
        </p:nvCxnSpPr>
        <p:spPr>
          <a:xfrm>
            <a:off x="6341486" y="1536005"/>
            <a:ext cx="0" cy="225300"/>
          </a:xfrm>
          <a:prstGeom prst="straightConnector1">
            <a:avLst/>
          </a:prstGeom>
          <a:noFill/>
          <a:ln w="19050" cap="flat" cmpd="sng">
            <a:solidFill>
              <a:schemeClr val="lt1"/>
            </a:solidFill>
            <a:prstDash val="dot"/>
            <a:round/>
            <a:headEnd type="none" w="med" len="med"/>
            <a:tailEnd type="none" w="med" len="med"/>
          </a:ln>
        </p:spPr>
      </p:cxnSp>
      <p:cxnSp>
        <p:nvCxnSpPr>
          <p:cNvPr id="1560" name="Google Shape;1560;p103"/>
          <p:cNvCxnSpPr/>
          <p:nvPr/>
        </p:nvCxnSpPr>
        <p:spPr>
          <a:xfrm>
            <a:off x="7303934" y="1536005"/>
            <a:ext cx="0" cy="225300"/>
          </a:xfrm>
          <a:prstGeom prst="straightConnector1">
            <a:avLst/>
          </a:prstGeom>
          <a:noFill/>
          <a:ln w="19050" cap="flat" cmpd="sng">
            <a:solidFill>
              <a:schemeClr val="lt1"/>
            </a:solidFill>
            <a:prstDash val="dot"/>
            <a:round/>
            <a:headEnd type="none" w="med" len="med"/>
            <a:tailEnd type="none" w="med" len="med"/>
          </a:ln>
        </p:spPr>
      </p:cxnSp>
      <p:cxnSp>
        <p:nvCxnSpPr>
          <p:cNvPr id="1561" name="Google Shape;1561;p103"/>
          <p:cNvCxnSpPr/>
          <p:nvPr/>
        </p:nvCxnSpPr>
        <p:spPr>
          <a:xfrm>
            <a:off x="8294534" y="1536005"/>
            <a:ext cx="0" cy="225300"/>
          </a:xfrm>
          <a:prstGeom prst="straightConnector1">
            <a:avLst/>
          </a:prstGeom>
          <a:noFill/>
          <a:ln w="19050" cap="flat" cmpd="sng">
            <a:solidFill>
              <a:schemeClr val="lt1"/>
            </a:solidFill>
            <a:prstDash val="dot"/>
            <a:round/>
            <a:headEnd type="none" w="med" len="med"/>
            <a:tailEnd type="none" w="med" len="med"/>
          </a:ln>
        </p:spPr>
      </p:cxnSp>
      <p:sp>
        <p:nvSpPr>
          <p:cNvPr id="1562" name="Google Shape;1562;p103"/>
          <p:cNvSpPr txBox="1">
            <a:spLocks noGrp="1"/>
          </p:cNvSpPr>
          <p:nvPr>
            <p:ph type="title"/>
          </p:nvPr>
        </p:nvSpPr>
        <p:spPr>
          <a:xfrm>
            <a:off x="371475" y="257176"/>
            <a:ext cx="8400900" cy="5490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en"/>
              <a:t>Market Positioning</a:t>
            </a:r>
            <a:endParaRPr/>
          </a:p>
          <a:p>
            <a:pPr marL="0" lvl="0" indent="0" algn="l" rtl="0">
              <a:spcBef>
                <a:spcPts val="0"/>
              </a:spcBef>
              <a:spcAft>
                <a:spcPts val="0"/>
              </a:spcAft>
              <a:buNone/>
            </a:pPr>
            <a:r>
              <a:rPr lang="en" sz="2200"/>
              <a:t>Process Orchestration</a:t>
            </a:r>
            <a:endParaRPr sz="2200"/>
          </a:p>
          <a:p>
            <a:pPr marL="0" lvl="0" indent="0" algn="l" rtl="0">
              <a:spcBef>
                <a:spcPts val="0"/>
              </a:spcBef>
              <a:spcAft>
                <a:spcPts val="0"/>
              </a:spcAft>
              <a:buNone/>
            </a:pPr>
            <a:r>
              <a:rPr lang="en" sz="1800">
                <a:solidFill>
                  <a:schemeClr val="accent1"/>
                </a:solidFill>
              </a:rPr>
              <a:t>Low</a:t>
            </a:r>
            <a:r>
              <a:rPr lang="en" sz="1800">
                <a:solidFill>
                  <a:schemeClr val="lt1"/>
                </a:solidFill>
              </a:rPr>
              <a:t> </a:t>
            </a:r>
            <a:r>
              <a:rPr lang="en" sz="1800"/>
              <a:t>Endpoint Diversity, Multiple Endpoints of the </a:t>
            </a:r>
            <a:r>
              <a:rPr lang="en" sz="1800">
                <a:solidFill>
                  <a:schemeClr val="accent1"/>
                </a:solidFill>
              </a:rPr>
              <a:t>Same</a:t>
            </a:r>
            <a:r>
              <a:rPr lang="en" sz="1800"/>
              <a:t> Type</a:t>
            </a:r>
            <a:endParaRPr sz="1800"/>
          </a:p>
        </p:txBody>
      </p:sp>
      <p:cxnSp>
        <p:nvCxnSpPr>
          <p:cNvPr id="1563" name="Google Shape;1563;p103"/>
          <p:cNvCxnSpPr/>
          <p:nvPr/>
        </p:nvCxnSpPr>
        <p:spPr>
          <a:xfrm rot="10800000">
            <a:off x="7325051" y="2313850"/>
            <a:ext cx="0" cy="377100"/>
          </a:xfrm>
          <a:prstGeom prst="straightConnector1">
            <a:avLst/>
          </a:prstGeom>
          <a:noFill/>
          <a:ln w="19050" cap="flat" cmpd="sng">
            <a:solidFill>
              <a:schemeClr val="accent1"/>
            </a:solidFill>
            <a:prstDash val="solid"/>
            <a:round/>
            <a:headEnd type="none" w="med" len="med"/>
            <a:tailEnd type="none" w="med" len="med"/>
          </a:ln>
        </p:spPr>
      </p:cxnSp>
      <p:cxnSp>
        <p:nvCxnSpPr>
          <p:cNvPr id="1564" name="Google Shape;1564;p103"/>
          <p:cNvCxnSpPr/>
          <p:nvPr/>
        </p:nvCxnSpPr>
        <p:spPr>
          <a:xfrm rot="10800000">
            <a:off x="7325051" y="3152050"/>
            <a:ext cx="0" cy="377100"/>
          </a:xfrm>
          <a:prstGeom prst="straightConnector1">
            <a:avLst/>
          </a:prstGeom>
          <a:noFill/>
          <a:ln w="19050" cap="flat" cmpd="sng">
            <a:solidFill>
              <a:schemeClr val="accent1"/>
            </a:solidFill>
            <a:prstDash val="solid"/>
            <a:round/>
            <a:headEnd type="none" w="med" len="med"/>
            <a:tailEnd type="none" w="med" len="med"/>
          </a:ln>
        </p:spPr>
      </p:cxnSp>
      <p:sp>
        <p:nvSpPr>
          <p:cNvPr id="1565" name="Google Shape;1565;p103"/>
          <p:cNvSpPr txBox="1"/>
          <p:nvPr/>
        </p:nvSpPr>
        <p:spPr>
          <a:xfrm>
            <a:off x="6998073" y="4344061"/>
            <a:ext cx="642600" cy="3693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200" b="1">
                <a:solidFill>
                  <a:schemeClr val="dk1"/>
                </a:solidFill>
                <a:latin typeface="IBM Plex Sans"/>
                <a:ea typeface="IBM Plex Sans"/>
                <a:cs typeface="IBM Plex Sans"/>
                <a:sym typeface="IBM Plex Sans"/>
              </a:rPr>
              <a:t>iPaaS</a:t>
            </a:r>
            <a:endParaRPr sz="1200" b="1">
              <a:solidFill>
                <a:schemeClr val="dk1"/>
              </a:solidFill>
              <a:latin typeface="IBM Plex Sans"/>
              <a:ea typeface="IBM Plex Sans"/>
              <a:cs typeface="IBM Plex Sans"/>
              <a:sym typeface="IBM Plex Sans"/>
            </a:endParaRPr>
          </a:p>
        </p:txBody>
      </p:sp>
      <p:cxnSp>
        <p:nvCxnSpPr>
          <p:cNvPr id="1566" name="Google Shape;1566;p103"/>
          <p:cNvCxnSpPr/>
          <p:nvPr/>
        </p:nvCxnSpPr>
        <p:spPr>
          <a:xfrm rot="10800000">
            <a:off x="7323698" y="4008486"/>
            <a:ext cx="2700" cy="285300"/>
          </a:xfrm>
          <a:prstGeom prst="straightConnector1">
            <a:avLst/>
          </a:prstGeom>
          <a:noFill/>
          <a:ln w="19050" cap="flat" cmpd="sng">
            <a:solidFill>
              <a:schemeClr val="accent1"/>
            </a:solidFill>
            <a:prstDash val="solid"/>
            <a:round/>
            <a:headEnd type="none" w="med" len="med"/>
            <a:tailEnd type="none" w="med" len="med"/>
          </a:ln>
        </p:spPr>
      </p:cxnSp>
      <p:sp>
        <p:nvSpPr>
          <p:cNvPr id="1567" name="Google Shape;1567;p103"/>
          <p:cNvSpPr/>
          <p:nvPr/>
        </p:nvSpPr>
        <p:spPr>
          <a:xfrm>
            <a:off x="7030925" y="1729225"/>
            <a:ext cx="607200" cy="3035400"/>
          </a:xfrm>
          <a:prstGeom prst="roundRect">
            <a:avLst>
              <a:gd name="adj" fmla="val 16667"/>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571"/>
        <p:cNvGrpSpPr/>
        <p:nvPr/>
      </p:nvGrpSpPr>
      <p:grpSpPr>
        <a:xfrm>
          <a:off x="0" y="0"/>
          <a:ext cx="0" cy="0"/>
          <a:chOff x="0" y="0"/>
          <a:chExt cx="0" cy="0"/>
        </a:xfrm>
      </p:grpSpPr>
      <p:sp>
        <p:nvSpPr>
          <p:cNvPr id="1572" name="Google Shape;1572;p104"/>
          <p:cNvSpPr txBox="1">
            <a:spLocks noGrp="1"/>
          </p:cNvSpPr>
          <p:nvPr>
            <p:ph type="ftr" idx="11"/>
          </p:nvPr>
        </p:nvSpPr>
        <p:spPr>
          <a:xfrm>
            <a:off x="742950" y="4838007"/>
            <a:ext cx="6776100" cy="121800"/>
          </a:xfrm>
          <a:prstGeom prst="rect">
            <a:avLst/>
          </a:prstGeom>
        </p:spPr>
        <p:txBody>
          <a:bodyPr spcFirstLastPara="1" wrap="square" lIns="0" tIns="0" rIns="0" bIns="0" anchor="ctr" anchorCtr="0">
            <a:noAutofit/>
          </a:bodyPr>
          <a:lstStyle/>
          <a:p>
            <a:pPr marL="0" lvl="0" indent="0" algn="l" rtl="0">
              <a:spcBef>
                <a:spcPts val="0"/>
              </a:spcBef>
              <a:spcAft>
                <a:spcPts val="0"/>
              </a:spcAft>
              <a:buNone/>
            </a:pPr>
            <a:fld id="{00000000-1234-1234-1234-123412341234}" type="slidenum">
              <a:rPr lang="en"/>
              <a:t>5</a:t>
            </a:fld>
            <a:endParaRPr/>
          </a:p>
        </p:txBody>
      </p:sp>
      <p:grpSp>
        <p:nvGrpSpPr>
          <p:cNvPr id="1573" name="Google Shape;1573;p104"/>
          <p:cNvGrpSpPr/>
          <p:nvPr/>
        </p:nvGrpSpPr>
        <p:grpSpPr>
          <a:xfrm>
            <a:off x="7174928" y="2002594"/>
            <a:ext cx="268663" cy="161407"/>
            <a:chOff x="3489775" y="2366300"/>
            <a:chExt cx="366325" cy="220050"/>
          </a:xfrm>
        </p:grpSpPr>
        <p:sp>
          <p:nvSpPr>
            <p:cNvPr id="1574" name="Google Shape;1574;p104"/>
            <p:cNvSpPr/>
            <p:nvPr/>
          </p:nvSpPr>
          <p:spPr>
            <a:xfrm>
              <a:off x="3583200" y="2455525"/>
              <a:ext cx="179500" cy="41575"/>
            </a:xfrm>
            <a:custGeom>
              <a:avLst/>
              <a:gdLst/>
              <a:ahLst/>
              <a:cxnLst/>
              <a:rect l="l" t="t" r="r" b="b"/>
              <a:pathLst>
                <a:path w="7180" h="1663" extrusionOk="0">
                  <a:moveTo>
                    <a:pt x="709" y="1"/>
                  </a:moveTo>
                  <a:lnTo>
                    <a:pt x="610" y="11"/>
                  </a:lnTo>
                  <a:lnTo>
                    <a:pt x="532" y="30"/>
                  </a:lnTo>
                  <a:lnTo>
                    <a:pt x="453" y="50"/>
                  </a:lnTo>
                  <a:lnTo>
                    <a:pt x="374" y="70"/>
                  </a:lnTo>
                  <a:lnTo>
                    <a:pt x="315" y="109"/>
                  </a:lnTo>
                  <a:lnTo>
                    <a:pt x="256" y="148"/>
                  </a:lnTo>
                  <a:lnTo>
                    <a:pt x="197" y="188"/>
                  </a:lnTo>
                  <a:lnTo>
                    <a:pt x="148" y="237"/>
                  </a:lnTo>
                  <a:lnTo>
                    <a:pt x="109" y="286"/>
                  </a:lnTo>
                  <a:lnTo>
                    <a:pt x="79" y="345"/>
                  </a:lnTo>
                  <a:lnTo>
                    <a:pt x="50" y="414"/>
                  </a:lnTo>
                  <a:lnTo>
                    <a:pt x="30" y="483"/>
                  </a:lnTo>
                  <a:lnTo>
                    <a:pt x="10" y="552"/>
                  </a:lnTo>
                  <a:lnTo>
                    <a:pt x="1" y="620"/>
                  </a:lnTo>
                  <a:lnTo>
                    <a:pt x="1" y="709"/>
                  </a:lnTo>
                  <a:lnTo>
                    <a:pt x="1" y="955"/>
                  </a:lnTo>
                  <a:lnTo>
                    <a:pt x="1" y="1033"/>
                  </a:lnTo>
                  <a:lnTo>
                    <a:pt x="10" y="1112"/>
                  </a:lnTo>
                  <a:lnTo>
                    <a:pt x="30" y="1181"/>
                  </a:lnTo>
                  <a:lnTo>
                    <a:pt x="50" y="1250"/>
                  </a:lnTo>
                  <a:lnTo>
                    <a:pt x="79" y="1319"/>
                  </a:lnTo>
                  <a:lnTo>
                    <a:pt x="109" y="1368"/>
                  </a:lnTo>
                  <a:lnTo>
                    <a:pt x="148" y="1427"/>
                  </a:lnTo>
                  <a:lnTo>
                    <a:pt x="197" y="1476"/>
                  </a:lnTo>
                  <a:lnTo>
                    <a:pt x="256" y="1515"/>
                  </a:lnTo>
                  <a:lnTo>
                    <a:pt x="315" y="1555"/>
                  </a:lnTo>
                  <a:lnTo>
                    <a:pt x="374" y="1584"/>
                  </a:lnTo>
                  <a:lnTo>
                    <a:pt x="453" y="1614"/>
                  </a:lnTo>
                  <a:lnTo>
                    <a:pt x="532" y="1633"/>
                  </a:lnTo>
                  <a:lnTo>
                    <a:pt x="610" y="1653"/>
                  </a:lnTo>
                  <a:lnTo>
                    <a:pt x="709" y="1663"/>
                  </a:lnTo>
                  <a:lnTo>
                    <a:pt x="905" y="1663"/>
                  </a:lnTo>
                  <a:lnTo>
                    <a:pt x="1004" y="1653"/>
                  </a:lnTo>
                  <a:lnTo>
                    <a:pt x="1082" y="1633"/>
                  </a:lnTo>
                  <a:lnTo>
                    <a:pt x="1161" y="1614"/>
                  </a:lnTo>
                  <a:lnTo>
                    <a:pt x="1240" y="1584"/>
                  </a:lnTo>
                  <a:lnTo>
                    <a:pt x="1299" y="1555"/>
                  </a:lnTo>
                  <a:lnTo>
                    <a:pt x="1358" y="1515"/>
                  </a:lnTo>
                  <a:lnTo>
                    <a:pt x="1417" y="1476"/>
                  </a:lnTo>
                  <a:lnTo>
                    <a:pt x="1466" y="1427"/>
                  </a:lnTo>
                  <a:lnTo>
                    <a:pt x="1505" y="1368"/>
                  </a:lnTo>
                  <a:lnTo>
                    <a:pt x="1535" y="1319"/>
                  </a:lnTo>
                  <a:lnTo>
                    <a:pt x="1564" y="1250"/>
                  </a:lnTo>
                  <a:lnTo>
                    <a:pt x="1584" y="1181"/>
                  </a:lnTo>
                  <a:lnTo>
                    <a:pt x="1604" y="1112"/>
                  </a:lnTo>
                  <a:lnTo>
                    <a:pt x="1604" y="1033"/>
                  </a:lnTo>
                  <a:lnTo>
                    <a:pt x="1613" y="955"/>
                  </a:lnTo>
                  <a:lnTo>
                    <a:pt x="1613" y="709"/>
                  </a:lnTo>
                  <a:lnTo>
                    <a:pt x="1604" y="620"/>
                  </a:lnTo>
                  <a:lnTo>
                    <a:pt x="1604" y="552"/>
                  </a:lnTo>
                  <a:lnTo>
                    <a:pt x="1584" y="483"/>
                  </a:lnTo>
                  <a:lnTo>
                    <a:pt x="1564" y="414"/>
                  </a:lnTo>
                  <a:lnTo>
                    <a:pt x="1535" y="345"/>
                  </a:lnTo>
                  <a:lnTo>
                    <a:pt x="1505" y="286"/>
                  </a:lnTo>
                  <a:lnTo>
                    <a:pt x="1466" y="237"/>
                  </a:lnTo>
                  <a:lnTo>
                    <a:pt x="1417" y="188"/>
                  </a:lnTo>
                  <a:lnTo>
                    <a:pt x="1358" y="148"/>
                  </a:lnTo>
                  <a:lnTo>
                    <a:pt x="1299" y="109"/>
                  </a:lnTo>
                  <a:lnTo>
                    <a:pt x="1240" y="70"/>
                  </a:lnTo>
                  <a:lnTo>
                    <a:pt x="1161" y="50"/>
                  </a:lnTo>
                  <a:lnTo>
                    <a:pt x="1082" y="30"/>
                  </a:lnTo>
                  <a:lnTo>
                    <a:pt x="1004" y="11"/>
                  </a:lnTo>
                  <a:lnTo>
                    <a:pt x="905" y="1"/>
                  </a:lnTo>
                  <a:close/>
                  <a:moveTo>
                    <a:pt x="3492" y="1"/>
                  </a:moveTo>
                  <a:lnTo>
                    <a:pt x="3403" y="11"/>
                  </a:lnTo>
                  <a:lnTo>
                    <a:pt x="3315" y="30"/>
                  </a:lnTo>
                  <a:lnTo>
                    <a:pt x="3236" y="50"/>
                  </a:lnTo>
                  <a:lnTo>
                    <a:pt x="3167" y="70"/>
                  </a:lnTo>
                  <a:lnTo>
                    <a:pt x="3098" y="109"/>
                  </a:lnTo>
                  <a:lnTo>
                    <a:pt x="3039" y="148"/>
                  </a:lnTo>
                  <a:lnTo>
                    <a:pt x="2980" y="188"/>
                  </a:lnTo>
                  <a:lnTo>
                    <a:pt x="2941" y="237"/>
                  </a:lnTo>
                  <a:lnTo>
                    <a:pt x="2902" y="286"/>
                  </a:lnTo>
                  <a:lnTo>
                    <a:pt x="2862" y="345"/>
                  </a:lnTo>
                  <a:lnTo>
                    <a:pt x="2833" y="414"/>
                  </a:lnTo>
                  <a:lnTo>
                    <a:pt x="2813" y="483"/>
                  </a:lnTo>
                  <a:lnTo>
                    <a:pt x="2803" y="552"/>
                  </a:lnTo>
                  <a:lnTo>
                    <a:pt x="2793" y="620"/>
                  </a:lnTo>
                  <a:lnTo>
                    <a:pt x="2784" y="709"/>
                  </a:lnTo>
                  <a:lnTo>
                    <a:pt x="2784" y="955"/>
                  </a:lnTo>
                  <a:lnTo>
                    <a:pt x="2793" y="1033"/>
                  </a:lnTo>
                  <a:lnTo>
                    <a:pt x="2803" y="1112"/>
                  </a:lnTo>
                  <a:lnTo>
                    <a:pt x="2813" y="1181"/>
                  </a:lnTo>
                  <a:lnTo>
                    <a:pt x="2833" y="1250"/>
                  </a:lnTo>
                  <a:lnTo>
                    <a:pt x="2862" y="1319"/>
                  </a:lnTo>
                  <a:lnTo>
                    <a:pt x="2902" y="1368"/>
                  </a:lnTo>
                  <a:lnTo>
                    <a:pt x="2941" y="1427"/>
                  </a:lnTo>
                  <a:lnTo>
                    <a:pt x="2980" y="1476"/>
                  </a:lnTo>
                  <a:lnTo>
                    <a:pt x="3039" y="1515"/>
                  </a:lnTo>
                  <a:lnTo>
                    <a:pt x="3098" y="1555"/>
                  </a:lnTo>
                  <a:lnTo>
                    <a:pt x="3167" y="1584"/>
                  </a:lnTo>
                  <a:lnTo>
                    <a:pt x="3236" y="1614"/>
                  </a:lnTo>
                  <a:lnTo>
                    <a:pt x="3315" y="1633"/>
                  </a:lnTo>
                  <a:lnTo>
                    <a:pt x="3403" y="1653"/>
                  </a:lnTo>
                  <a:lnTo>
                    <a:pt x="3492" y="1663"/>
                  </a:lnTo>
                  <a:lnTo>
                    <a:pt x="3688" y="1663"/>
                  </a:lnTo>
                  <a:lnTo>
                    <a:pt x="3787" y="1653"/>
                  </a:lnTo>
                  <a:lnTo>
                    <a:pt x="3875" y="1633"/>
                  </a:lnTo>
                  <a:lnTo>
                    <a:pt x="3954" y="1614"/>
                  </a:lnTo>
                  <a:lnTo>
                    <a:pt x="4023" y="1584"/>
                  </a:lnTo>
                  <a:lnTo>
                    <a:pt x="4091" y="1555"/>
                  </a:lnTo>
                  <a:lnTo>
                    <a:pt x="4150" y="1515"/>
                  </a:lnTo>
                  <a:lnTo>
                    <a:pt x="4200" y="1476"/>
                  </a:lnTo>
                  <a:lnTo>
                    <a:pt x="4249" y="1427"/>
                  </a:lnTo>
                  <a:lnTo>
                    <a:pt x="4288" y="1368"/>
                  </a:lnTo>
                  <a:lnTo>
                    <a:pt x="4318" y="1319"/>
                  </a:lnTo>
                  <a:lnTo>
                    <a:pt x="4347" y="1250"/>
                  </a:lnTo>
                  <a:lnTo>
                    <a:pt x="4367" y="1181"/>
                  </a:lnTo>
                  <a:lnTo>
                    <a:pt x="4386" y="1112"/>
                  </a:lnTo>
                  <a:lnTo>
                    <a:pt x="4396" y="1033"/>
                  </a:lnTo>
                  <a:lnTo>
                    <a:pt x="4396" y="955"/>
                  </a:lnTo>
                  <a:lnTo>
                    <a:pt x="4396" y="709"/>
                  </a:lnTo>
                  <a:lnTo>
                    <a:pt x="4396" y="620"/>
                  </a:lnTo>
                  <a:lnTo>
                    <a:pt x="4386" y="552"/>
                  </a:lnTo>
                  <a:lnTo>
                    <a:pt x="4367" y="483"/>
                  </a:lnTo>
                  <a:lnTo>
                    <a:pt x="4347" y="414"/>
                  </a:lnTo>
                  <a:lnTo>
                    <a:pt x="4318" y="345"/>
                  </a:lnTo>
                  <a:lnTo>
                    <a:pt x="4288" y="286"/>
                  </a:lnTo>
                  <a:lnTo>
                    <a:pt x="4249" y="237"/>
                  </a:lnTo>
                  <a:lnTo>
                    <a:pt x="4200" y="188"/>
                  </a:lnTo>
                  <a:lnTo>
                    <a:pt x="4150" y="148"/>
                  </a:lnTo>
                  <a:lnTo>
                    <a:pt x="4091" y="109"/>
                  </a:lnTo>
                  <a:lnTo>
                    <a:pt x="4023" y="70"/>
                  </a:lnTo>
                  <a:lnTo>
                    <a:pt x="3954" y="50"/>
                  </a:lnTo>
                  <a:lnTo>
                    <a:pt x="3875" y="30"/>
                  </a:lnTo>
                  <a:lnTo>
                    <a:pt x="3787" y="11"/>
                  </a:lnTo>
                  <a:lnTo>
                    <a:pt x="3688" y="1"/>
                  </a:lnTo>
                  <a:close/>
                  <a:moveTo>
                    <a:pt x="6274" y="1"/>
                  </a:moveTo>
                  <a:lnTo>
                    <a:pt x="6186" y="11"/>
                  </a:lnTo>
                  <a:lnTo>
                    <a:pt x="6097" y="30"/>
                  </a:lnTo>
                  <a:lnTo>
                    <a:pt x="6019" y="50"/>
                  </a:lnTo>
                  <a:lnTo>
                    <a:pt x="5950" y="70"/>
                  </a:lnTo>
                  <a:lnTo>
                    <a:pt x="5881" y="109"/>
                  </a:lnTo>
                  <a:lnTo>
                    <a:pt x="5822" y="148"/>
                  </a:lnTo>
                  <a:lnTo>
                    <a:pt x="5773" y="188"/>
                  </a:lnTo>
                  <a:lnTo>
                    <a:pt x="5724" y="237"/>
                  </a:lnTo>
                  <a:lnTo>
                    <a:pt x="5684" y="286"/>
                  </a:lnTo>
                  <a:lnTo>
                    <a:pt x="5645" y="345"/>
                  </a:lnTo>
                  <a:lnTo>
                    <a:pt x="5625" y="414"/>
                  </a:lnTo>
                  <a:lnTo>
                    <a:pt x="5606" y="483"/>
                  </a:lnTo>
                  <a:lnTo>
                    <a:pt x="5586" y="552"/>
                  </a:lnTo>
                  <a:lnTo>
                    <a:pt x="5576" y="620"/>
                  </a:lnTo>
                  <a:lnTo>
                    <a:pt x="5576" y="709"/>
                  </a:lnTo>
                  <a:lnTo>
                    <a:pt x="5576" y="955"/>
                  </a:lnTo>
                  <a:lnTo>
                    <a:pt x="5576" y="1033"/>
                  </a:lnTo>
                  <a:lnTo>
                    <a:pt x="5586" y="1112"/>
                  </a:lnTo>
                  <a:lnTo>
                    <a:pt x="5606" y="1181"/>
                  </a:lnTo>
                  <a:lnTo>
                    <a:pt x="5625" y="1250"/>
                  </a:lnTo>
                  <a:lnTo>
                    <a:pt x="5645" y="1319"/>
                  </a:lnTo>
                  <a:lnTo>
                    <a:pt x="5684" y="1368"/>
                  </a:lnTo>
                  <a:lnTo>
                    <a:pt x="5724" y="1427"/>
                  </a:lnTo>
                  <a:lnTo>
                    <a:pt x="5773" y="1476"/>
                  </a:lnTo>
                  <a:lnTo>
                    <a:pt x="5822" y="1515"/>
                  </a:lnTo>
                  <a:lnTo>
                    <a:pt x="5881" y="1555"/>
                  </a:lnTo>
                  <a:lnTo>
                    <a:pt x="5950" y="1584"/>
                  </a:lnTo>
                  <a:lnTo>
                    <a:pt x="6019" y="1614"/>
                  </a:lnTo>
                  <a:lnTo>
                    <a:pt x="6097" y="1633"/>
                  </a:lnTo>
                  <a:lnTo>
                    <a:pt x="6186" y="1653"/>
                  </a:lnTo>
                  <a:lnTo>
                    <a:pt x="6274" y="1663"/>
                  </a:lnTo>
                  <a:lnTo>
                    <a:pt x="6481" y="1663"/>
                  </a:lnTo>
                  <a:lnTo>
                    <a:pt x="6569" y="1653"/>
                  </a:lnTo>
                  <a:lnTo>
                    <a:pt x="6658" y="1633"/>
                  </a:lnTo>
                  <a:lnTo>
                    <a:pt x="6737" y="1614"/>
                  </a:lnTo>
                  <a:lnTo>
                    <a:pt x="6805" y="1584"/>
                  </a:lnTo>
                  <a:lnTo>
                    <a:pt x="6874" y="1555"/>
                  </a:lnTo>
                  <a:lnTo>
                    <a:pt x="6933" y="1515"/>
                  </a:lnTo>
                  <a:lnTo>
                    <a:pt x="6982" y="1476"/>
                  </a:lnTo>
                  <a:lnTo>
                    <a:pt x="7032" y="1427"/>
                  </a:lnTo>
                  <a:lnTo>
                    <a:pt x="7071" y="1368"/>
                  </a:lnTo>
                  <a:lnTo>
                    <a:pt x="7110" y="1319"/>
                  </a:lnTo>
                  <a:lnTo>
                    <a:pt x="7130" y="1250"/>
                  </a:lnTo>
                  <a:lnTo>
                    <a:pt x="7159" y="1181"/>
                  </a:lnTo>
                  <a:lnTo>
                    <a:pt x="7169" y="1112"/>
                  </a:lnTo>
                  <a:lnTo>
                    <a:pt x="7179" y="1033"/>
                  </a:lnTo>
                  <a:lnTo>
                    <a:pt x="7179" y="955"/>
                  </a:lnTo>
                  <a:lnTo>
                    <a:pt x="7179" y="709"/>
                  </a:lnTo>
                  <a:lnTo>
                    <a:pt x="7179" y="620"/>
                  </a:lnTo>
                  <a:lnTo>
                    <a:pt x="7169" y="552"/>
                  </a:lnTo>
                  <a:lnTo>
                    <a:pt x="7159" y="483"/>
                  </a:lnTo>
                  <a:lnTo>
                    <a:pt x="7130" y="414"/>
                  </a:lnTo>
                  <a:lnTo>
                    <a:pt x="7110" y="345"/>
                  </a:lnTo>
                  <a:lnTo>
                    <a:pt x="7071" y="286"/>
                  </a:lnTo>
                  <a:lnTo>
                    <a:pt x="7032" y="237"/>
                  </a:lnTo>
                  <a:lnTo>
                    <a:pt x="6982" y="188"/>
                  </a:lnTo>
                  <a:lnTo>
                    <a:pt x="6933" y="148"/>
                  </a:lnTo>
                  <a:lnTo>
                    <a:pt x="6874" y="109"/>
                  </a:lnTo>
                  <a:lnTo>
                    <a:pt x="6805" y="70"/>
                  </a:lnTo>
                  <a:lnTo>
                    <a:pt x="6737" y="50"/>
                  </a:lnTo>
                  <a:lnTo>
                    <a:pt x="6658" y="30"/>
                  </a:lnTo>
                  <a:lnTo>
                    <a:pt x="6569" y="11"/>
                  </a:lnTo>
                  <a:lnTo>
                    <a:pt x="6481"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5" name="Google Shape;1575;p104"/>
            <p:cNvSpPr/>
            <p:nvPr/>
          </p:nvSpPr>
          <p:spPr>
            <a:xfrm>
              <a:off x="3489775" y="2366300"/>
              <a:ext cx="366325" cy="220050"/>
            </a:xfrm>
            <a:custGeom>
              <a:avLst/>
              <a:gdLst/>
              <a:ahLst/>
              <a:cxnLst/>
              <a:rect l="l" t="t" r="r" b="b"/>
              <a:pathLst>
                <a:path w="14653" h="8802" extrusionOk="0">
                  <a:moveTo>
                    <a:pt x="1604" y="0"/>
                  </a:moveTo>
                  <a:lnTo>
                    <a:pt x="1515" y="10"/>
                  </a:lnTo>
                  <a:lnTo>
                    <a:pt x="1437" y="30"/>
                  </a:lnTo>
                  <a:lnTo>
                    <a:pt x="1358" y="50"/>
                  </a:lnTo>
                  <a:lnTo>
                    <a:pt x="1279" y="79"/>
                  </a:lnTo>
                  <a:lnTo>
                    <a:pt x="1210" y="118"/>
                  </a:lnTo>
                  <a:lnTo>
                    <a:pt x="1151" y="158"/>
                  </a:lnTo>
                  <a:lnTo>
                    <a:pt x="1092" y="207"/>
                  </a:lnTo>
                  <a:lnTo>
                    <a:pt x="1043" y="266"/>
                  </a:lnTo>
                  <a:lnTo>
                    <a:pt x="994" y="335"/>
                  </a:lnTo>
                  <a:lnTo>
                    <a:pt x="955" y="404"/>
                  </a:lnTo>
                  <a:lnTo>
                    <a:pt x="915" y="482"/>
                  </a:lnTo>
                  <a:lnTo>
                    <a:pt x="896" y="571"/>
                  </a:lnTo>
                  <a:lnTo>
                    <a:pt x="876" y="669"/>
                  </a:lnTo>
                  <a:lnTo>
                    <a:pt x="856" y="767"/>
                  </a:lnTo>
                  <a:lnTo>
                    <a:pt x="856" y="876"/>
                  </a:lnTo>
                  <a:lnTo>
                    <a:pt x="856" y="3098"/>
                  </a:lnTo>
                  <a:lnTo>
                    <a:pt x="856" y="3196"/>
                  </a:lnTo>
                  <a:lnTo>
                    <a:pt x="837" y="3285"/>
                  </a:lnTo>
                  <a:lnTo>
                    <a:pt x="827" y="3363"/>
                  </a:lnTo>
                  <a:lnTo>
                    <a:pt x="797" y="3442"/>
                  </a:lnTo>
                  <a:lnTo>
                    <a:pt x="768" y="3511"/>
                  </a:lnTo>
                  <a:lnTo>
                    <a:pt x="729" y="3570"/>
                  </a:lnTo>
                  <a:lnTo>
                    <a:pt x="679" y="3629"/>
                  </a:lnTo>
                  <a:lnTo>
                    <a:pt x="630" y="3678"/>
                  </a:lnTo>
                  <a:lnTo>
                    <a:pt x="571" y="3727"/>
                  </a:lnTo>
                  <a:lnTo>
                    <a:pt x="502" y="3767"/>
                  </a:lnTo>
                  <a:lnTo>
                    <a:pt x="434" y="3796"/>
                  </a:lnTo>
                  <a:lnTo>
                    <a:pt x="355" y="3826"/>
                  </a:lnTo>
                  <a:lnTo>
                    <a:pt x="276" y="3845"/>
                  </a:lnTo>
                  <a:lnTo>
                    <a:pt x="188" y="3855"/>
                  </a:lnTo>
                  <a:lnTo>
                    <a:pt x="99" y="3865"/>
                  </a:lnTo>
                  <a:lnTo>
                    <a:pt x="1" y="3875"/>
                  </a:lnTo>
                  <a:lnTo>
                    <a:pt x="1" y="4927"/>
                  </a:lnTo>
                  <a:lnTo>
                    <a:pt x="99" y="4937"/>
                  </a:lnTo>
                  <a:lnTo>
                    <a:pt x="188" y="4947"/>
                  </a:lnTo>
                  <a:lnTo>
                    <a:pt x="276" y="4956"/>
                  </a:lnTo>
                  <a:lnTo>
                    <a:pt x="355" y="4976"/>
                  </a:lnTo>
                  <a:lnTo>
                    <a:pt x="434" y="5006"/>
                  </a:lnTo>
                  <a:lnTo>
                    <a:pt x="502" y="5035"/>
                  </a:lnTo>
                  <a:lnTo>
                    <a:pt x="571" y="5074"/>
                  </a:lnTo>
                  <a:lnTo>
                    <a:pt x="630" y="5124"/>
                  </a:lnTo>
                  <a:lnTo>
                    <a:pt x="679" y="5173"/>
                  </a:lnTo>
                  <a:lnTo>
                    <a:pt x="729" y="5232"/>
                  </a:lnTo>
                  <a:lnTo>
                    <a:pt x="768" y="5291"/>
                  </a:lnTo>
                  <a:lnTo>
                    <a:pt x="797" y="5360"/>
                  </a:lnTo>
                  <a:lnTo>
                    <a:pt x="827" y="5438"/>
                  </a:lnTo>
                  <a:lnTo>
                    <a:pt x="837" y="5517"/>
                  </a:lnTo>
                  <a:lnTo>
                    <a:pt x="856" y="5605"/>
                  </a:lnTo>
                  <a:lnTo>
                    <a:pt x="856" y="5704"/>
                  </a:lnTo>
                  <a:lnTo>
                    <a:pt x="856" y="7926"/>
                  </a:lnTo>
                  <a:lnTo>
                    <a:pt x="856" y="8034"/>
                  </a:lnTo>
                  <a:lnTo>
                    <a:pt x="876" y="8133"/>
                  </a:lnTo>
                  <a:lnTo>
                    <a:pt x="896" y="8231"/>
                  </a:lnTo>
                  <a:lnTo>
                    <a:pt x="915" y="8319"/>
                  </a:lnTo>
                  <a:lnTo>
                    <a:pt x="955" y="8398"/>
                  </a:lnTo>
                  <a:lnTo>
                    <a:pt x="994" y="8467"/>
                  </a:lnTo>
                  <a:lnTo>
                    <a:pt x="1043" y="8536"/>
                  </a:lnTo>
                  <a:lnTo>
                    <a:pt x="1092" y="8595"/>
                  </a:lnTo>
                  <a:lnTo>
                    <a:pt x="1151" y="8644"/>
                  </a:lnTo>
                  <a:lnTo>
                    <a:pt x="1210" y="8683"/>
                  </a:lnTo>
                  <a:lnTo>
                    <a:pt x="1279" y="8723"/>
                  </a:lnTo>
                  <a:lnTo>
                    <a:pt x="1358" y="8752"/>
                  </a:lnTo>
                  <a:lnTo>
                    <a:pt x="1437" y="8772"/>
                  </a:lnTo>
                  <a:lnTo>
                    <a:pt x="1515" y="8791"/>
                  </a:lnTo>
                  <a:lnTo>
                    <a:pt x="1604" y="8801"/>
                  </a:lnTo>
                  <a:lnTo>
                    <a:pt x="2715" y="8801"/>
                  </a:lnTo>
                  <a:lnTo>
                    <a:pt x="2715" y="7867"/>
                  </a:lnTo>
                  <a:lnTo>
                    <a:pt x="2056" y="7867"/>
                  </a:lnTo>
                  <a:lnTo>
                    <a:pt x="2056" y="5605"/>
                  </a:lnTo>
                  <a:lnTo>
                    <a:pt x="2046" y="5458"/>
                  </a:lnTo>
                  <a:lnTo>
                    <a:pt x="2027" y="5320"/>
                  </a:lnTo>
                  <a:lnTo>
                    <a:pt x="2007" y="5202"/>
                  </a:lnTo>
                  <a:lnTo>
                    <a:pt x="1968" y="5084"/>
                  </a:lnTo>
                  <a:lnTo>
                    <a:pt x="1918" y="4986"/>
                  </a:lnTo>
                  <a:lnTo>
                    <a:pt x="1859" y="4888"/>
                  </a:lnTo>
                  <a:lnTo>
                    <a:pt x="1791" y="4809"/>
                  </a:lnTo>
                  <a:lnTo>
                    <a:pt x="1712" y="4730"/>
                  </a:lnTo>
                  <a:lnTo>
                    <a:pt x="1623" y="4671"/>
                  </a:lnTo>
                  <a:lnTo>
                    <a:pt x="1525" y="4612"/>
                  </a:lnTo>
                  <a:lnTo>
                    <a:pt x="1417" y="4573"/>
                  </a:lnTo>
                  <a:lnTo>
                    <a:pt x="1299" y="4534"/>
                  </a:lnTo>
                  <a:lnTo>
                    <a:pt x="1171" y="4504"/>
                  </a:lnTo>
                  <a:lnTo>
                    <a:pt x="1033" y="4484"/>
                  </a:lnTo>
                  <a:lnTo>
                    <a:pt x="886" y="4475"/>
                  </a:lnTo>
                  <a:lnTo>
                    <a:pt x="729" y="4465"/>
                  </a:lnTo>
                  <a:lnTo>
                    <a:pt x="729" y="4327"/>
                  </a:lnTo>
                  <a:lnTo>
                    <a:pt x="886" y="4327"/>
                  </a:lnTo>
                  <a:lnTo>
                    <a:pt x="1033" y="4317"/>
                  </a:lnTo>
                  <a:lnTo>
                    <a:pt x="1171" y="4298"/>
                  </a:lnTo>
                  <a:lnTo>
                    <a:pt x="1299" y="4268"/>
                  </a:lnTo>
                  <a:lnTo>
                    <a:pt x="1417" y="4229"/>
                  </a:lnTo>
                  <a:lnTo>
                    <a:pt x="1525" y="4189"/>
                  </a:lnTo>
                  <a:lnTo>
                    <a:pt x="1623" y="4130"/>
                  </a:lnTo>
                  <a:lnTo>
                    <a:pt x="1712" y="4071"/>
                  </a:lnTo>
                  <a:lnTo>
                    <a:pt x="1791" y="3993"/>
                  </a:lnTo>
                  <a:lnTo>
                    <a:pt x="1859" y="3914"/>
                  </a:lnTo>
                  <a:lnTo>
                    <a:pt x="1918" y="3816"/>
                  </a:lnTo>
                  <a:lnTo>
                    <a:pt x="1968" y="3717"/>
                  </a:lnTo>
                  <a:lnTo>
                    <a:pt x="2007" y="3599"/>
                  </a:lnTo>
                  <a:lnTo>
                    <a:pt x="2027" y="3481"/>
                  </a:lnTo>
                  <a:lnTo>
                    <a:pt x="2046" y="3344"/>
                  </a:lnTo>
                  <a:lnTo>
                    <a:pt x="2056" y="3196"/>
                  </a:lnTo>
                  <a:lnTo>
                    <a:pt x="2056" y="935"/>
                  </a:lnTo>
                  <a:lnTo>
                    <a:pt x="2715" y="935"/>
                  </a:lnTo>
                  <a:lnTo>
                    <a:pt x="2715" y="0"/>
                  </a:lnTo>
                  <a:close/>
                  <a:moveTo>
                    <a:pt x="11939" y="0"/>
                  </a:moveTo>
                  <a:lnTo>
                    <a:pt x="11939" y="935"/>
                  </a:lnTo>
                  <a:lnTo>
                    <a:pt x="12607" y="935"/>
                  </a:lnTo>
                  <a:lnTo>
                    <a:pt x="12607" y="3196"/>
                  </a:lnTo>
                  <a:lnTo>
                    <a:pt x="12607" y="3344"/>
                  </a:lnTo>
                  <a:lnTo>
                    <a:pt x="12627" y="3481"/>
                  </a:lnTo>
                  <a:lnTo>
                    <a:pt x="12657" y="3599"/>
                  </a:lnTo>
                  <a:lnTo>
                    <a:pt x="12696" y="3717"/>
                  </a:lnTo>
                  <a:lnTo>
                    <a:pt x="12735" y="3816"/>
                  </a:lnTo>
                  <a:lnTo>
                    <a:pt x="12794" y="3914"/>
                  </a:lnTo>
                  <a:lnTo>
                    <a:pt x="12863" y="3993"/>
                  </a:lnTo>
                  <a:lnTo>
                    <a:pt x="12942" y="4071"/>
                  </a:lnTo>
                  <a:lnTo>
                    <a:pt x="13030" y="4130"/>
                  </a:lnTo>
                  <a:lnTo>
                    <a:pt x="13129" y="4189"/>
                  </a:lnTo>
                  <a:lnTo>
                    <a:pt x="13237" y="4229"/>
                  </a:lnTo>
                  <a:lnTo>
                    <a:pt x="13355" y="4268"/>
                  </a:lnTo>
                  <a:lnTo>
                    <a:pt x="13492" y="4298"/>
                  </a:lnTo>
                  <a:lnTo>
                    <a:pt x="13630" y="4317"/>
                  </a:lnTo>
                  <a:lnTo>
                    <a:pt x="13778" y="4327"/>
                  </a:lnTo>
                  <a:lnTo>
                    <a:pt x="13935" y="4327"/>
                  </a:lnTo>
                  <a:lnTo>
                    <a:pt x="13935" y="4465"/>
                  </a:lnTo>
                  <a:lnTo>
                    <a:pt x="13778" y="4475"/>
                  </a:lnTo>
                  <a:lnTo>
                    <a:pt x="13630" y="4484"/>
                  </a:lnTo>
                  <a:lnTo>
                    <a:pt x="13492" y="4504"/>
                  </a:lnTo>
                  <a:lnTo>
                    <a:pt x="13355" y="4534"/>
                  </a:lnTo>
                  <a:lnTo>
                    <a:pt x="13237" y="4573"/>
                  </a:lnTo>
                  <a:lnTo>
                    <a:pt x="13129" y="4612"/>
                  </a:lnTo>
                  <a:lnTo>
                    <a:pt x="13030" y="4671"/>
                  </a:lnTo>
                  <a:lnTo>
                    <a:pt x="12942" y="4730"/>
                  </a:lnTo>
                  <a:lnTo>
                    <a:pt x="12863" y="4809"/>
                  </a:lnTo>
                  <a:lnTo>
                    <a:pt x="12794" y="4888"/>
                  </a:lnTo>
                  <a:lnTo>
                    <a:pt x="12735" y="4986"/>
                  </a:lnTo>
                  <a:lnTo>
                    <a:pt x="12696" y="5084"/>
                  </a:lnTo>
                  <a:lnTo>
                    <a:pt x="12657" y="5202"/>
                  </a:lnTo>
                  <a:lnTo>
                    <a:pt x="12627" y="5320"/>
                  </a:lnTo>
                  <a:lnTo>
                    <a:pt x="12607" y="5458"/>
                  </a:lnTo>
                  <a:lnTo>
                    <a:pt x="12607" y="5605"/>
                  </a:lnTo>
                  <a:lnTo>
                    <a:pt x="12607" y="7867"/>
                  </a:lnTo>
                  <a:lnTo>
                    <a:pt x="11939" y="7867"/>
                  </a:lnTo>
                  <a:lnTo>
                    <a:pt x="11939" y="8801"/>
                  </a:lnTo>
                  <a:lnTo>
                    <a:pt x="13060" y="8801"/>
                  </a:lnTo>
                  <a:lnTo>
                    <a:pt x="13138" y="8791"/>
                  </a:lnTo>
                  <a:lnTo>
                    <a:pt x="13227" y="8772"/>
                  </a:lnTo>
                  <a:lnTo>
                    <a:pt x="13306" y="8752"/>
                  </a:lnTo>
                  <a:lnTo>
                    <a:pt x="13374" y="8723"/>
                  </a:lnTo>
                  <a:lnTo>
                    <a:pt x="13443" y="8683"/>
                  </a:lnTo>
                  <a:lnTo>
                    <a:pt x="13512" y="8644"/>
                  </a:lnTo>
                  <a:lnTo>
                    <a:pt x="13571" y="8595"/>
                  </a:lnTo>
                  <a:lnTo>
                    <a:pt x="13620" y="8536"/>
                  </a:lnTo>
                  <a:lnTo>
                    <a:pt x="13669" y="8467"/>
                  </a:lnTo>
                  <a:lnTo>
                    <a:pt x="13709" y="8398"/>
                  </a:lnTo>
                  <a:lnTo>
                    <a:pt x="13738" y="8319"/>
                  </a:lnTo>
                  <a:lnTo>
                    <a:pt x="13768" y="8231"/>
                  </a:lnTo>
                  <a:lnTo>
                    <a:pt x="13787" y="8133"/>
                  </a:lnTo>
                  <a:lnTo>
                    <a:pt x="13797" y="8034"/>
                  </a:lnTo>
                  <a:lnTo>
                    <a:pt x="13807" y="7926"/>
                  </a:lnTo>
                  <a:lnTo>
                    <a:pt x="13807" y="5704"/>
                  </a:lnTo>
                  <a:lnTo>
                    <a:pt x="13807" y="5605"/>
                  </a:lnTo>
                  <a:lnTo>
                    <a:pt x="13817" y="5517"/>
                  </a:lnTo>
                  <a:lnTo>
                    <a:pt x="13837" y="5438"/>
                  </a:lnTo>
                  <a:lnTo>
                    <a:pt x="13866" y="5360"/>
                  </a:lnTo>
                  <a:lnTo>
                    <a:pt x="13896" y="5291"/>
                  </a:lnTo>
                  <a:lnTo>
                    <a:pt x="13935" y="5232"/>
                  </a:lnTo>
                  <a:lnTo>
                    <a:pt x="13974" y="5173"/>
                  </a:lnTo>
                  <a:lnTo>
                    <a:pt x="14033" y="5124"/>
                  </a:lnTo>
                  <a:lnTo>
                    <a:pt x="14092" y="5074"/>
                  </a:lnTo>
                  <a:lnTo>
                    <a:pt x="14151" y="5035"/>
                  </a:lnTo>
                  <a:lnTo>
                    <a:pt x="14220" y="5006"/>
                  </a:lnTo>
                  <a:lnTo>
                    <a:pt x="14299" y="4976"/>
                  </a:lnTo>
                  <a:lnTo>
                    <a:pt x="14377" y="4956"/>
                  </a:lnTo>
                  <a:lnTo>
                    <a:pt x="14466" y="4947"/>
                  </a:lnTo>
                  <a:lnTo>
                    <a:pt x="14564" y="4937"/>
                  </a:lnTo>
                  <a:lnTo>
                    <a:pt x="14653" y="4927"/>
                  </a:lnTo>
                  <a:lnTo>
                    <a:pt x="14653" y="3875"/>
                  </a:lnTo>
                  <a:lnTo>
                    <a:pt x="14564" y="3865"/>
                  </a:lnTo>
                  <a:lnTo>
                    <a:pt x="14466" y="3855"/>
                  </a:lnTo>
                  <a:lnTo>
                    <a:pt x="14377" y="3845"/>
                  </a:lnTo>
                  <a:lnTo>
                    <a:pt x="14299" y="3826"/>
                  </a:lnTo>
                  <a:lnTo>
                    <a:pt x="14220" y="3796"/>
                  </a:lnTo>
                  <a:lnTo>
                    <a:pt x="14151" y="3767"/>
                  </a:lnTo>
                  <a:lnTo>
                    <a:pt x="14092" y="3727"/>
                  </a:lnTo>
                  <a:lnTo>
                    <a:pt x="14033" y="3678"/>
                  </a:lnTo>
                  <a:lnTo>
                    <a:pt x="13974" y="3629"/>
                  </a:lnTo>
                  <a:lnTo>
                    <a:pt x="13935" y="3570"/>
                  </a:lnTo>
                  <a:lnTo>
                    <a:pt x="13896" y="3511"/>
                  </a:lnTo>
                  <a:lnTo>
                    <a:pt x="13866" y="3442"/>
                  </a:lnTo>
                  <a:lnTo>
                    <a:pt x="13837" y="3363"/>
                  </a:lnTo>
                  <a:lnTo>
                    <a:pt x="13817" y="3285"/>
                  </a:lnTo>
                  <a:lnTo>
                    <a:pt x="13807" y="3196"/>
                  </a:lnTo>
                  <a:lnTo>
                    <a:pt x="13807" y="3098"/>
                  </a:lnTo>
                  <a:lnTo>
                    <a:pt x="13807" y="876"/>
                  </a:lnTo>
                  <a:lnTo>
                    <a:pt x="13797" y="767"/>
                  </a:lnTo>
                  <a:lnTo>
                    <a:pt x="13787" y="669"/>
                  </a:lnTo>
                  <a:lnTo>
                    <a:pt x="13768" y="571"/>
                  </a:lnTo>
                  <a:lnTo>
                    <a:pt x="13738" y="482"/>
                  </a:lnTo>
                  <a:lnTo>
                    <a:pt x="13709" y="404"/>
                  </a:lnTo>
                  <a:lnTo>
                    <a:pt x="13669" y="335"/>
                  </a:lnTo>
                  <a:lnTo>
                    <a:pt x="13620" y="266"/>
                  </a:lnTo>
                  <a:lnTo>
                    <a:pt x="13571" y="207"/>
                  </a:lnTo>
                  <a:lnTo>
                    <a:pt x="13512" y="158"/>
                  </a:lnTo>
                  <a:lnTo>
                    <a:pt x="13443" y="118"/>
                  </a:lnTo>
                  <a:lnTo>
                    <a:pt x="13374" y="79"/>
                  </a:lnTo>
                  <a:lnTo>
                    <a:pt x="13306" y="50"/>
                  </a:lnTo>
                  <a:lnTo>
                    <a:pt x="13227" y="30"/>
                  </a:lnTo>
                  <a:lnTo>
                    <a:pt x="13138" y="10"/>
                  </a:lnTo>
                  <a:lnTo>
                    <a:pt x="13060"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76" name="Google Shape;1576;p104"/>
          <p:cNvGrpSpPr/>
          <p:nvPr/>
        </p:nvGrpSpPr>
        <p:grpSpPr>
          <a:xfrm>
            <a:off x="6215861" y="1948682"/>
            <a:ext cx="283807" cy="269231"/>
            <a:chOff x="3479450" y="1575950"/>
            <a:chExt cx="386975" cy="367050"/>
          </a:xfrm>
        </p:grpSpPr>
        <p:sp>
          <p:nvSpPr>
            <p:cNvPr id="1577" name="Google Shape;1577;p104"/>
            <p:cNvSpPr/>
            <p:nvPr/>
          </p:nvSpPr>
          <p:spPr>
            <a:xfrm>
              <a:off x="3626475" y="1835050"/>
              <a:ext cx="92950" cy="23625"/>
            </a:xfrm>
            <a:custGeom>
              <a:avLst/>
              <a:gdLst/>
              <a:ahLst/>
              <a:cxnLst/>
              <a:rect l="l" t="t" r="r" b="b"/>
              <a:pathLst>
                <a:path w="3718" h="945" extrusionOk="0">
                  <a:moveTo>
                    <a:pt x="0" y="0"/>
                  </a:moveTo>
                  <a:lnTo>
                    <a:pt x="0" y="944"/>
                  </a:lnTo>
                  <a:lnTo>
                    <a:pt x="3717" y="944"/>
                  </a:lnTo>
                  <a:lnTo>
                    <a:pt x="3717"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8" name="Google Shape;1578;p104"/>
            <p:cNvSpPr/>
            <p:nvPr/>
          </p:nvSpPr>
          <p:spPr>
            <a:xfrm>
              <a:off x="3479450" y="1575950"/>
              <a:ext cx="386975" cy="367050"/>
            </a:xfrm>
            <a:custGeom>
              <a:avLst/>
              <a:gdLst/>
              <a:ahLst/>
              <a:cxnLst/>
              <a:rect l="l" t="t" r="r" b="b"/>
              <a:pathLst>
                <a:path w="15479" h="14682" extrusionOk="0">
                  <a:moveTo>
                    <a:pt x="7858" y="954"/>
                  </a:moveTo>
                  <a:lnTo>
                    <a:pt x="7976" y="974"/>
                  </a:lnTo>
                  <a:lnTo>
                    <a:pt x="8084" y="1003"/>
                  </a:lnTo>
                  <a:lnTo>
                    <a:pt x="8182" y="1042"/>
                  </a:lnTo>
                  <a:lnTo>
                    <a:pt x="8291" y="1092"/>
                  </a:lnTo>
                  <a:lnTo>
                    <a:pt x="8379" y="1151"/>
                  </a:lnTo>
                  <a:lnTo>
                    <a:pt x="8468" y="1210"/>
                  </a:lnTo>
                  <a:lnTo>
                    <a:pt x="8546" y="1288"/>
                  </a:lnTo>
                  <a:lnTo>
                    <a:pt x="8625" y="1367"/>
                  </a:lnTo>
                  <a:lnTo>
                    <a:pt x="8694" y="1455"/>
                  </a:lnTo>
                  <a:lnTo>
                    <a:pt x="8743" y="1554"/>
                  </a:lnTo>
                  <a:lnTo>
                    <a:pt x="8792" y="1652"/>
                  </a:lnTo>
                  <a:lnTo>
                    <a:pt x="8831" y="1750"/>
                  </a:lnTo>
                  <a:lnTo>
                    <a:pt x="8861" y="1868"/>
                  </a:lnTo>
                  <a:lnTo>
                    <a:pt x="8881" y="1977"/>
                  </a:lnTo>
                  <a:lnTo>
                    <a:pt x="8881" y="2095"/>
                  </a:lnTo>
                  <a:lnTo>
                    <a:pt x="8881" y="2213"/>
                  </a:lnTo>
                  <a:lnTo>
                    <a:pt x="8861" y="2321"/>
                  </a:lnTo>
                  <a:lnTo>
                    <a:pt x="8831" y="2429"/>
                  </a:lnTo>
                  <a:lnTo>
                    <a:pt x="8792" y="2537"/>
                  </a:lnTo>
                  <a:lnTo>
                    <a:pt x="8743" y="2635"/>
                  </a:lnTo>
                  <a:lnTo>
                    <a:pt x="8694" y="2734"/>
                  </a:lnTo>
                  <a:lnTo>
                    <a:pt x="8625" y="2822"/>
                  </a:lnTo>
                  <a:lnTo>
                    <a:pt x="8546" y="2901"/>
                  </a:lnTo>
                  <a:lnTo>
                    <a:pt x="8468" y="2980"/>
                  </a:lnTo>
                  <a:lnTo>
                    <a:pt x="8379" y="3039"/>
                  </a:lnTo>
                  <a:lnTo>
                    <a:pt x="8291" y="3098"/>
                  </a:lnTo>
                  <a:lnTo>
                    <a:pt x="8182" y="3147"/>
                  </a:lnTo>
                  <a:lnTo>
                    <a:pt x="8084" y="3186"/>
                  </a:lnTo>
                  <a:lnTo>
                    <a:pt x="7976" y="3216"/>
                  </a:lnTo>
                  <a:lnTo>
                    <a:pt x="7858" y="3235"/>
                  </a:lnTo>
                  <a:lnTo>
                    <a:pt x="7622" y="3235"/>
                  </a:lnTo>
                  <a:lnTo>
                    <a:pt x="7514" y="3216"/>
                  </a:lnTo>
                  <a:lnTo>
                    <a:pt x="7406" y="3186"/>
                  </a:lnTo>
                  <a:lnTo>
                    <a:pt x="7297" y="3147"/>
                  </a:lnTo>
                  <a:lnTo>
                    <a:pt x="7199" y="3098"/>
                  </a:lnTo>
                  <a:lnTo>
                    <a:pt x="7101" y="3039"/>
                  </a:lnTo>
                  <a:lnTo>
                    <a:pt x="7012" y="2980"/>
                  </a:lnTo>
                  <a:lnTo>
                    <a:pt x="6934" y="2901"/>
                  </a:lnTo>
                  <a:lnTo>
                    <a:pt x="6865" y="2822"/>
                  </a:lnTo>
                  <a:lnTo>
                    <a:pt x="6796" y="2734"/>
                  </a:lnTo>
                  <a:lnTo>
                    <a:pt x="6737" y="2635"/>
                  </a:lnTo>
                  <a:lnTo>
                    <a:pt x="6688" y="2537"/>
                  </a:lnTo>
                  <a:lnTo>
                    <a:pt x="6648" y="2429"/>
                  </a:lnTo>
                  <a:lnTo>
                    <a:pt x="6629" y="2321"/>
                  </a:lnTo>
                  <a:lnTo>
                    <a:pt x="6609" y="2213"/>
                  </a:lnTo>
                  <a:lnTo>
                    <a:pt x="6599" y="2095"/>
                  </a:lnTo>
                  <a:lnTo>
                    <a:pt x="6609" y="1977"/>
                  </a:lnTo>
                  <a:lnTo>
                    <a:pt x="6629" y="1868"/>
                  </a:lnTo>
                  <a:lnTo>
                    <a:pt x="6648" y="1750"/>
                  </a:lnTo>
                  <a:lnTo>
                    <a:pt x="6688" y="1652"/>
                  </a:lnTo>
                  <a:lnTo>
                    <a:pt x="6737" y="1554"/>
                  </a:lnTo>
                  <a:lnTo>
                    <a:pt x="6796" y="1455"/>
                  </a:lnTo>
                  <a:lnTo>
                    <a:pt x="6865" y="1367"/>
                  </a:lnTo>
                  <a:lnTo>
                    <a:pt x="6934" y="1288"/>
                  </a:lnTo>
                  <a:lnTo>
                    <a:pt x="7012" y="1210"/>
                  </a:lnTo>
                  <a:lnTo>
                    <a:pt x="7101" y="1151"/>
                  </a:lnTo>
                  <a:lnTo>
                    <a:pt x="7199" y="1092"/>
                  </a:lnTo>
                  <a:lnTo>
                    <a:pt x="7297" y="1042"/>
                  </a:lnTo>
                  <a:lnTo>
                    <a:pt x="7406" y="1003"/>
                  </a:lnTo>
                  <a:lnTo>
                    <a:pt x="7514" y="974"/>
                  </a:lnTo>
                  <a:lnTo>
                    <a:pt x="7622" y="954"/>
                  </a:lnTo>
                  <a:close/>
                  <a:moveTo>
                    <a:pt x="8025" y="4169"/>
                  </a:moveTo>
                  <a:lnTo>
                    <a:pt x="8025" y="4661"/>
                  </a:lnTo>
                  <a:lnTo>
                    <a:pt x="7465" y="4661"/>
                  </a:lnTo>
                  <a:lnTo>
                    <a:pt x="7465" y="4169"/>
                  </a:lnTo>
                  <a:lnTo>
                    <a:pt x="7602" y="4179"/>
                  </a:lnTo>
                  <a:lnTo>
                    <a:pt x="7740" y="4189"/>
                  </a:lnTo>
                  <a:lnTo>
                    <a:pt x="7887" y="4179"/>
                  </a:lnTo>
                  <a:lnTo>
                    <a:pt x="8025" y="4169"/>
                  </a:lnTo>
                  <a:close/>
                  <a:moveTo>
                    <a:pt x="1427" y="7031"/>
                  </a:moveTo>
                  <a:lnTo>
                    <a:pt x="1427" y="10364"/>
                  </a:lnTo>
                  <a:lnTo>
                    <a:pt x="955" y="10364"/>
                  </a:lnTo>
                  <a:lnTo>
                    <a:pt x="955" y="7031"/>
                  </a:lnTo>
                  <a:close/>
                  <a:moveTo>
                    <a:pt x="14535" y="7031"/>
                  </a:moveTo>
                  <a:lnTo>
                    <a:pt x="14535" y="10364"/>
                  </a:lnTo>
                  <a:lnTo>
                    <a:pt x="14053" y="10364"/>
                  </a:lnTo>
                  <a:lnTo>
                    <a:pt x="14053" y="7031"/>
                  </a:lnTo>
                  <a:close/>
                  <a:moveTo>
                    <a:pt x="13109" y="5615"/>
                  </a:moveTo>
                  <a:lnTo>
                    <a:pt x="13109" y="12125"/>
                  </a:lnTo>
                  <a:lnTo>
                    <a:pt x="2381" y="12125"/>
                  </a:lnTo>
                  <a:lnTo>
                    <a:pt x="2381" y="5615"/>
                  </a:lnTo>
                  <a:close/>
                  <a:moveTo>
                    <a:pt x="9598" y="13078"/>
                  </a:moveTo>
                  <a:lnTo>
                    <a:pt x="9598" y="13737"/>
                  </a:lnTo>
                  <a:lnTo>
                    <a:pt x="5881" y="13737"/>
                  </a:lnTo>
                  <a:lnTo>
                    <a:pt x="5881" y="13078"/>
                  </a:lnTo>
                  <a:close/>
                  <a:moveTo>
                    <a:pt x="7740" y="0"/>
                  </a:moveTo>
                  <a:lnTo>
                    <a:pt x="7533" y="10"/>
                  </a:lnTo>
                  <a:lnTo>
                    <a:pt x="7317" y="39"/>
                  </a:lnTo>
                  <a:lnTo>
                    <a:pt x="7120" y="98"/>
                  </a:lnTo>
                  <a:lnTo>
                    <a:pt x="6924" y="167"/>
                  </a:lnTo>
                  <a:lnTo>
                    <a:pt x="6747" y="256"/>
                  </a:lnTo>
                  <a:lnTo>
                    <a:pt x="6570" y="354"/>
                  </a:lnTo>
                  <a:lnTo>
                    <a:pt x="6412" y="482"/>
                  </a:lnTo>
                  <a:lnTo>
                    <a:pt x="6265" y="620"/>
                  </a:lnTo>
                  <a:lnTo>
                    <a:pt x="6127" y="767"/>
                  </a:lnTo>
                  <a:lnTo>
                    <a:pt x="6009" y="924"/>
                  </a:lnTo>
                  <a:lnTo>
                    <a:pt x="5901" y="1101"/>
                  </a:lnTo>
                  <a:lnTo>
                    <a:pt x="5813" y="1278"/>
                  </a:lnTo>
                  <a:lnTo>
                    <a:pt x="5744" y="1475"/>
                  </a:lnTo>
                  <a:lnTo>
                    <a:pt x="5695" y="1672"/>
                  </a:lnTo>
                  <a:lnTo>
                    <a:pt x="5655" y="1878"/>
                  </a:lnTo>
                  <a:lnTo>
                    <a:pt x="5645" y="2095"/>
                  </a:lnTo>
                  <a:lnTo>
                    <a:pt x="5655" y="2222"/>
                  </a:lnTo>
                  <a:lnTo>
                    <a:pt x="5665" y="2350"/>
                  </a:lnTo>
                  <a:lnTo>
                    <a:pt x="5685" y="2478"/>
                  </a:lnTo>
                  <a:lnTo>
                    <a:pt x="5714" y="2596"/>
                  </a:lnTo>
                  <a:lnTo>
                    <a:pt x="5744" y="2714"/>
                  </a:lnTo>
                  <a:lnTo>
                    <a:pt x="5783" y="2832"/>
                  </a:lnTo>
                  <a:lnTo>
                    <a:pt x="5832" y="2950"/>
                  </a:lnTo>
                  <a:lnTo>
                    <a:pt x="5881" y="3058"/>
                  </a:lnTo>
                  <a:lnTo>
                    <a:pt x="5940" y="3166"/>
                  </a:lnTo>
                  <a:lnTo>
                    <a:pt x="6009" y="3265"/>
                  </a:lnTo>
                  <a:lnTo>
                    <a:pt x="6078" y="3363"/>
                  </a:lnTo>
                  <a:lnTo>
                    <a:pt x="6157" y="3461"/>
                  </a:lnTo>
                  <a:lnTo>
                    <a:pt x="6235" y="3550"/>
                  </a:lnTo>
                  <a:lnTo>
                    <a:pt x="6324" y="3638"/>
                  </a:lnTo>
                  <a:lnTo>
                    <a:pt x="6412" y="3717"/>
                  </a:lnTo>
                  <a:lnTo>
                    <a:pt x="6511" y="3786"/>
                  </a:lnTo>
                  <a:lnTo>
                    <a:pt x="6511" y="4661"/>
                  </a:lnTo>
                  <a:lnTo>
                    <a:pt x="1427" y="4661"/>
                  </a:lnTo>
                  <a:lnTo>
                    <a:pt x="1427" y="4995"/>
                  </a:lnTo>
                  <a:lnTo>
                    <a:pt x="1427" y="5615"/>
                  </a:lnTo>
                  <a:lnTo>
                    <a:pt x="1427" y="6077"/>
                  </a:lnTo>
                  <a:lnTo>
                    <a:pt x="1" y="6077"/>
                  </a:lnTo>
                  <a:lnTo>
                    <a:pt x="1" y="11308"/>
                  </a:lnTo>
                  <a:lnTo>
                    <a:pt x="1427" y="11308"/>
                  </a:lnTo>
                  <a:lnTo>
                    <a:pt x="1427" y="13078"/>
                  </a:lnTo>
                  <a:lnTo>
                    <a:pt x="4937" y="13078"/>
                  </a:lnTo>
                  <a:lnTo>
                    <a:pt x="4937" y="14681"/>
                  </a:lnTo>
                  <a:lnTo>
                    <a:pt x="10552" y="14681"/>
                  </a:lnTo>
                  <a:lnTo>
                    <a:pt x="10552" y="13078"/>
                  </a:lnTo>
                  <a:lnTo>
                    <a:pt x="14053" y="13078"/>
                  </a:lnTo>
                  <a:lnTo>
                    <a:pt x="14053" y="11308"/>
                  </a:lnTo>
                  <a:lnTo>
                    <a:pt x="15479" y="11308"/>
                  </a:lnTo>
                  <a:lnTo>
                    <a:pt x="15479" y="6077"/>
                  </a:lnTo>
                  <a:lnTo>
                    <a:pt x="14053" y="6077"/>
                  </a:lnTo>
                  <a:lnTo>
                    <a:pt x="14053" y="4661"/>
                  </a:lnTo>
                  <a:lnTo>
                    <a:pt x="8969" y="4661"/>
                  </a:lnTo>
                  <a:lnTo>
                    <a:pt x="8969" y="3786"/>
                  </a:lnTo>
                  <a:lnTo>
                    <a:pt x="9067" y="3717"/>
                  </a:lnTo>
                  <a:lnTo>
                    <a:pt x="9156" y="3638"/>
                  </a:lnTo>
                  <a:lnTo>
                    <a:pt x="9244" y="3550"/>
                  </a:lnTo>
                  <a:lnTo>
                    <a:pt x="9333" y="3461"/>
                  </a:lnTo>
                  <a:lnTo>
                    <a:pt x="9402" y="3363"/>
                  </a:lnTo>
                  <a:lnTo>
                    <a:pt x="9480" y="3265"/>
                  </a:lnTo>
                  <a:lnTo>
                    <a:pt x="9539" y="3166"/>
                  </a:lnTo>
                  <a:lnTo>
                    <a:pt x="9598" y="3058"/>
                  </a:lnTo>
                  <a:lnTo>
                    <a:pt x="9657" y="2950"/>
                  </a:lnTo>
                  <a:lnTo>
                    <a:pt x="9697" y="2832"/>
                  </a:lnTo>
                  <a:lnTo>
                    <a:pt x="9746" y="2714"/>
                  </a:lnTo>
                  <a:lnTo>
                    <a:pt x="9775" y="2596"/>
                  </a:lnTo>
                  <a:lnTo>
                    <a:pt x="9805" y="2478"/>
                  </a:lnTo>
                  <a:lnTo>
                    <a:pt x="9825" y="2350"/>
                  </a:lnTo>
                  <a:lnTo>
                    <a:pt x="9834" y="2222"/>
                  </a:lnTo>
                  <a:lnTo>
                    <a:pt x="9834" y="2095"/>
                  </a:lnTo>
                  <a:lnTo>
                    <a:pt x="9825" y="1878"/>
                  </a:lnTo>
                  <a:lnTo>
                    <a:pt x="9795" y="1672"/>
                  </a:lnTo>
                  <a:lnTo>
                    <a:pt x="9746" y="1475"/>
                  </a:lnTo>
                  <a:lnTo>
                    <a:pt x="9667" y="1278"/>
                  </a:lnTo>
                  <a:lnTo>
                    <a:pt x="9579" y="1101"/>
                  </a:lnTo>
                  <a:lnTo>
                    <a:pt x="9480" y="924"/>
                  </a:lnTo>
                  <a:lnTo>
                    <a:pt x="9362" y="767"/>
                  </a:lnTo>
                  <a:lnTo>
                    <a:pt x="9225" y="620"/>
                  </a:lnTo>
                  <a:lnTo>
                    <a:pt x="9077" y="482"/>
                  </a:lnTo>
                  <a:lnTo>
                    <a:pt x="8910" y="354"/>
                  </a:lnTo>
                  <a:lnTo>
                    <a:pt x="8743" y="256"/>
                  </a:lnTo>
                  <a:lnTo>
                    <a:pt x="8556" y="167"/>
                  </a:lnTo>
                  <a:lnTo>
                    <a:pt x="8369" y="98"/>
                  </a:lnTo>
                  <a:lnTo>
                    <a:pt x="8163" y="39"/>
                  </a:lnTo>
                  <a:lnTo>
                    <a:pt x="7956" y="10"/>
                  </a:lnTo>
                  <a:lnTo>
                    <a:pt x="7740"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9" name="Google Shape;1579;p104"/>
            <p:cNvSpPr/>
            <p:nvPr/>
          </p:nvSpPr>
          <p:spPr>
            <a:xfrm>
              <a:off x="3559100" y="1738925"/>
              <a:ext cx="227675" cy="82875"/>
            </a:xfrm>
            <a:custGeom>
              <a:avLst/>
              <a:gdLst/>
              <a:ahLst/>
              <a:cxnLst/>
              <a:rect l="l" t="t" r="r" b="b"/>
              <a:pathLst>
                <a:path w="9107" h="3315" extrusionOk="0">
                  <a:moveTo>
                    <a:pt x="1732" y="954"/>
                  </a:moveTo>
                  <a:lnTo>
                    <a:pt x="1800" y="964"/>
                  </a:lnTo>
                  <a:lnTo>
                    <a:pt x="1869" y="984"/>
                  </a:lnTo>
                  <a:lnTo>
                    <a:pt x="1938" y="1004"/>
                  </a:lnTo>
                  <a:lnTo>
                    <a:pt x="1997" y="1033"/>
                  </a:lnTo>
                  <a:lnTo>
                    <a:pt x="2056" y="1072"/>
                  </a:lnTo>
                  <a:lnTo>
                    <a:pt x="2115" y="1112"/>
                  </a:lnTo>
                  <a:lnTo>
                    <a:pt x="2164" y="1161"/>
                  </a:lnTo>
                  <a:lnTo>
                    <a:pt x="2204" y="1210"/>
                  </a:lnTo>
                  <a:lnTo>
                    <a:pt x="2243" y="1259"/>
                  </a:lnTo>
                  <a:lnTo>
                    <a:pt x="2282" y="1318"/>
                  </a:lnTo>
                  <a:lnTo>
                    <a:pt x="2312" y="1387"/>
                  </a:lnTo>
                  <a:lnTo>
                    <a:pt x="2341" y="1446"/>
                  </a:lnTo>
                  <a:lnTo>
                    <a:pt x="2351" y="1515"/>
                  </a:lnTo>
                  <a:lnTo>
                    <a:pt x="2361" y="1584"/>
                  </a:lnTo>
                  <a:lnTo>
                    <a:pt x="2371" y="1662"/>
                  </a:lnTo>
                  <a:lnTo>
                    <a:pt x="2361" y="1731"/>
                  </a:lnTo>
                  <a:lnTo>
                    <a:pt x="2351" y="1800"/>
                  </a:lnTo>
                  <a:lnTo>
                    <a:pt x="2341" y="1869"/>
                  </a:lnTo>
                  <a:lnTo>
                    <a:pt x="2312" y="1928"/>
                  </a:lnTo>
                  <a:lnTo>
                    <a:pt x="2282" y="1997"/>
                  </a:lnTo>
                  <a:lnTo>
                    <a:pt x="2243" y="2056"/>
                  </a:lnTo>
                  <a:lnTo>
                    <a:pt x="2204" y="2105"/>
                  </a:lnTo>
                  <a:lnTo>
                    <a:pt x="2164" y="2154"/>
                  </a:lnTo>
                  <a:lnTo>
                    <a:pt x="2115" y="2203"/>
                  </a:lnTo>
                  <a:lnTo>
                    <a:pt x="2056" y="2243"/>
                  </a:lnTo>
                  <a:lnTo>
                    <a:pt x="1997" y="2282"/>
                  </a:lnTo>
                  <a:lnTo>
                    <a:pt x="1938" y="2311"/>
                  </a:lnTo>
                  <a:lnTo>
                    <a:pt x="1869" y="2331"/>
                  </a:lnTo>
                  <a:lnTo>
                    <a:pt x="1800" y="2351"/>
                  </a:lnTo>
                  <a:lnTo>
                    <a:pt x="1732" y="2361"/>
                  </a:lnTo>
                  <a:lnTo>
                    <a:pt x="1594" y="2361"/>
                  </a:lnTo>
                  <a:lnTo>
                    <a:pt x="1515" y="2351"/>
                  </a:lnTo>
                  <a:lnTo>
                    <a:pt x="1456" y="2331"/>
                  </a:lnTo>
                  <a:lnTo>
                    <a:pt x="1387" y="2311"/>
                  </a:lnTo>
                  <a:lnTo>
                    <a:pt x="1328" y="2282"/>
                  </a:lnTo>
                  <a:lnTo>
                    <a:pt x="1269" y="2243"/>
                  </a:lnTo>
                  <a:lnTo>
                    <a:pt x="1210" y="2203"/>
                  </a:lnTo>
                  <a:lnTo>
                    <a:pt x="1161" y="2154"/>
                  </a:lnTo>
                  <a:lnTo>
                    <a:pt x="1122" y="2105"/>
                  </a:lnTo>
                  <a:lnTo>
                    <a:pt x="1073" y="2056"/>
                  </a:lnTo>
                  <a:lnTo>
                    <a:pt x="1043" y="1997"/>
                  </a:lnTo>
                  <a:lnTo>
                    <a:pt x="1014" y="1928"/>
                  </a:lnTo>
                  <a:lnTo>
                    <a:pt x="984" y="1869"/>
                  </a:lnTo>
                  <a:lnTo>
                    <a:pt x="974" y="1800"/>
                  </a:lnTo>
                  <a:lnTo>
                    <a:pt x="955" y="1731"/>
                  </a:lnTo>
                  <a:lnTo>
                    <a:pt x="955" y="1662"/>
                  </a:lnTo>
                  <a:lnTo>
                    <a:pt x="955" y="1584"/>
                  </a:lnTo>
                  <a:lnTo>
                    <a:pt x="974" y="1515"/>
                  </a:lnTo>
                  <a:lnTo>
                    <a:pt x="984" y="1446"/>
                  </a:lnTo>
                  <a:lnTo>
                    <a:pt x="1014" y="1387"/>
                  </a:lnTo>
                  <a:lnTo>
                    <a:pt x="1043" y="1318"/>
                  </a:lnTo>
                  <a:lnTo>
                    <a:pt x="1073" y="1259"/>
                  </a:lnTo>
                  <a:lnTo>
                    <a:pt x="1122" y="1210"/>
                  </a:lnTo>
                  <a:lnTo>
                    <a:pt x="1161" y="1161"/>
                  </a:lnTo>
                  <a:lnTo>
                    <a:pt x="1210" y="1112"/>
                  </a:lnTo>
                  <a:lnTo>
                    <a:pt x="1269" y="1072"/>
                  </a:lnTo>
                  <a:lnTo>
                    <a:pt x="1328" y="1033"/>
                  </a:lnTo>
                  <a:lnTo>
                    <a:pt x="1387" y="1004"/>
                  </a:lnTo>
                  <a:lnTo>
                    <a:pt x="1456" y="984"/>
                  </a:lnTo>
                  <a:lnTo>
                    <a:pt x="1515" y="964"/>
                  </a:lnTo>
                  <a:lnTo>
                    <a:pt x="1594" y="954"/>
                  </a:lnTo>
                  <a:close/>
                  <a:moveTo>
                    <a:pt x="7524" y="954"/>
                  </a:moveTo>
                  <a:lnTo>
                    <a:pt x="7592" y="964"/>
                  </a:lnTo>
                  <a:lnTo>
                    <a:pt x="7661" y="984"/>
                  </a:lnTo>
                  <a:lnTo>
                    <a:pt x="7730" y="1004"/>
                  </a:lnTo>
                  <a:lnTo>
                    <a:pt x="7789" y="1033"/>
                  </a:lnTo>
                  <a:lnTo>
                    <a:pt x="7848" y="1072"/>
                  </a:lnTo>
                  <a:lnTo>
                    <a:pt x="7897" y="1112"/>
                  </a:lnTo>
                  <a:lnTo>
                    <a:pt x="7946" y="1161"/>
                  </a:lnTo>
                  <a:lnTo>
                    <a:pt x="7996" y="1210"/>
                  </a:lnTo>
                  <a:lnTo>
                    <a:pt x="8035" y="1259"/>
                  </a:lnTo>
                  <a:lnTo>
                    <a:pt x="8074" y="1318"/>
                  </a:lnTo>
                  <a:lnTo>
                    <a:pt x="8104" y="1387"/>
                  </a:lnTo>
                  <a:lnTo>
                    <a:pt x="8123" y="1446"/>
                  </a:lnTo>
                  <a:lnTo>
                    <a:pt x="8143" y="1515"/>
                  </a:lnTo>
                  <a:lnTo>
                    <a:pt x="8153" y="1584"/>
                  </a:lnTo>
                  <a:lnTo>
                    <a:pt x="8153" y="1662"/>
                  </a:lnTo>
                  <a:lnTo>
                    <a:pt x="8153" y="1731"/>
                  </a:lnTo>
                  <a:lnTo>
                    <a:pt x="8143" y="1800"/>
                  </a:lnTo>
                  <a:lnTo>
                    <a:pt x="8123" y="1869"/>
                  </a:lnTo>
                  <a:lnTo>
                    <a:pt x="8104" y="1928"/>
                  </a:lnTo>
                  <a:lnTo>
                    <a:pt x="8074" y="1997"/>
                  </a:lnTo>
                  <a:lnTo>
                    <a:pt x="8035" y="2056"/>
                  </a:lnTo>
                  <a:lnTo>
                    <a:pt x="7996" y="2105"/>
                  </a:lnTo>
                  <a:lnTo>
                    <a:pt x="7946" y="2154"/>
                  </a:lnTo>
                  <a:lnTo>
                    <a:pt x="7897" y="2203"/>
                  </a:lnTo>
                  <a:lnTo>
                    <a:pt x="7848" y="2243"/>
                  </a:lnTo>
                  <a:lnTo>
                    <a:pt x="7789" y="2282"/>
                  </a:lnTo>
                  <a:lnTo>
                    <a:pt x="7730" y="2311"/>
                  </a:lnTo>
                  <a:lnTo>
                    <a:pt x="7661" y="2331"/>
                  </a:lnTo>
                  <a:lnTo>
                    <a:pt x="7592" y="2351"/>
                  </a:lnTo>
                  <a:lnTo>
                    <a:pt x="7524" y="2361"/>
                  </a:lnTo>
                  <a:lnTo>
                    <a:pt x="7376" y="2361"/>
                  </a:lnTo>
                  <a:lnTo>
                    <a:pt x="7307" y="2351"/>
                  </a:lnTo>
                  <a:lnTo>
                    <a:pt x="7238" y="2331"/>
                  </a:lnTo>
                  <a:lnTo>
                    <a:pt x="7179" y="2311"/>
                  </a:lnTo>
                  <a:lnTo>
                    <a:pt x="7111" y="2282"/>
                  </a:lnTo>
                  <a:lnTo>
                    <a:pt x="7061" y="2243"/>
                  </a:lnTo>
                  <a:lnTo>
                    <a:pt x="7002" y="2203"/>
                  </a:lnTo>
                  <a:lnTo>
                    <a:pt x="6953" y="2154"/>
                  </a:lnTo>
                  <a:lnTo>
                    <a:pt x="6904" y="2105"/>
                  </a:lnTo>
                  <a:lnTo>
                    <a:pt x="6865" y="2056"/>
                  </a:lnTo>
                  <a:lnTo>
                    <a:pt x="6835" y="1997"/>
                  </a:lnTo>
                  <a:lnTo>
                    <a:pt x="6796" y="1928"/>
                  </a:lnTo>
                  <a:lnTo>
                    <a:pt x="6776" y="1869"/>
                  </a:lnTo>
                  <a:lnTo>
                    <a:pt x="6757" y="1800"/>
                  </a:lnTo>
                  <a:lnTo>
                    <a:pt x="6747" y="1731"/>
                  </a:lnTo>
                  <a:lnTo>
                    <a:pt x="6747" y="1662"/>
                  </a:lnTo>
                  <a:lnTo>
                    <a:pt x="6747" y="1584"/>
                  </a:lnTo>
                  <a:lnTo>
                    <a:pt x="6757" y="1515"/>
                  </a:lnTo>
                  <a:lnTo>
                    <a:pt x="6776" y="1446"/>
                  </a:lnTo>
                  <a:lnTo>
                    <a:pt x="6796" y="1387"/>
                  </a:lnTo>
                  <a:lnTo>
                    <a:pt x="6835" y="1318"/>
                  </a:lnTo>
                  <a:lnTo>
                    <a:pt x="6865" y="1259"/>
                  </a:lnTo>
                  <a:lnTo>
                    <a:pt x="6904" y="1210"/>
                  </a:lnTo>
                  <a:lnTo>
                    <a:pt x="6953" y="1161"/>
                  </a:lnTo>
                  <a:lnTo>
                    <a:pt x="7002" y="1112"/>
                  </a:lnTo>
                  <a:lnTo>
                    <a:pt x="7061" y="1072"/>
                  </a:lnTo>
                  <a:lnTo>
                    <a:pt x="7111" y="1033"/>
                  </a:lnTo>
                  <a:lnTo>
                    <a:pt x="7179" y="1004"/>
                  </a:lnTo>
                  <a:lnTo>
                    <a:pt x="7238" y="984"/>
                  </a:lnTo>
                  <a:lnTo>
                    <a:pt x="7307" y="964"/>
                  </a:lnTo>
                  <a:lnTo>
                    <a:pt x="7376" y="954"/>
                  </a:lnTo>
                  <a:close/>
                  <a:moveTo>
                    <a:pt x="1663" y="1"/>
                  </a:moveTo>
                  <a:lnTo>
                    <a:pt x="1496" y="10"/>
                  </a:lnTo>
                  <a:lnTo>
                    <a:pt x="1328" y="30"/>
                  </a:lnTo>
                  <a:lnTo>
                    <a:pt x="1171" y="79"/>
                  </a:lnTo>
                  <a:lnTo>
                    <a:pt x="1014" y="128"/>
                  </a:lnTo>
                  <a:lnTo>
                    <a:pt x="876" y="197"/>
                  </a:lnTo>
                  <a:lnTo>
                    <a:pt x="738" y="286"/>
                  </a:lnTo>
                  <a:lnTo>
                    <a:pt x="611" y="374"/>
                  </a:lnTo>
                  <a:lnTo>
                    <a:pt x="493" y="482"/>
                  </a:lnTo>
                  <a:lnTo>
                    <a:pt x="384" y="600"/>
                  </a:lnTo>
                  <a:lnTo>
                    <a:pt x="286" y="728"/>
                  </a:lnTo>
                  <a:lnTo>
                    <a:pt x="207" y="866"/>
                  </a:lnTo>
                  <a:lnTo>
                    <a:pt x="139" y="1013"/>
                  </a:lnTo>
                  <a:lnTo>
                    <a:pt x="80" y="1161"/>
                  </a:lnTo>
                  <a:lnTo>
                    <a:pt x="40" y="1328"/>
                  </a:lnTo>
                  <a:lnTo>
                    <a:pt x="11" y="1485"/>
                  </a:lnTo>
                  <a:lnTo>
                    <a:pt x="1" y="1662"/>
                  </a:lnTo>
                  <a:lnTo>
                    <a:pt x="11" y="1830"/>
                  </a:lnTo>
                  <a:lnTo>
                    <a:pt x="40" y="1987"/>
                  </a:lnTo>
                  <a:lnTo>
                    <a:pt x="80" y="2154"/>
                  </a:lnTo>
                  <a:lnTo>
                    <a:pt x="139" y="2302"/>
                  </a:lnTo>
                  <a:lnTo>
                    <a:pt x="207" y="2449"/>
                  </a:lnTo>
                  <a:lnTo>
                    <a:pt x="286" y="2587"/>
                  </a:lnTo>
                  <a:lnTo>
                    <a:pt x="384" y="2715"/>
                  </a:lnTo>
                  <a:lnTo>
                    <a:pt x="493" y="2833"/>
                  </a:lnTo>
                  <a:lnTo>
                    <a:pt x="611" y="2941"/>
                  </a:lnTo>
                  <a:lnTo>
                    <a:pt x="738" y="3029"/>
                  </a:lnTo>
                  <a:lnTo>
                    <a:pt x="876" y="3118"/>
                  </a:lnTo>
                  <a:lnTo>
                    <a:pt x="1014" y="3187"/>
                  </a:lnTo>
                  <a:lnTo>
                    <a:pt x="1171" y="3246"/>
                  </a:lnTo>
                  <a:lnTo>
                    <a:pt x="1328" y="3285"/>
                  </a:lnTo>
                  <a:lnTo>
                    <a:pt x="1496" y="3305"/>
                  </a:lnTo>
                  <a:lnTo>
                    <a:pt x="1663" y="3314"/>
                  </a:lnTo>
                  <a:lnTo>
                    <a:pt x="1830" y="3305"/>
                  </a:lnTo>
                  <a:lnTo>
                    <a:pt x="1997" y="3285"/>
                  </a:lnTo>
                  <a:lnTo>
                    <a:pt x="2155" y="3246"/>
                  </a:lnTo>
                  <a:lnTo>
                    <a:pt x="2312" y="3187"/>
                  </a:lnTo>
                  <a:lnTo>
                    <a:pt x="2450" y="3118"/>
                  </a:lnTo>
                  <a:lnTo>
                    <a:pt x="2587" y="3029"/>
                  </a:lnTo>
                  <a:lnTo>
                    <a:pt x="2715" y="2941"/>
                  </a:lnTo>
                  <a:lnTo>
                    <a:pt x="2833" y="2833"/>
                  </a:lnTo>
                  <a:lnTo>
                    <a:pt x="2941" y="2715"/>
                  </a:lnTo>
                  <a:lnTo>
                    <a:pt x="3040" y="2587"/>
                  </a:lnTo>
                  <a:lnTo>
                    <a:pt x="3118" y="2449"/>
                  </a:lnTo>
                  <a:lnTo>
                    <a:pt x="3187" y="2302"/>
                  </a:lnTo>
                  <a:lnTo>
                    <a:pt x="3246" y="2154"/>
                  </a:lnTo>
                  <a:lnTo>
                    <a:pt x="3285" y="1987"/>
                  </a:lnTo>
                  <a:lnTo>
                    <a:pt x="3315" y="1830"/>
                  </a:lnTo>
                  <a:lnTo>
                    <a:pt x="3325" y="1662"/>
                  </a:lnTo>
                  <a:lnTo>
                    <a:pt x="3315" y="1485"/>
                  </a:lnTo>
                  <a:lnTo>
                    <a:pt x="3285" y="1328"/>
                  </a:lnTo>
                  <a:lnTo>
                    <a:pt x="3246" y="1161"/>
                  </a:lnTo>
                  <a:lnTo>
                    <a:pt x="3187" y="1013"/>
                  </a:lnTo>
                  <a:lnTo>
                    <a:pt x="3118" y="866"/>
                  </a:lnTo>
                  <a:lnTo>
                    <a:pt x="3040" y="728"/>
                  </a:lnTo>
                  <a:lnTo>
                    <a:pt x="2941" y="600"/>
                  </a:lnTo>
                  <a:lnTo>
                    <a:pt x="2833" y="482"/>
                  </a:lnTo>
                  <a:lnTo>
                    <a:pt x="2715" y="374"/>
                  </a:lnTo>
                  <a:lnTo>
                    <a:pt x="2587" y="286"/>
                  </a:lnTo>
                  <a:lnTo>
                    <a:pt x="2450" y="197"/>
                  </a:lnTo>
                  <a:lnTo>
                    <a:pt x="2312" y="128"/>
                  </a:lnTo>
                  <a:lnTo>
                    <a:pt x="2155" y="79"/>
                  </a:lnTo>
                  <a:lnTo>
                    <a:pt x="1997" y="30"/>
                  </a:lnTo>
                  <a:lnTo>
                    <a:pt x="1830" y="10"/>
                  </a:lnTo>
                  <a:lnTo>
                    <a:pt x="1663" y="1"/>
                  </a:lnTo>
                  <a:close/>
                  <a:moveTo>
                    <a:pt x="7455" y="1"/>
                  </a:moveTo>
                  <a:lnTo>
                    <a:pt x="7278" y="10"/>
                  </a:lnTo>
                  <a:lnTo>
                    <a:pt x="7120" y="30"/>
                  </a:lnTo>
                  <a:lnTo>
                    <a:pt x="6963" y="79"/>
                  </a:lnTo>
                  <a:lnTo>
                    <a:pt x="6806" y="128"/>
                  </a:lnTo>
                  <a:lnTo>
                    <a:pt x="6658" y="197"/>
                  </a:lnTo>
                  <a:lnTo>
                    <a:pt x="6521" y="286"/>
                  </a:lnTo>
                  <a:lnTo>
                    <a:pt x="6393" y="374"/>
                  </a:lnTo>
                  <a:lnTo>
                    <a:pt x="6285" y="482"/>
                  </a:lnTo>
                  <a:lnTo>
                    <a:pt x="6176" y="600"/>
                  </a:lnTo>
                  <a:lnTo>
                    <a:pt x="6078" y="728"/>
                  </a:lnTo>
                  <a:lnTo>
                    <a:pt x="5990" y="866"/>
                  </a:lnTo>
                  <a:lnTo>
                    <a:pt x="5921" y="1013"/>
                  </a:lnTo>
                  <a:lnTo>
                    <a:pt x="5872" y="1161"/>
                  </a:lnTo>
                  <a:lnTo>
                    <a:pt x="5822" y="1328"/>
                  </a:lnTo>
                  <a:lnTo>
                    <a:pt x="5803" y="1485"/>
                  </a:lnTo>
                  <a:lnTo>
                    <a:pt x="5793" y="1662"/>
                  </a:lnTo>
                  <a:lnTo>
                    <a:pt x="5803" y="1830"/>
                  </a:lnTo>
                  <a:lnTo>
                    <a:pt x="5822" y="1987"/>
                  </a:lnTo>
                  <a:lnTo>
                    <a:pt x="5872" y="2154"/>
                  </a:lnTo>
                  <a:lnTo>
                    <a:pt x="5921" y="2302"/>
                  </a:lnTo>
                  <a:lnTo>
                    <a:pt x="5990" y="2449"/>
                  </a:lnTo>
                  <a:lnTo>
                    <a:pt x="6078" y="2587"/>
                  </a:lnTo>
                  <a:lnTo>
                    <a:pt x="6176" y="2715"/>
                  </a:lnTo>
                  <a:lnTo>
                    <a:pt x="6285" y="2833"/>
                  </a:lnTo>
                  <a:lnTo>
                    <a:pt x="6393" y="2941"/>
                  </a:lnTo>
                  <a:lnTo>
                    <a:pt x="6521" y="3029"/>
                  </a:lnTo>
                  <a:lnTo>
                    <a:pt x="6658" y="3118"/>
                  </a:lnTo>
                  <a:lnTo>
                    <a:pt x="6806" y="3187"/>
                  </a:lnTo>
                  <a:lnTo>
                    <a:pt x="6963" y="3246"/>
                  </a:lnTo>
                  <a:lnTo>
                    <a:pt x="7120" y="3285"/>
                  </a:lnTo>
                  <a:lnTo>
                    <a:pt x="7278" y="3305"/>
                  </a:lnTo>
                  <a:lnTo>
                    <a:pt x="7455" y="3314"/>
                  </a:lnTo>
                  <a:lnTo>
                    <a:pt x="7622" y="3305"/>
                  </a:lnTo>
                  <a:lnTo>
                    <a:pt x="7789" y="3285"/>
                  </a:lnTo>
                  <a:lnTo>
                    <a:pt x="7946" y="3246"/>
                  </a:lnTo>
                  <a:lnTo>
                    <a:pt x="8094" y="3187"/>
                  </a:lnTo>
                  <a:lnTo>
                    <a:pt x="8241" y="3118"/>
                  </a:lnTo>
                  <a:lnTo>
                    <a:pt x="8379" y="3029"/>
                  </a:lnTo>
                  <a:lnTo>
                    <a:pt x="8507" y="2941"/>
                  </a:lnTo>
                  <a:lnTo>
                    <a:pt x="8625" y="2833"/>
                  </a:lnTo>
                  <a:lnTo>
                    <a:pt x="8733" y="2715"/>
                  </a:lnTo>
                  <a:lnTo>
                    <a:pt x="8822" y="2587"/>
                  </a:lnTo>
                  <a:lnTo>
                    <a:pt x="8910" y="2449"/>
                  </a:lnTo>
                  <a:lnTo>
                    <a:pt x="8979" y="2302"/>
                  </a:lnTo>
                  <a:lnTo>
                    <a:pt x="9038" y="2154"/>
                  </a:lnTo>
                  <a:lnTo>
                    <a:pt x="9077" y="1987"/>
                  </a:lnTo>
                  <a:lnTo>
                    <a:pt x="9097" y="1830"/>
                  </a:lnTo>
                  <a:lnTo>
                    <a:pt x="9107" y="1662"/>
                  </a:lnTo>
                  <a:lnTo>
                    <a:pt x="9097" y="1485"/>
                  </a:lnTo>
                  <a:lnTo>
                    <a:pt x="9077" y="1328"/>
                  </a:lnTo>
                  <a:lnTo>
                    <a:pt x="9038" y="1161"/>
                  </a:lnTo>
                  <a:lnTo>
                    <a:pt x="8979" y="1013"/>
                  </a:lnTo>
                  <a:lnTo>
                    <a:pt x="8910" y="866"/>
                  </a:lnTo>
                  <a:lnTo>
                    <a:pt x="8822" y="728"/>
                  </a:lnTo>
                  <a:lnTo>
                    <a:pt x="8733" y="600"/>
                  </a:lnTo>
                  <a:lnTo>
                    <a:pt x="8625" y="482"/>
                  </a:lnTo>
                  <a:lnTo>
                    <a:pt x="8507" y="374"/>
                  </a:lnTo>
                  <a:lnTo>
                    <a:pt x="8379" y="286"/>
                  </a:lnTo>
                  <a:lnTo>
                    <a:pt x="8241" y="197"/>
                  </a:lnTo>
                  <a:lnTo>
                    <a:pt x="8094" y="128"/>
                  </a:lnTo>
                  <a:lnTo>
                    <a:pt x="7946" y="79"/>
                  </a:lnTo>
                  <a:lnTo>
                    <a:pt x="7789" y="30"/>
                  </a:lnTo>
                  <a:lnTo>
                    <a:pt x="7622" y="10"/>
                  </a:lnTo>
                  <a:lnTo>
                    <a:pt x="74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580" name="Google Shape;1580;p104"/>
          <p:cNvSpPr/>
          <p:nvPr/>
        </p:nvSpPr>
        <p:spPr>
          <a:xfrm>
            <a:off x="2319475" y="1954960"/>
            <a:ext cx="199815" cy="256674"/>
          </a:xfrm>
          <a:custGeom>
            <a:avLst/>
            <a:gdLst/>
            <a:ahLst/>
            <a:cxnLst/>
            <a:rect l="l" t="t" r="r" b="b"/>
            <a:pathLst>
              <a:path w="13442" h="17267" extrusionOk="0">
                <a:moveTo>
                  <a:pt x="6721" y="0"/>
                </a:moveTo>
                <a:lnTo>
                  <a:pt x="6559" y="14"/>
                </a:lnTo>
                <a:lnTo>
                  <a:pt x="6397" y="14"/>
                </a:lnTo>
                <a:lnTo>
                  <a:pt x="6086" y="68"/>
                </a:lnTo>
                <a:lnTo>
                  <a:pt x="5775" y="149"/>
                </a:lnTo>
                <a:lnTo>
                  <a:pt x="5491" y="257"/>
                </a:lnTo>
                <a:lnTo>
                  <a:pt x="5207" y="392"/>
                </a:lnTo>
                <a:lnTo>
                  <a:pt x="4950" y="541"/>
                </a:lnTo>
                <a:lnTo>
                  <a:pt x="4706" y="730"/>
                </a:lnTo>
                <a:lnTo>
                  <a:pt x="4476" y="933"/>
                </a:lnTo>
                <a:lnTo>
                  <a:pt x="4274" y="1163"/>
                </a:lnTo>
                <a:lnTo>
                  <a:pt x="4098" y="1406"/>
                </a:lnTo>
                <a:lnTo>
                  <a:pt x="3936" y="1663"/>
                </a:lnTo>
                <a:lnTo>
                  <a:pt x="3800" y="1947"/>
                </a:lnTo>
                <a:lnTo>
                  <a:pt x="3692" y="2231"/>
                </a:lnTo>
                <a:lnTo>
                  <a:pt x="3611" y="2542"/>
                </a:lnTo>
                <a:lnTo>
                  <a:pt x="3571" y="2853"/>
                </a:lnTo>
                <a:lnTo>
                  <a:pt x="3557" y="3015"/>
                </a:lnTo>
                <a:lnTo>
                  <a:pt x="3544" y="3178"/>
                </a:lnTo>
                <a:lnTo>
                  <a:pt x="3557" y="3340"/>
                </a:lnTo>
                <a:lnTo>
                  <a:pt x="3571" y="3502"/>
                </a:lnTo>
                <a:lnTo>
                  <a:pt x="3611" y="3813"/>
                </a:lnTo>
                <a:lnTo>
                  <a:pt x="3692" y="4124"/>
                </a:lnTo>
                <a:lnTo>
                  <a:pt x="3800" y="4408"/>
                </a:lnTo>
                <a:lnTo>
                  <a:pt x="3936" y="4692"/>
                </a:lnTo>
                <a:lnTo>
                  <a:pt x="4098" y="4949"/>
                </a:lnTo>
                <a:lnTo>
                  <a:pt x="4274" y="5192"/>
                </a:lnTo>
                <a:lnTo>
                  <a:pt x="4476" y="5422"/>
                </a:lnTo>
                <a:lnTo>
                  <a:pt x="4706" y="5625"/>
                </a:lnTo>
                <a:lnTo>
                  <a:pt x="4950" y="5801"/>
                </a:lnTo>
                <a:lnTo>
                  <a:pt x="5207" y="5963"/>
                </a:lnTo>
                <a:lnTo>
                  <a:pt x="5491" y="6098"/>
                </a:lnTo>
                <a:lnTo>
                  <a:pt x="5775" y="6206"/>
                </a:lnTo>
                <a:lnTo>
                  <a:pt x="6086" y="6288"/>
                </a:lnTo>
                <a:lnTo>
                  <a:pt x="6397" y="6328"/>
                </a:lnTo>
                <a:lnTo>
                  <a:pt x="6559" y="6342"/>
                </a:lnTo>
                <a:lnTo>
                  <a:pt x="6721" y="6355"/>
                </a:lnTo>
                <a:lnTo>
                  <a:pt x="6883" y="6342"/>
                </a:lnTo>
                <a:lnTo>
                  <a:pt x="7046" y="6328"/>
                </a:lnTo>
                <a:lnTo>
                  <a:pt x="7357" y="6288"/>
                </a:lnTo>
                <a:lnTo>
                  <a:pt x="7668" y="6206"/>
                </a:lnTo>
                <a:lnTo>
                  <a:pt x="7952" y="6098"/>
                </a:lnTo>
                <a:lnTo>
                  <a:pt x="8235" y="5963"/>
                </a:lnTo>
                <a:lnTo>
                  <a:pt x="8492" y="5801"/>
                </a:lnTo>
                <a:lnTo>
                  <a:pt x="8736" y="5625"/>
                </a:lnTo>
                <a:lnTo>
                  <a:pt x="8966" y="5422"/>
                </a:lnTo>
                <a:lnTo>
                  <a:pt x="9168" y="5192"/>
                </a:lnTo>
                <a:lnTo>
                  <a:pt x="9358" y="4949"/>
                </a:lnTo>
                <a:lnTo>
                  <a:pt x="9506" y="4692"/>
                </a:lnTo>
                <a:lnTo>
                  <a:pt x="9642" y="4408"/>
                </a:lnTo>
                <a:lnTo>
                  <a:pt x="9750" y="4124"/>
                </a:lnTo>
                <a:lnTo>
                  <a:pt x="9831" y="3813"/>
                </a:lnTo>
                <a:lnTo>
                  <a:pt x="9885" y="3502"/>
                </a:lnTo>
                <a:lnTo>
                  <a:pt x="9885" y="3340"/>
                </a:lnTo>
                <a:lnTo>
                  <a:pt x="9899" y="3178"/>
                </a:lnTo>
                <a:lnTo>
                  <a:pt x="9885" y="3015"/>
                </a:lnTo>
                <a:lnTo>
                  <a:pt x="9885" y="2853"/>
                </a:lnTo>
                <a:lnTo>
                  <a:pt x="9831" y="2542"/>
                </a:lnTo>
                <a:lnTo>
                  <a:pt x="9750" y="2231"/>
                </a:lnTo>
                <a:lnTo>
                  <a:pt x="9642" y="1947"/>
                </a:lnTo>
                <a:lnTo>
                  <a:pt x="9506" y="1663"/>
                </a:lnTo>
                <a:lnTo>
                  <a:pt x="9358" y="1406"/>
                </a:lnTo>
                <a:lnTo>
                  <a:pt x="9168" y="1163"/>
                </a:lnTo>
                <a:lnTo>
                  <a:pt x="8966" y="933"/>
                </a:lnTo>
                <a:lnTo>
                  <a:pt x="8736" y="730"/>
                </a:lnTo>
                <a:lnTo>
                  <a:pt x="8492" y="541"/>
                </a:lnTo>
                <a:lnTo>
                  <a:pt x="8235" y="392"/>
                </a:lnTo>
                <a:lnTo>
                  <a:pt x="7952" y="257"/>
                </a:lnTo>
                <a:lnTo>
                  <a:pt x="7668" y="149"/>
                </a:lnTo>
                <a:lnTo>
                  <a:pt x="7357" y="68"/>
                </a:lnTo>
                <a:lnTo>
                  <a:pt x="7046" y="14"/>
                </a:lnTo>
                <a:lnTo>
                  <a:pt x="6883" y="14"/>
                </a:lnTo>
                <a:lnTo>
                  <a:pt x="6721" y="0"/>
                </a:lnTo>
                <a:close/>
                <a:moveTo>
                  <a:pt x="6843" y="12845"/>
                </a:moveTo>
                <a:lnTo>
                  <a:pt x="6964" y="12859"/>
                </a:lnTo>
                <a:lnTo>
                  <a:pt x="7073" y="12886"/>
                </a:lnTo>
                <a:lnTo>
                  <a:pt x="7181" y="12927"/>
                </a:lnTo>
                <a:lnTo>
                  <a:pt x="7289" y="12981"/>
                </a:lnTo>
                <a:lnTo>
                  <a:pt x="7384" y="13048"/>
                </a:lnTo>
                <a:lnTo>
                  <a:pt x="7478" y="13116"/>
                </a:lnTo>
                <a:lnTo>
                  <a:pt x="7559" y="13183"/>
                </a:lnTo>
                <a:lnTo>
                  <a:pt x="7641" y="13265"/>
                </a:lnTo>
                <a:lnTo>
                  <a:pt x="7708" y="13359"/>
                </a:lnTo>
                <a:lnTo>
                  <a:pt x="7762" y="13454"/>
                </a:lnTo>
                <a:lnTo>
                  <a:pt x="7816" y="13562"/>
                </a:lnTo>
                <a:lnTo>
                  <a:pt x="7857" y="13670"/>
                </a:lnTo>
                <a:lnTo>
                  <a:pt x="7884" y="13792"/>
                </a:lnTo>
                <a:lnTo>
                  <a:pt x="7897" y="13900"/>
                </a:lnTo>
                <a:lnTo>
                  <a:pt x="7911" y="14022"/>
                </a:lnTo>
                <a:lnTo>
                  <a:pt x="7897" y="14143"/>
                </a:lnTo>
                <a:lnTo>
                  <a:pt x="7884" y="14265"/>
                </a:lnTo>
                <a:lnTo>
                  <a:pt x="7857" y="14373"/>
                </a:lnTo>
                <a:lnTo>
                  <a:pt x="7816" y="14482"/>
                </a:lnTo>
                <a:lnTo>
                  <a:pt x="7762" y="14590"/>
                </a:lnTo>
                <a:lnTo>
                  <a:pt x="7708" y="14684"/>
                </a:lnTo>
                <a:lnTo>
                  <a:pt x="7641" y="14779"/>
                </a:lnTo>
                <a:lnTo>
                  <a:pt x="7559" y="14860"/>
                </a:lnTo>
                <a:lnTo>
                  <a:pt x="7478" y="14941"/>
                </a:lnTo>
                <a:lnTo>
                  <a:pt x="7384" y="15009"/>
                </a:lnTo>
                <a:lnTo>
                  <a:pt x="7289" y="15063"/>
                </a:lnTo>
                <a:lnTo>
                  <a:pt x="7181" y="15117"/>
                </a:lnTo>
                <a:lnTo>
                  <a:pt x="7073" y="15158"/>
                </a:lnTo>
                <a:lnTo>
                  <a:pt x="6964" y="15185"/>
                </a:lnTo>
                <a:lnTo>
                  <a:pt x="6843" y="15212"/>
                </a:lnTo>
                <a:lnTo>
                  <a:pt x="6599" y="15212"/>
                </a:lnTo>
                <a:lnTo>
                  <a:pt x="6478" y="15185"/>
                </a:lnTo>
                <a:lnTo>
                  <a:pt x="6369" y="15158"/>
                </a:lnTo>
                <a:lnTo>
                  <a:pt x="6261" y="15117"/>
                </a:lnTo>
                <a:lnTo>
                  <a:pt x="6153" y="15063"/>
                </a:lnTo>
                <a:lnTo>
                  <a:pt x="6059" y="15009"/>
                </a:lnTo>
                <a:lnTo>
                  <a:pt x="5964" y="14941"/>
                </a:lnTo>
                <a:lnTo>
                  <a:pt x="5883" y="14860"/>
                </a:lnTo>
                <a:lnTo>
                  <a:pt x="5802" y="14779"/>
                </a:lnTo>
                <a:lnTo>
                  <a:pt x="5734" y="14684"/>
                </a:lnTo>
                <a:lnTo>
                  <a:pt x="5680" y="14590"/>
                </a:lnTo>
                <a:lnTo>
                  <a:pt x="5626" y="14482"/>
                </a:lnTo>
                <a:lnTo>
                  <a:pt x="5585" y="14373"/>
                </a:lnTo>
                <a:lnTo>
                  <a:pt x="5558" y="14265"/>
                </a:lnTo>
                <a:lnTo>
                  <a:pt x="5545" y="14143"/>
                </a:lnTo>
                <a:lnTo>
                  <a:pt x="5531" y="14022"/>
                </a:lnTo>
                <a:lnTo>
                  <a:pt x="5545" y="13900"/>
                </a:lnTo>
                <a:lnTo>
                  <a:pt x="5558" y="13792"/>
                </a:lnTo>
                <a:lnTo>
                  <a:pt x="5585" y="13670"/>
                </a:lnTo>
                <a:lnTo>
                  <a:pt x="5626" y="13562"/>
                </a:lnTo>
                <a:lnTo>
                  <a:pt x="5680" y="13454"/>
                </a:lnTo>
                <a:lnTo>
                  <a:pt x="5734" y="13359"/>
                </a:lnTo>
                <a:lnTo>
                  <a:pt x="5802" y="13265"/>
                </a:lnTo>
                <a:lnTo>
                  <a:pt x="5883" y="13183"/>
                </a:lnTo>
                <a:lnTo>
                  <a:pt x="5964" y="13116"/>
                </a:lnTo>
                <a:lnTo>
                  <a:pt x="6059" y="13048"/>
                </a:lnTo>
                <a:lnTo>
                  <a:pt x="6153" y="12981"/>
                </a:lnTo>
                <a:lnTo>
                  <a:pt x="6261" y="12927"/>
                </a:lnTo>
                <a:lnTo>
                  <a:pt x="6369" y="12886"/>
                </a:lnTo>
                <a:lnTo>
                  <a:pt x="6478" y="12859"/>
                </a:lnTo>
                <a:lnTo>
                  <a:pt x="6599" y="12845"/>
                </a:lnTo>
                <a:close/>
                <a:moveTo>
                  <a:pt x="3868" y="7897"/>
                </a:moveTo>
                <a:lnTo>
                  <a:pt x="2894" y="9208"/>
                </a:lnTo>
                <a:lnTo>
                  <a:pt x="2894" y="10777"/>
                </a:lnTo>
                <a:lnTo>
                  <a:pt x="1" y="10777"/>
                </a:lnTo>
                <a:lnTo>
                  <a:pt x="650" y="17267"/>
                </a:lnTo>
                <a:lnTo>
                  <a:pt x="12792" y="17267"/>
                </a:lnTo>
                <a:lnTo>
                  <a:pt x="13441" y="10777"/>
                </a:lnTo>
                <a:lnTo>
                  <a:pt x="10548" y="10777"/>
                </a:lnTo>
                <a:lnTo>
                  <a:pt x="10548" y="9208"/>
                </a:lnTo>
                <a:lnTo>
                  <a:pt x="9588" y="7897"/>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1" name="Google Shape;1581;p104"/>
          <p:cNvSpPr/>
          <p:nvPr/>
        </p:nvSpPr>
        <p:spPr>
          <a:xfrm>
            <a:off x="5203726" y="1953550"/>
            <a:ext cx="279664" cy="259494"/>
          </a:xfrm>
          <a:custGeom>
            <a:avLst/>
            <a:gdLst/>
            <a:ahLst/>
            <a:cxnLst/>
            <a:rect l="l" t="t" r="r" b="b"/>
            <a:pathLst>
              <a:path w="15253" h="14151" extrusionOk="0">
                <a:moveTo>
                  <a:pt x="10080" y="954"/>
                </a:moveTo>
                <a:lnTo>
                  <a:pt x="10886" y="2360"/>
                </a:lnTo>
                <a:lnTo>
                  <a:pt x="10483" y="3068"/>
                </a:lnTo>
                <a:lnTo>
                  <a:pt x="10080" y="3776"/>
                </a:lnTo>
                <a:lnTo>
                  <a:pt x="8448" y="3776"/>
                </a:lnTo>
                <a:lnTo>
                  <a:pt x="8044" y="3068"/>
                </a:lnTo>
                <a:lnTo>
                  <a:pt x="7631" y="2360"/>
                </a:lnTo>
                <a:lnTo>
                  <a:pt x="8448" y="954"/>
                </a:lnTo>
                <a:close/>
                <a:moveTo>
                  <a:pt x="6805" y="2842"/>
                </a:moveTo>
                <a:lnTo>
                  <a:pt x="7218" y="3540"/>
                </a:lnTo>
                <a:lnTo>
                  <a:pt x="7622" y="4248"/>
                </a:lnTo>
                <a:lnTo>
                  <a:pt x="7218" y="4956"/>
                </a:lnTo>
                <a:lnTo>
                  <a:pt x="6805" y="5654"/>
                </a:lnTo>
                <a:lnTo>
                  <a:pt x="5183" y="5654"/>
                </a:lnTo>
                <a:lnTo>
                  <a:pt x="4780" y="4956"/>
                </a:lnTo>
                <a:lnTo>
                  <a:pt x="4367" y="4248"/>
                </a:lnTo>
                <a:lnTo>
                  <a:pt x="5183" y="2842"/>
                </a:lnTo>
                <a:close/>
                <a:moveTo>
                  <a:pt x="13345" y="2842"/>
                </a:moveTo>
                <a:lnTo>
                  <a:pt x="14151" y="4248"/>
                </a:lnTo>
                <a:lnTo>
                  <a:pt x="13345" y="5654"/>
                </a:lnTo>
                <a:lnTo>
                  <a:pt x="11712" y="5654"/>
                </a:lnTo>
                <a:lnTo>
                  <a:pt x="11309" y="4956"/>
                </a:lnTo>
                <a:lnTo>
                  <a:pt x="10896" y="4248"/>
                </a:lnTo>
                <a:lnTo>
                  <a:pt x="11309" y="3540"/>
                </a:lnTo>
                <a:lnTo>
                  <a:pt x="11712" y="2842"/>
                </a:lnTo>
                <a:close/>
                <a:moveTo>
                  <a:pt x="3541" y="4720"/>
                </a:moveTo>
                <a:lnTo>
                  <a:pt x="3954" y="5428"/>
                </a:lnTo>
                <a:lnTo>
                  <a:pt x="4357" y="6136"/>
                </a:lnTo>
                <a:lnTo>
                  <a:pt x="3954" y="6834"/>
                </a:lnTo>
                <a:lnTo>
                  <a:pt x="3541" y="7542"/>
                </a:lnTo>
                <a:lnTo>
                  <a:pt x="1918" y="7542"/>
                </a:lnTo>
                <a:lnTo>
                  <a:pt x="1102" y="6136"/>
                </a:lnTo>
                <a:lnTo>
                  <a:pt x="1918" y="4720"/>
                </a:lnTo>
                <a:close/>
                <a:moveTo>
                  <a:pt x="10080" y="4720"/>
                </a:moveTo>
                <a:lnTo>
                  <a:pt x="10483" y="5428"/>
                </a:lnTo>
                <a:lnTo>
                  <a:pt x="10886" y="6136"/>
                </a:lnTo>
                <a:lnTo>
                  <a:pt x="10483" y="6834"/>
                </a:lnTo>
                <a:lnTo>
                  <a:pt x="10080" y="7542"/>
                </a:lnTo>
                <a:lnTo>
                  <a:pt x="8448" y="7542"/>
                </a:lnTo>
                <a:lnTo>
                  <a:pt x="8044" y="6834"/>
                </a:lnTo>
                <a:lnTo>
                  <a:pt x="7631" y="6136"/>
                </a:lnTo>
                <a:lnTo>
                  <a:pt x="8044" y="5428"/>
                </a:lnTo>
                <a:lnTo>
                  <a:pt x="8448" y="4720"/>
                </a:lnTo>
                <a:close/>
                <a:moveTo>
                  <a:pt x="13345" y="6608"/>
                </a:moveTo>
                <a:lnTo>
                  <a:pt x="14151" y="8024"/>
                </a:lnTo>
                <a:lnTo>
                  <a:pt x="13345" y="9430"/>
                </a:lnTo>
                <a:lnTo>
                  <a:pt x="11712" y="9430"/>
                </a:lnTo>
                <a:lnTo>
                  <a:pt x="11309" y="8722"/>
                </a:lnTo>
                <a:lnTo>
                  <a:pt x="10896" y="8024"/>
                </a:lnTo>
                <a:lnTo>
                  <a:pt x="11309" y="7316"/>
                </a:lnTo>
                <a:lnTo>
                  <a:pt x="11712" y="6608"/>
                </a:lnTo>
                <a:close/>
                <a:moveTo>
                  <a:pt x="10080" y="8496"/>
                </a:moveTo>
                <a:lnTo>
                  <a:pt x="10483" y="9204"/>
                </a:lnTo>
                <a:lnTo>
                  <a:pt x="10886" y="9902"/>
                </a:lnTo>
                <a:lnTo>
                  <a:pt x="10080" y="11318"/>
                </a:lnTo>
                <a:lnTo>
                  <a:pt x="8448" y="11318"/>
                </a:lnTo>
                <a:lnTo>
                  <a:pt x="8044" y="10610"/>
                </a:lnTo>
                <a:lnTo>
                  <a:pt x="7631" y="9902"/>
                </a:lnTo>
                <a:lnTo>
                  <a:pt x="8044" y="9204"/>
                </a:lnTo>
                <a:lnTo>
                  <a:pt x="8448" y="8496"/>
                </a:lnTo>
                <a:close/>
                <a:moveTo>
                  <a:pt x="6805" y="10384"/>
                </a:moveTo>
                <a:lnTo>
                  <a:pt x="7218" y="11082"/>
                </a:lnTo>
                <a:lnTo>
                  <a:pt x="7622" y="11790"/>
                </a:lnTo>
                <a:lnTo>
                  <a:pt x="6805" y="13197"/>
                </a:lnTo>
                <a:lnTo>
                  <a:pt x="5183" y="13197"/>
                </a:lnTo>
                <a:lnTo>
                  <a:pt x="4367" y="11790"/>
                </a:lnTo>
                <a:lnTo>
                  <a:pt x="5183" y="10384"/>
                </a:lnTo>
                <a:close/>
                <a:moveTo>
                  <a:pt x="7897" y="0"/>
                </a:moveTo>
                <a:lnTo>
                  <a:pt x="6805" y="1888"/>
                </a:lnTo>
                <a:lnTo>
                  <a:pt x="4632" y="1888"/>
                </a:lnTo>
                <a:lnTo>
                  <a:pt x="3541" y="3776"/>
                </a:lnTo>
                <a:lnTo>
                  <a:pt x="1367" y="3776"/>
                </a:lnTo>
                <a:lnTo>
                  <a:pt x="1" y="6136"/>
                </a:lnTo>
                <a:lnTo>
                  <a:pt x="1367" y="8496"/>
                </a:lnTo>
                <a:lnTo>
                  <a:pt x="3541" y="8496"/>
                </a:lnTo>
                <a:lnTo>
                  <a:pt x="4357" y="9902"/>
                </a:lnTo>
                <a:lnTo>
                  <a:pt x="3265" y="11790"/>
                </a:lnTo>
                <a:lnTo>
                  <a:pt x="4632" y="14150"/>
                </a:lnTo>
                <a:lnTo>
                  <a:pt x="7356" y="14150"/>
                </a:lnTo>
                <a:lnTo>
                  <a:pt x="8448" y="12262"/>
                </a:lnTo>
                <a:lnTo>
                  <a:pt x="10621" y="12262"/>
                </a:lnTo>
                <a:lnTo>
                  <a:pt x="11712" y="10384"/>
                </a:lnTo>
                <a:lnTo>
                  <a:pt x="13885" y="10384"/>
                </a:lnTo>
                <a:lnTo>
                  <a:pt x="15252" y="8024"/>
                </a:lnTo>
                <a:lnTo>
                  <a:pt x="14161" y="6136"/>
                </a:lnTo>
                <a:lnTo>
                  <a:pt x="15252" y="4248"/>
                </a:lnTo>
                <a:lnTo>
                  <a:pt x="13885" y="1888"/>
                </a:lnTo>
                <a:lnTo>
                  <a:pt x="11712" y="1888"/>
                </a:lnTo>
                <a:lnTo>
                  <a:pt x="10621"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582" name="Google Shape;1582;p104"/>
          <p:cNvGrpSpPr/>
          <p:nvPr/>
        </p:nvGrpSpPr>
        <p:grpSpPr>
          <a:xfrm>
            <a:off x="4251454" y="1943163"/>
            <a:ext cx="280240" cy="280269"/>
            <a:chOff x="2724775" y="3084275"/>
            <a:chExt cx="445675" cy="445650"/>
          </a:xfrm>
        </p:grpSpPr>
        <p:sp>
          <p:nvSpPr>
            <p:cNvPr id="1583" name="Google Shape;1583;p104"/>
            <p:cNvSpPr/>
            <p:nvPr/>
          </p:nvSpPr>
          <p:spPr>
            <a:xfrm>
              <a:off x="2769275" y="3084275"/>
              <a:ext cx="222850" cy="153575"/>
            </a:xfrm>
            <a:custGeom>
              <a:avLst/>
              <a:gdLst/>
              <a:ahLst/>
              <a:cxnLst/>
              <a:rect l="l" t="t" r="r" b="b"/>
              <a:pathLst>
                <a:path w="8914" h="6143" extrusionOk="0">
                  <a:moveTo>
                    <a:pt x="7133" y="1"/>
                  </a:moveTo>
                  <a:lnTo>
                    <a:pt x="7133" y="885"/>
                  </a:lnTo>
                  <a:lnTo>
                    <a:pt x="6839" y="897"/>
                  </a:lnTo>
                  <a:lnTo>
                    <a:pt x="6556" y="909"/>
                  </a:lnTo>
                  <a:lnTo>
                    <a:pt x="6273" y="932"/>
                  </a:lnTo>
                  <a:lnTo>
                    <a:pt x="5978" y="967"/>
                  </a:lnTo>
                  <a:lnTo>
                    <a:pt x="5707" y="1015"/>
                  </a:lnTo>
                  <a:lnTo>
                    <a:pt x="5424" y="1074"/>
                  </a:lnTo>
                  <a:lnTo>
                    <a:pt x="5153" y="1133"/>
                  </a:lnTo>
                  <a:lnTo>
                    <a:pt x="4882" y="1215"/>
                  </a:lnTo>
                  <a:lnTo>
                    <a:pt x="4610" y="1298"/>
                  </a:lnTo>
                  <a:lnTo>
                    <a:pt x="4351" y="1380"/>
                  </a:lnTo>
                  <a:lnTo>
                    <a:pt x="4092" y="1486"/>
                  </a:lnTo>
                  <a:lnTo>
                    <a:pt x="3832" y="1592"/>
                  </a:lnTo>
                  <a:lnTo>
                    <a:pt x="3585" y="1710"/>
                  </a:lnTo>
                  <a:lnTo>
                    <a:pt x="3337" y="1840"/>
                  </a:lnTo>
                  <a:lnTo>
                    <a:pt x="3101" y="1970"/>
                  </a:lnTo>
                  <a:lnTo>
                    <a:pt x="2866" y="2111"/>
                  </a:lnTo>
                  <a:lnTo>
                    <a:pt x="2642" y="2264"/>
                  </a:lnTo>
                  <a:lnTo>
                    <a:pt x="2418" y="2429"/>
                  </a:lnTo>
                  <a:lnTo>
                    <a:pt x="2194" y="2594"/>
                  </a:lnTo>
                  <a:lnTo>
                    <a:pt x="1981" y="2759"/>
                  </a:lnTo>
                  <a:lnTo>
                    <a:pt x="1781" y="2936"/>
                  </a:lnTo>
                  <a:lnTo>
                    <a:pt x="1581" y="3125"/>
                  </a:lnTo>
                  <a:lnTo>
                    <a:pt x="1392" y="3325"/>
                  </a:lnTo>
                  <a:lnTo>
                    <a:pt x="1203" y="3526"/>
                  </a:lnTo>
                  <a:lnTo>
                    <a:pt x="1027" y="3726"/>
                  </a:lnTo>
                  <a:lnTo>
                    <a:pt x="861" y="3938"/>
                  </a:lnTo>
                  <a:lnTo>
                    <a:pt x="696" y="4162"/>
                  </a:lnTo>
                  <a:lnTo>
                    <a:pt x="543" y="4386"/>
                  </a:lnTo>
                  <a:lnTo>
                    <a:pt x="390" y="4622"/>
                  </a:lnTo>
                  <a:lnTo>
                    <a:pt x="260" y="4858"/>
                  </a:lnTo>
                  <a:lnTo>
                    <a:pt x="131" y="5094"/>
                  </a:lnTo>
                  <a:lnTo>
                    <a:pt x="1" y="5341"/>
                  </a:lnTo>
                  <a:lnTo>
                    <a:pt x="1604" y="6143"/>
                  </a:lnTo>
                  <a:lnTo>
                    <a:pt x="1699" y="5954"/>
                  </a:lnTo>
                  <a:lnTo>
                    <a:pt x="1805" y="5777"/>
                  </a:lnTo>
                  <a:lnTo>
                    <a:pt x="1911" y="5589"/>
                  </a:lnTo>
                  <a:lnTo>
                    <a:pt x="2029" y="5412"/>
                  </a:lnTo>
                  <a:lnTo>
                    <a:pt x="2147" y="5235"/>
                  </a:lnTo>
                  <a:lnTo>
                    <a:pt x="2276" y="5070"/>
                  </a:lnTo>
                  <a:lnTo>
                    <a:pt x="2406" y="4905"/>
                  </a:lnTo>
                  <a:lnTo>
                    <a:pt x="2547" y="4740"/>
                  </a:lnTo>
                  <a:lnTo>
                    <a:pt x="2689" y="4587"/>
                  </a:lnTo>
                  <a:lnTo>
                    <a:pt x="2842" y="4434"/>
                  </a:lnTo>
                  <a:lnTo>
                    <a:pt x="2995" y="4292"/>
                  </a:lnTo>
                  <a:lnTo>
                    <a:pt x="3149" y="4151"/>
                  </a:lnTo>
                  <a:lnTo>
                    <a:pt x="3314" y="4009"/>
                  </a:lnTo>
                  <a:lnTo>
                    <a:pt x="3490" y="3879"/>
                  </a:lnTo>
                  <a:lnTo>
                    <a:pt x="3656" y="3762"/>
                  </a:lnTo>
                  <a:lnTo>
                    <a:pt x="3832" y="3644"/>
                  </a:lnTo>
                  <a:lnTo>
                    <a:pt x="4021" y="3526"/>
                  </a:lnTo>
                  <a:lnTo>
                    <a:pt x="4210" y="3420"/>
                  </a:lnTo>
                  <a:lnTo>
                    <a:pt x="4398" y="3325"/>
                  </a:lnTo>
                  <a:lnTo>
                    <a:pt x="4587" y="3231"/>
                  </a:lnTo>
                  <a:lnTo>
                    <a:pt x="4787" y="3148"/>
                  </a:lnTo>
                  <a:lnTo>
                    <a:pt x="4988" y="3066"/>
                  </a:lnTo>
                  <a:lnTo>
                    <a:pt x="5188" y="2995"/>
                  </a:lnTo>
                  <a:lnTo>
                    <a:pt x="5389" y="2924"/>
                  </a:lnTo>
                  <a:lnTo>
                    <a:pt x="5601" y="2866"/>
                  </a:lnTo>
                  <a:lnTo>
                    <a:pt x="5813" y="2818"/>
                  </a:lnTo>
                  <a:lnTo>
                    <a:pt x="6025" y="2771"/>
                  </a:lnTo>
                  <a:lnTo>
                    <a:pt x="6249" y="2736"/>
                  </a:lnTo>
                  <a:lnTo>
                    <a:pt x="6461" y="2712"/>
                  </a:lnTo>
                  <a:lnTo>
                    <a:pt x="6685" y="2689"/>
                  </a:lnTo>
                  <a:lnTo>
                    <a:pt x="6909" y="2677"/>
                  </a:lnTo>
                  <a:lnTo>
                    <a:pt x="7133" y="2677"/>
                  </a:lnTo>
                  <a:lnTo>
                    <a:pt x="7133" y="3561"/>
                  </a:lnTo>
                  <a:lnTo>
                    <a:pt x="8914" y="1781"/>
                  </a:lnTo>
                  <a:lnTo>
                    <a:pt x="7133"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4" name="Google Shape;1584;p104"/>
            <p:cNvSpPr/>
            <p:nvPr/>
          </p:nvSpPr>
          <p:spPr>
            <a:xfrm>
              <a:off x="2903100" y="3376075"/>
              <a:ext cx="222825" cy="153850"/>
            </a:xfrm>
            <a:custGeom>
              <a:avLst/>
              <a:gdLst/>
              <a:ahLst/>
              <a:cxnLst/>
              <a:rect l="l" t="t" r="r" b="b"/>
              <a:pathLst>
                <a:path w="8913" h="6154" extrusionOk="0">
                  <a:moveTo>
                    <a:pt x="7310" y="0"/>
                  </a:moveTo>
                  <a:lnTo>
                    <a:pt x="7215" y="189"/>
                  </a:lnTo>
                  <a:lnTo>
                    <a:pt x="7109" y="377"/>
                  </a:lnTo>
                  <a:lnTo>
                    <a:pt x="7003" y="566"/>
                  </a:lnTo>
                  <a:lnTo>
                    <a:pt x="6885" y="743"/>
                  </a:lnTo>
                  <a:lnTo>
                    <a:pt x="6767" y="920"/>
                  </a:lnTo>
                  <a:lnTo>
                    <a:pt x="6638" y="1085"/>
                  </a:lnTo>
                  <a:lnTo>
                    <a:pt x="6508" y="1250"/>
                  </a:lnTo>
                  <a:lnTo>
                    <a:pt x="6366" y="1415"/>
                  </a:lnTo>
                  <a:lnTo>
                    <a:pt x="6225" y="1568"/>
                  </a:lnTo>
                  <a:lnTo>
                    <a:pt x="6072" y="1721"/>
                  </a:lnTo>
                  <a:lnTo>
                    <a:pt x="5918" y="1863"/>
                  </a:lnTo>
                  <a:lnTo>
                    <a:pt x="5765" y="2004"/>
                  </a:lnTo>
                  <a:lnTo>
                    <a:pt x="5600" y="2134"/>
                  </a:lnTo>
                  <a:lnTo>
                    <a:pt x="5435" y="2264"/>
                  </a:lnTo>
                  <a:lnTo>
                    <a:pt x="5258" y="2393"/>
                  </a:lnTo>
                  <a:lnTo>
                    <a:pt x="5081" y="2511"/>
                  </a:lnTo>
                  <a:lnTo>
                    <a:pt x="4893" y="2617"/>
                  </a:lnTo>
                  <a:lnTo>
                    <a:pt x="4716" y="2723"/>
                  </a:lnTo>
                  <a:lnTo>
                    <a:pt x="4527" y="2829"/>
                  </a:lnTo>
                  <a:lnTo>
                    <a:pt x="4327" y="2924"/>
                  </a:lnTo>
                  <a:lnTo>
                    <a:pt x="4126" y="3006"/>
                  </a:lnTo>
                  <a:lnTo>
                    <a:pt x="3938" y="3089"/>
                  </a:lnTo>
                  <a:lnTo>
                    <a:pt x="3726" y="3160"/>
                  </a:lnTo>
                  <a:lnTo>
                    <a:pt x="3525" y="3219"/>
                  </a:lnTo>
                  <a:lnTo>
                    <a:pt x="3313" y="3277"/>
                  </a:lnTo>
                  <a:lnTo>
                    <a:pt x="3101" y="3336"/>
                  </a:lnTo>
                  <a:lnTo>
                    <a:pt x="2889" y="3372"/>
                  </a:lnTo>
                  <a:lnTo>
                    <a:pt x="2665" y="3419"/>
                  </a:lnTo>
                  <a:lnTo>
                    <a:pt x="2452" y="3442"/>
                  </a:lnTo>
                  <a:lnTo>
                    <a:pt x="2228" y="3466"/>
                  </a:lnTo>
                  <a:lnTo>
                    <a:pt x="2004" y="3478"/>
                  </a:lnTo>
                  <a:lnTo>
                    <a:pt x="1780" y="3478"/>
                  </a:lnTo>
                  <a:lnTo>
                    <a:pt x="1780" y="2582"/>
                  </a:lnTo>
                  <a:lnTo>
                    <a:pt x="0" y="4374"/>
                  </a:lnTo>
                  <a:lnTo>
                    <a:pt x="1780" y="6154"/>
                  </a:lnTo>
                  <a:lnTo>
                    <a:pt x="1780" y="5258"/>
                  </a:lnTo>
                  <a:lnTo>
                    <a:pt x="2075" y="5258"/>
                  </a:lnTo>
                  <a:lnTo>
                    <a:pt x="2358" y="5234"/>
                  </a:lnTo>
                  <a:lnTo>
                    <a:pt x="2653" y="5211"/>
                  </a:lnTo>
                  <a:lnTo>
                    <a:pt x="2936" y="5176"/>
                  </a:lnTo>
                  <a:lnTo>
                    <a:pt x="3219" y="5128"/>
                  </a:lnTo>
                  <a:lnTo>
                    <a:pt x="3490" y="5081"/>
                  </a:lnTo>
                  <a:lnTo>
                    <a:pt x="3761" y="5010"/>
                  </a:lnTo>
                  <a:lnTo>
                    <a:pt x="4032" y="4940"/>
                  </a:lnTo>
                  <a:lnTo>
                    <a:pt x="4303" y="4857"/>
                  </a:lnTo>
                  <a:lnTo>
                    <a:pt x="4563" y="4763"/>
                  </a:lnTo>
                  <a:lnTo>
                    <a:pt x="4822" y="4669"/>
                  </a:lnTo>
                  <a:lnTo>
                    <a:pt x="5081" y="4551"/>
                  </a:lnTo>
                  <a:lnTo>
                    <a:pt x="5329" y="4433"/>
                  </a:lnTo>
                  <a:lnTo>
                    <a:pt x="5577" y="4315"/>
                  </a:lnTo>
                  <a:lnTo>
                    <a:pt x="5812" y="4173"/>
                  </a:lnTo>
                  <a:lnTo>
                    <a:pt x="6048" y="4032"/>
                  </a:lnTo>
                  <a:lnTo>
                    <a:pt x="6272" y="3890"/>
                  </a:lnTo>
                  <a:lnTo>
                    <a:pt x="6496" y="3725"/>
                  </a:lnTo>
                  <a:lnTo>
                    <a:pt x="6720" y="3560"/>
                  </a:lnTo>
                  <a:lnTo>
                    <a:pt x="6932" y="3395"/>
                  </a:lnTo>
                  <a:lnTo>
                    <a:pt x="7133" y="3207"/>
                  </a:lnTo>
                  <a:lnTo>
                    <a:pt x="7333" y="3018"/>
                  </a:lnTo>
                  <a:lnTo>
                    <a:pt x="7522" y="2829"/>
                  </a:lnTo>
                  <a:lnTo>
                    <a:pt x="7710" y="2629"/>
                  </a:lnTo>
                  <a:lnTo>
                    <a:pt x="7887" y="2417"/>
                  </a:lnTo>
                  <a:lnTo>
                    <a:pt x="8052" y="2205"/>
                  </a:lnTo>
                  <a:lnTo>
                    <a:pt x="8217" y="1992"/>
                  </a:lnTo>
                  <a:lnTo>
                    <a:pt x="8371" y="1768"/>
                  </a:lnTo>
                  <a:lnTo>
                    <a:pt x="8524" y="1533"/>
                  </a:lnTo>
                  <a:lnTo>
                    <a:pt x="8665" y="1297"/>
                  </a:lnTo>
                  <a:lnTo>
                    <a:pt x="8795" y="1049"/>
                  </a:lnTo>
                  <a:lnTo>
                    <a:pt x="8913" y="802"/>
                  </a:lnTo>
                  <a:lnTo>
                    <a:pt x="7310"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5" name="Google Shape;1585;p104"/>
            <p:cNvSpPr/>
            <p:nvPr/>
          </p:nvSpPr>
          <p:spPr>
            <a:xfrm>
              <a:off x="2724775" y="3262600"/>
              <a:ext cx="153875" cy="222825"/>
            </a:xfrm>
            <a:custGeom>
              <a:avLst/>
              <a:gdLst/>
              <a:ahLst/>
              <a:cxnLst/>
              <a:rect l="l" t="t" r="r" b="b"/>
              <a:pathLst>
                <a:path w="6155" h="8913" extrusionOk="0">
                  <a:moveTo>
                    <a:pt x="1781" y="0"/>
                  </a:moveTo>
                  <a:lnTo>
                    <a:pt x="1" y="1780"/>
                  </a:lnTo>
                  <a:lnTo>
                    <a:pt x="897" y="1780"/>
                  </a:lnTo>
                  <a:lnTo>
                    <a:pt x="897" y="2075"/>
                  </a:lnTo>
                  <a:lnTo>
                    <a:pt x="908" y="2358"/>
                  </a:lnTo>
                  <a:lnTo>
                    <a:pt x="944" y="2641"/>
                  </a:lnTo>
                  <a:lnTo>
                    <a:pt x="979" y="2924"/>
                  </a:lnTo>
                  <a:lnTo>
                    <a:pt x="1015" y="3207"/>
                  </a:lnTo>
                  <a:lnTo>
                    <a:pt x="1073" y="3490"/>
                  </a:lnTo>
                  <a:lnTo>
                    <a:pt x="1144" y="3761"/>
                  </a:lnTo>
                  <a:lnTo>
                    <a:pt x="1215" y="4032"/>
                  </a:lnTo>
                  <a:lnTo>
                    <a:pt x="1297" y="4303"/>
                  </a:lnTo>
                  <a:lnTo>
                    <a:pt x="1392" y="4563"/>
                  </a:lnTo>
                  <a:lnTo>
                    <a:pt x="1486" y="4822"/>
                  </a:lnTo>
                  <a:lnTo>
                    <a:pt x="1604" y="5081"/>
                  </a:lnTo>
                  <a:lnTo>
                    <a:pt x="1722" y="5329"/>
                  </a:lnTo>
                  <a:lnTo>
                    <a:pt x="1840" y="5577"/>
                  </a:lnTo>
                  <a:lnTo>
                    <a:pt x="1981" y="5812"/>
                  </a:lnTo>
                  <a:lnTo>
                    <a:pt x="2123" y="6048"/>
                  </a:lnTo>
                  <a:lnTo>
                    <a:pt x="2264" y="6272"/>
                  </a:lnTo>
                  <a:lnTo>
                    <a:pt x="2429" y="6496"/>
                  </a:lnTo>
                  <a:lnTo>
                    <a:pt x="2594" y="6720"/>
                  </a:lnTo>
                  <a:lnTo>
                    <a:pt x="2759" y="6932"/>
                  </a:lnTo>
                  <a:lnTo>
                    <a:pt x="2948" y="7133"/>
                  </a:lnTo>
                  <a:lnTo>
                    <a:pt x="3137" y="7333"/>
                  </a:lnTo>
                  <a:lnTo>
                    <a:pt x="3325" y="7522"/>
                  </a:lnTo>
                  <a:lnTo>
                    <a:pt x="3526" y="7710"/>
                  </a:lnTo>
                  <a:lnTo>
                    <a:pt x="3738" y="7887"/>
                  </a:lnTo>
                  <a:lnTo>
                    <a:pt x="3950" y="8052"/>
                  </a:lnTo>
                  <a:lnTo>
                    <a:pt x="4162" y="8217"/>
                  </a:lnTo>
                  <a:lnTo>
                    <a:pt x="4386" y="8371"/>
                  </a:lnTo>
                  <a:lnTo>
                    <a:pt x="4622" y="8524"/>
                  </a:lnTo>
                  <a:lnTo>
                    <a:pt x="4858" y="8653"/>
                  </a:lnTo>
                  <a:lnTo>
                    <a:pt x="5105" y="8783"/>
                  </a:lnTo>
                  <a:lnTo>
                    <a:pt x="5353" y="8913"/>
                  </a:lnTo>
                  <a:lnTo>
                    <a:pt x="6155" y="7310"/>
                  </a:lnTo>
                  <a:lnTo>
                    <a:pt x="5966" y="7203"/>
                  </a:lnTo>
                  <a:lnTo>
                    <a:pt x="5777" y="7109"/>
                  </a:lnTo>
                  <a:lnTo>
                    <a:pt x="5589" y="7003"/>
                  </a:lnTo>
                  <a:lnTo>
                    <a:pt x="5412" y="6885"/>
                  </a:lnTo>
                  <a:lnTo>
                    <a:pt x="5235" y="6767"/>
                  </a:lnTo>
                  <a:lnTo>
                    <a:pt x="5070" y="6638"/>
                  </a:lnTo>
                  <a:lnTo>
                    <a:pt x="4905" y="6508"/>
                  </a:lnTo>
                  <a:lnTo>
                    <a:pt x="4740" y="6366"/>
                  </a:lnTo>
                  <a:lnTo>
                    <a:pt x="4587" y="6225"/>
                  </a:lnTo>
                  <a:lnTo>
                    <a:pt x="4433" y="6072"/>
                  </a:lnTo>
                  <a:lnTo>
                    <a:pt x="4292" y="5918"/>
                  </a:lnTo>
                  <a:lnTo>
                    <a:pt x="4151" y="5765"/>
                  </a:lnTo>
                  <a:lnTo>
                    <a:pt x="4021" y="5600"/>
                  </a:lnTo>
                  <a:lnTo>
                    <a:pt x="3891" y="5423"/>
                  </a:lnTo>
                  <a:lnTo>
                    <a:pt x="3761" y="5258"/>
                  </a:lnTo>
                  <a:lnTo>
                    <a:pt x="3644" y="5081"/>
                  </a:lnTo>
                  <a:lnTo>
                    <a:pt x="3537" y="4893"/>
                  </a:lnTo>
                  <a:lnTo>
                    <a:pt x="3431" y="4704"/>
                  </a:lnTo>
                  <a:lnTo>
                    <a:pt x="3325" y="4515"/>
                  </a:lnTo>
                  <a:lnTo>
                    <a:pt x="3231" y="4327"/>
                  </a:lnTo>
                  <a:lnTo>
                    <a:pt x="3148" y="4126"/>
                  </a:lnTo>
                  <a:lnTo>
                    <a:pt x="3066" y="3926"/>
                  </a:lnTo>
                  <a:lnTo>
                    <a:pt x="2995" y="3726"/>
                  </a:lnTo>
                  <a:lnTo>
                    <a:pt x="2936" y="3513"/>
                  </a:lnTo>
                  <a:lnTo>
                    <a:pt x="2877" y="3313"/>
                  </a:lnTo>
                  <a:lnTo>
                    <a:pt x="2818" y="3101"/>
                  </a:lnTo>
                  <a:lnTo>
                    <a:pt x="2783" y="2889"/>
                  </a:lnTo>
                  <a:lnTo>
                    <a:pt x="2736" y="2665"/>
                  </a:lnTo>
                  <a:lnTo>
                    <a:pt x="2712" y="2452"/>
                  </a:lnTo>
                  <a:lnTo>
                    <a:pt x="2689" y="2228"/>
                  </a:lnTo>
                  <a:lnTo>
                    <a:pt x="2677" y="2004"/>
                  </a:lnTo>
                  <a:lnTo>
                    <a:pt x="2677" y="1780"/>
                  </a:lnTo>
                  <a:lnTo>
                    <a:pt x="3573" y="1780"/>
                  </a:lnTo>
                  <a:lnTo>
                    <a:pt x="1781"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6" name="Google Shape;1586;p104"/>
            <p:cNvSpPr/>
            <p:nvPr/>
          </p:nvSpPr>
          <p:spPr>
            <a:xfrm>
              <a:off x="3016575" y="3128775"/>
              <a:ext cx="153875" cy="222850"/>
            </a:xfrm>
            <a:custGeom>
              <a:avLst/>
              <a:gdLst/>
              <a:ahLst/>
              <a:cxnLst/>
              <a:rect l="l" t="t" r="r" b="b"/>
              <a:pathLst>
                <a:path w="6155" h="8914" extrusionOk="0">
                  <a:moveTo>
                    <a:pt x="814" y="1"/>
                  </a:moveTo>
                  <a:lnTo>
                    <a:pt x="0" y="1604"/>
                  </a:lnTo>
                  <a:lnTo>
                    <a:pt x="201" y="1699"/>
                  </a:lnTo>
                  <a:lnTo>
                    <a:pt x="377" y="1805"/>
                  </a:lnTo>
                  <a:lnTo>
                    <a:pt x="566" y="1911"/>
                  </a:lnTo>
                  <a:lnTo>
                    <a:pt x="743" y="2029"/>
                  </a:lnTo>
                  <a:lnTo>
                    <a:pt x="920" y="2147"/>
                  </a:lnTo>
                  <a:lnTo>
                    <a:pt x="1085" y="2276"/>
                  </a:lnTo>
                  <a:lnTo>
                    <a:pt x="1250" y="2406"/>
                  </a:lnTo>
                  <a:lnTo>
                    <a:pt x="1415" y="2547"/>
                  </a:lnTo>
                  <a:lnTo>
                    <a:pt x="1568" y="2689"/>
                  </a:lnTo>
                  <a:lnTo>
                    <a:pt x="1721" y="2842"/>
                  </a:lnTo>
                  <a:lnTo>
                    <a:pt x="1863" y="2995"/>
                  </a:lnTo>
                  <a:lnTo>
                    <a:pt x="2004" y="3149"/>
                  </a:lnTo>
                  <a:lnTo>
                    <a:pt x="2146" y="3314"/>
                  </a:lnTo>
                  <a:lnTo>
                    <a:pt x="2275" y="3479"/>
                  </a:lnTo>
                  <a:lnTo>
                    <a:pt x="2393" y="3656"/>
                  </a:lnTo>
                  <a:lnTo>
                    <a:pt x="2511" y="3832"/>
                  </a:lnTo>
                  <a:lnTo>
                    <a:pt x="2629" y="4021"/>
                  </a:lnTo>
                  <a:lnTo>
                    <a:pt x="2735" y="4198"/>
                  </a:lnTo>
                  <a:lnTo>
                    <a:pt x="2830" y="4387"/>
                  </a:lnTo>
                  <a:lnTo>
                    <a:pt x="2924" y="4587"/>
                  </a:lnTo>
                  <a:lnTo>
                    <a:pt x="3006" y="4776"/>
                  </a:lnTo>
                  <a:lnTo>
                    <a:pt x="3089" y="4976"/>
                  </a:lnTo>
                  <a:lnTo>
                    <a:pt x="3160" y="5188"/>
                  </a:lnTo>
                  <a:lnTo>
                    <a:pt x="3230" y="5389"/>
                  </a:lnTo>
                  <a:lnTo>
                    <a:pt x="3289" y="5601"/>
                  </a:lnTo>
                  <a:lnTo>
                    <a:pt x="3336" y="5813"/>
                  </a:lnTo>
                  <a:lnTo>
                    <a:pt x="3384" y="6025"/>
                  </a:lnTo>
                  <a:lnTo>
                    <a:pt x="3419" y="6249"/>
                  </a:lnTo>
                  <a:lnTo>
                    <a:pt x="3443" y="6461"/>
                  </a:lnTo>
                  <a:lnTo>
                    <a:pt x="3466" y="6685"/>
                  </a:lnTo>
                  <a:lnTo>
                    <a:pt x="3478" y="6909"/>
                  </a:lnTo>
                  <a:lnTo>
                    <a:pt x="3478" y="7133"/>
                  </a:lnTo>
                  <a:lnTo>
                    <a:pt x="2594" y="7133"/>
                  </a:lnTo>
                  <a:lnTo>
                    <a:pt x="4374" y="8914"/>
                  </a:lnTo>
                  <a:lnTo>
                    <a:pt x="6154" y="7133"/>
                  </a:lnTo>
                  <a:lnTo>
                    <a:pt x="5270" y="7133"/>
                  </a:lnTo>
                  <a:lnTo>
                    <a:pt x="5258" y="6839"/>
                  </a:lnTo>
                  <a:lnTo>
                    <a:pt x="5246" y="6556"/>
                  </a:lnTo>
                  <a:lnTo>
                    <a:pt x="5223" y="6261"/>
                  </a:lnTo>
                  <a:lnTo>
                    <a:pt x="5187" y="5978"/>
                  </a:lnTo>
                  <a:lnTo>
                    <a:pt x="5140" y="5695"/>
                  </a:lnTo>
                  <a:lnTo>
                    <a:pt x="5081" y="5424"/>
                  </a:lnTo>
                  <a:lnTo>
                    <a:pt x="5022" y="5153"/>
                  </a:lnTo>
                  <a:lnTo>
                    <a:pt x="4940" y="4882"/>
                  </a:lnTo>
                  <a:lnTo>
                    <a:pt x="4857" y="4611"/>
                  </a:lnTo>
                  <a:lnTo>
                    <a:pt x="4775" y="4351"/>
                  </a:lnTo>
                  <a:lnTo>
                    <a:pt x="4669" y="4092"/>
                  </a:lnTo>
                  <a:lnTo>
                    <a:pt x="4563" y="3832"/>
                  </a:lnTo>
                  <a:lnTo>
                    <a:pt x="4445" y="3585"/>
                  </a:lnTo>
                  <a:lnTo>
                    <a:pt x="4315" y="3337"/>
                  </a:lnTo>
                  <a:lnTo>
                    <a:pt x="4185" y="3101"/>
                  </a:lnTo>
                  <a:lnTo>
                    <a:pt x="4044" y="2866"/>
                  </a:lnTo>
                  <a:lnTo>
                    <a:pt x="3891" y="2630"/>
                  </a:lnTo>
                  <a:lnTo>
                    <a:pt x="3726" y="2418"/>
                  </a:lnTo>
                  <a:lnTo>
                    <a:pt x="3560" y="2194"/>
                  </a:lnTo>
                  <a:lnTo>
                    <a:pt x="3395" y="1982"/>
                  </a:lnTo>
                  <a:lnTo>
                    <a:pt x="3219" y="1781"/>
                  </a:lnTo>
                  <a:lnTo>
                    <a:pt x="3030" y="1581"/>
                  </a:lnTo>
                  <a:lnTo>
                    <a:pt x="2830" y="1392"/>
                  </a:lnTo>
                  <a:lnTo>
                    <a:pt x="2629" y="1203"/>
                  </a:lnTo>
                  <a:lnTo>
                    <a:pt x="2429" y="1027"/>
                  </a:lnTo>
                  <a:lnTo>
                    <a:pt x="2216" y="850"/>
                  </a:lnTo>
                  <a:lnTo>
                    <a:pt x="1993" y="696"/>
                  </a:lnTo>
                  <a:lnTo>
                    <a:pt x="1769" y="543"/>
                  </a:lnTo>
                  <a:lnTo>
                    <a:pt x="1533" y="390"/>
                  </a:lnTo>
                  <a:lnTo>
                    <a:pt x="1297" y="249"/>
                  </a:lnTo>
                  <a:lnTo>
                    <a:pt x="1061" y="119"/>
                  </a:lnTo>
                  <a:lnTo>
                    <a:pt x="814"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7" name="Google Shape;1587;p104"/>
            <p:cNvSpPr/>
            <p:nvPr/>
          </p:nvSpPr>
          <p:spPr>
            <a:xfrm>
              <a:off x="2858600" y="3217800"/>
              <a:ext cx="178325" cy="178325"/>
            </a:xfrm>
            <a:custGeom>
              <a:avLst/>
              <a:gdLst/>
              <a:ahLst/>
              <a:cxnLst/>
              <a:rect l="l" t="t" r="r" b="b"/>
              <a:pathLst>
                <a:path w="7133" h="7133" extrusionOk="0">
                  <a:moveTo>
                    <a:pt x="3560" y="0"/>
                  </a:moveTo>
                  <a:lnTo>
                    <a:pt x="3384" y="12"/>
                  </a:lnTo>
                  <a:lnTo>
                    <a:pt x="3195" y="24"/>
                  </a:lnTo>
                  <a:lnTo>
                    <a:pt x="3018" y="47"/>
                  </a:lnTo>
                  <a:lnTo>
                    <a:pt x="2841" y="83"/>
                  </a:lnTo>
                  <a:lnTo>
                    <a:pt x="2676" y="118"/>
                  </a:lnTo>
                  <a:lnTo>
                    <a:pt x="2499" y="165"/>
                  </a:lnTo>
                  <a:lnTo>
                    <a:pt x="2334" y="224"/>
                  </a:lnTo>
                  <a:lnTo>
                    <a:pt x="2169" y="283"/>
                  </a:lnTo>
                  <a:lnTo>
                    <a:pt x="2016" y="354"/>
                  </a:lnTo>
                  <a:lnTo>
                    <a:pt x="1863" y="436"/>
                  </a:lnTo>
                  <a:lnTo>
                    <a:pt x="1709" y="519"/>
                  </a:lnTo>
                  <a:lnTo>
                    <a:pt x="1568" y="613"/>
                  </a:lnTo>
                  <a:lnTo>
                    <a:pt x="1427" y="719"/>
                  </a:lnTo>
                  <a:lnTo>
                    <a:pt x="1297" y="814"/>
                  </a:lnTo>
                  <a:lnTo>
                    <a:pt x="1167" y="932"/>
                  </a:lnTo>
                  <a:lnTo>
                    <a:pt x="1037" y="1050"/>
                  </a:lnTo>
                  <a:lnTo>
                    <a:pt x="920" y="1179"/>
                  </a:lnTo>
                  <a:lnTo>
                    <a:pt x="813" y="1297"/>
                  </a:lnTo>
                  <a:lnTo>
                    <a:pt x="707" y="1439"/>
                  </a:lnTo>
                  <a:lnTo>
                    <a:pt x="601" y="1580"/>
                  </a:lnTo>
                  <a:lnTo>
                    <a:pt x="507" y="1721"/>
                  </a:lnTo>
                  <a:lnTo>
                    <a:pt x="424" y="1875"/>
                  </a:lnTo>
                  <a:lnTo>
                    <a:pt x="354" y="2028"/>
                  </a:lnTo>
                  <a:lnTo>
                    <a:pt x="271" y="2181"/>
                  </a:lnTo>
                  <a:lnTo>
                    <a:pt x="212" y="2346"/>
                  </a:lnTo>
                  <a:lnTo>
                    <a:pt x="153" y="2511"/>
                  </a:lnTo>
                  <a:lnTo>
                    <a:pt x="106" y="2676"/>
                  </a:lnTo>
                  <a:lnTo>
                    <a:pt x="71" y="2853"/>
                  </a:lnTo>
                  <a:lnTo>
                    <a:pt x="35" y="3030"/>
                  </a:lnTo>
                  <a:lnTo>
                    <a:pt x="12" y="3207"/>
                  </a:lnTo>
                  <a:lnTo>
                    <a:pt x="0" y="3384"/>
                  </a:lnTo>
                  <a:lnTo>
                    <a:pt x="0" y="3572"/>
                  </a:lnTo>
                  <a:lnTo>
                    <a:pt x="0" y="3749"/>
                  </a:lnTo>
                  <a:lnTo>
                    <a:pt x="12" y="3938"/>
                  </a:lnTo>
                  <a:lnTo>
                    <a:pt x="35" y="4115"/>
                  </a:lnTo>
                  <a:lnTo>
                    <a:pt x="71" y="4292"/>
                  </a:lnTo>
                  <a:lnTo>
                    <a:pt x="106" y="4457"/>
                  </a:lnTo>
                  <a:lnTo>
                    <a:pt x="153" y="4633"/>
                  </a:lnTo>
                  <a:lnTo>
                    <a:pt x="212" y="4798"/>
                  </a:lnTo>
                  <a:lnTo>
                    <a:pt x="271" y="4964"/>
                  </a:lnTo>
                  <a:lnTo>
                    <a:pt x="354" y="5117"/>
                  </a:lnTo>
                  <a:lnTo>
                    <a:pt x="424" y="5270"/>
                  </a:lnTo>
                  <a:lnTo>
                    <a:pt x="507" y="5423"/>
                  </a:lnTo>
                  <a:lnTo>
                    <a:pt x="601" y="5565"/>
                  </a:lnTo>
                  <a:lnTo>
                    <a:pt x="707" y="5706"/>
                  </a:lnTo>
                  <a:lnTo>
                    <a:pt x="813" y="5836"/>
                  </a:lnTo>
                  <a:lnTo>
                    <a:pt x="920" y="5966"/>
                  </a:lnTo>
                  <a:lnTo>
                    <a:pt x="1037" y="6095"/>
                  </a:lnTo>
                  <a:lnTo>
                    <a:pt x="1167" y="6213"/>
                  </a:lnTo>
                  <a:lnTo>
                    <a:pt x="1297" y="6319"/>
                  </a:lnTo>
                  <a:lnTo>
                    <a:pt x="1427" y="6425"/>
                  </a:lnTo>
                  <a:lnTo>
                    <a:pt x="1568" y="6531"/>
                  </a:lnTo>
                  <a:lnTo>
                    <a:pt x="1709" y="6614"/>
                  </a:lnTo>
                  <a:lnTo>
                    <a:pt x="1863" y="6708"/>
                  </a:lnTo>
                  <a:lnTo>
                    <a:pt x="2016" y="6779"/>
                  </a:lnTo>
                  <a:lnTo>
                    <a:pt x="2169" y="6850"/>
                  </a:lnTo>
                  <a:lnTo>
                    <a:pt x="2334" y="6921"/>
                  </a:lnTo>
                  <a:lnTo>
                    <a:pt x="2499" y="6979"/>
                  </a:lnTo>
                  <a:lnTo>
                    <a:pt x="2676" y="7027"/>
                  </a:lnTo>
                  <a:lnTo>
                    <a:pt x="2841" y="7062"/>
                  </a:lnTo>
                  <a:lnTo>
                    <a:pt x="3018" y="7097"/>
                  </a:lnTo>
                  <a:lnTo>
                    <a:pt x="3195" y="7121"/>
                  </a:lnTo>
                  <a:lnTo>
                    <a:pt x="3384" y="7133"/>
                  </a:lnTo>
                  <a:lnTo>
                    <a:pt x="3749" y="7133"/>
                  </a:lnTo>
                  <a:lnTo>
                    <a:pt x="3926" y="7121"/>
                  </a:lnTo>
                  <a:lnTo>
                    <a:pt x="4103" y="7097"/>
                  </a:lnTo>
                  <a:lnTo>
                    <a:pt x="4280" y="7062"/>
                  </a:lnTo>
                  <a:lnTo>
                    <a:pt x="4456" y="7027"/>
                  </a:lnTo>
                  <a:lnTo>
                    <a:pt x="4621" y="6979"/>
                  </a:lnTo>
                  <a:lnTo>
                    <a:pt x="4786" y="6921"/>
                  </a:lnTo>
                  <a:lnTo>
                    <a:pt x="4952" y="6850"/>
                  </a:lnTo>
                  <a:lnTo>
                    <a:pt x="5105" y="6779"/>
                  </a:lnTo>
                  <a:lnTo>
                    <a:pt x="5258" y="6708"/>
                  </a:lnTo>
                  <a:lnTo>
                    <a:pt x="5411" y="6614"/>
                  </a:lnTo>
                  <a:lnTo>
                    <a:pt x="5553" y="6531"/>
                  </a:lnTo>
                  <a:lnTo>
                    <a:pt x="5694" y="6425"/>
                  </a:lnTo>
                  <a:lnTo>
                    <a:pt x="5824" y="6319"/>
                  </a:lnTo>
                  <a:lnTo>
                    <a:pt x="5954" y="6213"/>
                  </a:lnTo>
                  <a:lnTo>
                    <a:pt x="6083" y="6095"/>
                  </a:lnTo>
                  <a:lnTo>
                    <a:pt x="6201" y="5966"/>
                  </a:lnTo>
                  <a:lnTo>
                    <a:pt x="6307" y="5836"/>
                  </a:lnTo>
                  <a:lnTo>
                    <a:pt x="6413" y="5706"/>
                  </a:lnTo>
                  <a:lnTo>
                    <a:pt x="6520" y="5565"/>
                  </a:lnTo>
                  <a:lnTo>
                    <a:pt x="6614" y="5423"/>
                  </a:lnTo>
                  <a:lnTo>
                    <a:pt x="6696" y="5270"/>
                  </a:lnTo>
                  <a:lnTo>
                    <a:pt x="6779" y="5117"/>
                  </a:lnTo>
                  <a:lnTo>
                    <a:pt x="6850" y="4964"/>
                  </a:lnTo>
                  <a:lnTo>
                    <a:pt x="6909" y="4798"/>
                  </a:lnTo>
                  <a:lnTo>
                    <a:pt x="6968" y="4633"/>
                  </a:lnTo>
                  <a:lnTo>
                    <a:pt x="7015" y="4457"/>
                  </a:lnTo>
                  <a:lnTo>
                    <a:pt x="7050" y="4292"/>
                  </a:lnTo>
                  <a:lnTo>
                    <a:pt x="7085" y="4115"/>
                  </a:lnTo>
                  <a:lnTo>
                    <a:pt x="7109" y="3938"/>
                  </a:lnTo>
                  <a:lnTo>
                    <a:pt x="7121" y="3749"/>
                  </a:lnTo>
                  <a:lnTo>
                    <a:pt x="7133" y="3572"/>
                  </a:lnTo>
                  <a:lnTo>
                    <a:pt x="7121" y="3384"/>
                  </a:lnTo>
                  <a:lnTo>
                    <a:pt x="7109" y="3207"/>
                  </a:lnTo>
                  <a:lnTo>
                    <a:pt x="7085" y="3030"/>
                  </a:lnTo>
                  <a:lnTo>
                    <a:pt x="7050" y="2853"/>
                  </a:lnTo>
                  <a:lnTo>
                    <a:pt x="7015" y="2676"/>
                  </a:lnTo>
                  <a:lnTo>
                    <a:pt x="6968" y="2511"/>
                  </a:lnTo>
                  <a:lnTo>
                    <a:pt x="6909" y="2346"/>
                  </a:lnTo>
                  <a:lnTo>
                    <a:pt x="6850" y="2181"/>
                  </a:lnTo>
                  <a:lnTo>
                    <a:pt x="6779" y="2028"/>
                  </a:lnTo>
                  <a:lnTo>
                    <a:pt x="6696" y="1875"/>
                  </a:lnTo>
                  <a:lnTo>
                    <a:pt x="6614" y="1721"/>
                  </a:lnTo>
                  <a:lnTo>
                    <a:pt x="6520" y="1580"/>
                  </a:lnTo>
                  <a:lnTo>
                    <a:pt x="6413" y="1439"/>
                  </a:lnTo>
                  <a:lnTo>
                    <a:pt x="6307" y="1297"/>
                  </a:lnTo>
                  <a:lnTo>
                    <a:pt x="6201" y="1179"/>
                  </a:lnTo>
                  <a:lnTo>
                    <a:pt x="6083" y="1050"/>
                  </a:lnTo>
                  <a:lnTo>
                    <a:pt x="5954" y="932"/>
                  </a:lnTo>
                  <a:lnTo>
                    <a:pt x="5824" y="814"/>
                  </a:lnTo>
                  <a:lnTo>
                    <a:pt x="5694" y="719"/>
                  </a:lnTo>
                  <a:lnTo>
                    <a:pt x="5553" y="613"/>
                  </a:lnTo>
                  <a:lnTo>
                    <a:pt x="5411" y="519"/>
                  </a:lnTo>
                  <a:lnTo>
                    <a:pt x="5258" y="436"/>
                  </a:lnTo>
                  <a:lnTo>
                    <a:pt x="5105" y="354"/>
                  </a:lnTo>
                  <a:lnTo>
                    <a:pt x="4952" y="283"/>
                  </a:lnTo>
                  <a:lnTo>
                    <a:pt x="4786" y="224"/>
                  </a:lnTo>
                  <a:lnTo>
                    <a:pt x="4621" y="165"/>
                  </a:lnTo>
                  <a:lnTo>
                    <a:pt x="4456" y="118"/>
                  </a:lnTo>
                  <a:lnTo>
                    <a:pt x="4280" y="83"/>
                  </a:lnTo>
                  <a:lnTo>
                    <a:pt x="4103" y="47"/>
                  </a:lnTo>
                  <a:lnTo>
                    <a:pt x="3926" y="24"/>
                  </a:lnTo>
                  <a:lnTo>
                    <a:pt x="3749" y="12"/>
                  </a:lnTo>
                  <a:lnTo>
                    <a:pt x="3560"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588" name="Google Shape;1588;p104"/>
          <p:cNvSpPr txBox="1"/>
          <p:nvPr/>
        </p:nvSpPr>
        <p:spPr>
          <a:xfrm>
            <a:off x="1939900" y="983750"/>
            <a:ext cx="1033800" cy="4926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900" b="1">
                <a:solidFill>
                  <a:schemeClr val="dk1"/>
                </a:solidFill>
                <a:latin typeface="IBM Plex Sans"/>
                <a:ea typeface="IBM Plex Sans"/>
                <a:cs typeface="IBM Plex Sans"/>
                <a:sym typeface="IBM Plex Sans"/>
              </a:rPr>
              <a:t>Human Work</a:t>
            </a:r>
            <a:endParaRPr sz="900" b="1">
              <a:solidFill>
                <a:schemeClr val="dk1"/>
              </a:solidFill>
              <a:latin typeface="IBM Plex Sans"/>
              <a:ea typeface="IBM Plex Sans"/>
              <a:cs typeface="IBM Plex Sans"/>
              <a:sym typeface="IBM Plex Sans"/>
            </a:endParaRPr>
          </a:p>
        </p:txBody>
      </p:sp>
      <p:sp>
        <p:nvSpPr>
          <p:cNvPr id="1589" name="Google Shape;1589;p104"/>
          <p:cNvSpPr txBox="1"/>
          <p:nvPr/>
        </p:nvSpPr>
        <p:spPr>
          <a:xfrm>
            <a:off x="2989625" y="1137650"/>
            <a:ext cx="880200" cy="3387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900" b="1">
                <a:solidFill>
                  <a:schemeClr val="dk1"/>
                </a:solidFill>
                <a:latin typeface="IBM Plex Sans"/>
                <a:ea typeface="IBM Plex Sans"/>
                <a:cs typeface="IBM Plex Sans"/>
                <a:sym typeface="IBM Plex Sans"/>
              </a:rPr>
              <a:t>AI</a:t>
            </a:r>
            <a:endParaRPr sz="900" b="1">
              <a:solidFill>
                <a:schemeClr val="dk1"/>
              </a:solidFill>
              <a:latin typeface="IBM Plex Sans"/>
              <a:ea typeface="IBM Plex Sans"/>
              <a:cs typeface="IBM Plex Sans"/>
              <a:sym typeface="IBM Plex Sans"/>
            </a:endParaRPr>
          </a:p>
        </p:txBody>
      </p:sp>
      <p:sp>
        <p:nvSpPr>
          <p:cNvPr id="1590" name="Google Shape;1590;p104"/>
          <p:cNvSpPr txBox="1"/>
          <p:nvPr/>
        </p:nvSpPr>
        <p:spPr>
          <a:xfrm>
            <a:off x="3878794" y="983750"/>
            <a:ext cx="1033800" cy="4926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900" b="1">
                <a:solidFill>
                  <a:schemeClr val="dk1"/>
                </a:solidFill>
                <a:latin typeface="IBM Plex Sans"/>
                <a:ea typeface="IBM Plex Sans"/>
                <a:cs typeface="IBM Plex Sans"/>
                <a:sym typeface="IBM Plex Sans"/>
              </a:rPr>
              <a:t>Business Rules</a:t>
            </a:r>
            <a:endParaRPr sz="900" b="1">
              <a:solidFill>
                <a:schemeClr val="dk1"/>
              </a:solidFill>
              <a:latin typeface="IBM Plex Sans"/>
              <a:ea typeface="IBM Plex Sans"/>
              <a:cs typeface="IBM Plex Sans"/>
              <a:sym typeface="IBM Plex Sans"/>
            </a:endParaRPr>
          </a:p>
        </p:txBody>
      </p:sp>
      <p:sp>
        <p:nvSpPr>
          <p:cNvPr id="1591" name="Google Shape;1591;p104"/>
          <p:cNvSpPr txBox="1"/>
          <p:nvPr/>
        </p:nvSpPr>
        <p:spPr>
          <a:xfrm>
            <a:off x="4855197" y="983750"/>
            <a:ext cx="1006200" cy="4926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900" b="1">
                <a:solidFill>
                  <a:schemeClr val="dk1"/>
                </a:solidFill>
                <a:latin typeface="IBM Plex Sans"/>
                <a:ea typeface="IBM Plex Sans"/>
                <a:cs typeface="IBM Plex Sans"/>
                <a:sym typeface="IBM Plex Sans"/>
              </a:rPr>
              <a:t>Microservices</a:t>
            </a:r>
            <a:endParaRPr sz="900" b="1">
              <a:solidFill>
                <a:schemeClr val="dk1"/>
              </a:solidFill>
              <a:latin typeface="IBM Plex Sans"/>
              <a:ea typeface="IBM Plex Sans"/>
              <a:cs typeface="IBM Plex Sans"/>
              <a:sym typeface="IBM Plex Sans"/>
            </a:endParaRPr>
          </a:p>
        </p:txBody>
      </p:sp>
      <p:sp>
        <p:nvSpPr>
          <p:cNvPr id="1592" name="Google Shape;1592;p104"/>
          <p:cNvSpPr txBox="1"/>
          <p:nvPr/>
        </p:nvSpPr>
        <p:spPr>
          <a:xfrm>
            <a:off x="5906225" y="1137650"/>
            <a:ext cx="880200" cy="3387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900" b="1">
                <a:solidFill>
                  <a:schemeClr val="dk1"/>
                </a:solidFill>
                <a:latin typeface="IBM Plex Sans"/>
                <a:ea typeface="IBM Plex Sans"/>
                <a:cs typeface="IBM Plex Sans"/>
                <a:sym typeface="IBM Plex Sans"/>
              </a:rPr>
              <a:t>RPA</a:t>
            </a:r>
            <a:endParaRPr sz="900" b="1">
              <a:solidFill>
                <a:schemeClr val="dk1"/>
              </a:solidFill>
              <a:latin typeface="IBM Plex Sans"/>
              <a:ea typeface="IBM Plex Sans"/>
              <a:cs typeface="IBM Plex Sans"/>
              <a:sym typeface="IBM Plex Sans"/>
            </a:endParaRPr>
          </a:p>
        </p:txBody>
      </p:sp>
      <p:sp>
        <p:nvSpPr>
          <p:cNvPr id="1593" name="Google Shape;1593;p104"/>
          <p:cNvSpPr txBox="1"/>
          <p:nvPr/>
        </p:nvSpPr>
        <p:spPr>
          <a:xfrm>
            <a:off x="6878425" y="1137650"/>
            <a:ext cx="880200" cy="3387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900" b="1">
                <a:solidFill>
                  <a:schemeClr val="dk1"/>
                </a:solidFill>
                <a:latin typeface="IBM Plex Sans"/>
                <a:ea typeface="IBM Plex Sans"/>
                <a:cs typeface="IBM Plex Sans"/>
                <a:sym typeface="IBM Plex Sans"/>
              </a:rPr>
              <a:t>API</a:t>
            </a:r>
            <a:endParaRPr sz="900" b="1">
              <a:solidFill>
                <a:schemeClr val="dk1"/>
              </a:solidFill>
              <a:latin typeface="IBM Plex Sans"/>
              <a:ea typeface="IBM Plex Sans"/>
              <a:cs typeface="IBM Plex Sans"/>
              <a:sym typeface="IBM Plex Sans"/>
            </a:endParaRPr>
          </a:p>
        </p:txBody>
      </p:sp>
      <p:sp>
        <p:nvSpPr>
          <p:cNvPr id="1594" name="Google Shape;1594;p104"/>
          <p:cNvSpPr txBox="1"/>
          <p:nvPr/>
        </p:nvSpPr>
        <p:spPr>
          <a:xfrm>
            <a:off x="7850625" y="1137650"/>
            <a:ext cx="880200" cy="3387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900" b="1">
                <a:solidFill>
                  <a:schemeClr val="dk1"/>
                </a:solidFill>
                <a:latin typeface="IBM Plex Sans"/>
                <a:ea typeface="IBM Plex Sans"/>
                <a:cs typeface="IBM Plex Sans"/>
                <a:sym typeface="IBM Plex Sans"/>
              </a:rPr>
              <a:t>IoT</a:t>
            </a:r>
            <a:endParaRPr sz="900" b="1">
              <a:solidFill>
                <a:schemeClr val="dk1"/>
              </a:solidFill>
              <a:latin typeface="IBM Plex Sans"/>
              <a:ea typeface="IBM Plex Sans"/>
              <a:cs typeface="IBM Plex Sans"/>
              <a:sym typeface="IBM Plex Sans"/>
            </a:endParaRPr>
          </a:p>
        </p:txBody>
      </p:sp>
      <p:grpSp>
        <p:nvGrpSpPr>
          <p:cNvPr id="1595" name="Google Shape;1595;p104"/>
          <p:cNvGrpSpPr/>
          <p:nvPr/>
        </p:nvGrpSpPr>
        <p:grpSpPr>
          <a:xfrm>
            <a:off x="7174928" y="2840794"/>
            <a:ext cx="268663" cy="161407"/>
            <a:chOff x="3489775" y="2366300"/>
            <a:chExt cx="366325" cy="220050"/>
          </a:xfrm>
        </p:grpSpPr>
        <p:sp>
          <p:nvSpPr>
            <p:cNvPr id="1596" name="Google Shape;1596;p104"/>
            <p:cNvSpPr/>
            <p:nvPr/>
          </p:nvSpPr>
          <p:spPr>
            <a:xfrm>
              <a:off x="3583200" y="2455525"/>
              <a:ext cx="179500" cy="41575"/>
            </a:xfrm>
            <a:custGeom>
              <a:avLst/>
              <a:gdLst/>
              <a:ahLst/>
              <a:cxnLst/>
              <a:rect l="l" t="t" r="r" b="b"/>
              <a:pathLst>
                <a:path w="7180" h="1663" extrusionOk="0">
                  <a:moveTo>
                    <a:pt x="709" y="1"/>
                  </a:moveTo>
                  <a:lnTo>
                    <a:pt x="610" y="11"/>
                  </a:lnTo>
                  <a:lnTo>
                    <a:pt x="532" y="30"/>
                  </a:lnTo>
                  <a:lnTo>
                    <a:pt x="453" y="50"/>
                  </a:lnTo>
                  <a:lnTo>
                    <a:pt x="374" y="70"/>
                  </a:lnTo>
                  <a:lnTo>
                    <a:pt x="315" y="109"/>
                  </a:lnTo>
                  <a:lnTo>
                    <a:pt x="256" y="148"/>
                  </a:lnTo>
                  <a:lnTo>
                    <a:pt x="197" y="188"/>
                  </a:lnTo>
                  <a:lnTo>
                    <a:pt x="148" y="237"/>
                  </a:lnTo>
                  <a:lnTo>
                    <a:pt x="109" y="286"/>
                  </a:lnTo>
                  <a:lnTo>
                    <a:pt x="79" y="345"/>
                  </a:lnTo>
                  <a:lnTo>
                    <a:pt x="50" y="414"/>
                  </a:lnTo>
                  <a:lnTo>
                    <a:pt x="30" y="483"/>
                  </a:lnTo>
                  <a:lnTo>
                    <a:pt x="10" y="552"/>
                  </a:lnTo>
                  <a:lnTo>
                    <a:pt x="1" y="620"/>
                  </a:lnTo>
                  <a:lnTo>
                    <a:pt x="1" y="709"/>
                  </a:lnTo>
                  <a:lnTo>
                    <a:pt x="1" y="955"/>
                  </a:lnTo>
                  <a:lnTo>
                    <a:pt x="1" y="1033"/>
                  </a:lnTo>
                  <a:lnTo>
                    <a:pt x="10" y="1112"/>
                  </a:lnTo>
                  <a:lnTo>
                    <a:pt x="30" y="1181"/>
                  </a:lnTo>
                  <a:lnTo>
                    <a:pt x="50" y="1250"/>
                  </a:lnTo>
                  <a:lnTo>
                    <a:pt x="79" y="1319"/>
                  </a:lnTo>
                  <a:lnTo>
                    <a:pt x="109" y="1368"/>
                  </a:lnTo>
                  <a:lnTo>
                    <a:pt x="148" y="1427"/>
                  </a:lnTo>
                  <a:lnTo>
                    <a:pt x="197" y="1476"/>
                  </a:lnTo>
                  <a:lnTo>
                    <a:pt x="256" y="1515"/>
                  </a:lnTo>
                  <a:lnTo>
                    <a:pt x="315" y="1555"/>
                  </a:lnTo>
                  <a:lnTo>
                    <a:pt x="374" y="1584"/>
                  </a:lnTo>
                  <a:lnTo>
                    <a:pt x="453" y="1614"/>
                  </a:lnTo>
                  <a:lnTo>
                    <a:pt x="532" y="1633"/>
                  </a:lnTo>
                  <a:lnTo>
                    <a:pt x="610" y="1653"/>
                  </a:lnTo>
                  <a:lnTo>
                    <a:pt x="709" y="1663"/>
                  </a:lnTo>
                  <a:lnTo>
                    <a:pt x="905" y="1663"/>
                  </a:lnTo>
                  <a:lnTo>
                    <a:pt x="1004" y="1653"/>
                  </a:lnTo>
                  <a:lnTo>
                    <a:pt x="1082" y="1633"/>
                  </a:lnTo>
                  <a:lnTo>
                    <a:pt x="1161" y="1614"/>
                  </a:lnTo>
                  <a:lnTo>
                    <a:pt x="1240" y="1584"/>
                  </a:lnTo>
                  <a:lnTo>
                    <a:pt x="1299" y="1555"/>
                  </a:lnTo>
                  <a:lnTo>
                    <a:pt x="1358" y="1515"/>
                  </a:lnTo>
                  <a:lnTo>
                    <a:pt x="1417" y="1476"/>
                  </a:lnTo>
                  <a:lnTo>
                    <a:pt x="1466" y="1427"/>
                  </a:lnTo>
                  <a:lnTo>
                    <a:pt x="1505" y="1368"/>
                  </a:lnTo>
                  <a:lnTo>
                    <a:pt x="1535" y="1319"/>
                  </a:lnTo>
                  <a:lnTo>
                    <a:pt x="1564" y="1250"/>
                  </a:lnTo>
                  <a:lnTo>
                    <a:pt x="1584" y="1181"/>
                  </a:lnTo>
                  <a:lnTo>
                    <a:pt x="1604" y="1112"/>
                  </a:lnTo>
                  <a:lnTo>
                    <a:pt x="1604" y="1033"/>
                  </a:lnTo>
                  <a:lnTo>
                    <a:pt x="1613" y="955"/>
                  </a:lnTo>
                  <a:lnTo>
                    <a:pt x="1613" y="709"/>
                  </a:lnTo>
                  <a:lnTo>
                    <a:pt x="1604" y="620"/>
                  </a:lnTo>
                  <a:lnTo>
                    <a:pt x="1604" y="552"/>
                  </a:lnTo>
                  <a:lnTo>
                    <a:pt x="1584" y="483"/>
                  </a:lnTo>
                  <a:lnTo>
                    <a:pt x="1564" y="414"/>
                  </a:lnTo>
                  <a:lnTo>
                    <a:pt x="1535" y="345"/>
                  </a:lnTo>
                  <a:lnTo>
                    <a:pt x="1505" y="286"/>
                  </a:lnTo>
                  <a:lnTo>
                    <a:pt x="1466" y="237"/>
                  </a:lnTo>
                  <a:lnTo>
                    <a:pt x="1417" y="188"/>
                  </a:lnTo>
                  <a:lnTo>
                    <a:pt x="1358" y="148"/>
                  </a:lnTo>
                  <a:lnTo>
                    <a:pt x="1299" y="109"/>
                  </a:lnTo>
                  <a:lnTo>
                    <a:pt x="1240" y="70"/>
                  </a:lnTo>
                  <a:lnTo>
                    <a:pt x="1161" y="50"/>
                  </a:lnTo>
                  <a:lnTo>
                    <a:pt x="1082" y="30"/>
                  </a:lnTo>
                  <a:lnTo>
                    <a:pt x="1004" y="11"/>
                  </a:lnTo>
                  <a:lnTo>
                    <a:pt x="905" y="1"/>
                  </a:lnTo>
                  <a:close/>
                  <a:moveTo>
                    <a:pt x="3492" y="1"/>
                  </a:moveTo>
                  <a:lnTo>
                    <a:pt x="3403" y="11"/>
                  </a:lnTo>
                  <a:lnTo>
                    <a:pt x="3315" y="30"/>
                  </a:lnTo>
                  <a:lnTo>
                    <a:pt x="3236" y="50"/>
                  </a:lnTo>
                  <a:lnTo>
                    <a:pt x="3167" y="70"/>
                  </a:lnTo>
                  <a:lnTo>
                    <a:pt x="3098" y="109"/>
                  </a:lnTo>
                  <a:lnTo>
                    <a:pt x="3039" y="148"/>
                  </a:lnTo>
                  <a:lnTo>
                    <a:pt x="2980" y="188"/>
                  </a:lnTo>
                  <a:lnTo>
                    <a:pt x="2941" y="237"/>
                  </a:lnTo>
                  <a:lnTo>
                    <a:pt x="2902" y="286"/>
                  </a:lnTo>
                  <a:lnTo>
                    <a:pt x="2862" y="345"/>
                  </a:lnTo>
                  <a:lnTo>
                    <a:pt x="2833" y="414"/>
                  </a:lnTo>
                  <a:lnTo>
                    <a:pt x="2813" y="483"/>
                  </a:lnTo>
                  <a:lnTo>
                    <a:pt x="2803" y="552"/>
                  </a:lnTo>
                  <a:lnTo>
                    <a:pt x="2793" y="620"/>
                  </a:lnTo>
                  <a:lnTo>
                    <a:pt x="2784" y="709"/>
                  </a:lnTo>
                  <a:lnTo>
                    <a:pt x="2784" y="955"/>
                  </a:lnTo>
                  <a:lnTo>
                    <a:pt x="2793" y="1033"/>
                  </a:lnTo>
                  <a:lnTo>
                    <a:pt x="2803" y="1112"/>
                  </a:lnTo>
                  <a:lnTo>
                    <a:pt x="2813" y="1181"/>
                  </a:lnTo>
                  <a:lnTo>
                    <a:pt x="2833" y="1250"/>
                  </a:lnTo>
                  <a:lnTo>
                    <a:pt x="2862" y="1319"/>
                  </a:lnTo>
                  <a:lnTo>
                    <a:pt x="2902" y="1368"/>
                  </a:lnTo>
                  <a:lnTo>
                    <a:pt x="2941" y="1427"/>
                  </a:lnTo>
                  <a:lnTo>
                    <a:pt x="2980" y="1476"/>
                  </a:lnTo>
                  <a:lnTo>
                    <a:pt x="3039" y="1515"/>
                  </a:lnTo>
                  <a:lnTo>
                    <a:pt x="3098" y="1555"/>
                  </a:lnTo>
                  <a:lnTo>
                    <a:pt x="3167" y="1584"/>
                  </a:lnTo>
                  <a:lnTo>
                    <a:pt x="3236" y="1614"/>
                  </a:lnTo>
                  <a:lnTo>
                    <a:pt x="3315" y="1633"/>
                  </a:lnTo>
                  <a:lnTo>
                    <a:pt x="3403" y="1653"/>
                  </a:lnTo>
                  <a:lnTo>
                    <a:pt x="3492" y="1663"/>
                  </a:lnTo>
                  <a:lnTo>
                    <a:pt x="3688" y="1663"/>
                  </a:lnTo>
                  <a:lnTo>
                    <a:pt x="3787" y="1653"/>
                  </a:lnTo>
                  <a:lnTo>
                    <a:pt x="3875" y="1633"/>
                  </a:lnTo>
                  <a:lnTo>
                    <a:pt x="3954" y="1614"/>
                  </a:lnTo>
                  <a:lnTo>
                    <a:pt x="4023" y="1584"/>
                  </a:lnTo>
                  <a:lnTo>
                    <a:pt x="4091" y="1555"/>
                  </a:lnTo>
                  <a:lnTo>
                    <a:pt x="4150" y="1515"/>
                  </a:lnTo>
                  <a:lnTo>
                    <a:pt x="4200" y="1476"/>
                  </a:lnTo>
                  <a:lnTo>
                    <a:pt x="4249" y="1427"/>
                  </a:lnTo>
                  <a:lnTo>
                    <a:pt x="4288" y="1368"/>
                  </a:lnTo>
                  <a:lnTo>
                    <a:pt x="4318" y="1319"/>
                  </a:lnTo>
                  <a:lnTo>
                    <a:pt x="4347" y="1250"/>
                  </a:lnTo>
                  <a:lnTo>
                    <a:pt x="4367" y="1181"/>
                  </a:lnTo>
                  <a:lnTo>
                    <a:pt x="4386" y="1112"/>
                  </a:lnTo>
                  <a:lnTo>
                    <a:pt x="4396" y="1033"/>
                  </a:lnTo>
                  <a:lnTo>
                    <a:pt x="4396" y="955"/>
                  </a:lnTo>
                  <a:lnTo>
                    <a:pt x="4396" y="709"/>
                  </a:lnTo>
                  <a:lnTo>
                    <a:pt x="4396" y="620"/>
                  </a:lnTo>
                  <a:lnTo>
                    <a:pt x="4386" y="552"/>
                  </a:lnTo>
                  <a:lnTo>
                    <a:pt x="4367" y="483"/>
                  </a:lnTo>
                  <a:lnTo>
                    <a:pt x="4347" y="414"/>
                  </a:lnTo>
                  <a:lnTo>
                    <a:pt x="4318" y="345"/>
                  </a:lnTo>
                  <a:lnTo>
                    <a:pt x="4288" y="286"/>
                  </a:lnTo>
                  <a:lnTo>
                    <a:pt x="4249" y="237"/>
                  </a:lnTo>
                  <a:lnTo>
                    <a:pt x="4200" y="188"/>
                  </a:lnTo>
                  <a:lnTo>
                    <a:pt x="4150" y="148"/>
                  </a:lnTo>
                  <a:lnTo>
                    <a:pt x="4091" y="109"/>
                  </a:lnTo>
                  <a:lnTo>
                    <a:pt x="4023" y="70"/>
                  </a:lnTo>
                  <a:lnTo>
                    <a:pt x="3954" y="50"/>
                  </a:lnTo>
                  <a:lnTo>
                    <a:pt x="3875" y="30"/>
                  </a:lnTo>
                  <a:lnTo>
                    <a:pt x="3787" y="11"/>
                  </a:lnTo>
                  <a:lnTo>
                    <a:pt x="3688" y="1"/>
                  </a:lnTo>
                  <a:close/>
                  <a:moveTo>
                    <a:pt x="6274" y="1"/>
                  </a:moveTo>
                  <a:lnTo>
                    <a:pt x="6186" y="11"/>
                  </a:lnTo>
                  <a:lnTo>
                    <a:pt x="6097" y="30"/>
                  </a:lnTo>
                  <a:lnTo>
                    <a:pt x="6019" y="50"/>
                  </a:lnTo>
                  <a:lnTo>
                    <a:pt x="5950" y="70"/>
                  </a:lnTo>
                  <a:lnTo>
                    <a:pt x="5881" y="109"/>
                  </a:lnTo>
                  <a:lnTo>
                    <a:pt x="5822" y="148"/>
                  </a:lnTo>
                  <a:lnTo>
                    <a:pt x="5773" y="188"/>
                  </a:lnTo>
                  <a:lnTo>
                    <a:pt x="5724" y="237"/>
                  </a:lnTo>
                  <a:lnTo>
                    <a:pt x="5684" y="286"/>
                  </a:lnTo>
                  <a:lnTo>
                    <a:pt x="5645" y="345"/>
                  </a:lnTo>
                  <a:lnTo>
                    <a:pt x="5625" y="414"/>
                  </a:lnTo>
                  <a:lnTo>
                    <a:pt x="5606" y="483"/>
                  </a:lnTo>
                  <a:lnTo>
                    <a:pt x="5586" y="552"/>
                  </a:lnTo>
                  <a:lnTo>
                    <a:pt x="5576" y="620"/>
                  </a:lnTo>
                  <a:lnTo>
                    <a:pt x="5576" y="709"/>
                  </a:lnTo>
                  <a:lnTo>
                    <a:pt x="5576" y="955"/>
                  </a:lnTo>
                  <a:lnTo>
                    <a:pt x="5576" y="1033"/>
                  </a:lnTo>
                  <a:lnTo>
                    <a:pt x="5586" y="1112"/>
                  </a:lnTo>
                  <a:lnTo>
                    <a:pt x="5606" y="1181"/>
                  </a:lnTo>
                  <a:lnTo>
                    <a:pt x="5625" y="1250"/>
                  </a:lnTo>
                  <a:lnTo>
                    <a:pt x="5645" y="1319"/>
                  </a:lnTo>
                  <a:lnTo>
                    <a:pt x="5684" y="1368"/>
                  </a:lnTo>
                  <a:lnTo>
                    <a:pt x="5724" y="1427"/>
                  </a:lnTo>
                  <a:lnTo>
                    <a:pt x="5773" y="1476"/>
                  </a:lnTo>
                  <a:lnTo>
                    <a:pt x="5822" y="1515"/>
                  </a:lnTo>
                  <a:lnTo>
                    <a:pt x="5881" y="1555"/>
                  </a:lnTo>
                  <a:lnTo>
                    <a:pt x="5950" y="1584"/>
                  </a:lnTo>
                  <a:lnTo>
                    <a:pt x="6019" y="1614"/>
                  </a:lnTo>
                  <a:lnTo>
                    <a:pt x="6097" y="1633"/>
                  </a:lnTo>
                  <a:lnTo>
                    <a:pt x="6186" y="1653"/>
                  </a:lnTo>
                  <a:lnTo>
                    <a:pt x="6274" y="1663"/>
                  </a:lnTo>
                  <a:lnTo>
                    <a:pt x="6481" y="1663"/>
                  </a:lnTo>
                  <a:lnTo>
                    <a:pt x="6569" y="1653"/>
                  </a:lnTo>
                  <a:lnTo>
                    <a:pt x="6658" y="1633"/>
                  </a:lnTo>
                  <a:lnTo>
                    <a:pt x="6737" y="1614"/>
                  </a:lnTo>
                  <a:lnTo>
                    <a:pt x="6805" y="1584"/>
                  </a:lnTo>
                  <a:lnTo>
                    <a:pt x="6874" y="1555"/>
                  </a:lnTo>
                  <a:lnTo>
                    <a:pt x="6933" y="1515"/>
                  </a:lnTo>
                  <a:lnTo>
                    <a:pt x="6982" y="1476"/>
                  </a:lnTo>
                  <a:lnTo>
                    <a:pt x="7032" y="1427"/>
                  </a:lnTo>
                  <a:lnTo>
                    <a:pt x="7071" y="1368"/>
                  </a:lnTo>
                  <a:lnTo>
                    <a:pt x="7110" y="1319"/>
                  </a:lnTo>
                  <a:lnTo>
                    <a:pt x="7130" y="1250"/>
                  </a:lnTo>
                  <a:lnTo>
                    <a:pt x="7159" y="1181"/>
                  </a:lnTo>
                  <a:lnTo>
                    <a:pt x="7169" y="1112"/>
                  </a:lnTo>
                  <a:lnTo>
                    <a:pt x="7179" y="1033"/>
                  </a:lnTo>
                  <a:lnTo>
                    <a:pt x="7179" y="955"/>
                  </a:lnTo>
                  <a:lnTo>
                    <a:pt x="7179" y="709"/>
                  </a:lnTo>
                  <a:lnTo>
                    <a:pt x="7179" y="620"/>
                  </a:lnTo>
                  <a:lnTo>
                    <a:pt x="7169" y="552"/>
                  </a:lnTo>
                  <a:lnTo>
                    <a:pt x="7159" y="483"/>
                  </a:lnTo>
                  <a:lnTo>
                    <a:pt x="7130" y="414"/>
                  </a:lnTo>
                  <a:lnTo>
                    <a:pt x="7110" y="345"/>
                  </a:lnTo>
                  <a:lnTo>
                    <a:pt x="7071" y="286"/>
                  </a:lnTo>
                  <a:lnTo>
                    <a:pt x="7032" y="237"/>
                  </a:lnTo>
                  <a:lnTo>
                    <a:pt x="6982" y="188"/>
                  </a:lnTo>
                  <a:lnTo>
                    <a:pt x="6933" y="148"/>
                  </a:lnTo>
                  <a:lnTo>
                    <a:pt x="6874" y="109"/>
                  </a:lnTo>
                  <a:lnTo>
                    <a:pt x="6805" y="70"/>
                  </a:lnTo>
                  <a:lnTo>
                    <a:pt x="6737" y="50"/>
                  </a:lnTo>
                  <a:lnTo>
                    <a:pt x="6658" y="30"/>
                  </a:lnTo>
                  <a:lnTo>
                    <a:pt x="6569" y="11"/>
                  </a:lnTo>
                  <a:lnTo>
                    <a:pt x="6481"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7" name="Google Shape;1597;p104"/>
            <p:cNvSpPr/>
            <p:nvPr/>
          </p:nvSpPr>
          <p:spPr>
            <a:xfrm>
              <a:off x="3489775" y="2366300"/>
              <a:ext cx="366325" cy="220050"/>
            </a:xfrm>
            <a:custGeom>
              <a:avLst/>
              <a:gdLst/>
              <a:ahLst/>
              <a:cxnLst/>
              <a:rect l="l" t="t" r="r" b="b"/>
              <a:pathLst>
                <a:path w="14653" h="8802" extrusionOk="0">
                  <a:moveTo>
                    <a:pt x="1604" y="0"/>
                  </a:moveTo>
                  <a:lnTo>
                    <a:pt x="1515" y="10"/>
                  </a:lnTo>
                  <a:lnTo>
                    <a:pt x="1437" y="30"/>
                  </a:lnTo>
                  <a:lnTo>
                    <a:pt x="1358" y="50"/>
                  </a:lnTo>
                  <a:lnTo>
                    <a:pt x="1279" y="79"/>
                  </a:lnTo>
                  <a:lnTo>
                    <a:pt x="1210" y="118"/>
                  </a:lnTo>
                  <a:lnTo>
                    <a:pt x="1151" y="158"/>
                  </a:lnTo>
                  <a:lnTo>
                    <a:pt x="1092" y="207"/>
                  </a:lnTo>
                  <a:lnTo>
                    <a:pt x="1043" y="266"/>
                  </a:lnTo>
                  <a:lnTo>
                    <a:pt x="994" y="335"/>
                  </a:lnTo>
                  <a:lnTo>
                    <a:pt x="955" y="404"/>
                  </a:lnTo>
                  <a:lnTo>
                    <a:pt x="915" y="482"/>
                  </a:lnTo>
                  <a:lnTo>
                    <a:pt x="896" y="571"/>
                  </a:lnTo>
                  <a:lnTo>
                    <a:pt x="876" y="669"/>
                  </a:lnTo>
                  <a:lnTo>
                    <a:pt x="856" y="767"/>
                  </a:lnTo>
                  <a:lnTo>
                    <a:pt x="856" y="876"/>
                  </a:lnTo>
                  <a:lnTo>
                    <a:pt x="856" y="3098"/>
                  </a:lnTo>
                  <a:lnTo>
                    <a:pt x="856" y="3196"/>
                  </a:lnTo>
                  <a:lnTo>
                    <a:pt x="837" y="3285"/>
                  </a:lnTo>
                  <a:lnTo>
                    <a:pt x="827" y="3363"/>
                  </a:lnTo>
                  <a:lnTo>
                    <a:pt x="797" y="3442"/>
                  </a:lnTo>
                  <a:lnTo>
                    <a:pt x="768" y="3511"/>
                  </a:lnTo>
                  <a:lnTo>
                    <a:pt x="729" y="3570"/>
                  </a:lnTo>
                  <a:lnTo>
                    <a:pt x="679" y="3629"/>
                  </a:lnTo>
                  <a:lnTo>
                    <a:pt x="630" y="3678"/>
                  </a:lnTo>
                  <a:lnTo>
                    <a:pt x="571" y="3727"/>
                  </a:lnTo>
                  <a:lnTo>
                    <a:pt x="502" y="3767"/>
                  </a:lnTo>
                  <a:lnTo>
                    <a:pt x="434" y="3796"/>
                  </a:lnTo>
                  <a:lnTo>
                    <a:pt x="355" y="3826"/>
                  </a:lnTo>
                  <a:lnTo>
                    <a:pt x="276" y="3845"/>
                  </a:lnTo>
                  <a:lnTo>
                    <a:pt x="188" y="3855"/>
                  </a:lnTo>
                  <a:lnTo>
                    <a:pt x="99" y="3865"/>
                  </a:lnTo>
                  <a:lnTo>
                    <a:pt x="1" y="3875"/>
                  </a:lnTo>
                  <a:lnTo>
                    <a:pt x="1" y="4927"/>
                  </a:lnTo>
                  <a:lnTo>
                    <a:pt x="99" y="4937"/>
                  </a:lnTo>
                  <a:lnTo>
                    <a:pt x="188" y="4947"/>
                  </a:lnTo>
                  <a:lnTo>
                    <a:pt x="276" y="4956"/>
                  </a:lnTo>
                  <a:lnTo>
                    <a:pt x="355" y="4976"/>
                  </a:lnTo>
                  <a:lnTo>
                    <a:pt x="434" y="5006"/>
                  </a:lnTo>
                  <a:lnTo>
                    <a:pt x="502" y="5035"/>
                  </a:lnTo>
                  <a:lnTo>
                    <a:pt x="571" y="5074"/>
                  </a:lnTo>
                  <a:lnTo>
                    <a:pt x="630" y="5124"/>
                  </a:lnTo>
                  <a:lnTo>
                    <a:pt x="679" y="5173"/>
                  </a:lnTo>
                  <a:lnTo>
                    <a:pt x="729" y="5232"/>
                  </a:lnTo>
                  <a:lnTo>
                    <a:pt x="768" y="5291"/>
                  </a:lnTo>
                  <a:lnTo>
                    <a:pt x="797" y="5360"/>
                  </a:lnTo>
                  <a:lnTo>
                    <a:pt x="827" y="5438"/>
                  </a:lnTo>
                  <a:lnTo>
                    <a:pt x="837" y="5517"/>
                  </a:lnTo>
                  <a:lnTo>
                    <a:pt x="856" y="5605"/>
                  </a:lnTo>
                  <a:lnTo>
                    <a:pt x="856" y="5704"/>
                  </a:lnTo>
                  <a:lnTo>
                    <a:pt x="856" y="7926"/>
                  </a:lnTo>
                  <a:lnTo>
                    <a:pt x="856" y="8034"/>
                  </a:lnTo>
                  <a:lnTo>
                    <a:pt x="876" y="8133"/>
                  </a:lnTo>
                  <a:lnTo>
                    <a:pt x="896" y="8231"/>
                  </a:lnTo>
                  <a:lnTo>
                    <a:pt x="915" y="8319"/>
                  </a:lnTo>
                  <a:lnTo>
                    <a:pt x="955" y="8398"/>
                  </a:lnTo>
                  <a:lnTo>
                    <a:pt x="994" y="8467"/>
                  </a:lnTo>
                  <a:lnTo>
                    <a:pt x="1043" y="8536"/>
                  </a:lnTo>
                  <a:lnTo>
                    <a:pt x="1092" y="8595"/>
                  </a:lnTo>
                  <a:lnTo>
                    <a:pt x="1151" y="8644"/>
                  </a:lnTo>
                  <a:lnTo>
                    <a:pt x="1210" y="8683"/>
                  </a:lnTo>
                  <a:lnTo>
                    <a:pt x="1279" y="8723"/>
                  </a:lnTo>
                  <a:lnTo>
                    <a:pt x="1358" y="8752"/>
                  </a:lnTo>
                  <a:lnTo>
                    <a:pt x="1437" y="8772"/>
                  </a:lnTo>
                  <a:lnTo>
                    <a:pt x="1515" y="8791"/>
                  </a:lnTo>
                  <a:lnTo>
                    <a:pt x="1604" y="8801"/>
                  </a:lnTo>
                  <a:lnTo>
                    <a:pt x="2715" y="8801"/>
                  </a:lnTo>
                  <a:lnTo>
                    <a:pt x="2715" y="7867"/>
                  </a:lnTo>
                  <a:lnTo>
                    <a:pt x="2056" y="7867"/>
                  </a:lnTo>
                  <a:lnTo>
                    <a:pt x="2056" y="5605"/>
                  </a:lnTo>
                  <a:lnTo>
                    <a:pt x="2046" y="5458"/>
                  </a:lnTo>
                  <a:lnTo>
                    <a:pt x="2027" y="5320"/>
                  </a:lnTo>
                  <a:lnTo>
                    <a:pt x="2007" y="5202"/>
                  </a:lnTo>
                  <a:lnTo>
                    <a:pt x="1968" y="5084"/>
                  </a:lnTo>
                  <a:lnTo>
                    <a:pt x="1918" y="4986"/>
                  </a:lnTo>
                  <a:lnTo>
                    <a:pt x="1859" y="4888"/>
                  </a:lnTo>
                  <a:lnTo>
                    <a:pt x="1791" y="4809"/>
                  </a:lnTo>
                  <a:lnTo>
                    <a:pt x="1712" y="4730"/>
                  </a:lnTo>
                  <a:lnTo>
                    <a:pt x="1623" y="4671"/>
                  </a:lnTo>
                  <a:lnTo>
                    <a:pt x="1525" y="4612"/>
                  </a:lnTo>
                  <a:lnTo>
                    <a:pt x="1417" y="4573"/>
                  </a:lnTo>
                  <a:lnTo>
                    <a:pt x="1299" y="4534"/>
                  </a:lnTo>
                  <a:lnTo>
                    <a:pt x="1171" y="4504"/>
                  </a:lnTo>
                  <a:lnTo>
                    <a:pt x="1033" y="4484"/>
                  </a:lnTo>
                  <a:lnTo>
                    <a:pt x="886" y="4475"/>
                  </a:lnTo>
                  <a:lnTo>
                    <a:pt x="729" y="4465"/>
                  </a:lnTo>
                  <a:lnTo>
                    <a:pt x="729" y="4327"/>
                  </a:lnTo>
                  <a:lnTo>
                    <a:pt x="886" y="4327"/>
                  </a:lnTo>
                  <a:lnTo>
                    <a:pt x="1033" y="4317"/>
                  </a:lnTo>
                  <a:lnTo>
                    <a:pt x="1171" y="4298"/>
                  </a:lnTo>
                  <a:lnTo>
                    <a:pt x="1299" y="4268"/>
                  </a:lnTo>
                  <a:lnTo>
                    <a:pt x="1417" y="4229"/>
                  </a:lnTo>
                  <a:lnTo>
                    <a:pt x="1525" y="4189"/>
                  </a:lnTo>
                  <a:lnTo>
                    <a:pt x="1623" y="4130"/>
                  </a:lnTo>
                  <a:lnTo>
                    <a:pt x="1712" y="4071"/>
                  </a:lnTo>
                  <a:lnTo>
                    <a:pt x="1791" y="3993"/>
                  </a:lnTo>
                  <a:lnTo>
                    <a:pt x="1859" y="3914"/>
                  </a:lnTo>
                  <a:lnTo>
                    <a:pt x="1918" y="3816"/>
                  </a:lnTo>
                  <a:lnTo>
                    <a:pt x="1968" y="3717"/>
                  </a:lnTo>
                  <a:lnTo>
                    <a:pt x="2007" y="3599"/>
                  </a:lnTo>
                  <a:lnTo>
                    <a:pt x="2027" y="3481"/>
                  </a:lnTo>
                  <a:lnTo>
                    <a:pt x="2046" y="3344"/>
                  </a:lnTo>
                  <a:lnTo>
                    <a:pt x="2056" y="3196"/>
                  </a:lnTo>
                  <a:lnTo>
                    <a:pt x="2056" y="935"/>
                  </a:lnTo>
                  <a:lnTo>
                    <a:pt x="2715" y="935"/>
                  </a:lnTo>
                  <a:lnTo>
                    <a:pt x="2715" y="0"/>
                  </a:lnTo>
                  <a:close/>
                  <a:moveTo>
                    <a:pt x="11939" y="0"/>
                  </a:moveTo>
                  <a:lnTo>
                    <a:pt x="11939" y="935"/>
                  </a:lnTo>
                  <a:lnTo>
                    <a:pt x="12607" y="935"/>
                  </a:lnTo>
                  <a:lnTo>
                    <a:pt x="12607" y="3196"/>
                  </a:lnTo>
                  <a:lnTo>
                    <a:pt x="12607" y="3344"/>
                  </a:lnTo>
                  <a:lnTo>
                    <a:pt x="12627" y="3481"/>
                  </a:lnTo>
                  <a:lnTo>
                    <a:pt x="12657" y="3599"/>
                  </a:lnTo>
                  <a:lnTo>
                    <a:pt x="12696" y="3717"/>
                  </a:lnTo>
                  <a:lnTo>
                    <a:pt x="12735" y="3816"/>
                  </a:lnTo>
                  <a:lnTo>
                    <a:pt x="12794" y="3914"/>
                  </a:lnTo>
                  <a:lnTo>
                    <a:pt x="12863" y="3993"/>
                  </a:lnTo>
                  <a:lnTo>
                    <a:pt x="12942" y="4071"/>
                  </a:lnTo>
                  <a:lnTo>
                    <a:pt x="13030" y="4130"/>
                  </a:lnTo>
                  <a:lnTo>
                    <a:pt x="13129" y="4189"/>
                  </a:lnTo>
                  <a:lnTo>
                    <a:pt x="13237" y="4229"/>
                  </a:lnTo>
                  <a:lnTo>
                    <a:pt x="13355" y="4268"/>
                  </a:lnTo>
                  <a:lnTo>
                    <a:pt x="13492" y="4298"/>
                  </a:lnTo>
                  <a:lnTo>
                    <a:pt x="13630" y="4317"/>
                  </a:lnTo>
                  <a:lnTo>
                    <a:pt x="13778" y="4327"/>
                  </a:lnTo>
                  <a:lnTo>
                    <a:pt x="13935" y="4327"/>
                  </a:lnTo>
                  <a:lnTo>
                    <a:pt x="13935" y="4465"/>
                  </a:lnTo>
                  <a:lnTo>
                    <a:pt x="13778" y="4475"/>
                  </a:lnTo>
                  <a:lnTo>
                    <a:pt x="13630" y="4484"/>
                  </a:lnTo>
                  <a:lnTo>
                    <a:pt x="13492" y="4504"/>
                  </a:lnTo>
                  <a:lnTo>
                    <a:pt x="13355" y="4534"/>
                  </a:lnTo>
                  <a:lnTo>
                    <a:pt x="13237" y="4573"/>
                  </a:lnTo>
                  <a:lnTo>
                    <a:pt x="13129" y="4612"/>
                  </a:lnTo>
                  <a:lnTo>
                    <a:pt x="13030" y="4671"/>
                  </a:lnTo>
                  <a:lnTo>
                    <a:pt x="12942" y="4730"/>
                  </a:lnTo>
                  <a:lnTo>
                    <a:pt x="12863" y="4809"/>
                  </a:lnTo>
                  <a:lnTo>
                    <a:pt x="12794" y="4888"/>
                  </a:lnTo>
                  <a:lnTo>
                    <a:pt x="12735" y="4986"/>
                  </a:lnTo>
                  <a:lnTo>
                    <a:pt x="12696" y="5084"/>
                  </a:lnTo>
                  <a:lnTo>
                    <a:pt x="12657" y="5202"/>
                  </a:lnTo>
                  <a:lnTo>
                    <a:pt x="12627" y="5320"/>
                  </a:lnTo>
                  <a:lnTo>
                    <a:pt x="12607" y="5458"/>
                  </a:lnTo>
                  <a:lnTo>
                    <a:pt x="12607" y="5605"/>
                  </a:lnTo>
                  <a:lnTo>
                    <a:pt x="12607" y="7867"/>
                  </a:lnTo>
                  <a:lnTo>
                    <a:pt x="11939" y="7867"/>
                  </a:lnTo>
                  <a:lnTo>
                    <a:pt x="11939" y="8801"/>
                  </a:lnTo>
                  <a:lnTo>
                    <a:pt x="13060" y="8801"/>
                  </a:lnTo>
                  <a:lnTo>
                    <a:pt x="13138" y="8791"/>
                  </a:lnTo>
                  <a:lnTo>
                    <a:pt x="13227" y="8772"/>
                  </a:lnTo>
                  <a:lnTo>
                    <a:pt x="13306" y="8752"/>
                  </a:lnTo>
                  <a:lnTo>
                    <a:pt x="13374" y="8723"/>
                  </a:lnTo>
                  <a:lnTo>
                    <a:pt x="13443" y="8683"/>
                  </a:lnTo>
                  <a:lnTo>
                    <a:pt x="13512" y="8644"/>
                  </a:lnTo>
                  <a:lnTo>
                    <a:pt x="13571" y="8595"/>
                  </a:lnTo>
                  <a:lnTo>
                    <a:pt x="13620" y="8536"/>
                  </a:lnTo>
                  <a:lnTo>
                    <a:pt x="13669" y="8467"/>
                  </a:lnTo>
                  <a:lnTo>
                    <a:pt x="13709" y="8398"/>
                  </a:lnTo>
                  <a:lnTo>
                    <a:pt x="13738" y="8319"/>
                  </a:lnTo>
                  <a:lnTo>
                    <a:pt x="13768" y="8231"/>
                  </a:lnTo>
                  <a:lnTo>
                    <a:pt x="13787" y="8133"/>
                  </a:lnTo>
                  <a:lnTo>
                    <a:pt x="13797" y="8034"/>
                  </a:lnTo>
                  <a:lnTo>
                    <a:pt x="13807" y="7926"/>
                  </a:lnTo>
                  <a:lnTo>
                    <a:pt x="13807" y="5704"/>
                  </a:lnTo>
                  <a:lnTo>
                    <a:pt x="13807" y="5605"/>
                  </a:lnTo>
                  <a:lnTo>
                    <a:pt x="13817" y="5517"/>
                  </a:lnTo>
                  <a:lnTo>
                    <a:pt x="13837" y="5438"/>
                  </a:lnTo>
                  <a:lnTo>
                    <a:pt x="13866" y="5360"/>
                  </a:lnTo>
                  <a:lnTo>
                    <a:pt x="13896" y="5291"/>
                  </a:lnTo>
                  <a:lnTo>
                    <a:pt x="13935" y="5232"/>
                  </a:lnTo>
                  <a:lnTo>
                    <a:pt x="13974" y="5173"/>
                  </a:lnTo>
                  <a:lnTo>
                    <a:pt x="14033" y="5124"/>
                  </a:lnTo>
                  <a:lnTo>
                    <a:pt x="14092" y="5074"/>
                  </a:lnTo>
                  <a:lnTo>
                    <a:pt x="14151" y="5035"/>
                  </a:lnTo>
                  <a:lnTo>
                    <a:pt x="14220" y="5006"/>
                  </a:lnTo>
                  <a:lnTo>
                    <a:pt x="14299" y="4976"/>
                  </a:lnTo>
                  <a:lnTo>
                    <a:pt x="14377" y="4956"/>
                  </a:lnTo>
                  <a:lnTo>
                    <a:pt x="14466" y="4947"/>
                  </a:lnTo>
                  <a:lnTo>
                    <a:pt x="14564" y="4937"/>
                  </a:lnTo>
                  <a:lnTo>
                    <a:pt x="14653" y="4927"/>
                  </a:lnTo>
                  <a:lnTo>
                    <a:pt x="14653" y="3875"/>
                  </a:lnTo>
                  <a:lnTo>
                    <a:pt x="14564" y="3865"/>
                  </a:lnTo>
                  <a:lnTo>
                    <a:pt x="14466" y="3855"/>
                  </a:lnTo>
                  <a:lnTo>
                    <a:pt x="14377" y="3845"/>
                  </a:lnTo>
                  <a:lnTo>
                    <a:pt x="14299" y="3826"/>
                  </a:lnTo>
                  <a:lnTo>
                    <a:pt x="14220" y="3796"/>
                  </a:lnTo>
                  <a:lnTo>
                    <a:pt x="14151" y="3767"/>
                  </a:lnTo>
                  <a:lnTo>
                    <a:pt x="14092" y="3727"/>
                  </a:lnTo>
                  <a:lnTo>
                    <a:pt x="14033" y="3678"/>
                  </a:lnTo>
                  <a:lnTo>
                    <a:pt x="13974" y="3629"/>
                  </a:lnTo>
                  <a:lnTo>
                    <a:pt x="13935" y="3570"/>
                  </a:lnTo>
                  <a:lnTo>
                    <a:pt x="13896" y="3511"/>
                  </a:lnTo>
                  <a:lnTo>
                    <a:pt x="13866" y="3442"/>
                  </a:lnTo>
                  <a:lnTo>
                    <a:pt x="13837" y="3363"/>
                  </a:lnTo>
                  <a:lnTo>
                    <a:pt x="13817" y="3285"/>
                  </a:lnTo>
                  <a:lnTo>
                    <a:pt x="13807" y="3196"/>
                  </a:lnTo>
                  <a:lnTo>
                    <a:pt x="13807" y="3098"/>
                  </a:lnTo>
                  <a:lnTo>
                    <a:pt x="13807" y="876"/>
                  </a:lnTo>
                  <a:lnTo>
                    <a:pt x="13797" y="767"/>
                  </a:lnTo>
                  <a:lnTo>
                    <a:pt x="13787" y="669"/>
                  </a:lnTo>
                  <a:lnTo>
                    <a:pt x="13768" y="571"/>
                  </a:lnTo>
                  <a:lnTo>
                    <a:pt x="13738" y="482"/>
                  </a:lnTo>
                  <a:lnTo>
                    <a:pt x="13709" y="404"/>
                  </a:lnTo>
                  <a:lnTo>
                    <a:pt x="13669" y="335"/>
                  </a:lnTo>
                  <a:lnTo>
                    <a:pt x="13620" y="266"/>
                  </a:lnTo>
                  <a:lnTo>
                    <a:pt x="13571" y="207"/>
                  </a:lnTo>
                  <a:lnTo>
                    <a:pt x="13512" y="158"/>
                  </a:lnTo>
                  <a:lnTo>
                    <a:pt x="13443" y="118"/>
                  </a:lnTo>
                  <a:lnTo>
                    <a:pt x="13374" y="79"/>
                  </a:lnTo>
                  <a:lnTo>
                    <a:pt x="13306" y="50"/>
                  </a:lnTo>
                  <a:lnTo>
                    <a:pt x="13227" y="30"/>
                  </a:lnTo>
                  <a:lnTo>
                    <a:pt x="13138" y="10"/>
                  </a:lnTo>
                  <a:lnTo>
                    <a:pt x="13060"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98" name="Google Shape;1598;p104"/>
          <p:cNvGrpSpPr/>
          <p:nvPr/>
        </p:nvGrpSpPr>
        <p:grpSpPr>
          <a:xfrm>
            <a:off x="6215861" y="2786882"/>
            <a:ext cx="283807" cy="269231"/>
            <a:chOff x="3479450" y="1575950"/>
            <a:chExt cx="386975" cy="367050"/>
          </a:xfrm>
        </p:grpSpPr>
        <p:sp>
          <p:nvSpPr>
            <p:cNvPr id="1599" name="Google Shape;1599;p104"/>
            <p:cNvSpPr/>
            <p:nvPr/>
          </p:nvSpPr>
          <p:spPr>
            <a:xfrm>
              <a:off x="3626475" y="1835050"/>
              <a:ext cx="92950" cy="23625"/>
            </a:xfrm>
            <a:custGeom>
              <a:avLst/>
              <a:gdLst/>
              <a:ahLst/>
              <a:cxnLst/>
              <a:rect l="l" t="t" r="r" b="b"/>
              <a:pathLst>
                <a:path w="3718" h="945" extrusionOk="0">
                  <a:moveTo>
                    <a:pt x="0" y="0"/>
                  </a:moveTo>
                  <a:lnTo>
                    <a:pt x="0" y="944"/>
                  </a:lnTo>
                  <a:lnTo>
                    <a:pt x="3717" y="944"/>
                  </a:lnTo>
                  <a:lnTo>
                    <a:pt x="3717"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0" name="Google Shape;1600;p104"/>
            <p:cNvSpPr/>
            <p:nvPr/>
          </p:nvSpPr>
          <p:spPr>
            <a:xfrm>
              <a:off x="3479450" y="1575950"/>
              <a:ext cx="386975" cy="367050"/>
            </a:xfrm>
            <a:custGeom>
              <a:avLst/>
              <a:gdLst/>
              <a:ahLst/>
              <a:cxnLst/>
              <a:rect l="l" t="t" r="r" b="b"/>
              <a:pathLst>
                <a:path w="15479" h="14682" extrusionOk="0">
                  <a:moveTo>
                    <a:pt x="7858" y="954"/>
                  </a:moveTo>
                  <a:lnTo>
                    <a:pt x="7976" y="974"/>
                  </a:lnTo>
                  <a:lnTo>
                    <a:pt x="8084" y="1003"/>
                  </a:lnTo>
                  <a:lnTo>
                    <a:pt x="8182" y="1042"/>
                  </a:lnTo>
                  <a:lnTo>
                    <a:pt x="8291" y="1092"/>
                  </a:lnTo>
                  <a:lnTo>
                    <a:pt x="8379" y="1151"/>
                  </a:lnTo>
                  <a:lnTo>
                    <a:pt x="8468" y="1210"/>
                  </a:lnTo>
                  <a:lnTo>
                    <a:pt x="8546" y="1288"/>
                  </a:lnTo>
                  <a:lnTo>
                    <a:pt x="8625" y="1367"/>
                  </a:lnTo>
                  <a:lnTo>
                    <a:pt x="8694" y="1455"/>
                  </a:lnTo>
                  <a:lnTo>
                    <a:pt x="8743" y="1554"/>
                  </a:lnTo>
                  <a:lnTo>
                    <a:pt x="8792" y="1652"/>
                  </a:lnTo>
                  <a:lnTo>
                    <a:pt x="8831" y="1750"/>
                  </a:lnTo>
                  <a:lnTo>
                    <a:pt x="8861" y="1868"/>
                  </a:lnTo>
                  <a:lnTo>
                    <a:pt x="8881" y="1977"/>
                  </a:lnTo>
                  <a:lnTo>
                    <a:pt x="8881" y="2095"/>
                  </a:lnTo>
                  <a:lnTo>
                    <a:pt x="8881" y="2213"/>
                  </a:lnTo>
                  <a:lnTo>
                    <a:pt x="8861" y="2321"/>
                  </a:lnTo>
                  <a:lnTo>
                    <a:pt x="8831" y="2429"/>
                  </a:lnTo>
                  <a:lnTo>
                    <a:pt x="8792" y="2537"/>
                  </a:lnTo>
                  <a:lnTo>
                    <a:pt x="8743" y="2635"/>
                  </a:lnTo>
                  <a:lnTo>
                    <a:pt x="8694" y="2734"/>
                  </a:lnTo>
                  <a:lnTo>
                    <a:pt x="8625" y="2822"/>
                  </a:lnTo>
                  <a:lnTo>
                    <a:pt x="8546" y="2901"/>
                  </a:lnTo>
                  <a:lnTo>
                    <a:pt x="8468" y="2980"/>
                  </a:lnTo>
                  <a:lnTo>
                    <a:pt x="8379" y="3039"/>
                  </a:lnTo>
                  <a:lnTo>
                    <a:pt x="8291" y="3098"/>
                  </a:lnTo>
                  <a:lnTo>
                    <a:pt x="8182" y="3147"/>
                  </a:lnTo>
                  <a:lnTo>
                    <a:pt x="8084" y="3186"/>
                  </a:lnTo>
                  <a:lnTo>
                    <a:pt x="7976" y="3216"/>
                  </a:lnTo>
                  <a:lnTo>
                    <a:pt x="7858" y="3235"/>
                  </a:lnTo>
                  <a:lnTo>
                    <a:pt x="7622" y="3235"/>
                  </a:lnTo>
                  <a:lnTo>
                    <a:pt x="7514" y="3216"/>
                  </a:lnTo>
                  <a:lnTo>
                    <a:pt x="7406" y="3186"/>
                  </a:lnTo>
                  <a:lnTo>
                    <a:pt x="7297" y="3147"/>
                  </a:lnTo>
                  <a:lnTo>
                    <a:pt x="7199" y="3098"/>
                  </a:lnTo>
                  <a:lnTo>
                    <a:pt x="7101" y="3039"/>
                  </a:lnTo>
                  <a:lnTo>
                    <a:pt x="7012" y="2980"/>
                  </a:lnTo>
                  <a:lnTo>
                    <a:pt x="6934" y="2901"/>
                  </a:lnTo>
                  <a:lnTo>
                    <a:pt x="6865" y="2822"/>
                  </a:lnTo>
                  <a:lnTo>
                    <a:pt x="6796" y="2734"/>
                  </a:lnTo>
                  <a:lnTo>
                    <a:pt x="6737" y="2635"/>
                  </a:lnTo>
                  <a:lnTo>
                    <a:pt x="6688" y="2537"/>
                  </a:lnTo>
                  <a:lnTo>
                    <a:pt x="6648" y="2429"/>
                  </a:lnTo>
                  <a:lnTo>
                    <a:pt x="6629" y="2321"/>
                  </a:lnTo>
                  <a:lnTo>
                    <a:pt x="6609" y="2213"/>
                  </a:lnTo>
                  <a:lnTo>
                    <a:pt x="6599" y="2095"/>
                  </a:lnTo>
                  <a:lnTo>
                    <a:pt x="6609" y="1977"/>
                  </a:lnTo>
                  <a:lnTo>
                    <a:pt x="6629" y="1868"/>
                  </a:lnTo>
                  <a:lnTo>
                    <a:pt x="6648" y="1750"/>
                  </a:lnTo>
                  <a:lnTo>
                    <a:pt x="6688" y="1652"/>
                  </a:lnTo>
                  <a:lnTo>
                    <a:pt x="6737" y="1554"/>
                  </a:lnTo>
                  <a:lnTo>
                    <a:pt x="6796" y="1455"/>
                  </a:lnTo>
                  <a:lnTo>
                    <a:pt x="6865" y="1367"/>
                  </a:lnTo>
                  <a:lnTo>
                    <a:pt x="6934" y="1288"/>
                  </a:lnTo>
                  <a:lnTo>
                    <a:pt x="7012" y="1210"/>
                  </a:lnTo>
                  <a:lnTo>
                    <a:pt x="7101" y="1151"/>
                  </a:lnTo>
                  <a:lnTo>
                    <a:pt x="7199" y="1092"/>
                  </a:lnTo>
                  <a:lnTo>
                    <a:pt x="7297" y="1042"/>
                  </a:lnTo>
                  <a:lnTo>
                    <a:pt x="7406" y="1003"/>
                  </a:lnTo>
                  <a:lnTo>
                    <a:pt x="7514" y="974"/>
                  </a:lnTo>
                  <a:lnTo>
                    <a:pt x="7622" y="954"/>
                  </a:lnTo>
                  <a:close/>
                  <a:moveTo>
                    <a:pt x="8025" y="4169"/>
                  </a:moveTo>
                  <a:lnTo>
                    <a:pt x="8025" y="4661"/>
                  </a:lnTo>
                  <a:lnTo>
                    <a:pt x="7465" y="4661"/>
                  </a:lnTo>
                  <a:lnTo>
                    <a:pt x="7465" y="4169"/>
                  </a:lnTo>
                  <a:lnTo>
                    <a:pt x="7602" y="4179"/>
                  </a:lnTo>
                  <a:lnTo>
                    <a:pt x="7740" y="4189"/>
                  </a:lnTo>
                  <a:lnTo>
                    <a:pt x="7887" y="4179"/>
                  </a:lnTo>
                  <a:lnTo>
                    <a:pt x="8025" y="4169"/>
                  </a:lnTo>
                  <a:close/>
                  <a:moveTo>
                    <a:pt x="1427" y="7031"/>
                  </a:moveTo>
                  <a:lnTo>
                    <a:pt x="1427" y="10364"/>
                  </a:lnTo>
                  <a:lnTo>
                    <a:pt x="955" y="10364"/>
                  </a:lnTo>
                  <a:lnTo>
                    <a:pt x="955" y="7031"/>
                  </a:lnTo>
                  <a:close/>
                  <a:moveTo>
                    <a:pt x="14535" y="7031"/>
                  </a:moveTo>
                  <a:lnTo>
                    <a:pt x="14535" y="10364"/>
                  </a:lnTo>
                  <a:lnTo>
                    <a:pt x="14053" y="10364"/>
                  </a:lnTo>
                  <a:lnTo>
                    <a:pt x="14053" y="7031"/>
                  </a:lnTo>
                  <a:close/>
                  <a:moveTo>
                    <a:pt x="13109" y="5615"/>
                  </a:moveTo>
                  <a:lnTo>
                    <a:pt x="13109" y="12125"/>
                  </a:lnTo>
                  <a:lnTo>
                    <a:pt x="2381" y="12125"/>
                  </a:lnTo>
                  <a:lnTo>
                    <a:pt x="2381" y="5615"/>
                  </a:lnTo>
                  <a:close/>
                  <a:moveTo>
                    <a:pt x="9598" y="13078"/>
                  </a:moveTo>
                  <a:lnTo>
                    <a:pt x="9598" y="13737"/>
                  </a:lnTo>
                  <a:lnTo>
                    <a:pt x="5881" y="13737"/>
                  </a:lnTo>
                  <a:lnTo>
                    <a:pt x="5881" y="13078"/>
                  </a:lnTo>
                  <a:close/>
                  <a:moveTo>
                    <a:pt x="7740" y="0"/>
                  </a:moveTo>
                  <a:lnTo>
                    <a:pt x="7533" y="10"/>
                  </a:lnTo>
                  <a:lnTo>
                    <a:pt x="7317" y="39"/>
                  </a:lnTo>
                  <a:lnTo>
                    <a:pt x="7120" y="98"/>
                  </a:lnTo>
                  <a:lnTo>
                    <a:pt x="6924" y="167"/>
                  </a:lnTo>
                  <a:lnTo>
                    <a:pt x="6747" y="256"/>
                  </a:lnTo>
                  <a:lnTo>
                    <a:pt x="6570" y="354"/>
                  </a:lnTo>
                  <a:lnTo>
                    <a:pt x="6412" y="482"/>
                  </a:lnTo>
                  <a:lnTo>
                    <a:pt x="6265" y="620"/>
                  </a:lnTo>
                  <a:lnTo>
                    <a:pt x="6127" y="767"/>
                  </a:lnTo>
                  <a:lnTo>
                    <a:pt x="6009" y="924"/>
                  </a:lnTo>
                  <a:lnTo>
                    <a:pt x="5901" y="1101"/>
                  </a:lnTo>
                  <a:lnTo>
                    <a:pt x="5813" y="1278"/>
                  </a:lnTo>
                  <a:lnTo>
                    <a:pt x="5744" y="1475"/>
                  </a:lnTo>
                  <a:lnTo>
                    <a:pt x="5695" y="1672"/>
                  </a:lnTo>
                  <a:lnTo>
                    <a:pt x="5655" y="1878"/>
                  </a:lnTo>
                  <a:lnTo>
                    <a:pt x="5645" y="2095"/>
                  </a:lnTo>
                  <a:lnTo>
                    <a:pt x="5655" y="2222"/>
                  </a:lnTo>
                  <a:lnTo>
                    <a:pt x="5665" y="2350"/>
                  </a:lnTo>
                  <a:lnTo>
                    <a:pt x="5685" y="2478"/>
                  </a:lnTo>
                  <a:lnTo>
                    <a:pt x="5714" y="2596"/>
                  </a:lnTo>
                  <a:lnTo>
                    <a:pt x="5744" y="2714"/>
                  </a:lnTo>
                  <a:lnTo>
                    <a:pt x="5783" y="2832"/>
                  </a:lnTo>
                  <a:lnTo>
                    <a:pt x="5832" y="2950"/>
                  </a:lnTo>
                  <a:lnTo>
                    <a:pt x="5881" y="3058"/>
                  </a:lnTo>
                  <a:lnTo>
                    <a:pt x="5940" y="3166"/>
                  </a:lnTo>
                  <a:lnTo>
                    <a:pt x="6009" y="3265"/>
                  </a:lnTo>
                  <a:lnTo>
                    <a:pt x="6078" y="3363"/>
                  </a:lnTo>
                  <a:lnTo>
                    <a:pt x="6157" y="3461"/>
                  </a:lnTo>
                  <a:lnTo>
                    <a:pt x="6235" y="3550"/>
                  </a:lnTo>
                  <a:lnTo>
                    <a:pt x="6324" y="3638"/>
                  </a:lnTo>
                  <a:lnTo>
                    <a:pt x="6412" y="3717"/>
                  </a:lnTo>
                  <a:lnTo>
                    <a:pt x="6511" y="3786"/>
                  </a:lnTo>
                  <a:lnTo>
                    <a:pt x="6511" y="4661"/>
                  </a:lnTo>
                  <a:lnTo>
                    <a:pt x="1427" y="4661"/>
                  </a:lnTo>
                  <a:lnTo>
                    <a:pt x="1427" y="4995"/>
                  </a:lnTo>
                  <a:lnTo>
                    <a:pt x="1427" y="5615"/>
                  </a:lnTo>
                  <a:lnTo>
                    <a:pt x="1427" y="6077"/>
                  </a:lnTo>
                  <a:lnTo>
                    <a:pt x="1" y="6077"/>
                  </a:lnTo>
                  <a:lnTo>
                    <a:pt x="1" y="11308"/>
                  </a:lnTo>
                  <a:lnTo>
                    <a:pt x="1427" y="11308"/>
                  </a:lnTo>
                  <a:lnTo>
                    <a:pt x="1427" y="13078"/>
                  </a:lnTo>
                  <a:lnTo>
                    <a:pt x="4937" y="13078"/>
                  </a:lnTo>
                  <a:lnTo>
                    <a:pt x="4937" y="14681"/>
                  </a:lnTo>
                  <a:lnTo>
                    <a:pt x="10552" y="14681"/>
                  </a:lnTo>
                  <a:lnTo>
                    <a:pt x="10552" y="13078"/>
                  </a:lnTo>
                  <a:lnTo>
                    <a:pt x="14053" y="13078"/>
                  </a:lnTo>
                  <a:lnTo>
                    <a:pt x="14053" y="11308"/>
                  </a:lnTo>
                  <a:lnTo>
                    <a:pt x="15479" y="11308"/>
                  </a:lnTo>
                  <a:lnTo>
                    <a:pt x="15479" y="6077"/>
                  </a:lnTo>
                  <a:lnTo>
                    <a:pt x="14053" y="6077"/>
                  </a:lnTo>
                  <a:lnTo>
                    <a:pt x="14053" y="4661"/>
                  </a:lnTo>
                  <a:lnTo>
                    <a:pt x="8969" y="4661"/>
                  </a:lnTo>
                  <a:lnTo>
                    <a:pt x="8969" y="3786"/>
                  </a:lnTo>
                  <a:lnTo>
                    <a:pt x="9067" y="3717"/>
                  </a:lnTo>
                  <a:lnTo>
                    <a:pt x="9156" y="3638"/>
                  </a:lnTo>
                  <a:lnTo>
                    <a:pt x="9244" y="3550"/>
                  </a:lnTo>
                  <a:lnTo>
                    <a:pt x="9333" y="3461"/>
                  </a:lnTo>
                  <a:lnTo>
                    <a:pt x="9402" y="3363"/>
                  </a:lnTo>
                  <a:lnTo>
                    <a:pt x="9480" y="3265"/>
                  </a:lnTo>
                  <a:lnTo>
                    <a:pt x="9539" y="3166"/>
                  </a:lnTo>
                  <a:lnTo>
                    <a:pt x="9598" y="3058"/>
                  </a:lnTo>
                  <a:lnTo>
                    <a:pt x="9657" y="2950"/>
                  </a:lnTo>
                  <a:lnTo>
                    <a:pt x="9697" y="2832"/>
                  </a:lnTo>
                  <a:lnTo>
                    <a:pt x="9746" y="2714"/>
                  </a:lnTo>
                  <a:lnTo>
                    <a:pt x="9775" y="2596"/>
                  </a:lnTo>
                  <a:lnTo>
                    <a:pt x="9805" y="2478"/>
                  </a:lnTo>
                  <a:lnTo>
                    <a:pt x="9825" y="2350"/>
                  </a:lnTo>
                  <a:lnTo>
                    <a:pt x="9834" y="2222"/>
                  </a:lnTo>
                  <a:lnTo>
                    <a:pt x="9834" y="2095"/>
                  </a:lnTo>
                  <a:lnTo>
                    <a:pt x="9825" y="1878"/>
                  </a:lnTo>
                  <a:lnTo>
                    <a:pt x="9795" y="1672"/>
                  </a:lnTo>
                  <a:lnTo>
                    <a:pt x="9746" y="1475"/>
                  </a:lnTo>
                  <a:lnTo>
                    <a:pt x="9667" y="1278"/>
                  </a:lnTo>
                  <a:lnTo>
                    <a:pt x="9579" y="1101"/>
                  </a:lnTo>
                  <a:lnTo>
                    <a:pt x="9480" y="924"/>
                  </a:lnTo>
                  <a:lnTo>
                    <a:pt x="9362" y="767"/>
                  </a:lnTo>
                  <a:lnTo>
                    <a:pt x="9225" y="620"/>
                  </a:lnTo>
                  <a:lnTo>
                    <a:pt x="9077" y="482"/>
                  </a:lnTo>
                  <a:lnTo>
                    <a:pt x="8910" y="354"/>
                  </a:lnTo>
                  <a:lnTo>
                    <a:pt x="8743" y="256"/>
                  </a:lnTo>
                  <a:lnTo>
                    <a:pt x="8556" y="167"/>
                  </a:lnTo>
                  <a:lnTo>
                    <a:pt x="8369" y="98"/>
                  </a:lnTo>
                  <a:lnTo>
                    <a:pt x="8163" y="39"/>
                  </a:lnTo>
                  <a:lnTo>
                    <a:pt x="7956" y="10"/>
                  </a:lnTo>
                  <a:lnTo>
                    <a:pt x="7740"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1" name="Google Shape;1601;p104"/>
            <p:cNvSpPr/>
            <p:nvPr/>
          </p:nvSpPr>
          <p:spPr>
            <a:xfrm>
              <a:off x="3559100" y="1738925"/>
              <a:ext cx="227675" cy="82875"/>
            </a:xfrm>
            <a:custGeom>
              <a:avLst/>
              <a:gdLst/>
              <a:ahLst/>
              <a:cxnLst/>
              <a:rect l="l" t="t" r="r" b="b"/>
              <a:pathLst>
                <a:path w="9107" h="3315" extrusionOk="0">
                  <a:moveTo>
                    <a:pt x="1732" y="954"/>
                  </a:moveTo>
                  <a:lnTo>
                    <a:pt x="1800" y="964"/>
                  </a:lnTo>
                  <a:lnTo>
                    <a:pt x="1869" y="984"/>
                  </a:lnTo>
                  <a:lnTo>
                    <a:pt x="1938" y="1004"/>
                  </a:lnTo>
                  <a:lnTo>
                    <a:pt x="1997" y="1033"/>
                  </a:lnTo>
                  <a:lnTo>
                    <a:pt x="2056" y="1072"/>
                  </a:lnTo>
                  <a:lnTo>
                    <a:pt x="2115" y="1112"/>
                  </a:lnTo>
                  <a:lnTo>
                    <a:pt x="2164" y="1161"/>
                  </a:lnTo>
                  <a:lnTo>
                    <a:pt x="2204" y="1210"/>
                  </a:lnTo>
                  <a:lnTo>
                    <a:pt x="2243" y="1259"/>
                  </a:lnTo>
                  <a:lnTo>
                    <a:pt x="2282" y="1318"/>
                  </a:lnTo>
                  <a:lnTo>
                    <a:pt x="2312" y="1387"/>
                  </a:lnTo>
                  <a:lnTo>
                    <a:pt x="2341" y="1446"/>
                  </a:lnTo>
                  <a:lnTo>
                    <a:pt x="2351" y="1515"/>
                  </a:lnTo>
                  <a:lnTo>
                    <a:pt x="2361" y="1584"/>
                  </a:lnTo>
                  <a:lnTo>
                    <a:pt x="2371" y="1662"/>
                  </a:lnTo>
                  <a:lnTo>
                    <a:pt x="2361" y="1731"/>
                  </a:lnTo>
                  <a:lnTo>
                    <a:pt x="2351" y="1800"/>
                  </a:lnTo>
                  <a:lnTo>
                    <a:pt x="2341" y="1869"/>
                  </a:lnTo>
                  <a:lnTo>
                    <a:pt x="2312" y="1928"/>
                  </a:lnTo>
                  <a:lnTo>
                    <a:pt x="2282" y="1997"/>
                  </a:lnTo>
                  <a:lnTo>
                    <a:pt x="2243" y="2056"/>
                  </a:lnTo>
                  <a:lnTo>
                    <a:pt x="2204" y="2105"/>
                  </a:lnTo>
                  <a:lnTo>
                    <a:pt x="2164" y="2154"/>
                  </a:lnTo>
                  <a:lnTo>
                    <a:pt x="2115" y="2203"/>
                  </a:lnTo>
                  <a:lnTo>
                    <a:pt x="2056" y="2243"/>
                  </a:lnTo>
                  <a:lnTo>
                    <a:pt x="1997" y="2282"/>
                  </a:lnTo>
                  <a:lnTo>
                    <a:pt x="1938" y="2311"/>
                  </a:lnTo>
                  <a:lnTo>
                    <a:pt x="1869" y="2331"/>
                  </a:lnTo>
                  <a:lnTo>
                    <a:pt x="1800" y="2351"/>
                  </a:lnTo>
                  <a:lnTo>
                    <a:pt x="1732" y="2361"/>
                  </a:lnTo>
                  <a:lnTo>
                    <a:pt x="1594" y="2361"/>
                  </a:lnTo>
                  <a:lnTo>
                    <a:pt x="1515" y="2351"/>
                  </a:lnTo>
                  <a:lnTo>
                    <a:pt x="1456" y="2331"/>
                  </a:lnTo>
                  <a:lnTo>
                    <a:pt x="1387" y="2311"/>
                  </a:lnTo>
                  <a:lnTo>
                    <a:pt x="1328" y="2282"/>
                  </a:lnTo>
                  <a:lnTo>
                    <a:pt x="1269" y="2243"/>
                  </a:lnTo>
                  <a:lnTo>
                    <a:pt x="1210" y="2203"/>
                  </a:lnTo>
                  <a:lnTo>
                    <a:pt x="1161" y="2154"/>
                  </a:lnTo>
                  <a:lnTo>
                    <a:pt x="1122" y="2105"/>
                  </a:lnTo>
                  <a:lnTo>
                    <a:pt x="1073" y="2056"/>
                  </a:lnTo>
                  <a:lnTo>
                    <a:pt x="1043" y="1997"/>
                  </a:lnTo>
                  <a:lnTo>
                    <a:pt x="1014" y="1928"/>
                  </a:lnTo>
                  <a:lnTo>
                    <a:pt x="984" y="1869"/>
                  </a:lnTo>
                  <a:lnTo>
                    <a:pt x="974" y="1800"/>
                  </a:lnTo>
                  <a:lnTo>
                    <a:pt x="955" y="1731"/>
                  </a:lnTo>
                  <a:lnTo>
                    <a:pt x="955" y="1662"/>
                  </a:lnTo>
                  <a:lnTo>
                    <a:pt x="955" y="1584"/>
                  </a:lnTo>
                  <a:lnTo>
                    <a:pt x="974" y="1515"/>
                  </a:lnTo>
                  <a:lnTo>
                    <a:pt x="984" y="1446"/>
                  </a:lnTo>
                  <a:lnTo>
                    <a:pt x="1014" y="1387"/>
                  </a:lnTo>
                  <a:lnTo>
                    <a:pt x="1043" y="1318"/>
                  </a:lnTo>
                  <a:lnTo>
                    <a:pt x="1073" y="1259"/>
                  </a:lnTo>
                  <a:lnTo>
                    <a:pt x="1122" y="1210"/>
                  </a:lnTo>
                  <a:lnTo>
                    <a:pt x="1161" y="1161"/>
                  </a:lnTo>
                  <a:lnTo>
                    <a:pt x="1210" y="1112"/>
                  </a:lnTo>
                  <a:lnTo>
                    <a:pt x="1269" y="1072"/>
                  </a:lnTo>
                  <a:lnTo>
                    <a:pt x="1328" y="1033"/>
                  </a:lnTo>
                  <a:lnTo>
                    <a:pt x="1387" y="1004"/>
                  </a:lnTo>
                  <a:lnTo>
                    <a:pt x="1456" y="984"/>
                  </a:lnTo>
                  <a:lnTo>
                    <a:pt x="1515" y="964"/>
                  </a:lnTo>
                  <a:lnTo>
                    <a:pt x="1594" y="954"/>
                  </a:lnTo>
                  <a:close/>
                  <a:moveTo>
                    <a:pt x="7524" y="954"/>
                  </a:moveTo>
                  <a:lnTo>
                    <a:pt x="7592" y="964"/>
                  </a:lnTo>
                  <a:lnTo>
                    <a:pt x="7661" y="984"/>
                  </a:lnTo>
                  <a:lnTo>
                    <a:pt x="7730" y="1004"/>
                  </a:lnTo>
                  <a:lnTo>
                    <a:pt x="7789" y="1033"/>
                  </a:lnTo>
                  <a:lnTo>
                    <a:pt x="7848" y="1072"/>
                  </a:lnTo>
                  <a:lnTo>
                    <a:pt x="7897" y="1112"/>
                  </a:lnTo>
                  <a:lnTo>
                    <a:pt x="7946" y="1161"/>
                  </a:lnTo>
                  <a:lnTo>
                    <a:pt x="7996" y="1210"/>
                  </a:lnTo>
                  <a:lnTo>
                    <a:pt x="8035" y="1259"/>
                  </a:lnTo>
                  <a:lnTo>
                    <a:pt x="8074" y="1318"/>
                  </a:lnTo>
                  <a:lnTo>
                    <a:pt x="8104" y="1387"/>
                  </a:lnTo>
                  <a:lnTo>
                    <a:pt x="8123" y="1446"/>
                  </a:lnTo>
                  <a:lnTo>
                    <a:pt x="8143" y="1515"/>
                  </a:lnTo>
                  <a:lnTo>
                    <a:pt x="8153" y="1584"/>
                  </a:lnTo>
                  <a:lnTo>
                    <a:pt x="8153" y="1662"/>
                  </a:lnTo>
                  <a:lnTo>
                    <a:pt x="8153" y="1731"/>
                  </a:lnTo>
                  <a:lnTo>
                    <a:pt x="8143" y="1800"/>
                  </a:lnTo>
                  <a:lnTo>
                    <a:pt x="8123" y="1869"/>
                  </a:lnTo>
                  <a:lnTo>
                    <a:pt x="8104" y="1928"/>
                  </a:lnTo>
                  <a:lnTo>
                    <a:pt x="8074" y="1997"/>
                  </a:lnTo>
                  <a:lnTo>
                    <a:pt x="8035" y="2056"/>
                  </a:lnTo>
                  <a:lnTo>
                    <a:pt x="7996" y="2105"/>
                  </a:lnTo>
                  <a:lnTo>
                    <a:pt x="7946" y="2154"/>
                  </a:lnTo>
                  <a:lnTo>
                    <a:pt x="7897" y="2203"/>
                  </a:lnTo>
                  <a:lnTo>
                    <a:pt x="7848" y="2243"/>
                  </a:lnTo>
                  <a:lnTo>
                    <a:pt x="7789" y="2282"/>
                  </a:lnTo>
                  <a:lnTo>
                    <a:pt x="7730" y="2311"/>
                  </a:lnTo>
                  <a:lnTo>
                    <a:pt x="7661" y="2331"/>
                  </a:lnTo>
                  <a:lnTo>
                    <a:pt x="7592" y="2351"/>
                  </a:lnTo>
                  <a:lnTo>
                    <a:pt x="7524" y="2361"/>
                  </a:lnTo>
                  <a:lnTo>
                    <a:pt x="7376" y="2361"/>
                  </a:lnTo>
                  <a:lnTo>
                    <a:pt x="7307" y="2351"/>
                  </a:lnTo>
                  <a:lnTo>
                    <a:pt x="7238" y="2331"/>
                  </a:lnTo>
                  <a:lnTo>
                    <a:pt x="7179" y="2311"/>
                  </a:lnTo>
                  <a:lnTo>
                    <a:pt x="7111" y="2282"/>
                  </a:lnTo>
                  <a:lnTo>
                    <a:pt x="7061" y="2243"/>
                  </a:lnTo>
                  <a:lnTo>
                    <a:pt x="7002" y="2203"/>
                  </a:lnTo>
                  <a:lnTo>
                    <a:pt x="6953" y="2154"/>
                  </a:lnTo>
                  <a:lnTo>
                    <a:pt x="6904" y="2105"/>
                  </a:lnTo>
                  <a:lnTo>
                    <a:pt x="6865" y="2056"/>
                  </a:lnTo>
                  <a:lnTo>
                    <a:pt x="6835" y="1997"/>
                  </a:lnTo>
                  <a:lnTo>
                    <a:pt x="6796" y="1928"/>
                  </a:lnTo>
                  <a:lnTo>
                    <a:pt x="6776" y="1869"/>
                  </a:lnTo>
                  <a:lnTo>
                    <a:pt x="6757" y="1800"/>
                  </a:lnTo>
                  <a:lnTo>
                    <a:pt x="6747" y="1731"/>
                  </a:lnTo>
                  <a:lnTo>
                    <a:pt x="6747" y="1662"/>
                  </a:lnTo>
                  <a:lnTo>
                    <a:pt x="6747" y="1584"/>
                  </a:lnTo>
                  <a:lnTo>
                    <a:pt x="6757" y="1515"/>
                  </a:lnTo>
                  <a:lnTo>
                    <a:pt x="6776" y="1446"/>
                  </a:lnTo>
                  <a:lnTo>
                    <a:pt x="6796" y="1387"/>
                  </a:lnTo>
                  <a:lnTo>
                    <a:pt x="6835" y="1318"/>
                  </a:lnTo>
                  <a:lnTo>
                    <a:pt x="6865" y="1259"/>
                  </a:lnTo>
                  <a:lnTo>
                    <a:pt x="6904" y="1210"/>
                  </a:lnTo>
                  <a:lnTo>
                    <a:pt x="6953" y="1161"/>
                  </a:lnTo>
                  <a:lnTo>
                    <a:pt x="7002" y="1112"/>
                  </a:lnTo>
                  <a:lnTo>
                    <a:pt x="7061" y="1072"/>
                  </a:lnTo>
                  <a:lnTo>
                    <a:pt x="7111" y="1033"/>
                  </a:lnTo>
                  <a:lnTo>
                    <a:pt x="7179" y="1004"/>
                  </a:lnTo>
                  <a:lnTo>
                    <a:pt x="7238" y="984"/>
                  </a:lnTo>
                  <a:lnTo>
                    <a:pt x="7307" y="964"/>
                  </a:lnTo>
                  <a:lnTo>
                    <a:pt x="7376" y="954"/>
                  </a:lnTo>
                  <a:close/>
                  <a:moveTo>
                    <a:pt x="1663" y="1"/>
                  </a:moveTo>
                  <a:lnTo>
                    <a:pt x="1496" y="10"/>
                  </a:lnTo>
                  <a:lnTo>
                    <a:pt x="1328" y="30"/>
                  </a:lnTo>
                  <a:lnTo>
                    <a:pt x="1171" y="79"/>
                  </a:lnTo>
                  <a:lnTo>
                    <a:pt x="1014" y="128"/>
                  </a:lnTo>
                  <a:lnTo>
                    <a:pt x="876" y="197"/>
                  </a:lnTo>
                  <a:lnTo>
                    <a:pt x="738" y="286"/>
                  </a:lnTo>
                  <a:lnTo>
                    <a:pt x="611" y="374"/>
                  </a:lnTo>
                  <a:lnTo>
                    <a:pt x="493" y="482"/>
                  </a:lnTo>
                  <a:lnTo>
                    <a:pt x="384" y="600"/>
                  </a:lnTo>
                  <a:lnTo>
                    <a:pt x="286" y="728"/>
                  </a:lnTo>
                  <a:lnTo>
                    <a:pt x="207" y="866"/>
                  </a:lnTo>
                  <a:lnTo>
                    <a:pt x="139" y="1013"/>
                  </a:lnTo>
                  <a:lnTo>
                    <a:pt x="80" y="1161"/>
                  </a:lnTo>
                  <a:lnTo>
                    <a:pt x="40" y="1328"/>
                  </a:lnTo>
                  <a:lnTo>
                    <a:pt x="11" y="1485"/>
                  </a:lnTo>
                  <a:lnTo>
                    <a:pt x="1" y="1662"/>
                  </a:lnTo>
                  <a:lnTo>
                    <a:pt x="11" y="1830"/>
                  </a:lnTo>
                  <a:lnTo>
                    <a:pt x="40" y="1987"/>
                  </a:lnTo>
                  <a:lnTo>
                    <a:pt x="80" y="2154"/>
                  </a:lnTo>
                  <a:lnTo>
                    <a:pt x="139" y="2302"/>
                  </a:lnTo>
                  <a:lnTo>
                    <a:pt x="207" y="2449"/>
                  </a:lnTo>
                  <a:lnTo>
                    <a:pt x="286" y="2587"/>
                  </a:lnTo>
                  <a:lnTo>
                    <a:pt x="384" y="2715"/>
                  </a:lnTo>
                  <a:lnTo>
                    <a:pt x="493" y="2833"/>
                  </a:lnTo>
                  <a:lnTo>
                    <a:pt x="611" y="2941"/>
                  </a:lnTo>
                  <a:lnTo>
                    <a:pt x="738" y="3029"/>
                  </a:lnTo>
                  <a:lnTo>
                    <a:pt x="876" y="3118"/>
                  </a:lnTo>
                  <a:lnTo>
                    <a:pt x="1014" y="3187"/>
                  </a:lnTo>
                  <a:lnTo>
                    <a:pt x="1171" y="3246"/>
                  </a:lnTo>
                  <a:lnTo>
                    <a:pt x="1328" y="3285"/>
                  </a:lnTo>
                  <a:lnTo>
                    <a:pt x="1496" y="3305"/>
                  </a:lnTo>
                  <a:lnTo>
                    <a:pt x="1663" y="3314"/>
                  </a:lnTo>
                  <a:lnTo>
                    <a:pt x="1830" y="3305"/>
                  </a:lnTo>
                  <a:lnTo>
                    <a:pt x="1997" y="3285"/>
                  </a:lnTo>
                  <a:lnTo>
                    <a:pt x="2155" y="3246"/>
                  </a:lnTo>
                  <a:lnTo>
                    <a:pt x="2312" y="3187"/>
                  </a:lnTo>
                  <a:lnTo>
                    <a:pt x="2450" y="3118"/>
                  </a:lnTo>
                  <a:lnTo>
                    <a:pt x="2587" y="3029"/>
                  </a:lnTo>
                  <a:lnTo>
                    <a:pt x="2715" y="2941"/>
                  </a:lnTo>
                  <a:lnTo>
                    <a:pt x="2833" y="2833"/>
                  </a:lnTo>
                  <a:lnTo>
                    <a:pt x="2941" y="2715"/>
                  </a:lnTo>
                  <a:lnTo>
                    <a:pt x="3040" y="2587"/>
                  </a:lnTo>
                  <a:lnTo>
                    <a:pt x="3118" y="2449"/>
                  </a:lnTo>
                  <a:lnTo>
                    <a:pt x="3187" y="2302"/>
                  </a:lnTo>
                  <a:lnTo>
                    <a:pt x="3246" y="2154"/>
                  </a:lnTo>
                  <a:lnTo>
                    <a:pt x="3285" y="1987"/>
                  </a:lnTo>
                  <a:lnTo>
                    <a:pt x="3315" y="1830"/>
                  </a:lnTo>
                  <a:lnTo>
                    <a:pt x="3325" y="1662"/>
                  </a:lnTo>
                  <a:lnTo>
                    <a:pt x="3315" y="1485"/>
                  </a:lnTo>
                  <a:lnTo>
                    <a:pt x="3285" y="1328"/>
                  </a:lnTo>
                  <a:lnTo>
                    <a:pt x="3246" y="1161"/>
                  </a:lnTo>
                  <a:lnTo>
                    <a:pt x="3187" y="1013"/>
                  </a:lnTo>
                  <a:lnTo>
                    <a:pt x="3118" y="866"/>
                  </a:lnTo>
                  <a:lnTo>
                    <a:pt x="3040" y="728"/>
                  </a:lnTo>
                  <a:lnTo>
                    <a:pt x="2941" y="600"/>
                  </a:lnTo>
                  <a:lnTo>
                    <a:pt x="2833" y="482"/>
                  </a:lnTo>
                  <a:lnTo>
                    <a:pt x="2715" y="374"/>
                  </a:lnTo>
                  <a:lnTo>
                    <a:pt x="2587" y="286"/>
                  </a:lnTo>
                  <a:lnTo>
                    <a:pt x="2450" y="197"/>
                  </a:lnTo>
                  <a:lnTo>
                    <a:pt x="2312" y="128"/>
                  </a:lnTo>
                  <a:lnTo>
                    <a:pt x="2155" y="79"/>
                  </a:lnTo>
                  <a:lnTo>
                    <a:pt x="1997" y="30"/>
                  </a:lnTo>
                  <a:lnTo>
                    <a:pt x="1830" y="10"/>
                  </a:lnTo>
                  <a:lnTo>
                    <a:pt x="1663" y="1"/>
                  </a:lnTo>
                  <a:close/>
                  <a:moveTo>
                    <a:pt x="7455" y="1"/>
                  </a:moveTo>
                  <a:lnTo>
                    <a:pt x="7278" y="10"/>
                  </a:lnTo>
                  <a:lnTo>
                    <a:pt x="7120" y="30"/>
                  </a:lnTo>
                  <a:lnTo>
                    <a:pt x="6963" y="79"/>
                  </a:lnTo>
                  <a:lnTo>
                    <a:pt x="6806" y="128"/>
                  </a:lnTo>
                  <a:lnTo>
                    <a:pt x="6658" y="197"/>
                  </a:lnTo>
                  <a:lnTo>
                    <a:pt x="6521" y="286"/>
                  </a:lnTo>
                  <a:lnTo>
                    <a:pt x="6393" y="374"/>
                  </a:lnTo>
                  <a:lnTo>
                    <a:pt x="6285" y="482"/>
                  </a:lnTo>
                  <a:lnTo>
                    <a:pt x="6176" y="600"/>
                  </a:lnTo>
                  <a:lnTo>
                    <a:pt x="6078" y="728"/>
                  </a:lnTo>
                  <a:lnTo>
                    <a:pt x="5990" y="866"/>
                  </a:lnTo>
                  <a:lnTo>
                    <a:pt x="5921" y="1013"/>
                  </a:lnTo>
                  <a:lnTo>
                    <a:pt x="5872" y="1161"/>
                  </a:lnTo>
                  <a:lnTo>
                    <a:pt x="5822" y="1328"/>
                  </a:lnTo>
                  <a:lnTo>
                    <a:pt x="5803" y="1485"/>
                  </a:lnTo>
                  <a:lnTo>
                    <a:pt x="5793" y="1662"/>
                  </a:lnTo>
                  <a:lnTo>
                    <a:pt x="5803" y="1830"/>
                  </a:lnTo>
                  <a:lnTo>
                    <a:pt x="5822" y="1987"/>
                  </a:lnTo>
                  <a:lnTo>
                    <a:pt x="5872" y="2154"/>
                  </a:lnTo>
                  <a:lnTo>
                    <a:pt x="5921" y="2302"/>
                  </a:lnTo>
                  <a:lnTo>
                    <a:pt x="5990" y="2449"/>
                  </a:lnTo>
                  <a:lnTo>
                    <a:pt x="6078" y="2587"/>
                  </a:lnTo>
                  <a:lnTo>
                    <a:pt x="6176" y="2715"/>
                  </a:lnTo>
                  <a:lnTo>
                    <a:pt x="6285" y="2833"/>
                  </a:lnTo>
                  <a:lnTo>
                    <a:pt x="6393" y="2941"/>
                  </a:lnTo>
                  <a:lnTo>
                    <a:pt x="6521" y="3029"/>
                  </a:lnTo>
                  <a:lnTo>
                    <a:pt x="6658" y="3118"/>
                  </a:lnTo>
                  <a:lnTo>
                    <a:pt x="6806" y="3187"/>
                  </a:lnTo>
                  <a:lnTo>
                    <a:pt x="6963" y="3246"/>
                  </a:lnTo>
                  <a:lnTo>
                    <a:pt x="7120" y="3285"/>
                  </a:lnTo>
                  <a:lnTo>
                    <a:pt x="7278" y="3305"/>
                  </a:lnTo>
                  <a:lnTo>
                    <a:pt x="7455" y="3314"/>
                  </a:lnTo>
                  <a:lnTo>
                    <a:pt x="7622" y="3305"/>
                  </a:lnTo>
                  <a:lnTo>
                    <a:pt x="7789" y="3285"/>
                  </a:lnTo>
                  <a:lnTo>
                    <a:pt x="7946" y="3246"/>
                  </a:lnTo>
                  <a:lnTo>
                    <a:pt x="8094" y="3187"/>
                  </a:lnTo>
                  <a:lnTo>
                    <a:pt x="8241" y="3118"/>
                  </a:lnTo>
                  <a:lnTo>
                    <a:pt x="8379" y="3029"/>
                  </a:lnTo>
                  <a:lnTo>
                    <a:pt x="8507" y="2941"/>
                  </a:lnTo>
                  <a:lnTo>
                    <a:pt x="8625" y="2833"/>
                  </a:lnTo>
                  <a:lnTo>
                    <a:pt x="8733" y="2715"/>
                  </a:lnTo>
                  <a:lnTo>
                    <a:pt x="8822" y="2587"/>
                  </a:lnTo>
                  <a:lnTo>
                    <a:pt x="8910" y="2449"/>
                  </a:lnTo>
                  <a:lnTo>
                    <a:pt x="8979" y="2302"/>
                  </a:lnTo>
                  <a:lnTo>
                    <a:pt x="9038" y="2154"/>
                  </a:lnTo>
                  <a:lnTo>
                    <a:pt x="9077" y="1987"/>
                  </a:lnTo>
                  <a:lnTo>
                    <a:pt x="9097" y="1830"/>
                  </a:lnTo>
                  <a:lnTo>
                    <a:pt x="9107" y="1662"/>
                  </a:lnTo>
                  <a:lnTo>
                    <a:pt x="9097" y="1485"/>
                  </a:lnTo>
                  <a:lnTo>
                    <a:pt x="9077" y="1328"/>
                  </a:lnTo>
                  <a:lnTo>
                    <a:pt x="9038" y="1161"/>
                  </a:lnTo>
                  <a:lnTo>
                    <a:pt x="8979" y="1013"/>
                  </a:lnTo>
                  <a:lnTo>
                    <a:pt x="8910" y="866"/>
                  </a:lnTo>
                  <a:lnTo>
                    <a:pt x="8822" y="728"/>
                  </a:lnTo>
                  <a:lnTo>
                    <a:pt x="8733" y="600"/>
                  </a:lnTo>
                  <a:lnTo>
                    <a:pt x="8625" y="482"/>
                  </a:lnTo>
                  <a:lnTo>
                    <a:pt x="8507" y="374"/>
                  </a:lnTo>
                  <a:lnTo>
                    <a:pt x="8379" y="286"/>
                  </a:lnTo>
                  <a:lnTo>
                    <a:pt x="8241" y="197"/>
                  </a:lnTo>
                  <a:lnTo>
                    <a:pt x="8094" y="128"/>
                  </a:lnTo>
                  <a:lnTo>
                    <a:pt x="7946" y="79"/>
                  </a:lnTo>
                  <a:lnTo>
                    <a:pt x="7789" y="30"/>
                  </a:lnTo>
                  <a:lnTo>
                    <a:pt x="7622" y="10"/>
                  </a:lnTo>
                  <a:lnTo>
                    <a:pt x="74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602" name="Google Shape;1602;p104"/>
          <p:cNvSpPr/>
          <p:nvPr/>
        </p:nvSpPr>
        <p:spPr>
          <a:xfrm>
            <a:off x="2319475" y="2793160"/>
            <a:ext cx="199815" cy="256674"/>
          </a:xfrm>
          <a:custGeom>
            <a:avLst/>
            <a:gdLst/>
            <a:ahLst/>
            <a:cxnLst/>
            <a:rect l="l" t="t" r="r" b="b"/>
            <a:pathLst>
              <a:path w="13442" h="17267" extrusionOk="0">
                <a:moveTo>
                  <a:pt x="6721" y="0"/>
                </a:moveTo>
                <a:lnTo>
                  <a:pt x="6559" y="14"/>
                </a:lnTo>
                <a:lnTo>
                  <a:pt x="6397" y="14"/>
                </a:lnTo>
                <a:lnTo>
                  <a:pt x="6086" y="68"/>
                </a:lnTo>
                <a:lnTo>
                  <a:pt x="5775" y="149"/>
                </a:lnTo>
                <a:lnTo>
                  <a:pt x="5491" y="257"/>
                </a:lnTo>
                <a:lnTo>
                  <a:pt x="5207" y="392"/>
                </a:lnTo>
                <a:lnTo>
                  <a:pt x="4950" y="541"/>
                </a:lnTo>
                <a:lnTo>
                  <a:pt x="4706" y="730"/>
                </a:lnTo>
                <a:lnTo>
                  <a:pt x="4476" y="933"/>
                </a:lnTo>
                <a:lnTo>
                  <a:pt x="4274" y="1163"/>
                </a:lnTo>
                <a:lnTo>
                  <a:pt x="4098" y="1406"/>
                </a:lnTo>
                <a:lnTo>
                  <a:pt x="3936" y="1663"/>
                </a:lnTo>
                <a:lnTo>
                  <a:pt x="3800" y="1947"/>
                </a:lnTo>
                <a:lnTo>
                  <a:pt x="3692" y="2231"/>
                </a:lnTo>
                <a:lnTo>
                  <a:pt x="3611" y="2542"/>
                </a:lnTo>
                <a:lnTo>
                  <a:pt x="3571" y="2853"/>
                </a:lnTo>
                <a:lnTo>
                  <a:pt x="3557" y="3015"/>
                </a:lnTo>
                <a:lnTo>
                  <a:pt x="3544" y="3178"/>
                </a:lnTo>
                <a:lnTo>
                  <a:pt x="3557" y="3340"/>
                </a:lnTo>
                <a:lnTo>
                  <a:pt x="3571" y="3502"/>
                </a:lnTo>
                <a:lnTo>
                  <a:pt x="3611" y="3813"/>
                </a:lnTo>
                <a:lnTo>
                  <a:pt x="3692" y="4124"/>
                </a:lnTo>
                <a:lnTo>
                  <a:pt x="3800" y="4408"/>
                </a:lnTo>
                <a:lnTo>
                  <a:pt x="3936" y="4692"/>
                </a:lnTo>
                <a:lnTo>
                  <a:pt x="4098" y="4949"/>
                </a:lnTo>
                <a:lnTo>
                  <a:pt x="4274" y="5192"/>
                </a:lnTo>
                <a:lnTo>
                  <a:pt x="4476" y="5422"/>
                </a:lnTo>
                <a:lnTo>
                  <a:pt x="4706" y="5625"/>
                </a:lnTo>
                <a:lnTo>
                  <a:pt x="4950" y="5801"/>
                </a:lnTo>
                <a:lnTo>
                  <a:pt x="5207" y="5963"/>
                </a:lnTo>
                <a:lnTo>
                  <a:pt x="5491" y="6098"/>
                </a:lnTo>
                <a:lnTo>
                  <a:pt x="5775" y="6206"/>
                </a:lnTo>
                <a:lnTo>
                  <a:pt x="6086" y="6288"/>
                </a:lnTo>
                <a:lnTo>
                  <a:pt x="6397" y="6328"/>
                </a:lnTo>
                <a:lnTo>
                  <a:pt x="6559" y="6342"/>
                </a:lnTo>
                <a:lnTo>
                  <a:pt x="6721" y="6355"/>
                </a:lnTo>
                <a:lnTo>
                  <a:pt x="6883" y="6342"/>
                </a:lnTo>
                <a:lnTo>
                  <a:pt x="7046" y="6328"/>
                </a:lnTo>
                <a:lnTo>
                  <a:pt x="7357" y="6288"/>
                </a:lnTo>
                <a:lnTo>
                  <a:pt x="7668" y="6206"/>
                </a:lnTo>
                <a:lnTo>
                  <a:pt x="7952" y="6098"/>
                </a:lnTo>
                <a:lnTo>
                  <a:pt x="8235" y="5963"/>
                </a:lnTo>
                <a:lnTo>
                  <a:pt x="8492" y="5801"/>
                </a:lnTo>
                <a:lnTo>
                  <a:pt x="8736" y="5625"/>
                </a:lnTo>
                <a:lnTo>
                  <a:pt x="8966" y="5422"/>
                </a:lnTo>
                <a:lnTo>
                  <a:pt x="9168" y="5192"/>
                </a:lnTo>
                <a:lnTo>
                  <a:pt x="9358" y="4949"/>
                </a:lnTo>
                <a:lnTo>
                  <a:pt x="9506" y="4692"/>
                </a:lnTo>
                <a:lnTo>
                  <a:pt x="9642" y="4408"/>
                </a:lnTo>
                <a:lnTo>
                  <a:pt x="9750" y="4124"/>
                </a:lnTo>
                <a:lnTo>
                  <a:pt x="9831" y="3813"/>
                </a:lnTo>
                <a:lnTo>
                  <a:pt x="9885" y="3502"/>
                </a:lnTo>
                <a:lnTo>
                  <a:pt x="9885" y="3340"/>
                </a:lnTo>
                <a:lnTo>
                  <a:pt x="9899" y="3178"/>
                </a:lnTo>
                <a:lnTo>
                  <a:pt x="9885" y="3015"/>
                </a:lnTo>
                <a:lnTo>
                  <a:pt x="9885" y="2853"/>
                </a:lnTo>
                <a:lnTo>
                  <a:pt x="9831" y="2542"/>
                </a:lnTo>
                <a:lnTo>
                  <a:pt x="9750" y="2231"/>
                </a:lnTo>
                <a:lnTo>
                  <a:pt x="9642" y="1947"/>
                </a:lnTo>
                <a:lnTo>
                  <a:pt x="9506" y="1663"/>
                </a:lnTo>
                <a:lnTo>
                  <a:pt x="9358" y="1406"/>
                </a:lnTo>
                <a:lnTo>
                  <a:pt x="9168" y="1163"/>
                </a:lnTo>
                <a:lnTo>
                  <a:pt x="8966" y="933"/>
                </a:lnTo>
                <a:lnTo>
                  <a:pt x="8736" y="730"/>
                </a:lnTo>
                <a:lnTo>
                  <a:pt x="8492" y="541"/>
                </a:lnTo>
                <a:lnTo>
                  <a:pt x="8235" y="392"/>
                </a:lnTo>
                <a:lnTo>
                  <a:pt x="7952" y="257"/>
                </a:lnTo>
                <a:lnTo>
                  <a:pt x="7668" y="149"/>
                </a:lnTo>
                <a:lnTo>
                  <a:pt x="7357" y="68"/>
                </a:lnTo>
                <a:lnTo>
                  <a:pt x="7046" y="14"/>
                </a:lnTo>
                <a:lnTo>
                  <a:pt x="6883" y="14"/>
                </a:lnTo>
                <a:lnTo>
                  <a:pt x="6721" y="0"/>
                </a:lnTo>
                <a:close/>
                <a:moveTo>
                  <a:pt x="6843" y="12845"/>
                </a:moveTo>
                <a:lnTo>
                  <a:pt x="6964" y="12859"/>
                </a:lnTo>
                <a:lnTo>
                  <a:pt x="7073" y="12886"/>
                </a:lnTo>
                <a:lnTo>
                  <a:pt x="7181" y="12927"/>
                </a:lnTo>
                <a:lnTo>
                  <a:pt x="7289" y="12981"/>
                </a:lnTo>
                <a:lnTo>
                  <a:pt x="7384" y="13048"/>
                </a:lnTo>
                <a:lnTo>
                  <a:pt x="7478" y="13116"/>
                </a:lnTo>
                <a:lnTo>
                  <a:pt x="7559" y="13183"/>
                </a:lnTo>
                <a:lnTo>
                  <a:pt x="7641" y="13265"/>
                </a:lnTo>
                <a:lnTo>
                  <a:pt x="7708" y="13359"/>
                </a:lnTo>
                <a:lnTo>
                  <a:pt x="7762" y="13454"/>
                </a:lnTo>
                <a:lnTo>
                  <a:pt x="7816" y="13562"/>
                </a:lnTo>
                <a:lnTo>
                  <a:pt x="7857" y="13670"/>
                </a:lnTo>
                <a:lnTo>
                  <a:pt x="7884" y="13792"/>
                </a:lnTo>
                <a:lnTo>
                  <a:pt x="7897" y="13900"/>
                </a:lnTo>
                <a:lnTo>
                  <a:pt x="7911" y="14022"/>
                </a:lnTo>
                <a:lnTo>
                  <a:pt x="7897" y="14143"/>
                </a:lnTo>
                <a:lnTo>
                  <a:pt x="7884" y="14265"/>
                </a:lnTo>
                <a:lnTo>
                  <a:pt x="7857" y="14373"/>
                </a:lnTo>
                <a:lnTo>
                  <a:pt x="7816" y="14482"/>
                </a:lnTo>
                <a:lnTo>
                  <a:pt x="7762" y="14590"/>
                </a:lnTo>
                <a:lnTo>
                  <a:pt x="7708" y="14684"/>
                </a:lnTo>
                <a:lnTo>
                  <a:pt x="7641" y="14779"/>
                </a:lnTo>
                <a:lnTo>
                  <a:pt x="7559" y="14860"/>
                </a:lnTo>
                <a:lnTo>
                  <a:pt x="7478" y="14941"/>
                </a:lnTo>
                <a:lnTo>
                  <a:pt x="7384" y="15009"/>
                </a:lnTo>
                <a:lnTo>
                  <a:pt x="7289" y="15063"/>
                </a:lnTo>
                <a:lnTo>
                  <a:pt x="7181" y="15117"/>
                </a:lnTo>
                <a:lnTo>
                  <a:pt x="7073" y="15158"/>
                </a:lnTo>
                <a:lnTo>
                  <a:pt x="6964" y="15185"/>
                </a:lnTo>
                <a:lnTo>
                  <a:pt x="6843" y="15212"/>
                </a:lnTo>
                <a:lnTo>
                  <a:pt x="6599" y="15212"/>
                </a:lnTo>
                <a:lnTo>
                  <a:pt x="6478" y="15185"/>
                </a:lnTo>
                <a:lnTo>
                  <a:pt x="6369" y="15158"/>
                </a:lnTo>
                <a:lnTo>
                  <a:pt x="6261" y="15117"/>
                </a:lnTo>
                <a:lnTo>
                  <a:pt x="6153" y="15063"/>
                </a:lnTo>
                <a:lnTo>
                  <a:pt x="6059" y="15009"/>
                </a:lnTo>
                <a:lnTo>
                  <a:pt x="5964" y="14941"/>
                </a:lnTo>
                <a:lnTo>
                  <a:pt x="5883" y="14860"/>
                </a:lnTo>
                <a:lnTo>
                  <a:pt x="5802" y="14779"/>
                </a:lnTo>
                <a:lnTo>
                  <a:pt x="5734" y="14684"/>
                </a:lnTo>
                <a:lnTo>
                  <a:pt x="5680" y="14590"/>
                </a:lnTo>
                <a:lnTo>
                  <a:pt x="5626" y="14482"/>
                </a:lnTo>
                <a:lnTo>
                  <a:pt x="5585" y="14373"/>
                </a:lnTo>
                <a:lnTo>
                  <a:pt x="5558" y="14265"/>
                </a:lnTo>
                <a:lnTo>
                  <a:pt x="5545" y="14143"/>
                </a:lnTo>
                <a:lnTo>
                  <a:pt x="5531" y="14022"/>
                </a:lnTo>
                <a:lnTo>
                  <a:pt x="5545" y="13900"/>
                </a:lnTo>
                <a:lnTo>
                  <a:pt x="5558" y="13792"/>
                </a:lnTo>
                <a:lnTo>
                  <a:pt x="5585" y="13670"/>
                </a:lnTo>
                <a:lnTo>
                  <a:pt x="5626" y="13562"/>
                </a:lnTo>
                <a:lnTo>
                  <a:pt x="5680" y="13454"/>
                </a:lnTo>
                <a:lnTo>
                  <a:pt x="5734" y="13359"/>
                </a:lnTo>
                <a:lnTo>
                  <a:pt x="5802" y="13265"/>
                </a:lnTo>
                <a:lnTo>
                  <a:pt x="5883" y="13183"/>
                </a:lnTo>
                <a:lnTo>
                  <a:pt x="5964" y="13116"/>
                </a:lnTo>
                <a:lnTo>
                  <a:pt x="6059" y="13048"/>
                </a:lnTo>
                <a:lnTo>
                  <a:pt x="6153" y="12981"/>
                </a:lnTo>
                <a:lnTo>
                  <a:pt x="6261" y="12927"/>
                </a:lnTo>
                <a:lnTo>
                  <a:pt x="6369" y="12886"/>
                </a:lnTo>
                <a:lnTo>
                  <a:pt x="6478" y="12859"/>
                </a:lnTo>
                <a:lnTo>
                  <a:pt x="6599" y="12845"/>
                </a:lnTo>
                <a:close/>
                <a:moveTo>
                  <a:pt x="3868" y="7897"/>
                </a:moveTo>
                <a:lnTo>
                  <a:pt x="2894" y="9208"/>
                </a:lnTo>
                <a:lnTo>
                  <a:pt x="2894" y="10777"/>
                </a:lnTo>
                <a:lnTo>
                  <a:pt x="1" y="10777"/>
                </a:lnTo>
                <a:lnTo>
                  <a:pt x="650" y="17267"/>
                </a:lnTo>
                <a:lnTo>
                  <a:pt x="12792" y="17267"/>
                </a:lnTo>
                <a:lnTo>
                  <a:pt x="13441" y="10777"/>
                </a:lnTo>
                <a:lnTo>
                  <a:pt x="10548" y="10777"/>
                </a:lnTo>
                <a:lnTo>
                  <a:pt x="10548" y="9208"/>
                </a:lnTo>
                <a:lnTo>
                  <a:pt x="9588" y="7897"/>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3" name="Google Shape;1603;p104"/>
          <p:cNvSpPr/>
          <p:nvPr/>
        </p:nvSpPr>
        <p:spPr>
          <a:xfrm>
            <a:off x="5203726" y="2791750"/>
            <a:ext cx="279664" cy="259494"/>
          </a:xfrm>
          <a:custGeom>
            <a:avLst/>
            <a:gdLst/>
            <a:ahLst/>
            <a:cxnLst/>
            <a:rect l="l" t="t" r="r" b="b"/>
            <a:pathLst>
              <a:path w="15253" h="14151" extrusionOk="0">
                <a:moveTo>
                  <a:pt x="10080" y="954"/>
                </a:moveTo>
                <a:lnTo>
                  <a:pt x="10886" y="2360"/>
                </a:lnTo>
                <a:lnTo>
                  <a:pt x="10483" y="3068"/>
                </a:lnTo>
                <a:lnTo>
                  <a:pt x="10080" y="3776"/>
                </a:lnTo>
                <a:lnTo>
                  <a:pt x="8448" y="3776"/>
                </a:lnTo>
                <a:lnTo>
                  <a:pt x="8044" y="3068"/>
                </a:lnTo>
                <a:lnTo>
                  <a:pt x="7631" y="2360"/>
                </a:lnTo>
                <a:lnTo>
                  <a:pt x="8448" y="954"/>
                </a:lnTo>
                <a:close/>
                <a:moveTo>
                  <a:pt x="6805" y="2842"/>
                </a:moveTo>
                <a:lnTo>
                  <a:pt x="7218" y="3540"/>
                </a:lnTo>
                <a:lnTo>
                  <a:pt x="7622" y="4248"/>
                </a:lnTo>
                <a:lnTo>
                  <a:pt x="7218" y="4956"/>
                </a:lnTo>
                <a:lnTo>
                  <a:pt x="6805" y="5654"/>
                </a:lnTo>
                <a:lnTo>
                  <a:pt x="5183" y="5654"/>
                </a:lnTo>
                <a:lnTo>
                  <a:pt x="4780" y="4956"/>
                </a:lnTo>
                <a:lnTo>
                  <a:pt x="4367" y="4248"/>
                </a:lnTo>
                <a:lnTo>
                  <a:pt x="5183" y="2842"/>
                </a:lnTo>
                <a:close/>
                <a:moveTo>
                  <a:pt x="13345" y="2842"/>
                </a:moveTo>
                <a:lnTo>
                  <a:pt x="14151" y="4248"/>
                </a:lnTo>
                <a:lnTo>
                  <a:pt x="13345" y="5654"/>
                </a:lnTo>
                <a:lnTo>
                  <a:pt x="11712" y="5654"/>
                </a:lnTo>
                <a:lnTo>
                  <a:pt x="11309" y="4956"/>
                </a:lnTo>
                <a:lnTo>
                  <a:pt x="10896" y="4248"/>
                </a:lnTo>
                <a:lnTo>
                  <a:pt x="11309" y="3540"/>
                </a:lnTo>
                <a:lnTo>
                  <a:pt x="11712" y="2842"/>
                </a:lnTo>
                <a:close/>
                <a:moveTo>
                  <a:pt x="3541" y="4720"/>
                </a:moveTo>
                <a:lnTo>
                  <a:pt x="3954" y="5428"/>
                </a:lnTo>
                <a:lnTo>
                  <a:pt x="4357" y="6136"/>
                </a:lnTo>
                <a:lnTo>
                  <a:pt x="3954" y="6834"/>
                </a:lnTo>
                <a:lnTo>
                  <a:pt x="3541" y="7542"/>
                </a:lnTo>
                <a:lnTo>
                  <a:pt x="1918" y="7542"/>
                </a:lnTo>
                <a:lnTo>
                  <a:pt x="1102" y="6136"/>
                </a:lnTo>
                <a:lnTo>
                  <a:pt x="1918" y="4720"/>
                </a:lnTo>
                <a:close/>
                <a:moveTo>
                  <a:pt x="10080" y="4720"/>
                </a:moveTo>
                <a:lnTo>
                  <a:pt x="10483" y="5428"/>
                </a:lnTo>
                <a:lnTo>
                  <a:pt x="10886" y="6136"/>
                </a:lnTo>
                <a:lnTo>
                  <a:pt x="10483" y="6834"/>
                </a:lnTo>
                <a:lnTo>
                  <a:pt x="10080" y="7542"/>
                </a:lnTo>
                <a:lnTo>
                  <a:pt x="8448" y="7542"/>
                </a:lnTo>
                <a:lnTo>
                  <a:pt x="8044" y="6834"/>
                </a:lnTo>
                <a:lnTo>
                  <a:pt x="7631" y="6136"/>
                </a:lnTo>
                <a:lnTo>
                  <a:pt x="8044" y="5428"/>
                </a:lnTo>
                <a:lnTo>
                  <a:pt x="8448" y="4720"/>
                </a:lnTo>
                <a:close/>
                <a:moveTo>
                  <a:pt x="13345" y="6608"/>
                </a:moveTo>
                <a:lnTo>
                  <a:pt x="14151" y="8024"/>
                </a:lnTo>
                <a:lnTo>
                  <a:pt x="13345" y="9430"/>
                </a:lnTo>
                <a:lnTo>
                  <a:pt x="11712" y="9430"/>
                </a:lnTo>
                <a:lnTo>
                  <a:pt x="11309" y="8722"/>
                </a:lnTo>
                <a:lnTo>
                  <a:pt x="10896" y="8024"/>
                </a:lnTo>
                <a:lnTo>
                  <a:pt x="11309" y="7316"/>
                </a:lnTo>
                <a:lnTo>
                  <a:pt x="11712" y="6608"/>
                </a:lnTo>
                <a:close/>
                <a:moveTo>
                  <a:pt x="10080" y="8496"/>
                </a:moveTo>
                <a:lnTo>
                  <a:pt x="10483" y="9204"/>
                </a:lnTo>
                <a:lnTo>
                  <a:pt x="10886" y="9902"/>
                </a:lnTo>
                <a:lnTo>
                  <a:pt x="10080" y="11318"/>
                </a:lnTo>
                <a:lnTo>
                  <a:pt x="8448" y="11318"/>
                </a:lnTo>
                <a:lnTo>
                  <a:pt x="8044" y="10610"/>
                </a:lnTo>
                <a:lnTo>
                  <a:pt x="7631" y="9902"/>
                </a:lnTo>
                <a:lnTo>
                  <a:pt x="8044" y="9204"/>
                </a:lnTo>
                <a:lnTo>
                  <a:pt x="8448" y="8496"/>
                </a:lnTo>
                <a:close/>
                <a:moveTo>
                  <a:pt x="6805" y="10384"/>
                </a:moveTo>
                <a:lnTo>
                  <a:pt x="7218" y="11082"/>
                </a:lnTo>
                <a:lnTo>
                  <a:pt x="7622" y="11790"/>
                </a:lnTo>
                <a:lnTo>
                  <a:pt x="6805" y="13197"/>
                </a:lnTo>
                <a:lnTo>
                  <a:pt x="5183" y="13197"/>
                </a:lnTo>
                <a:lnTo>
                  <a:pt x="4367" y="11790"/>
                </a:lnTo>
                <a:lnTo>
                  <a:pt x="5183" y="10384"/>
                </a:lnTo>
                <a:close/>
                <a:moveTo>
                  <a:pt x="7897" y="0"/>
                </a:moveTo>
                <a:lnTo>
                  <a:pt x="6805" y="1888"/>
                </a:lnTo>
                <a:lnTo>
                  <a:pt x="4632" y="1888"/>
                </a:lnTo>
                <a:lnTo>
                  <a:pt x="3541" y="3776"/>
                </a:lnTo>
                <a:lnTo>
                  <a:pt x="1367" y="3776"/>
                </a:lnTo>
                <a:lnTo>
                  <a:pt x="1" y="6136"/>
                </a:lnTo>
                <a:lnTo>
                  <a:pt x="1367" y="8496"/>
                </a:lnTo>
                <a:lnTo>
                  <a:pt x="3541" y="8496"/>
                </a:lnTo>
                <a:lnTo>
                  <a:pt x="4357" y="9902"/>
                </a:lnTo>
                <a:lnTo>
                  <a:pt x="3265" y="11790"/>
                </a:lnTo>
                <a:lnTo>
                  <a:pt x="4632" y="14150"/>
                </a:lnTo>
                <a:lnTo>
                  <a:pt x="7356" y="14150"/>
                </a:lnTo>
                <a:lnTo>
                  <a:pt x="8448" y="12262"/>
                </a:lnTo>
                <a:lnTo>
                  <a:pt x="10621" y="12262"/>
                </a:lnTo>
                <a:lnTo>
                  <a:pt x="11712" y="10384"/>
                </a:lnTo>
                <a:lnTo>
                  <a:pt x="13885" y="10384"/>
                </a:lnTo>
                <a:lnTo>
                  <a:pt x="15252" y="8024"/>
                </a:lnTo>
                <a:lnTo>
                  <a:pt x="14161" y="6136"/>
                </a:lnTo>
                <a:lnTo>
                  <a:pt x="15252" y="4248"/>
                </a:lnTo>
                <a:lnTo>
                  <a:pt x="13885" y="1888"/>
                </a:lnTo>
                <a:lnTo>
                  <a:pt x="11712" y="1888"/>
                </a:lnTo>
                <a:lnTo>
                  <a:pt x="10621"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604" name="Google Shape;1604;p104"/>
          <p:cNvGrpSpPr/>
          <p:nvPr/>
        </p:nvGrpSpPr>
        <p:grpSpPr>
          <a:xfrm>
            <a:off x="4251454" y="2781363"/>
            <a:ext cx="280240" cy="280269"/>
            <a:chOff x="2724775" y="3084275"/>
            <a:chExt cx="445675" cy="445650"/>
          </a:xfrm>
        </p:grpSpPr>
        <p:sp>
          <p:nvSpPr>
            <p:cNvPr id="1605" name="Google Shape;1605;p104"/>
            <p:cNvSpPr/>
            <p:nvPr/>
          </p:nvSpPr>
          <p:spPr>
            <a:xfrm>
              <a:off x="2769275" y="3084275"/>
              <a:ext cx="222850" cy="153575"/>
            </a:xfrm>
            <a:custGeom>
              <a:avLst/>
              <a:gdLst/>
              <a:ahLst/>
              <a:cxnLst/>
              <a:rect l="l" t="t" r="r" b="b"/>
              <a:pathLst>
                <a:path w="8914" h="6143" extrusionOk="0">
                  <a:moveTo>
                    <a:pt x="7133" y="1"/>
                  </a:moveTo>
                  <a:lnTo>
                    <a:pt x="7133" y="885"/>
                  </a:lnTo>
                  <a:lnTo>
                    <a:pt x="6839" y="897"/>
                  </a:lnTo>
                  <a:lnTo>
                    <a:pt x="6556" y="909"/>
                  </a:lnTo>
                  <a:lnTo>
                    <a:pt x="6273" y="932"/>
                  </a:lnTo>
                  <a:lnTo>
                    <a:pt x="5978" y="967"/>
                  </a:lnTo>
                  <a:lnTo>
                    <a:pt x="5707" y="1015"/>
                  </a:lnTo>
                  <a:lnTo>
                    <a:pt x="5424" y="1074"/>
                  </a:lnTo>
                  <a:lnTo>
                    <a:pt x="5153" y="1133"/>
                  </a:lnTo>
                  <a:lnTo>
                    <a:pt x="4882" y="1215"/>
                  </a:lnTo>
                  <a:lnTo>
                    <a:pt x="4610" y="1298"/>
                  </a:lnTo>
                  <a:lnTo>
                    <a:pt x="4351" y="1380"/>
                  </a:lnTo>
                  <a:lnTo>
                    <a:pt x="4092" y="1486"/>
                  </a:lnTo>
                  <a:lnTo>
                    <a:pt x="3832" y="1592"/>
                  </a:lnTo>
                  <a:lnTo>
                    <a:pt x="3585" y="1710"/>
                  </a:lnTo>
                  <a:lnTo>
                    <a:pt x="3337" y="1840"/>
                  </a:lnTo>
                  <a:lnTo>
                    <a:pt x="3101" y="1970"/>
                  </a:lnTo>
                  <a:lnTo>
                    <a:pt x="2866" y="2111"/>
                  </a:lnTo>
                  <a:lnTo>
                    <a:pt x="2642" y="2264"/>
                  </a:lnTo>
                  <a:lnTo>
                    <a:pt x="2418" y="2429"/>
                  </a:lnTo>
                  <a:lnTo>
                    <a:pt x="2194" y="2594"/>
                  </a:lnTo>
                  <a:lnTo>
                    <a:pt x="1981" y="2759"/>
                  </a:lnTo>
                  <a:lnTo>
                    <a:pt x="1781" y="2936"/>
                  </a:lnTo>
                  <a:lnTo>
                    <a:pt x="1581" y="3125"/>
                  </a:lnTo>
                  <a:lnTo>
                    <a:pt x="1392" y="3325"/>
                  </a:lnTo>
                  <a:lnTo>
                    <a:pt x="1203" y="3526"/>
                  </a:lnTo>
                  <a:lnTo>
                    <a:pt x="1027" y="3726"/>
                  </a:lnTo>
                  <a:lnTo>
                    <a:pt x="861" y="3938"/>
                  </a:lnTo>
                  <a:lnTo>
                    <a:pt x="696" y="4162"/>
                  </a:lnTo>
                  <a:lnTo>
                    <a:pt x="543" y="4386"/>
                  </a:lnTo>
                  <a:lnTo>
                    <a:pt x="390" y="4622"/>
                  </a:lnTo>
                  <a:lnTo>
                    <a:pt x="260" y="4858"/>
                  </a:lnTo>
                  <a:lnTo>
                    <a:pt x="131" y="5094"/>
                  </a:lnTo>
                  <a:lnTo>
                    <a:pt x="1" y="5341"/>
                  </a:lnTo>
                  <a:lnTo>
                    <a:pt x="1604" y="6143"/>
                  </a:lnTo>
                  <a:lnTo>
                    <a:pt x="1699" y="5954"/>
                  </a:lnTo>
                  <a:lnTo>
                    <a:pt x="1805" y="5777"/>
                  </a:lnTo>
                  <a:lnTo>
                    <a:pt x="1911" y="5589"/>
                  </a:lnTo>
                  <a:lnTo>
                    <a:pt x="2029" y="5412"/>
                  </a:lnTo>
                  <a:lnTo>
                    <a:pt x="2147" y="5235"/>
                  </a:lnTo>
                  <a:lnTo>
                    <a:pt x="2276" y="5070"/>
                  </a:lnTo>
                  <a:lnTo>
                    <a:pt x="2406" y="4905"/>
                  </a:lnTo>
                  <a:lnTo>
                    <a:pt x="2547" y="4740"/>
                  </a:lnTo>
                  <a:lnTo>
                    <a:pt x="2689" y="4587"/>
                  </a:lnTo>
                  <a:lnTo>
                    <a:pt x="2842" y="4434"/>
                  </a:lnTo>
                  <a:lnTo>
                    <a:pt x="2995" y="4292"/>
                  </a:lnTo>
                  <a:lnTo>
                    <a:pt x="3149" y="4151"/>
                  </a:lnTo>
                  <a:lnTo>
                    <a:pt x="3314" y="4009"/>
                  </a:lnTo>
                  <a:lnTo>
                    <a:pt x="3490" y="3879"/>
                  </a:lnTo>
                  <a:lnTo>
                    <a:pt x="3656" y="3762"/>
                  </a:lnTo>
                  <a:lnTo>
                    <a:pt x="3832" y="3644"/>
                  </a:lnTo>
                  <a:lnTo>
                    <a:pt x="4021" y="3526"/>
                  </a:lnTo>
                  <a:lnTo>
                    <a:pt x="4210" y="3420"/>
                  </a:lnTo>
                  <a:lnTo>
                    <a:pt x="4398" y="3325"/>
                  </a:lnTo>
                  <a:lnTo>
                    <a:pt x="4587" y="3231"/>
                  </a:lnTo>
                  <a:lnTo>
                    <a:pt x="4787" y="3148"/>
                  </a:lnTo>
                  <a:lnTo>
                    <a:pt x="4988" y="3066"/>
                  </a:lnTo>
                  <a:lnTo>
                    <a:pt x="5188" y="2995"/>
                  </a:lnTo>
                  <a:lnTo>
                    <a:pt x="5389" y="2924"/>
                  </a:lnTo>
                  <a:lnTo>
                    <a:pt x="5601" y="2866"/>
                  </a:lnTo>
                  <a:lnTo>
                    <a:pt x="5813" y="2818"/>
                  </a:lnTo>
                  <a:lnTo>
                    <a:pt x="6025" y="2771"/>
                  </a:lnTo>
                  <a:lnTo>
                    <a:pt x="6249" y="2736"/>
                  </a:lnTo>
                  <a:lnTo>
                    <a:pt x="6461" y="2712"/>
                  </a:lnTo>
                  <a:lnTo>
                    <a:pt x="6685" y="2689"/>
                  </a:lnTo>
                  <a:lnTo>
                    <a:pt x="6909" y="2677"/>
                  </a:lnTo>
                  <a:lnTo>
                    <a:pt x="7133" y="2677"/>
                  </a:lnTo>
                  <a:lnTo>
                    <a:pt x="7133" y="3561"/>
                  </a:lnTo>
                  <a:lnTo>
                    <a:pt x="8914" y="1781"/>
                  </a:lnTo>
                  <a:lnTo>
                    <a:pt x="7133"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6" name="Google Shape;1606;p104"/>
            <p:cNvSpPr/>
            <p:nvPr/>
          </p:nvSpPr>
          <p:spPr>
            <a:xfrm>
              <a:off x="2903100" y="3376075"/>
              <a:ext cx="222825" cy="153850"/>
            </a:xfrm>
            <a:custGeom>
              <a:avLst/>
              <a:gdLst/>
              <a:ahLst/>
              <a:cxnLst/>
              <a:rect l="l" t="t" r="r" b="b"/>
              <a:pathLst>
                <a:path w="8913" h="6154" extrusionOk="0">
                  <a:moveTo>
                    <a:pt x="7310" y="0"/>
                  </a:moveTo>
                  <a:lnTo>
                    <a:pt x="7215" y="189"/>
                  </a:lnTo>
                  <a:lnTo>
                    <a:pt x="7109" y="377"/>
                  </a:lnTo>
                  <a:lnTo>
                    <a:pt x="7003" y="566"/>
                  </a:lnTo>
                  <a:lnTo>
                    <a:pt x="6885" y="743"/>
                  </a:lnTo>
                  <a:lnTo>
                    <a:pt x="6767" y="920"/>
                  </a:lnTo>
                  <a:lnTo>
                    <a:pt x="6638" y="1085"/>
                  </a:lnTo>
                  <a:lnTo>
                    <a:pt x="6508" y="1250"/>
                  </a:lnTo>
                  <a:lnTo>
                    <a:pt x="6366" y="1415"/>
                  </a:lnTo>
                  <a:lnTo>
                    <a:pt x="6225" y="1568"/>
                  </a:lnTo>
                  <a:lnTo>
                    <a:pt x="6072" y="1721"/>
                  </a:lnTo>
                  <a:lnTo>
                    <a:pt x="5918" y="1863"/>
                  </a:lnTo>
                  <a:lnTo>
                    <a:pt x="5765" y="2004"/>
                  </a:lnTo>
                  <a:lnTo>
                    <a:pt x="5600" y="2134"/>
                  </a:lnTo>
                  <a:lnTo>
                    <a:pt x="5435" y="2264"/>
                  </a:lnTo>
                  <a:lnTo>
                    <a:pt x="5258" y="2393"/>
                  </a:lnTo>
                  <a:lnTo>
                    <a:pt x="5081" y="2511"/>
                  </a:lnTo>
                  <a:lnTo>
                    <a:pt x="4893" y="2617"/>
                  </a:lnTo>
                  <a:lnTo>
                    <a:pt x="4716" y="2723"/>
                  </a:lnTo>
                  <a:lnTo>
                    <a:pt x="4527" y="2829"/>
                  </a:lnTo>
                  <a:lnTo>
                    <a:pt x="4327" y="2924"/>
                  </a:lnTo>
                  <a:lnTo>
                    <a:pt x="4126" y="3006"/>
                  </a:lnTo>
                  <a:lnTo>
                    <a:pt x="3938" y="3089"/>
                  </a:lnTo>
                  <a:lnTo>
                    <a:pt x="3726" y="3160"/>
                  </a:lnTo>
                  <a:lnTo>
                    <a:pt x="3525" y="3219"/>
                  </a:lnTo>
                  <a:lnTo>
                    <a:pt x="3313" y="3277"/>
                  </a:lnTo>
                  <a:lnTo>
                    <a:pt x="3101" y="3336"/>
                  </a:lnTo>
                  <a:lnTo>
                    <a:pt x="2889" y="3372"/>
                  </a:lnTo>
                  <a:lnTo>
                    <a:pt x="2665" y="3419"/>
                  </a:lnTo>
                  <a:lnTo>
                    <a:pt x="2452" y="3442"/>
                  </a:lnTo>
                  <a:lnTo>
                    <a:pt x="2228" y="3466"/>
                  </a:lnTo>
                  <a:lnTo>
                    <a:pt x="2004" y="3478"/>
                  </a:lnTo>
                  <a:lnTo>
                    <a:pt x="1780" y="3478"/>
                  </a:lnTo>
                  <a:lnTo>
                    <a:pt x="1780" y="2582"/>
                  </a:lnTo>
                  <a:lnTo>
                    <a:pt x="0" y="4374"/>
                  </a:lnTo>
                  <a:lnTo>
                    <a:pt x="1780" y="6154"/>
                  </a:lnTo>
                  <a:lnTo>
                    <a:pt x="1780" y="5258"/>
                  </a:lnTo>
                  <a:lnTo>
                    <a:pt x="2075" y="5258"/>
                  </a:lnTo>
                  <a:lnTo>
                    <a:pt x="2358" y="5234"/>
                  </a:lnTo>
                  <a:lnTo>
                    <a:pt x="2653" y="5211"/>
                  </a:lnTo>
                  <a:lnTo>
                    <a:pt x="2936" y="5176"/>
                  </a:lnTo>
                  <a:lnTo>
                    <a:pt x="3219" y="5128"/>
                  </a:lnTo>
                  <a:lnTo>
                    <a:pt x="3490" y="5081"/>
                  </a:lnTo>
                  <a:lnTo>
                    <a:pt x="3761" y="5010"/>
                  </a:lnTo>
                  <a:lnTo>
                    <a:pt x="4032" y="4940"/>
                  </a:lnTo>
                  <a:lnTo>
                    <a:pt x="4303" y="4857"/>
                  </a:lnTo>
                  <a:lnTo>
                    <a:pt x="4563" y="4763"/>
                  </a:lnTo>
                  <a:lnTo>
                    <a:pt x="4822" y="4669"/>
                  </a:lnTo>
                  <a:lnTo>
                    <a:pt x="5081" y="4551"/>
                  </a:lnTo>
                  <a:lnTo>
                    <a:pt x="5329" y="4433"/>
                  </a:lnTo>
                  <a:lnTo>
                    <a:pt x="5577" y="4315"/>
                  </a:lnTo>
                  <a:lnTo>
                    <a:pt x="5812" y="4173"/>
                  </a:lnTo>
                  <a:lnTo>
                    <a:pt x="6048" y="4032"/>
                  </a:lnTo>
                  <a:lnTo>
                    <a:pt x="6272" y="3890"/>
                  </a:lnTo>
                  <a:lnTo>
                    <a:pt x="6496" y="3725"/>
                  </a:lnTo>
                  <a:lnTo>
                    <a:pt x="6720" y="3560"/>
                  </a:lnTo>
                  <a:lnTo>
                    <a:pt x="6932" y="3395"/>
                  </a:lnTo>
                  <a:lnTo>
                    <a:pt x="7133" y="3207"/>
                  </a:lnTo>
                  <a:lnTo>
                    <a:pt x="7333" y="3018"/>
                  </a:lnTo>
                  <a:lnTo>
                    <a:pt x="7522" y="2829"/>
                  </a:lnTo>
                  <a:lnTo>
                    <a:pt x="7710" y="2629"/>
                  </a:lnTo>
                  <a:lnTo>
                    <a:pt x="7887" y="2417"/>
                  </a:lnTo>
                  <a:lnTo>
                    <a:pt x="8052" y="2205"/>
                  </a:lnTo>
                  <a:lnTo>
                    <a:pt x="8217" y="1992"/>
                  </a:lnTo>
                  <a:lnTo>
                    <a:pt x="8371" y="1768"/>
                  </a:lnTo>
                  <a:lnTo>
                    <a:pt x="8524" y="1533"/>
                  </a:lnTo>
                  <a:lnTo>
                    <a:pt x="8665" y="1297"/>
                  </a:lnTo>
                  <a:lnTo>
                    <a:pt x="8795" y="1049"/>
                  </a:lnTo>
                  <a:lnTo>
                    <a:pt x="8913" y="802"/>
                  </a:lnTo>
                  <a:lnTo>
                    <a:pt x="7310"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7" name="Google Shape;1607;p104"/>
            <p:cNvSpPr/>
            <p:nvPr/>
          </p:nvSpPr>
          <p:spPr>
            <a:xfrm>
              <a:off x="2724775" y="3262600"/>
              <a:ext cx="153875" cy="222825"/>
            </a:xfrm>
            <a:custGeom>
              <a:avLst/>
              <a:gdLst/>
              <a:ahLst/>
              <a:cxnLst/>
              <a:rect l="l" t="t" r="r" b="b"/>
              <a:pathLst>
                <a:path w="6155" h="8913" extrusionOk="0">
                  <a:moveTo>
                    <a:pt x="1781" y="0"/>
                  </a:moveTo>
                  <a:lnTo>
                    <a:pt x="1" y="1780"/>
                  </a:lnTo>
                  <a:lnTo>
                    <a:pt x="897" y="1780"/>
                  </a:lnTo>
                  <a:lnTo>
                    <a:pt x="897" y="2075"/>
                  </a:lnTo>
                  <a:lnTo>
                    <a:pt x="908" y="2358"/>
                  </a:lnTo>
                  <a:lnTo>
                    <a:pt x="944" y="2641"/>
                  </a:lnTo>
                  <a:lnTo>
                    <a:pt x="979" y="2924"/>
                  </a:lnTo>
                  <a:lnTo>
                    <a:pt x="1015" y="3207"/>
                  </a:lnTo>
                  <a:lnTo>
                    <a:pt x="1073" y="3490"/>
                  </a:lnTo>
                  <a:lnTo>
                    <a:pt x="1144" y="3761"/>
                  </a:lnTo>
                  <a:lnTo>
                    <a:pt x="1215" y="4032"/>
                  </a:lnTo>
                  <a:lnTo>
                    <a:pt x="1297" y="4303"/>
                  </a:lnTo>
                  <a:lnTo>
                    <a:pt x="1392" y="4563"/>
                  </a:lnTo>
                  <a:lnTo>
                    <a:pt x="1486" y="4822"/>
                  </a:lnTo>
                  <a:lnTo>
                    <a:pt x="1604" y="5081"/>
                  </a:lnTo>
                  <a:lnTo>
                    <a:pt x="1722" y="5329"/>
                  </a:lnTo>
                  <a:lnTo>
                    <a:pt x="1840" y="5577"/>
                  </a:lnTo>
                  <a:lnTo>
                    <a:pt x="1981" y="5812"/>
                  </a:lnTo>
                  <a:lnTo>
                    <a:pt x="2123" y="6048"/>
                  </a:lnTo>
                  <a:lnTo>
                    <a:pt x="2264" y="6272"/>
                  </a:lnTo>
                  <a:lnTo>
                    <a:pt x="2429" y="6496"/>
                  </a:lnTo>
                  <a:lnTo>
                    <a:pt x="2594" y="6720"/>
                  </a:lnTo>
                  <a:lnTo>
                    <a:pt x="2759" y="6932"/>
                  </a:lnTo>
                  <a:lnTo>
                    <a:pt x="2948" y="7133"/>
                  </a:lnTo>
                  <a:lnTo>
                    <a:pt x="3137" y="7333"/>
                  </a:lnTo>
                  <a:lnTo>
                    <a:pt x="3325" y="7522"/>
                  </a:lnTo>
                  <a:lnTo>
                    <a:pt x="3526" y="7710"/>
                  </a:lnTo>
                  <a:lnTo>
                    <a:pt x="3738" y="7887"/>
                  </a:lnTo>
                  <a:lnTo>
                    <a:pt x="3950" y="8052"/>
                  </a:lnTo>
                  <a:lnTo>
                    <a:pt x="4162" y="8217"/>
                  </a:lnTo>
                  <a:lnTo>
                    <a:pt x="4386" y="8371"/>
                  </a:lnTo>
                  <a:lnTo>
                    <a:pt x="4622" y="8524"/>
                  </a:lnTo>
                  <a:lnTo>
                    <a:pt x="4858" y="8653"/>
                  </a:lnTo>
                  <a:lnTo>
                    <a:pt x="5105" y="8783"/>
                  </a:lnTo>
                  <a:lnTo>
                    <a:pt x="5353" y="8913"/>
                  </a:lnTo>
                  <a:lnTo>
                    <a:pt x="6155" y="7310"/>
                  </a:lnTo>
                  <a:lnTo>
                    <a:pt x="5966" y="7203"/>
                  </a:lnTo>
                  <a:lnTo>
                    <a:pt x="5777" y="7109"/>
                  </a:lnTo>
                  <a:lnTo>
                    <a:pt x="5589" y="7003"/>
                  </a:lnTo>
                  <a:lnTo>
                    <a:pt x="5412" y="6885"/>
                  </a:lnTo>
                  <a:lnTo>
                    <a:pt x="5235" y="6767"/>
                  </a:lnTo>
                  <a:lnTo>
                    <a:pt x="5070" y="6638"/>
                  </a:lnTo>
                  <a:lnTo>
                    <a:pt x="4905" y="6508"/>
                  </a:lnTo>
                  <a:lnTo>
                    <a:pt x="4740" y="6366"/>
                  </a:lnTo>
                  <a:lnTo>
                    <a:pt x="4587" y="6225"/>
                  </a:lnTo>
                  <a:lnTo>
                    <a:pt x="4433" y="6072"/>
                  </a:lnTo>
                  <a:lnTo>
                    <a:pt x="4292" y="5918"/>
                  </a:lnTo>
                  <a:lnTo>
                    <a:pt x="4151" y="5765"/>
                  </a:lnTo>
                  <a:lnTo>
                    <a:pt x="4021" y="5600"/>
                  </a:lnTo>
                  <a:lnTo>
                    <a:pt x="3891" y="5423"/>
                  </a:lnTo>
                  <a:lnTo>
                    <a:pt x="3761" y="5258"/>
                  </a:lnTo>
                  <a:lnTo>
                    <a:pt x="3644" y="5081"/>
                  </a:lnTo>
                  <a:lnTo>
                    <a:pt x="3537" y="4893"/>
                  </a:lnTo>
                  <a:lnTo>
                    <a:pt x="3431" y="4704"/>
                  </a:lnTo>
                  <a:lnTo>
                    <a:pt x="3325" y="4515"/>
                  </a:lnTo>
                  <a:lnTo>
                    <a:pt x="3231" y="4327"/>
                  </a:lnTo>
                  <a:lnTo>
                    <a:pt x="3148" y="4126"/>
                  </a:lnTo>
                  <a:lnTo>
                    <a:pt x="3066" y="3926"/>
                  </a:lnTo>
                  <a:lnTo>
                    <a:pt x="2995" y="3726"/>
                  </a:lnTo>
                  <a:lnTo>
                    <a:pt x="2936" y="3513"/>
                  </a:lnTo>
                  <a:lnTo>
                    <a:pt x="2877" y="3313"/>
                  </a:lnTo>
                  <a:lnTo>
                    <a:pt x="2818" y="3101"/>
                  </a:lnTo>
                  <a:lnTo>
                    <a:pt x="2783" y="2889"/>
                  </a:lnTo>
                  <a:lnTo>
                    <a:pt x="2736" y="2665"/>
                  </a:lnTo>
                  <a:lnTo>
                    <a:pt x="2712" y="2452"/>
                  </a:lnTo>
                  <a:lnTo>
                    <a:pt x="2689" y="2228"/>
                  </a:lnTo>
                  <a:lnTo>
                    <a:pt x="2677" y="2004"/>
                  </a:lnTo>
                  <a:lnTo>
                    <a:pt x="2677" y="1780"/>
                  </a:lnTo>
                  <a:lnTo>
                    <a:pt x="3573" y="1780"/>
                  </a:lnTo>
                  <a:lnTo>
                    <a:pt x="1781"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8" name="Google Shape;1608;p104"/>
            <p:cNvSpPr/>
            <p:nvPr/>
          </p:nvSpPr>
          <p:spPr>
            <a:xfrm>
              <a:off x="3016575" y="3128775"/>
              <a:ext cx="153875" cy="222850"/>
            </a:xfrm>
            <a:custGeom>
              <a:avLst/>
              <a:gdLst/>
              <a:ahLst/>
              <a:cxnLst/>
              <a:rect l="l" t="t" r="r" b="b"/>
              <a:pathLst>
                <a:path w="6155" h="8914" extrusionOk="0">
                  <a:moveTo>
                    <a:pt x="814" y="1"/>
                  </a:moveTo>
                  <a:lnTo>
                    <a:pt x="0" y="1604"/>
                  </a:lnTo>
                  <a:lnTo>
                    <a:pt x="201" y="1699"/>
                  </a:lnTo>
                  <a:lnTo>
                    <a:pt x="377" y="1805"/>
                  </a:lnTo>
                  <a:lnTo>
                    <a:pt x="566" y="1911"/>
                  </a:lnTo>
                  <a:lnTo>
                    <a:pt x="743" y="2029"/>
                  </a:lnTo>
                  <a:lnTo>
                    <a:pt x="920" y="2147"/>
                  </a:lnTo>
                  <a:lnTo>
                    <a:pt x="1085" y="2276"/>
                  </a:lnTo>
                  <a:lnTo>
                    <a:pt x="1250" y="2406"/>
                  </a:lnTo>
                  <a:lnTo>
                    <a:pt x="1415" y="2547"/>
                  </a:lnTo>
                  <a:lnTo>
                    <a:pt x="1568" y="2689"/>
                  </a:lnTo>
                  <a:lnTo>
                    <a:pt x="1721" y="2842"/>
                  </a:lnTo>
                  <a:lnTo>
                    <a:pt x="1863" y="2995"/>
                  </a:lnTo>
                  <a:lnTo>
                    <a:pt x="2004" y="3149"/>
                  </a:lnTo>
                  <a:lnTo>
                    <a:pt x="2146" y="3314"/>
                  </a:lnTo>
                  <a:lnTo>
                    <a:pt x="2275" y="3479"/>
                  </a:lnTo>
                  <a:lnTo>
                    <a:pt x="2393" y="3656"/>
                  </a:lnTo>
                  <a:lnTo>
                    <a:pt x="2511" y="3832"/>
                  </a:lnTo>
                  <a:lnTo>
                    <a:pt x="2629" y="4021"/>
                  </a:lnTo>
                  <a:lnTo>
                    <a:pt x="2735" y="4198"/>
                  </a:lnTo>
                  <a:lnTo>
                    <a:pt x="2830" y="4387"/>
                  </a:lnTo>
                  <a:lnTo>
                    <a:pt x="2924" y="4587"/>
                  </a:lnTo>
                  <a:lnTo>
                    <a:pt x="3006" y="4776"/>
                  </a:lnTo>
                  <a:lnTo>
                    <a:pt x="3089" y="4976"/>
                  </a:lnTo>
                  <a:lnTo>
                    <a:pt x="3160" y="5188"/>
                  </a:lnTo>
                  <a:lnTo>
                    <a:pt x="3230" y="5389"/>
                  </a:lnTo>
                  <a:lnTo>
                    <a:pt x="3289" y="5601"/>
                  </a:lnTo>
                  <a:lnTo>
                    <a:pt x="3336" y="5813"/>
                  </a:lnTo>
                  <a:lnTo>
                    <a:pt x="3384" y="6025"/>
                  </a:lnTo>
                  <a:lnTo>
                    <a:pt x="3419" y="6249"/>
                  </a:lnTo>
                  <a:lnTo>
                    <a:pt x="3443" y="6461"/>
                  </a:lnTo>
                  <a:lnTo>
                    <a:pt x="3466" y="6685"/>
                  </a:lnTo>
                  <a:lnTo>
                    <a:pt x="3478" y="6909"/>
                  </a:lnTo>
                  <a:lnTo>
                    <a:pt x="3478" y="7133"/>
                  </a:lnTo>
                  <a:lnTo>
                    <a:pt x="2594" y="7133"/>
                  </a:lnTo>
                  <a:lnTo>
                    <a:pt x="4374" y="8914"/>
                  </a:lnTo>
                  <a:lnTo>
                    <a:pt x="6154" y="7133"/>
                  </a:lnTo>
                  <a:lnTo>
                    <a:pt x="5270" y="7133"/>
                  </a:lnTo>
                  <a:lnTo>
                    <a:pt x="5258" y="6839"/>
                  </a:lnTo>
                  <a:lnTo>
                    <a:pt x="5246" y="6556"/>
                  </a:lnTo>
                  <a:lnTo>
                    <a:pt x="5223" y="6261"/>
                  </a:lnTo>
                  <a:lnTo>
                    <a:pt x="5187" y="5978"/>
                  </a:lnTo>
                  <a:lnTo>
                    <a:pt x="5140" y="5695"/>
                  </a:lnTo>
                  <a:lnTo>
                    <a:pt x="5081" y="5424"/>
                  </a:lnTo>
                  <a:lnTo>
                    <a:pt x="5022" y="5153"/>
                  </a:lnTo>
                  <a:lnTo>
                    <a:pt x="4940" y="4882"/>
                  </a:lnTo>
                  <a:lnTo>
                    <a:pt x="4857" y="4611"/>
                  </a:lnTo>
                  <a:lnTo>
                    <a:pt x="4775" y="4351"/>
                  </a:lnTo>
                  <a:lnTo>
                    <a:pt x="4669" y="4092"/>
                  </a:lnTo>
                  <a:lnTo>
                    <a:pt x="4563" y="3832"/>
                  </a:lnTo>
                  <a:lnTo>
                    <a:pt x="4445" y="3585"/>
                  </a:lnTo>
                  <a:lnTo>
                    <a:pt x="4315" y="3337"/>
                  </a:lnTo>
                  <a:lnTo>
                    <a:pt x="4185" y="3101"/>
                  </a:lnTo>
                  <a:lnTo>
                    <a:pt x="4044" y="2866"/>
                  </a:lnTo>
                  <a:lnTo>
                    <a:pt x="3891" y="2630"/>
                  </a:lnTo>
                  <a:lnTo>
                    <a:pt x="3726" y="2418"/>
                  </a:lnTo>
                  <a:lnTo>
                    <a:pt x="3560" y="2194"/>
                  </a:lnTo>
                  <a:lnTo>
                    <a:pt x="3395" y="1982"/>
                  </a:lnTo>
                  <a:lnTo>
                    <a:pt x="3219" y="1781"/>
                  </a:lnTo>
                  <a:lnTo>
                    <a:pt x="3030" y="1581"/>
                  </a:lnTo>
                  <a:lnTo>
                    <a:pt x="2830" y="1392"/>
                  </a:lnTo>
                  <a:lnTo>
                    <a:pt x="2629" y="1203"/>
                  </a:lnTo>
                  <a:lnTo>
                    <a:pt x="2429" y="1027"/>
                  </a:lnTo>
                  <a:lnTo>
                    <a:pt x="2216" y="850"/>
                  </a:lnTo>
                  <a:lnTo>
                    <a:pt x="1993" y="696"/>
                  </a:lnTo>
                  <a:lnTo>
                    <a:pt x="1769" y="543"/>
                  </a:lnTo>
                  <a:lnTo>
                    <a:pt x="1533" y="390"/>
                  </a:lnTo>
                  <a:lnTo>
                    <a:pt x="1297" y="249"/>
                  </a:lnTo>
                  <a:lnTo>
                    <a:pt x="1061" y="119"/>
                  </a:lnTo>
                  <a:lnTo>
                    <a:pt x="814"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9" name="Google Shape;1609;p104"/>
            <p:cNvSpPr/>
            <p:nvPr/>
          </p:nvSpPr>
          <p:spPr>
            <a:xfrm>
              <a:off x="2858600" y="3217800"/>
              <a:ext cx="178325" cy="178325"/>
            </a:xfrm>
            <a:custGeom>
              <a:avLst/>
              <a:gdLst/>
              <a:ahLst/>
              <a:cxnLst/>
              <a:rect l="l" t="t" r="r" b="b"/>
              <a:pathLst>
                <a:path w="7133" h="7133" extrusionOk="0">
                  <a:moveTo>
                    <a:pt x="3560" y="0"/>
                  </a:moveTo>
                  <a:lnTo>
                    <a:pt x="3384" y="12"/>
                  </a:lnTo>
                  <a:lnTo>
                    <a:pt x="3195" y="24"/>
                  </a:lnTo>
                  <a:lnTo>
                    <a:pt x="3018" y="47"/>
                  </a:lnTo>
                  <a:lnTo>
                    <a:pt x="2841" y="83"/>
                  </a:lnTo>
                  <a:lnTo>
                    <a:pt x="2676" y="118"/>
                  </a:lnTo>
                  <a:lnTo>
                    <a:pt x="2499" y="165"/>
                  </a:lnTo>
                  <a:lnTo>
                    <a:pt x="2334" y="224"/>
                  </a:lnTo>
                  <a:lnTo>
                    <a:pt x="2169" y="283"/>
                  </a:lnTo>
                  <a:lnTo>
                    <a:pt x="2016" y="354"/>
                  </a:lnTo>
                  <a:lnTo>
                    <a:pt x="1863" y="436"/>
                  </a:lnTo>
                  <a:lnTo>
                    <a:pt x="1709" y="519"/>
                  </a:lnTo>
                  <a:lnTo>
                    <a:pt x="1568" y="613"/>
                  </a:lnTo>
                  <a:lnTo>
                    <a:pt x="1427" y="719"/>
                  </a:lnTo>
                  <a:lnTo>
                    <a:pt x="1297" y="814"/>
                  </a:lnTo>
                  <a:lnTo>
                    <a:pt x="1167" y="932"/>
                  </a:lnTo>
                  <a:lnTo>
                    <a:pt x="1037" y="1050"/>
                  </a:lnTo>
                  <a:lnTo>
                    <a:pt x="920" y="1179"/>
                  </a:lnTo>
                  <a:lnTo>
                    <a:pt x="813" y="1297"/>
                  </a:lnTo>
                  <a:lnTo>
                    <a:pt x="707" y="1439"/>
                  </a:lnTo>
                  <a:lnTo>
                    <a:pt x="601" y="1580"/>
                  </a:lnTo>
                  <a:lnTo>
                    <a:pt x="507" y="1721"/>
                  </a:lnTo>
                  <a:lnTo>
                    <a:pt x="424" y="1875"/>
                  </a:lnTo>
                  <a:lnTo>
                    <a:pt x="354" y="2028"/>
                  </a:lnTo>
                  <a:lnTo>
                    <a:pt x="271" y="2181"/>
                  </a:lnTo>
                  <a:lnTo>
                    <a:pt x="212" y="2346"/>
                  </a:lnTo>
                  <a:lnTo>
                    <a:pt x="153" y="2511"/>
                  </a:lnTo>
                  <a:lnTo>
                    <a:pt x="106" y="2676"/>
                  </a:lnTo>
                  <a:lnTo>
                    <a:pt x="71" y="2853"/>
                  </a:lnTo>
                  <a:lnTo>
                    <a:pt x="35" y="3030"/>
                  </a:lnTo>
                  <a:lnTo>
                    <a:pt x="12" y="3207"/>
                  </a:lnTo>
                  <a:lnTo>
                    <a:pt x="0" y="3384"/>
                  </a:lnTo>
                  <a:lnTo>
                    <a:pt x="0" y="3572"/>
                  </a:lnTo>
                  <a:lnTo>
                    <a:pt x="0" y="3749"/>
                  </a:lnTo>
                  <a:lnTo>
                    <a:pt x="12" y="3938"/>
                  </a:lnTo>
                  <a:lnTo>
                    <a:pt x="35" y="4115"/>
                  </a:lnTo>
                  <a:lnTo>
                    <a:pt x="71" y="4292"/>
                  </a:lnTo>
                  <a:lnTo>
                    <a:pt x="106" y="4457"/>
                  </a:lnTo>
                  <a:lnTo>
                    <a:pt x="153" y="4633"/>
                  </a:lnTo>
                  <a:lnTo>
                    <a:pt x="212" y="4798"/>
                  </a:lnTo>
                  <a:lnTo>
                    <a:pt x="271" y="4964"/>
                  </a:lnTo>
                  <a:lnTo>
                    <a:pt x="354" y="5117"/>
                  </a:lnTo>
                  <a:lnTo>
                    <a:pt x="424" y="5270"/>
                  </a:lnTo>
                  <a:lnTo>
                    <a:pt x="507" y="5423"/>
                  </a:lnTo>
                  <a:lnTo>
                    <a:pt x="601" y="5565"/>
                  </a:lnTo>
                  <a:lnTo>
                    <a:pt x="707" y="5706"/>
                  </a:lnTo>
                  <a:lnTo>
                    <a:pt x="813" y="5836"/>
                  </a:lnTo>
                  <a:lnTo>
                    <a:pt x="920" y="5966"/>
                  </a:lnTo>
                  <a:lnTo>
                    <a:pt x="1037" y="6095"/>
                  </a:lnTo>
                  <a:lnTo>
                    <a:pt x="1167" y="6213"/>
                  </a:lnTo>
                  <a:lnTo>
                    <a:pt x="1297" y="6319"/>
                  </a:lnTo>
                  <a:lnTo>
                    <a:pt x="1427" y="6425"/>
                  </a:lnTo>
                  <a:lnTo>
                    <a:pt x="1568" y="6531"/>
                  </a:lnTo>
                  <a:lnTo>
                    <a:pt x="1709" y="6614"/>
                  </a:lnTo>
                  <a:lnTo>
                    <a:pt x="1863" y="6708"/>
                  </a:lnTo>
                  <a:lnTo>
                    <a:pt x="2016" y="6779"/>
                  </a:lnTo>
                  <a:lnTo>
                    <a:pt x="2169" y="6850"/>
                  </a:lnTo>
                  <a:lnTo>
                    <a:pt x="2334" y="6921"/>
                  </a:lnTo>
                  <a:lnTo>
                    <a:pt x="2499" y="6979"/>
                  </a:lnTo>
                  <a:lnTo>
                    <a:pt x="2676" y="7027"/>
                  </a:lnTo>
                  <a:lnTo>
                    <a:pt x="2841" y="7062"/>
                  </a:lnTo>
                  <a:lnTo>
                    <a:pt x="3018" y="7097"/>
                  </a:lnTo>
                  <a:lnTo>
                    <a:pt x="3195" y="7121"/>
                  </a:lnTo>
                  <a:lnTo>
                    <a:pt x="3384" y="7133"/>
                  </a:lnTo>
                  <a:lnTo>
                    <a:pt x="3749" y="7133"/>
                  </a:lnTo>
                  <a:lnTo>
                    <a:pt x="3926" y="7121"/>
                  </a:lnTo>
                  <a:lnTo>
                    <a:pt x="4103" y="7097"/>
                  </a:lnTo>
                  <a:lnTo>
                    <a:pt x="4280" y="7062"/>
                  </a:lnTo>
                  <a:lnTo>
                    <a:pt x="4456" y="7027"/>
                  </a:lnTo>
                  <a:lnTo>
                    <a:pt x="4621" y="6979"/>
                  </a:lnTo>
                  <a:lnTo>
                    <a:pt x="4786" y="6921"/>
                  </a:lnTo>
                  <a:lnTo>
                    <a:pt x="4952" y="6850"/>
                  </a:lnTo>
                  <a:lnTo>
                    <a:pt x="5105" y="6779"/>
                  </a:lnTo>
                  <a:lnTo>
                    <a:pt x="5258" y="6708"/>
                  </a:lnTo>
                  <a:lnTo>
                    <a:pt x="5411" y="6614"/>
                  </a:lnTo>
                  <a:lnTo>
                    <a:pt x="5553" y="6531"/>
                  </a:lnTo>
                  <a:lnTo>
                    <a:pt x="5694" y="6425"/>
                  </a:lnTo>
                  <a:lnTo>
                    <a:pt x="5824" y="6319"/>
                  </a:lnTo>
                  <a:lnTo>
                    <a:pt x="5954" y="6213"/>
                  </a:lnTo>
                  <a:lnTo>
                    <a:pt x="6083" y="6095"/>
                  </a:lnTo>
                  <a:lnTo>
                    <a:pt x="6201" y="5966"/>
                  </a:lnTo>
                  <a:lnTo>
                    <a:pt x="6307" y="5836"/>
                  </a:lnTo>
                  <a:lnTo>
                    <a:pt x="6413" y="5706"/>
                  </a:lnTo>
                  <a:lnTo>
                    <a:pt x="6520" y="5565"/>
                  </a:lnTo>
                  <a:lnTo>
                    <a:pt x="6614" y="5423"/>
                  </a:lnTo>
                  <a:lnTo>
                    <a:pt x="6696" y="5270"/>
                  </a:lnTo>
                  <a:lnTo>
                    <a:pt x="6779" y="5117"/>
                  </a:lnTo>
                  <a:lnTo>
                    <a:pt x="6850" y="4964"/>
                  </a:lnTo>
                  <a:lnTo>
                    <a:pt x="6909" y="4798"/>
                  </a:lnTo>
                  <a:lnTo>
                    <a:pt x="6968" y="4633"/>
                  </a:lnTo>
                  <a:lnTo>
                    <a:pt x="7015" y="4457"/>
                  </a:lnTo>
                  <a:lnTo>
                    <a:pt x="7050" y="4292"/>
                  </a:lnTo>
                  <a:lnTo>
                    <a:pt x="7085" y="4115"/>
                  </a:lnTo>
                  <a:lnTo>
                    <a:pt x="7109" y="3938"/>
                  </a:lnTo>
                  <a:lnTo>
                    <a:pt x="7121" y="3749"/>
                  </a:lnTo>
                  <a:lnTo>
                    <a:pt x="7133" y="3572"/>
                  </a:lnTo>
                  <a:lnTo>
                    <a:pt x="7121" y="3384"/>
                  </a:lnTo>
                  <a:lnTo>
                    <a:pt x="7109" y="3207"/>
                  </a:lnTo>
                  <a:lnTo>
                    <a:pt x="7085" y="3030"/>
                  </a:lnTo>
                  <a:lnTo>
                    <a:pt x="7050" y="2853"/>
                  </a:lnTo>
                  <a:lnTo>
                    <a:pt x="7015" y="2676"/>
                  </a:lnTo>
                  <a:lnTo>
                    <a:pt x="6968" y="2511"/>
                  </a:lnTo>
                  <a:lnTo>
                    <a:pt x="6909" y="2346"/>
                  </a:lnTo>
                  <a:lnTo>
                    <a:pt x="6850" y="2181"/>
                  </a:lnTo>
                  <a:lnTo>
                    <a:pt x="6779" y="2028"/>
                  </a:lnTo>
                  <a:lnTo>
                    <a:pt x="6696" y="1875"/>
                  </a:lnTo>
                  <a:lnTo>
                    <a:pt x="6614" y="1721"/>
                  </a:lnTo>
                  <a:lnTo>
                    <a:pt x="6520" y="1580"/>
                  </a:lnTo>
                  <a:lnTo>
                    <a:pt x="6413" y="1439"/>
                  </a:lnTo>
                  <a:lnTo>
                    <a:pt x="6307" y="1297"/>
                  </a:lnTo>
                  <a:lnTo>
                    <a:pt x="6201" y="1179"/>
                  </a:lnTo>
                  <a:lnTo>
                    <a:pt x="6083" y="1050"/>
                  </a:lnTo>
                  <a:lnTo>
                    <a:pt x="5954" y="932"/>
                  </a:lnTo>
                  <a:lnTo>
                    <a:pt x="5824" y="814"/>
                  </a:lnTo>
                  <a:lnTo>
                    <a:pt x="5694" y="719"/>
                  </a:lnTo>
                  <a:lnTo>
                    <a:pt x="5553" y="613"/>
                  </a:lnTo>
                  <a:lnTo>
                    <a:pt x="5411" y="519"/>
                  </a:lnTo>
                  <a:lnTo>
                    <a:pt x="5258" y="436"/>
                  </a:lnTo>
                  <a:lnTo>
                    <a:pt x="5105" y="354"/>
                  </a:lnTo>
                  <a:lnTo>
                    <a:pt x="4952" y="283"/>
                  </a:lnTo>
                  <a:lnTo>
                    <a:pt x="4786" y="224"/>
                  </a:lnTo>
                  <a:lnTo>
                    <a:pt x="4621" y="165"/>
                  </a:lnTo>
                  <a:lnTo>
                    <a:pt x="4456" y="118"/>
                  </a:lnTo>
                  <a:lnTo>
                    <a:pt x="4280" y="83"/>
                  </a:lnTo>
                  <a:lnTo>
                    <a:pt x="4103" y="47"/>
                  </a:lnTo>
                  <a:lnTo>
                    <a:pt x="3926" y="24"/>
                  </a:lnTo>
                  <a:lnTo>
                    <a:pt x="3749" y="12"/>
                  </a:lnTo>
                  <a:lnTo>
                    <a:pt x="3560"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10" name="Google Shape;1610;p104"/>
          <p:cNvGrpSpPr/>
          <p:nvPr/>
        </p:nvGrpSpPr>
        <p:grpSpPr>
          <a:xfrm>
            <a:off x="7174928" y="3678994"/>
            <a:ext cx="268663" cy="161407"/>
            <a:chOff x="3489775" y="2366300"/>
            <a:chExt cx="366325" cy="220050"/>
          </a:xfrm>
        </p:grpSpPr>
        <p:sp>
          <p:nvSpPr>
            <p:cNvPr id="1611" name="Google Shape;1611;p104"/>
            <p:cNvSpPr/>
            <p:nvPr/>
          </p:nvSpPr>
          <p:spPr>
            <a:xfrm>
              <a:off x="3583200" y="2455525"/>
              <a:ext cx="179500" cy="41575"/>
            </a:xfrm>
            <a:custGeom>
              <a:avLst/>
              <a:gdLst/>
              <a:ahLst/>
              <a:cxnLst/>
              <a:rect l="l" t="t" r="r" b="b"/>
              <a:pathLst>
                <a:path w="7180" h="1663" extrusionOk="0">
                  <a:moveTo>
                    <a:pt x="709" y="1"/>
                  </a:moveTo>
                  <a:lnTo>
                    <a:pt x="610" y="11"/>
                  </a:lnTo>
                  <a:lnTo>
                    <a:pt x="532" y="30"/>
                  </a:lnTo>
                  <a:lnTo>
                    <a:pt x="453" y="50"/>
                  </a:lnTo>
                  <a:lnTo>
                    <a:pt x="374" y="70"/>
                  </a:lnTo>
                  <a:lnTo>
                    <a:pt x="315" y="109"/>
                  </a:lnTo>
                  <a:lnTo>
                    <a:pt x="256" y="148"/>
                  </a:lnTo>
                  <a:lnTo>
                    <a:pt x="197" y="188"/>
                  </a:lnTo>
                  <a:lnTo>
                    <a:pt x="148" y="237"/>
                  </a:lnTo>
                  <a:lnTo>
                    <a:pt x="109" y="286"/>
                  </a:lnTo>
                  <a:lnTo>
                    <a:pt x="79" y="345"/>
                  </a:lnTo>
                  <a:lnTo>
                    <a:pt x="50" y="414"/>
                  </a:lnTo>
                  <a:lnTo>
                    <a:pt x="30" y="483"/>
                  </a:lnTo>
                  <a:lnTo>
                    <a:pt x="10" y="552"/>
                  </a:lnTo>
                  <a:lnTo>
                    <a:pt x="1" y="620"/>
                  </a:lnTo>
                  <a:lnTo>
                    <a:pt x="1" y="709"/>
                  </a:lnTo>
                  <a:lnTo>
                    <a:pt x="1" y="955"/>
                  </a:lnTo>
                  <a:lnTo>
                    <a:pt x="1" y="1033"/>
                  </a:lnTo>
                  <a:lnTo>
                    <a:pt x="10" y="1112"/>
                  </a:lnTo>
                  <a:lnTo>
                    <a:pt x="30" y="1181"/>
                  </a:lnTo>
                  <a:lnTo>
                    <a:pt x="50" y="1250"/>
                  </a:lnTo>
                  <a:lnTo>
                    <a:pt x="79" y="1319"/>
                  </a:lnTo>
                  <a:lnTo>
                    <a:pt x="109" y="1368"/>
                  </a:lnTo>
                  <a:lnTo>
                    <a:pt x="148" y="1427"/>
                  </a:lnTo>
                  <a:lnTo>
                    <a:pt x="197" y="1476"/>
                  </a:lnTo>
                  <a:lnTo>
                    <a:pt x="256" y="1515"/>
                  </a:lnTo>
                  <a:lnTo>
                    <a:pt x="315" y="1555"/>
                  </a:lnTo>
                  <a:lnTo>
                    <a:pt x="374" y="1584"/>
                  </a:lnTo>
                  <a:lnTo>
                    <a:pt x="453" y="1614"/>
                  </a:lnTo>
                  <a:lnTo>
                    <a:pt x="532" y="1633"/>
                  </a:lnTo>
                  <a:lnTo>
                    <a:pt x="610" y="1653"/>
                  </a:lnTo>
                  <a:lnTo>
                    <a:pt x="709" y="1663"/>
                  </a:lnTo>
                  <a:lnTo>
                    <a:pt x="905" y="1663"/>
                  </a:lnTo>
                  <a:lnTo>
                    <a:pt x="1004" y="1653"/>
                  </a:lnTo>
                  <a:lnTo>
                    <a:pt x="1082" y="1633"/>
                  </a:lnTo>
                  <a:lnTo>
                    <a:pt x="1161" y="1614"/>
                  </a:lnTo>
                  <a:lnTo>
                    <a:pt x="1240" y="1584"/>
                  </a:lnTo>
                  <a:lnTo>
                    <a:pt x="1299" y="1555"/>
                  </a:lnTo>
                  <a:lnTo>
                    <a:pt x="1358" y="1515"/>
                  </a:lnTo>
                  <a:lnTo>
                    <a:pt x="1417" y="1476"/>
                  </a:lnTo>
                  <a:lnTo>
                    <a:pt x="1466" y="1427"/>
                  </a:lnTo>
                  <a:lnTo>
                    <a:pt x="1505" y="1368"/>
                  </a:lnTo>
                  <a:lnTo>
                    <a:pt x="1535" y="1319"/>
                  </a:lnTo>
                  <a:lnTo>
                    <a:pt x="1564" y="1250"/>
                  </a:lnTo>
                  <a:lnTo>
                    <a:pt x="1584" y="1181"/>
                  </a:lnTo>
                  <a:lnTo>
                    <a:pt x="1604" y="1112"/>
                  </a:lnTo>
                  <a:lnTo>
                    <a:pt x="1604" y="1033"/>
                  </a:lnTo>
                  <a:lnTo>
                    <a:pt x="1613" y="955"/>
                  </a:lnTo>
                  <a:lnTo>
                    <a:pt x="1613" y="709"/>
                  </a:lnTo>
                  <a:lnTo>
                    <a:pt x="1604" y="620"/>
                  </a:lnTo>
                  <a:lnTo>
                    <a:pt x="1604" y="552"/>
                  </a:lnTo>
                  <a:lnTo>
                    <a:pt x="1584" y="483"/>
                  </a:lnTo>
                  <a:lnTo>
                    <a:pt x="1564" y="414"/>
                  </a:lnTo>
                  <a:lnTo>
                    <a:pt x="1535" y="345"/>
                  </a:lnTo>
                  <a:lnTo>
                    <a:pt x="1505" y="286"/>
                  </a:lnTo>
                  <a:lnTo>
                    <a:pt x="1466" y="237"/>
                  </a:lnTo>
                  <a:lnTo>
                    <a:pt x="1417" y="188"/>
                  </a:lnTo>
                  <a:lnTo>
                    <a:pt x="1358" y="148"/>
                  </a:lnTo>
                  <a:lnTo>
                    <a:pt x="1299" y="109"/>
                  </a:lnTo>
                  <a:lnTo>
                    <a:pt x="1240" y="70"/>
                  </a:lnTo>
                  <a:lnTo>
                    <a:pt x="1161" y="50"/>
                  </a:lnTo>
                  <a:lnTo>
                    <a:pt x="1082" y="30"/>
                  </a:lnTo>
                  <a:lnTo>
                    <a:pt x="1004" y="11"/>
                  </a:lnTo>
                  <a:lnTo>
                    <a:pt x="905" y="1"/>
                  </a:lnTo>
                  <a:close/>
                  <a:moveTo>
                    <a:pt x="3492" y="1"/>
                  </a:moveTo>
                  <a:lnTo>
                    <a:pt x="3403" y="11"/>
                  </a:lnTo>
                  <a:lnTo>
                    <a:pt x="3315" y="30"/>
                  </a:lnTo>
                  <a:lnTo>
                    <a:pt x="3236" y="50"/>
                  </a:lnTo>
                  <a:lnTo>
                    <a:pt x="3167" y="70"/>
                  </a:lnTo>
                  <a:lnTo>
                    <a:pt x="3098" y="109"/>
                  </a:lnTo>
                  <a:lnTo>
                    <a:pt x="3039" y="148"/>
                  </a:lnTo>
                  <a:lnTo>
                    <a:pt x="2980" y="188"/>
                  </a:lnTo>
                  <a:lnTo>
                    <a:pt x="2941" y="237"/>
                  </a:lnTo>
                  <a:lnTo>
                    <a:pt x="2902" y="286"/>
                  </a:lnTo>
                  <a:lnTo>
                    <a:pt x="2862" y="345"/>
                  </a:lnTo>
                  <a:lnTo>
                    <a:pt x="2833" y="414"/>
                  </a:lnTo>
                  <a:lnTo>
                    <a:pt x="2813" y="483"/>
                  </a:lnTo>
                  <a:lnTo>
                    <a:pt x="2803" y="552"/>
                  </a:lnTo>
                  <a:lnTo>
                    <a:pt x="2793" y="620"/>
                  </a:lnTo>
                  <a:lnTo>
                    <a:pt x="2784" y="709"/>
                  </a:lnTo>
                  <a:lnTo>
                    <a:pt x="2784" y="955"/>
                  </a:lnTo>
                  <a:lnTo>
                    <a:pt x="2793" y="1033"/>
                  </a:lnTo>
                  <a:lnTo>
                    <a:pt x="2803" y="1112"/>
                  </a:lnTo>
                  <a:lnTo>
                    <a:pt x="2813" y="1181"/>
                  </a:lnTo>
                  <a:lnTo>
                    <a:pt x="2833" y="1250"/>
                  </a:lnTo>
                  <a:lnTo>
                    <a:pt x="2862" y="1319"/>
                  </a:lnTo>
                  <a:lnTo>
                    <a:pt x="2902" y="1368"/>
                  </a:lnTo>
                  <a:lnTo>
                    <a:pt x="2941" y="1427"/>
                  </a:lnTo>
                  <a:lnTo>
                    <a:pt x="2980" y="1476"/>
                  </a:lnTo>
                  <a:lnTo>
                    <a:pt x="3039" y="1515"/>
                  </a:lnTo>
                  <a:lnTo>
                    <a:pt x="3098" y="1555"/>
                  </a:lnTo>
                  <a:lnTo>
                    <a:pt x="3167" y="1584"/>
                  </a:lnTo>
                  <a:lnTo>
                    <a:pt x="3236" y="1614"/>
                  </a:lnTo>
                  <a:lnTo>
                    <a:pt x="3315" y="1633"/>
                  </a:lnTo>
                  <a:lnTo>
                    <a:pt x="3403" y="1653"/>
                  </a:lnTo>
                  <a:lnTo>
                    <a:pt x="3492" y="1663"/>
                  </a:lnTo>
                  <a:lnTo>
                    <a:pt x="3688" y="1663"/>
                  </a:lnTo>
                  <a:lnTo>
                    <a:pt x="3787" y="1653"/>
                  </a:lnTo>
                  <a:lnTo>
                    <a:pt x="3875" y="1633"/>
                  </a:lnTo>
                  <a:lnTo>
                    <a:pt x="3954" y="1614"/>
                  </a:lnTo>
                  <a:lnTo>
                    <a:pt x="4023" y="1584"/>
                  </a:lnTo>
                  <a:lnTo>
                    <a:pt x="4091" y="1555"/>
                  </a:lnTo>
                  <a:lnTo>
                    <a:pt x="4150" y="1515"/>
                  </a:lnTo>
                  <a:lnTo>
                    <a:pt x="4200" y="1476"/>
                  </a:lnTo>
                  <a:lnTo>
                    <a:pt x="4249" y="1427"/>
                  </a:lnTo>
                  <a:lnTo>
                    <a:pt x="4288" y="1368"/>
                  </a:lnTo>
                  <a:lnTo>
                    <a:pt x="4318" y="1319"/>
                  </a:lnTo>
                  <a:lnTo>
                    <a:pt x="4347" y="1250"/>
                  </a:lnTo>
                  <a:lnTo>
                    <a:pt x="4367" y="1181"/>
                  </a:lnTo>
                  <a:lnTo>
                    <a:pt x="4386" y="1112"/>
                  </a:lnTo>
                  <a:lnTo>
                    <a:pt x="4396" y="1033"/>
                  </a:lnTo>
                  <a:lnTo>
                    <a:pt x="4396" y="955"/>
                  </a:lnTo>
                  <a:lnTo>
                    <a:pt x="4396" y="709"/>
                  </a:lnTo>
                  <a:lnTo>
                    <a:pt x="4396" y="620"/>
                  </a:lnTo>
                  <a:lnTo>
                    <a:pt x="4386" y="552"/>
                  </a:lnTo>
                  <a:lnTo>
                    <a:pt x="4367" y="483"/>
                  </a:lnTo>
                  <a:lnTo>
                    <a:pt x="4347" y="414"/>
                  </a:lnTo>
                  <a:lnTo>
                    <a:pt x="4318" y="345"/>
                  </a:lnTo>
                  <a:lnTo>
                    <a:pt x="4288" y="286"/>
                  </a:lnTo>
                  <a:lnTo>
                    <a:pt x="4249" y="237"/>
                  </a:lnTo>
                  <a:lnTo>
                    <a:pt x="4200" y="188"/>
                  </a:lnTo>
                  <a:lnTo>
                    <a:pt x="4150" y="148"/>
                  </a:lnTo>
                  <a:lnTo>
                    <a:pt x="4091" y="109"/>
                  </a:lnTo>
                  <a:lnTo>
                    <a:pt x="4023" y="70"/>
                  </a:lnTo>
                  <a:lnTo>
                    <a:pt x="3954" y="50"/>
                  </a:lnTo>
                  <a:lnTo>
                    <a:pt x="3875" y="30"/>
                  </a:lnTo>
                  <a:lnTo>
                    <a:pt x="3787" y="11"/>
                  </a:lnTo>
                  <a:lnTo>
                    <a:pt x="3688" y="1"/>
                  </a:lnTo>
                  <a:close/>
                  <a:moveTo>
                    <a:pt x="6274" y="1"/>
                  </a:moveTo>
                  <a:lnTo>
                    <a:pt x="6186" y="11"/>
                  </a:lnTo>
                  <a:lnTo>
                    <a:pt x="6097" y="30"/>
                  </a:lnTo>
                  <a:lnTo>
                    <a:pt x="6019" y="50"/>
                  </a:lnTo>
                  <a:lnTo>
                    <a:pt x="5950" y="70"/>
                  </a:lnTo>
                  <a:lnTo>
                    <a:pt x="5881" y="109"/>
                  </a:lnTo>
                  <a:lnTo>
                    <a:pt x="5822" y="148"/>
                  </a:lnTo>
                  <a:lnTo>
                    <a:pt x="5773" y="188"/>
                  </a:lnTo>
                  <a:lnTo>
                    <a:pt x="5724" y="237"/>
                  </a:lnTo>
                  <a:lnTo>
                    <a:pt x="5684" y="286"/>
                  </a:lnTo>
                  <a:lnTo>
                    <a:pt x="5645" y="345"/>
                  </a:lnTo>
                  <a:lnTo>
                    <a:pt x="5625" y="414"/>
                  </a:lnTo>
                  <a:lnTo>
                    <a:pt x="5606" y="483"/>
                  </a:lnTo>
                  <a:lnTo>
                    <a:pt x="5586" y="552"/>
                  </a:lnTo>
                  <a:lnTo>
                    <a:pt x="5576" y="620"/>
                  </a:lnTo>
                  <a:lnTo>
                    <a:pt x="5576" y="709"/>
                  </a:lnTo>
                  <a:lnTo>
                    <a:pt x="5576" y="955"/>
                  </a:lnTo>
                  <a:lnTo>
                    <a:pt x="5576" y="1033"/>
                  </a:lnTo>
                  <a:lnTo>
                    <a:pt x="5586" y="1112"/>
                  </a:lnTo>
                  <a:lnTo>
                    <a:pt x="5606" y="1181"/>
                  </a:lnTo>
                  <a:lnTo>
                    <a:pt x="5625" y="1250"/>
                  </a:lnTo>
                  <a:lnTo>
                    <a:pt x="5645" y="1319"/>
                  </a:lnTo>
                  <a:lnTo>
                    <a:pt x="5684" y="1368"/>
                  </a:lnTo>
                  <a:lnTo>
                    <a:pt x="5724" y="1427"/>
                  </a:lnTo>
                  <a:lnTo>
                    <a:pt x="5773" y="1476"/>
                  </a:lnTo>
                  <a:lnTo>
                    <a:pt x="5822" y="1515"/>
                  </a:lnTo>
                  <a:lnTo>
                    <a:pt x="5881" y="1555"/>
                  </a:lnTo>
                  <a:lnTo>
                    <a:pt x="5950" y="1584"/>
                  </a:lnTo>
                  <a:lnTo>
                    <a:pt x="6019" y="1614"/>
                  </a:lnTo>
                  <a:lnTo>
                    <a:pt x="6097" y="1633"/>
                  </a:lnTo>
                  <a:lnTo>
                    <a:pt x="6186" y="1653"/>
                  </a:lnTo>
                  <a:lnTo>
                    <a:pt x="6274" y="1663"/>
                  </a:lnTo>
                  <a:lnTo>
                    <a:pt x="6481" y="1663"/>
                  </a:lnTo>
                  <a:lnTo>
                    <a:pt x="6569" y="1653"/>
                  </a:lnTo>
                  <a:lnTo>
                    <a:pt x="6658" y="1633"/>
                  </a:lnTo>
                  <a:lnTo>
                    <a:pt x="6737" y="1614"/>
                  </a:lnTo>
                  <a:lnTo>
                    <a:pt x="6805" y="1584"/>
                  </a:lnTo>
                  <a:lnTo>
                    <a:pt x="6874" y="1555"/>
                  </a:lnTo>
                  <a:lnTo>
                    <a:pt x="6933" y="1515"/>
                  </a:lnTo>
                  <a:lnTo>
                    <a:pt x="6982" y="1476"/>
                  </a:lnTo>
                  <a:lnTo>
                    <a:pt x="7032" y="1427"/>
                  </a:lnTo>
                  <a:lnTo>
                    <a:pt x="7071" y="1368"/>
                  </a:lnTo>
                  <a:lnTo>
                    <a:pt x="7110" y="1319"/>
                  </a:lnTo>
                  <a:lnTo>
                    <a:pt x="7130" y="1250"/>
                  </a:lnTo>
                  <a:lnTo>
                    <a:pt x="7159" y="1181"/>
                  </a:lnTo>
                  <a:lnTo>
                    <a:pt x="7169" y="1112"/>
                  </a:lnTo>
                  <a:lnTo>
                    <a:pt x="7179" y="1033"/>
                  </a:lnTo>
                  <a:lnTo>
                    <a:pt x="7179" y="955"/>
                  </a:lnTo>
                  <a:lnTo>
                    <a:pt x="7179" y="709"/>
                  </a:lnTo>
                  <a:lnTo>
                    <a:pt x="7179" y="620"/>
                  </a:lnTo>
                  <a:lnTo>
                    <a:pt x="7169" y="552"/>
                  </a:lnTo>
                  <a:lnTo>
                    <a:pt x="7159" y="483"/>
                  </a:lnTo>
                  <a:lnTo>
                    <a:pt x="7130" y="414"/>
                  </a:lnTo>
                  <a:lnTo>
                    <a:pt x="7110" y="345"/>
                  </a:lnTo>
                  <a:lnTo>
                    <a:pt x="7071" y="286"/>
                  </a:lnTo>
                  <a:lnTo>
                    <a:pt x="7032" y="237"/>
                  </a:lnTo>
                  <a:lnTo>
                    <a:pt x="6982" y="188"/>
                  </a:lnTo>
                  <a:lnTo>
                    <a:pt x="6933" y="148"/>
                  </a:lnTo>
                  <a:lnTo>
                    <a:pt x="6874" y="109"/>
                  </a:lnTo>
                  <a:lnTo>
                    <a:pt x="6805" y="70"/>
                  </a:lnTo>
                  <a:lnTo>
                    <a:pt x="6737" y="50"/>
                  </a:lnTo>
                  <a:lnTo>
                    <a:pt x="6658" y="30"/>
                  </a:lnTo>
                  <a:lnTo>
                    <a:pt x="6569" y="11"/>
                  </a:lnTo>
                  <a:lnTo>
                    <a:pt x="6481"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2" name="Google Shape;1612;p104"/>
            <p:cNvSpPr/>
            <p:nvPr/>
          </p:nvSpPr>
          <p:spPr>
            <a:xfrm>
              <a:off x="3489775" y="2366300"/>
              <a:ext cx="366325" cy="220050"/>
            </a:xfrm>
            <a:custGeom>
              <a:avLst/>
              <a:gdLst/>
              <a:ahLst/>
              <a:cxnLst/>
              <a:rect l="l" t="t" r="r" b="b"/>
              <a:pathLst>
                <a:path w="14653" h="8802" extrusionOk="0">
                  <a:moveTo>
                    <a:pt x="1604" y="0"/>
                  </a:moveTo>
                  <a:lnTo>
                    <a:pt x="1515" y="10"/>
                  </a:lnTo>
                  <a:lnTo>
                    <a:pt x="1437" y="30"/>
                  </a:lnTo>
                  <a:lnTo>
                    <a:pt x="1358" y="50"/>
                  </a:lnTo>
                  <a:lnTo>
                    <a:pt x="1279" y="79"/>
                  </a:lnTo>
                  <a:lnTo>
                    <a:pt x="1210" y="118"/>
                  </a:lnTo>
                  <a:lnTo>
                    <a:pt x="1151" y="158"/>
                  </a:lnTo>
                  <a:lnTo>
                    <a:pt x="1092" y="207"/>
                  </a:lnTo>
                  <a:lnTo>
                    <a:pt x="1043" y="266"/>
                  </a:lnTo>
                  <a:lnTo>
                    <a:pt x="994" y="335"/>
                  </a:lnTo>
                  <a:lnTo>
                    <a:pt x="955" y="404"/>
                  </a:lnTo>
                  <a:lnTo>
                    <a:pt x="915" y="482"/>
                  </a:lnTo>
                  <a:lnTo>
                    <a:pt x="896" y="571"/>
                  </a:lnTo>
                  <a:lnTo>
                    <a:pt x="876" y="669"/>
                  </a:lnTo>
                  <a:lnTo>
                    <a:pt x="856" y="767"/>
                  </a:lnTo>
                  <a:lnTo>
                    <a:pt x="856" y="876"/>
                  </a:lnTo>
                  <a:lnTo>
                    <a:pt x="856" y="3098"/>
                  </a:lnTo>
                  <a:lnTo>
                    <a:pt x="856" y="3196"/>
                  </a:lnTo>
                  <a:lnTo>
                    <a:pt x="837" y="3285"/>
                  </a:lnTo>
                  <a:lnTo>
                    <a:pt x="827" y="3363"/>
                  </a:lnTo>
                  <a:lnTo>
                    <a:pt x="797" y="3442"/>
                  </a:lnTo>
                  <a:lnTo>
                    <a:pt x="768" y="3511"/>
                  </a:lnTo>
                  <a:lnTo>
                    <a:pt x="729" y="3570"/>
                  </a:lnTo>
                  <a:lnTo>
                    <a:pt x="679" y="3629"/>
                  </a:lnTo>
                  <a:lnTo>
                    <a:pt x="630" y="3678"/>
                  </a:lnTo>
                  <a:lnTo>
                    <a:pt x="571" y="3727"/>
                  </a:lnTo>
                  <a:lnTo>
                    <a:pt x="502" y="3767"/>
                  </a:lnTo>
                  <a:lnTo>
                    <a:pt x="434" y="3796"/>
                  </a:lnTo>
                  <a:lnTo>
                    <a:pt x="355" y="3826"/>
                  </a:lnTo>
                  <a:lnTo>
                    <a:pt x="276" y="3845"/>
                  </a:lnTo>
                  <a:lnTo>
                    <a:pt x="188" y="3855"/>
                  </a:lnTo>
                  <a:lnTo>
                    <a:pt x="99" y="3865"/>
                  </a:lnTo>
                  <a:lnTo>
                    <a:pt x="1" y="3875"/>
                  </a:lnTo>
                  <a:lnTo>
                    <a:pt x="1" y="4927"/>
                  </a:lnTo>
                  <a:lnTo>
                    <a:pt x="99" y="4937"/>
                  </a:lnTo>
                  <a:lnTo>
                    <a:pt x="188" y="4947"/>
                  </a:lnTo>
                  <a:lnTo>
                    <a:pt x="276" y="4956"/>
                  </a:lnTo>
                  <a:lnTo>
                    <a:pt x="355" y="4976"/>
                  </a:lnTo>
                  <a:lnTo>
                    <a:pt x="434" y="5006"/>
                  </a:lnTo>
                  <a:lnTo>
                    <a:pt x="502" y="5035"/>
                  </a:lnTo>
                  <a:lnTo>
                    <a:pt x="571" y="5074"/>
                  </a:lnTo>
                  <a:lnTo>
                    <a:pt x="630" y="5124"/>
                  </a:lnTo>
                  <a:lnTo>
                    <a:pt x="679" y="5173"/>
                  </a:lnTo>
                  <a:lnTo>
                    <a:pt x="729" y="5232"/>
                  </a:lnTo>
                  <a:lnTo>
                    <a:pt x="768" y="5291"/>
                  </a:lnTo>
                  <a:lnTo>
                    <a:pt x="797" y="5360"/>
                  </a:lnTo>
                  <a:lnTo>
                    <a:pt x="827" y="5438"/>
                  </a:lnTo>
                  <a:lnTo>
                    <a:pt x="837" y="5517"/>
                  </a:lnTo>
                  <a:lnTo>
                    <a:pt x="856" y="5605"/>
                  </a:lnTo>
                  <a:lnTo>
                    <a:pt x="856" y="5704"/>
                  </a:lnTo>
                  <a:lnTo>
                    <a:pt x="856" y="7926"/>
                  </a:lnTo>
                  <a:lnTo>
                    <a:pt x="856" y="8034"/>
                  </a:lnTo>
                  <a:lnTo>
                    <a:pt x="876" y="8133"/>
                  </a:lnTo>
                  <a:lnTo>
                    <a:pt x="896" y="8231"/>
                  </a:lnTo>
                  <a:lnTo>
                    <a:pt x="915" y="8319"/>
                  </a:lnTo>
                  <a:lnTo>
                    <a:pt x="955" y="8398"/>
                  </a:lnTo>
                  <a:lnTo>
                    <a:pt x="994" y="8467"/>
                  </a:lnTo>
                  <a:lnTo>
                    <a:pt x="1043" y="8536"/>
                  </a:lnTo>
                  <a:lnTo>
                    <a:pt x="1092" y="8595"/>
                  </a:lnTo>
                  <a:lnTo>
                    <a:pt x="1151" y="8644"/>
                  </a:lnTo>
                  <a:lnTo>
                    <a:pt x="1210" y="8683"/>
                  </a:lnTo>
                  <a:lnTo>
                    <a:pt x="1279" y="8723"/>
                  </a:lnTo>
                  <a:lnTo>
                    <a:pt x="1358" y="8752"/>
                  </a:lnTo>
                  <a:lnTo>
                    <a:pt x="1437" y="8772"/>
                  </a:lnTo>
                  <a:lnTo>
                    <a:pt x="1515" y="8791"/>
                  </a:lnTo>
                  <a:lnTo>
                    <a:pt x="1604" y="8801"/>
                  </a:lnTo>
                  <a:lnTo>
                    <a:pt x="2715" y="8801"/>
                  </a:lnTo>
                  <a:lnTo>
                    <a:pt x="2715" y="7867"/>
                  </a:lnTo>
                  <a:lnTo>
                    <a:pt x="2056" y="7867"/>
                  </a:lnTo>
                  <a:lnTo>
                    <a:pt x="2056" y="5605"/>
                  </a:lnTo>
                  <a:lnTo>
                    <a:pt x="2046" y="5458"/>
                  </a:lnTo>
                  <a:lnTo>
                    <a:pt x="2027" y="5320"/>
                  </a:lnTo>
                  <a:lnTo>
                    <a:pt x="2007" y="5202"/>
                  </a:lnTo>
                  <a:lnTo>
                    <a:pt x="1968" y="5084"/>
                  </a:lnTo>
                  <a:lnTo>
                    <a:pt x="1918" y="4986"/>
                  </a:lnTo>
                  <a:lnTo>
                    <a:pt x="1859" y="4888"/>
                  </a:lnTo>
                  <a:lnTo>
                    <a:pt x="1791" y="4809"/>
                  </a:lnTo>
                  <a:lnTo>
                    <a:pt x="1712" y="4730"/>
                  </a:lnTo>
                  <a:lnTo>
                    <a:pt x="1623" y="4671"/>
                  </a:lnTo>
                  <a:lnTo>
                    <a:pt x="1525" y="4612"/>
                  </a:lnTo>
                  <a:lnTo>
                    <a:pt x="1417" y="4573"/>
                  </a:lnTo>
                  <a:lnTo>
                    <a:pt x="1299" y="4534"/>
                  </a:lnTo>
                  <a:lnTo>
                    <a:pt x="1171" y="4504"/>
                  </a:lnTo>
                  <a:lnTo>
                    <a:pt x="1033" y="4484"/>
                  </a:lnTo>
                  <a:lnTo>
                    <a:pt x="886" y="4475"/>
                  </a:lnTo>
                  <a:lnTo>
                    <a:pt x="729" y="4465"/>
                  </a:lnTo>
                  <a:lnTo>
                    <a:pt x="729" y="4327"/>
                  </a:lnTo>
                  <a:lnTo>
                    <a:pt x="886" y="4327"/>
                  </a:lnTo>
                  <a:lnTo>
                    <a:pt x="1033" y="4317"/>
                  </a:lnTo>
                  <a:lnTo>
                    <a:pt x="1171" y="4298"/>
                  </a:lnTo>
                  <a:lnTo>
                    <a:pt x="1299" y="4268"/>
                  </a:lnTo>
                  <a:lnTo>
                    <a:pt x="1417" y="4229"/>
                  </a:lnTo>
                  <a:lnTo>
                    <a:pt x="1525" y="4189"/>
                  </a:lnTo>
                  <a:lnTo>
                    <a:pt x="1623" y="4130"/>
                  </a:lnTo>
                  <a:lnTo>
                    <a:pt x="1712" y="4071"/>
                  </a:lnTo>
                  <a:lnTo>
                    <a:pt x="1791" y="3993"/>
                  </a:lnTo>
                  <a:lnTo>
                    <a:pt x="1859" y="3914"/>
                  </a:lnTo>
                  <a:lnTo>
                    <a:pt x="1918" y="3816"/>
                  </a:lnTo>
                  <a:lnTo>
                    <a:pt x="1968" y="3717"/>
                  </a:lnTo>
                  <a:lnTo>
                    <a:pt x="2007" y="3599"/>
                  </a:lnTo>
                  <a:lnTo>
                    <a:pt x="2027" y="3481"/>
                  </a:lnTo>
                  <a:lnTo>
                    <a:pt x="2046" y="3344"/>
                  </a:lnTo>
                  <a:lnTo>
                    <a:pt x="2056" y="3196"/>
                  </a:lnTo>
                  <a:lnTo>
                    <a:pt x="2056" y="935"/>
                  </a:lnTo>
                  <a:lnTo>
                    <a:pt x="2715" y="935"/>
                  </a:lnTo>
                  <a:lnTo>
                    <a:pt x="2715" y="0"/>
                  </a:lnTo>
                  <a:close/>
                  <a:moveTo>
                    <a:pt x="11939" y="0"/>
                  </a:moveTo>
                  <a:lnTo>
                    <a:pt x="11939" y="935"/>
                  </a:lnTo>
                  <a:lnTo>
                    <a:pt x="12607" y="935"/>
                  </a:lnTo>
                  <a:lnTo>
                    <a:pt x="12607" y="3196"/>
                  </a:lnTo>
                  <a:lnTo>
                    <a:pt x="12607" y="3344"/>
                  </a:lnTo>
                  <a:lnTo>
                    <a:pt x="12627" y="3481"/>
                  </a:lnTo>
                  <a:lnTo>
                    <a:pt x="12657" y="3599"/>
                  </a:lnTo>
                  <a:lnTo>
                    <a:pt x="12696" y="3717"/>
                  </a:lnTo>
                  <a:lnTo>
                    <a:pt x="12735" y="3816"/>
                  </a:lnTo>
                  <a:lnTo>
                    <a:pt x="12794" y="3914"/>
                  </a:lnTo>
                  <a:lnTo>
                    <a:pt x="12863" y="3993"/>
                  </a:lnTo>
                  <a:lnTo>
                    <a:pt x="12942" y="4071"/>
                  </a:lnTo>
                  <a:lnTo>
                    <a:pt x="13030" y="4130"/>
                  </a:lnTo>
                  <a:lnTo>
                    <a:pt x="13129" y="4189"/>
                  </a:lnTo>
                  <a:lnTo>
                    <a:pt x="13237" y="4229"/>
                  </a:lnTo>
                  <a:lnTo>
                    <a:pt x="13355" y="4268"/>
                  </a:lnTo>
                  <a:lnTo>
                    <a:pt x="13492" y="4298"/>
                  </a:lnTo>
                  <a:lnTo>
                    <a:pt x="13630" y="4317"/>
                  </a:lnTo>
                  <a:lnTo>
                    <a:pt x="13778" y="4327"/>
                  </a:lnTo>
                  <a:lnTo>
                    <a:pt x="13935" y="4327"/>
                  </a:lnTo>
                  <a:lnTo>
                    <a:pt x="13935" y="4465"/>
                  </a:lnTo>
                  <a:lnTo>
                    <a:pt x="13778" y="4475"/>
                  </a:lnTo>
                  <a:lnTo>
                    <a:pt x="13630" y="4484"/>
                  </a:lnTo>
                  <a:lnTo>
                    <a:pt x="13492" y="4504"/>
                  </a:lnTo>
                  <a:lnTo>
                    <a:pt x="13355" y="4534"/>
                  </a:lnTo>
                  <a:lnTo>
                    <a:pt x="13237" y="4573"/>
                  </a:lnTo>
                  <a:lnTo>
                    <a:pt x="13129" y="4612"/>
                  </a:lnTo>
                  <a:lnTo>
                    <a:pt x="13030" y="4671"/>
                  </a:lnTo>
                  <a:lnTo>
                    <a:pt x="12942" y="4730"/>
                  </a:lnTo>
                  <a:lnTo>
                    <a:pt x="12863" y="4809"/>
                  </a:lnTo>
                  <a:lnTo>
                    <a:pt x="12794" y="4888"/>
                  </a:lnTo>
                  <a:lnTo>
                    <a:pt x="12735" y="4986"/>
                  </a:lnTo>
                  <a:lnTo>
                    <a:pt x="12696" y="5084"/>
                  </a:lnTo>
                  <a:lnTo>
                    <a:pt x="12657" y="5202"/>
                  </a:lnTo>
                  <a:lnTo>
                    <a:pt x="12627" y="5320"/>
                  </a:lnTo>
                  <a:lnTo>
                    <a:pt x="12607" y="5458"/>
                  </a:lnTo>
                  <a:lnTo>
                    <a:pt x="12607" y="5605"/>
                  </a:lnTo>
                  <a:lnTo>
                    <a:pt x="12607" y="7867"/>
                  </a:lnTo>
                  <a:lnTo>
                    <a:pt x="11939" y="7867"/>
                  </a:lnTo>
                  <a:lnTo>
                    <a:pt x="11939" y="8801"/>
                  </a:lnTo>
                  <a:lnTo>
                    <a:pt x="13060" y="8801"/>
                  </a:lnTo>
                  <a:lnTo>
                    <a:pt x="13138" y="8791"/>
                  </a:lnTo>
                  <a:lnTo>
                    <a:pt x="13227" y="8772"/>
                  </a:lnTo>
                  <a:lnTo>
                    <a:pt x="13306" y="8752"/>
                  </a:lnTo>
                  <a:lnTo>
                    <a:pt x="13374" y="8723"/>
                  </a:lnTo>
                  <a:lnTo>
                    <a:pt x="13443" y="8683"/>
                  </a:lnTo>
                  <a:lnTo>
                    <a:pt x="13512" y="8644"/>
                  </a:lnTo>
                  <a:lnTo>
                    <a:pt x="13571" y="8595"/>
                  </a:lnTo>
                  <a:lnTo>
                    <a:pt x="13620" y="8536"/>
                  </a:lnTo>
                  <a:lnTo>
                    <a:pt x="13669" y="8467"/>
                  </a:lnTo>
                  <a:lnTo>
                    <a:pt x="13709" y="8398"/>
                  </a:lnTo>
                  <a:lnTo>
                    <a:pt x="13738" y="8319"/>
                  </a:lnTo>
                  <a:lnTo>
                    <a:pt x="13768" y="8231"/>
                  </a:lnTo>
                  <a:lnTo>
                    <a:pt x="13787" y="8133"/>
                  </a:lnTo>
                  <a:lnTo>
                    <a:pt x="13797" y="8034"/>
                  </a:lnTo>
                  <a:lnTo>
                    <a:pt x="13807" y="7926"/>
                  </a:lnTo>
                  <a:lnTo>
                    <a:pt x="13807" y="5704"/>
                  </a:lnTo>
                  <a:lnTo>
                    <a:pt x="13807" y="5605"/>
                  </a:lnTo>
                  <a:lnTo>
                    <a:pt x="13817" y="5517"/>
                  </a:lnTo>
                  <a:lnTo>
                    <a:pt x="13837" y="5438"/>
                  </a:lnTo>
                  <a:lnTo>
                    <a:pt x="13866" y="5360"/>
                  </a:lnTo>
                  <a:lnTo>
                    <a:pt x="13896" y="5291"/>
                  </a:lnTo>
                  <a:lnTo>
                    <a:pt x="13935" y="5232"/>
                  </a:lnTo>
                  <a:lnTo>
                    <a:pt x="13974" y="5173"/>
                  </a:lnTo>
                  <a:lnTo>
                    <a:pt x="14033" y="5124"/>
                  </a:lnTo>
                  <a:lnTo>
                    <a:pt x="14092" y="5074"/>
                  </a:lnTo>
                  <a:lnTo>
                    <a:pt x="14151" y="5035"/>
                  </a:lnTo>
                  <a:lnTo>
                    <a:pt x="14220" y="5006"/>
                  </a:lnTo>
                  <a:lnTo>
                    <a:pt x="14299" y="4976"/>
                  </a:lnTo>
                  <a:lnTo>
                    <a:pt x="14377" y="4956"/>
                  </a:lnTo>
                  <a:lnTo>
                    <a:pt x="14466" y="4947"/>
                  </a:lnTo>
                  <a:lnTo>
                    <a:pt x="14564" y="4937"/>
                  </a:lnTo>
                  <a:lnTo>
                    <a:pt x="14653" y="4927"/>
                  </a:lnTo>
                  <a:lnTo>
                    <a:pt x="14653" y="3875"/>
                  </a:lnTo>
                  <a:lnTo>
                    <a:pt x="14564" y="3865"/>
                  </a:lnTo>
                  <a:lnTo>
                    <a:pt x="14466" y="3855"/>
                  </a:lnTo>
                  <a:lnTo>
                    <a:pt x="14377" y="3845"/>
                  </a:lnTo>
                  <a:lnTo>
                    <a:pt x="14299" y="3826"/>
                  </a:lnTo>
                  <a:lnTo>
                    <a:pt x="14220" y="3796"/>
                  </a:lnTo>
                  <a:lnTo>
                    <a:pt x="14151" y="3767"/>
                  </a:lnTo>
                  <a:lnTo>
                    <a:pt x="14092" y="3727"/>
                  </a:lnTo>
                  <a:lnTo>
                    <a:pt x="14033" y="3678"/>
                  </a:lnTo>
                  <a:lnTo>
                    <a:pt x="13974" y="3629"/>
                  </a:lnTo>
                  <a:lnTo>
                    <a:pt x="13935" y="3570"/>
                  </a:lnTo>
                  <a:lnTo>
                    <a:pt x="13896" y="3511"/>
                  </a:lnTo>
                  <a:lnTo>
                    <a:pt x="13866" y="3442"/>
                  </a:lnTo>
                  <a:lnTo>
                    <a:pt x="13837" y="3363"/>
                  </a:lnTo>
                  <a:lnTo>
                    <a:pt x="13817" y="3285"/>
                  </a:lnTo>
                  <a:lnTo>
                    <a:pt x="13807" y="3196"/>
                  </a:lnTo>
                  <a:lnTo>
                    <a:pt x="13807" y="3098"/>
                  </a:lnTo>
                  <a:lnTo>
                    <a:pt x="13807" y="876"/>
                  </a:lnTo>
                  <a:lnTo>
                    <a:pt x="13797" y="767"/>
                  </a:lnTo>
                  <a:lnTo>
                    <a:pt x="13787" y="669"/>
                  </a:lnTo>
                  <a:lnTo>
                    <a:pt x="13768" y="571"/>
                  </a:lnTo>
                  <a:lnTo>
                    <a:pt x="13738" y="482"/>
                  </a:lnTo>
                  <a:lnTo>
                    <a:pt x="13709" y="404"/>
                  </a:lnTo>
                  <a:lnTo>
                    <a:pt x="13669" y="335"/>
                  </a:lnTo>
                  <a:lnTo>
                    <a:pt x="13620" y="266"/>
                  </a:lnTo>
                  <a:lnTo>
                    <a:pt x="13571" y="207"/>
                  </a:lnTo>
                  <a:lnTo>
                    <a:pt x="13512" y="158"/>
                  </a:lnTo>
                  <a:lnTo>
                    <a:pt x="13443" y="118"/>
                  </a:lnTo>
                  <a:lnTo>
                    <a:pt x="13374" y="79"/>
                  </a:lnTo>
                  <a:lnTo>
                    <a:pt x="13306" y="50"/>
                  </a:lnTo>
                  <a:lnTo>
                    <a:pt x="13227" y="30"/>
                  </a:lnTo>
                  <a:lnTo>
                    <a:pt x="13138" y="10"/>
                  </a:lnTo>
                  <a:lnTo>
                    <a:pt x="13060"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13" name="Google Shape;1613;p104"/>
          <p:cNvGrpSpPr/>
          <p:nvPr/>
        </p:nvGrpSpPr>
        <p:grpSpPr>
          <a:xfrm>
            <a:off x="6215861" y="3625082"/>
            <a:ext cx="283807" cy="269231"/>
            <a:chOff x="3479450" y="1575950"/>
            <a:chExt cx="386975" cy="367050"/>
          </a:xfrm>
        </p:grpSpPr>
        <p:sp>
          <p:nvSpPr>
            <p:cNvPr id="1614" name="Google Shape;1614;p104"/>
            <p:cNvSpPr/>
            <p:nvPr/>
          </p:nvSpPr>
          <p:spPr>
            <a:xfrm>
              <a:off x="3626475" y="1835050"/>
              <a:ext cx="92950" cy="23625"/>
            </a:xfrm>
            <a:custGeom>
              <a:avLst/>
              <a:gdLst/>
              <a:ahLst/>
              <a:cxnLst/>
              <a:rect l="l" t="t" r="r" b="b"/>
              <a:pathLst>
                <a:path w="3718" h="945" extrusionOk="0">
                  <a:moveTo>
                    <a:pt x="0" y="0"/>
                  </a:moveTo>
                  <a:lnTo>
                    <a:pt x="0" y="944"/>
                  </a:lnTo>
                  <a:lnTo>
                    <a:pt x="3717" y="944"/>
                  </a:lnTo>
                  <a:lnTo>
                    <a:pt x="3717"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5" name="Google Shape;1615;p104"/>
            <p:cNvSpPr/>
            <p:nvPr/>
          </p:nvSpPr>
          <p:spPr>
            <a:xfrm>
              <a:off x="3479450" y="1575950"/>
              <a:ext cx="386975" cy="367050"/>
            </a:xfrm>
            <a:custGeom>
              <a:avLst/>
              <a:gdLst/>
              <a:ahLst/>
              <a:cxnLst/>
              <a:rect l="l" t="t" r="r" b="b"/>
              <a:pathLst>
                <a:path w="15479" h="14682" extrusionOk="0">
                  <a:moveTo>
                    <a:pt x="7858" y="954"/>
                  </a:moveTo>
                  <a:lnTo>
                    <a:pt x="7976" y="974"/>
                  </a:lnTo>
                  <a:lnTo>
                    <a:pt x="8084" y="1003"/>
                  </a:lnTo>
                  <a:lnTo>
                    <a:pt x="8182" y="1042"/>
                  </a:lnTo>
                  <a:lnTo>
                    <a:pt x="8291" y="1092"/>
                  </a:lnTo>
                  <a:lnTo>
                    <a:pt x="8379" y="1151"/>
                  </a:lnTo>
                  <a:lnTo>
                    <a:pt x="8468" y="1210"/>
                  </a:lnTo>
                  <a:lnTo>
                    <a:pt x="8546" y="1288"/>
                  </a:lnTo>
                  <a:lnTo>
                    <a:pt x="8625" y="1367"/>
                  </a:lnTo>
                  <a:lnTo>
                    <a:pt x="8694" y="1455"/>
                  </a:lnTo>
                  <a:lnTo>
                    <a:pt x="8743" y="1554"/>
                  </a:lnTo>
                  <a:lnTo>
                    <a:pt x="8792" y="1652"/>
                  </a:lnTo>
                  <a:lnTo>
                    <a:pt x="8831" y="1750"/>
                  </a:lnTo>
                  <a:lnTo>
                    <a:pt x="8861" y="1868"/>
                  </a:lnTo>
                  <a:lnTo>
                    <a:pt x="8881" y="1977"/>
                  </a:lnTo>
                  <a:lnTo>
                    <a:pt x="8881" y="2095"/>
                  </a:lnTo>
                  <a:lnTo>
                    <a:pt x="8881" y="2213"/>
                  </a:lnTo>
                  <a:lnTo>
                    <a:pt x="8861" y="2321"/>
                  </a:lnTo>
                  <a:lnTo>
                    <a:pt x="8831" y="2429"/>
                  </a:lnTo>
                  <a:lnTo>
                    <a:pt x="8792" y="2537"/>
                  </a:lnTo>
                  <a:lnTo>
                    <a:pt x="8743" y="2635"/>
                  </a:lnTo>
                  <a:lnTo>
                    <a:pt x="8694" y="2734"/>
                  </a:lnTo>
                  <a:lnTo>
                    <a:pt x="8625" y="2822"/>
                  </a:lnTo>
                  <a:lnTo>
                    <a:pt x="8546" y="2901"/>
                  </a:lnTo>
                  <a:lnTo>
                    <a:pt x="8468" y="2980"/>
                  </a:lnTo>
                  <a:lnTo>
                    <a:pt x="8379" y="3039"/>
                  </a:lnTo>
                  <a:lnTo>
                    <a:pt x="8291" y="3098"/>
                  </a:lnTo>
                  <a:lnTo>
                    <a:pt x="8182" y="3147"/>
                  </a:lnTo>
                  <a:lnTo>
                    <a:pt x="8084" y="3186"/>
                  </a:lnTo>
                  <a:lnTo>
                    <a:pt x="7976" y="3216"/>
                  </a:lnTo>
                  <a:lnTo>
                    <a:pt x="7858" y="3235"/>
                  </a:lnTo>
                  <a:lnTo>
                    <a:pt x="7622" y="3235"/>
                  </a:lnTo>
                  <a:lnTo>
                    <a:pt x="7514" y="3216"/>
                  </a:lnTo>
                  <a:lnTo>
                    <a:pt x="7406" y="3186"/>
                  </a:lnTo>
                  <a:lnTo>
                    <a:pt x="7297" y="3147"/>
                  </a:lnTo>
                  <a:lnTo>
                    <a:pt x="7199" y="3098"/>
                  </a:lnTo>
                  <a:lnTo>
                    <a:pt x="7101" y="3039"/>
                  </a:lnTo>
                  <a:lnTo>
                    <a:pt x="7012" y="2980"/>
                  </a:lnTo>
                  <a:lnTo>
                    <a:pt x="6934" y="2901"/>
                  </a:lnTo>
                  <a:lnTo>
                    <a:pt x="6865" y="2822"/>
                  </a:lnTo>
                  <a:lnTo>
                    <a:pt x="6796" y="2734"/>
                  </a:lnTo>
                  <a:lnTo>
                    <a:pt x="6737" y="2635"/>
                  </a:lnTo>
                  <a:lnTo>
                    <a:pt x="6688" y="2537"/>
                  </a:lnTo>
                  <a:lnTo>
                    <a:pt x="6648" y="2429"/>
                  </a:lnTo>
                  <a:lnTo>
                    <a:pt x="6629" y="2321"/>
                  </a:lnTo>
                  <a:lnTo>
                    <a:pt x="6609" y="2213"/>
                  </a:lnTo>
                  <a:lnTo>
                    <a:pt x="6599" y="2095"/>
                  </a:lnTo>
                  <a:lnTo>
                    <a:pt x="6609" y="1977"/>
                  </a:lnTo>
                  <a:lnTo>
                    <a:pt x="6629" y="1868"/>
                  </a:lnTo>
                  <a:lnTo>
                    <a:pt x="6648" y="1750"/>
                  </a:lnTo>
                  <a:lnTo>
                    <a:pt x="6688" y="1652"/>
                  </a:lnTo>
                  <a:lnTo>
                    <a:pt x="6737" y="1554"/>
                  </a:lnTo>
                  <a:lnTo>
                    <a:pt x="6796" y="1455"/>
                  </a:lnTo>
                  <a:lnTo>
                    <a:pt x="6865" y="1367"/>
                  </a:lnTo>
                  <a:lnTo>
                    <a:pt x="6934" y="1288"/>
                  </a:lnTo>
                  <a:lnTo>
                    <a:pt x="7012" y="1210"/>
                  </a:lnTo>
                  <a:lnTo>
                    <a:pt x="7101" y="1151"/>
                  </a:lnTo>
                  <a:lnTo>
                    <a:pt x="7199" y="1092"/>
                  </a:lnTo>
                  <a:lnTo>
                    <a:pt x="7297" y="1042"/>
                  </a:lnTo>
                  <a:lnTo>
                    <a:pt x="7406" y="1003"/>
                  </a:lnTo>
                  <a:lnTo>
                    <a:pt x="7514" y="974"/>
                  </a:lnTo>
                  <a:lnTo>
                    <a:pt x="7622" y="954"/>
                  </a:lnTo>
                  <a:close/>
                  <a:moveTo>
                    <a:pt x="8025" y="4169"/>
                  </a:moveTo>
                  <a:lnTo>
                    <a:pt x="8025" y="4661"/>
                  </a:lnTo>
                  <a:lnTo>
                    <a:pt x="7465" y="4661"/>
                  </a:lnTo>
                  <a:lnTo>
                    <a:pt x="7465" y="4169"/>
                  </a:lnTo>
                  <a:lnTo>
                    <a:pt x="7602" y="4179"/>
                  </a:lnTo>
                  <a:lnTo>
                    <a:pt x="7740" y="4189"/>
                  </a:lnTo>
                  <a:lnTo>
                    <a:pt x="7887" y="4179"/>
                  </a:lnTo>
                  <a:lnTo>
                    <a:pt x="8025" y="4169"/>
                  </a:lnTo>
                  <a:close/>
                  <a:moveTo>
                    <a:pt x="1427" y="7031"/>
                  </a:moveTo>
                  <a:lnTo>
                    <a:pt x="1427" y="10364"/>
                  </a:lnTo>
                  <a:lnTo>
                    <a:pt x="955" y="10364"/>
                  </a:lnTo>
                  <a:lnTo>
                    <a:pt x="955" y="7031"/>
                  </a:lnTo>
                  <a:close/>
                  <a:moveTo>
                    <a:pt x="14535" y="7031"/>
                  </a:moveTo>
                  <a:lnTo>
                    <a:pt x="14535" y="10364"/>
                  </a:lnTo>
                  <a:lnTo>
                    <a:pt x="14053" y="10364"/>
                  </a:lnTo>
                  <a:lnTo>
                    <a:pt x="14053" y="7031"/>
                  </a:lnTo>
                  <a:close/>
                  <a:moveTo>
                    <a:pt x="13109" y="5615"/>
                  </a:moveTo>
                  <a:lnTo>
                    <a:pt x="13109" y="12125"/>
                  </a:lnTo>
                  <a:lnTo>
                    <a:pt x="2381" y="12125"/>
                  </a:lnTo>
                  <a:lnTo>
                    <a:pt x="2381" y="5615"/>
                  </a:lnTo>
                  <a:close/>
                  <a:moveTo>
                    <a:pt x="9598" y="13078"/>
                  </a:moveTo>
                  <a:lnTo>
                    <a:pt x="9598" y="13737"/>
                  </a:lnTo>
                  <a:lnTo>
                    <a:pt x="5881" y="13737"/>
                  </a:lnTo>
                  <a:lnTo>
                    <a:pt x="5881" y="13078"/>
                  </a:lnTo>
                  <a:close/>
                  <a:moveTo>
                    <a:pt x="7740" y="0"/>
                  </a:moveTo>
                  <a:lnTo>
                    <a:pt x="7533" y="10"/>
                  </a:lnTo>
                  <a:lnTo>
                    <a:pt x="7317" y="39"/>
                  </a:lnTo>
                  <a:lnTo>
                    <a:pt x="7120" y="98"/>
                  </a:lnTo>
                  <a:lnTo>
                    <a:pt x="6924" y="167"/>
                  </a:lnTo>
                  <a:lnTo>
                    <a:pt x="6747" y="256"/>
                  </a:lnTo>
                  <a:lnTo>
                    <a:pt x="6570" y="354"/>
                  </a:lnTo>
                  <a:lnTo>
                    <a:pt x="6412" y="482"/>
                  </a:lnTo>
                  <a:lnTo>
                    <a:pt x="6265" y="620"/>
                  </a:lnTo>
                  <a:lnTo>
                    <a:pt x="6127" y="767"/>
                  </a:lnTo>
                  <a:lnTo>
                    <a:pt x="6009" y="924"/>
                  </a:lnTo>
                  <a:lnTo>
                    <a:pt x="5901" y="1101"/>
                  </a:lnTo>
                  <a:lnTo>
                    <a:pt x="5813" y="1278"/>
                  </a:lnTo>
                  <a:lnTo>
                    <a:pt x="5744" y="1475"/>
                  </a:lnTo>
                  <a:lnTo>
                    <a:pt x="5695" y="1672"/>
                  </a:lnTo>
                  <a:lnTo>
                    <a:pt x="5655" y="1878"/>
                  </a:lnTo>
                  <a:lnTo>
                    <a:pt x="5645" y="2095"/>
                  </a:lnTo>
                  <a:lnTo>
                    <a:pt x="5655" y="2222"/>
                  </a:lnTo>
                  <a:lnTo>
                    <a:pt x="5665" y="2350"/>
                  </a:lnTo>
                  <a:lnTo>
                    <a:pt x="5685" y="2478"/>
                  </a:lnTo>
                  <a:lnTo>
                    <a:pt x="5714" y="2596"/>
                  </a:lnTo>
                  <a:lnTo>
                    <a:pt x="5744" y="2714"/>
                  </a:lnTo>
                  <a:lnTo>
                    <a:pt x="5783" y="2832"/>
                  </a:lnTo>
                  <a:lnTo>
                    <a:pt x="5832" y="2950"/>
                  </a:lnTo>
                  <a:lnTo>
                    <a:pt x="5881" y="3058"/>
                  </a:lnTo>
                  <a:lnTo>
                    <a:pt x="5940" y="3166"/>
                  </a:lnTo>
                  <a:lnTo>
                    <a:pt x="6009" y="3265"/>
                  </a:lnTo>
                  <a:lnTo>
                    <a:pt x="6078" y="3363"/>
                  </a:lnTo>
                  <a:lnTo>
                    <a:pt x="6157" y="3461"/>
                  </a:lnTo>
                  <a:lnTo>
                    <a:pt x="6235" y="3550"/>
                  </a:lnTo>
                  <a:lnTo>
                    <a:pt x="6324" y="3638"/>
                  </a:lnTo>
                  <a:lnTo>
                    <a:pt x="6412" y="3717"/>
                  </a:lnTo>
                  <a:lnTo>
                    <a:pt x="6511" y="3786"/>
                  </a:lnTo>
                  <a:lnTo>
                    <a:pt x="6511" y="4661"/>
                  </a:lnTo>
                  <a:lnTo>
                    <a:pt x="1427" y="4661"/>
                  </a:lnTo>
                  <a:lnTo>
                    <a:pt x="1427" y="4995"/>
                  </a:lnTo>
                  <a:lnTo>
                    <a:pt x="1427" y="5615"/>
                  </a:lnTo>
                  <a:lnTo>
                    <a:pt x="1427" y="6077"/>
                  </a:lnTo>
                  <a:lnTo>
                    <a:pt x="1" y="6077"/>
                  </a:lnTo>
                  <a:lnTo>
                    <a:pt x="1" y="11308"/>
                  </a:lnTo>
                  <a:lnTo>
                    <a:pt x="1427" y="11308"/>
                  </a:lnTo>
                  <a:lnTo>
                    <a:pt x="1427" y="13078"/>
                  </a:lnTo>
                  <a:lnTo>
                    <a:pt x="4937" y="13078"/>
                  </a:lnTo>
                  <a:lnTo>
                    <a:pt x="4937" y="14681"/>
                  </a:lnTo>
                  <a:lnTo>
                    <a:pt x="10552" y="14681"/>
                  </a:lnTo>
                  <a:lnTo>
                    <a:pt x="10552" y="13078"/>
                  </a:lnTo>
                  <a:lnTo>
                    <a:pt x="14053" y="13078"/>
                  </a:lnTo>
                  <a:lnTo>
                    <a:pt x="14053" y="11308"/>
                  </a:lnTo>
                  <a:lnTo>
                    <a:pt x="15479" y="11308"/>
                  </a:lnTo>
                  <a:lnTo>
                    <a:pt x="15479" y="6077"/>
                  </a:lnTo>
                  <a:lnTo>
                    <a:pt x="14053" y="6077"/>
                  </a:lnTo>
                  <a:lnTo>
                    <a:pt x="14053" y="4661"/>
                  </a:lnTo>
                  <a:lnTo>
                    <a:pt x="8969" y="4661"/>
                  </a:lnTo>
                  <a:lnTo>
                    <a:pt x="8969" y="3786"/>
                  </a:lnTo>
                  <a:lnTo>
                    <a:pt x="9067" y="3717"/>
                  </a:lnTo>
                  <a:lnTo>
                    <a:pt x="9156" y="3638"/>
                  </a:lnTo>
                  <a:lnTo>
                    <a:pt x="9244" y="3550"/>
                  </a:lnTo>
                  <a:lnTo>
                    <a:pt x="9333" y="3461"/>
                  </a:lnTo>
                  <a:lnTo>
                    <a:pt x="9402" y="3363"/>
                  </a:lnTo>
                  <a:lnTo>
                    <a:pt x="9480" y="3265"/>
                  </a:lnTo>
                  <a:lnTo>
                    <a:pt x="9539" y="3166"/>
                  </a:lnTo>
                  <a:lnTo>
                    <a:pt x="9598" y="3058"/>
                  </a:lnTo>
                  <a:lnTo>
                    <a:pt x="9657" y="2950"/>
                  </a:lnTo>
                  <a:lnTo>
                    <a:pt x="9697" y="2832"/>
                  </a:lnTo>
                  <a:lnTo>
                    <a:pt x="9746" y="2714"/>
                  </a:lnTo>
                  <a:lnTo>
                    <a:pt x="9775" y="2596"/>
                  </a:lnTo>
                  <a:lnTo>
                    <a:pt x="9805" y="2478"/>
                  </a:lnTo>
                  <a:lnTo>
                    <a:pt x="9825" y="2350"/>
                  </a:lnTo>
                  <a:lnTo>
                    <a:pt x="9834" y="2222"/>
                  </a:lnTo>
                  <a:lnTo>
                    <a:pt x="9834" y="2095"/>
                  </a:lnTo>
                  <a:lnTo>
                    <a:pt x="9825" y="1878"/>
                  </a:lnTo>
                  <a:lnTo>
                    <a:pt x="9795" y="1672"/>
                  </a:lnTo>
                  <a:lnTo>
                    <a:pt x="9746" y="1475"/>
                  </a:lnTo>
                  <a:lnTo>
                    <a:pt x="9667" y="1278"/>
                  </a:lnTo>
                  <a:lnTo>
                    <a:pt x="9579" y="1101"/>
                  </a:lnTo>
                  <a:lnTo>
                    <a:pt x="9480" y="924"/>
                  </a:lnTo>
                  <a:lnTo>
                    <a:pt x="9362" y="767"/>
                  </a:lnTo>
                  <a:lnTo>
                    <a:pt x="9225" y="620"/>
                  </a:lnTo>
                  <a:lnTo>
                    <a:pt x="9077" y="482"/>
                  </a:lnTo>
                  <a:lnTo>
                    <a:pt x="8910" y="354"/>
                  </a:lnTo>
                  <a:lnTo>
                    <a:pt x="8743" y="256"/>
                  </a:lnTo>
                  <a:lnTo>
                    <a:pt x="8556" y="167"/>
                  </a:lnTo>
                  <a:lnTo>
                    <a:pt x="8369" y="98"/>
                  </a:lnTo>
                  <a:lnTo>
                    <a:pt x="8163" y="39"/>
                  </a:lnTo>
                  <a:lnTo>
                    <a:pt x="7956" y="10"/>
                  </a:lnTo>
                  <a:lnTo>
                    <a:pt x="7740"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6" name="Google Shape;1616;p104"/>
            <p:cNvSpPr/>
            <p:nvPr/>
          </p:nvSpPr>
          <p:spPr>
            <a:xfrm>
              <a:off x="3559100" y="1738925"/>
              <a:ext cx="227675" cy="82875"/>
            </a:xfrm>
            <a:custGeom>
              <a:avLst/>
              <a:gdLst/>
              <a:ahLst/>
              <a:cxnLst/>
              <a:rect l="l" t="t" r="r" b="b"/>
              <a:pathLst>
                <a:path w="9107" h="3315" extrusionOk="0">
                  <a:moveTo>
                    <a:pt x="1732" y="954"/>
                  </a:moveTo>
                  <a:lnTo>
                    <a:pt x="1800" y="964"/>
                  </a:lnTo>
                  <a:lnTo>
                    <a:pt x="1869" y="984"/>
                  </a:lnTo>
                  <a:lnTo>
                    <a:pt x="1938" y="1004"/>
                  </a:lnTo>
                  <a:lnTo>
                    <a:pt x="1997" y="1033"/>
                  </a:lnTo>
                  <a:lnTo>
                    <a:pt x="2056" y="1072"/>
                  </a:lnTo>
                  <a:lnTo>
                    <a:pt x="2115" y="1112"/>
                  </a:lnTo>
                  <a:lnTo>
                    <a:pt x="2164" y="1161"/>
                  </a:lnTo>
                  <a:lnTo>
                    <a:pt x="2204" y="1210"/>
                  </a:lnTo>
                  <a:lnTo>
                    <a:pt x="2243" y="1259"/>
                  </a:lnTo>
                  <a:lnTo>
                    <a:pt x="2282" y="1318"/>
                  </a:lnTo>
                  <a:lnTo>
                    <a:pt x="2312" y="1387"/>
                  </a:lnTo>
                  <a:lnTo>
                    <a:pt x="2341" y="1446"/>
                  </a:lnTo>
                  <a:lnTo>
                    <a:pt x="2351" y="1515"/>
                  </a:lnTo>
                  <a:lnTo>
                    <a:pt x="2361" y="1584"/>
                  </a:lnTo>
                  <a:lnTo>
                    <a:pt x="2371" y="1662"/>
                  </a:lnTo>
                  <a:lnTo>
                    <a:pt x="2361" y="1731"/>
                  </a:lnTo>
                  <a:lnTo>
                    <a:pt x="2351" y="1800"/>
                  </a:lnTo>
                  <a:lnTo>
                    <a:pt x="2341" y="1869"/>
                  </a:lnTo>
                  <a:lnTo>
                    <a:pt x="2312" y="1928"/>
                  </a:lnTo>
                  <a:lnTo>
                    <a:pt x="2282" y="1997"/>
                  </a:lnTo>
                  <a:lnTo>
                    <a:pt x="2243" y="2056"/>
                  </a:lnTo>
                  <a:lnTo>
                    <a:pt x="2204" y="2105"/>
                  </a:lnTo>
                  <a:lnTo>
                    <a:pt x="2164" y="2154"/>
                  </a:lnTo>
                  <a:lnTo>
                    <a:pt x="2115" y="2203"/>
                  </a:lnTo>
                  <a:lnTo>
                    <a:pt x="2056" y="2243"/>
                  </a:lnTo>
                  <a:lnTo>
                    <a:pt x="1997" y="2282"/>
                  </a:lnTo>
                  <a:lnTo>
                    <a:pt x="1938" y="2311"/>
                  </a:lnTo>
                  <a:lnTo>
                    <a:pt x="1869" y="2331"/>
                  </a:lnTo>
                  <a:lnTo>
                    <a:pt x="1800" y="2351"/>
                  </a:lnTo>
                  <a:lnTo>
                    <a:pt x="1732" y="2361"/>
                  </a:lnTo>
                  <a:lnTo>
                    <a:pt x="1594" y="2361"/>
                  </a:lnTo>
                  <a:lnTo>
                    <a:pt x="1515" y="2351"/>
                  </a:lnTo>
                  <a:lnTo>
                    <a:pt x="1456" y="2331"/>
                  </a:lnTo>
                  <a:lnTo>
                    <a:pt x="1387" y="2311"/>
                  </a:lnTo>
                  <a:lnTo>
                    <a:pt x="1328" y="2282"/>
                  </a:lnTo>
                  <a:lnTo>
                    <a:pt x="1269" y="2243"/>
                  </a:lnTo>
                  <a:lnTo>
                    <a:pt x="1210" y="2203"/>
                  </a:lnTo>
                  <a:lnTo>
                    <a:pt x="1161" y="2154"/>
                  </a:lnTo>
                  <a:lnTo>
                    <a:pt x="1122" y="2105"/>
                  </a:lnTo>
                  <a:lnTo>
                    <a:pt x="1073" y="2056"/>
                  </a:lnTo>
                  <a:lnTo>
                    <a:pt x="1043" y="1997"/>
                  </a:lnTo>
                  <a:lnTo>
                    <a:pt x="1014" y="1928"/>
                  </a:lnTo>
                  <a:lnTo>
                    <a:pt x="984" y="1869"/>
                  </a:lnTo>
                  <a:lnTo>
                    <a:pt x="974" y="1800"/>
                  </a:lnTo>
                  <a:lnTo>
                    <a:pt x="955" y="1731"/>
                  </a:lnTo>
                  <a:lnTo>
                    <a:pt x="955" y="1662"/>
                  </a:lnTo>
                  <a:lnTo>
                    <a:pt x="955" y="1584"/>
                  </a:lnTo>
                  <a:lnTo>
                    <a:pt x="974" y="1515"/>
                  </a:lnTo>
                  <a:lnTo>
                    <a:pt x="984" y="1446"/>
                  </a:lnTo>
                  <a:lnTo>
                    <a:pt x="1014" y="1387"/>
                  </a:lnTo>
                  <a:lnTo>
                    <a:pt x="1043" y="1318"/>
                  </a:lnTo>
                  <a:lnTo>
                    <a:pt x="1073" y="1259"/>
                  </a:lnTo>
                  <a:lnTo>
                    <a:pt x="1122" y="1210"/>
                  </a:lnTo>
                  <a:lnTo>
                    <a:pt x="1161" y="1161"/>
                  </a:lnTo>
                  <a:lnTo>
                    <a:pt x="1210" y="1112"/>
                  </a:lnTo>
                  <a:lnTo>
                    <a:pt x="1269" y="1072"/>
                  </a:lnTo>
                  <a:lnTo>
                    <a:pt x="1328" y="1033"/>
                  </a:lnTo>
                  <a:lnTo>
                    <a:pt x="1387" y="1004"/>
                  </a:lnTo>
                  <a:lnTo>
                    <a:pt x="1456" y="984"/>
                  </a:lnTo>
                  <a:lnTo>
                    <a:pt x="1515" y="964"/>
                  </a:lnTo>
                  <a:lnTo>
                    <a:pt x="1594" y="954"/>
                  </a:lnTo>
                  <a:close/>
                  <a:moveTo>
                    <a:pt x="7524" y="954"/>
                  </a:moveTo>
                  <a:lnTo>
                    <a:pt x="7592" y="964"/>
                  </a:lnTo>
                  <a:lnTo>
                    <a:pt x="7661" y="984"/>
                  </a:lnTo>
                  <a:lnTo>
                    <a:pt x="7730" y="1004"/>
                  </a:lnTo>
                  <a:lnTo>
                    <a:pt x="7789" y="1033"/>
                  </a:lnTo>
                  <a:lnTo>
                    <a:pt x="7848" y="1072"/>
                  </a:lnTo>
                  <a:lnTo>
                    <a:pt x="7897" y="1112"/>
                  </a:lnTo>
                  <a:lnTo>
                    <a:pt x="7946" y="1161"/>
                  </a:lnTo>
                  <a:lnTo>
                    <a:pt x="7996" y="1210"/>
                  </a:lnTo>
                  <a:lnTo>
                    <a:pt x="8035" y="1259"/>
                  </a:lnTo>
                  <a:lnTo>
                    <a:pt x="8074" y="1318"/>
                  </a:lnTo>
                  <a:lnTo>
                    <a:pt x="8104" y="1387"/>
                  </a:lnTo>
                  <a:lnTo>
                    <a:pt x="8123" y="1446"/>
                  </a:lnTo>
                  <a:lnTo>
                    <a:pt x="8143" y="1515"/>
                  </a:lnTo>
                  <a:lnTo>
                    <a:pt x="8153" y="1584"/>
                  </a:lnTo>
                  <a:lnTo>
                    <a:pt x="8153" y="1662"/>
                  </a:lnTo>
                  <a:lnTo>
                    <a:pt x="8153" y="1731"/>
                  </a:lnTo>
                  <a:lnTo>
                    <a:pt x="8143" y="1800"/>
                  </a:lnTo>
                  <a:lnTo>
                    <a:pt x="8123" y="1869"/>
                  </a:lnTo>
                  <a:lnTo>
                    <a:pt x="8104" y="1928"/>
                  </a:lnTo>
                  <a:lnTo>
                    <a:pt x="8074" y="1997"/>
                  </a:lnTo>
                  <a:lnTo>
                    <a:pt x="8035" y="2056"/>
                  </a:lnTo>
                  <a:lnTo>
                    <a:pt x="7996" y="2105"/>
                  </a:lnTo>
                  <a:lnTo>
                    <a:pt x="7946" y="2154"/>
                  </a:lnTo>
                  <a:lnTo>
                    <a:pt x="7897" y="2203"/>
                  </a:lnTo>
                  <a:lnTo>
                    <a:pt x="7848" y="2243"/>
                  </a:lnTo>
                  <a:lnTo>
                    <a:pt x="7789" y="2282"/>
                  </a:lnTo>
                  <a:lnTo>
                    <a:pt x="7730" y="2311"/>
                  </a:lnTo>
                  <a:lnTo>
                    <a:pt x="7661" y="2331"/>
                  </a:lnTo>
                  <a:lnTo>
                    <a:pt x="7592" y="2351"/>
                  </a:lnTo>
                  <a:lnTo>
                    <a:pt x="7524" y="2361"/>
                  </a:lnTo>
                  <a:lnTo>
                    <a:pt x="7376" y="2361"/>
                  </a:lnTo>
                  <a:lnTo>
                    <a:pt x="7307" y="2351"/>
                  </a:lnTo>
                  <a:lnTo>
                    <a:pt x="7238" y="2331"/>
                  </a:lnTo>
                  <a:lnTo>
                    <a:pt x="7179" y="2311"/>
                  </a:lnTo>
                  <a:lnTo>
                    <a:pt x="7111" y="2282"/>
                  </a:lnTo>
                  <a:lnTo>
                    <a:pt x="7061" y="2243"/>
                  </a:lnTo>
                  <a:lnTo>
                    <a:pt x="7002" y="2203"/>
                  </a:lnTo>
                  <a:lnTo>
                    <a:pt x="6953" y="2154"/>
                  </a:lnTo>
                  <a:lnTo>
                    <a:pt x="6904" y="2105"/>
                  </a:lnTo>
                  <a:lnTo>
                    <a:pt x="6865" y="2056"/>
                  </a:lnTo>
                  <a:lnTo>
                    <a:pt x="6835" y="1997"/>
                  </a:lnTo>
                  <a:lnTo>
                    <a:pt x="6796" y="1928"/>
                  </a:lnTo>
                  <a:lnTo>
                    <a:pt x="6776" y="1869"/>
                  </a:lnTo>
                  <a:lnTo>
                    <a:pt x="6757" y="1800"/>
                  </a:lnTo>
                  <a:lnTo>
                    <a:pt x="6747" y="1731"/>
                  </a:lnTo>
                  <a:lnTo>
                    <a:pt x="6747" y="1662"/>
                  </a:lnTo>
                  <a:lnTo>
                    <a:pt x="6747" y="1584"/>
                  </a:lnTo>
                  <a:lnTo>
                    <a:pt x="6757" y="1515"/>
                  </a:lnTo>
                  <a:lnTo>
                    <a:pt x="6776" y="1446"/>
                  </a:lnTo>
                  <a:lnTo>
                    <a:pt x="6796" y="1387"/>
                  </a:lnTo>
                  <a:lnTo>
                    <a:pt x="6835" y="1318"/>
                  </a:lnTo>
                  <a:lnTo>
                    <a:pt x="6865" y="1259"/>
                  </a:lnTo>
                  <a:lnTo>
                    <a:pt x="6904" y="1210"/>
                  </a:lnTo>
                  <a:lnTo>
                    <a:pt x="6953" y="1161"/>
                  </a:lnTo>
                  <a:lnTo>
                    <a:pt x="7002" y="1112"/>
                  </a:lnTo>
                  <a:lnTo>
                    <a:pt x="7061" y="1072"/>
                  </a:lnTo>
                  <a:lnTo>
                    <a:pt x="7111" y="1033"/>
                  </a:lnTo>
                  <a:lnTo>
                    <a:pt x="7179" y="1004"/>
                  </a:lnTo>
                  <a:lnTo>
                    <a:pt x="7238" y="984"/>
                  </a:lnTo>
                  <a:lnTo>
                    <a:pt x="7307" y="964"/>
                  </a:lnTo>
                  <a:lnTo>
                    <a:pt x="7376" y="954"/>
                  </a:lnTo>
                  <a:close/>
                  <a:moveTo>
                    <a:pt x="1663" y="1"/>
                  </a:moveTo>
                  <a:lnTo>
                    <a:pt x="1496" y="10"/>
                  </a:lnTo>
                  <a:lnTo>
                    <a:pt x="1328" y="30"/>
                  </a:lnTo>
                  <a:lnTo>
                    <a:pt x="1171" y="79"/>
                  </a:lnTo>
                  <a:lnTo>
                    <a:pt x="1014" y="128"/>
                  </a:lnTo>
                  <a:lnTo>
                    <a:pt x="876" y="197"/>
                  </a:lnTo>
                  <a:lnTo>
                    <a:pt x="738" y="286"/>
                  </a:lnTo>
                  <a:lnTo>
                    <a:pt x="611" y="374"/>
                  </a:lnTo>
                  <a:lnTo>
                    <a:pt x="493" y="482"/>
                  </a:lnTo>
                  <a:lnTo>
                    <a:pt x="384" y="600"/>
                  </a:lnTo>
                  <a:lnTo>
                    <a:pt x="286" y="728"/>
                  </a:lnTo>
                  <a:lnTo>
                    <a:pt x="207" y="866"/>
                  </a:lnTo>
                  <a:lnTo>
                    <a:pt x="139" y="1013"/>
                  </a:lnTo>
                  <a:lnTo>
                    <a:pt x="80" y="1161"/>
                  </a:lnTo>
                  <a:lnTo>
                    <a:pt x="40" y="1328"/>
                  </a:lnTo>
                  <a:lnTo>
                    <a:pt x="11" y="1485"/>
                  </a:lnTo>
                  <a:lnTo>
                    <a:pt x="1" y="1662"/>
                  </a:lnTo>
                  <a:lnTo>
                    <a:pt x="11" y="1830"/>
                  </a:lnTo>
                  <a:lnTo>
                    <a:pt x="40" y="1987"/>
                  </a:lnTo>
                  <a:lnTo>
                    <a:pt x="80" y="2154"/>
                  </a:lnTo>
                  <a:lnTo>
                    <a:pt x="139" y="2302"/>
                  </a:lnTo>
                  <a:lnTo>
                    <a:pt x="207" y="2449"/>
                  </a:lnTo>
                  <a:lnTo>
                    <a:pt x="286" y="2587"/>
                  </a:lnTo>
                  <a:lnTo>
                    <a:pt x="384" y="2715"/>
                  </a:lnTo>
                  <a:lnTo>
                    <a:pt x="493" y="2833"/>
                  </a:lnTo>
                  <a:lnTo>
                    <a:pt x="611" y="2941"/>
                  </a:lnTo>
                  <a:lnTo>
                    <a:pt x="738" y="3029"/>
                  </a:lnTo>
                  <a:lnTo>
                    <a:pt x="876" y="3118"/>
                  </a:lnTo>
                  <a:lnTo>
                    <a:pt x="1014" y="3187"/>
                  </a:lnTo>
                  <a:lnTo>
                    <a:pt x="1171" y="3246"/>
                  </a:lnTo>
                  <a:lnTo>
                    <a:pt x="1328" y="3285"/>
                  </a:lnTo>
                  <a:lnTo>
                    <a:pt x="1496" y="3305"/>
                  </a:lnTo>
                  <a:lnTo>
                    <a:pt x="1663" y="3314"/>
                  </a:lnTo>
                  <a:lnTo>
                    <a:pt x="1830" y="3305"/>
                  </a:lnTo>
                  <a:lnTo>
                    <a:pt x="1997" y="3285"/>
                  </a:lnTo>
                  <a:lnTo>
                    <a:pt x="2155" y="3246"/>
                  </a:lnTo>
                  <a:lnTo>
                    <a:pt x="2312" y="3187"/>
                  </a:lnTo>
                  <a:lnTo>
                    <a:pt x="2450" y="3118"/>
                  </a:lnTo>
                  <a:lnTo>
                    <a:pt x="2587" y="3029"/>
                  </a:lnTo>
                  <a:lnTo>
                    <a:pt x="2715" y="2941"/>
                  </a:lnTo>
                  <a:lnTo>
                    <a:pt x="2833" y="2833"/>
                  </a:lnTo>
                  <a:lnTo>
                    <a:pt x="2941" y="2715"/>
                  </a:lnTo>
                  <a:lnTo>
                    <a:pt x="3040" y="2587"/>
                  </a:lnTo>
                  <a:lnTo>
                    <a:pt x="3118" y="2449"/>
                  </a:lnTo>
                  <a:lnTo>
                    <a:pt x="3187" y="2302"/>
                  </a:lnTo>
                  <a:lnTo>
                    <a:pt x="3246" y="2154"/>
                  </a:lnTo>
                  <a:lnTo>
                    <a:pt x="3285" y="1987"/>
                  </a:lnTo>
                  <a:lnTo>
                    <a:pt x="3315" y="1830"/>
                  </a:lnTo>
                  <a:lnTo>
                    <a:pt x="3325" y="1662"/>
                  </a:lnTo>
                  <a:lnTo>
                    <a:pt x="3315" y="1485"/>
                  </a:lnTo>
                  <a:lnTo>
                    <a:pt x="3285" y="1328"/>
                  </a:lnTo>
                  <a:lnTo>
                    <a:pt x="3246" y="1161"/>
                  </a:lnTo>
                  <a:lnTo>
                    <a:pt x="3187" y="1013"/>
                  </a:lnTo>
                  <a:lnTo>
                    <a:pt x="3118" y="866"/>
                  </a:lnTo>
                  <a:lnTo>
                    <a:pt x="3040" y="728"/>
                  </a:lnTo>
                  <a:lnTo>
                    <a:pt x="2941" y="600"/>
                  </a:lnTo>
                  <a:lnTo>
                    <a:pt x="2833" y="482"/>
                  </a:lnTo>
                  <a:lnTo>
                    <a:pt x="2715" y="374"/>
                  </a:lnTo>
                  <a:lnTo>
                    <a:pt x="2587" y="286"/>
                  </a:lnTo>
                  <a:lnTo>
                    <a:pt x="2450" y="197"/>
                  </a:lnTo>
                  <a:lnTo>
                    <a:pt x="2312" y="128"/>
                  </a:lnTo>
                  <a:lnTo>
                    <a:pt x="2155" y="79"/>
                  </a:lnTo>
                  <a:lnTo>
                    <a:pt x="1997" y="30"/>
                  </a:lnTo>
                  <a:lnTo>
                    <a:pt x="1830" y="10"/>
                  </a:lnTo>
                  <a:lnTo>
                    <a:pt x="1663" y="1"/>
                  </a:lnTo>
                  <a:close/>
                  <a:moveTo>
                    <a:pt x="7455" y="1"/>
                  </a:moveTo>
                  <a:lnTo>
                    <a:pt x="7278" y="10"/>
                  </a:lnTo>
                  <a:lnTo>
                    <a:pt x="7120" y="30"/>
                  </a:lnTo>
                  <a:lnTo>
                    <a:pt x="6963" y="79"/>
                  </a:lnTo>
                  <a:lnTo>
                    <a:pt x="6806" y="128"/>
                  </a:lnTo>
                  <a:lnTo>
                    <a:pt x="6658" y="197"/>
                  </a:lnTo>
                  <a:lnTo>
                    <a:pt x="6521" y="286"/>
                  </a:lnTo>
                  <a:lnTo>
                    <a:pt x="6393" y="374"/>
                  </a:lnTo>
                  <a:lnTo>
                    <a:pt x="6285" y="482"/>
                  </a:lnTo>
                  <a:lnTo>
                    <a:pt x="6176" y="600"/>
                  </a:lnTo>
                  <a:lnTo>
                    <a:pt x="6078" y="728"/>
                  </a:lnTo>
                  <a:lnTo>
                    <a:pt x="5990" y="866"/>
                  </a:lnTo>
                  <a:lnTo>
                    <a:pt x="5921" y="1013"/>
                  </a:lnTo>
                  <a:lnTo>
                    <a:pt x="5872" y="1161"/>
                  </a:lnTo>
                  <a:lnTo>
                    <a:pt x="5822" y="1328"/>
                  </a:lnTo>
                  <a:lnTo>
                    <a:pt x="5803" y="1485"/>
                  </a:lnTo>
                  <a:lnTo>
                    <a:pt x="5793" y="1662"/>
                  </a:lnTo>
                  <a:lnTo>
                    <a:pt x="5803" y="1830"/>
                  </a:lnTo>
                  <a:lnTo>
                    <a:pt x="5822" y="1987"/>
                  </a:lnTo>
                  <a:lnTo>
                    <a:pt x="5872" y="2154"/>
                  </a:lnTo>
                  <a:lnTo>
                    <a:pt x="5921" y="2302"/>
                  </a:lnTo>
                  <a:lnTo>
                    <a:pt x="5990" y="2449"/>
                  </a:lnTo>
                  <a:lnTo>
                    <a:pt x="6078" y="2587"/>
                  </a:lnTo>
                  <a:lnTo>
                    <a:pt x="6176" y="2715"/>
                  </a:lnTo>
                  <a:lnTo>
                    <a:pt x="6285" y="2833"/>
                  </a:lnTo>
                  <a:lnTo>
                    <a:pt x="6393" y="2941"/>
                  </a:lnTo>
                  <a:lnTo>
                    <a:pt x="6521" y="3029"/>
                  </a:lnTo>
                  <a:lnTo>
                    <a:pt x="6658" y="3118"/>
                  </a:lnTo>
                  <a:lnTo>
                    <a:pt x="6806" y="3187"/>
                  </a:lnTo>
                  <a:lnTo>
                    <a:pt x="6963" y="3246"/>
                  </a:lnTo>
                  <a:lnTo>
                    <a:pt x="7120" y="3285"/>
                  </a:lnTo>
                  <a:lnTo>
                    <a:pt x="7278" y="3305"/>
                  </a:lnTo>
                  <a:lnTo>
                    <a:pt x="7455" y="3314"/>
                  </a:lnTo>
                  <a:lnTo>
                    <a:pt x="7622" y="3305"/>
                  </a:lnTo>
                  <a:lnTo>
                    <a:pt x="7789" y="3285"/>
                  </a:lnTo>
                  <a:lnTo>
                    <a:pt x="7946" y="3246"/>
                  </a:lnTo>
                  <a:lnTo>
                    <a:pt x="8094" y="3187"/>
                  </a:lnTo>
                  <a:lnTo>
                    <a:pt x="8241" y="3118"/>
                  </a:lnTo>
                  <a:lnTo>
                    <a:pt x="8379" y="3029"/>
                  </a:lnTo>
                  <a:lnTo>
                    <a:pt x="8507" y="2941"/>
                  </a:lnTo>
                  <a:lnTo>
                    <a:pt x="8625" y="2833"/>
                  </a:lnTo>
                  <a:lnTo>
                    <a:pt x="8733" y="2715"/>
                  </a:lnTo>
                  <a:lnTo>
                    <a:pt x="8822" y="2587"/>
                  </a:lnTo>
                  <a:lnTo>
                    <a:pt x="8910" y="2449"/>
                  </a:lnTo>
                  <a:lnTo>
                    <a:pt x="8979" y="2302"/>
                  </a:lnTo>
                  <a:lnTo>
                    <a:pt x="9038" y="2154"/>
                  </a:lnTo>
                  <a:lnTo>
                    <a:pt x="9077" y="1987"/>
                  </a:lnTo>
                  <a:lnTo>
                    <a:pt x="9097" y="1830"/>
                  </a:lnTo>
                  <a:lnTo>
                    <a:pt x="9107" y="1662"/>
                  </a:lnTo>
                  <a:lnTo>
                    <a:pt x="9097" y="1485"/>
                  </a:lnTo>
                  <a:lnTo>
                    <a:pt x="9077" y="1328"/>
                  </a:lnTo>
                  <a:lnTo>
                    <a:pt x="9038" y="1161"/>
                  </a:lnTo>
                  <a:lnTo>
                    <a:pt x="8979" y="1013"/>
                  </a:lnTo>
                  <a:lnTo>
                    <a:pt x="8910" y="866"/>
                  </a:lnTo>
                  <a:lnTo>
                    <a:pt x="8822" y="728"/>
                  </a:lnTo>
                  <a:lnTo>
                    <a:pt x="8733" y="600"/>
                  </a:lnTo>
                  <a:lnTo>
                    <a:pt x="8625" y="482"/>
                  </a:lnTo>
                  <a:lnTo>
                    <a:pt x="8507" y="374"/>
                  </a:lnTo>
                  <a:lnTo>
                    <a:pt x="8379" y="286"/>
                  </a:lnTo>
                  <a:lnTo>
                    <a:pt x="8241" y="197"/>
                  </a:lnTo>
                  <a:lnTo>
                    <a:pt x="8094" y="128"/>
                  </a:lnTo>
                  <a:lnTo>
                    <a:pt x="7946" y="79"/>
                  </a:lnTo>
                  <a:lnTo>
                    <a:pt x="7789" y="30"/>
                  </a:lnTo>
                  <a:lnTo>
                    <a:pt x="7622" y="10"/>
                  </a:lnTo>
                  <a:lnTo>
                    <a:pt x="74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617" name="Google Shape;1617;p104"/>
          <p:cNvSpPr/>
          <p:nvPr/>
        </p:nvSpPr>
        <p:spPr>
          <a:xfrm>
            <a:off x="2319475" y="3631360"/>
            <a:ext cx="199815" cy="256674"/>
          </a:xfrm>
          <a:custGeom>
            <a:avLst/>
            <a:gdLst/>
            <a:ahLst/>
            <a:cxnLst/>
            <a:rect l="l" t="t" r="r" b="b"/>
            <a:pathLst>
              <a:path w="13442" h="17267" extrusionOk="0">
                <a:moveTo>
                  <a:pt x="6721" y="0"/>
                </a:moveTo>
                <a:lnTo>
                  <a:pt x="6559" y="14"/>
                </a:lnTo>
                <a:lnTo>
                  <a:pt x="6397" y="14"/>
                </a:lnTo>
                <a:lnTo>
                  <a:pt x="6086" y="68"/>
                </a:lnTo>
                <a:lnTo>
                  <a:pt x="5775" y="149"/>
                </a:lnTo>
                <a:lnTo>
                  <a:pt x="5491" y="257"/>
                </a:lnTo>
                <a:lnTo>
                  <a:pt x="5207" y="392"/>
                </a:lnTo>
                <a:lnTo>
                  <a:pt x="4950" y="541"/>
                </a:lnTo>
                <a:lnTo>
                  <a:pt x="4706" y="730"/>
                </a:lnTo>
                <a:lnTo>
                  <a:pt x="4476" y="933"/>
                </a:lnTo>
                <a:lnTo>
                  <a:pt x="4274" y="1163"/>
                </a:lnTo>
                <a:lnTo>
                  <a:pt x="4098" y="1406"/>
                </a:lnTo>
                <a:lnTo>
                  <a:pt x="3936" y="1663"/>
                </a:lnTo>
                <a:lnTo>
                  <a:pt x="3800" y="1947"/>
                </a:lnTo>
                <a:lnTo>
                  <a:pt x="3692" y="2231"/>
                </a:lnTo>
                <a:lnTo>
                  <a:pt x="3611" y="2542"/>
                </a:lnTo>
                <a:lnTo>
                  <a:pt x="3571" y="2853"/>
                </a:lnTo>
                <a:lnTo>
                  <a:pt x="3557" y="3015"/>
                </a:lnTo>
                <a:lnTo>
                  <a:pt x="3544" y="3178"/>
                </a:lnTo>
                <a:lnTo>
                  <a:pt x="3557" y="3340"/>
                </a:lnTo>
                <a:lnTo>
                  <a:pt x="3571" y="3502"/>
                </a:lnTo>
                <a:lnTo>
                  <a:pt x="3611" y="3813"/>
                </a:lnTo>
                <a:lnTo>
                  <a:pt x="3692" y="4124"/>
                </a:lnTo>
                <a:lnTo>
                  <a:pt x="3800" y="4408"/>
                </a:lnTo>
                <a:lnTo>
                  <a:pt x="3936" y="4692"/>
                </a:lnTo>
                <a:lnTo>
                  <a:pt x="4098" y="4949"/>
                </a:lnTo>
                <a:lnTo>
                  <a:pt x="4274" y="5192"/>
                </a:lnTo>
                <a:lnTo>
                  <a:pt x="4476" y="5422"/>
                </a:lnTo>
                <a:lnTo>
                  <a:pt x="4706" y="5625"/>
                </a:lnTo>
                <a:lnTo>
                  <a:pt x="4950" y="5801"/>
                </a:lnTo>
                <a:lnTo>
                  <a:pt x="5207" y="5963"/>
                </a:lnTo>
                <a:lnTo>
                  <a:pt x="5491" y="6098"/>
                </a:lnTo>
                <a:lnTo>
                  <a:pt x="5775" y="6206"/>
                </a:lnTo>
                <a:lnTo>
                  <a:pt x="6086" y="6288"/>
                </a:lnTo>
                <a:lnTo>
                  <a:pt x="6397" y="6328"/>
                </a:lnTo>
                <a:lnTo>
                  <a:pt x="6559" y="6342"/>
                </a:lnTo>
                <a:lnTo>
                  <a:pt x="6721" y="6355"/>
                </a:lnTo>
                <a:lnTo>
                  <a:pt x="6883" y="6342"/>
                </a:lnTo>
                <a:lnTo>
                  <a:pt x="7046" y="6328"/>
                </a:lnTo>
                <a:lnTo>
                  <a:pt x="7357" y="6288"/>
                </a:lnTo>
                <a:lnTo>
                  <a:pt x="7668" y="6206"/>
                </a:lnTo>
                <a:lnTo>
                  <a:pt x="7952" y="6098"/>
                </a:lnTo>
                <a:lnTo>
                  <a:pt x="8235" y="5963"/>
                </a:lnTo>
                <a:lnTo>
                  <a:pt x="8492" y="5801"/>
                </a:lnTo>
                <a:lnTo>
                  <a:pt x="8736" y="5625"/>
                </a:lnTo>
                <a:lnTo>
                  <a:pt x="8966" y="5422"/>
                </a:lnTo>
                <a:lnTo>
                  <a:pt x="9168" y="5192"/>
                </a:lnTo>
                <a:lnTo>
                  <a:pt x="9358" y="4949"/>
                </a:lnTo>
                <a:lnTo>
                  <a:pt x="9506" y="4692"/>
                </a:lnTo>
                <a:lnTo>
                  <a:pt x="9642" y="4408"/>
                </a:lnTo>
                <a:lnTo>
                  <a:pt x="9750" y="4124"/>
                </a:lnTo>
                <a:lnTo>
                  <a:pt x="9831" y="3813"/>
                </a:lnTo>
                <a:lnTo>
                  <a:pt x="9885" y="3502"/>
                </a:lnTo>
                <a:lnTo>
                  <a:pt x="9885" y="3340"/>
                </a:lnTo>
                <a:lnTo>
                  <a:pt x="9899" y="3178"/>
                </a:lnTo>
                <a:lnTo>
                  <a:pt x="9885" y="3015"/>
                </a:lnTo>
                <a:lnTo>
                  <a:pt x="9885" y="2853"/>
                </a:lnTo>
                <a:lnTo>
                  <a:pt x="9831" y="2542"/>
                </a:lnTo>
                <a:lnTo>
                  <a:pt x="9750" y="2231"/>
                </a:lnTo>
                <a:lnTo>
                  <a:pt x="9642" y="1947"/>
                </a:lnTo>
                <a:lnTo>
                  <a:pt x="9506" y="1663"/>
                </a:lnTo>
                <a:lnTo>
                  <a:pt x="9358" y="1406"/>
                </a:lnTo>
                <a:lnTo>
                  <a:pt x="9168" y="1163"/>
                </a:lnTo>
                <a:lnTo>
                  <a:pt x="8966" y="933"/>
                </a:lnTo>
                <a:lnTo>
                  <a:pt x="8736" y="730"/>
                </a:lnTo>
                <a:lnTo>
                  <a:pt x="8492" y="541"/>
                </a:lnTo>
                <a:lnTo>
                  <a:pt x="8235" y="392"/>
                </a:lnTo>
                <a:lnTo>
                  <a:pt x="7952" y="257"/>
                </a:lnTo>
                <a:lnTo>
                  <a:pt x="7668" y="149"/>
                </a:lnTo>
                <a:lnTo>
                  <a:pt x="7357" y="68"/>
                </a:lnTo>
                <a:lnTo>
                  <a:pt x="7046" y="14"/>
                </a:lnTo>
                <a:lnTo>
                  <a:pt x="6883" y="14"/>
                </a:lnTo>
                <a:lnTo>
                  <a:pt x="6721" y="0"/>
                </a:lnTo>
                <a:close/>
                <a:moveTo>
                  <a:pt x="6843" y="12845"/>
                </a:moveTo>
                <a:lnTo>
                  <a:pt x="6964" y="12859"/>
                </a:lnTo>
                <a:lnTo>
                  <a:pt x="7073" y="12886"/>
                </a:lnTo>
                <a:lnTo>
                  <a:pt x="7181" y="12927"/>
                </a:lnTo>
                <a:lnTo>
                  <a:pt x="7289" y="12981"/>
                </a:lnTo>
                <a:lnTo>
                  <a:pt x="7384" y="13048"/>
                </a:lnTo>
                <a:lnTo>
                  <a:pt x="7478" y="13116"/>
                </a:lnTo>
                <a:lnTo>
                  <a:pt x="7559" y="13183"/>
                </a:lnTo>
                <a:lnTo>
                  <a:pt x="7641" y="13265"/>
                </a:lnTo>
                <a:lnTo>
                  <a:pt x="7708" y="13359"/>
                </a:lnTo>
                <a:lnTo>
                  <a:pt x="7762" y="13454"/>
                </a:lnTo>
                <a:lnTo>
                  <a:pt x="7816" y="13562"/>
                </a:lnTo>
                <a:lnTo>
                  <a:pt x="7857" y="13670"/>
                </a:lnTo>
                <a:lnTo>
                  <a:pt x="7884" y="13792"/>
                </a:lnTo>
                <a:lnTo>
                  <a:pt x="7897" y="13900"/>
                </a:lnTo>
                <a:lnTo>
                  <a:pt x="7911" y="14022"/>
                </a:lnTo>
                <a:lnTo>
                  <a:pt x="7897" y="14143"/>
                </a:lnTo>
                <a:lnTo>
                  <a:pt x="7884" y="14265"/>
                </a:lnTo>
                <a:lnTo>
                  <a:pt x="7857" y="14373"/>
                </a:lnTo>
                <a:lnTo>
                  <a:pt x="7816" y="14482"/>
                </a:lnTo>
                <a:lnTo>
                  <a:pt x="7762" y="14590"/>
                </a:lnTo>
                <a:lnTo>
                  <a:pt x="7708" y="14684"/>
                </a:lnTo>
                <a:lnTo>
                  <a:pt x="7641" y="14779"/>
                </a:lnTo>
                <a:lnTo>
                  <a:pt x="7559" y="14860"/>
                </a:lnTo>
                <a:lnTo>
                  <a:pt x="7478" y="14941"/>
                </a:lnTo>
                <a:lnTo>
                  <a:pt x="7384" y="15009"/>
                </a:lnTo>
                <a:lnTo>
                  <a:pt x="7289" y="15063"/>
                </a:lnTo>
                <a:lnTo>
                  <a:pt x="7181" y="15117"/>
                </a:lnTo>
                <a:lnTo>
                  <a:pt x="7073" y="15158"/>
                </a:lnTo>
                <a:lnTo>
                  <a:pt x="6964" y="15185"/>
                </a:lnTo>
                <a:lnTo>
                  <a:pt x="6843" y="15212"/>
                </a:lnTo>
                <a:lnTo>
                  <a:pt x="6599" y="15212"/>
                </a:lnTo>
                <a:lnTo>
                  <a:pt x="6478" y="15185"/>
                </a:lnTo>
                <a:lnTo>
                  <a:pt x="6369" y="15158"/>
                </a:lnTo>
                <a:lnTo>
                  <a:pt x="6261" y="15117"/>
                </a:lnTo>
                <a:lnTo>
                  <a:pt x="6153" y="15063"/>
                </a:lnTo>
                <a:lnTo>
                  <a:pt x="6059" y="15009"/>
                </a:lnTo>
                <a:lnTo>
                  <a:pt x="5964" y="14941"/>
                </a:lnTo>
                <a:lnTo>
                  <a:pt x="5883" y="14860"/>
                </a:lnTo>
                <a:lnTo>
                  <a:pt x="5802" y="14779"/>
                </a:lnTo>
                <a:lnTo>
                  <a:pt x="5734" y="14684"/>
                </a:lnTo>
                <a:lnTo>
                  <a:pt x="5680" y="14590"/>
                </a:lnTo>
                <a:lnTo>
                  <a:pt x="5626" y="14482"/>
                </a:lnTo>
                <a:lnTo>
                  <a:pt x="5585" y="14373"/>
                </a:lnTo>
                <a:lnTo>
                  <a:pt x="5558" y="14265"/>
                </a:lnTo>
                <a:lnTo>
                  <a:pt x="5545" y="14143"/>
                </a:lnTo>
                <a:lnTo>
                  <a:pt x="5531" y="14022"/>
                </a:lnTo>
                <a:lnTo>
                  <a:pt x="5545" y="13900"/>
                </a:lnTo>
                <a:lnTo>
                  <a:pt x="5558" y="13792"/>
                </a:lnTo>
                <a:lnTo>
                  <a:pt x="5585" y="13670"/>
                </a:lnTo>
                <a:lnTo>
                  <a:pt x="5626" y="13562"/>
                </a:lnTo>
                <a:lnTo>
                  <a:pt x="5680" y="13454"/>
                </a:lnTo>
                <a:lnTo>
                  <a:pt x="5734" y="13359"/>
                </a:lnTo>
                <a:lnTo>
                  <a:pt x="5802" y="13265"/>
                </a:lnTo>
                <a:lnTo>
                  <a:pt x="5883" y="13183"/>
                </a:lnTo>
                <a:lnTo>
                  <a:pt x="5964" y="13116"/>
                </a:lnTo>
                <a:lnTo>
                  <a:pt x="6059" y="13048"/>
                </a:lnTo>
                <a:lnTo>
                  <a:pt x="6153" y="12981"/>
                </a:lnTo>
                <a:lnTo>
                  <a:pt x="6261" y="12927"/>
                </a:lnTo>
                <a:lnTo>
                  <a:pt x="6369" y="12886"/>
                </a:lnTo>
                <a:lnTo>
                  <a:pt x="6478" y="12859"/>
                </a:lnTo>
                <a:lnTo>
                  <a:pt x="6599" y="12845"/>
                </a:lnTo>
                <a:close/>
                <a:moveTo>
                  <a:pt x="3868" y="7897"/>
                </a:moveTo>
                <a:lnTo>
                  <a:pt x="2894" y="9208"/>
                </a:lnTo>
                <a:lnTo>
                  <a:pt x="2894" y="10777"/>
                </a:lnTo>
                <a:lnTo>
                  <a:pt x="1" y="10777"/>
                </a:lnTo>
                <a:lnTo>
                  <a:pt x="650" y="17267"/>
                </a:lnTo>
                <a:lnTo>
                  <a:pt x="12792" y="17267"/>
                </a:lnTo>
                <a:lnTo>
                  <a:pt x="13441" y="10777"/>
                </a:lnTo>
                <a:lnTo>
                  <a:pt x="10548" y="10777"/>
                </a:lnTo>
                <a:lnTo>
                  <a:pt x="10548" y="9208"/>
                </a:lnTo>
                <a:lnTo>
                  <a:pt x="9588" y="7897"/>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8" name="Google Shape;1618;p104"/>
          <p:cNvSpPr/>
          <p:nvPr/>
        </p:nvSpPr>
        <p:spPr>
          <a:xfrm>
            <a:off x="5203726" y="3629950"/>
            <a:ext cx="279664" cy="259494"/>
          </a:xfrm>
          <a:custGeom>
            <a:avLst/>
            <a:gdLst/>
            <a:ahLst/>
            <a:cxnLst/>
            <a:rect l="l" t="t" r="r" b="b"/>
            <a:pathLst>
              <a:path w="15253" h="14151" extrusionOk="0">
                <a:moveTo>
                  <a:pt x="10080" y="954"/>
                </a:moveTo>
                <a:lnTo>
                  <a:pt x="10886" y="2360"/>
                </a:lnTo>
                <a:lnTo>
                  <a:pt x="10483" y="3068"/>
                </a:lnTo>
                <a:lnTo>
                  <a:pt x="10080" y="3776"/>
                </a:lnTo>
                <a:lnTo>
                  <a:pt x="8448" y="3776"/>
                </a:lnTo>
                <a:lnTo>
                  <a:pt x="8044" y="3068"/>
                </a:lnTo>
                <a:lnTo>
                  <a:pt x="7631" y="2360"/>
                </a:lnTo>
                <a:lnTo>
                  <a:pt x="8448" y="954"/>
                </a:lnTo>
                <a:close/>
                <a:moveTo>
                  <a:pt x="6805" y="2842"/>
                </a:moveTo>
                <a:lnTo>
                  <a:pt x="7218" y="3540"/>
                </a:lnTo>
                <a:lnTo>
                  <a:pt x="7622" y="4248"/>
                </a:lnTo>
                <a:lnTo>
                  <a:pt x="7218" y="4956"/>
                </a:lnTo>
                <a:lnTo>
                  <a:pt x="6805" y="5654"/>
                </a:lnTo>
                <a:lnTo>
                  <a:pt x="5183" y="5654"/>
                </a:lnTo>
                <a:lnTo>
                  <a:pt x="4780" y="4956"/>
                </a:lnTo>
                <a:lnTo>
                  <a:pt x="4367" y="4248"/>
                </a:lnTo>
                <a:lnTo>
                  <a:pt x="5183" y="2842"/>
                </a:lnTo>
                <a:close/>
                <a:moveTo>
                  <a:pt x="13345" y="2842"/>
                </a:moveTo>
                <a:lnTo>
                  <a:pt x="14151" y="4248"/>
                </a:lnTo>
                <a:lnTo>
                  <a:pt x="13345" y="5654"/>
                </a:lnTo>
                <a:lnTo>
                  <a:pt x="11712" y="5654"/>
                </a:lnTo>
                <a:lnTo>
                  <a:pt x="11309" y="4956"/>
                </a:lnTo>
                <a:lnTo>
                  <a:pt x="10896" y="4248"/>
                </a:lnTo>
                <a:lnTo>
                  <a:pt x="11309" y="3540"/>
                </a:lnTo>
                <a:lnTo>
                  <a:pt x="11712" y="2842"/>
                </a:lnTo>
                <a:close/>
                <a:moveTo>
                  <a:pt x="3541" y="4720"/>
                </a:moveTo>
                <a:lnTo>
                  <a:pt x="3954" y="5428"/>
                </a:lnTo>
                <a:lnTo>
                  <a:pt x="4357" y="6136"/>
                </a:lnTo>
                <a:lnTo>
                  <a:pt x="3954" y="6834"/>
                </a:lnTo>
                <a:lnTo>
                  <a:pt x="3541" y="7542"/>
                </a:lnTo>
                <a:lnTo>
                  <a:pt x="1918" y="7542"/>
                </a:lnTo>
                <a:lnTo>
                  <a:pt x="1102" y="6136"/>
                </a:lnTo>
                <a:lnTo>
                  <a:pt x="1918" y="4720"/>
                </a:lnTo>
                <a:close/>
                <a:moveTo>
                  <a:pt x="10080" y="4720"/>
                </a:moveTo>
                <a:lnTo>
                  <a:pt x="10483" y="5428"/>
                </a:lnTo>
                <a:lnTo>
                  <a:pt x="10886" y="6136"/>
                </a:lnTo>
                <a:lnTo>
                  <a:pt x="10483" y="6834"/>
                </a:lnTo>
                <a:lnTo>
                  <a:pt x="10080" y="7542"/>
                </a:lnTo>
                <a:lnTo>
                  <a:pt x="8448" y="7542"/>
                </a:lnTo>
                <a:lnTo>
                  <a:pt x="8044" y="6834"/>
                </a:lnTo>
                <a:lnTo>
                  <a:pt x="7631" y="6136"/>
                </a:lnTo>
                <a:lnTo>
                  <a:pt x="8044" y="5428"/>
                </a:lnTo>
                <a:lnTo>
                  <a:pt x="8448" y="4720"/>
                </a:lnTo>
                <a:close/>
                <a:moveTo>
                  <a:pt x="13345" y="6608"/>
                </a:moveTo>
                <a:lnTo>
                  <a:pt x="14151" y="8024"/>
                </a:lnTo>
                <a:lnTo>
                  <a:pt x="13345" y="9430"/>
                </a:lnTo>
                <a:lnTo>
                  <a:pt x="11712" y="9430"/>
                </a:lnTo>
                <a:lnTo>
                  <a:pt x="11309" y="8722"/>
                </a:lnTo>
                <a:lnTo>
                  <a:pt x="10896" y="8024"/>
                </a:lnTo>
                <a:lnTo>
                  <a:pt x="11309" y="7316"/>
                </a:lnTo>
                <a:lnTo>
                  <a:pt x="11712" y="6608"/>
                </a:lnTo>
                <a:close/>
                <a:moveTo>
                  <a:pt x="10080" y="8496"/>
                </a:moveTo>
                <a:lnTo>
                  <a:pt x="10483" y="9204"/>
                </a:lnTo>
                <a:lnTo>
                  <a:pt x="10886" y="9902"/>
                </a:lnTo>
                <a:lnTo>
                  <a:pt x="10080" y="11318"/>
                </a:lnTo>
                <a:lnTo>
                  <a:pt x="8448" y="11318"/>
                </a:lnTo>
                <a:lnTo>
                  <a:pt x="8044" y="10610"/>
                </a:lnTo>
                <a:lnTo>
                  <a:pt x="7631" y="9902"/>
                </a:lnTo>
                <a:lnTo>
                  <a:pt x="8044" y="9204"/>
                </a:lnTo>
                <a:lnTo>
                  <a:pt x="8448" y="8496"/>
                </a:lnTo>
                <a:close/>
                <a:moveTo>
                  <a:pt x="6805" y="10384"/>
                </a:moveTo>
                <a:lnTo>
                  <a:pt x="7218" y="11082"/>
                </a:lnTo>
                <a:lnTo>
                  <a:pt x="7622" y="11790"/>
                </a:lnTo>
                <a:lnTo>
                  <a:pt x="6805" y="13197"/>
                </a:lnTo>
                <a:lnTo>
                  <a:pt x="5183" y="13197"/>
                </a:lnTo>
                <a:lnTo>
                  <a:pt x="4367" y="11790"/>
                </a:lnTo>
                <a:lnTo>
                  <a:pt x="5183" y="10384"/>
                </a:lnTo>
                <a:close/>
                <a:moveTo>
                  <a:pt x="7897" y="0"/>
                </a:moveTo>
                <a:lnTo>
                  <a:pt x="6805" y="1888"/>
                </a:lnTo>
                <a:lnTo>
                  <a:pt x="4632" y="1888"/>
                </a:lnTo>
                <a:lnTo>
                  <a:pt x="3541" y="3776"/>
                </a:lnTo>
                <a:lnTo>
                  <a:pt x="1367" y="3776"/>
                </a:lnTo>
                <a:lnTo>
                  <a:pt x="1" y="6136"/>
                </a:lnTo>
                <a:lnTo>
                  <a:pt x="1367" y="8496"/>
                </a:lnTo>
                <a:lnTo>
                  <a:pt x="3541" y="8496"/>
                </a:lnTo>
                <a:lnTo>
                  <a:pt x="4357" y="9902"/>
                </a:lnTo>
                <a:lnTo>
                  <a:pt x="3265" y="11790"/>
                </a:lnTo>
                <a:lnTo>
                  <a:pt x="4632" y="14150"/>
                </a:lnTo>
                <a:lnTo>
                  <a:pt x="7356" y="14150"/>
                </a:lnTo>
                <a:lnTo>
                  <a:pt x="8448" y="12262"/>
                </a:lnTo>
                <a:lnTo>
                  <a:pt x="10621" y="12262"/>
                </a:lnTo>
                <a:lnTo>
                  <a:pt x="11712" y="10384"/>
                </a:lnTo>
                <a:lnTo>
                  <a:pt x="13885" y="10384"/>
                </a:lnTo>
                <a:lnTo>
                  <a:pt x="15252" y="8024"/>
                </a:lnTo>
                <a:lnTo>
                  <a:pt x="14161" y="6136"/>
                </a:lnTo>
                <a:lnTo>
                  <a:pt x="15252" y="4248"/>
                </a:lnTo>
                <a:lnTo>
                  <a:pt x="13885" y="1888"/>
                </a:lnTo>
                <a:lnTo>
                  <a:pt x="11712" y="1888"/>
                </a:lnTo>
                <a:lnTo>
                  <a:pt x="10621"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619" name="Google Shape;1619;p104"/>
          <p:cNvGrpSpPr/>
          <p:nvPr/>
        </p:nvGrpSpPr>
        <p:grpSpPr>
          <a:xfrm>
            <a:off x="4251454" y="3619563"/>
            <a:ext cx="280240" cy="280269"/>
            <a:chOff x="2724775" y="3084275"/>
            <a:chExt cx="445675" cy="445650"/>
          </a:xfrm>
        </p:grpSpPr>
        <p:sp>
          <p:nvSpPr>
            <p:cNvPr id="1620" name="Google Shape;1620;p104"/>
            <p:cNvSpPr/>
            <p:nvPr/>
          </p:nvSpPr>
          <p:spPr>
            <a:xfrm>
              <a:off x="2769275" y="3084275"/>
              <a:ext cx="222850" cy="153575"/>
            </a:xfrm>
            <a:custGeom>
              <a:avLst/>
              <a:gdLst/>
              <a:ahLst/>
              <a:cxnLst/>
              <a:rect l="l" t="t" r="r" b="b"/>
              <a:pathLst>
                <a:path w="8914" h="6143" extrusionOk="0">
                  <a:moveTo>
                    <a:pt x="7133" y="1"/>
                  </a:moveTo>
                  <a:lnTo>
                    <a:pt x="7133" y="885"/>
                  </a:lnTo>
                  <a:lnTo>
                    <a:pt x="6839" y="897"/>
                  </a:lnTo>
                  <a:lnTo>
                    <a:pt x="6556" y="909"/>
                  </a:lnTo>
                  <a:lnTo>
                    <a:pt x="6273" y="932"/>
                  </a:lnTo>
                  <a:lnTo>
                    <a:pt x="5978" y="967"/>
                  </a:lnTo>
                  <a:lnTo>
                    <a:pt x="5707" y="1015"/>
                  </a:lnTo>
                  <a:lnTo>
                    <a:pt x="5424" y="1074"/>
                  </a:lnTo>
                  <a:lnTo>
                    <a:pt x="5153" y="1133"/>
                  </a:lnTo>
                  <a:lnTo>
                    <a:pt x="4882" y="1215"/>
                  </a:lnTo>
                  <a:lnTo>
                    <a:pt x="4610" y="1298"/>
                  </a:lnTo>
                  <a:lnTo>
                    <a:pt x="4351" y="1380"/>
                  </a:lnTo>
                  <a:lnTo>
                    <a:pt x="4092" y="1486"/>
                  </a:lnTo>
                  <a:lnTo>
                    <a:pt x="3832" y="1592"/>
                  </a:lnTo>
                  <a:lnTo>
                    <a:pt x="3585" y="1710"/>
                  </a:lnTo>
                  <a:lnTo>
                    <a:pt x="3337" y="1840"/>
                  </a:lnTo>
                  <a:lnTo>
                    <a:pt x="3101" y="1970"/>
                  </a:lnTo>
                  <a:lnTo>
                    <a:pt x="2866" y="2111"/>
                  </a:lnTo>
                  <a:lnTo>
                    <a:pt x="2642" y="2264"/>
                  </a:lnTo>
                  <a:lnTo>
                    <a:pt x="2418" y="2429"/>
                  </a:lnTo>
                  <a:lnTo>
                    <a:pt x="2194" y="2594"/>
                  </a:lnTo>
                  <a:lnTo>
                    <a:pt x="1981" y="2759"/>
                  </a:lnTo>
                  <a:lnTo>
                    <a:pt x="1781" y="2936"/>
                  </a:lnTo>
                  <a:lnTo>
                    <a:pt x="1581" y="3125"/>
                  </a:lnTo>
                  <a:lnTo>
                    <a:pt x="1392" y="3325"/>
                  </a:lnTo>
                  <a:lnTo>
                    <a:pt x="1203" y="3526"/>
                  </a:lnTo>
                  <a:lnTo>
                    <a:pt x="1027" y="3726"/>
                  </a:lnTo>
                  <a:lnTo>
                    <a:pt x="861" y="3938"/>
                  </a:lnTo>
                  <a:lnTo>
                    <a:pt x="696" y="4162"/>
                  </a:lnTo>
                  <a:lnTo>
                    <a:pt x="543" y="4386"/>
                  </a:lnTo>
                  <a:lnTo>
                    <a:pt x="390" y="4622"/>
                  </a:lnTo>
                  <a:lnTo>
                    <a:pt x="260" y="4858"/>
                  </a:lnTo>
                  <a:lnTo>
                    <a:pt x="131" y="5094"/>
                  </a:lnTo>
                  <a:lnTo>
                    <a:pt x="1" y="5341"/>
                  </a:lnTo>
                  <a:lnTo>
                    <a:pt x="1604" y="6143"/>
                  </a:lnTo>
                  <a:lnTo>
                    <a:pt x="1699" y="5954"/>
                  </a:lnTo>
                  <a:lnTo>
                    <a:pt x="1805" y="5777"/>
                  </a:lnTo>
                  <a:lnTo>
                    <a:pt x="1911" y="5589"/>
                  </a:lnTo>
                  <a:lnTo>
                    <a:pt x="2029" y="5412"/>
                  </a:lnTo>
                  <a:lnTo>
                    <a:pt x="2147" y="5235"/>
                  </a:lnTo>
                  <a:lnTo>
                    <a:pt x="2276" y="5070"/>
                  </a:lnTo>
                  <a:lnTo>
                    <a:pt x="2406" y="4905"/>
                  </a:lnTo>
                  <a:lnTo>
                    <a:pt x="2547" y="4740"/>
                  </a:lnTo>
                  <a:lnTo>
                    <a:pt x="2689" y="4587"/>
                  </a:lnTo>
                  <a:lnTo>
                    <a:pt x="2842" y="4434"/>
                  </a:lnTo>
                  <a:lnTo>
                    <a:pt x="2995" y="4292"/>
                  </a:lnTo>
                  <a:lnTo>
                    <a:pt x="3149" y="4151"/>
                  </a:lnTo>
                  <a:lnTo>
                    <a:pt x="3314" y="4009"/>
                  </a:lnTo>
                  <a:lnTo>
                    <a:pt x="3490" y="3879"/>
                  </a:lnTo>
                  <a:lnTo>
                    <a:pt x="3656" y="3762"/>
                  </a:lnTo>
                  <a:lnTo>
                    <a:pt x="3832" y="3644"/>
                  </a:lnTo>
                  <a:lnTo>
                    <a:pt x="4021" y="3526"/>
                  </a:lnTo>
                  <a:lnTo>
                    <a:pt x="4210" y="3420"/>
                  </a:lnTo>
                  <a:lnTo>
                    <a:pt x="4398" y="3325"/>
                  </a:lnTo>
                  <a:lnTo>
                    <a:pt x="4587" y="3231"/>
                  </a:lnTo>
                  <a:lnTo>
                    <a:pt x="4787" y="3148"/>
                  </a:lnTo>
                  <a:lnTo>
                    <a:pt x="4988" y="3066"/>
                  </a:lnTo>
                  <a:lnTo>
                    <a:pt x="5188" y="2995"/>
                  </a:lnTo>
                  <a:lnTo>
                    <a:pt x="5389" y="2924"/>
                  </a:lnTo>
                  <a:lnTo>
                    <a:pt x="5601" y="2866"/>
                  </a:lnTo>
                  <a:lnTo>
                    <a:pt x="5813" y="2818"/>
                  </a:lnTo>
                  <a:lnTo>
                    <a:pt x="6025" y="2771"/>
                  </a:lnTo>
                  <a:lnTo>
                    <a:pt x="6249" y="2736"/>
                  </a:lnTo>
                  <a:lnTo>
                    <a:pt x="6461" y="2712"/>
                  </a:lnTo>
                  <a:lnTo>
                    <a:pt x="6685" y="2689"/>
                  </a:lnTo>
                  <a:lnTo>
                    <a:pt x="6909" y="2677"/>
                  </a:lnTo>
                  <a:lnTo>
                    <a:pt x="7133" y="2677"/>
                  </a:lnTo>
                  <a:lnTo>
                    <a:pt x="7133" y="3561"/>
                  </a:lnTo>
                  <a:lnTo>
                    <a:pt x="8914" y="1781"/>
                  </a:lnTo>
                  <a:lnTo>
                    <a:pt x="7133"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1" name="Google Shape;1621;p104"/>
            <p:cNvSpPr/>
            <p:nvPr/>
          </p:nvSpPr>
          <p:spPr>
            <a:xfrm>
              <a:off x="2903100" y="3376075"/>
              <a:ext cx="222825" cy="153850"/>
            </a:xfrm>
            <a:custGeom>
              <a:avLst/>
              <a:gdLst/>
              <a:ahLst/>
              <a:cxnLst/>
              <a:rect l="l" t="t" r="r" b="b"/>
              <a:pathLst>
                <a:path w="8913" h="6154" extrusionOk="0">
                  <a:moveTo>
                    <a:pt x="7310" y="0"/>
                  </a:moveTo>
                  <a:lnTo>
                    <a:pt x="7215" y="189"/>
                  </a:lnTo>
                  <a:lnTo>
                    <a:pt x="7109" y="377"/>
                  </a:lnTo>
                  <a:lnTo>
                    <a:pt x="7003" y="566"/>
                  </a:lnTo>
                  <a:lnTo>
                    <a:pt x="6885" y="743"/>
                  </a:lnTo>
                  <a:lnTo>
                    <a:pt x="6767" y="920"/>
                  </a:lnTo>
                  <a:lnTo>
                    <a:pt x="6638" y="1085"/>
                  </a:lnTo>
                  <a:lnTo>
                    <a:pt x="6508" y="1250"/>
                  </a:lnTo>
                  <a:lnTo>
                    <a:pt x="6366" y="1415"/>
                  </a:lnTo>
                  <a:lnTo>
                    <a:pt x="6225" y="1568"/>
                  </a:lnTo>
                  <a:lnTo>
                    <a:pt x="6072" y="1721"/>
                  </a:lnTo>
                  <a:lnTo>
                    <a:pt x="5918" y="1863"/>
                  </a:lnTo>
                  <a:lnTo>
                    <a:pt x="5765" y="2004"/>
                  </a:lnTo>
                  <a:lnTo>
                    <a:pt x="5600" y="2134"/>
                  </a:lnTo>
                  <a:lnTo>
                    <a:pt x="5435" y="2264"/>
                  </a:lnTo>
                  <a:lnTo>
                    <a:pt x="5258" y="2393"/>
                  </a:lnTo>
                  <a:lnTo>
                    <a:pt x="5081" y="2511"/>
                  </a:lnTo>
                  <a:lnTo>
                    <a:pt x="4893" y="2617"/>
                  </a:lnTo>
                  <a:lnTo>
                    <a:pt x="4716" y="2723"/>
                  </a:lnTo>
                  <a:lnTo>
                    <a:pt x="4527" y="2829"/>
                  </a:lnTo>
                  <a:lnTo>
                    <a:pt x="4327" y="2924"/>
                  </a:lnTo>
                  <a:lnTo>
                    <a:pt x="4126" y="3006"/>
                  </a:lnTo>
                  <a:lnTo>
                    <a:pt x="3938" y="3089"/>
                  </a:lnTo>
                  <a:lnTo>
                    <a:pt x="3726" y="3160"/>
                  </a:lnTo>
                  <a:lnTo>
                    <a:pt x="3525" y="3219"/>
                  </a:lnTo>
                  <a:lnTo>
                    <a:pt x="3313" y="3277"/>
                  </a:lnTo>
                  <a:lnTo>
                    <a:pt x="3101" y="3336"/>
                  </a:lnTo>
                  <a:lnTo>
                    <a:pt x="2889" y="3372"/>
                  </a:lnTo>
                  <a:lnTo>
                    <a:pt x="2665" y="3419"/>
                  </a:lnTo>
                  <a:lnTo>
                    <a:pt x="2452" y="3442"/>
                  </a:lnTo>
                  <a:lnTo>
                    <a:pt x="2228" y="3466"/>
                  </a:lnTo>
                  <a:lnTo>
                    <a:pt x="2004" y="3478"/>
                  </a:lnTo>
                  <a:lnTo>
                    <a:pt x="1780" y="3478"/>
                  </a:lnTo>
                  <a:lnTo>
                    <a:pt x="1780" y="2582"/>
                  </a:lnTo>
                  <a:lnTo>
                    <a:pt x="0" y="4374"/>
                  </a:lnTo>
                  <a:lnTo>
                    <a:pt x="1780" y="6154"/>
                  </a:lnTo>
                  <a:lnTo>
                    <a:pt x="1780" y="5258"/>
                  </a:lnTo>
                  <a:lnTo>
                    <a:pt x="2075" y="5258"/>
                  </a:lnTo>
                  <a:lnTo>
                    <a:pt x="2358" y="5234"/>
                  </a:lnTo>
                  <a:lnTo>
                    <a:pt x="2653" y="5211"/>
                  </a:lnTo>
                  <a:lnTo>
                    <a:pt x="2936" y="5176"/>
                  </a:lnTo>
                  <a:lnTo>
                    <a:pt x="3219" y="5128"/>
                  </a:lnTo>
                  <a:lnTo>
                    <a:pt x="3490" y="5081"/>
                  </a:lnTo>
                  <a:lnTo>
                    <a:pt x="3761" y="5010"/>
                  </a:lnTo>
                  <a:lnTo>
                    <a:pt x="4032" y="4940"/>
                  </a:lnTo>
                  <a:lnTo>
                    <a:pt x="4303" y="4857"/>
                  </a:lnTo>
                  <a:lnTo>
                    <a:pt x="4563" y="4763"/>
                  </a:lnTo>
                  <a:lnTo>
                    <a:pt x="4822" y="4669"/>
                  </a:lnTo>
                  <a:lnTo>
                    <a:pt x="5081" y="4551"/>
                  </a:lnTo>
                  <a:lnTo>
                    <a:pt x="5329" y="4433"/>
                  </a:lnTo>
                  <a:lnTo>
                    <a:pt x="5577" y="4315"/>
                  </a:lnTo>
                  <a:lnTo>
                    <a:pt x="5812" y="4173"/>
                  </a:lnTo>
                  <a:lnTo>
                    <a:pt x="6048" y="4032"/>
                  </a:lnTo>
                  <a:lnTo>
                    <a:pt x="6272" y="3890"/>
                  </a:lnTo>
                  <a:lnTo>
                    <a:pt x="6496" y="3725"/>
                  </a:lnTo>
                  <a:lnTo>
                    <a:pt x="6720" y="3560"/>
                  </a:lnTo>
                  <a:lnTo>
                    <a:pt x="6932" y="3395"/>
                  </a:lnTo>
                  <a:lnTo>
                    <a:pt x="7133" y="3207"/>
                  </a:lnTo>
                  <a:lnTo>
                    <a:pt x="7333" y="3018"/>
                  </a:lnTo>
                  <a:lnTo>
                    <a:pt x="7522" y="2829"/>
                  </a:lnTo>
                  <a:lnTo>
                    <a:pt x="7710" y="2629"/>
                  </a:lnTo>
                  <a:lnTo>
                    <a:pt x="7887" y="2417"/>
                  </a:lnTo>
                  <a:lnTo>
                    <a:pt x="8052" y="2205"/>
                  </a:lnTo>
                  <a:lnTo>
                    <a:pt x="8217" y="1992"/>
                  </a:lnTo>
                  <a:lnTo>
                    <a:pt x="8371" y="1768"/>
                  </a:lnTo>
                  <a:lnTo>
                    <a:pt x="8524" y="1533"/>
                  </a:lnTo>
                  <a:lnTo>
                    <a:pt x="8665" y="1297"/>
                  </a:lnTo>
                  <a:lnTo>
                    <a:pt x="8795" y="1049"/>
                  </a:lnTo>
                  <a:lnTo>
                    <a:pt x="8913" y="802"/>
                  </a:lnTo>
                  <a:lnTo>
                    <a:pt x="7310"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2" name="Google Shape;1622;p104"/>
            <p:cNvSpPr/>
            <p:nvPr/>
          </p:nvSpPr>
          <p:spPr>
            <a:xfrm>
              <a:off x="2724775" y="3262600"/>
              <a:ext cx="153875" cy="222825"/>
            </a:xfrm>
            <a:custGeom>
              <a:avLst/>
              <a:gdLst/>
              <a:ahLst/>
              <a:cxnLst/>
              <a:rect l="l" t="t" r="r" b="b"/>
              <a:pathLst>
                <a:path w="6155" h="8913" extrusionOk="0">
                  <a:moveTo>
                    <a:pt x="1781" y="0"/>
                  </a:moveTo>
                  <a:lnTo>
                    <a:pt x="1" y="1780"/>
                  </a:lnTo>
                  <a:lnTo>
                    <a:pt x="897" y="1780"/>
                  </a:lnTo>
                  <a:lnTo>
                    <a:pt x="897" y="2075"/>
                  </a:lnTo>
                  <a:lnTo>
                    <a:pt x="908" y="2358"/>
                  </a:lnTo>
                  <a:lnTo>
                    <a:pt x="944" y="2641"/>
                  </a:lnTo>
                  <a:lnTo>
                    <a:pt x="979" y="2924"/>
                  </a:lnTo>
                  <a:lnTo>
                    <a:pt x="1015" y="3207"/>
                  </a:lnTo>
                  <a:lnTo>
                    <a:pt x="1073" y="3490"/>
                  </a:lnTo>
                  <a:lnTo>
                    <a:pt x="1144" y="3761"/>
                  </a:lnTo>
                  <a:lnTo>
                    <a:pt x="1215" y="4032"/>
                  </a:lnTo>
                  <a:lnTo>
                    <a:pt x="1297" y="4303"/>
                  </a:lnTo>
                  <a:lnTo>
                    <a:pt x="1392" y="4563"/>
                  </a:lnTo>
                  <a:lnTo>
                    <a:pt x="1486" y="4822"/>
                  </a:lnTo>
                  <a:lnTo>
                    <a:pt x="1604" y="5081"/>
                  </a:lnTo>
                  <a:lnTo>
                    <a:pt x="1722" y="5329"/>
                  </a:lnTo>
                  <a:lnTo>
                    <a:pt x="1840" y="5577"/>
                  </a:lnTo>
                  <a:lnTo>
                    <a:pt x="1981" y="5812"/>
                  </a:lnTo>
                  <a:lnTo>
                    <a:pt x="2123" y="6048"/>
                  </a:lnTo>
                  <a:lnTo>
                    <a:pt x="2264" y="6272"/>
                  </a:lnTo>
                  <a:lnTo>
                    <a:pt x="2429" y="6496"/>
                  </a:lnTo>
                  <a:lnTo>
                    <a:pt x="2594" y="6720"/>
                  </a:lnTo>
                  <a:lnTo>
                    <a:pt x="2759" y="6932"/>
                  </a:lnTo>
                  <a:lnTo>
                    <a:pt x="2948" y="7133"/>
                  </a:lnTo>
                  <a:lnTo>
                    <a:pt x="3137" y="7333"/>
                  </a:lnTo>
                  <a:lnTo>
                    <a:pt x="3325" y="7522"/>
                  </a:lnTo>
                  <a:lnTo>
                    <a:pt x="3526" y="7710"/>
                  </a:lnTo>
                  <a:lnTo>
                    <a:pt x="3738" y="7887"/>
                  </a:lnTo>
                  <a:lnTo>
                    <a:pt x="3950" y="8052"/>
                  </a:lnTo>
                  <a:lnTo>
                    <a:pt x="4162" y="8217"/>
                  </a:lnTo>
                  <a:lnTo>
                    <a:pt x="4386" y="8371"/>
                  </a:lnTo>
                  <a:lnTo>
                    <a:pt x="4622" y="8524"/>
                  </a:lnTo>
                  <a:lnTo>
                    <a:pt x="4858" y="8653"/>
                  </a:lnTo>
                  <a:lnTo>
                    <a:pt x="5105" y="8783"/>
                  </a:lnTo>
                  <a:lnTo>
                    <a:pt x="5353" y="8913"/>
                  </a:lnTo>
                  <a:lnTo>
                    <a:pt x="6155" y="7310"/>
                  </a:lnTo>
                  <a:lnTo>
                    <a:pt x="5966" y="7203"/>
                  </a:lnTo>
                  <a:lnTo>
                    <a:pt x="5777" y="7109"/>
                  </a:lnTo>
                  <a:lnTo>
                    <a:pt x="5589" y="7003"/>
                  </a:lnTo>
                  <a:lnTo>
                    <a:pt x="5412" y="6885"/>
                  </a:lnTo>
                  <a:lnTo>
                    <a:pt x="5235" y="6767"/>
                  </a:lnTo>
                  <a:lnTo>
                    <a:pt x="5070" y="6638"/>
                  </a:lnTo>
                  <a:lnTo>
                    <a:pt x="4905" y="6508"/>
                  </a:lnTo>
                  <a:lnTo>
                    <a:pt x="4740" y="6366"/>
                  </a:lnTo>
                  <a:lnTo>
                    <a:pt x="4587" y="6225"/>
                  </a:lnTo>
                  <a:lnTo>
                    <a:pt x="4433" y="6072"/>
                  </a:lnTo>
                  <a:lnTo>
                    <a:pt x="4292" y="5918"/>
                  </a:lnTo>
                  <a:lnTo>
                    <a:pt x="4151" y="5765"/>
                  </a:lnTo>
                  <a:lnTo>
                    <a:pt x="4021" y="5600"/>
                  </a:lnTo>
                  <a:lnTo>
                    <a:pt x="3891" y="5423"/>
                  </a:lnTo>
                  <a:lnTo>
                    <a:pt x="3761" y="5258"/>
                  </a:lnTo>
                  <a:lnTo>
                    <a:pt x="3644" y="5081"/>
                  </a:lnTo>
                  <a:lnTo>
                    <a:pt x="3537" y="4893"/>
                  </a:lnTo>
                  <a:lnTo>
                    <a:pt x="3431" y="4704"/>
                  </a:lnTo>
                  <a:lnTo>
                    <a:pt x="3325" y="4515"/>
                  </a:lnTo>
                  <a:lnTo>
                    <a:pt x="3231" y="4327"/>
                  </a:lnTo>
                  <a:lnTo>
                    <a:pt x="3148" y="4126"/>
                  </a:lnTo>
                  <a:lnTo>
                    <a:pt x="3066" y="3926"/>
                  </a:lnTo>
                  <a:lnTo>
                    <a:pt x="2995" y="3726"/>
                  </a:lnTo>
                  <a:lnTo>
                    <a:pt x="2936" y="3513"/>
                  </a:lnTo>
                  <a:lnTo>
                    <a:pt x="2877" y="3313"/>
                  </a:lnTo>
                  <a:lnTo>
                    <a:pt x="2818" y="3101"/>
                  </a:lnTo>
                  <a:lnTo>
                    <a:pt x="2783" y="2889"/>
                  </a:lnTo>
                  <a:lnTo>
                    <a:pt x="2736" y="2665"/>
                  </a:lnTo>
                  <a:lnTo>
                    <a:pt x="2712" y="2452"/>
                  </a:lnTo>
                  <a:lnTo>
                    <a:pt x="2689" y="2228"/>
                  </a:lnTo>
                  <a:lnTo>
                    <a:pt x="2677" y="2004"/>
                  </a:lnTo>
                  <a:lnTo>
                    <a:pt x="2677" y="1780"/>
                  </a:lnTo>
                  <a:lnTo>
                    <a:pt x="3573" y="1780"/>
                  </a:lnTo>
                  <a:lnTo>
                    <a:pt x="1781"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3" name="Google Shape;1623;p104"/>
            <p:cNvSpPr/>
            <p:nvPr/>
          </p:nvSpPr>
          <p:spPr>
            <a:xfrm>
              <a:off x="3016575" y="3128775"/>
              <a:ext cx="153875" cy="222850"/>
            </a:xfrm>
            <a:custGeom>
              <a:avLst/>
              <a:gdLst/>
              <a:ahLst/>
              <a:cxnLst/>
              <a:rect l="l" t="t" r="r" b="b"/>
              <a:pathLst>
                <a:path w="6155" h="8914" extrusionOk="0">
                  <a:moveTo>
                    <a:pt x="814" y="1"/>
                  </a:moveTo>
                  <a:lnTo>
                    <a:pt x="0" y="1604"/>
                  </a:lnTo>
                  <a:lnTo>
                    <a:pt x="201" y="1699"/>
                  </a:lnTo>
                  <a:lnTo>
                    <a:pt x="377" y="1805"/>
                  </a:lnTo>
                  <a:lnTo>
                    <a:pt x="566" y="1911"/>
                  </a:lnTo>
                  <a:lnTo>
                    <a:pt x="743" y="2029"/>
                  </a:lnTo>
                  <a:lnTo>
                    <a:pt x="920" y="2147"/>
                  </a:lnTo>
                  <a:lnTo>
                    <a:pt x="1085" y="2276"/>
                  </a:lnTo>
                  <a:lnTo>
                    <a:pt x="1250" y="2406"/>
                  </a:lnTo>
                  <a:lnTo>
                    <a:pt x="1415" y="2547"/>
                  </a:lnTo>
                  <a:lnTo>
                    <a:pt x="1568" y="2689"/>
                  </a:lnTo>
                  <a:lnTo>
                    <a:pt x="1721" y="2842"/>
                  </a:lnTo>
                  <a:lnTo>
                    <a:pt x="1863" y="2995"/>
                  </a:lnTo>
                  <a:lnTo>
                    <a:pt x="2004" y="3149"/>
                  </a:lnTo>
                  <a:lnTo>
                    <a:pt x="2146" y="3314"/>
                  </a:lnTo>
                  <a:lnTo>
                    <a:pt x="2275" y="3479"/>
                  </a:lnTo>
                  <a:lnTo>
                    <a:pt x="2393" y="3656"/>
                  </a:lnTo>
                  <a:lnTo>
                    <a:pt x="2511" y="3832"/>
                  </a:lnTo>
                  <a:lnTo>
                    <a:pt x="2629" y="4021"/>
                  </a:lnTo>
                  <a:lnTo>
                    <a:pt x="2735" y="4198"/>
                  </a:lnTo>
                  <a:lnTo>
                    <a:pt x="2830" y="4387"/>
                  </a:lnTo>
                  <a:lnTo>
                    <a:pt x="2924" y="4587"/>
                  </a:lnTo>
                  <a:lnTo>
                    <a:pt x="3006" y="4776"/>
                  </a:lnTo>
                  <a:lnTo>
                    <a:pt x="3089" y="4976"/>
                  </a:lnTo>
                  <a:lnTo>
                    <a:pt x="3160" y="5188"/>
                  </a:lnTo>
                  <a:lnTo>
                    <a:pt x="3230" y="5389"/>
                  </a:lnTo>
                  <a:lnTo>
                    <a:pt x="3289" y="5601"/>
                  </a:lnTo>
                  <a:lnTo>
                    <a:pt x="3336" y="5813"/>
                  </a:lnTo>
                  <a:lnTo>
                    <a:pt x="3384" y="6025"/>
                  </a:lnTo>
                  <a:lnTo>
                    <a:pt x="3419" y="6249"/>
                  </a:lnTo>
                  <a:lnTo>
                    <a:pt x="3443" y="6461"/>
                  </a:lnTo>
                  <a:lnTo>
                    <a:pt x="3466" y="6685"/>
                  </a:lnTo>
                  <a:lnTo>
                    <a:pt x="3478" y="6909"/>
                  </a:lnTo>
                  <a:lnTo>
                    <a:pt x="3478" y="7133"/>
                  </a:lnTo>
                  <a:lnTo>
                    <a:pt x="2594" y="7133"/>
                  </a:lnTo>
                  <a:lnTo>
                    <a:pt x="4374" y="8914"/>
                  </a:lnTo>
                  <a:lnTo>
                    <a:pt x="6154" y="7133"/>
                  </a:lnTo>
                  <a:lnTo>
                    <a:pt x="5270" y="7133"/>
                  </a:lnTo>
                  <a:lnTo>
                    <a:pt x="5258" y="6839"/>
                  </a:lnTo>
                  <a:lnTo>
                    <a:pt x="5246" y="6556"/>
                  </a:lnTo>
                  <a:lnTo>
                    <a:pt x="5223" y="6261"/>
                  </a:lnTo>
                  <a:lnTo>
                    <a:pt x="5187" y="5978"/>
                  </a:lnTo>
                  <a:lnTo>
                    <a:pt x="5140" y="5695"/>
                  </a:lnTo>
                  <a:lnTo>
                    <a:pt x="5081" y="5424"/>
                  </a:lnTo>
                  <a:lnTo>
                    <a:pt x="5022" y="5153"/>
                  </a:lnTo>
                  <a:lnTo>
                    <a:pt x="4940" y="4882"/>
                  </a:lnTo>
                  <a:lnTo>
                    <a:pt x="4857" y="4611"/>
                  </a:lnTo>
                  <a:lnTo>
                    <a:pt x="4775" y="4351"/>
                  </a:lnTo>
                  <a:lnTo>
                    <a:pt x="4669" y="4092"/>
                  </a:lnTo>
                  <a:lnTo>
                    <a:pt x="4563" y="3832"/>
                  </a:lnTo>
                  <a:lnTo>
                    <a:pt x="4445" y="3585"/>
                  </a:lnTo>
                  <a:lnTo>
                    <a:pt x="4315" y="3337"/>
                  </a:lnTo>
                  <a:lnTo>
                    <a:pt x="4185" y="3101"/>
                  </a:lnTo>
                  <a:lnTo>
                    <a:pt x="4044" y="2866"/>
                  </a:lnTo>
                  <a:lnTo>
                    <a:pt x="3891" y="2630"/>
                  </a:lnTo>
                  <a:lnTo>
                    <a:pt x="3726" y="2418"/>
                  </a:lnTo>
                  <a:lnTo>
                    <a:pt x="3560" y="2194"/>
                  </a:lnTo>
                  <a:lnTo>
                    <a:pt x="3395" y="1982"/>
                  </a:lnTo>
                  <a:lnTo>
                    <a:pt x="3219" y="1781"/>
                  </a:lnTo>
                  <a:lnTo>
                    <a:pt x="3030" y="1581"/>
                  </a:lnTo>
                  <a:lnTo>
                    <a:pt x="2830" y="1392"/>
                  </a:lnTo>
                  <a:lnTo>
                    <a:pt x="2629" y="1203"/>
                  </a:lnTo>
                  <a:lnTo>
                    <a:pt x="2429" y="1027"/>
                  </a:lnTo>
                  <a:lnTo>
                    <a:pt x="2216" y="850"/>
                  </a:lnTo>
                  <a:lnTo>
                    <a:pt x="1993" y="696"/>
                  </a:lnTo>
                  <a:lnTo>
                    <a:pt x="1769" y="543"/>
                  </a:lnTo>
                  <a:lnTo>
                    <a:pt x="1533" y="390"/>
                  </a:lnTo>
                  <a:lnTo>
                    <a:pt x="1297" y="249"/>
                  </a:lnTo>
                  <a:lnTo>
                    <a:pt x="1061" y="119"/>
                  </a:lnTo>
                  <a:lnTo>
                    <a:pt x="814"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4" name="Google Shape;1624;p104"/>
            <p:cNvSpPr/>
            <p:nvPr/>
          </p:nvSpPr>
          <p:spPr>
            <a:xfrm>
              <a:off x="2858600" y="3217800"/>
              <a:ext cx="178325" cy="178325"/>
            </a:xfrm>
            <a:custGeom>
              <a:avLst/>
              <a:gdLst/>
              <a:ahLst/>
              <a:cxnLst/>
              <a:rect l="l" t="t" r="r" b="b"/>
              <a:pathLst>
                <a:path w="7133" h="7133" extrusionOk="0">
                  <a:moveTo>
                    <a:pt x="3560" y="0"/>
                  </a:moveTo>
                  <a:lnTo>
                    <a:pt x="3384" y="12"/>
                  </a:lnTo>
                  <a:lnTo>
                    <a:pt x="3195" y="24"/>
                  </a:lnTo>
                  <a:lnTo>
                    <a:pt x="3018" y="47"/>
                  </a:lnTo>
                  <a:lnTo>
                    <a:pt x="2841" y="83"/>
                  </a:lnTo>
                  <a:lnTo>
                    <a:pt x="2676" y="118"/>
                  </a:lnTo>
                  <a:lnTo>
                    <a:pt x="2499" y="165"/>
                  </a:lnTo>
                  <a:lnTo>
                    <a:pt x="2334" y="224"/>
                  </a:lnTo>
                  <a:lnTo>
                    <a:pt x="2169" y="283"/>
                  </a:lnTo>
                  <a:lnTo>
                    <a:pt x="2016" y="354"/>
                  </a:lnTo>
                  <a:lnTo>
                    <a:pt x="1863" y="436"/>
                  </a:lnTo>
                  <a:lnTo>
                    <a:pt x="1709" y="519"/>
                  </a:lnTo>
                  <a:lnTo>
                    <a:pt x="1568" y="613"/>
                  </a:lnTo>
                  <a:lnTo>
                    <a:pt x="1427" y="719"/>
                  </a:lnTo>
                  <a:lnTo>
                    <a:pt x="1297" y="814"/>
                  </a:lnTo>
                  <a:lnTo>
                    <a:pt x="1167" y="932"/>
                  </a:lnTo>
                  <a:lnTo>
                    <a:pt x="1037" y="1050"/>
                  </a:lnTo>
                  <a:lnTo>
                    <a:pt x="920" y="1179"/>
                  </a:lnTo>
                  <a:lnTo>
                    <a:pt x="813" y="1297"/>
                  </a:lnTo>
                  <a:lnTo>
                    <a:pt x="707" y="1439"/>
                  </a:lnTo>
                  <a:lnTo>
                    <a:pt x="601" y="1580"/>
                  </a:lnTo>
                  <a:lnTo>
                    <a:pt x="507" y="1721"/>
                  </a:lnTo>
                  <a:lnTo>
                    <a:pt x="424" y="1875"/>
                  </a:lnTo>
                  <a:lnTo>
                    <a:pt x="354" y="2028"/>
                  </a:lnTo>
                  <a:lnTo>
                    <a:pt x="271" y="2181"/>
                  </a:lnTo>
                  <a:lnTo>
                    <a:pt x="212" y="2346"/>
                  </a:lnTo>
                  <a:lnTo>
                    <a:pt x="153" y="2511"/>
                  </a:lnTo>
                  <a:lnTo>
                    <a:pt x="106" y="2676"/>
                  </a:lnTo>
                  <a:lnTo>
                    <a:pt x="71" y="2853"/>
                  </a:lnTo>
                  <a:lnTo>
                    <a:pt x="35" y="3030"/>
                  </a:lnTo>
                  <a:lnTo>
                    <a:pt x="12" y="3207"/>
                  </a:lnTo>
                  <a:lnTo>
                    <a:pt x="0" y="3384"/>
                  </a:lnTo>
                  <a:lnTo>
                    <a:pt x="0" y="3572"/>
                  </a:lnTo>
                  <a:lnTo>
                    <a:pt x="0" y="3749"/>
                  </a:lnTo>
                  <a:lnTo>
                    <a:pt x="12" y="3938"/>
                  </a:lnTo>
                  <a:lnTo>
                    <a:pt x="35" y="4115"/>
                  </a:lnTo>
                  <a:lnTo>
                    <a:pt x="71" y="4292"/>
                  </a:lnTo>
                  <a:lnTo>
                    <a:pt x="106" y="4457"/>
                  </a:lnTo>
                  <a:lnTo>
                    <a:pt x="153" y="4633"/>
                  </a:lnTo>
                  <a:lnTo>
                    <a:pt x="212" y="4798"/>
                  </a:lnTo>
                  <a:lnTo>
                    <a:pt x="271" y="4964"/>
                  </a:lnTo>
                  <a:lnTo>
                    <a:pt x="354" y="5117"/>
                  </a:lnTo>
                  <a:lnTo>
                    <a:pt x="424" y="5270"/>
                  </a:lnTo>
                  <a:lnTo>
                    <a:pt x="507" y="5423"/>
                  </a:lnTo>
                  <a:lnTo>
                    <a:pt x="601" y="5565"/>
                  </a:lnTo>
                  <a:lnTo>
                    <a:pt x="707" y="5706"/>
                  </a:lnTo>
                  <a:lnTo>
                    <a:pt x="813" y="5836"/>
                  </a:lnTo>
                  <a:lnTo>
                    <a:pt x="920" y="5966"/>
                  </a:lnTo>
                  <a:lnTo>
                    <a:pt x="1037" y="6095"/>
                  </a:lnTo>
                  <a:lnTo>
                    <a:pt x="1167" y="6213"/>
                  </a:lnTo>
                  <a:lnTo>
                    <a:pt x="1297" y="6319"/>
                  </a:lnTo>
                  <a:lnTo>
                    <a:pt x="1427" y="6425"/>
                  </a:lnTo>
                  <a:lnTo>
                    <a:pt x="1568" y="6531"/>
                  </a:lnTo>
                  <a:lnTo>
                    <a:pt x="1709" y="6614"/>
                  </a:lnTo>
                  <a:lnTo>
                    <a:pt x="1863" y="6708"/>
                  </a:lnTo>
                  <a:lnTo>
                    <a:pt x="2016" y="6779"/>
                  </a:lnTo>
                  <a:lnTo>
                    <a:pt x="2169" y="6850"/>
                  </a:lnTo>
                  <a:lnTo>
                    <a:pt x="2334" y="6921"/>
                  </a:lnTo>
                  <a:lnTo>
                    <a:pt x="2499" y="6979"/>
                  </a:lnTo>
                  <a:lnTo>
                    <a:pt x="2676" y="7027"/>
                  </a:lnTo>
                  <a:lnTo>
                    <a:pt x="2841" y="7062"/>
                  </a:lnTo>
                  <a:lnTo>
                    <a:pt x="3018" y="7097"/>
                  </a:lnTo>
                  <a:lnTo>
                    <a:pt x="3195" y="7121"/>
                  </a:lnTo>
                  <a:lnTo>
                    <a:pt x="3384" y="7133"/>
                  </a:lnTo>
                  <a:lnTo>
                    <a:pt x="3749" y="7133"/>
                  </a:lnTo>
                  <a:lnTo>
                    <a:pt x="3926" y="7121"/>
                  </a:lnTo>
                  <a:lnTo>
                    <a:pt x="4103" y="7097"/>
                  </a:lnTo>
                  <a:lnTo>
                    <a:pt x="4280" y="7062"/>
                  </a:lnTo>
                  <a:lnTo>
                    <a:pt x="4456" y="7027"/>
                  </a:lnTo>
                  <a:lnTo>
                    <a:pt x="4621" y="6979"/>
                  </a:lnTo>
                  <a:lnTo>
                    <a:pt x="4786" y="6921"/>
                  </a:lnTo>
                  <a:lnTo>
                    <a:pt x="4952" y="6850"/>
                  </a:lnTo>
                  <a:lnTo>
                    <a:pt x="5105" y="6779"/>
                  </a:lnTo>
                  <a:lnTo>
                    <a:pt x="5258" y="6708"/>
                  </a:lnTo>
                  <a:lnTo>
                    <a:pt x="5411" y="6614"/>
                  </a:lnTo>
                  <a:lnTo>
                    <a:pt x="5553" y="6531"/>
                  </a:lnTo>
                  <a:lnTo>
                    <a:pt x="5694" y="6425"/>
                  </a:lnTo>
                  <a:lnTo>
                    <a:pt x="5824" y="6319"/>
                  </a:lnTo>
                  <a:lnTo>
                    <a:pt x="5954" y="6213"/>
                  </a:lnTo>
                  <a:lnTo>
                    <a:pt x="6083" y="6095"/>
                  </a:lnTo>
                  <a:lnTo>
                    <a:pt x="6201" y="5966"/>
                  </a:lnTo>
                  <a:lnTo>
                    <a:pt x="6307" y="5836"/>
                  </a:lnTo>
                  <a:lnTo>
                    <a:pt x="6413" y="5706"/>
                  </a:lnTo>
                  <a:lnTo>
                    <a:pt x="6520" y="5565"/>
                  </a:lnTo>
                  <a:lnTo>
                    <a:pt x="6614" y="5423"/>
                  </a:lnTo>
                  <a:lnTo>
                    <a:pt x="6696" y="5270"/>
                  </a:lnTo>
                  <a:lnTo>
                    <a:pt x="6779" y="5117"/>
                  </a:lnTo>
                  <a:lnTo>
                    <a:pt x="6850" y="4964"/>
                  </a:lnTo>
                  <a:lnTo>
                    <a:pt x="6909" y="4798"/>
                  </a:lnTo>
                  <a:lnTo>
                    <a:pt x="6968" y="4633"/>
                  </a:lnTo>
                  <a:lnTo>
                    <a:pt x="7015" y="4457"/>
                  </a:lnTo>
                  <a:lnTo>
                    <a:pt x="7050" y="4292"/>
                  </a:lnTo>
                  <a:lnTo>
                    <a:pt x="7085" y="4115"/>
                  </a:lnTo>
                  <a:lnTo>
                    <a:pt x="7109" y="3938"/>
                  </a:lnTo>
                  <a:lnTo>
                    <a:pt x="7121" y="3749"/>
                  </a:lnTo>
                  <a:lnTo>
                    <a:pt x="7133" y="3572"/>
                  </a:lnTo>
                  <a:lnTo>
                    <a:pt x="7121" y="3384"/>
                  </a:lnTo>
                  <a:lnTo>
                    <a:pt x="7109" y="3207"/>
                  </a:lnTo>
                  <a:lnTo>
                    <a:pt x="7085" y="3030"/>
                  </a:lnTo>
                  <a:lnTo>
                    <a:pt x="7050" y="2853"/>
                  </a:lnTo>
                  <a:lnTo>
                    <a:pt x="7015" y="2676"/>
                  </a:lnTo>
                  <a:lnTo>
                    <a:pt x="6968" y="2511"/>
                  </a:lnTo>
                  <a:lnTo>
                    <a:pt x="6909" y="2346"/>
                  </a:lnTo>
                  <a:lnTo>
                    <a:pt x="6850" y="2181"/>
                  </a:lnTo>
                  <a:lnTo>
                    <a:pt x="6779" y="2028"/>
                  </a:lnTo>
                  <a:lnTo>
                    <a:pt x="6696" y="1875"/>
                  </a:lnTo>
                  <a:lnTo>
                    <a:pt x="6614" y="1721"/>
                  </a:lnTo>
                  <a:lnTo>
                    <a:pt x="6520" y="1580"/>
                  </a:lnTo>
                  <a:lnTo>
                    <a:pt x="6413" y="1439"/>
                  </a:lnTo>
                  <a:lnTo>
                    <a:pt x="6307" y="1297"/>
                  </a:lnTo>
                  <a:lnTo>
                    <a:pt x="6201" y="1179"/>
                  </a:lnTo>
                  <a:lnTo>
                    <a:pt x="6083" y="1050"/>
                  </a:lnTo>
                  <a:lnTo>
                    <a:pt x="5954" y="932"/>
                  </a:lnTo>
                  <a:lnTo>
                    <a:pt x="5824" y="814"/>
                  </a:lnTo>
                  <a:lnTo>
                    <a:pt x="5694" y="719"/>
                  </a:lnTo>
                  <a:lnTo>
                    <a:pt x="5553" y="613"/>
                  </a:lnTo>
                  <a:lnTo>
                    <a:pt x="5411" y="519"/>
                  </a:lnTo>
                  <a:lnTo>
                    <a:pt x="5258" y="436"/>
                  </a:lnTo>
                  <a:lnTo>
                    <a:pt x="5105" y="354"/>
                  </a:lnTo>
                  <a:lnTo>
                    <a:pt x="4952" y="283"/>
                  </a:lnTo>
                  <a:lnTo>
                    <a:pt x="4786" y="224"/>
                  </a:lnTo>
                  <a:lnTo>
                    <a:pt x="4621" y="165"/>
                  </a:lnTo>
                  <a:lnTo>
                    <a:pt x="4456" y="118"/>
                  </a:lnTo>
                  <a:lnTo>
                    <a:pt x="4280" y="83"/>
                  </a:lnTo>
                  <a:lnTo>
                    <a:pt x="4103" y="47"/>
                  </a:lnTo>
                  <a:lnTo>
                    <a:pt x="3926" y="24"/>
                  </a:lnTo>
                  <a:lnTo>
                    <a:pt x="3749" y="12"/>
                  </a:lnTo>
                  <a:lnTo>
                    <a:pt x="3560"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1625" name="Google Shape;1625;p104"/>
          <p:cNvCxnSpPr/>
          <p:nvPr/>
        </p:nvCxnSpPr>
        <p:spPr>
          <a:xfrm>
            <a:off x="2418500" y="1536005"/>
            <a:ext cx="0" cy="225300"/>
          </a:xfrm>
          <a:prstGeom prst="straightConnector1">
            <a:avLst/>
          </a:prstGeom>
          <a:noFill/>
          <a:ln w="19050" cap="flat" cmpd="sng">
            <a:solidFill>
              <a:schemeClr val="lt1"/>
            </a:solidFill>
            <a:prstDash val="dot"/>
            <a:round/>
            <a:headEnd type="none" w="med" len="med"/>
            <a:tailEnd type="none" w="med" len="med"/>
          </a:ln>
        </p:spPr>
      </p:cxnSp>
      <p:cxnSp>
        <p:nvCxnSpPr>
          <p:cNvPr id="1626" name="Google Shape;1626;p104"/>
          <p:cNvCxnSpPr/>
          <p:nvPr/>
        </p:nvCxnSpPr>
        <p:spPr>
          <a:xfrm>
            <a:off x="3420361" y="1536005"/>
            <a:ext cx="0" cy="225300"/>
          </a:xfrm>
          <a:prstGeom prst="straightConnector1">
            <a:avLst/>
          </a:prstGeom>
          <a:noFill/>
          <a:ln w="19050" cap="flat" cmpd="sng">
            <a:solidFill>
              <a:schemeClr val="lt1"/>
            </a:solidFill>
            <a:prstDash val="dot"/>
            <a:round/>
            <a:headEnd type="none" w="med" len="med"/>
            <a:tailEnd type="none" w="med" len="med"/>
          </a:ln>
        </p:spPr>
      </p:cxnSp>
      <p:cxnSp>
        <p:nvCxnSpPr>
          <p:cNvPr id="1627" name="Google Shape;1627;p104"/>
          <p:cNvCxnSpPr/>
          <p:nvPr/>
        </p:nvCxnSpPr>
        <p:spPr>
          <a:xfrm>
            <a:off x="4388439" y="1536005"/>
            <a:ext cx="0" cy="225300"/>
          </a:xfrm>
          <a:prstGeom prst="straightConnector1">
            <a:avLst/>
          </a:prstGeom>
          <a:noFill/>
          <a:ln w="19050" cap="flat" cmpd="sng">
            <a:solidFill>
              <a:schemeClr val="lt1"/>
            </a:solidFill>
            <a:prstDash val="dot"/>
            <a:round/>
            <a:headEnd type="none" w="med" len="med"/>
            <a:tailEnd type="none" w="med" len="med"/>
          </a:ln>
        </p:spPr>
      </p:cxnSp>
      <p:cxnSp>
        <p:nvCxnSpPr>
          <p:cNvPr id="1628" name="Google Shape;1628;p104"/>
          <p:cNvCxnSpPr/>
          <p:nvPr/>
        </p:nvCxnSpPr>
        <p:spPr>
          <a:xfrm>
            <a:off x="5350886" y="1536005"/>
            <a:ext cx="0" cy="225300"/>
          </a:xfrm>
          <a:prstGeom prst="straightConnector1">
            <a:avLst/>
          </a:prstGeom>
          <a:noFill/>
          <a:ln w="19050" cap="flat" cmpd="sng">
            <a:solidFill>
              <a:schemeClr val="lt1"/>
            </a:solidFill>
            <a:prstDash val="dot"/>
            <a:round/>
            <a:headEnd type="none" w="med" len="med"/>
            <a:tailEnd type="none" w="med" len="med"/>
          </a:ln>
        </p:spPr>
      </p:cxnSp>
      <p:cxnSp>
        <p:nvCxnSpPr>
          <p:cNvPr id="1629" name="Google Shape;1629;p104"/>
          <p:cNvCxnSpPr/>
          <p:nvPr/>
        </p:nvCxnSpPr>
        <p:spPr>
          <a:xfrm>
            <a:off x="6341486" y="1536005"/>
            <a:ext cx="0" cy="225300"/>
          </a:xfrm>
          <a:prstGeom prst="straightConnector1">
            <a:avLst/>
          </a:prstGeom>
          <a:noFill/>
          <a:ln w="19050" cap="flat" cmpd="sng">
            <a:solidFill>
              <a:schemeClr val="lt1"/>
            </a:solidFill>
            <a:prstDash val="dot"/>
            <a:round/>
            <a:headEnd type="none" w="med" len="med"/>
            <a:tailEnd type="none" w="med" len="med"/>
          </a:ln>
        </p:spPr>
      </p:cxnSp>
      <p:cxnSp>
        <p:nvCxnSpPr>
          <p:cNvPr id="1630" name="Google Shape;1630;p104"/>
          <p:cNvCxnSpPr/>
          <p:nvPr/>
        </p:nvCxnSpPr>
        <p:spPr>
          <a:xfrm>
            <a:off x="7303934" y="1536005"/>
            <a:ext cx="0" cy="225300"/>
          </a:xfrm>
          <a:prstGeom prst="straightConnector1">
            <a:avLst/>
          </a:prstGeom>
          <a:noFill/>
          <a:ln w="19050" cap="flat" cmpd="sng">
            <a:solidFill>
              <a:schemeClr val="lt1"/>
            </a:solidFill>
            <a:prstDash val="dot"/>
            <a:round/>
            <a:headEnd type="none" w="med" len="med"/>
            <a:tailEnd type="none" w="med" len="med"/>
          </a:ln>
        </p:spPr>
      </p:cxnSp>
      <p:cxnSp>
        <p:nvCxnSpPr>
          <p:cNvPr id="1631" name="Google Shape;1631;p104"/>
          <p:cNvCxnSpPr/>
          <p:nvPr/>
        </p:nvCxnSpPr>
        <p:spPr>
          <a:xfrm>
            <a:off x="8294534" y="1536005"/>
            <a:ext cx="0" cy="225300"/>
          </a:xfrm>
          <a:prstGeom prst="straightConnector1">
            <a:avLst/>
          </a:prstGeom>
          <a:noFill/>
          <a:ln w="19050" cap="flat" cmpd="sng">
            <a:solidFill>
              <a:schemeClr val="lt1"/>
            </a:solidFill>
            <a:prstDash val="dot"/>
            <a:round/>
            <a:headEnd type="none" w="med" len="med"/>
            <a:tailEnd type="none" w="med" len="med"/>
          </a:ln>
        </p:spPr>
      </p:cxnSp>
      <p:sp>
        <p:nvSpPr>
          <p:cNvPr id="1632" name="Google Shape;1632;p104"/>
          <p:cNvSpPr txBox="1">
            <a:spLocks noGrp="1"/>
          </p:cNvSpPr>
          <p:nvPr>
            <p:ph type="title"/>
          </p:nvPr>
        </p:nvSpPr>
        <p:spPr>
          <a:xfrm>
            <a:off x="371475" y="257176"/>
            <a:ext cx="8400900" cy="549000"/>
          </a:xfrm>
          <a:prstGeom prst="rect">
            <a:avLst/>
          </a:prstGeom>
        </p:spPr>
        <p:txBody>
          <a:bodyPr spcFirstLastPara="1" wrap="square" lIns="0" tIns="0" rIns="0" bIns="0" anchor="t" anchorCtr="0">
            <a:noAutofit/>
          </a:bodyPr>
          <a:lstStyle/>
          <a:p>
            <a:pPr marL="0" lvl="0" indent="0" algn="l" rtl="0">
              <a:spcBef>
                <a:spcPts val="0"/>
              </a:spcBef>
              <a:spcAft>
                <a:spcPts val="0"/>
              </a:spcAft>
              <a:buClr>
                <a:schemeClr val="dk1"/>
              </a:buClr>
              <a:buSzPts val="1100"/>
              <a:buFont typeface="Arial"/>
              <a:buNone/>
            </a:pPr>
            <a:r>
              <a:rPr lang="en"/>
              <a:t>Market Positioning</a:t>
            </a:r>
            <a:endParaRPr/>
          </a:p>
          <a:p>
            <a:pPr marL="0" lvl="0" indent="0" algn="l" rtl="0">
              <a:spcBef>
                <a:spcPts val="0"/>
              </a:spcBef>
              <a:spcAft>
                <a:spcPts val="0"/>
              </a:spcAft>
              <a:buClr>
                <a:schemeClr val="dk1"/>
              </a:buClr>
              <a:buSzPts val="1100"/>
              <a:buFont typeface="Arial"/>
              <a:buNone/>
            </a:pPr>
            <a:r>
              <a:rPr lang="en" sz="2200"/>
              <a:t>Process Orchestration</a:t>
            </a:r>
            <a:endParaRPr sz="2200"/>
          </a:p>
          <a:p>
            <a:pPr marL="0" lvl="0" indent="0" algn="l" rtl="0">
              <a:spcBef>
                <a:spcPts val="0"/>
              </a:spcBef>
              <a:spcAft>
                <a:spcPts val="0"/>
              </a:spcAft>
              <a:buClr>
                <a:schemeClr val="dk1"/>
              </a:buClr>
              <a:buSzPts val="1100"/>
              <a:buFont typeface="Arial"/>
              <a:buNone/>
            </a:pPr>
            <a:r>
              <a:rPr lang="en" sz="1800">
                <a:solidFill>
                  <a:schemeClr val="accent1"/>
                </a:solidFill>
              </a:rPr>
              <a:t>High </a:t>
            </a:r>
            <a:r>
              <a:rPr lang="en" sz="1800"/>
              <a:t>Endpoint Diversity, Multiple Endpoints of the </a:t>
            </a:r>
            <a:r>
              <a:rPr lang="en" sz="1800">
                <a:solidFill>
                  <a:schemeClr val="accent1"/>
                </a:solidFill>
              </a:rPr>
              <a:t>Multiple</a:t>
            </a:r>
            <a:r>
              <a:rPr lang="en" sz="1800"/>
              <a:t> Types</a:t>
            </a:r>
            <a:endParaRPr/>
          </a:p>
        </p:txBody>
      </p:sp>
      <p:grpSp>
        <p:nvGrpSpPr>
          <p:cNvPr id="1633" name="Google Shape;1633;p104"/>
          <p:cNvGrpSpPr/>
          <p:nvPr/>
        </p:nvGrpSpPr>
        <p:grpSpPr>
          <a:xfrm>
            <a:off x="3299584" y="1954449"/>
            <a:ext cx="279829" cy="257697"/>
            <a:chOff x="2099100" y="2300650"/>
            <a:chExt cx="381550" cy="351325"/>
          </a:xfrm>
        </p:grpSpPr>
        <p:sp>
          <p:nvSpPr>
            <p:cNvPr id="1634" name="Google Shape;1634;p104"/>
            <p:cNvSpPr/>
            <p:nvPr/>
          </p:nvSpPr>
          <p:spPr>
            <a:xfrm>
              <a:off x="2235050" y="2421600"/>
              <a:ext cx="109400" cy="109175"/>
            </a:xfrm>
            <a:custGeom>
              <a:avLst/>
              <a:gdLst/>
              <a:ahLst/>
              <a:cxnLst/>
              <a:rect l="l" t="t" r="r" b="b"/>
              <a:pathLst>
                <a:path w="4376" h="4367" extrusionOk="0">
                  <a:moveTo>
                    <a:pt x="2193" y="974"/>
                  </a:moveTo>
                  <a:lnTo>
                    <a:pt x="2311" y="984"/>
                  </a:lnTo>
                  <a:lnTo>
                    <a:pt x="2439" y="1004"/>
                  </a:lnTo>
                  <a:lnTo>
                    <a:pt x="2547" y="1033"/>
                  </a:lnTo>
                  <a:lnTo>
                    <a:pt x="2665" y="1073"/>
                  </a:lnTo>
                  <a:lnTo>
                    <a:pt x="2763" y="1122"/>
                  </a:lnTo>
                  <a:lnTo>
                    <a:pt x="2871" y="1181"/>
                  </a:lnTo>
                  <a:lnTo>
                    <a:pt x="2960" y="1250"/>
                  </a:lnTo>
                  <a:lnTo>
                    <a:pt x="3048" y="1328"/>
                  </a:lnTo>
                  <a:lnTo>
                    <a:pt x="3127" y="1417"/>
                  </a:lnTo>
                  <a:lnTo>
                    <a:pt x="3196" y="1505"/>
                  </a:lnTo>
                  <a:lnTo>
                    <a:pt x="3255" y="1604"/>
                  </a:lnTo>
                  <a:lnTo>
                    <a:pt x="3304" y="1712"/>
                  </a:lnTo>
                  <a:lnTo>
                    <a:pt x="3343" y="1820"/>
                  </a:lnTo>
                  <a:lnTo>
                    <a:pt x="3373" y="1938"/>
                  </a:lnTo>
                  <a:lnTo>
                    <a:pt x="3393" y="2056"/>
                  </a:lnTo>
                  <a:lnTo>
                    <a:pt x="3402" y="2184"/>
                  </a:lnTo>
                  <a:lnTo>
                    <a:pt x="3393" y="2312"/>
                  </a:lnTo>
                  <a:lnTo>
                    <a:pt x="3373" y="2430"/>
                  </a:lnTo>
                  <a:lnTo>
                    <a:pt x="3343" y="2548"/>
                  </a:lnTo>
                  <a:lnTo>
                    <a:pt x="3304" y="2656"/>
                  </a:lnTo>
                  <a:lnTo>
                    <a:pt x="3255" y="2764"/>
                  </a:lnTo>
                  <a:lnTo>
                    <a:pt x="3196" y="2862"/>
                  </a:lnTo>
                  <a:lnTo>
                    <a:pt x="3127" y="2951"/>
                  </a:lnTo>
                  <a:lnTo>
                    <a:pt x="3048" y="3039"/>
                  </a:lnTo>
                  <a:lnTo>
                    <a:pt x="2960" y="3118"/>
                  </a:lnTo>
                  <a:lnTo>
                    <a:pt x="2871" y="3187"/>
                  </a:lnTo>
                  <a:lnTo>
                    <a:pt x="2763" y="3246"/>
                  </a:lnTo>
                  <a:lnTo>
                    <a:pt x="2665" y="3295"/>
                  </a:lnTo>
                  <a:lnTo>
                    <a:pt x="2547" y="3334"/>
                  </a:lnTo>
                  <a:lnTo>
                    <a:pt x="2439" y="3364"/>
                  </a:lnTo>
                  <a:lnTo>
                    <a:pt x="2311" y="3384"/>
                  </a:lnTo>
                  <a:lnTo>
                    <a:pt x="2193" y="3393"/>
                  </a:lnTo>
                  <a:lnTo>
                    <a:pt x="2065" y="3384"/>
                  </a:lnTo>
                  <a:lnTo>
                    <a:pt x="1947" y="3364"/>
                  </a:lnTo>
                  <a:lnTo>
                    <a:pt x="1829" y="3334"/>
                  </a:lnTo>
                  <a:lnTo>
                    <a:pt x="1721" y="3295"/>
                  </a:lnTo>
                  <a:lnTo>
                    <a:pt x="1613" y="3246"/>
                  </a:lnTo>
                  <a:lnTo>
                    <a:pt x="1514" y="3187"/>
                  </a:lnTo>
                  <a:lnTo>
                    <a:pt x="1426" y="3118"/>
                  </a:lnTo>
                  <a:lnTo>
                    <a:pt x="1337" y="3039"/>
                  </a:lnTo>
                  <a:lnTo>
                    <a:pt x="1259" y="2951"/>
                  </a:lnTo>
                  <a:lnTo>
                    <a:pt x="1190" y="2862"/>
                  </a:lnTo>
                  <a:lnTo>
                    <a:pt x="1131" y="2764"/>
                  </a:lnTo>
                  <a:lnTo>
                    <a:pt x="1082" y="2656"/>
                  </a:lnTo>
                  <a:lnTo>
                    <a:pt x="1033" y="2548"/>
                  </a:lnTo>
                  <a:lnTo>
                    <a:pt x="1003" y="2430"/>
                  </a:lnTo>
                  <a:lnTo>
                    <a:pt x="993" y="2312"/>
                  </a:lnTo>
                  <a:lnTo>
                    <a:pt x="983" y="2184"/>
                  </a:lnTo>
                  <a:lnTo>
                    <a:pt x="993" y="2056"/>
                  </a:lnTo>
                  <a:lnTo>
                    <a:pt x="1003" y="1938"/>
                  </a:lnTo>
                  <a:lnTo>
                    <a:pt x="1033" y="1820"/>
                  </a:lnTo>
                  <a:lnTo>
                    <a:pt x="1082" y="1712"/>
                  </a:lnTo>
                  <a:lnTo>
                    <a:pt x="1131" y="1604"/>
                  </a:lnTo>
                  <a:lnTo>
                    <a:pt x="1190" y="1505"/>
                  </a:lnTo>
                  <a:lnTo>
                    <a:pt x="1259" y="1417"/>
                  </a:lnTo>
                  <a:lnTo>
                    <a:pt x="1337" y="1328"/>
                  </a:lnTo>
                  <a:lnTo>
                    <a:pt x="1426" y="1250"/>
                  </a:lnTo>
                  <a:lnTo>
                    <a:pt x="1514" y="1181"/>
                  </a:lnTo>
                  <a:lnTo>
                    <a:pt x="1613" y="1122"/>
                  </a:lnTo>
                  <a:lnTo>
                    <a:pt x="1721" y="1073"/>
                  </a:lnTo>
                  <a:lnTo>
                    <a:pt x="1829" y="1033"/>
                  </a:lnTo>
                  <a:lnTo>
                    <a:pt x="1947" y="1004"/>
                  </a:lnTo>
                  <a:lnTo>
                    <a:pt x="2065" y="984"/>
                  </a:lnTo>
                  <a:lnTo>
                    <a:pt x="2193" y="974"/>
                  </a:lnTo>
                  <a:close/>
                  <a:moveTo>
                    <a:pt x="1731" y="1"/>
                  </a:moveTo>
                  <a:lnTo>
                    <a:pt x="1731" y="493"/>
                  </a:lnTo>
                  <a:lnTo>
                    <a:pt x="1632" y="522"/>
                  </a:lnTo>
                  <a:lnTo>
                    <a:pt x="1524" y="561"/>
                  </a:lnTo>
                  <a:lnTo>
                    <a:pt x="1426" y="611"/>
                  </a:lnTo>
                  <a:lnTo>
                    <a:pt x="1328" y="660"/>
                  </a:lnTo>
                  <a:lnTo>
                    <a:pt x="983" y="316"/>
                  </a:lnTo>
                  <a:lnTo>
                    <a:pt x="334" y="955"/>
                  </a:lnTo>
                  <a:lnTo>
                    <a:pt x="669" y="1299"/>
                  </a:lnTo>
                  <a:lnTo>
                    <a:pt x="620" y="1397"/>
                  </a:lnTo>
                  <a:lnTo>
                    <a:pt x="570" y="1496"/>
                  </a:lnTo>
                  <a:lnTo>
                    <a:pt x="531" y="1604"/>
                  </a:lnTo>
                  <a:lnTo>
                    <a:pt x="502" y="1702"/>
                  </a:lnTo>
                  <a:lnTo>
                    <a:pt x="0" y="1702"/>
                  </a:lnTo>
                  <a:lnTo>
                    <a:pt x="0" y="2617"/>
                  </a:lnTo>
                  <a:lnTo>
                    <a:pt x="492" y="2617"/>
                  </a:lnTo>
                  <a:lnTo>
                    <a:pt x="531" y="2725"/>
                  </a:lnTo>
                  <a:lnTo>
                    <a:pt x="570" y="2833"/>
                  </a:lnTo>
                  <a:lnTo>
                    <a:pt x="610" y="2931"/>
                  </a:lnTo>
                  <a:lnTo>
                    <a:pt x="659" y="3030"/>
                  </a:lnTo>
                  <a:lnTo>
                    <a:pt x="305" y="3384"/>
                  </a:lnTo>
                  <a:lnTo>
                    <a:pt x="944" y="4033"/>
                  </a:lnTo>
                  <a:lnTo>
                    <a:pt x="1308" y="3679"/>
                  </a:lnTo>
                  <a:lnTo>
                    <a:pt x="1406" y="3728"/>
                  </a:lnTo>
                  <a:lnTo>
                    <a:pt x="1505" y="3777"/>
                  </a:lnTo>
                  <a:lnTo>
                    <a:pt x="1613" y="3816"/>
                  </a:lnTo>
                  <a:lnTo>
                    <a:pt x="1721" y="3846"/>
                  </a:lnTo>
                  <a:lnTo>
                    <a:pt x="1721" y="4367"/>
                  </a:lnTo>
                  <a:lnTo>
                    <a:pt x="2635" y="4367"/>
                  </a:lnTo>
                  <a:lnTo>
                    <a:pt x="2635" y="3856"/>
                  </a:lnTo>
                  <a:lnTo>
                    <a:pt x="2744" y="3826"/>
                  </a:lnTo>
                  <a:lnTo>
                    <a:pt x="2852" y="3787"/>
                  </a:lnTo>
                  <a:lnTo>
                    <a:pt x="2950" y="3738"/>
                  </a:lnTo>
                  <a:lnTo>
                    <a:pt x="3048" y="3688"/>
                  </a:lnTo>
                  <a:lnTo>
                    <a:pt x="3412" y="4042"/>
                  </a:lnTo>
                  <a:lnTo>
                    <a:pt x="4061" y="3403"/>
                  </a:lnTo>
                  <a:lnTo>
                    <a:pt x="3697" y="3039"/>
                  </a:lnTo>
                  <a:lnTo>
                    <a:pt x="3756" y="2951"/>
                  </a:lnTo>
                  <a:lnTo>
                    <a:pt x="3796" y="2843"/>
                  </a:lnTo>
                  <a:lnTo>
                    <a:pt x="3835" y="2744"/>
                  </a:lnTo>
                  <a:lnTo>
                    <a:pt x="3874" y="2636"/>
                  </a:lnTo>
                  <a:lnTo>
                    <a:pt x="4376" y="2636"/>
                  </a:lnTo>
                  <a:lnTo>
                    <a:pt x="4376" y="1722"/>
                  </a:lnTo>
                  <a:lnTo>
                    <a:pt x="3874" y="1722"/>
                  </a:lnTo>
                  <a:lnTo>
                    <a:pt x="3845" y="1623"/>
                  </a:lnTo>
                  <a:lnTo>
                    <a:pt x="3806" y="1515"/>
                  </a:lnTo>
                  <a:lnTo>
                    <a:pt x="3756" y="1417"/>
                  </a:lnTo>
                  <a:lnTo>
                    <a:pt x="3707" y="1319"/>
                  </a:lnTo>
                  <a:lnTo>
                    <a:pt x="4061" y="965"/>
                  </a:lnTo>
                  <a:lnTo>
                    <a:pt x="3412" y="316"/>
                  </a:lnTo>
                  <a:lnTo>
                    <a:pt x="3068" y="670"/>
                  </a:lnTo>
                  <a:lnTo>
                    <a:pt x="2960" y="611"/>
                  </a:lnTo>
                  <a:lnTo>
                    <a:pt x="2862" y="571"/>
                  </a:lnTo>
                  <a:lnTo>
                    <a:pt x="2763" y="532"/>
                  </a:lnTo>
                  <a:lnTo>
                    <a:pt x="2655" y="493"/>
                  </a:lnTo>
                  <a:lnTo>
                    <a:pt x="26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5" name="Google Shape;1635;p104"/>
            <p:cNvSpPr/>
            <p:nvPr/>
          </p:nvSpPr>
          <p:spPr>
            <a:xfrm>
              <a:off x="2099100" y="2300650"/>
              <a:ext cx="381550" cy="351325"/>
            </a:xfrm>
            <a:custGeom>
              <a:avLst/>
              <a:gdLst/>
              <a:ahLst/>
              <a:cxnLst/>
              <a:rect l="l" t="t" r="r" b="b"/>
              <a:pathLst>
                <a:path w="15262" h="14053" extrusionOk="0">
                  <a:moveTo>
                    <a:pt x="10955" y="3688"/>
                  </a:moveTo>
                  <a:lnTo>
                    <a:pt x="10955" y="10355"/>
                  </a:lnTo>
                  <a:lnTo>
                    <a:pt x="4297" y="10355"/>
                  </a:lnTo>
                  <a:lnTo>
                    <a:pt x="4297" y="3688"/>
                  </a:lnTo>
                  <a:close/>
                  <a:moveTo>
                    <a:pt x="3344" y="1"/>
                  </a:moveTo>
                  <a:lnTo>
                    <a:pt x="3245" y="11"/>
                  </a:lnTo>
                  <a:lnTo>
                    <a:pt x="3147" y="21"/>
                  </a:lnTo>
                  <a:lnTo>
                    <a:pt x="3058" y="50"/>
                  </a:lnTo>
                  <a:lnTo>
                    <a:pt x="2970" y="80"/>
                  </a:lnTo>
                  <a:lnTo>
                    <a:pt x="2891" y="119"/>
                  </a:lnTo>
                  <a:lnTo>
                    <a:pt x="2813" y="168"/>
                  </a:lnTo>
                  <a:lnTo>
                    <a:pt x="2734" y="217"/>
                  </a:lnTo>
                  <a:lnTo>
                    <a:pt x="2675" y="286"/>
                  </a:lnTo>
                  <a:lnTo>
                    <a:pt x="2606" y="355"/>
                  </a:lnTo>
                  <a:lnTo>
                    <a:pt x="2557" y="424"/>
                  </a:lnTo>
                  <a:lnTo>
                    <a:pt x="2508" y="502"/>
                  </a:lnTo>
                  <a:lnTo>
                    <a:pt x="2468" y="581"/>
                  </a:lnTo>
                  <a:lnTo>
                    <a:pt x="2439" y="670"/>
                  </a:lnTo>
                  <a:lnTo>
                    <a:pt x="2409" y="768"/>
                  </a:lnTo>
                  <a:lnTo>
                    <a:pt x="2400" y="856"/>
                  </a:lnTo>
                  <a:lnTo>
                    <a:pt x="2390" y="955"/>
                  </a:lnTo>
                  <a:lnTo>
                    <a:pt x="2400" y="1053"/>
                  </a:lnTo>
                  <a:lnTo>
                    <a:pt x="2409" y="1151"/>
                  </a:lnTo>
                  <a:lnTo>
                    <a:pt x="2439" y="1240"/>
                  </a:lnTo>
                  <a:lnTo>
                    <a:pt x="2468" y="1328"/>
                  </a:lnTo>
                  <a:lnTo>
                    <a:pt x="2508" y="1407"/>
                  </a:lnTo>
                  <a:lnTo>
                    <a:pt x="2557" y="1486"/>
                  </a:lnTo>
                  <a:lnTo>
                    <a:pt x="2606" y="1564"/>
                  </a:lnTo>
                  <a:lnTo>
                    <a:pt x="2675" y="1623"/>
                  </a:lnTo>
                  <a:lnTo>
                    <a:pt x="2734" y="1692"/>
                  </a:lnTo>
                  <a:lnTo>
                    <a:pt x="2813" y="1741"/>
                  </a:lnTo>
                  <a:lnTo>
                    <a:pt x="2891" y="1791"/>
                  </a:lnTo>
                  <a:lnTo>
                    <a:pt x="2970" y="1830"/>
                  </a:lnTo>
                  <a:lnTo>
                    <a:pt x="3058" y="1859"/>
                  </a:lnTo>
                  <a:lnTo>
                    <a:pt x="3147" y="1889"/>
                  </a:lnTo>
                  <a:lnTo>
                    <a:pt x="3245" y="1899"/>
                  </a:lnTo>
                  <a:lnTo>
                    <a:pt x="3344" y="1909"/>
                  </a:lnTo>
                  <a:lnTo>
                    <a:pt x="3471" y="1899"/>
                  </a:lnTo>
                  <a:lnTo>
                    <a:pt x="3599" y="1869"/>
                  </a:lnTo>
                  <a:lnTo>
                    <a:pt x="3717" y="1830"/>
                  </a:lnTo>
                  <a:lnTo>
                    <a:pt x="3825" y="1771"/>
                  </a:lnTo>
                  <a:lnTo>
                    <a:pt x="3924" y="1702"/>
                  </a:lnTo>
                  <a:lnTo>
                    <a:pt x="4022" y="1623"/>
                  </a:lnTo>
                  <a:lnTo>
                    <a:pt x="4101" y="1535"/>
                  </a:lnTo>
                  <a:lnTo>
                    <a:pt x="4170" y="1427"/>
                  </a:lnTo>
                  <a:lnTo>
                    <a:pt x="5241" y="1427"/>
                  </a:lnTo>
                  <a:lnTo>
                    <a:pt x="5241" y="2744"/>
                  </a:lnTo>
                  <a:lnTo>
                    <a:pt x="3344" y="2744"/>
                  </a:lnTo>
                  <a:lnTo>
                    <a:pt x="3344" y="4642"/>
                  </a:lnTo>
                  <a:lnTo>
                    <a:pt x="1770" y="4642"/>
                  </a:lnTo>
                  <a:lnTo>
                    <a:pt x="1701" y="4544"/>
                  </a:lnTo>
                  <a:lnTo>
                    <a:pt x="1623" y="4446"/>
                  </a:lnTo>
                  <a:lnTo>
                    <a:pt x="1534" y="4367"/>
                  </a:lnTo>
                  <a:lnTo>
                    <a:pt x="1436" y="4298"/>
                  </a:lnTo>
                  <a:lnTo>
                    <a:pt x="1318" y="4239"/>
                  </a:lnTo>
                  <a:lnTo>
                    <a:pt x="1200" y="4200"/>
                  </a:lnTo>
                  <a:lnTo>
                    <a:pt x="1082" y="4180"/>
                  </a:lnTo>
                  <a:lnTo>
                    <a:pt x="944" y="4170"/>
                  </a:lnTo>
                  <a:lnTo>
                    <a:pt x="856" y="4170"/>
                  </a:lnTo>
                  <a:lnTo>
                    <a:pt x="757" y="4190"/>
                  </a:lnTo>
                  <a:lnTo>
                    <a:pt x="669" y="4210"/>
                  </a:lnTo>
                  <a:lnTo>
                    <a:pt x="580" y="4239"/>
                  </a:lnTo>
                  <a:lnTo>
                    <a:pt x="492" y="4278"/>
                  </a:lnTo>
                  <a:lnTo>
                    <a:pt x="413" y="4328"/>
                  </a:lnTo>
                  <a:lnTo>
                    <a:pt x="344" y="4387"/>
                  </a:lnTo>
                  <a:lnTo>
                    <a:pt x="275" y="4446"/>
                  </a:lnTo>
                  <a:lnTo>
                    <a:pt x="216" y="4514"/>
                  </a:lnTo>
                  <a:lnTo>
                    <a:pt x="157" y="4583"/>
                  </a:lnTo>
                  <a:lnTo>
                    <a:pt x="108" y="4662"/>
                  </a:lnTo>
                  <a:lnTo>
                    <a:pt x="69" y="4750"/>
                  </a:lnTo>
                  <a:lnTo>
                    <a:pt x="39" y="4839"/>
                  </a:lnTo>
                  <a:lnTo>
                    <a:pt x="20" y="4927"/>
                  </a:lnTo>
                  <a:lnTo>
                    <a:pt x="0" y="5026"/>
                  </a:lnTo>
                  <a:lnTo>
                    <a:pt x="0" y="5124"/>
                  </a:lnTo>
                  <a:lnTo>
                    <a:pt x="0" y="5213"/>
                  </a:lnTo>
                  <a:lnTo>
                    <a:pt x="20" y="5311"/>
                  </a:lnTo>
                  <a:lnTo>
                    <a:pt x="39" y="5399"/>
                  </a:lnTo>
                  <a:lnTo>
                    <a:pt x="69" y="5488"/>
                  </a:lnTo>
                  <a:lnTo>
                    <a:pt x="108" y="5576"/>
                  </a:lnTo>
                  <a:lnTo>
                    <a:pt x="157" y="5655"/>
                  </a:lnTo>
                  <a:lnTo>
                    <a:pt x="216" y="5724"/>
                  </a:lnTo>
                  <a:lnTo>
                    <a:pt x="275" y="5793"/>
                  </a:lnTo>
                  <a:lnTo>
                    <a:pt x="344" y="5852"/>
                  </a:lnTo>
                  <a:lnTo>
                    <a:pt x="413" y="5911"/>
                  </a:lnTo>
                  <a:lnTo>
                    <a:pt x="492" y="5960"/>
                  </a:lnTo>
                  <a:lnTo>
                    <a:pt x="580" y="5999"/>
                  </a:lnTo>
                  <a:lnTo>
                    <a:pt x="669" y="6029"/>
                  </a:lnTo>
                  <a:lnTo>
                    <a:pt x="757" y="6048"/>
                  </a:lnTo>
                  <a:lnTo>
                    <a:pt x="856" y="6068"/>
                  </a:lnTo>
                  <a:lnTo>
                    <a:pt x="944" y="6068"/>
                  </a:lnTo>
                  <a:lnTo>
                    <a:pt x="1082" y="6058"/>
                  </a:lnTo>
                  <a:lnTo>
                    <a:pt x="1200" y="6039"/>
                  </a:lnTo>
                  <a:lnTo>
                    <a:pt x="1318" y="5999"/>
                  </a:lnTo>
                  <a:lnTo>
                    <a:pt x="1436" y="5940"/>
                  </a:lnTo>
                  <a:lnTo>
                    <a:pt x="1534" y="5871"/>
                  </a:lnTo>
                  <a:lnTo>
                    <a:pt x="1623" y="5793"/>
                  </a:lnTo>
                  <a:lnTo>
                    <a:pt x="1701" y="5694"/>
                  </a:lnTo>
                  <a:lnTo>
                    <a:pt x="1770" y="5596"/>
                  </a:lnTo>
                  <a:lnTo>
                    <a:pt x="3344" y="5596"/>
                  </a:lnTo>
                  <a:lnTo>
                    <a:pt x="3344" y="8448"/>
                  </a:lnTo>
                  <a:lnTo>
                    <a:pt x="1770" y="8448"/>
                  </a:lnTo>
                  <a:lnTo>
                    <a:pt x="1701" y="8349"/>
                  </a:lnTo>
                  <a:lnTo>
                    <a:pt x="1623" y="8251"/>
                  </a:lnTo>
                  <a:lnTo>
                    <a:pt x="1534" y="8172"/>
                  </a:lnTo>
                  <a:lnTo>
                    <a:pt x="1436" y="8104"/>
                  </a:lnTo>
                  <a:lnTo>
                    <a:pt x="1318" y="8045"/>
                  </a:lnTo>
                  <a:lnTo>
                    <a:pt x="1200" y="8005"/>
                  </a:lnTo>
                  <a:lnTo>
                    <a:pt x="1082" y="7986"/>
                  </a:lnTo>
                  <a:lnTo>
                    <a:pt x="944" y="7976"/>
                  </a:lnTo>
                  <a:lnTo>
                    <a:pt x="856" y="7976"/>
                  </a:lnTo>
                  <a:lnTo>
                    <a:pt x="757" y="7995"/>
                  </a:lnTo>
                  <a:lnTo>
                    <a:pt x="669" y="8015"/>
                  </a:lnTo>
                  <a:lnTo>
                    <a:pt x="580" y="8045"/>
                  </a:lnTo>
                  <a:lnTo>
                    <a:pt x="492" y="8084"/>
                  </a:lnTo>
                  <a:lnTo>
                    <a:pt x="413" y="8133"/>
                  </a:lnTo>
                  <a:lnTo>
                    <a:pt x="344" y="8192"/>
                  </a:lnTo>
                  <a:lnTo>
                    <a:pt x="275" y="8251"/>
                  </a:lnTo>
                  <a:lnTo>
                    <a:pt x="216" y="8320"/>
                  </a:lnTo>
                  <a:lnTo>
                    <a:pt x="157" y="8389"/>
                  </a:lnTo>
                  <a:lnTo>
                    <a:pt x="108" y="8467"/>
                  </a:lnTo>
                  <a:lnTo>
                    <a:pt x="69" y="8556"/>
                  </a:lnTo>
                  <a:lnTo>
                    <a:pt x="39" y="8644"/>
                  </a:lnTo>
                  <a:lnTo>
                    <a:pt x="20" y="8733"/>
                  </a:lnTo>
                  <a:lnTo>
                    <a:pt x="0" y="8831"/>
                  </a:lnTo>
                  <a:lnTo>
                    <a:pt x="0" y="8930"/>
                  </a:lnTo>
                  <a:lnTo>
                    <a:pt x="0" y="9018"/>
                  </a:lnTo>
                  <a:lnTo>
                    <a:pt x="20" y="9116"/>
                  </a:lnTo>
                  <a:lnTo>
                    <a:pt x="39" y="9205"/>
                  </a:lnTo>
                  <a:lnTo>
                    <a:pt x="69" y="9293"/>
                  </a:lnTo>
                  <a:lnTo>
                    <a:pt x="108" y="9382"/>
                  </a:lnTo>
                  <a:lnTo>
                    <a:pt x="157" y="9461"/>
                  </a:lnTo>
                  <a:lnTo>
                    <a:pt x="216" y="9529"/>
                  </a:lnTo>
                  <a:lnTo>
                    <a:pt x="275" y="9598"/>
                  </a:lnTo>
                  <a:lnTo>
                    <a:pt x="344" y="9657"/>
                  </a:lnTo>
                  <a:lnTo>
                    <a:pt x="413" y="9716"/>
                  </a:lnTo>
                  <a:lnTo>
                    <a:pt x="492" y="9765"/>
                  </a:lnTo>
                  <a:lnTo>
                    <a:pt x="580" y="9805"/>
                  </a:lnTo>
                  <a:lnTo>
                    <a:pt x="669" y="9834"/>
                  </a:lnTo>
                  <a:lnTo>
                    <a:pt x="757" y="9854"/>
                  </a:lnTo>
                  <a:lnTo>
                    <a:pt x="856" y="9874"/>
                  </a:lnTo>
                  <a:lnTo>
                    <a:pt x="944" y="9874"/>
                  </a:lnTo>
                  <a:lnTo>
                    <a:pt x="1082" y="9864"/>
                  </a:lnTo>
                  <a:lnTo>
                    <a:pt x="1200" y="9844"/>
                  </a:lnTo>
                  <a:lnTo>
                    <a:pt x="1318" y="9805"/>
                  </a:lnTo>
                  <a:lnTo>
                    <a:pt x="1436" y="9746"/>
                  </a:lnTo>
                  <a:lnTo>
                    <a:pt x="1534" y="9677"/>
                  </a:lnTo>
                  <a:lnTo>
                    <a:pt x="1623" y="9598"/>
                  </a:lnTo>
                  <a:lnTo>
                    <a:pt x="1701" y="9500"/>
                  </a:lnTo>
                  <a:lnTo>
                    <a:pt x="1770" y="9402"/>
                  </a:lnTo>
                  <a:lnTo>
                    <a:pt x="3344" y="9402"/>
                  </a:lnTo>
                  <a:lnTo>
                    <a:pt x="3344" y="11299"/>
                  </a:lnTo>
                  <a:lnTo>
                    <a:pt x="5241" y="11299"/>
                  </a:lnTo>
                  <a:lnTo>
                    <a:pt x="5241" y="12617"/>
                  </a:lnTo>
                  <a:lnTo>
                    <a:pt x="4170" y="12617"/>
                  </a:lnTo>
                  <a:lnTo>
                    <a:pt x="4101" y="12519"/>
                  </a:lnTo>
                  <a:lnTo>
                    <a:pt x="4022" y="12430"/>
                  </a:lnTo>
                  <a:lnTo>
                    <a:pt x="3924" y="12342"/>
                  </a:lnTo>
                  <a:lnTo>
                    <a:pt x="3825" y="12273"/>
                  </a:lnTo>
                  <a:lnTo>
                    <a:pt x="3717" y="12224"/>
                  </a:lnTo>
                  <a:lnTo>
                    <a:pt x="3599" y="12184"/>
                  </a:lnTo>
                  <a:lnTo>
                    <a:pt x="3471" y="12155"/>
                  </a:lnTo>
                  <a:lnTo>
                    <a:pt x="3344" y="12145"/>
                  </a:lnTo>
                  <a:lnTo>
                    <a:pt x="3245" y="12155"/>
                  </a:lnTo>
                  <a:lnTo>
                    <a:pt x="3147" y="12165"/>
                  </a:lnTo>
                  <a:lnTo>
                    <a:pt x="3058" y="12184"/>
                  </a:lnTo>
                  <a:lnTo>
                    <a:pt x="2970" y="12224"/>
                  </a:lnTo>
                  <a:lnTo>
                    <a:pt x="2891" y="12263"/>
                  </a:lnTo>
                  <a:lnTo>
                    <a:pt x="2813" y="12312"/>
                  </a:lnTo>
                  <a:lnTo>
                    <a:pt x="2734" y="12361"/>
                  </a:lnTo>
                  <a:lnTo>
                    <a:pt x="2675" y="12420"/>
                  </a:lnTo>
                  <a:lnTo>
                    <a:pt x="2606" y="12489"/>
                  </a:lnTo>
                  <a:lnTo>
                    <a:pt x="2557" y="12568"/>
                  </a:lnTo>
                  <a:lnTo>
                    <a:pt x="2508" y="12647"/>
                  </a:lnTo>
                  <a:lnTo>
                    <a:pt x="2468" y="12725"/>
                  </a:lnTo>
                  <a:lnTo>
                    <a:pt x="2439" y="12814"/>
                  </a:lnTo>
                  <a:lnTo>
                    <a:pt x="2409" y="12902"/>
                  </a:lnTo>
                  <a:lnTo>
                    <a:pt x="2400" y="13001"/>
                  </a:lnTo>
                  <a:lnTo>
                    <a:pt x="2390" y="13099"/>
                  </a:lnTo>
                  <a:lnTo>
                    <a:pt x="2400" y="13197"/>
                  </a:lnTo>
                  <a:lnTo>
                    <a:pt x="2409" y="13286"/>
                  </a:lnTo>
                  <a:lnTo>
                    <a:pt x="2439" y="13384"/>
                  </a:lnTo>
                  <a:lnTo>
                    <a:pt x="2468" y="13473"/>
                  </a:lnTo>
                  <a:lnTo>
                    <a:pt x="2508" y="13551"/>
                  </a:lnTo>
                  <a:lnTo>
                    <a:pt x="2557" y="13630"/>
                  </a:lnTo>
                  <a:lnTo>
                    <a:pt x="2606" y="13699"/>
                  </a:lnTo>
                  <a:lnTo>
                    <a:pt x="2675" y="13768"/>
                  </a:lnTo>
                  <a:lnTo>
                    <a:pt x="2734" y="13836"/>
                  </a:lnTo>
                  <a:lnTo>
                    <a:pt x="2813" y="13886"/>
                  </a:lnTo>
                  <a:lnTo>
                    <a:pt x="2891" y="13935"/>
                  </a:lnTo>
                  <a:lnTo>
                    <a:pt x="2970" y="13974"/>
                  </a:lnTo>
                  <a:lnTo>
                    <a:pt x="3058" y="14004"/>
                  </a:lnTo>
                  <a:lnTo>
                    <a:pt x="3147" y="14033"/>
                  </a:lnTo>
                  <a:lnTo>
                    <a:pt x="3245" y="14043"/>
                  </a:lnTo>
                  <a:lnTo>
                    <a:pt x="3344" y="14053"/>
                  </a:lnTo>
                  <a:lnTo>
                    <a:pt x="3471" y="14043"/>
                  </a:lnTo>
                  <a:lnTo>
                    <a:pt x="3599" y="14013"/>
                  </a:lnTo>
                  <a:lnTo>
                    <a:pt x="3717" y="13974"/>
                  </a:lnTo>
                  <a:lnTo>
                    <a:pt x="3825" y="13915"/>
                  </a:lnTo>
                  <a:lnTo>
                    <a:pt x="3924" y="13846"/>
                  </a:lnTo>
                  <a:lnTo>
                    <a:pt x="4022" y="13768"/>
                  </a:lnTo>
                  <a:lnTo>
                    <a:pt x="4101" y="13679"/>
                  </a:lnTo>
                  <a:lnTo>
                    <a:pt x="4170" y="13571"/>
                  </a:lnTo>
                  <a:lnTo>
                    <a:pt x="6195" y="13571"/>
                  </a:lnTo>
                  <a:lnTo>
                    <a:pt x="6195" y="12617"/>
                  </a:lnTo>
                  <a:lnTo>
                    <a:pt x="6195" y="11299"/>
                  </a:lnTo>
                  <a:lnTo>
                    <a:pt x="9057" y="11299"/>
                  </a:lnTo>
                  <a:lnTo>
                    <a:pt x="9057" y="12617"/>
                  </a:lnTo>
                  <a:lnTo>
                    <a:pt x="9057" y="13571"/>
                  </a:lnTo>
                  <a:lnTo>
                    <a:pt x="11082" y="13571"/>
                  </a:lnTo>
                  <a:lnTo>
                    <a:pt x="11151" y="13679"/>
                  </a:lnTo>
                  <a:lnTo>
                    <a:pt x="11230" y="13768"/>
                  </a:lnTo>
                  <a:lnTo>
                    <a:pt x="11328" y="13846"/>
                  </a:lnTo>
                  <a:lnTo>
                    <a:pt x="11427" y="13915"/>
                  </a:lnTo>
                  <a:lnTo>
                    <a:pt x="11535" y="13974"/>
                  </a:lnTo>
                  <a:lnTo>
                    <a:pt x="11653" y="14013"/>
                  </a:lnTo>
                  <a:lnTo>
                    <a:pt x="11781" y="14043"/>
                  </a:lnTo>
                  <a:lnTo>
                    <a:pt x="11908" y="14053"/>
                  </a:lnTo>
                  <a:lnTo>
                    <a:pt x="12007" y="14043"/>
                  </a:lnTo>
                  <a:lnTo>
                    <a:pt x="12095" y="14033"/>
                  </a:lnTo>
                  <a:lnTo>
                    <a:pt x="12194" y="14004"/>
                  </a:lnTo>
                  <a:lnTo>
                    <a:pt x="12282" y="13974"/>
                  </a:lnTo>
                  <a:lnTo>
                    <a:pt x="12361" y="13935"/>
                  </a:lnTo>
                  <a:lnTo>
                    <a:pt x="12439" y="13886"/>
                  </a:lnTo>
                  <a:lnTo>
                    <a:pt x="12508" y="13836"/>
                  </a:lnTo>
                  <a:lnTo>
                    <a:pt x="12577" y="13768"/>
                  </a:lnTo>
                  <a:lnTo>
                    <a:pt x="12646" y="13699"/>
                  </a:lnTo>
                  <a:lnTo>
                    <a:pt x="12695" y="13630"/>
                  </a:lnTo>
                  <a:lnTo>
                    <a:pt x="12744" y="13551"/>
                  </a:lnTo>
                  <a:lnTo>
                    <a:pt x="12784" y="13473"/>
                  </a:lnTo>
                  <a:lnTo>
                    <a:pt x="12813" y="13384"/>
                  </a:lnTo>
                  <a:lnTo>
                    <a:pt x="12843" y="13286"/>
                  </a:lnTo>
                  <a:lnTo>
                    <a:pt x="12852" y="13197"/>
                  </a:lnTo>
                  <a:lnTo>
                    <a:pt x="12862" y="13099"/>
                  </a:lnTo>
                  <a:lnTo>
                    <a:pt x="12852" y="13001"/>
                  </a:lnTo>
                  <a:lnTo>
                    <a:pt x="12843" y="12902"/>
                  </a:lnTo>
                  <a:lnTo>
                    <a:pt x="12813" y="12814"/>
                  </a:lnTo>
                  <a:lnTo>
                    <a:pt x="12784" y="12725"/>
                  </a:lnTo>
                  <a:lnTo>
                    <a:pt x="12744" y="12647"/>
                  </a:lnTo>
                  <a:lnTo>
                    <a:pt x="12695" y="12568"/>
                  </a:lnTo>
                  <a:lnTo>
                    <a:pt x="12646" y="12489"/>
                  </a:lnTo>
                  <a:lnTo>
                    <a:pt x="12577" y="12420"/>
                  </a:lnTo>
                  <a:lnTo>
                    <a:pt x="12508" y="12361"/>
                  </a:lnTo>
                  <a:lnTo>
                    <a:pt x="12439" y="12312"/>
                  </a:lnTo>
                  <a:lnTo>
                    <a:pt x="12361" y="12263"/>
                  </a:lnTo>
                  <a:lnTo>
                    <a:pt x="12282" y="12224"/>
                  </a:lnTo>
                  <a:lnTo>
                    <a:pt x="12194" y="12184"/>
                  </a:lnTo>
                  <a:lnTo>
                    <a:pt x="12095" y="12165"/>
                  </a:lnTo>
                  <a:lnTo>
                    <a:pt x="12007" y="12155"/>
                  </a:lnTo>
                  <a:lnTo>
                    <a:pt x="11908" y="12145"/>
                  </a:lnTo>
                  <a:lnTo>
                    <a:pt x="11781" y="12155"/>
                  </a:lnTo>
                  <a:lnTo>
                    <a:pt x="11653" y="12184"/>
                  </a:lnTo>
                  <a:lnTo>
                    <a:pt x="11535" y="12224"/>
                  </a:lnTo>
                  <a:lnTo>
                    <a:pt x="11427" y="12273"/>
                  </a:lnTo>
                  <a:lnTo>
                    <a:pt x="11328" y="12342"/>
                  </a:lnTo>
                  <a:lnTo>
                    <a:pt x="11230" y="12430"/>
                  </a:lnTo>
                  <a:lnTo>
                    <a:pt x="11151" y="12519"/>
                  </a:lnTo>
                  <a:lnTo>
                    <a:pt x="11082" y="12617"/>
                  </a:lnTo>
                  <a:lnTo>
                    <a:pt x="10011" y="12617"/>
                  </a:lnTo>
                  <a:lnTo>
                    <a:pt x="10011" y="11299"/>
                  </a:lnTo>
                  <a:lnTo>
                    <a:pt x="11908" y="11299"/>
                  </a:lnTo>
                  <a:lnTo>
                    <a:pt x="11908" y="9402"/>
                  </a:lnTo>
                  <a:lnTo>
                    <a:pt x="13482" y="9402"/>
                  </a:lnTo>
                  <a:lnTo>
                    <a:pt x="13551" y="9500"/>
                  </a:lnTo>
                  <a:lnTo>
                    <a:pt x="13629" y="9598"/>
                  </a:lnTo>
                  <a:lnTo>
                    <a:pt x="13718" y="9677"/>
                  </a:lnTo>
                  <a:lnTo>
                    <a:pt x="13826" y="9746"/>
                  </a:lnTo>
                  <a:lnTo>
                    <a:pt x="13934" y="9805"/>
                  </a:lnTo>
                  <a:lnTo>
                    <a:pt x="14052" y="9844"/>
                  </a:lnTo>
                  <a:lnTo>
                    <a:pt x="14180" y="9864"/>
                  </a:lnTo>
                  <a:lnTo>
                    <a:pt x="14308" y="9874"/>
                  </a:lnTo>
                  <a:lnTo>
                    <a:pt x="14406" y="9874"/>
                  </a:lnTo>
                  <a:lnTo>
                    <a:pt x="14495" y="9854"/>
                  </a:lnTo>
                  <a:lnTo>
                    <a:pt x="14593" y="9834"/>
                  </a:lnTo>
                  <a:lnTo>
                    <a:pt x="14672" y="9805"/>
                  </a:lnTo>
                  <a:lnTo>
                    <a:pt x="14760" y="9765"/>
                  </a:lnTo>
                  <a:lnTo>
                    <a:pt x="14839" y="9716"/>
                  </a:lnTo>
                  <a:lnTo>
                    <a:pt x="14908" y="9657"/>
                  </a:lnTo>
                  <a:lnTo>
                    <a:pt x="14976" y="9598"/>
                  </a:lnTo>
                  <a:lnTo>
                    <a:pt x="15035" y="9529"/>
                  </a:lnTo>
                  <a:lnTo>
                    <a:pt x="15094" y="9461"/>
                  </a:lnTo>
                  <a:lnTo>
                    <a:pt x="15144" y="9382"/>
                  </a:lnTo>
                  <a:lnTo>
                    <a:pt x="15183" y="9293"/>
                  </a:lnTo>
                  <a:lnTo>
                    <a:pt x="15212" y="9205"/>
                  </a:lnTo>
                  <a:lnTo>
                    <a:pt x="15242" y="9116"/>
                  </a:lnTo>
                  <a:lnTo>
                    <a:pt x="15252" y="9018"/>
                  </a:lnTo>
                  <a:lnTo>
                    <a:pt x="15262" y="8930"/>
                  </a:lnTo>
                  <a:lnTo>
                    <a:pt x="15252" y="8831"/>
                  </a:lnTo>
                  <a:lnTo>
                    <a:pt x="15242" y="8733"/>
                  </a:lnTo>
                  <a:lnTo>
                    <a:pt x="15212" y="8644"/>
                  </a:lnTo>
                  <a:lnTo>
                    <a:pt x="15183" y="8556"/>
                  </a:lnTo>
                  <a:lnTo>
                    <a:pt x="15144" y="8467"/>
                  </a:lnTo>
                  <a:lnTo>
                    <a:pt x="15094" y="8389"/>
                  </a:lnTo>
                  <a:lnTo>
                    <a:pt x="15035" y="8320"/>
                  </a:lnTo>
                  <a:lnTo>
                    <a:pt x="14976" y="8251"/>
                  </a:lnTo>
                  <a:lnTo>
                    <a:pt x="14908" y="8192"/>
                  </a:lnTo>
                  <a:lnTo>
                    <a:pt x="14839" y="8133"/>
                  </a:lnTo>
                  <a:lnTo>
                    <a:pt x="14760" y="8084"/>
                  </a:lnTo>
                  <a:lnTo>
                    <a:pt x="14672" y="8045"/>
                  </a:lnTo>
                  <a:lnTo>
                    <a:pt x="14593" y="8015"/>
                  </a:lnTo>
                  <a:lnTo>
                    <a:pt x="14495" y="7995"/>
                  </a:lnTo>
                  <a:lnTo>
                    <a:pt x="14406" y="7976"/>
                  </a:lnTo>
                  <a:lnTo>
                    <a:pt x="14308" y="7976"/>
                  </a:lnTo>
                  <a:lnTo>
                    <a:pt x="14180" y="7986"/>
                  </a:lnTo>
                  <a:lnTo>
                    <a:pt x="14052" y="8005"/>
                  </a:lnTo>
                  <a:lnTo>
                    <a:pt x="13934" y="8045"/>
                  </a:lnTo>
                  <a:lnTo>
                    <a:pt x="13826" y="8104"/>
                  </a:lnTo>
                  <a:lnTo>
                    <a:pt x="13718" y="8172"/>
                  </a:lnTo>
                  <a:lnTo>
                    <a:pt x="13629" y="8251"/>
                  </a:lnTo>
                  <a:lnTo>
                    <a:pt x="13551" y="8349"/>
                  </a:lnTo>
                  <a:lnTo>
                    <a:pt x="13482" y="8448"/>
                  </a:lnTo>
                  <a:lnTo>
                    <a:pt x="11908" y="8448"/>
                  </a:lnTo>
                  <a:lnTo>
                    <a:pt x="11908" y="5596"/>
                  </a:lnTo>
                  <a:lnTo>
                    <a:pt x="13482" y="5596"/>
                  </a:lnTo>
                  <a:lnTo>
                    <a:pt x="13551" y="5694"/>
                  </a:lnTo>
                  <a:lnTo>
                    <a:pt x="13629" y="5793"/>
                  </a:lnTo>
                  <a:lnTo>
                    <a:pt x="13718" y="5871"/>
                  </a:lnTo>
                  <a:lnTo>
                    <a:pt x="13826" y="5940"/>
                  </a:lnTo>
                  <a:lnTo>
                    <a:pt x="13934" y="5999"/>
                  </a:lnTo>
                  <a:lnTo>
                    <a:pt x="14052" y="6039"/>
                  </a:lnTo>
                  <a:lnTo>
                    <a:pt x="14180" y="6058"/>
                  </a:lnTo>
                  <a:lnTo>
                    <a:pt x="14308" y="6068"/>
                  </a:lnTo>
                  <a:lnTo>
                    <a:pt x="14406" y="6068"/>
                  </a:lnTo>
                  <a:lnTo>
                    <a:pt x="14495" y="6048"/>
                  </a:lnTo>
                  <a:lnTo>
                    <a:pt x="14593" y="6029"/>
                  </a:lnTo>
                  <a:lnTo>
                    <a:pt x="14672" y="5999"/>
                  </a:lnTo>
                  <a:lnTo>
                    <a:pt x="14760" y="5960"/>
                  </a:lnTo>
                  <a:lnTo>
                    <a:pt x="14839" y="5911"/>
                  </a:lnTo>
                  <a:lnTo>
                    <a:pt x="14908" y="5852"/>
                  </a:lnTo>
                  <a:lnTo>
                    <a:pt x="14976" y="5793"/>
                  </a:lnTo>
                  <a:lnTo>
                    <a:pt x="15035" y="5724"/>
                  </a:lnTo>
                  <a:lnTo>
                    <a:pt x="15094" y="5655"/>
                  </a:lnTo>
                  <a:lnTo>
                    <a:pt x="15144" y="5576"/>
                  </a:lnTo>
                  <a:lnTo>
                    <a:pt x="15183" y="5488"/>
                  </a:lnTo>
                  <a:lnTo>
                    <a:pt x="15212" y="5399"/>
                  </a:lnTo>
                  <a:lnTo>
                    <a:pt x="15242" y="5311"/>
                  </a:lnTo>
                  <a:lnTo>
                    <a:pt x="15252" y="5213"/>
                  </a:lnTo>
                  <a:lnTo>
                    <a:pt x="15262" y="5124"/>
                  </a:lnTo>
                  <a:lnTo>
                    <a:pt x="15252" y="5026"/>
                  </a:lnTo>
                  <a:lnTo>
                    <a:pt x="15242" y="4927"/>
                  </a:lnTo>
                  <a:lnTo>
                    <a:pt x="15212" y="4839"/>
                  </a:lnTo>
                  <a:lnTo>
                    <a:pt x="15183" y="4750"/>
                  </a:lnTo>
                  <a:lnTo>
                    <a:pt x="15144" y="4662"/>
                  </a:lnTo>
                  <a:lnTo>
                    <a:pt x="15094" y="4583"/>
                  </a:lnTo>
                  <a:lnTo>
                    <a:pt x="15035" y="4514"/>
                  </a:lnTo>
                  <a:lnTo>
                    <a:pt x="14976" y="4446"/>
                  </a:lnTo>
                  <a:lnTo>
                    <a:pt x="14908" y="4387"/>
                  </a:lnTo>
                  <a:lnTo>
                    <a:pt x="14839" y="4328"/>
                  </a:lnTo>
                  <a:lnTo>
                    <a:pt x="14760" y="4278"/>
                  </a:lnTo>
                  <a:lnTo>
                    <a:pt x="14672" y="4239"/>
                  </a:lnTo>
                  <a:lnTo>
                    <a:pt x="14593" y="4210"/>
                  </a:lnTo>
                  <a:lnTo>
                    <a:pt x="14495" y="4190"/>
                  </a:lnTo>
                  <a:lnTo>
                    <a:pt x="14406" y="4170"/>
                  </a:lnTo>
                  <a:lnTo>
                    <a:pt x="14308" y="4170"/>
                  </a:lnTo>
                  <a:lnTo>
                    <a:pt x="14180" y="4180"/>
                  </a:lnTo>
                  <a:lnTo>
                    <a:pt x="14052" y="4200"/>
                  </a:lnTo>
                  <a:lnTo>
                    <a:pt x="13934" y="4239"/>
                  </a:lnTo>
                  <a:lnTo>
                    <a:pt x="13826" y="4298"/>
                  </a:lnTo>
                  <a:lnTo>
                    <a:pt x="13718" y="4367"/>
                  </a:lnTo>
                  <a:lnTo>
                    <a:pt x="13629" y="4446"/>
                  </a:lnTo>
                  <a:lnTo>
                    <a:pt x="13551" y="4544"/>
                  </a:lnTo>
                  <a:lnTo>
                    <a:pt x="13482" y="4642"/>
                  </a:lnTo>
                  <a:lnTo>
                    <a:pt x="11908" y="4642"/>
                  </a:lnTo>
                  <a:lnTo>
                    <a:pt x="11908" y="2744"/>
                  </a:lnTo>
                  <a:lnTo>
                    <a:pt x="10011" y="2744"/>
                  </a:lnTo>
                  <a:lnTo>
                    <a:pt x="10011" y="1427"/>
                  </a:lnTo>
                  <a:lnTo>
                    <a:pt x="11082" y="1427"/>
                  </a:lnTo>
                  <a:lnTo>
                    <a:pt x="11151" y="1535"/>
                  </a:lnTo>
                  <a:lnTo>
                    <a:pt x="11230" y="1623"/>
                  </a:lnTo>
                  <a:lnTo>
                    <a:pt x="11328" y="1702"/>
                  </a:lnTo>
                  <a:lnTo>
                    <a:pt x="11427" y="1771"/>
                  </a:lnTo>
                  <a:lnTo>
                    <a:pt x="11535" y="1830"/>
                  </a:lnTo>
                  <a:lnTo>
                    <a:pt x="11653" y="1869"/>
                  </a:lnTo>
                  <a:lnTo>
                    <a:pt x="11781" y="1899"/>
                  </a:lnTo>
                  <a:lnTo>
                    <a:pt x="11908" y="1909"/>
                  </a:lnTo>
                  <a:lnTo>
                    <a:pt x="12007" y="1899"/>
                  </a:lnTo>
                  <a:lnTo>
                    <a:pt x="12095" y="1889"/>
                  </a:lnTo>
                  <a:lnTo>
                    <a:pt x="12194" y="1859"/>
                  </a:lnTo>
                  <a:lnTo>
                    <a:pt x="12282" y="1830"/>
                  </a:lnTo>
                  <a:lnTo>
                    <a:pt x="12361" y="1791"/>
                  </a:lnTo>
                  <a:lnTo>
                    <a:pt x="12439" y="1741"/>
                  </a:lnTo>
                  <a:lnTo>
                    <a:pt x="12508" y="1692"/>
                  </a:lnTo>
                  <a:lnTo>
                    <a:pt x="12577" y="1623"/>
                  </a:lnTo>
                  <a:lnTo>
                    <a:pt x="12646" y="1564"/>
                  </a:lnTo>
                  <a:lnTo>
                    <a:pt x="12695" y="1486"/>
                  </a:lnTo>
                  <a:lnTo>
                    <a:pt x="12744" y="1407"/>
                  </a:lnTo>
                  <a:lnTo>
                    <a:pt x="12784" y="1328"/>
                  </a:lnTo>
                  <a:lnTo>
                    <a:pt x="12813" y="1240"/>
                  </a:lnTo>
                  <a:lnTo>
                    <a:pt x="12843" y="1151"/>
                  </a:lnTo>
                  <a:lnTo>
                    <a:pt x="12852" y="1053"/>
                  </a:lnTo>
                  <a:lnTo>
                    <a:pt x="12862" y="955"/>
                  </a:lnTo>
                  <a:lnTo>
                    <a:pt x="12852" y="856"/>
                  </a:lnTo>
                  <a:lnTo>
                    <a:pt x="12843" y="768"/>
                  </a:lnTo>
                  <a:lnTo>
                    <a:pt x="12813" y="670"/>
                  </a:lnTo>
                  <a:lnTo>
                    <a:pt x="12784" y="581"/>
                  </a:lnTo>
                  <a:lnTo>
                    <a:pt x="12744" y="502"/>
                  </a:lnTo>
                  <a:lnTo>
                    <a:pt x="12695" y="424"/>
                  </a:lnTo>
                  <a:lnTo>
                    <a:pt x="12646" y="355"/>
                  </a:lnTo>
                  <a:lnTo>
                    <a:pt x="12577" y="286"/>
                  </a:lnTo>
                  <a:lnTo>
                    <a:pt x="12508" y="217"/>
                  </a:lnTo>
                  <a:lnTo>
                    <a:pt x="12439" y="168"/>
                  </a:lnTo>
                  <a:lnTo>
                    <a:pt x="12361" y="119"/>
                  </a:lnTo>
                  <a:lnTo>
                    <a:pt x="12282" y="80"/>
                  </a:lnTo>
                  <a:lnTo>
                    <a:pt x="12194" y="50"/>
                  </a:lnTo>
                  <a:lnTo>
                    <a:pt x="12095" y="21"/>
                  </a:lnTo>
                  <a:lnTo>
                    <a:pt x="12007" y="11"/>
                  </a:lnTo>
                  <a:lnTo>
                    <a:pt x="11908" y="1"/>
                  </a:lnTo>
                  <a:lnTo>
                    <a:pt x="11781" y="11"/>
                  </a:lnTo>
                  <a:lnTo>
                    <a:pt x="11653" y="40"/>
                  </a:lnTo>
                  <a:lnTo>
                    <a:pt x="11535" y="80"/>
                  </a:lnTo>
                  <a:lnTo>
                    <a:pt x="11427" y="139"/>
                  </a:lnTo>
                  <a:lnTo>
                    <a:pt x="11328" y="207"/>
                  </a:lnTo>
                  <a:lnTo>
                    <a:pt x="11230" y="286"/>
                  </a:lnTo>
                  <a:lnTo>
                    <a:pt x="11151" y="375"/>
                  </a:lnTo>
                  <a:lnTo>
                    <a:pt x="11082" y="483"/>
                  </a:lnTo>
                  <a:lnTo>
                    <a:pt x="9057" y="483"/>
                  </a:lnTo>
                  <a:lnTo>
                    <a:pt x="9057" y="1427"/>
                  </a:lnTo>
                  <a:lnTo>
                    <a:pt x="9057" y="2744"/>
                  </a:lnTo>
                  <a:lnTo>
                    <a:pt x="6195" y="2744"/>
                  </a:lnTo>
                  <a:lnTo>
                    <a:pt x="6195" y="483"/>
                  </a:lnTo>
                  <a:lnTo>
                    <a:pt x="4170" y="483"/>
                  </a:lnTo>
                  <a:lnTo>
                    <a:pt x="4101" y="375"/>
                  </a:lnTo>
                  <a:lnTo>
                    <a:pt x="4022" y="286"/>
                  </a:lnTo>
                  <a:lnTo>
                    <a:pt x="3924" y="207"/>
                  </a:lnTo>
                  <a:lnTo>
                    <a:pt x="3825" y="139"/>
                  </a:lnTo>
                  <a:lnTo>
                    <a:pt x="3717" y="80"/>
                  </a:lnTo>
                  <a:lnTo>
                    <a:pt x="3599" y="40"/>
                  </a:lnTo>
                  <a:lnTo>
                    <a:pt x="3471" y="11"/>
                  </a:lnTo>
                  <a:lnTo>
                    <a:pt x="3344"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36" name="Google Shape;1636;p104"/>
          <p:cNvGrpSpPr/>
          <p:nvPr/>
        </p:nvGrpSpPr>
        <p:grpSpPr>
          <a:xfrm>
            <a:off x="3299584" y="2792649"/>
            <a:ext cx="279829" cy="257697"/>
            <a:chOff x="2099100" y="2300650"/>
            <a:chExt cx="381550" cy="351325"/>
          </a:xfrm>
        </p:grpSpPr>
        <p:sp>
          <p:nvSpPr>
            <p:cNvPr id="1637" name="Google Shape;1637;p104"/>
            <p:cNvSpPr/>
            <p:nvPr/>
          </p:nvSpPr>
          <p:spPr>
            <a:xfrm>
              <a:off x="2235050" y="2421600"/>
              <a:ext cx="109400" cy="109175"/>
            </a:xfrm>
            <a:custGeom>
              <a:avLst/>
              <a:gdLst/>
              <a:ahLst/>
              <a:cxnLst/>
              <a:rect l="l" t="t" r="r" b="b"/>
              <a:pathLst>
                <a:path w="4376" h="4367" extrusionOk="0">
                  <a:moveTo>
                    <a:pt x="2193" y="974"/>
                  </a:moveTo>
                  <a:lnTo>
                    <a:pt x="2311" y="984"/>
                  </a:lnTo>
                  <a:lnTo>
                    <a:pt x="2439" y="1004"/>
                  </a:lnTo>
                  <a:lnTo>
                    <a:pt x="2547" y="1033"/>
                  </a:lnTo>
                  <a:lnTo>
                    <a:pt x="2665" y="1073"/>
                  </a:lnTo>
                  <a:lnTo>
                    <a:pt x="2763" y="1122"/>
                  </a:lnTo>
                  <a:lnTo>
                    <a:pt x="2871" y="1181"/>
                  </a:lnTo>
                  <a:lnTo>
                    <a:pt x="2960" y="1250"/>
                  </a:lnTo>
                  <a:lnTo>
                    <a:pt x="3048" y="1328"/>
                  </a:lnTo>
                  <a:lnTo>
                    <a:pt x="3127" y="1417"/>
                  </a:lnTo>
                  <a:lnTo>
                    <a:pt x="3196" y="1505"/>
                  </a:lnTo>
                  <a:lnTo>
                    <a:pt x="3255" y="1604"/>
                  </a:lnTo>
                  <a:lnTo>
                    <a:pt x="3304" y="1712"/>
                  </a:lnTo>
                  <a:lnTo>
                    <a:pt x="3343" y="1820"/>
                  </a:lnTo>
                  <a:lnTo>
                    <a:pt x="3373" y="1938"/>
                  </a:lnTo>
                  <a:lnTo>
                    <a:pt x="3393" y="2056"/>
                  </a:lnTo>
                  <a:lnTo>
                    <a:pt x="3402" y="2184"/>
                  </a:lnTo>
                  <a:lnTo>
                    <a:pt x="3393" y="2312"/>
                  </a:lnTo>
                  <a:lnTo>
                    <a:pt x="3373" y="2430"/>
                  </a:lnTo>
                  <a:lnTo>
                    <a:pt x="3343" y="2548"/>
                  </a:lnTo>
                  <a:lnTo>
                    <a:pt x="3304" y="2656"/>
                  </a:lnTo>
                  <a:lnTo>
                    <a:pt x="3255" y="2764"/>
                  </a:lnTo>
                  <a:lnTo>
                    <a:pt x="3196" y="2862"/>
                  </a:lnTo>
                  <a:lnTo>
                    <a:pt x="3127" y="2951"/>
                  </a:lnTo>
                  <a:lnTo>
                    <a:pt x="3048" y="3039"/>
                  </a:lnTo>
                  <a:lnTo>
                    <a:pt x="2960" y="3118"/>
                  </a:lnTo>
                  <a:lnTo>
                    <a:pt x="2871" y="3187"/>
                  </a:lnTo>
                  <a:lnTo>
                    <a:pt x="2763" y="3246"/>
                  </a:lnTo>
                  <a:lnTo>
                    <a:pt x="2665" y="3295"/>
                  </a:lnTo>
                  <a:lnTo>
                    <a:pt x="2547" y="3334"/>
                  </a:lnTo>
                  <a:lnTo>
                    <a:pt x="2439" y="3364"/>
                  </a:lnTo>
                  <a:lnTo>
                    <a:pt x="2311" y="3384"/>
                  </a:lnTo>
                  <a:lnTo>
                    <a:pt x="2193" y="3393"/>
                  </a:lnTo>
                  <a:lnTo>
                    <a:pt x="2065" y="3384"/>
                  </a:lnTo>
                  <a:lnTo>
                    <a:pt x="1947" y="3364"/>
                  </a:lnTo>
                  <a:lnTo>
                    <a:pt x="1829" y="3334"/>
                  </a:lnTo>
                  <a:lnTo>
                    <a:pt x="1721" y="3295"/>
                  </a:lnTo>
                  <a:lnTo>
                    <a:pt x="1613" y="3246"/>
                  </a:lnTo>
                  <a:lnTo>
                    <a:pt x="1514" y="3187"/>
                  </a:lnTo>
                  <a:lnTo>
                    <a:pt x="1426" y="3118"/>
                  </a:lnTo>
                  <a:lnTo>
                    <a:pt x="1337" y="3039"/>
                  </a:lnTo>
                  <a:lnTo>
                    <a:pt x="1259" y="2951"/>
                  </a:lnTo>
                  <a:lnTo>
                    <a:pt x="1190" y="2862"/>
                  </a:lnTo>
                  <a:lnTo>
                    <a:pt x="1131" y="2764"/>
                  </a:lnTo>
                  <a:lnTo>
                    <a:pt x="1082" y="2656"/>
                  </a:lnTo>
                  <a:lnTo>
                    <a:pt x="1033" y="2548"/>
                  </a:lnTo>
                  <a:lnTo>
                    <a:pt x="1003" y="2430"/>
                  </a:lnTo>
                  <a:lnTo>
                    <a:pt x="993" y="2312"/>
                  </a:lnTo>
                  <a:lnTo>
                    <a:pt x="983" y="2184"/>
                  </a:lnTo>
                  <a:lnTo>
                    <a:pt x="993" y="2056"/>
                  </a:lnTo>
                  <a:lnTo>
                    <a:pt x="1003" y="1938"/>
                  </a:lnTo>
                  <a:lnTo>
                    <a:pt x="1033" y="1820"/>
                  </a:lnTo>
                  <a:lnTo>
                    <a:pt x="1082" y="1712"/>
                  </a:lnTo>
                  <a:lnTo>
                    <a:pt x="1131" y="1604"/>
                  </a:lnTo>
                  <a:lnTo>
                    <a:pt x="1190" y="1505"/>
                  </a:lnTo>
                  <a:lnTo>
                    <a:pt x="1259" y="1417"/>
                  </a:lnTo>
                  <a:lnTo>
                    <a:pt x="1337" y="1328"/>
                  </a:lnTo>
                  <a:lnTo>
                    <a:pt x="1426" y="1250"/>
                  </a:lnTo>
                  <a:lnTo>
                    <a:pt x="1514" y="1181"/>
                  </a:lnTo>
                  <a:lnTo>
                    <a:pt x="1613" y="1122"/>
                  </a:lnTo>
                  <a:lnTo>
                    <a:pt x="1721" y="1073"/>
                  </a:lnTo>
                  <a:lnTo>
                    <a:pt x="1829" y="1033"/>
                  </a:lnTo>
                  <a:lnTo>
                    <a:pt x="1947" y="1004"/>
                  </a:lnTo>
                  <a:lnTo>
                    <a:pt x="2065" y="984"/>
                  </a:lnTo>
                  <a:lnTo>
                    <a:pt x="2193" y="974"/>
                  </a:lnTo>
                  <a:close/>
                  <a:moveTo>
                    <a:pt x="1731" y="1"/>
                  </a:moveTo>
                  <a:lnTo>
                    <a:pt x="1731" y="493"/>
                  </a:lnTo>
                  <a:lnTo>
                    <a:pt x="1632" y="522"/>
                  </a:lnTo>
                  <a:lnTo>
                    <a:pt x="1524" y="561"/>
                  </a:lnTo>
                  <a:lnTo>
                    <a:pt x="1426" y="611"/>
                  </a:lnTo>
                  <a:lnTo>
                    <a:pt x="1328" y="660"/>
                  </a:lnTo>
                  <a:lnTo>
                    <a:pt x="983" y="316"/>
                  </a:lnTo>
                  <a:lnTo>
                    <a:pt x="334" y="955"/>
                  </a:lnTo>
                  <a:lnTo>
                    <a:pt x="669" y="1299"/>
                  </a:lnTo>
                  <a:lnTo>
                    <a:pt x="620" y="1397"/>
                  </a:lnTo>
                  <a:lnTo>
                    <a:pt x="570" y="1496"/>
                  </a:lnTo>
                  <a:lnTo>
                    <a:pt x="531" y="1604"/>
                  </a:lnTo>
                  <a:lnTo>
                    <a:pt x="502" y="1702"/>
                  </a:lnTo>
                  <a:lnTo>
                    <a:pt x="0" y="1702"/>
                  </a:lnTo>
                  <a:lnTo>
                    <a:pt x="0" y="2617"/>
                  </a:lnTo>
                  <a:lnTo>
                    <a:pt x="492" y="2617"/>
                  </a:lnTo>
                  <a:lnTo>
                    <a:pt x="531" y="2725"/>
                  </a:lnTo>
                  <a:lnTo>
                    <a:pt x="570" y="2833"/>
                  </a:lnTo>
                  <a:lnTo>
                    <a:pt x="610" y="2931"/>
                  </a:lnTo>
                  <a:lnTo>
                    <a:pt x="659" y="3030"/>
                  </a:lnTo>
                  <a:lnTo>
                    <a:pt x="305" y="3384"/>
                  </a:lnTo>
                  <a:lnTo>
                    <a:pt x="944" y="4033"/>
                  </a:lnTo>
                  <a:lnTo>
                    <a:pt x="1308" y="3679"/>
                  </a:lnTo>
                  <a:lnTo>
                    <a:pt x="1406" y="3728"/>
                  </a:lnTo>
                  <a:lnTo>
                    <a:pt x="1505" y="3777"/>
                  </a:lnTo>
                  <a:lnTo>
                    <a:pt x="1613" y="3816"/>
                  </a:lnTo>
                  <a:lnTo>
                    <a:pt x="1721" y="3846"/>
                  </a:lnTo>
                  <a:lnTo>
                    <a:pt x="1721" y="4367"/>
                  </a:lnTo>
                  <a:lnTo>
                    <a:pt x="2635" y="4367"/>
                  </a:lnTo>
                  <a:lnTo>
                    <a:pt x="2635" y="3856"/>
                  </a:lnTo>
                  <a:lnTo>
                    <a:pt x="2744" y="3826"/>
                  </a:lnTo>
                  <a:lnTo>
                    <a:pt x="2852" y="3787"/>
                  </a:lnTo>
                  <a:lnTo>
                    <a:pt x="2950" y="3738"/>
                  </a:lnTo>
                  <a:lnTo>
                    <a:pt x="3048" y="3688"/>
                  </a:lnTo>
                  <a:lnTo>
                    <a:pt x="3412" y="4042"/>
                  </a:lnTo>
                  <a:lnTo>
                    <a:pt x="4061" y="3403"/>
                  </a:lnTo>
                  <a:lnTo>
                    <a:pt x="3697" y="3039"/>
                  </a:lnTo>
                  <a:lnTo>
                    <a:pt x="3756" y="2951"/>
                  </a:lnTo>
                  <a:lnTo>
                    <a:pt x="3796" y="2843"/>
                  </a:lnTo>
                  <a:lnTo>
                    <a:pt x="3835" y="2744"/>
                  </a:lnTo>
                  <a:lnTo>
                    <a:pt x="3874" y="2636"/>
                  </a:lnTo>
                  <a:lnTo>
                    <a:pt x="4376" y="2636"/>
                  </a:lnTo>
                  <a:lnTo>
                    <a:pt x="4376" y="1722"/>
                  </a:lnTo>
                  <a:lnTo>
                    <a:pt x="3874" y="1722"/>
                  </a:lnTo>
                  <a:lnTo>
                    <a:pt x="3845" y="1623"/>
                  </a:lnTo>
                  <a:lnTo>
                    <a:pt x="3806" y="1515"/>
                  </a:lnTo>
                  <a:lnTo>
                    <a:pt x="3756" y="1417"/>
                  </a:lnTo>
                  <a:lnTo>
                    <a:pt x="3707" y="1319"/>
                  </a:lnTo>
                  <a:lnTo>
                    <a:pt x="4061" y="965"/>
                  </a:lnTo>
                  <a:lnTo>
                    <a:pt x="3412" y="316"/>
                  </a:lnTo>
                  <a:lnTo>
                    <a:pt x="3068" y="670"/>
                  </a:lnTo>
                  <a:lnTo>
                    <a:pt x="2960" y="611"/>
                  </a:lnTo>
                  <a:lnTo>
                    <a:pt x="2862" y="571"/>
                  </a:lnTo>
                  <a:lnTo>
                    <a:pt x="2763" y="532"/>
                  </a:lnTo>
                  <a:lnTo>
                    <a:pt x="2655" y="493"/>
                  </a:lnTo>
                  <a:lnTo>
                    <a:pt x="26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8" name="Google Shape;1638;p104"/>
            <p:cNvSpPr/>
            <p:nvPr/>
          </p:nvSpPr>
          <p:spPr>
            <a:xfrm>
              <a:off x="2099100" y="2300650"/>
              <a:ext cx="381550" cy="351325"/>
            </a:xfrm>
            <a:custGeom>
              <a:avLst/>
              <a:gdLst/>
              <a:ahLst/>
              <a:cxnLst/>
              <a:rect l="l" t="t" r="r" b="b"/>
              <a:pathLst>
                <a:path w="15262" h="14053" extrusionOk="0">
                  <a:moveTo>
                    <a:pt x="10955" y="3688"/>
                  </a:moveTo>
                  <a:lnTo>
                    <a:pt x="10955" y="10355"/>
                  </a:lnTo>
                  <a:lnTo>
                    <a:pt x="4297" y="10355"/>
                  </a:lnTo>
                  <a:lnTo>
                    <a:pt x="4297" y="3688"/>
                  </a:lnTo>
                  <a:close/>
                  <a:moveTo>
                    <a:pt x="3344" y="1"/>
                  </a:moveTo>
                  <a:lnTo>
                    <a:pt x="3245" y="11"/>
                  </a:lnTo>
                  <a:lnTo>
                    <a:pt x="3147" y="21"/>
                  </a:lnTo>
                  <a:lnTo>
                    <a:pt x="3058" y="50"/>
                  </a:lnTo>
                  <a:lnTo>
                    <a:pt x="2970" y="80"/>
                  </a:lnTo>
                  <a:lnTo>
                    <a:pt x="2891" y="119"/>
                  </a:lnTo>
                  <a:lnTo>
                    <a:pt x="2813" y="168"/>
                  </a:lnTo>
                  <a:lnTo>
                    <a:pt x="2734" y="217"/>
                  </a:lnTo>
                  <a:lnTo>
                    <a:pt x="2675" y="286"/>
                  </a:lnTo>
                  <a:lnTo>
                    <a:pt x="2606" y="355"/>
                  </a:lnTo>
                  <a:lnTo>
                    <a:pt x="2557" y="424"/>
                  </a:lnTo>
                  <a:lnTo>
                    <a:pt x="2508" y="502"/>
                  </a:lnTo>
                  <a:lnTo>
                    <a:pt x="2468" y="581"/>
                  </a:lnTo>
                  <a:lnTo>
                    <a:pt x="2439" y="670"/>
                  </a:lnTo>
                  <a:lnTo>
                    <a:pt x="2409" y="768"/>
                  </a:lnTo>
                  <a:lnTo>
                    <a:pt x="2400" y="856"/>
                  </a:lnTo>
                  <a:lnTo>
                    <a:pt x="2390" y="955"/>
                  </a:lnTo>
                  <a:lnTo>
                    <a:pt x="2400" y="1053"/>
                  </a:lnTo>
                  <a:lnTo>
                    <a:pt x="2409" y="1151"/>
                  </a:lnTo>
                  <a:lnTo>
                    <a:pt x="2439" y="1240"/>
                  </a:lnTo>
                  <a:lnTo>
                    <a:pt x="2468" y="1328"/>
                  </a:lnTo>
                  <a:lnTo>
                    <a:pt x="2508" y="1407"/>
                  </a:lnTo>
                  <a:lnTo>
                    <a:pt x="2557" y="1486"/>
                  </a:lnTo>
                  <a:lnTo>
                    <a:pt x="2606" y="1564"/>
                  </a:lnTo>
                  <a:lnTo>
                    <a:pt x="2675" y="1623"/>
                  </a:lnTo>
                  <a:lnTo>
                    <a:pt x="2734" y="1692"/>
                  </a:lnTo>
                  <a:lnTo>
                    <a:pt x="2813" y="1741"/>
                  </a:lnTo>
                  <a:lnTo>
                    <a:pt x="2891" y="1791"/>
                  </a:lnTo>
                  <a:lnTo>
                    <a:pt x="2970" y="1830"/>
                  </a:lnTo>
                  <a:lnTo>
                    <a:pt x="3058" y="1859"/>
                  </a:lnTo>
                  <a:lnTo>
                    <a:pt x="3147" y="1889"/>
                  </a:lnTo>
                  <a:lnTo>
                    <a:pt x="3245" y="1899"/>
                  </a:lnTo>
                  <a:lnTo>
                    <a:pt x="3344" y="1909"/>
                  </a:lnTo>
                  <a:lnTo>
                    <a:pt x="3471" y="1899"/>
                  </a:lnTo>
                  <a:lnTo>
                    <a:pt x="3599" y="1869"/>
                  </a:lnTo>
                  <a:lnTo>
                    <a:pt x="3717" y="1830"/>
                  </a:lnTo>
                  <a:lnTo>
                    <a:pt x="3825" y="1771"/>
                  </a:lnTo>
                  <a:lnTo>
                    <a:pt x="3924" y="1702"/>
                  </a:lnTo>
                  <a:lnTo>
                    <a:pt x="4022" y="1623"/>
                  </a:lnTo>
                  <a:lnTo>
                    <a:pt x="4101" y="1535"/>
                  </a:lnTo>
                  <a:lnTo>
                    <a:pt x="4170" y="1427"/>
                  </a:lnTo>
                  <a:lnTo>
                    <a:pt x="5241" y="1427"/>
                  </a:lnTo>
                  <a:lnTo>
                    <a:pt x="5241" y="2744"/>
                  </a:lnTo>
                  <a:lnTo>
                    <a:pt x="3344" y="2744"/>
                  </a:lnTo>
                  <a:lnTo>
                    <a:pt x="3344" y="4642"/>
                  </a:lnTo>
                  <a:lnTo>
                    <a:pt x="1770" y="4642"/>
                  </a:lnTo>
                  <a:lnTo>
                    <a:pt x="1701" y="4544"/>
                  </a:lnTo>
                  <a:lnTo>
                    <a:pt x="1623" y="4446"/>
                  </a:lnTo>
                  <a:lnTo>
                    <a:pt x="1534" y="4367"/>
                  </a:lnTo>
                  <a:lnTo>
                    <a:pt x="1436" y="4298"/>
                  </a:lnTo>
                  <a:lnTo>
                    <a:pt x="1318" y="4239"/>
                  </a:lnTo>
                  <a:lnTo>
                    <a:pt x="1200" y="4200"/>
                  </a:lnTo>
                  <a:lnTo>
                    <a:pt x="1082" y="4180"/>
                  </a:lnTo>
                  <a:lnTo>
                    <a:pt x="944" y="4170"/>
                  </a:lnTo>
                  <a:lnTo>
                    <a:pt x="856" y="4170"/>
                  </a:lnTo>
                  <a:lnTo>
                    <a:pt x="757" y="4190"/>
                  </a:lnTo>
                  <a:lnTo>
                    <a:pt x="669" y="4210"/>
                  </a:lnTo>
                  <a:lnTo>
                    <a:pt x="580" y="4239"/>
                  </a:lnTo>
                  <a:lnTo>
                    <a:pt x="492" y="4278"/>
                  </a:lnTo>
                  <a:lnTo>
                    <a:pt x="413" y="4328"/>
                  </a:lnTo>
                  <a:lnTo>
                    <a:pt x="344" y="4387"/>
                  </a:lnTo>
                  <a:lnTo>
                    <a:pt x="275" y="4446"/>
                  </a:lnTo>
                  <a:lnTo>
                    <a:pt x="216" y="4514"/>
                  </a:lnTo>
                  <a:lnTo>
                    <a:pt x="157" y="4583"/>
                  </a:lnTo>
                  <a:lnTo>
                    <a:pt x="108" y="4662"/>
                  </a:lnTo>
                  <a:lnTo>
                    <a:pt x="69" y="4750"/>
                  </a:lnTo>
                  <a:lnTo>
                    <a:pt x="39" y="4839"/>
                  </a:lnTo>
                  <a:lnTo>
                    <a:pt x="20" y="4927"/>
                  </a:lnTo>
                  <a:lnTo>
                    <a:pt x="0" y="5026"/>
                  </a:lnTo>
                  <a:lnTo>
                    <a:pt x="0" y="5124"/>
                  </a:lnTo>
                  <a:lnTo>
                    <a:pt x="0" y="5213"/>
                  </a:lnTo>
                  <a:lnTo>
                    <a:pt x="20" y="5311"/>
                  </a:lnTo>
                  <a:lnTo>
                    <a:pt x="39" y="5399"/>
                  </a:lnTo>
                  <a:lnTo>
                    <a:pt x="69" y="5488"/>
                  </a:lnTo>
                  <a:lnTo>
                    <a:pt x="108" y="5576"/>
                  </a:lnTo>
                  <a:lnTo>
                    <a:pt x="157" y="5655"/>
                  </a:lnTo>
                  <a:lnTo>
                    <a:pt x="216" y="5724"/>
                  </a:lnTo>
                  <a:lnTo>
                    <a:pt x="275" y="5793"/>
                  </a:lnTo>
                  <a:lnTo>
                    <a:pt x="344" y="5852"/>
                  </a:lnTo>
                  <a:lnTo>
                    <a:pt x="413" y="5911"/>
                  </a:lnTo>
                  <a:lnTo>
                    <a:pt x="492" y="5960"/>
                  </a:lnTo>
                  <a:lnTo>
                    <a:pt x="580" y="5999"/>
                  </a:lnTo>
                  <a:lnTo>
                    <a:pt x="669" y="6029"/>
                  </a:lnTo>
                  <a:lnTo>
                    <a:pt x="757" y="6048"/>
                  </a:lnTo>
                  <a:lnTo>
                    <a:pt x="856" y="6068"/>
                  </a:lnTo>
                  <a:lnTo>
                    <a:pt x="944" y="6068"/>
                  </a:lnTo>
                  <a:lnTo>
                    <a:pt x="1082" y="6058"/>
                  </a:lnTo>
                  <a:lnTo>
                    <a:pt x="1200" y="6039"/>
                  </a:lnTo>
                  <a:lnTo>
                    <a:pt x="1318" y="5999"/>
                  </a:lnTo>
                  <a:lnTo>
                    <a:pt x="1436" y="5940"/>
                  </a:lnTo>
                  <a:lnTo>
                    <a:pt x="1534" y="5871"/>
                  </a:lnTo>
                  <a:lnTo>
                    <a:pt x="1623" y="5793"/>
                  </a:lnTo>
                  <a:lnTo>
                    <a:pt x="1701" y="5694"/>
                  </a:lnTo>
                  <a:lnTo>
                    <a:pt x="1770" y="5596"/>
                  </a:lnTo>
                  <a:lnTo>
                    <a:pt x="3344" y="5596"/>
                  </a:lnTo>
                  <a:lnTo>
                    <a:pt x="3344" y="8448"/>
                  </a:lnTo>
                  <a:lnTo>
                    <a:pt x="1770" y="8448"/>
                  </a:lnTo>
                  <a:lnTo>
                    <a:pt x="1701" y="8349"/>
                  </a:lnTo>
                  <a:lnTo>
                    <a:pt x="1623" y="8251"/>
                  </a:lnTo>
                  <a:lnTo>
                    <a:pt x="1534" y="8172"/>
                  </a:lnTo>
                  <a:lnTo>
                    <a:pt x="1436" y="8104"/>
                  </a:lnTo>
                  <a:lnTo>
                    <a:pt x="1318" y="8045"/>
                  </a:lnTo>
                  <a:lnTo>
                    <a:pt x="1200" y="8005"/>
                  </a:lnTo>
                  <a:lnTo>
                    <a:pt x="1082" y="7986"/>
                  </a:lnTo>
                  <a:lnTo>
                    <a:pt x="944" y="7976"/>
                  </a:lnTo>
                  <a:lnTo>
                    <a:pt x="856" y="7976"/>
                  </a:lnTo>
                  <a:lnTo>
                    <a:pt x="757" y="7995"/>
                  </a:lnTo>
                  <a:lnTo>
                    <a:pt x="669" y="8015"/>
                  </a:lnTo>
                  <a:lnTo>
                    <a:pt x="580" y="8045"/>
                  </a:lnTo>
                  <a:lnTo>
                    <a:pt x="492" y="8084"/>
                  </a:lnTo>
                  <a:lnTo>
                    <a:pt x="413" y="8133"/>
                  </a:lnTo>
                  <a:lnTo>
                    <a:pt x="344" y="8192"/>
                  </a:lnTo>
                  <a:lnTo>
                    <a:pt x="275" y="8251"/>
                  </a:lnTo>
                  <a:lnTo>
                    <a:pt x="216" y="8320"/>
                  </a:lnTo>
                  <a:lnTo>
                    <a:pt x="157" y="8389"/>
                  </a:lnTo>
                  <a:lnTo>
                    <a:pt x="108" y="8467"/>
                  </a:lnTo>
                  <a:lnTo>
                    <a:pt x="69" y="8556"/>
                  </a:lnTo>
                  <a:lnTo>
                    <a:pt x="39" y="8644"/>
                  </a:lnTo>
                  <a:lnTo>
                    <a:pt x="20" y="8733"/>
                  </a:lnTo>
                  <a:lnTo>
                    <a:pt x="0" y="8831"/>
                  </a:lnTo>
                  <a:lnTo>
                    <a:pt x="0" y="8930"/>
                  </a:lnTo>
                  <a:lnTo>
                    <a:pt x="0" y="9018"/>
                  </a:lnTo>
                  <a:lnTo>
                    <a:pt x="20" y="9116"/>
                  </a:lnTo>
                  <a:lnTo>
                    <a:pt x="39" y="9205"/>
                  </a:lnTo>
                  <a:lnTo>
                    <a:pt x="69" y="9293"/>
                  </a:lnTo>
                  <a:lnTo>
                    <a:pt x="108" y="9382"/>
                  </a:lnTo>
                  <a:lnTo>
                    <a:pt x="157" y="9461"/>
                  </a:lnTo>
                  <a:lnTo>
                    <a:pt x="216" y="9529"/>
                  </a:lnTo>
                  <a:lnTo>
                    <a:pt x="275" y="9598"/>
                  </a:lnTo>
                  <a:lnTo>
                    <a:pt x="344" y="9657"/>
                  </a:lnTo>
                  <a:lnTo>
                    <a:pt x="413" y="9716"/>
                  </a:lnTo>
                  <a:lnTo>
                    <a:pt x="492" y="9765"/>
                  </a:lnTo>
                  <a:lnTo>
                    <a:pt x="580" y="9805"/>
                  </a:lnTo>
                  <a:lnTo>
                    <a:pt x="669" y="9834"/>
                  </a:lnTo>
                  <a:lnTo>
                    <a:pt x="757" y="9854"/>
                  </a:lnTo>
                  <a:lnTo>
                    <a:pt x="856" y="9874"/>
                  </a:lnTo>
                  <a:lnTo>
                    <a:pt x="944" y="9874"/>
                  </a:lnTo>
                  <a:lnTo>
                    <a:pt x="1082" y="9864"/>
                  </a:lnTo>
                  <a:lnTo>
                    <a:pt x="1200" y="9844"/>
                  </a:lnTo>
                  <a:lnTo>
                    <a:pt x="1318" y="9805"/>
                  </a:lnTo>
                  <a:lnTo>
                    <a:pt x="1436" y="9746"/>
                  </a:lnTo>
                  <a:lnTo>
                    <a:pt x="1534" y="9677"/>
                  </a:lnTo>
                  <a:lnTo>
                    <a:pt x="1623" y="9598"/>
                  </a:lnTo>
                  <a:lnTo>
                    <a:pt x="1701" y="9500"/>
                  </a:lnTo>
                  <a:lnTo>
                    <a:pt x="1770" y="9402"/>
                  </a:lnTo>
                  <a:lnTo>
                    <a:pt x="3344" y="9402"/>
                  </a:lnTo>
                  <a:lnTo>
                    <a:pt x="3344" y="11299"/>
                  </a:lnTo>
                  <a:lnTo>
                    <a:pt x="5241" y="11299"/>
                  </a:lnTo>
                  <a:lnTo>
                    <a:pt x="5241" y="12617"/>
                  </a:lnTo>
                  <a:lnTo>
                    <a:pt x="4170" y="12617"/>
                  </a:lnTo>
                  <a:lnTo>
                    <a:pt x="4101" y="12519"/>
                  </a:lnTo>
                  <a:lnTo>
                    <a:pt x="4022" y="12430"/>
                  </a:lnTo>
                  <a:lnTo>
                    <a:pt x="3924" y="12342"/>
                  </a:lnTo>
                  <a:lnTo>
                    <a:pt x="3825" y="12273"/>
                  </a:lnTo>
                  <a:lnTo>
                    <a:pt x="3717" y="12224"/>
                  </a:lnTo>
                  <a:lnTo>
                    <a:pt x="3599" y="12184"/>
                  </a:lnTo>
                  <a:lnTo>
                    <a:pt x="3471" y="12155"/>
                  </a:lnTo>
                  <a:lnTo>
                    <a:pt x="3344" y="12145"/>
                  </a:lnTo>
                  <a:lnTo>
                    <a:pt x="3245" y="12155"/>
                  </a:lnTo>
                  <a:lnTo>
                    <a:pt x="3147" y="12165"/>
                  </a:lnTo>
                  <a:lnTo>
                    <a:pt x="3058" y="12184"/>
                  </a:lnTo>
                  <a:lnTo>
                    <a:pt x="2970" y="12224"/>
                  </a:lnTo>
                  <a:lnTo>
                    <a:pt x="2891" y="12263"/>
                  </a:lnTo>
                  <a:lnTo>
                    <a:pt x="2813" y="12312"/>
                  </a:lnTo>
                  <a:lnTo>
                    <a:pt x="2734" y="12361"/>
                  </a:lnTo>
                  <a:lnTo>
                    <a:pt x="2675" y="12420"/>
                  </a:lnTo>
                  <a:lnTo>
                    <a:pt x="2606" y="12489"/>
                  </a:lnTo>
                  <a:lnTo>
                    <a:pt x="2557" y="12568"/>
                  </a:lnTo>
                  <a:lnTo>
                    <a:pt x="2508" y="12647"/>
                  </a:lnTo>
                  <a:lnTo>
                    <a:pt x="2468" y="12725"/>
                  </a:lnTo>
                  <a:lnTo>
                    <a:pt x="2439" y="12814"/>
                  </a:lnTo>
                  <a:lnTo>
                    <a:pt x="2409" y="12902"/>
                  </a:lnTo>
                  <a:lnTo>
                    <a:pt x="2400" y="13001"/>
                  </a:lnTo>
                  <a:lnTo>
                    <a:pt x="2390" y="13099"/>
                  </a:lnTo>
                  <a:lnTo>
                    <a:pt x="2400" y="13197"/>
                  </a:lnTo>
                  <a:lnTo>
                    <a:pt x="2409" y="13286"/>
                  </a:lnTo>
                  <a:lnTo>
                    <a:pt x="2439" y="13384"/>
                  </a:lnTo>
                  <a:lnTo>
                    <a:pt x="2468" y="13473"/>
                  </a:lnTo>
                  <a:lnTo>
                    <a:pt x="2508" y="13551"/>
                  </a:lnTo>
                  <a:lnTo>
                    <a:pt x="2557" y="13630"/>
                  </a:lnTo>
                  <a:lnTo>
                    <a:pt x="2606" y="13699"/>
                  </a:lnTo>
                  <a:lnTo>
                    <a:pt x="2675" y="13768"/>
                  </a:lnTo>
                  <a:lnTo>
                    <a:pt x="2734" y="13836"/>
                  </a:lnTo>
                  <a:lnTo>
                    <a:pt x="2813" y="13886"/>
                  </a:lnTo>
                  <a:lnTo>
                    <a:pt x="2891" y="13935"/>
                  </a:lnTo>
                  <a:lnTo>
                    <a:pt x="2970" y="13974"/>
                  </a:lnTo>
                  <a:lnTo>
                    <a:pt x="3058" y="14004"/>
                  </a:lnTo>
                  <a:lnTo>
                    <a:pt x="3147" y="14033"/>
                  </a:lnTo>
                  <a:lnTo>
                    <a:pt x="3245" y="14043"/>
                  </a:lnTo>
                  <a:lnTo>
                    <a:pt x="3344" y="14053"/>
                  </a:lnTo>
                  <a:lnTo>
                    <a:pt x="3471" y="14043"/>
                  </a:lnTo>
                  <a:lnTo>
                    <a:pt x="3599" y="14013"/>
                  </a:lnTo>
                  <a:lnTo>
                    <a:pt x="3717" y="13974"/>
                  </a:lnTo>
                  <a:lnTo>
                    <a:pt x="3825" y="13915"/>
                  </a:lnTo>
                  <a:lnTo>
                    <a:pt x="3924" y="13846"/>
                  </a:lnTo>
                  <a:lnTo>
                    <a:pt x="4022" y="13768"/>
                  </a:lnTo>
                  <a:lnTo>
                    <a:pt x="4101" y="13679"/>
                  </a:lnTo>
                  <a:lnTo>
                    <a:pt x="4170" y="13571"/>
                  </a:lnTo>
                  <a:lnTo>
                    <a:pt x="6195" y="13571"/>
                  </a:lnTo>
                  <a:lnTo>
                    <a:pt x="6195" y="12617"/>
                  </a:lnTo>
                  <a:lnTo>
                    <a:pt x="6195" y="11299"/>
                  </a:lnTo>
                  <a:lnTo>
                    <a:pt x="9057" y="11299"/>
                  </a:lnTo>
                  <a:lnTo>
                    <a:pt x="9057" y="12617"/>
                  </a:lnTo>
                  <a:lnTo>
                    <a:pt x="9057" y="13571"/>
                  </a:lnTo>
                  <a:lnTo>
                    <a:pt x="11082" y="13571"/>
                  </a:lnTo>
                  <a:lnTo>
                    <a:pt x="11151" y="13679"/>
                  </a:lnTo>
                  <a:lnTo>
                    <a:pt x="11230" y="13768"/>
                  </a:lnTo>
                  <a:lnTo>
                    <a:pt x="11328" y="13846"/>
                  </a:lnTo>
                  <a:lnTo>
                    <a:pt x="11427" y="13915"/>
                  </a:lnTo>
                  <a:lnTo>
                    <a:pt x="11535" y="13974"/>
                  </a:lnTo>
                  <a:lnTo>
                    <a:pt x="11653" y="14013"/>
                  </a:lnTo>
                  <a:lnTo>
                    <a:pt x="11781" y="14043"/>
                  </a:lnTo>
                  <a:lnTo>
                    <a:pt x="11908" y="14053"/>
                  </a:lnTo>
                  <a:lnTo>
                    <a:pt x="12007" y="14043"/>
                  </a:lnTo>
                  <a:lnTo>
                    <a:pt x="12095" y="14033"/>
                  </a:lnTo>
                  <a:lnTo>
                    <a:pt x="12194" y="14004"/>
                  </a:lnTo>
                  <a:lnTo>
                    <a:pt x="12282" y="13974"/>
                  </a:lnTo>
                  <a:lnTo>
                    <a:pt x="12361" y="13935"/>
                  </a:lnTo>
                  <a:lnTo>
                    <a:pt x="12439" y="13886"/>
                  </a:lnTo>
                  <a:lnTo>
                    <a:pt x="12508" y="13836"/>
                  </a:lnTo>
                  <a:lnTo>
                    <a:pt x="12577" y="13768"/>
                  </a:lnTo>
                  <a:lnTo>
                    <a:pt x="12646" y="13699"/>
                  </a:lnTo>
                  <a:lnTo>
                    <a:pt x="12695" y="13630"/>
                  </a:lnTo>
                  <a:lnTo>
                    <a:pt x="12744" y="13551"/>
                  </a:lnTo>
                  <a:lnTo>
                    <a:pt x="12784" y="13473"/>
                  </a:lnTo>
                  <a:lnTo>
                    <a:pt x="12813" y="13384"/>
                  </a:lnTo>
                  <a:lnTo>
                    <a:pt x="12843" y="13286"/>
                  </a:lnTo>
                  <a:lnTo>
                    <a:pt x="12852" y="13197"/>
                  </a:lnTo>
                  <a:lnTo>
                    <a:pt x="12862" y="13099"/>
                  </a:lnTo>
                  <a:lnTo>
                    <a:pt x="12852" y="13001"/>
                  </a:lnTo>
                  <a:lnTo>
                    <a:pt x="12843" y="12902"/>
                  </a:lnTo>
                  <a:lnTo>
                    <a:pt x="12813" y="12814"/>
                  </a:lnTo>
                  <a:lnTo>
                    <a:pt x="12784" y="12725"/>
                  </a:lnTo>
                  <a:lnTo>
                    <a:pt x="12744" y="12647"/>
                  </a:lnTo>
                  <a:lnTo>
                    <a:pt x="12695" y="12568"/>
                  </a:lnTo>
                  <a:lnTo>
                    <a:pt x="12646" y="12489"/>
                  </a:lnTo>
                  <a:lnTo>
                    <a:pt x="12577" y="12420"/>
                  </a:lnTo>
                  <a:lnTo>
                    <a:pt x="12508" y="12361"/>
                  </a:lnTo>
                  <a:lnTo>
                    <a:pt x="12439" y="12312"/>
                  </a:lnTo>
                  <a:lnTo>
                    <a:pt x="12361" y="12263"/>
                  </a:lnTo>
                  <a:lnTo>
                    <a:pt x="12282" y="12224"/>
                  </a:lnTo>
                  <a:lnTo>
                    <a:pt x="12194" y="12184"/>
                  </a:lnTo>
                  <a:lnTo>
                    <a:pt x="12095" y="12165"/>
                  </a:lnTo>
                  <a:lnTo>
                    <a:pt x="12007" y="12155"/>
                  </a:lnTo>
                  <a:lnTo>
                    <a:pt x="11908" y="12145"/>
                  </a:lnTo>
                  <a:lnTo>
                    <a:pt x="11781" y="12155"/>
                  </a:lnTo>
                  <a:lnTo>
                    <a:pt x="11653" y="12184"/>
                  </a:lnTo>
                  <a:lnTo>
                    <a:pt x="11535" y="12224"/>
                  </a:lnTo>
                  <a:lnTo>
                    <a:pt x="11427" y="12273"/>
                  </a:lnTo>
                  <a:lnTo>
                    <a:pt x="11328" y="12342"/>
                  </a:lnTo>
                  <a:lnTo>
                    <a:pt x="11230" y="12430"/>
                  </a:lnTo>
                  <a:lnTo>
                    <a:pt x="11151" y="12519"/>
                  </a:lnTo>
                  <a:lnTo>
                    <a:pt x="11082" y="12617"/>
                  </a:lnTo>
                  <a:lnTo>
                    <a:pt x="10011" y="12617"/>
                  </a:lnTo>
                  <a:lnTo>
                    <a:pt x="10011" y="11299"/>
                  </a:lnTo>
                  <a:lnTo>
                    <a:pt x="11908" y="11299"/>
                  </a:lnTo>
                  <a:lnTo>
                    <a:pt x="11908" y="9402"/>
                  </a:lnTo>
                  <a:lnTo>
                    <a:pt x="13482" y="9402"/>
                  </a:lnTo>
                  <a:lnTo>
                    <a:pt x="13551" y="9500"/>
                  </a:lnTo>
                  <a:lnTo>
                    <a:pt x="13629" y="9598"/>
                  </a:lnTo>
                  <a:lnTo>
                    <a:pt x="13718" y="9677"/>
                  </a:lnTo>
                  <a:lnTo>
                    <a:pt x="13826" y="9746"/>
                  </a:lnTo>
                  <a:lnTo>
                    <a:pt x="13934" y="9805"/>
                  </a:lnTo>
                  <a:lnTo>
                    <a:pt x="14052" y="9844"/>
                  </a:lnTo>
                  <a:lnTo>
                    <a:pt x="14180" y="9864"/>
                  </a:lnTo>
                  <a:lnTo>
                    <a:pt x="14308" y="9874"/>
                  </a:lnTo>
                  <a:lnTo>
                    <a:pt x="14406" y="9874"/>
                  </a:lnTo>
                  <a:lnTo>
                    <a:pt x="14495" y="9854"/>
                  </a:lnTo>
                  <a:lnTo>
                    <a:pt x="14593" y="9834"/>
                  </a:lnTo>
                  <a:lnTo>
                    <a:pt x="14672" y="9805"/>
                  </a:lnTo>
                  <a:lnTo>
                    <a:pt x="14760" y="9765"/>
                  </a:lnTo>
                  <a:lnTo>
                    <a:pt x="14839" y="9716"/>
                  </a:lnTo>
                  <a:lnTo>
                    <a:pt x="14908" y="9657"/>
                  </a:lnTo>
                  <a:lnTo>
                    <a:pt x="14976" y="9598"/>
                  </a:lnTo>
                  <a:lnTo>
                    <a:pt x="15035" y="9529"/>
                  </a:lnTo>
                  <a:lnTo>
                    <a:pt x="15094" y="9461"/>
                  </a:lnTo>
                  <a:lnTo>
                    <a:pt x="15144" y="9382"/>
                  </a:lnTo>
                  <a:lnTo>
                    <a:pt x="15183" y="9293"/>
                  </a:lnTo>
                  <a:lnTo>
                    <a:pt x="15212" y="9205"/>
                  </a:lnTo>
                  <a:lnTo>
                    <a:pt x="15242" y="9116"/>
                  </a:lnTo>
                  <a:lnTo>
                    <a:pt x="15252" y="9018"/>
                  </a:lnTo>
                  <a:lnTo>
                    <a:pt x="15262" y="8930"/>
                  </a:lnTo>
                  <a:lnTo>
                    <a:pt x="15252" y="8831"/>
                  </a:lnTo>
                  <a:lnTo>
                    <a:pt x="15242" y="8733"/>
                  </a:lnTo>
                  <a:lnTo>
                    <a:pt x="15212" y="8644"/>
                  </a:lnTo>
                  <a:lnTo>
                    <a:pt x="15183" y="8556"/>
                  </a:lnTo>
                  <a:lnTo>
                    <a:pt x="15144" y="8467"/>
                  </a:lnTo>
                  <a:lnTo>
                    <a:pt x="15094" y="8389"/>
                  </a:lnTo>
                  <a:lnTo>
                    <a:pt x="15035" y="8320"/>
                  </a:lnTo>
                  <a:lnTo>
                    <a:pt x="14976" y="8251"/>
                  </a:lnTo>
                  <a:lnTo>
                    <a:pt x="14908" y="8192"/>
                  </a:lnTo>
                  <a:lnTo>
                    <a:pt x="14839" y="8133"/>
                  </a:lnTo>
                  <a:lnTo>
                    <a:pt x="14760" y="8084"/>
                  </a:lnTo>
                  <a:lnTo>
                    <a:pt x="14672" y="8045"/>
                  </a:lnTo>
                  <a:lnTo>
                    <a:pt x="14593" y="8015"/>
                  </a:lnTo>
                  <a:lnTo>
                    <a:pt x="14495" y="7995"/>
                  </a:lnTo>
                  <a:lnTo>
                    <a:pt x="14406" y="7976"/>
                  </a:lnTo>
                  <a:lnTo>
                    <a:pt x="14308" y="7976"/>
                  </a:lnTo>
                  <a:lnTo>
                    <a:pt x="14180" y="7986"/>
                  </a:lnTo>
                  <a:lnTo>
                    <a:pt x="14052" y="8005"/>
                  </a:lnTo>
                  <a:lnTo>
                    <a:pt x="13934" y="8045"/>
                  </a:lnTo>
                  <a:lnTo>
                    <a:pt x="13826" y="8104"/>
                  </a:lnTo>
                  <a:lnTo>
                    <a:pt x="13718" y="8172"/>
                  </a:lnTo>
                  <a:lnTo>
                    <a:pt x="13629" y="8251"/>
                  </a:lnTo>
                  <a:lnTo>
                    <a:pt x="13551" y="8349"/>
                  </a:lnTo>
                  <a:lnTo>
                    <a:pt x="13482" y="8448"/>
                  </a:lnTo>
                  <a:lnTo>
                    <a:pt x="11908" y="8448"/>
                  </a:lnTo>
                  <a:lnTo>
                    <a:pt x="11908" y="5596"/>
                  </a:lnTo>
                  <a:lnTo>
                    <a:pt x="13482" y="5596"/>
                  </a:lnTo>
                  <a:lnTo>
                    <a:pt x="13551" y="5694"/>
                  </a:lnTo>
                  <a:lnTo>
                    <a:pt x="13629" y="5793"/>
                  </a:lnTo>
                  <a:lnTo>
                    <a:pt x="13718" y="5871"/>
                  </a:lnTo>
                  <a:lnTo>
                    <a:pt x="13826" y="5940"/>
                  </a:lnTo>
                  <a:lnTo>
                    <a:pt x="13934" y="5999"/>
                  </a:lnTo>
                  <a:lnTo>
                    <a:pt x="14052" y="6039"/>
                  </a:lnTo>
                  <a:lnTo>
                    <a:pt x="14180" y="6058"/>
                  </a:lnTo>
                  <a:lnTo>
                    <a:pt x="14308" y="6068"/>
                  </a:lnTo>
                  <a:lnTo>
                    <a:pt x="14406" y="6068"/>
                  </a:lnTo>
                  <a:lnTo>
                    <a:pt x="14495" y="6048"/>
                  </a:lnTo>
                  <a:lnTo>
                    <a:pt x="14593" y="6029"/>
                  </a:lnTo>
                  <a:lnTo>
                    <a:pt x="14672" y="5999"/>
                  </a:lnTo>
                  <a:lnTo>
                    <a:pt x="14760" y="5960"/>
                  </a:lnTo>
                  <a:lnTo>
                    <a:pt x="14839" y="5911"/>
                  </a:lnTo>
                  <a:lnTo>
                    <a:pt x="14908" y="5852"/>
                  </a:lnTo>
                  <a:lnTo>
                    <a:pt x="14976" y="5793"/>
                  </a:lnTo>
                  <a:lnTo>
                    <a:pt x="15035" y="5724"/>
                  </a:lnTo>
                  <a:lnTo>
                    <a:pt x="15094" y="5655"/>
                  </a:lnTo>
                  <a:lnTo>
                    <a:pt x="15144" y="5576"/>
                  </a:lnTo>
                  <a:lnTo>
                    <a:pt x="15183" y="5488"/>
                  </a:lnTo>
                  <a:lnTo>
                    <a:pt x="15212" y="5399"/>
                  </a:lnTo>
                  <a:lnTo>
                    <a:pt x="15242" y="5311"/>
                  </a:lnTo>
                  <a:lnTo>
                    <a:pt x="15252" y="5213"/>
                  </a:lnTo>
                  <a:lnTo>
                    <a:pt x="15262" y="5124"/>
                  </a:lnTo>
                  <a:lnTo>
                    <a:pt x="15252" y="5026"/>
                  </a:lnTo>
                  <a:lnTo>
                    <a:pt x="15242" y="4927"/>
                  </a:lnTo>
                  <a:lnTo>
                    <a:pt x="15212" y="4839"/>
                  </a:lnTo>
                  <a:lnTo>
                    <a:pt x="15183" y="4750"/>
                  </a:lnTo>
                  <a:lnTo>
                    <a:pt x="15144" y="4662"/>
                  </a:lnTo>
                  <a:lnTo>
                    <a:pt x="15094" y="4583"/>
                  </a:lnTo>
                  <a:lnTo>
                    <a:pt x="15035" y="4514"/>
                  </a:lnTo>
                  <a:lnTo>
                    <a:pt x="14976" y="4446"/>
                  </a:lnTo>
                  <a:lnTo>
                    <a:pt x="14908" y="4387"/>
                  </a:lnTo>
                  <a:lnTo>
                    <a:pt x="14839" y="4328"/>
                  </a:lnTo>
                  <a:lnTo>
                    <a:pt x="14760" y="4278"/>
                  </a:lnTo>
                  <a:lnTo>
                    <a:pt x="14672" y="4239"/>
                  </a:lnTo>
                  <a:lnTo>
                    <a:pt x="14593" y="4210"/>
                  </a:lnTo>
                  <a:lnTo>
                    <a:pt x="14495" y="4190"/>
                  </a:lnTo>
                  <a:lnTo>
                    <a:pt x="14406" y="4170"/>
                  </a:lnTo>
                  <a:lnTo>
                    <a:pt x="14308" y="4170"/>
                  </a:lnTo>
                  <a:lnTo>
                    <a:pt x="14180" y="4180"/>
                  </a:lnTo>
                  <a:lnTo>
                    <a:pt x="14052" y="4200"/>
                  </a:lnTo>
                  <a:lnTo>
                    <a:pt x="13934" y="4239"/>
                  </a:lnTo>
                  <a:lnTo>
                    <a:pt x="13826" y="4298"/>
                  </a:lnTo>
                  <a:lnTo>
                    <a:pt x="13718" y="4367"/>
                  </a:lnTo>
                  <a:lnTo>
                    <a:pt x="13629" y="4446"/>
                  </a:lnTo>
                  <a:lnTo>
                    <a:pt x="13551" y="4544"/>
                  </a:lnTo>
                  <a:lnTo>
                    <a:pt x="13482" y="4642"/>
                  </a:lnTo>
                  <a:lnTo>
                    <a:pt x="11908" y="4642"/>
                  </a:lnTo>
                  <a:lnTo>
                    <a:pt x="11908" y="2744"/>
                  </a:lnTo>
                  <a:lnTo>
                    <a:pt x="10011" y="2744"/>
                  </a:lnTo>
                  <a:lnTo>
                    <a:pt x="10011" y="1427"/>
                  </a:lnTo>
                  <a:lnTo>
                    <a:pt x="11082" y="1427"/>
                  </a:lnTo>
                  <a:lnTo>
                    <a:pt x="11151" y="1535"/>
                  </a:lnTo>
                  <a:lnTo>
                    <a:pt x="11230" y="1623"/>
                  </a:lnTo>
                  <a:lnTo>
                    <a:pt x="11328" y="1702"/>
                  </a:lnTo>
                  <a:lnTo>
                    <a:pt x="11427" y="1771"/>
                  </a:lnTo>
                  <a:lnTo>
                    <a:pt x="11535" y="1830"/>
                  </a:lnTo>
                  <a:lnTo>
                    <a:pt x="11653" y="1869"/>
                  </a:lnTo>
                  <a:lnTo>
                    <a:pt x="11781" y="1899"/>
                  </a:lnTo>
                  <a:lnTo>
                    <a:pt x="11908" y="1909"/>
                  </a:lnTo>
                  <a:lnTo>
                    <a:pt x="12007" y="1899"/>
                  </a:lnTo>
                  <a:lnTo>
                    <a:pt x="12095" y="1889"/>
                  </a:lnTo>
                  <a:lnTo>
                    <a:pt x="12194" y="1859"/>
                  </a:lnTo>
                  <a:lnTo>
                    <a:pt x="12282" y="1830"/>
                  </a:lnTo>
                  <a:lnTo>
                    <a:pt x="12361" y="1791"/>
                  </a:lnTo>
                  <a:lnTo>
                    <a:pt x="12439" y="1741"/>
                  </a:lnTo>
                  <a:lnTo>
                    <a:pt x="12508" y="1692"/>
                  </a:lnTo>
                  <a:lnTo>
                    <a:pt x="12577" y="1623"/>
                  </a:lnTo>
                  <a:lnTo>
                    <a:pt x="12646" y="1564"/>
                  </a:lnTo>
                  <a:lnTo>
                    <a:pt x="12695" y="1486"/>
                  </a:lnTo>
                  <a:lnTo>
                    <a:pt x="12744" y="1407"/>
                  </a:lnTo>
                  <a:lnTo>
                    <a:pt x="12784" y="1328"/>
                  </a:lnTo>
                  <a:lnTo>
                    <a:pt x="12813" y="1240"/>
                  </a:lnTo>
                  <a:lnTo>
                    <a:pt x="12843" y="1151"/>
                  </a:lnTo>
                  <a:lnTo>
                    <a:pt x="12852" y="1053"/>
                  </a:lnTo>
                  <a:lnTo>
                    <a:pt x="12862" y="955"/>
                  </a:lnTo>
                  <a:lnTo>
                    <a:pt x="12852" y="856"/>
                  </a:lnTo>
                  <a:lnTo>
                    <a:pt x="12843" y="768"/>
                  </a:lnTo>
                  <a:lnTo>
                    <a:pt x="12813" y="670"/>
                  </a:lnTo>
                  <a:lnTo>
                    <a:pt x="12784" y="581"/>
                  </a:lnTo>
                  <a:lnTo>
                    <a:pt x="12744" y="502"/>
                  </a:lnTo>
                  <a:lnTo>
                    <a:pt x="12695" y="424"/>
                  </a:lnTo>
                  <a:lnTo>
                    <a:pt x="12646" y="355"/>
                  </a:lnTo>
                  <a:lnTo>
                    <a:pt x="12577" y="286"/>
                  </a:lnTo>
                  <a:lnTo>
                    <a:pt x="12508" y="217"/>
                  </a:lnTo>
                  <a:lnTo>
                    <a:pt x="12439" y="168"/>
                  </a:lnTo>
                  <a:lnTo>
                    <a:pt x="12361" y="119"/>
                  </a:lnTo>
                  <a:lnTo>
                    <a:pt x="12282" y="80"/>
                  </a:lnTo>
                  <a:lnTo>
                    <a:pt x="12194" y="50"/>
                  </a:lnTo>
                  <a:lnTo>
                    <a:pt x="12095" y="21"/>
                  </a:lnTo>
                  <a:lnTo>
                    <a:pt x="12007" y="11"/>
                  </a:lnTo>
                  <a:lnTo>
                    <a:pt x="11908" y="1"/>
                  </a:lnTo>
                  <a:lnTo>
                    <a:pt x="11781" y="11"/>
                  </a:lnTo>
                  <a:lnTo>
                    <a:pt x="11653" y="40"/>
                  </a:lnTo>
                  <a:lnTo>
                    <a:pt x="11535" y="80"/>
                  </a:lnTo>
                  <a:lnTo>
                    <a:pt x="11427" y="139"/>
                  </a:lnTo>
                  <a:lnTo>
                    <a:pt x="11328" y="207"/>
                  </a:lnTo>
                  <a:lnTo>
                    <a:pt x="11230" y="286"/>
                  </a:lnTo>
                  <a:lnTo>
                    <a:pt x="11151" y="375"/>
                  </a:lnTo>
                  <a:lnTo>
                    <a:pt x="11082" y="483"/>
                  </a:lnTo>
                  <a:lnTo>
                    <a:pt x="9057" y="483"/>
                  </a:lnTo>
                  <a:lnTo>
                    <a:pt x="9057" y="1427"/>
                  </a:lnTo>
                  <a:lnTo>
                    <a:pt x="9057" y="2744"/>
                  </a:lnTo>
                  <a:lnTo>
                    <a:pt x="6195" y="2744"/>
                  </a:lnTo>
                  <a:lnTo>
                    <a:pt x="6195" y="483"/>
                  </a:lnTo>
                  <a:lnTo>
                    <a:pt x="4170" y="483"/>
                  </a:lnTo>
                  <a:lnTo>
                    <a:pt x="4101" y="375"/>
                  </a:lnTo>
                  <a:lnTo>
                    <a:pt x="4022" y="286"/>
                  </a:lnTo>
                  <a:lnTo>
                    <a:pt x="3924" y="207"/>
                  </a:lnTo>
                  <a:lnTo>
                    <a:pt x="3825" y="139"/>
                  </a:lnTo>
                  <a:lnTo>
                    <a:pt x="3717" y="80"/>
                  </a:lnTo>
                  <a:lnTo>
                    <a:pt x="3599" y="40"/>
                  </a:lnTo>
                  <a:lnTo>
                    <a:pt x="3471" y="11"/>
                  </a:lnTo>
                  <a:lnTo>
                    <a:pt x="3344"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39" name="Google Shape;1639;p104"/>
          <p:cNvGrpSpPr/>
          <p:nvPr/>
        </p:nvGrpSpPr>
        <p:grpSpPr>
          <a:xfrm>
            <a:off x="3299584" y="3630849"/>
            <a:ext cx="279829" cy="257697"/>
            <a:chOff x="2099100" y="2300650"/>
            <a:chExt cx="381550" cy="351325"/>
          </a:xfrm>
        </p:grpSpPr>
        <p:sp>
          <p:nvSpPr>
            <p:cNvPr id="1640" name="Google Shape;1640;p104"/>
            <p:cNvSpPr/>
            <p:nvPr/>
          </p:nvSpPr>
          <p:spPr>
            <a:xfrm>
              <a:off x="2235050" y="2421600"/>
              <a:ext cx="109400" cy="109175"/>
            </a:xfrm>
            <a:custGeom>
              <a:avLst/>
              <a:gdLst/>
              <a:ahLst/>
              <a:cxnLst/>
              <a:rect l="l" t="t" r="r" b="b"/>
              <a:pathLst>
                <a:path w="4376" h="4367" extrusionOk="0">
                  <a:moveTo>
                    <a:pt x="2193" y="974"/>
                  </a:moveTo>
                  <a:lnTo>
                    <a:pt x="2311" y="984"/>
                  </a:lnTo>
                  <a:lnTo>
                    <a:pt x="2439" y="1004"/>
                  </a:lnTo>
                  <a:lnTo>
                    <a:pt x="2547" y="1033"/>
                  </a:lnTo>
                  <a:lnTo>
                    <a:pt x="2665" y="1073"/>
                  </a:lnTo>
                  <a:lnTo>
                    <a:pt x="2763" y="1122"/>
                  </a:lnTo>
                  <a:lnTo>
                    <a:pt x="2871" y="1181"/>
                  </a:lnTo>
                  <a:lnTo>
                    <a:pt x="2960" y="1250"/>
                  </a:lnTo>
                  <a:lnTo>
                    <a:pt x="3048" y="1328"/>
                  </a:lnTo>
                  <a:lnTo>
                    <a:pt x="3127" y="1417"/>
                  </a:lnTo>
                  <a:lnTo>
                    <a:pt x="3196" y="1505"/>
                  </a:lnTo>
                  <a:lnTo>
                    <a:pt x="3255" y="1604"/>
                  </a:lnTo>
                  <a:lnTo>
                    <a:pt x="3304" y="1712"/>
                  </a:lnTo>
                  <a:lnTo>
                    <a:pt x="3343" y="1820"/>
                  </a:lnTo>
                  <a:lnTo>
                    <a:pt x="3373" y="1938"/>
                  </a:lnTo>
                  <a:lnTo>
                    <a:pt x="3393" y="2056"/>
                  </a:lnTo>
                  <a:lnTo>
                    <a:pt x="3402" y="2184"/>
                  </a:lnTo>
                  <a:lnTo>
                    <a:pt x="3393" y="2312"/>
                  </a:lnTo>
                  <a:lnTo>
                    <a:pt x="3373" y="2430"/>
                  </a:lnTo>
                  <a:lnTo>
                    <a:pt x="3343" y="2548"/>
                  </a:lnTo>
                  <a:lnTo>
                    <a:pt x="3304" y="2656"/>
                  </a:lnTo>
                  <a:lnTo>
                    <a:pt x="3255" y="2764"/>
                  </a:lnTo>
                  <a:lnTo>
                    <a:pt x="3196" y="2862"/>
                  </a:lnTo>
                  <a:lnTo>
                    <a:pt x="3127" y="2951"/>
                  </a:lnTo>
                  <a:lnTo>
                    <a:pt x="3048" y="3039"/>
                  </a:lnTo>
                  <a:lnTo>
                    <a:pt x="2960" y="3118"/>
                  </a:lnTo>
                  <a:lnTo>
                    <a:pt x="2871" y="3187"/>
                  </a:lnTo>
                  <a:lnTo>
                    <a:pt x="2763" y="3246"/>
                  </a:lnTo>
                  <a:lnTo>
                    <a:pt x="2665" y="3295"/>
                  </a:lnTo>
                  <a:lnTo>
                    <a:pt x="2547" y="3334"/>
                  </a:lnTo>
                  <a:lnTo>
                    <a:pt x="2439" y="3364"/>
                  </a:lnTo>
                  <a:lnTo>
                    <a:pt x="2311" y="3384"/>
                  </a:lnTo>
                  <a:lnTo>
                    <a:pt x="2193" y="3393"/>
                  </a:lnTo>
                  <a:lnTo>
                    <a:pt x="2065" y="3384"/>
                  </a:lnTo>
                  <a:lnTo>
                    <a:pt x="1947" y="3364"/>
                  </a:lnTo>
                  <a:lnTo>
                    <a:pt x="1829" y="3334"/>
                  </a:lnTo>
                  <a:lnTo>
                    <a:pt x="1721" y="3295"/>
                  </a:lnTo>
                  <a:lnTo>
                    <a:pt x="1613" y="3246"/>
                  </a:lnTo>
                  <a:lnTo>
                    <a:pt x="1514" y="3187"/>
                  </a:lnTo>
                  <a:lnTo>
                    <a:pt x="1426" y="3118"/>
                  </a:lnTo>
                  <a:lnTo>
                    <a:pt x="1337" y="3039"/>
                  </a:lnTo>
                  <a:lnTo>
                    <a:pt x="1259" y="2951"/>
                  </a:lnTo>
                  <a:lnTo>
                    <a:pt x="1190" y="2862"/>
                  </a:lnTo>
                  <a:lnTo>
                    <a:pt x="1131" y="2764"/>
                  </a:lnTo>
                  <a:lnTo>
                    <a:pt x="1082" y="2656"/>
                  </a:lnTo>
                  <a:lnTo>
                    <a:pt x="1033" y="2548"/>
                  </a:lnTo>
                  <a:lnTo>
                    <a:pt x="1003" y="2430"/>
                  </a:lnTo>
                  <a:lnTo>
                    <a:pt x="993" y="2312"/>
                  </a:lnTo>
                  <a:lnTo>
                    <a:pt x="983" y="2184"/>
                  </a:lnTo>
                  <a:lnTo>
                    <a:pt x="993" y="2056"/>
                  </a:lnTo>
                  <a:lnTo>
                    <a:pt x="1003" y="1938"/>
                  </a:lnTo>
                  <a:lnTo>
                    <a:pt x="1033" y="1820"/>
                  </a:lnTo>
                  <a:lnTo>
                    <a:pt x="1082" y="1712"/>
                  </a:lnTo>
                  <a:lnTo>
                    <a:pt x="1131" y="1604"/>
                  </a:lnTo>
                  <a:lnTo>
                    <a:pt x="1190" y="1505"/>
                  </a:lnTo>
                  <a:lnTo>
                    <a:pt x="1259" y="1417"/>
                  </a:lnTo>
                  <a:lnTo>
                    <a:pt x="1337" y="1328"/>
                  </a:lnTo>
                  <a:lnTo>
                    <a:pt x="1426" y="1250"/>
                  </a:lnTo>
                  <a:lnTo>
                    <a:pt x="1514" y="1181"/>
                  </a:lnTo>
                  <a:lnTo>
                    <a:pt x="1613" y="1122"/>
                  </a:lnTo>
                  <a:lnTo>
                    <a:pt x="1721" y="1073"/>
                  </a:lnTo>
                  <a:lnTo>
                    <a:pt x="1829" y="1033"/>
                  </a:lnTo>
                  <a:lnTo>
                    <a:pt x="1947" y="1004"/>
                  </a:lnTo>
                  <a:lnTo>
                    <a:pt x="2065" y="984"/>
                  </a:lnTo>
                  <a:lnTo>
                    <a:pt x="2193" y="974"/>
                  </a:lnTo>
                  <a:close/>
                  <a:moveTo>
                    <a:pt x="1731" y="1"/>
                  </a:moveTo>
                  <a:lnTo>
                    <a:pt x="1731" y="493"/>
                  </a:lnTo>
                  <a:lnTo>
                    <a:pt x="1632" y="522"/>
                  </a:lnTo>
                  <a:lnTo>
                    <a:pt x="1524" y="561"/>
                  </a:lnTo>
                  <a:lnTo>
                    <a:pt x="1426" y="611"/>
                  </a:lnTo>
                  <a:lnTo>
                    <a:pt x="1328" y="660"/>
                  </a:lnTo>
                  <a:lnTo>
                    <a:pt x="983" y="316"/>
                  </a:lnTo>
                  <a:lnTo>
                    <a:pt x="334" y="955"/>
                  </a:lnTo>
                  <a:lnTo>
                    <a:pt x="669" y="1299"/>
                  </a:lnTo>
                  <a:lnTo>
                    <a:pt x="620" y="1397"/>
                  </a:lnTo>
                  <a:lnTo>
                    <a:pt x="570" y="1496"/>
                  </a:lnTo>
                  <a:lnTo>
                    <a:pt x="531" y="1604"/>
                  </a:lnTo>
                  <a:lnTo>
                    <a:pt x="502" y="1702"/>
                  </a:lnTo>
                  <a:lnTo>
                    <a:pt x="0" y="1702"/>
                  </a:lnTo>
                  <a:lnTo>
                    <a:pt x="0" y="2617"/>
                  </a:lnTo>
                  <a:lnTo>
                    <a:pt x="492" y="2617"/>
                  </a:lnTo>
                  <a:lnTo>
                    <a:pt x="531" y="2725"/>
                  </a:lnTo>
                  <a:lnTo>
                    <a:pt x="570" y="2833"/>
                  </a:lnTo>
                  <a:lnTo>
                    <a:pt x="610" y="2931"/>
                  </a:lnTo>
                  <a:lnTo>
                    <a:pt x="659" y="3030"/>
                  </a:lnTo>
                  <a:lnTo>
                    <a:pt x="305" y="3384"/>
                  </a:lnTo>
                  <a:lnTo>
                    <a:pt x="944" y="4033"/>
                  </a:lnTo>
                  <a:lnTo>
                    <a:pt x="1308" y="3679"/>
                  </a:lnTo>
                  <a:lnTo>
                    <a:pt x="1406" y="3728"/>
                  </a:lnTo>
                  <a:lnTo>
                    <a:pt x="1505" y="3777"/>
                  </a:lnTo>
                  <a:lnTo>
                    <a:pt x="1613" y="3816"/>
                  </a:lnTo>
                  <a:lnTo>
                    <a:pt x="1721" y="3846"/>
                  </a:lnTo>
                  <a:lnTo>
                    <a:pt x="1721" y="4367"/>
                  </a:lnTo>
                  <a:lnTo>
                    <a:pt x="2635" y="4367"/>
                  </a:lnTo>
                  <a:lnTo>
                    <a:pt x="2635" y="3856"/>
                  </a:lnTo>
                  <a:lnTo>
                    <a:pt x="2744" y="3826"/>
                  </a:lnTo>
                  <a:lnTo>
                    <a:pt x="2852" y="3787"/>
                  </a:lnTo>
                  <a:lnTo>
                    <a:pt x="2950" y="3738"/>
                  </a:lnTo>
                  <a:lnTo>
                    <a:pt x="3048" y="3688"/>
                  </a:lnTo>
                  <a:lnTo>
                    <a:pt x="3412" y="4042"/>
                  </a:lnTo>
                  <a:lnTo>
                    <a:pt x="4061" y="3403"/>
                  </a:lnTo>
                  <a:lnTo>
                    <a:pt x="3697" y="3039"/>
                  </a:lnTo>
                  <a:lnTo>
                    <a:pt x="3756" y="2951"/>
                  </a:lnTo>
                  <a:lnTo>
                    <a:pt x="3796" y="2843"/>
                  </a:lnTo>
                  <a:lnTo>
                    <a:pt x="3835" y="2744"/>
                  </a:lnTo>
                  <a:lnTo>
                    <a:pt x="3874" y="2636"/>
                  </a:lnTo>
                  <a:lnTo>
                    <a:pt x="4376" y="2636"/>
                  </a:lnTo>
                  <a:lnTo>
                    <a:pt x="4376" y="1722"/>
                  </a:lnTo>
                  <a:lnTo>
                    <a:pt x="3874" y="1722"/>
                  </a:lnTo>
                  <a:lnTo>
                    <a:pt x="3845" y="1623"/>
                  </a:lnTo>
                  <a:lnTo>
                    <a:pt x="3806" y="1515"/>
                  </a:lnTo>
                  <a:lnTo>
                    <a:pt x="3756" y="1417"/>
                  </a:lnTo>
                  <a:lnTo>
                    <a:pt x="3707" y="1319"/>
                  </a:lnTo>
                  <a:lnTo>
                    <a:pt x="4061" y="965"/>
                  </a:lnTo>
                  <a:lnTo>
                    <a:pt x="3412" y="316"/>
                  </a:lnTo>
                  <a:lnTo>
                    <a:pt x="3068" y="670"/>
                  </a:lnTo>
                  <a:lnTo>
                    <a:pt x="2960" y="611"/>
                  </a:lnTo>
                  <a:lnTo>
                    <a:pt x="2862" y="571"/>
                  </a:lnTo>
                  <a:lnTo>
                    <a:pt x="2763" y="532"/>
                  </a:lnTo>
                  <a:lnTo>
                    <a:pt x="2655" y="493"/>
                  </a:lnTo>
                  <a:lnTo>
                    <a:pt x="26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1" name="Google Shape;1641;p104"/>
            <p:cNvSpPr/>
            <p:nvPr/>
          </p:nvSpPr>
          <p:spPr>
            <a:xfrm>
              <a:off x="2099100" y="2300650"/>
              <a:ext cx="381550" cy="351325"/>
            </a:xfrm>
            <a:custGeom>
              <a:avLst/>
              <a:gdLst/>
              <a:ahLst/>
              <a:cxnLst/>
              <a:rect l="l" t="t" r="r" b="b"/>
              <a:pathLst>
                <a:path w="15262" h="14053" extrusionOk="0">
                  <a:moveTo>
                    <a:pt x="10955" y="3688"/>
                  </a:moveTo>
                  <a:lnTo>
                    <a:pt x="10955" y="10355"/>
                  </a:lnTo>
                  <a:lnTo>
                    <a:pt x="4297" y="10355"/>
                  </a:lnTo>
                  <a:lnTo>
                    <a:pt x="4297" y="3688"/>
                  </a:lnTo>
                  <a:close/>
                  <a:moveTo>
                    <a:pt x="3344" y="1"/>
                  </a:moveTo>
                  <a:lnTo>
                    <a:pt x="3245" y="11"/>
                  </a:lnTo>
                  <a:lnTo>
                    <a:pt x="3147" y="21"/>
                  </a:lnTo>
                  <a:lnTo>
                    <a:pt x="3058" y="50"/>
                  </a:lnTo>
                  <a:lnTo>
                    <a:pt x="2970" y="80"/>
                  </a:lnTo>
                  <a:lnTo>
                    <a:pt x="2891" y="119"/>
                  </a:lnTo>
                  <a:lnTo>
                    <a:pt x="2813" y="168"/>
                  </a:lnTo>
                  <a:lnTo>
                    <a:pt x="2734" y="217"/>
                  </a:lnTo>
                  <a:lnTo>
                    <a:pt x="2675" y="286"/>
                  </a:lnTo>
                  <a:lnTo>
                    <a:pt x="2606" y="355"/>
                  </a:lnTo>
                  <a:lnTo>
                    <a:pt x="2557" y="424"/>
                  </a:lnTo>
                  <a:lnTo>
                    <a:pt x="2508" y="502"/>
                  </a:lnTo>
                  <a:lnTo>
                    <a:pt x="2468" y="581"/>
                  </a:lnTo>
                  <a:lnTo>
                    <a:pt x="2439" y="670"/>
                  </a:lnTo>
                  <a:lnTo>
                    <a:pt x="2409" y="768"/>
                  </a:lnTo>
                  <a:lnTo>
                    <a:pt x="2400" y="856"/>
                  </a:lnTo>
                  <a:lnTo>
                    <a:pt x="2390" y="955"/>
                  </a:lnTo>
                  <a:lnTo>
                    <a:pt x="2400" y="1053"/>
                  </a:lnTo>
                  <a:lnTo>
                    <a:pt x="2409" y="1151"/>
                  </a:lnTo>
                  <a:lnTo>
                    <a:pt x="2439" y="1240"/>
                  </a:lnTo>
                  <a:lnTo>
                    <a:pt x="2468" y="1328"/>
                  </a:lnTo>
                  <a:lnTo>
                    <a:pt x="2508" y="1407"/>
                  </a:lnTo>
                  <a:lnTo>
                    <a:pt x="2557" y="1486"/>
                  </a:lnTo>
                  <a:lnTo>
                    <a:pt x="2606" y="1564"/>
                  </a:lnTo>
                  <a:lnTo>
                    <a:pt x="2675" y="1623"/>
                  </a:lnTo>
                  <a:lnTo>
                    <a:pt x="2734" y="1692"/>
                  </a:lnTo>
                  <a:lnTo>
                    <a:pt x="2813" y="1741"/>
                  </a:lnTo>
                  <a:lnTo>
                    <a:pt x="2891" y="1791"/>
                  </a:lnTo>
                  <a:lnTo>
                    <a:pt x="2970" y="1830"/>
                  </a:lnTo>
                  <a:lnTo>
                    <a:pt x="3058" y="1859"/>
                  </a:lnTo>
                  <a:lnTo>
                    <a:pt x="3147" y="1889"/>
                  </a:lnTo>
                  <a:lnTo>
                    <a:pt x="3245" y="1899"/>
                  </a:lnTo>
                  <a:lnTo>
                    <a:pt x="3344" y="1909"/>
                  </a:lnTo>
                  <a:lnTo>
                    <a:pt x="3471" y="1899"/>
                  </a:lnTo>
                  <a:lnTo>
                    <a:pt x="3599" y="1869"/>
                  </a:lnTo>
                  <a:lnTo>
                    <a:pt x="3717" y="1830"/>
                  </a:lnTo>
                  <a:lnTo>
                    <a:pt x="3825" y="1771"/>
                  </a:lnTo>
                  <a:lnTo>
                    <a:pt x="3924" y="1702"/>
                  </a:lnTo>
                  <a:lnTo>
                    <a:pt x="4022" y="1623"/>
                  </a:lnTo>
                  <a:lnTo>
                    <a:pt x="4101" y="1535"/>
                  </a:lnTo>
                  <a:lnTo>
                    <a:pt x="4170" y="1427"/>
                  </a:lnTo>
                  <a:lnTo>
                    <a:pt x="5241" y="1427"/>
                  </a:lnTo>
                  <a:lnTo>
                    <a:pt x="5241" y="2744"/>
                  </a:lnTo>
                  <a:lnTo>
                    <a:pt x="3344" y="2744"/>
                  </a:lnTo>
                  <a:lnTo>
                    <a:pt x="3344" y="4642"/>
                  </a:lnTo>
                  <a:lnTo>
                    <a:pt x="1770" y="4642"/>
                  </a:lnTo>
                  <a:lnTo>
                    <a:pt x="1701" y="4544"/>
                  </a:lnTo>
                  <a:lnTo>
                    <a:pt x="1623" y="4446"/>
                  </a:lnTo>
                  <a:lnTo>
                    <a:pt x="1534" y="4367"/>
                  </a:lnTo>
                  <a:lnTo>
                    <a:pt x="1436" y="4298"/>
                  </a:lnTo>
                  <a:lnTo>
                    <a:pt x="1318" y="4239"/>
                  </a:lnTo>
                  <a:lnTo>
                    <a:pt x="1200" y="4200"/>
                  </a:lnTo>
                  <a:lnTo>
                    <a:pt x="1082" y="4180"/>
                  </a:lnTo>
                  <a:lnTo>
                    <a:pt x="944" y="4170"/>
                  </a:lnTo>
                  <a:lnTo>
                    <a:pt x="856" y="4170"/>
                  </a:lnTo>
                  <a:lnTo>
                    <a:pt x="757" y="4190"/>
                  </a:lnTo>
                  <a:lnTo>
                    <a:pt x="669" y="4210"/>
                  </a:lnTo>
                  <a:lnTo>
                    <a:pt x="580" y="4239"/>
                  </a:lnTo>
                  <a:lnTo>
                    <a:pt x="492" y="4278"/>
                  </a:lnTo>
                  <a:lnTo>
                    <a:pt x="413" y="4328"/>
                  </a:lnTo>
                  <a:lnTo>
                    <a:pt x="344" y="4387"/>
                  </a:lnTo>
                  <a:lnTo>
                    <a:pt x="275" y="4446"/>
                  </a:lnTo>
                  <a:lnTo>
                    <a:pt x="216" y="4514"/>
                  </a:lnTo>
                  <a:lnTo>
                    <a:pt x="157" y="4583"/>
                  </a:lnTo>
                  <a:lnTo>
                    <a:pt x="108" y="4662"/>
                  </a:lnTo>
                  <a:lnTo>
                    <a:pt x="69" y="4750"/>
                  </a:lnTo>
                  <a:lnTo>
                    <a:pt x="39" y="4839"/>
                  </a:lnTo>
                  <a:lnTo>
                    <a:pt x="20" y="4927"/>
                  </a:lnTo>
                  <a:lnTo>
                    <a:pt x="0" y="5026"/>
                  </a:lnTo>
                  <a:lnTo>
                    <a:pt x="0" y="5124"/>
                  </a:lnTo>
                  <a:lnTo>
                    <a:pt x="0" y="5213"/>
                  </a:lnTo>
                  <a:lnTo>
                    <a:pt x="20" y="5311"/>
                  </a:lnTo>
                  <a:lnTo>
                    <a:pt x="39" y="5399"/>
                  </a:lnTo>
                  <a:lnTo>
                    <a:pt x="69" y="5488"/>
                  </a:lnTo>
                  <a:lnTo>
                    <a:pt x="108" y="5576"/>
                  </a:lnTo>
                  <a:lnTo>
                    <a:pt x="157" y="5655"/>
                  </a:lnTo>
                  <a:lnTo>
                    <a:pt x="216" y="5724"/>
                  </a:lnTo>
                  <a:lnTo>
                    <a:pt x="275" y="5793"/>
                  </a:lnTo>
                  <a:lnTo>
                    <a:pt x="344" y="5852"/>
                  </a:lnTo>
                  <a:lnTo>
                    <a:pt x="413" y="5911"/>
                  </a:lnTo>
                  <a:lnTo>
                    <a:pt x="492" y="5960"/>
                  </a:lnTo>
                  <a:lnTo>
                    <a:pt x="580" y="5999"/>
                  </a:lnTo>
                  <a:lnTo>
                    <a:pt x="669" y="6029"/>
                  </a:lnTo>
                  <a:lnTo>
                    <a:pt x="757" y="6048"/>
                  </a:lnTo>
                  <a:lnTo>
                    <a:pt x="856" y="6068"/>
                  </a:lnTo>
                  <a:lnTo>
                    <a:pt x="944" y="6068"/>
                  </a:lnTo>
                  <a:lnTo>
                    <a:pt x="1082" y="6058"/>
                  </a:lnTo>
                  <a:lnTo>
                    <a:pt x="1200" y="6039"/>
                  </a:lnTo>
                  <a:lnTo>
                    <a:pt x="1318" y="5999"/>
                  </a:lnTo>
                  <a:lnTo>
                    <a:pt x="1436" y="5940"/>
                  </a:lnTo>
                  <a:lnTo>
                    <a:pt x="1534" y="5871"/>
                  </a:lnTo>
                  <a:lnTo>
                    <a:pt x="1623" y="5793"/>
                  </a:lnTo>
                  <a:lnTo>
                    <a:pt x="1701" y="5694"/>
                  </a:lnTo>
                  <a:lnTo>
                    <a:pt x="1770" y="5596"/>
                  </a:lnTo>
                  <a:lnTo>
                    <a:pt x="3344" y="5596"/>
                  </a:lnTo>
                  <a:lnTo>
                    <a:pt x="3344" y="8448"/>
                  </a:lnTo>
                  <a:lnTo>
                    <a:pt x="1770" y="8448"/>
                  </a:lnTo>
                  <a:lnTo>
                    <a:pt x="1701" y="8349"/>
                  </a:lnTo>
                  <a:lnTo>
                    <a:pt x="1623" y="8251"/>
                  </a:lnTo>
                  <a:lnTo>
                    <a:pt x="1534" y="8172"/>
                  </a:lnTo>
                  <a:lnTo>
                    <a:pt x="1436" y="8104"/>
                  </a:lnTo>
                  <a:lnTo>
                    <a:pt x="1318" y="8045"/>
                  </a:lnTo>
                  <a:lnTo>
                    <a:pt x="1200" y="8005"/>
                  </a:lnTo>
                  <a:lnTo>
                    <a:pt x="1082" y="7986"/>
                  </a:lnTo>
                  <a:lnTo>
                    <a:pt x="944" y="7976"/>
                  </a:lnTo>
                  <a:lnTo>
                    <a:pt x="856" y="7976"/>
                  </a:lnTo>
                  <a:lnTo>
                    <a:pt x="757" y="7995"/>
                  </a:lnTo>
                  <a:lnTo>
                    <a:pt x="669" y="8015"/>
                  </a:lnTo>
                  <a:lnTo>
                    <a:pt x="580" y="8045"/>
                  </a:lnTo>
                  <a:lnTo>
                    <a:pt x="492" y="8084"/>
                  </a:lnTo>
                  <a:lnTo>
                    <a:pt x="413" y="8133"/>
                  </a:lnTo>
                  <a:lnTo>
                    <a:pt x="344" y="8192"/>
                  </a:lnTo>
                  <a:lnTo>
                    <a:pt x="275" y="8251"/>
                  </a:lnTo>
                  <a:lnTo>
                    <a:pt x="216" y="8320"/>
                  </a:lnTo>
                  <a:lnTo>
                    <a:pt x="157" y="8389"/>
                  </a:lnTo>
                  <a:lnTo>
                    <a:pt x="108" y="8467"/>
                  </a:lnTo>
                  <a:lnTo>
                    <a:pt x="69" y="8556"/>
                  </a:lnTo>
                  <a:lnTo>
                    <a:pt x="39" y="8644"/>
                  </a:lnTo>
                  <a:lnTo>
                    <a:pt x="20" y="8733"/>
                  </a:lnTo>
                  <a:lnTo>
                    <a:pt x="0" y="8831"/>
                  </a:lnTo>
                  <a:lnTo>
                    <a:pt x="0" y="8930"/>
                  </a:lnTo>
                  <a:lnTo>
                    <a:pt x="0" y="9018"/>
                  </a:lnTo>
                  <a:lnTo>
                    <a:pt x="20" y="9116"/>
                  </a:lnTo>
                  <a:lnTo>
                    <a:pt x="39" y="9205"/>
                  </a:lnTo>
                  <a:lnTo>
                    <a:pt x="69" y="9293"/>
                  </a:lnTo>
                  <a:lnTo>
                    <a:pt x="108" y="9382"/>
                  </a:lnTo>
                  <a:lnTo>
                    <a:pt x="157" y="9461"/>
                  </a:lnTo>
                  <a:lnTo>
                    <a:pt x="216" y="9529"/>
                  </a:lnTo>
                  <a:lnTo>
                    <a:pt x="275" y="9598"/>
                  </a:lnTo>
                  <a:lnTo>
                    <a:pt x="344" y="9657"/>
                  </a:lnTo>
                  <a:lnTo>
                    <a:pt x="413" y="9716"/>
                  </a:lnTo>
                  <a:lnTo>
                    <a:pt x="492" y="9765"/>
                  </a:lnTo>
                  <a:lnTo>
                    <a:pt x="580" y="9805"/>
                  </a:lnTo>
                  <a:lnTo>
                    <a:pt x="669" y="9834"/>
                  </a:lnTo>
                  <a:lnTo>
                    <a:pt x="757" y="9854"/>
                  </a:lnTo>
                  <a:lnTo>
                    <a:pt x="856" y="9874"/>
                  </a:lnTo>
                  <a:lnTo>
                    <a:pt x="944" y="9874"/>
                  </a:lnTo>
                  <a:lnTo>
                    <a:pt x="1082" y="9864"/>
                  </a:lnTo>
                  <a:lnTo>
                    <a:pt x="1200" y="9844"/>
                  </a:lnTo>
                  <a:lnTo>
                    <a:pt x="1318" y="9805"/>
                  </a:lnTo>
                  <a:lnTo>
                    <a:pt x="1436" y="9746"/>
                  </a:lnTo>
                  <a:lnTo>
                    <a:pt x="1534" y="9677"/>
                  </a:lnTo>
                  <a:lnTo>
                    <a:pt x="1623" y="9598"/>
                  </a:lnTo>
                  <a:lnTo>
                    <a:pt x="1701" y="9500"/>
                  </a:lnTo>
                  <a:lnTo>
                    <a:pt x="1770" y="9402"/>
                  </a:lnTo>
                  <a:lnTo>
                    <a:pt x="3344" y="9402"/>
                  </a:lnTo>
                  <a:lnTo>
                    <a:pt x="3344" y="11299"/>
                  </a:lnTo>
                  <a:lnTo>
                    <a:pt x="5241" y="11299"/>
                  </a:lnTo>
                  <a:lnTo>
                    <a:pt x="5241" y="12617"/>
                  </a:lnTo>
                  <a:lnTo>
                    <a:pt x="4170" y="12617"/>
                  </a:lnTo>
                  <a:lnTo>
                    <a:pt x="4101" y="12519"/>
                  </a:lnTo>
                  <a:lnTo>
                    <a:pt x="4022" y="12430"/>
                  </a:lnTo>
                  <a:lnTo>
                    <a:pt x="3924" y="12342"/>
                  </a:lnTo>
                  <a:lnTo>
                    <a:pt x="3825" y="12273"/>
                  </a:lnTo>
                  <a:lnTo>
                    <a:pt x="3717" y="12224"/>
                  </a:lnTo>
                  <a:lnTo>
                    <a:pt x="3599" y="12184"/>
                  </a:lnTo>
                  <a:lnTo>
                    <a:pt x="3471" y="12155"/>
                  </a:lnTo>
                  <a:lnTo>
                    <a:pt x="3344" y="12145"/>
                  </a:lnTo>
                  <a:lnTo>
                    <a:pt x="3245" y="12155"/>
                  </a:lnTo>
                  <a:lnTo>
                    <a:pt x="3147" y="12165"/>
                  </a:lnTo>
                  <a:lnTo>
                    <a:pt x="3058" y="12184"/>
                  </a:lnTo>
                  <a:lnTo>
                    <a:pt x="2970" y="12224"/>
                  </a:lnTo>
                  <a:lnTo>
                    <a:pt x="2891" y="12263"/>
                  </a:lnTo>
                  <a:lnTo>
                    <a:pt x="2813" y="12312"/>
                  </a:lnTo>
                  <a:lnTo>
                    <a:pt x="2734" y="12361"/>
                  </a:lnTo>
                  <a:lnTo>
                    <a:pt x="2675" y="12420"/>
                  </a:lnTo>
                  <a:lnTo>
                    <a:pt x="2606" y="12489"/>
                  </a:lnTo>
                  <a:lnTo>
                    <a:pt x="2557" y="12568"/>
                  </a:lnTo>
                  <a:lnTo>
                    <a:pt x="2508" y="12647"/>
                  </a:lnTo>
                  <a:lnTo>
                    <a:pt x="2468" y="12725"/>
                  </a:lnTo>
                  <a:lnTo>
                    <a:pt x="2439" y="12814"/>
                  </a:lnTo>
                  <a:lnTo>
                    <a:pt x="2409" y="12902"/>
                  </a:lnTo>
                  <a:lnTo>
                    <a:pt x="2400" y="13001"/>
                  </a:lnTo>
                  <a:lnTo>
                    <a:pt x="2390" y="13099"/>
                  </a:lnTo>
                  <a:lnTo>
                    <a:pt x="2400" y="13197"/>
                  </a:lnTo>
                  <a:lnTo>
                    <a:pt x="2409" y="13286"/>
                  </a:lnTo>
                  <a:lnTo>
                    <a:pt x="2439" y="13384"/>
                  </a:lnTo>
                  <a:lnTo>
                    <a:pt x="2468" y="13473"/>
                  </a:lnTo>
                  <a:lnTo>
                    <a:pt x="2508" y="13551"/>
                  </a:lnTo>
                  <a:lnTo>
                    <a:pt x="2557" y="13630"/>
                  </a:lnTo>
                  <a:lnTo>
                    <a:pt x="2606" y="13699"/>
                  </a:lnTo>
                  <a:lnTo>
                    <a:pt x="2675" y="13768"/>
                  </a:lnTo>
                  <a:lnTo>
                    <a:pt x="2734" y="13836"/>
                  </a:lnTo>
                  <a:lnTo>
                    <a:pt x="2813" y="13886"/>
                  </a:lnTo>
                  <a:lnTo>
                    <a:pt x="2891" y="13935"/>
                  </a:lnTo>
                  <a:lnTo>
                    <a:pt x="2970" y="13974"/>
                  </a:lnTo>
                  <a:lnTo>
                    <a:pt x="3058" y="14004"/>
                  </a:lnTo>
                  <a:lnTo>
                    <a:pt x="3147" y="14033"/>
                  </a:lnTo>
                  <a:lnTo>
                    <a:pt x="3245" y="14043"/>
                  </a:lnTo>
                  <a:lnTo>
                    <a:pt x="3344" y="14053"/>
                  </a:lnTo>
                  <a:lnTo>
                    <a:pt x="3471" y="14043"/>
                  </a:lnTo>
                  <a:lnTo>
                    <a:pt x="3599" y="14013"/>
                  </a:lnTo>
                  <a:lnTo>
                    <a:pt x="3717" y="13974"/>
                  </a:lnTo>
                  <a:lnTo>
                    <a:pt x="3825" y="13915"/>
                  </a:lnTo>
                  <a:lnTo>
                    <a:pt x="3924" y="13846"/>
                  </a:lnTo>
                  <a:lnTo>
                    <a:pt x="4022" y="13768"/>
                  </a:lnTo>
                  <a:lnTo>
                    <a:pt x="4101" y="13679"/>
                  </a:lnTo>
                  <a:lnTo>
                    <a:pt x="4170" y="13571"/>
                  </a:lnTo>
                  <a:lnTo>
                    <a:pt x="6195" y="13571"/>
                  </a:lnTo>
                  <a:lnTo>
                    <a:pt x="6195" y="12617"/>
                  </a:lnTo>
                  <a:lnTo>
                    <a:pt x="6195" y="11299"/>
                  </a:lnTo>
                  <a:lnTo>
                    <a:pt x="9057" y="11299"/>
                  </a:lnTo>
                  <a:lnTo>
                    <a:pt x="9057" y="12617"/>
                  </a:lnTo>
                  <a:lnTo>
                    <a:pt x="9057" y="13571"/>
                  </a:lnTo>
                  <a:lnTo>
                    <a:pt x="11082" y="13571"/>
                  </a:lnTo>
                  <a:lnTo>
                    <a:pt x="11151" y="13679"/>
                  </a:lnTo>
                  <a:lnTo>
                    <a:pt x="11230" y="13768"/>
                  </a:lnTo>
                  <a:lnTo>
                    <a:pt x="11328" y="13846"/>
                  </a:lnTo>
                  <a:lnTo>
                    <a:pt x="11427" y="13915"/>
                  </a:lnTo>
                  <a:lnTo>
                    <a:pt x="11535" y="13974"/>
                  </a:lnTo>
                  <a:lnTo>
                    <a:pt x="11653" y="14013"/>
                  </a:lnTo>
                  <a:lnTo>
                    <a:pt x="11781" y="14043"/>
                  </a:lnTo>
                  <a:lnTo>
                    <a:pt x="11908" y="14053"/>
                  </a:lnTo>
                  <a:lnTo>
                    <a:pt x="12007" y="14043"/>
                  </a:lnTo>
                  <a:lnTo>
                    <a:pt x="12095" y="14033"/>
                  </a:lnTo>
                  <a:lnTo>
                    <a:pt x="12194" y="14004"/>
                  </a:lnTo>
                  <a:lnTo>
                    <a:pt x="12282" y="13974"/>
                  </a:lnTo>
                  <a:lnTo>
                    <a:pt x="12361" y="13935"/>
                  </a:lnTo>
                  <a:lnTo>
                    <a:pt x="12439" y="13886"/>
                  </a:lnTo>
                  <a:lnTo>
                    <a:pt x="12508" y="13836"/>
                  </a:lnTo>
                  <a:lnTo>
                    <a:pt x="12577" y="13768"/>
                  </a:lnTo>
                  <a:lnTo>
                    <a:pt x="12646" y="13699"/>
                  </a:lnTo>
                  <a:lnTo>
                    <a:pt x="12695" y="13630"/>
                  </a:lnTo>
                  <a:lnTo>
                    <a:pt x="12744" y="13551"/>
                  </a:lnTo>
                  <a:lnTo>
                    <a:pt x="12784" y="13473"/>
                  </a:lnTo>
                  <a:lnTo>
                    <a:pt x="12813" y="13384"/>
                  </a:lnTo>
                  <a:lnTo>
                    <a:pt x="12843" y="13286"/>
                  </a:lnTo>
                  <a:lnTo>
                    <a:pt x="12852" y="13197"/>
                  </a:lnTo>
                  <a:lnTo>
                    <a:pt x="12862" y="13099"/>
                  </a:lnTo>
                  <a:lnTo>
                    <a:pt x="12852" y="13001"/>
                  </a:lnTo>
                  <a:lnTo>
                    <a:pt x="12843" y="12902"/>
                  </a:lnTo>
                  <a:lnTo>
                    <a:pt x="12813" y="12814"/>
                  </a:lnTo>
                  <a:lnTo>
                    <a:pt x="12784" y="12725"/>
                  </a:lnTo>
                  <a:lnTo>
                    <a:pt x="12744" y="12647"/>
                  </a:lnTo>
                  <a:lnTo>
                    <a:pt x="12695" y="12568"/>
                  </a:lnTo>
                  <a:lnTo>
                    <a:pt x="12646" y="12489"/>
                  </a:lnTo>
                  <a:lnTo>
                    <a:pt x="12577" y="12420"/>
                  </a:lnTo>
                  <a:lnTo>
                    <a:pt x="12508" y="12361"/>
                  </a:lnTo>
                  <a:lnTo>
                    <a:pt x="12439" y="12312"/>
                  </a:lnTo>
                  <a:lnTo>
                    <a:pt x="12361" y="12263"/>
                  </a:lnTo>
                  <a:lnTo>
                    <a:pt x="12282" y="12224"/>
                  </a:lnTo>
                  <a:lnTo>
                    <a:pt x="12194" y="12184"/>
                  </a:lnTo>
                  <a:lnTo>
                    <a:pt x="12095" y="12165"/>
                  </a:lnTo>
                  <a:lnTo>
                    <a:pt x="12007" y="12155"/>
                  </a:lnTo>
                  <a:lnTo>
                    <a:pt x="11908" y="12145"/>
                  </a:lnTo>
                  <a:lnTo>
                    <a:pt x="11781" y="12155"/>
                  </a:lnTo>
                  <a:lnTo>
                    <a:pt x="11653" y="12184"/>
                  </a:lnTo>
                  <a:lnTo>
                    <a:pt x="11535" y="12224"/>
                  </a:lnTo>
                  <a:lnTo>
                    <a:pt x="11427" y="12273"/>
                  </a:lnTo>
                  <a:lnTo>
                    <a:pt x="11328" y="12342"/>
                  </a:lnTo>
                  <a:lnTo>
                    <a:pt x="11230" y="12430"/>
                  </a:lnTo>
                  <a:lnTo>
                    <a:pt x="11151" y="12519"/>
                  </a:lnTo>
                  <a:lnTo>
                    <a:pt x="11082" y="12617"/>
                  </a:lnTo>
                  <a:lnTo>
                    <a:pt x="10011" y="12617"/>
                  </a:lnTo>
                  <a:lnTo>
                    <a:pt x="10011" y="11299"/>
                  </a:lnTo>
                  <a:lnTo>
                    <a:pt x="11908" y="11299"/>
                  </a:lnTo>
                  <a:lnTo>
                    <a:pt x="11908" y="9402"/>
                  </a:lnTo>
                  <a:lnTo>
                    <a:pt x="13482" y="9402"/>
                  </a:lnTo>
                  <a:lnTo>
                    <a:pt x="13551" y="9500"/>
                  </a:lnTo>
                  <a:lnTo>
                    <a:pt x="13629" y="9598"/>
                  </a:lnTo>
                  <a:lnTo>
                    <a:pt x="13718" y="9677"/>
                  </a:lnTo>
                  <a:lnTo>
                    <a:pt x="13826" y="9746"/>
                  </a:lnTo>
                  <a:lnTo>
                    <a:pt x="13934" y="9805"/>
                  </a:lnTo>
                  <a:lnTo>
                    <a:pt x="14052" y="9844"/>
                  </a:lnTo>
                  <a:lnTo>
                    <a:pt x="14180" y="9864"/>
                  </a:lnTo>
                  <a:lnTo>
                    <a:pt x="14308" y="9874"/>
                  </a:lnTo>
                  <a:lnTo>
                    <a:pt x="14406" y="9874"/>
                  </a:lnTo>
                  <a:lnTo>
                    <a:pt x="14495" y="9854"/>
                  </a:lnTo>
                  <a:lnTo>
                    <a:pt x="14593" y="9834"/>
                  </a:lnTo>
                  <a:lnTo>
                    <a:pt x="14672" y="9805"/>
                  </a:lnTo>
                  <a:lnTo>
                    <a:pt x="14760" y="9765"/>
                  </a:lnTo>
                  <a:lnTo>
                    <a:pt x="14839" y="9716"/>
                  </a:lnTo>
                  <a:lnTo>
                    <a:pt x="14908" y="9657"/>
                  </a:lnTo>
                  <a:lnTo>
                    <a:pt x="14976" y="9598"/>
                  </a:lnTo>
                  <a:lnTo>
                    <a:pt x="15035" y="9529"/>
                  </a:lnTo>
                  <a:lnTo>
                    <a:pt x="15094" y="9461"/>
                  </a:lnTo>
                  <a:lnTo>
                    <a:pt x="15144" y="9382"/>
                  </a:lnTo>
                  <a:lnTo>
                    <a:pt x="15183" y="9293"/>
                  </a:lnTo>
                  <a:lnTo>
                    <a:pt x="15212" y="9205"/>
                  </a:lnTo>
                  <a:lnTo>
                    <a:pt x="15242" y="9116"/>
                  </a:lnTo>
                  <a:lnTo>
                    <a:pt x="15252" y="9018"/>
                  </a:lnTo>
                  <a:lnTo>
                    <a:pt x="15262" y="8930"/>
                  </a:lnTo>
                  <a:lnTo>
                    <a:pt x="15252" y="8831"/>
                  </a:lnTo>
                  <a:lnTo>
                    <a:pt x="15242" y="8733"/>
                  </a:lnTo>
                  <a:lnTo>
                    <a:pt x="15212" y="8644"/>
                  </a:lnTo>
                  <a:lnTo>
                    <a:pt x="15183" y="8556"/>
                  </a:lnTo>
                  <a:lnTo>
                    <a:pt x="15144" y="8467"/>
                  </a:lnTo>
                  <a:lnTo>
                    <a:pt x="15094" y="8389"/>
                  </a:lnTo>
                  <a:lnTo>
                    <a:pt x="15035" y="8320"/>
                  </a:lnTo>
                  <a:lnTo>
                    <a:pt x="14976" y="8251"/>
                  </a:lnTo>
                  <a:lnTo>
                    <a:pt x="14908" y="8192"/>
                  </a:lnTo>
                  <a:lnTo>
                    <a:pt x="14839" y="8133"/>
                  </a:lnTo>
                  <a:lnTo>
                    <a:pt x="14760" y="8084"/>
                  </a:lnTo>
                  <a:lnTo>
                    <a:pt x="14672" y="8045"/>
                  </a:lnTo>
                  <a:lnTo>
                    <a:pt x="14593" y="8015"/>
                  </a:lnTo>
                  <a:lnTo>
                    <a:pt x="14495" y="7995"/>
                  </a:lnTo>
                  <a:lnTo>
                    <a:pt x="14406" y="7976"/>
                  </a:lnTo>
                  <a:lnTo>
                    <a:pt x="14308" y="7976"/>
                  </a:lnTo>
                  <a:lnTo>
                    <a:pt x="14180" y="7986"/>
                  </a:lnTo>
                  <a:lnTo>
                    <a:pt x="14052" y="8005"/>
                  </a:lnTo>
                  <a:lnTo>
                    <a:pt x="13934" y="8045"/>
                  </a:lnTo>
                  <a:lnTo>
                    <a:pt x="13826" y="8104"/>
                  </a:lnTo>
                  <a:lnTo>
                    <a:pt x="13718" y="8172"/>
                  </a:lnTo>
                  <a:lnTo>
                    <a:pt x="13629" y="8251"/>
                  </a:lnTo>
                  <a:lnTo>
                    <a:pt x="13551" y="8349"/>
                  </a:lnTo>
                  <a:lnTo>
                    <a:pt x="13482" y="8448"/>
                  </a:lnTo>
                  <a:lnTo>
                    <a:pt x="11908" y="8448"/>
                  </a:lnTo>
                  <a:lnTo>
                    <a:pt x="11908" y="5596"/>
                  </a:lnTo>
                  <a:lnTo>
                    <a:pt x="13482" y="5596"/>
                  </a:lnTo>
                  <a:lnTo>
                    <a:pt x="13551" y="5694"/>
                  </a:lnTo>
                  <a:lnTo>
                    <a:pt x="13629" y="5793"/>
                  </a:lnTo>
                  <a:lnTo>
                    <a:pt x="13718" y="5871"/>
                  </a:lnTo>
                  <a:lnTo>
                    <a:pt x="13826" y="5940"/>
                  </a:lnTo>
                  <a:lnTo>
                    <a:pt x="13934" y="5999"/>
                  </a:lnTo>
                  <a:lnTo>
                    <a:pt x="14052" y="6039"/>
                  </a:lnTo>
                  <a:lnTo>
                    <a:pt x="14180" y="6058"/>
                  </a:lnTo>
                  <a:lnTo>
                    <a:pt x="14308" y="6068"/>
                  </a:lnTo>
                  <a:lnTo>
                    <a:pt x="14406" y="6068"/>
                  </a:lnTo>
                  <a:lnTo>
                    <a:pt x="14495" y="6048"/>
                  </a:lnTo>
                  <a:lnTo>
                    <a:pt x="14593" y="6029"/>
                  </a:lnTo>
                  <a:lnTo>
                    <a:pt x="14672" y="5999"/>
                  </a:lnTo>
                  <a:lnTo>
                    <a:pt x="14760" y="5960"/>
                  </a:lnTo>
                  <a:lnTo>
                    <a:pt x="14839" y="5911"/>
                  </a:lnTo>
                  <a:lnTo>
                    <a:pt x="14908" y="5852"/>
                  </a:lnTo>
                  <a:lnTo>
                    <a:pt x="14976" y="5793"/>
                  </a:lnTo>
                  <a:lnTo>
                    <a:pt x="15035" y="5724"/>
                  </a:lnTo>
                  <a:lnTo>
                    <a:pt x="15094" y="5655"/>
                  </a:lnTo>
                  <a:lnTo>
                    <a:pt x="15144" y="5576"/>
                  </a:lnTo>
                  <a:lnTo>
                    <a:pt x="15183" y="5488"/>
                  </a:lnTo>
                  <a:lnTo>
                    <a:pt x="15212" y="5399"/>
                  </a:lnTo>
                  <a:lnTo>
                    <a:pt x="15242" y="5311"/>
                  </a:lnTo>
                  <a:lnTo>
                    <a:pt x="15252" y="5213"/>
                  </a:lnTo>
                  <a:lnTo>
                    <a:pt x="15262" y="5124"/>
                  </a:lnTo>
                  <a:lnTo>
                    <a:pt x="15252" y="5026"/>
                  </a:lnTo>
                  <a:lnTo>
                    <a:pt x="15242" y="4927"/>
                  </a:lnTo>
                  <a:lnTo>
                    <a:pt x="15212" y="4839"/>
                  </a:lnTo>
                  <a:lnTo>
                    <a:pt x="15183" y="4750"/>
                  </a:lnTo>
                  <a:lnTo>
                    <a:pt x="15144" y="4662"/>
                  </a:lnTo>
                  <a:lnTo>
                    <a:pt x="15094" y="4583"/>
                  </a:lnTo>
                  <a:lnTo>
                    <a:pt x="15035" y="4514"/>
                  </a:lnTo>
                  <a:lnTo>
                    <a:pt x="14976" y="4446"/>
                  </a:lnTo>
                  <a:lnTo>
                    <a:pt x="14908" y="4387"/>
                  </a:lnTo>
                  <a:lnTo>
                    <a:pt x="14839" y="4328"/>
                  </a:lnTo>
                  <a:lnTo>
                    <a:pt x="14760" y="4278"/>
                  </a:lnTo>
                  <a:lnTo>
                    <a:pt x="14672" y="4239"/>
                  </a:lnTo>
                  <a:lnTo>
                    <a:pt x="14593" y="4210"/>
                  </a:lnTo>
                  <a:lnTo>
                    <a:pt x="14495" y="4190"/>
                  </a:lnTo>
                  <a:lnTo>
                    <a:pt x="14406" y="4170"/>
                  </a:lnTo>
                  <a:lnTo>
                    <a:pt x="14308" y="4170"/>
                  </a:lnTo>
                  <a:lnTo>
                    <a:pt x="14180" y="4180"/>
                  </a:lnTo>
                  <a:lnTo>
                    <a:pt x="14052" y="4200"/>
                  </a:lnTo>
                  <a:lnTo>
                    <a:pt x="13934" y="4239"/>
                  </a:lnTo>
                  <a:lnTo>
                    <a:pt x="13826" y="4298"/>
                  </a:lnTo>
                  <a:lnTo>
                    <a:pt x="13718" y="4367"/>
                  </a:lnTo>
                  <a:lnTo>
                    <a:pt x="13629" y="4446"/>
                  </a:lnTo>
                  <a:lnTo>
                    <a:pt x="13551" y="4544"/>
                  </a:lnTo>
                  <a:lnTo>
                    <a:pt x="13482" y="4642"/>
                  </a:lnTo>
                  <a:lnTo>
                    <a:pt x="11908" y="4642"/>
                  </a:lnTo>
                  <a:lnTo>
                    <a:pt x="11908" y="2744"/>
                  </a:lnTo>
                  <a:lnTo>
                    <a:pt x="10011" y="2744"/>
                  </a:lnTo>
                  <a:lnTo>
                    <a:pt x="10011" y="1427"/>
                  </a:lnTo>
                  <a:lnTo>
                    <a:pt x="11082" y="1427"/>
                  </a:lnTo>
                  <a:lnTo>
                    <a:pt x="11151" y="1535"/>
                  </a:lnTo>
                  <a:lnTo>
                    <a:pt x="11230" y="1623"/>
                  </a:lnTo>
                  <a:lnTo>
                    <a:pt x="11328" y="1702"/>
                  </a:lnTo>
                  <a:lnTo>
                    <a:pt x="11427" y="1771"/>
                  </a:lnTo>
                  <a:lnTo>
                    <a:pt x="11535" y="1830"/>
                  </a:lnTo>
                  <a:lnTo>
                    <a:pt x="11653" y="1869"/>
                  </a:lnTo>
                  <a:lnTo>
                    <a:pt x="11781" y="1899"/>
                  </a:lnTo>
                  <a:lnTo>
                    <a:pt x="11908" y="1909"/>
                  </a:lnTo>
                  <a:lnTo>
                    <a:pt x="12007" y="1899"/>
                  </a:lnTo>
                  <a:lnTo>
                    <a:pt x="12095" y="1889"/>
                  </a:lnTo>
                  <a:lnTo>
                    <a:pt x="12194" y="1859"/>
                  </a:lnTo>
                  <a:lnTo>
                    <a:pt x="12282" y="1830"/>
                  </a:lnTo>
                  <a:lnTo>
                    <a:pt x="12361" y="1791"/>
                  </a:lnTo>
                  <a:lnTo>
                    <a:pt x="12439" y="1741"/>
                  </a:lnTo>
                  <a:lnTo>
                    <a:pt x="12508" y="1692"/>
                  </a:lnTo>
                  <a:lnTo>
                    <a:pt x="12577" y="1623"/>
                  </a:lnTo>
                  <a:lnTo>
                    <a:pt x="12646" y="1564"/>
                  </a:lnTo>
                  <a:lnTo>
                    <a:pt x="12695" y="1486"/>
                  </a:lnTo>
                  <a:lnTo>
                    <a:pt x="12744" y="1407"/>
                  </a:lnTo>
                  <a:lnTo>
                    <a:pt x="12784" y="1328"/>
                  </a:lnTo>
                  <a:lnTo>
                    <a:pt x="12813" y="1240"/>
                  </a:lnTo>
                  <a:lnTo>
                    <a:pt x="12843" y="1151"/>
                  </a:lnTo>
                  <a:lnTo>
                    <a:pt x="12852" y="1053"/>
                  </a:lnTo>
                  <a:lnTo>
                    <a:pt x="12862" y="955"/>
                  </a:lnTo>
                  <a:lnTo>
                    <a:pt x="12852" y="856"/>
                  </a:lnTo>
                  <a:lnTo>
                    <a:pt x="12843" y="768"/>
                  </a:lnTo>
                  <a:lnTo>
                    <a:pt x="12813" y="670"/>
                  </a:lnTo>
                  <a:lnTo>
                    <a:pt x="12784" y="581"/>
                  </a:lnTo>
                  <a:lnTo>
                    <a:pt x="12744" y="502"/>
                  </a:lnTo>
                  <a:lnTo>
                    <a:pt x="12695" y="424"/>
                  </a:lnTo>
                  <a:lnTo>
                    <a:pt x="12646" y="355"/>
                  </a:lnTo>
                  <a:lnTo>
                    <a:pt x="12577" y="286"/>
                  </a:lnTo>
                  <a:lnTo>
                    <a:pt x="12508" y="217"/>
                  </a:lnTo>
                  <a:lnTo>
                    <a:pt x="12439" y="168"/>
                  </a:lnTo>
                  <a:lnTo>
                    <a:pt x="12361" y="119"/>
                  </a:lnTo>
                  <a:lnTo>
                    <a:pt x="12282" y="80"/>
                  </a:lnTo>
                  <a:lnTo>
                    <a:pt x="12194" y="50"/>
                  </a:lnTo>
                  <a:lnTo>
                    <a:pt x="12095" y="21"/>
                  </a:lnTo>
                  <a:lnTo>
                    <a:pt x="12007" y="11"/>
                  </a:lnTo>
                  <a:lnTo>
                    <a:pt x="11908" y="1"/>
                  </a:lnTo>
                  <a:lnTo>
                    <a:pt x="11781" y="11"/>
                  </a:lnTo>
                  <a:lnTo>
                    <a:pt x="11653" y="40"/>
                  </a:lnTo>
                  <a:lnTo>
                    <a:pt x="11535" y="80"/>
                  </a:lnTo>
                  <a:lnTo>
                    <a:pt x="11427" y="139"/>
                  </a:lnTo>
                  <a:lnTo>
                    <a:pt x="11328" y="207"/>
                  </a:lnTo>
                  <a:lnTo>
                    <a:pt x="11230" y="286"/>
                  </a:lnTo>
                  <a:lnTo>
                    <a:pt x="11151" y="375"/>
                  </a:lnTo>
                  <a:lnTo>
                    <a:pt x="11082" y="483"/>
                  </a:lnTo>
                  <a:lnTo>
                    <a:pt x="9057" y="483"/>
                  </a:lnTo>
                  <a:lnTo>
                    <a:pt x="9057" y="1427"/>
                  </a:lnTo>
                  <a:lnTo>
                    <a:pt x="9057" y="2744"/>
                  </a:lnTo>
                  <a:lnTo>
                    <a:pt x="6195" y="2744"/>
                  </a:lnTo>
                  <a:lnTo>
                    <a:pt x="6195" y="483"/>
                  </a:lnTo>
                  <a:lnTo>
                    <a:pt x="4170" y="483"/>
                  </a:lnTo>
                  <a:lnTo>
                    <a:pt x="4101" y="375"/>
                  </a:lnTo>
                  <a:lnTo>
                    <a:pt x="4022" y="286"/>
                  </a:lnTo>
                  <a:lnTo>
                    <a:pt x="3924" y="207"/>
                  </a:lnTo>
                  <a:lnTo>
                    <a:pt x="3825" y="139"/>
                  </a:lnTo>
                  <a:lnTo>
                    <a:pt x="3717" y="80"/>
                  </a:lnTo>
                  <a:lnTo>
                    <a:pt x="3599" y="40"/>
                  </a:lnTo>
                  <a:lnTo>
                    <a:pt x="3471" y="11"/>
                  </a:lnTo>
                  <a:lnTo>
                    <a:pt x="3344"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42" name="Google Shape;1642;p104"/>
          <p:cNvGrpSpPr/>
          <p:nvPr/>
        </p:nvGrpSpPr>
        <p:grpSpPr>
          <a:xfrm>
            <a:off x="8118851" y="1944258"/>
            <a:ext cx="295689" cy="258229"/>
            <a:chOff x="725125" y="2301150"/>
            <a:chExt cx="403175" cy="352050"/>
          </a:xfrm>
        </p:grpSpPr>
        <p:sp>
          <p:nvSpPr>
            <p:cNvPr id="1643" name="Google Shape;1643;p104"/>
            <p:cNvSpPr/>
            <p:nvPr/>
          </p:nvSpPr>
          <p:spPr>
            <a:xfrm>
              <a:off x="908750" y="2458475"/>
              <a:ext cx="35925" cy="35675"/>
            </a:xfrm>
            <a:custGeom>
              <a:avLst/>
              <a:gdLst/>
              <a:ahLst/>
              <a:cxnLst/>
              <a:rect l="l" t="t" r="r" b="b"/>
              <a:pathLst>
                <a:path w="1437" h="1427" extrusionOk="0">
                  <a:moveTo>
                    <a:pt x="650" y="1"/>
                  </a:moveTo>
                  <a:lnTo>
                    <a:pt x="571" y="11"/>
                  </a:lnTo>
                  <a:lnTo>
                    <a:pt x="502" y="30"/>
                  </a:lnTo>
                  <a:lnTo>
                    <a:pt x="443" y="60"/>
                  </a:lnTo>
                  <a:lnTo>
                    <a:pt x="374" y="89"/>
                  </a:lnTo>
                  <a:lnTo>
                    <a:pt x="315" y="119"/>
                  </a:lnTo>
                  <a:lnTo>
                    <a:pt x="266" y="158"/>
                  </a:lnTo>
                  <a:lnTo>
                    <a:pt x="217" y="207"/>
                  </a:lnTo>
                  <a:lnTo>
                    <a:pt x="168" y="257"/>
                  </a:lnTo>
                  <a:lnTo>
                    <a:pt x="128" y="316"/>
                  </a:lnTo>
                  <a:lnTo>
                    <a:pt x="89" y="375"/>
                  </a:lnTo>
                  <a:lnTo>
                    <a:pt x="60" y="434"/>
                  </a:lnTo>
                  <a:lnTo>
                    <a:pt x="40" y="502"/>
                  </a:lnTo>
                  <a:lnTo>
                    <a:pt x="20" y="571"/>
                  </a:lnTo>
                  <a:lnTo>
                    <a:pt x="10" y="640"/>
                  </a:lnTo>
                  <a:lnTo>
                    <a:pt x="1" y="709"/>
                  </a:lnTo>
                  <a:lnTo>
                    <a:pt x="10" y="788"/>
                  </a:lnTo>
                  <a:lnTo>
                    <a:pt x="20" y="856"/>
                  </a:lnTo>
                  <a:lnTo>
                    <a:pt x="40" y="925"/>
                  </a:lnTo>
                  <a:lnTo>
                    <a:pt x="60" y="994"/>
                  </a:lnTo>
                  <a:lnTo>
                    <a:pt x="89" y="1053"/>
                  </a:lnTo>
                  <a:lnTo>
                    <a:pt x="128" y="1112"/>
                  </a:lnTo>
                  <a:lnTo>
                    <a:pt x="168" y="1171"/>
                  </a:lnTo>
                  <a:lnTo>
                    <a:pt x="217" y="1220"/>
                  </a:lnTo>
                  <a:lnTo>
                    <a:pt x="266" y="1260"/>
                  </a:lnTo>
                  <a:lnTo>
                    <a:pt x="315" y="1309"/>
                  </a:lnTo>
                  <a:lnTo>
                    <a:pt x="374" y="1338"/>
                  </a:lnTo>
                  <a:lnTo>
                    <a:pt x="443" y="1368"/>
                  </a:lnTo>
                  <a:lnTo>
                    <a:pt x="502" y="1397"/>
                  </a:lnTo>
                  <a:lnTo>
                    <a:pt x="571" y="1417"/>
                  </a:lnTo>
                  <a:lnTo>
                    <a:pt x="650" y="1427"/>
                  </a:lnTo>
                  <a:lnTo>
                    <a:pt x="787" y="1427"/>
                  </a:lnTo>
                  <a:lnTo>
                    <a:pt x="866" y="1417"/>
                  </a:lnTo>
                  <a:lnTo>
                    <a:pt x="935" y="1397"/>
                  </a:lnTo>
                  <a:lnTo>
                    <a:pt x="994" y="1368"/>
                  </a:lnTo>
                  <a:lnTo>
                    <a:pt x="1063" y="1338"/>
                  </a:lnTo>
                  <a:lnTo>
                    <a:pt x="1122" y="1309"/>
                  </a:lnTo>
                  <a:lnTo>
                    <a:pt x="1171" y="1260"/>
                  </a:lnTo>
                  <a:lnTo>
                    <a:pt x="1220" y="1220"/>
                  </a:lnTo>
                  <a:lnTo>
                    <a:pt x="1269" y="1171"/>
                  </a:lnTo>
                  <a:lnTo>
                    <a:pt x="1308" y="1112"/>
                  </a:lnTo>
                  <a:lnTo>
                    <a:pt x="1348" y="1053"/>
                  </a:lnTo>
                  <a:lnTo>
                    <a:pt x="1377" y="994"/>
                  </a:lnTo>
                  <a:lnTo>
                    <a:pt x="1397" y="925"/>
                  </a:lnTo>
                  <a:lnTo>
                    <a:pt x="1417" y="856"/>
                  </a:lnTo>
                  <a:lnTo>
                    <a:pt x="1426" y="788"/>
                  </a:lnTo>
                  <a:lnTo>
                    <a:pt x="1436" y="709"/>
                  </a:lnTo>
                  <a:lnTo>
                    <a:pt x="1426" y="640"/>
                  </a:lnTo>
                  <a:lnTo>
                    <a:pt x="1417" y="571"/>
                  </a:lnTo>
                  <a:lnTo>
                    <a:pt x="1397" y="502"/>
                  </a:lnTo>
                  <a:lnTo>
                    <a:pt x="1377" y="434"/>
                  </a:lnTo>
                  <a:lnTo>
                    <a:pt x="1348" y="375"/>
                  </a:lnTo>
                  <a:lnTo>
                    <a:pt x="1308" y="316"/>
                  </a:lnTo>
                  <a:lnTo>
                    <a:pt x="1269" y="257"/>
                  </a:lnTo>
                  <a:lnTo>
                    <a:pt x="1220" y="207"/>
                  </a:lnTo>
                  <a:lnTo>
                    <a:pt x="1171" y="158"/>
                  </a:lnTo>
                  <a:lnTo>
                    <a:pt x="1122" y="119"/>
                  </a:lnTo>
                  <a:lnTo>
                    <a:pt x="1063" y="89"/>
                  </a:lnTo>
                  <a:lnTo>
                    <a:pt x="994" y="60"/>
                  </a:lnTo>
                  <a:lnTo>
                    <a:pt x="935" y="30"/>
                  </a:lnTo>
                  <a:lnTo>
                    <a:pt x="866" y="11"/>
                  </a:lnTo>
                  <a:lnTo>
                    <a:pt x="787"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4" name="Google Shape;1644;p104"/>
            <p:cNvSpPr/>
            <p:nvPr/>
          </p:nvSpPr>
          <p:spPr>
            <a:xfrm>
              <a:off x="752650" y="2305325"/>
              <a:ext cx="348125" cy="341975"/>
            </a:xfrm>
            <a:custGeom>
              <a:avLst/>
              <a:gdLst/>
              <a:ahLst/>
              <a:cxnLst/>
              <a:rect l="l" t="t" r="r" b="b"/>
              <a:pathLst>
                <a:path w="13925" h="13679" extrusionOk="0">
                  <a:moveTo>
                    <a:pt x="4996" y="1"/>
                  </a:moveTo>
                  <a:lnTo>
                    <a:pt x="5035" y="129"/>
                  </a:lnTo>
                  <a:lnTo>
                    <a:pt x="5065" y="266"/>
                  </a:lnTo>
                  <a:lnTo>
                    <a:pt x="5084" y="404"/>
                  </a:lnTo>
                  <a:lnTo>
                    <a:pt x="5084" y="542"/>
                  </a:lnTo>
                  <a:lnTo>
                    <a:pt x="5084" y="650"/>
                  </a:lnTo>
                  <a:lnTo>
                    <a:pt x="5074" y="748"/>
                  </a:lnTo>
                  <a:lnTo>
                    <a:pt x="5055" y="846"/>
                  </a:lnTo>
                  <a:lnTo>
                    <a:pt x="5035" y="945"/>
                  </a:lnTo>
                  <a:lnTo>
                    <a:pt x="8890" y="945"/>
                  </a:lnTo>
                  <a:lnTo>
                    <a:pt x="8870" y="846"/>
                  </a:lnTo>
                  <a:lnTo>
                    <a:pt x="8850" y="748"/>
                  </a:lnTo>
                  <a:lnTo>
                    <a:pt x="8841" y="650"/>
                  </a:lnTo>
                  <a:lnTo>
                    <a:pt x="8841" y="542"/>
                  </a:lnTo>
                  <a:lnTo>
                    <a:pt x="8841" y="404"/>
                  </a:lnTo>
                  <a:lnTo>
                    <a:pt x="8860" y="266"/>
                  </a:lnTo>
                  <a:lnTo>
                    <a:pt x="8890" y="129"/>
                  </a:lnTo>
                  <a:lnTo>
                    <a:pt x="8929" y="1"/>
                  </a:lnTo>
                  <a:close/>
                  <a:moveTo>
                    <a:pt x="2105" y="1564"/>
                  </a:moveTo>
                  <a:lnTo>
                    <a:pt x="0" y="5222"/>
                  </a:lnTo>
                  <a:lnTo>
                    <a:pt x="118" y="5252"/>
                  </a:lnTo>
                  <a:lnTo>
                    <a:pt x="227" y="5291"/>
                  </a:lnTo>
                  <a:lnTo>
                    <a:pt x="345" y="5340"/>
                  </a:lnTo>
                  <a:lnTo>
                    <a:pt x="443" y="5399"/>
                  </a:lnTo>
                  <a:lnTo>
                    <a:pt x="551" y="5468"/>
                  </a:lnTo>
                  <a:lnTo>
                    <a:pt x="649" y="5537"/>
                  </a:lnTo>
                  <a:lnTo>
                    <a:pt x="738" y="5616"/>
                  </a:lnTo>
                  <a:lnTo>
                    <a:pt x="817" y="5694"/>
                  </a:lnTo>
                  <a:lnTo>
                    <a:pt x="2882" y="2125"/>
                  </a:lnTo>
                  <a:lnTo>
                    <a:pt x="2773" y="2076"/>
                  </a:lnTo>
                  <a:lnTo>
                    <a:pt x="2655" y="2026"/>
                  </a:lnTo>
                  <a:lnTo>
                    <a:pt x="2557" y="1967"/>
                  </a:lnTo>
                  <a:lnTo>
                    <a:pt x="2449" y="1899"/>
                  </a:lnTo>
                  <a:lnTo>
                    <a:pt x="2360" y="1830"/>
                  </a:lnTo>
                  <a:lnTo>
                    <a:pt x="2272" y="1741"/>
                  </a:lnTo>
                  <a:lnTo>
                    <a:pt x="2183" y="1663"/>
                  </a:lnTo>
                  <a:lnTo>
                    <a:pt x="2105" y="1564"/>
                  </a:lnTo>
                  <a:close/>
                  <a:moveTo>
                    <a:pt x="11820" y="1564"/>
                  </a:moveTo>
                  <a:lnTo>
                    <a:pt x="11742" y="1663"/>
                  </a:lnTo>
                  <a:lnTo>
                    <a:pt x="11653" y="1741"/>
                  </a:lnTo>
                  <a:lnTo>
                    <a:pt x="11565" y="1830"/>
                  </a:lnTo>
                  <a:lnTo>
                    <a:pt x="11476" y="1899"/>
                  </a:lnTo>
                  <a:lnTo>
                    <a:pt x="11368" y="1967"/>
                  </a:lnTo>
                  <a:lnTo>
                    <a:pt x="11270" y="2026"/>
                  </a:lnTo>
                  <a:lnTo>
                    <a:pt x="11152" y="2076"/>
                  </a:lnTo>
                  <a:lnTo>
                    <a:pt x="11043" y="2125"/>
                  </a:lnTo>
                  <a:lnTo>
                    <a:pt x="13108" y="5694"/>
                  </a:lnTo>
                  <a:lnTo>
                    <a:pt x="13187" y="5616"/>
                  </a:lnTo>
                  <a:lnTo>
                    <a:pt x="13276" y="5537"/>
                  </a:lnTo>
                  <a:lnTo>
                    <a:pt x="13374" y="5468"/>
                  </a:lnTo>
                  <a:lnTo>
                    <a:pt x="13482" y="5399"/>
                  </a:lnTo>
                  <a:lnTo>
                    <a:pt x="13580" y="5340"/>
                  </a:lnTo>
                  <a:lnTo>
                    <a:pt x="13698" y="5291"/>
                  </a:lnTo>
                  <a:lnTo>
                    <a:pt x="13807" y="5252"/>
                  </a:lnTo>
                  <a:lnTo>
                    <a:pt x="13925" y="5222"/>
                  </a:lnTo>
                  <a:lnTo>
                    <a:pt x="11820" y="1564"/>
                  </a:lnTo>
                  <a:close/>
                  <a:moveTo>
                    <a:pt x="817" y="7985"/>
                  </a:moveTo>
                  <a:lnTo>
                    <a:pt x="738" y="8064"/>
                  </a:lnTo>
                  <a:lnTo>
                    <a:pt x="649" y="8143"/>
                  </a:lnTo>
                  <a:lnTo>
                    <a:pt x="551" y="8212"/>
                  </a:lnTo>
                  <a:lnTo>
                    <a:pt x="443" y="8280"/>
                  </a:lnTo>
                  <a:lnTo>
                    <a:pt x="345" y="8339"/>
                  </a:lnTo>
                  <a:lnTo>
                    <a:pt x="227" y="8389"/>
                  </a:lnTo>
                  <a:lnTo>
                    <a:pt x="118" y="8428"/>
                  </a:lnTo>
                  <a:lnTo>
                    <a:pt x="0" y="8457"/>
                  </a:lnTo>
                  <a:lnTo>
                    <a:pt x="2134" y="12155"/>
                  </a:lnTo>
                  <a:lnTo>
                    <a:pt x="2213" y="12066"/>
                  </a:lnTo>
                  <a:lnTo>
                    <a:pt x="2292" y="11978"/>
                  </a:lnTo>
                  <a:lnTo>
                    <a:pt x="2390" y="11899"/>
                  </a:lnTo>
                  <a:lnTo>
                    <a:pt x="2488" y="11830"/>
                  </a:lnTo>
                  <a:lnTo>
                    <a:pt x="2587" y="11761"/>
                  </a:lnTo>
                  <a:lnTo>
                    <a:pt x="2695" y="11712"/>
                  </a:lnTo>
                  <a:lnTo>
                    <a:pt x="2803" y="11663"/>
                  </a:lnTo>
                  <a:lnTo>
                    <a:pt x="2921" y="11614"/>
                  </a:lnTo>
                  <a:lnTo>
                    <a:pt x="817" y="7985"/>
                  </a:lnTo>
                  <a:close/>
                  <a:moveTo>
                    <a:pt x="13108" y="7985"/>
                  </a:moveTo>
                  <a:lnTo>
                    <a:pt x="11004" y="11614"/>
                  </a:lnTo>
                  <a:lnTo>
                    <a:pt x="11122" y="11663"/>
                  </a:lnTo>
                  <a:lnTo>
                    <a:pt x="11230" y="11712"/>
                  </a:lnTo>
                  <a:lnTo>
                    <a:pt x="11338" y="11761"/>
                  </a:lnTo>
                  <a:lnTo>
                    <a:pt x="11437" y="11830"/>
                  </a:lnTo>
                  <a:lnTo>
                    <a:pt x="11535" y="11899"/>
                  </a:lnTo>
                  <a:lnTo>
                    <a:pt x="11633" y="11978"/>
                  </a:lnTo>
                  <a:lnTo>
                    <a:pt x="11712" y="12066"/>
                  </a:lnTo>
                  <a:lnTo>
                    <a:pt x="11791" y="12155"/>
                  </a:lnTo>
                  <a:lnTo>
                    <a:pt x="13925" y="8457"/>
                  </a:lnTo>
                  <a:lnTo>
                    <a:pt x="13807" y="8428"/>
                  </a:lnTo>
                  <a:lnTo>
                    <a:pt x="13698" y="8389"/>
                  </a:lnTo>
                  <a:lnTo>
                    <a:pt x="13580" y="8339"/>
                  </a:lnTo>
                  <a:lnTo>
                    <a:pt x="13482" y="8280"/>
                  </a:lnTo>
                  <a:lnTo>
                    <a:pt x="13374" y="8212"/>
                  </a:lnTo>
                  <a:lnTo>
                    <a:pt x="13276" y="8143"/>
                  </a:lnTo>
                  <a:lnTo>
                    <a:pt x="13187" y="8064"/>
                  </a:lnTo>
                  <a:lnTo>
                    <a:pt x="13108" y="7985"/>
                  </a:lnTo>
                  <a:close/>
                  <a:moveTo>
                    <a:pt x="5015" y="12725"/>
                  </a:moveTo>
                  <a:lnTo>
                    <a:pt x="5045" y="12843"/>
                  </a:lnTo>
                  <a:lnTo>
                    <a:pt x="5065" y="12961"/>
                  </a:lnTo>
                  <a:lnTo>
                    <a:pt x="5084" y="13079"/>
                  </a:lnTo>
                  <a:lnTo>
                    <a:pt x="5084" y="13207"/>
                  </a:lnTo>
                  <a:lnTo>
                    <a:pt x="5084" y="13325"/>
                  </a:lnTo>
                  <a:lnTo>
                    <a:pt x="5065" y="13453"/>
                  </a:lnTo>
                  <a:lnTo>
                    <a:pt x="5045" y="13571"/>
                  </a:lnTo>
                  <a:lnTo>
                    <a:pt x="5015" y="13679"/>
                  </a:lnTo>
                  <a:lnTo>
                    <a:pt x="8909" y="13679"/>
                  </a:lnTo>
                  <a:lnTo>
                    <a:pt x="8880" y="13571"/>
                  </a:lnTo>
                  <a:lnTo>
                    <a:pt x="8860" y="13453"/>
                  </a:lnTo>
                  <a:lnTo>
                    <a:pt x="8841" y="13325"/>
                  </a:lnTo>
                  <a:lnTo>
                    <a:pt x="8841" y="13207"/>
                  </a:lnTo>
                  <a:lnTo>
                    <a:pt x="8841" y="13079"/>
                  </a:lnTo>
                  <a:lnTo>
                    <a:pt x="8860" y="12961"/>
                  </a:lnTo>
                  <a:lnTo>
                    <a:pt x="8880" y="12843"/>
                  </a:lnTo>
                  <a:lnTo>
                    <a:pt x="8909" y="12725"/>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5" name="Google Shape;1645;p104"/>
            <p:cNvSpPr/>
            <p:nvPr/>
          </p:nvSpPr>
          <p:spPr>
            <a:xfrm>
              <a:off x="725125" y="2301150"/>
              <a:ext cx="403175" cy="352050"/>
            </a:xfrm>
            <a:custGeom>
              <a:avLst/>
              <a:gdLst/>
              <a:ahLst/>
              <a:cxnLst/>
              <a:rect l="l" t="t" r="r" b="b"/>
              <a:pathLst>
                <a:path w="16127" h="14082" extrusionOk="0">
                  <a:moveTo>
                    <a:pt x="4455" y="1"/>
                  </a:moveTo>
                  <a:lnTo>
                    <a:pt x="4376" y="10"/>
                  </a:lnTo>
                  <a:lnTo>
                    <a:pt x="4307" y="30"/>
                  </a:lnTo>
                  <a:lnTo>
                    <a:pt x="4248" y="60"/>
                  </a:lnTo>
                  <a:lnTo>
                    <a:pt x="4179" y="89"/>
                  </a:lnTo>
                  <a:lnTo>
                    <a:pt x="4120" y="119"/>
                  </a:lnTo>
                  <a:lnTo>
                    <a:pt x="4071" y="158"/>
                  </a:lnTo>
                  <a:lnTo>
                    <a:pt x="4022" y="207"/>
                  </a:lnTo>
                  <a:lnTo>
                    <a:pt x="3973" y="256"/>
                  </a:lnTo>
                  <a:lnTo>
                    <a:pt x="3933" y="315"/>
                  </a:lnTo>
                  <a:lnTo>
                    <a:pt x="3894" y="374"/>
                  </a:lnTo>
                  <a:lnTo>
                    <a:pt x="3865" y="433"/>
                  </a:lnTo>
                  <a:lnTo>
                    <a:pt x="3845" y="502"/>
                  </a:lnTo>
                  <a:lnTo>
                    <a:pt x="3825" y="571"/>
                  </a:lnTo>
                  <a:lnTo>
                    <a:pt x="3815" y="640"/>
                  </a:lnTo>
                  <a:lnTo>
                    <a:pt x="3806" y="709"/>
                  </a:lnTo>
                  <a:lnTo>
                    <a:pt x="3815" y="787"/>
                  </a:lnTo>
                  <a:lnTo>
                    <a:pt x="3825" y="856"/>
                  </a:lnTo>
                  <a:lnTo>
                    <a:pt x="3845" y="925"/>
                  </a:lnTo>
                  <a:lnTo>
                    <a:pt x="3865" y="994"/>
                  </a:lnTo>
                  <a:lnTo>
                    <a:pt x="3894" y="1053"/>
                  </a:lnTo>
                  <a:lnTo>
                    <a:pt x="3933" y="1112"/>
                  </a:lnTo>
                  <a:lnTo>
                    <a:pt x="3973" y="1171"/>
                  </a:lnTo>
                  <a:lnTo>
                    <a:pt x="4022" y="1220"/>
                  </a:lnTo>
                  <a:lnTo>
                    <a:pt x="4071" y="1259"/>
                  </a:lnTo>
                  <a:lnTo>
                    <a:pt x="4120" y="1308"/>
                  </a:lnTo>
                  <a:lnTo>
                    <a:pt x="4179" y="1338"/>
                  </a:lnTo>
                  <a:lnTo>
                    <a:pt x="4248" y="1367"/>
                  </a:lnTo>
                  <a:lnTo>
                    <a:pt x="4307" y="1397"/>
                  </a:lnTo>
                  <a:lnTo>
                    <a:pt x="4376" y="1417"/>
                  </a:lnTo>
                  <a:lnTo>
                    <a:pt x="4455" y="1426"/>
                  </a:lnTo>
                  <a:lnTo>
                    <a:pt x="4592" y="1426"/>
                  </a:lnTo>
                  <a:lnTo>
                    <a:pt x="4671" y="1417"/>
                  </a:lnTo>
                  <a:lnTo>
                    <a:pt x="4740" y="1397"/>
                  </a:lnTo>
                  <a:lnTo>
                    <a:pt x="4799" y="1367"/>
                  </a:lnTo>
                  <a:lnTo>
                    <a:pt x="4868" y="1338"/>
                  </a:lnTo>
                  <a:lnTo>
                    <a:pt x="4927" y="1308"/>
                  </a:lnTo>
                  <a:lnTo>
                    <a:pt x="4976" y="1259"/>
                  </a:lnTo>
                  <a:lnTo>
                    <a:pt x="5025" y="1220"/>
                  </a:lnTo>
                  <a:lnTo>
                    <a:pt x="5074" y="1171"/>
                  </a:lnTo>
                  <a:lnTo>
                    <a:pt x="5113" y="1112"/>
                  </a:lnTo>
                  <a:lnTo>
                    <a:pt x="5153" y="1053"/>
                  </a:lnTo>
                  <a:lnTo>
                    <a:pt x="5182" y="994"/>
                  </a:lnTo>
                  <a:lnTo>
                    <a:pt x="5202" y="925"/>
                  </a:lnTo>
                  <a:lnTo>
                    <a:pt x="5222" y="856"/>
                  </a:lnTo>
                  <a:lnTo>
                    <a:pt x="5231" y="787"/>
                  </a:lnTo>
                  <a:lnTo>
                    <a:pt x="5241" y="709"/>
                  </a:lnTo>
                  <a:lnTo>
                    <a:pt x="5231" y="640"/>
                  </a:lnTo>
                  <a:lnTo>
                    <a:pt x="5222" y="571"/>
                  </a:lnTo>
                  <a:lnTo>
                    <a:pt x="5202" y="502"/>
                  </a:lnTo>
                  <a:lnTo>
                    <a:pt x="5182" y="433"/>
                  </a:lnTo>
                  <a:lnTo>
                    <a:pt x="5153" y="374"/>
                  </a:lnTo>
                  <a:lnTo>
                    <a:pt x="5113" y="315"/>
                  </a:lnTo>
                  <a:lnTo>
                    <a:pt x="5074" y="256"/>
                  </a:lnTo>
                  <a:lnTo>
                    <a:pt x="5025" y="207"/>
                  </a:lnTo>
                  <a:lnTo>
                    <a:pt x="4976" y="158"/>
                  </a:lnTo>
                  <a:lnTo>
                    <a:pt x="4927" y="119"/>
                  </a:lnTo>
                  <a:lnTo>
                    <a:pt x="4868" y="89"/>
                  </a:lnTo>
                  <a:lnTo>
                    <a:pt x="4799" y="60"/>
                  </a:lnTo>
                  <a:lnTo>
                    <a:pt x="4740" y="30"/>
                  </a:lnTo>
                  <a:lnTo>
                    <a:pt x="4671" y="10"/>
                  </a:lnTo>
                  <a:lnTo>
                    <a:pt x="4592" y="1"/>
                  </a:lnTo>
                  <a:close/>
                  <a:moveTo>
                    <a:pt x="11535" y="1"/>
                  </a:moveTo>
                  <a:lnTo>
                    <a:pt x="11456" y="10"/>
                  </a:lnTo>
                  <a:lnTo>
                    <a:pt x="11387" y="30"/>
                  </a:lnTo>
                  <a:lnTo>
                    <a:pt x="11328" y="60"/>
                  </a:lnTo>
                  <a:lnTo>
                    <a:pt x="11259" y="89"/>
                  </a:lnTo>
                  <a:lnTo>
                    <a:pt x="11200" y="119"/>
                  </a:lnTo>
                  <a:lnTo>
                    <a:pt x="11151" y="158"/>
                  </a:lnTo>
                  <a:lnTo>
                    <a:pt x="11102" y="207"/>
                  </a:lnTo>
                  <a:lnTo>
                    <a:pt x="11053" y="256"/>
                  </a:lnTo>
                  <a:lnTo>
                    <a:pt x="11014" y="315"/>
                  </a:lnTo>
                  <a:lnTo>
                    <a:pt x="10974" y="374"/>
                  </a:lnTo>
                  <a:lnTo>
                    <a:pt x="10945" y="433"/>
                  </a:lnTo>
                  <a:lnTo>
                    <a:pt x="10925" y="502"/>
                  </a:lnTo>
                  <a:lnTo>
                    <a:pt x="10905" y="571"/>
                  </a:lnTo>
                  <a:lnTo>
                    <a:pt x="10896" y="640"/>
                  </a:lnTo>
                  <a:lnTo>
                    <a:pt x="10886" y="709"/>
                  </a:lnTo>
                  <a:lnTo>
                    <a:pt x="10896" y="787"/>
                  </a:lnTo>
                  <a:lnTo>
                    <a:pt x="10905" y="856"/>
                  </a:lnTo>
                  <a:lnTo>
                    <a:pt x="10925" y="925"/>
                  </a:lnTo>
                  <a:lnTo>
                    <a:pt x="10945" y="994"/>
                  </a:lnTo>
                  <a:lnTo>
                    <a:pt x="10974" y="1053"/>
                  </a:lnTo>
                  <a:lnTo>
                    <a:pt x="11014" y="1112"/>
                  </a:lnTo>
                  <a:lnTo>
                    <a:pt x="11053" y="1171"/>
                  </a:lnTo>
                  <a:lnTo>
                    <a:pt x="11102" y="1220"/>
                  </a:lnTo>
                  <a:lnTo>
                    <a:pt x="11151" y="1259"/>
                  </a:lnTo>
                  <a:lnTo>
                    <a:pt x="11200" y="1308"/>
                  </a:lnTo>
                  <a:lnTo>
                    <a:pt x="11259" y="1338"/>
                  </a:lnTo>
                  <a:lnTo>
                    <a:pt x="11328" y="1367"/>
                  </a:lnTo>
                  <a:lnTo>
                    <a:pt x="11387" y="1397"/>
                  </a:lnTo>
                  <a:lnTo>
                    <a:pt x="11456" y="1417"/>
                  </a:lnTo>
                  <a:lnTo>
                    <a:pt x="11535" y="1426"/>
                  </a:lnTo>
                  <a:lnTo>
                    <a:pt x="11672" y="1426"/>
                  </a:lnTo>
                  <a:lnTo>
                    <a:pt x="11751" y="1417"/>
                  </a:lnTo>
                  <a:lnTo>
                    <a:pt x="11820" y="1397"/>
                  </a:lnTo>
                  <a:lnTo>
                    <a:pt x="11879" y="1367"/>
                  </a:lnTo>
                  <a:lnTo>
                    <a:pt x="11948" y="1338"/>
                  </a:lnTo>
                  <a:lnTo>
                    <a:pt x="12007" y="1308"/>
                  </a:lnTo>
                  <a:lnTo>
                    <a:pt x="12056" y="1259"/>
                  </a:lnTo>
                  <a:lnTo>
                    <a:pt x="12105" y="1220"/>
                  </a:lnTo>
                  <a:lnTo>
                    <a:pt x="12154" y="1171"/>
                  </a:lnTo>
                  <a:lnTo>
                    <a:pt x="12194" y="1112"/>
                  </a:lnTo>
                  <a:lnTo>
                    <a:pt x="12233" y="1053"/>
                  </a:lnTo>
                  <a:lnTo>
                    <a:pt x="12262" y="994"/>
                  </a:lnTo>
                  <a:lnTo>
                    <a:pt x="12282" y="925"/>
                  </a:lnTo>
                  <a:lnTo>
                    <a:pt x="12302" y="856"/>
                  </a:lnTo>
                  <a:lnTo>
                    <a:pt x="12312" y="787"/>
                  </a:lnTo>
                  <a:lnTo>
                    <a:pt x="12321" y="709"/>
                  </a:lnTo>
                  <a:lnTo>
                    <a:pt x="12312" y="640"/>
                  </a:lnTo>
                  <a:lnTo>
                    <a:pt x="12302" y="571"/>
                  </a:lnTo>
                  <a:lnTo>
                    <a:pt x="12282" y="502"/>
                  </a:lnTo>
                  <a:lnTo>
                    <a:pt x="12262" y="433"/>
                  </a:lnTo>
                  <a:lnTo>
                    <a:pt x="12233" y="374"/>
                  </a:lnTo>
                  <a:lnTo>
                    <a:pt x="12194" y="315"/>
                  </a:lnTo>
                  <a:lnTo>
                    <a:pt x="12154" y="256"/>
                  </a:lnTo>
                  <a:lnTo>
                    <a:pt x="12105" y="207"/>
                  </a:lnTo>
                  <a:lnTo>
                    <a:pt x="12056" y="158"/>
                  </a:lnTo>
                  <a:lnTo>
                    <a:pt x="12007" y="119"/>
                  </a:lnTo>
                  <a:lnTo>
                    <a:pt x="11948" y="89"/>
                  </a:lnTo>
                  <a:lnTo>
                    <a:pt x="11879" y="60"/>
                  </a:lnTo>
                  <a:lnTo>
                    <a:pt x="11820" y="30"/>
                  </a:lnTo>
                  <a:lnTo>
                    <a:pt x="11751" y="10"/>
                  </a:lnTo>
                  <a:lnTo>
                    <a:pt x="11672" y="1"/>
                  </a:lnTo>
                  <a:close/>
                  <a:moveTo>
                    <a:pt x="639" y="6294"/>
                  </a:moveTo>
                  <a:lnTo>
                    <a:pt x="570" y="6304"/>
                  </a:lnTo>
                  <a:lnTo>
                    <a:pt x="502" y="6323"/>
                  </a:lnTo>
                  <a:lnTo>
                    <a:pt x="433" y="6353"/>
                  </a:lnTo>
                  <a:lnTo>
                    <a:pt x="374" y="6382"/>
                  </a:lnTo>
                  <a:lnTo>
                    <a:pt x="315" y="6412"/>
                  </a:lnTo>
                  <a:lnTo>
                    <a:pt x="256" y="6451"/>
                  </a:lnTo>
                  <a:lnTo>
                    <a:pt x="207" y="6500"/>
                  </a:lnTo>
                  <a:lnTo>
                    <a:pt x="157" y="6550"/>
                  </a:lnTo>
                  <a:lnTo>
                    <a:pt x="118" y="6609"/>
                  </a:lnTo>
                  <a:lnTo>
                    <a:pt x="89" y="6668"/>
                  </a:lnTo>
                  <a:lnTo>
                    <a:pt x="59" y="6727"/>
                  </a:lnTo>
                  <a:lnTo>
                    <a:pt x="30" y="6795"/>
                  </a:lnTo>
                  <a:lnTo>
                    <a:pt x="10" y="6864"/>
                  </a:lnTo>
                  <a:lnTo>
                    <a:pt x="0" y="6933"/>
                  </a:lnTo>
                  <a:lnTo>
                    <a:pt x="0" y="7002"/>
                  </a:lnTo>
                  <a:lnTo>
                    <a:pt x="0" y="7081"/>
                  </a:lnTo>
                  <a:lnTo>
                    <a:pt x="10" y="7149"/>
                  </a:lnTo>
                  <a:lnTo>
                    <a:pt x="30" y="7218"/>
                  </a:lnTo>
                  <a:lnTo>
                    <a:pt x="59" y="7287"/>
                  </a:lnTo>
                  <a:lnTo>
                    <a:pt x="89" y="7346"/>
                  </a:lnTo>
                  <a:lnTo>
                    <a:pt x="118" y="7405"/>
                  </a:lnTo>
                  <a:lnTo>
                    <a:pt x="157" y="7464"/>
                  </a:lnTo>
                  <a:lnTo>
                    <a:pt x="207" y="7513"/>
                  </a:lnTo>
                  <a:lnTo>
                    <a:pt x="256" y="7553"/>
                  </a:lnTo>
                  <a:lnTo>
                    <a:pt x="315" y="7602"/>
                  </a:lnTo>
                  <a:lnTo>
                    <a:pt x="374" y="7631"/>
                  </a:lnTo>
                  <a:lnTo>
                    <a:pt x="433" y="7661"/>
                  </a:lnTo>
                  <a:lnTo>
                    <a:pt x="502" y="7690"/>
                  </a:lnTo>
                  <a:lnTo>
                    <a:pt x="570" y="7710"/>
                  </a:lnTo>
                  <a:lnTo>
                    <a:pt x="639" y="7720"/>
                  </a:lnTo>
                  <a:lnTo>
                    <a:pt x="787" y="7720"/>
                  </a:lnTo>
                  <a:lnTo>
                    <a:pt x="856" y="7710"/>
                  </a:lnTo>
                  <a:lnTo>
                    <a:pt x="924" y="7690"/>
                  </a:lnTo>
                  <a:lnTo>
                    <a:pt x="993" y="7661"/>
                  </a:lnTo>
                  <a:lnTo>
                    <a:pt x="1052" y="7631"/>
                  </a:lnTo>
                  <a:lnTo>
                    <a:pt x="1111" y="7602"/>
                  </a:lnTo>
                  <a:lnTo>
                    <a:pt x="1170" y="7553"/>
                  </a:lnTo>
                  <a:lnTo>
                    <a:pt x="1219" y="7513"/>
                  </a:lnTo>
                  <a:lnTo>
                    <a:pt x="1259" y="7464"/>
                  </a:lnTo>
                  <a:lnTo>
                    <a:pt x="1308" y="7405"/>
                  </a:lnTo>
                  <a:lnTo>
                    <a:pt x="1337" y="7346"/>
                  </a:lnTo>
                  <a:lnTo>
                    <a:pt x="1367" y="7287"/>
                  </a:lnTo>
                  <a:lnTo>
                    <a:pt x="1396" y="7218"/>
                  </a:lnTo>
                  <a:lnTo>
                    <a:pt x="1416" y="7149"/>
                  </a:lnTo>
                  <a:lnTo>
                    <a:pt x="1426" y="7081"/>
                  </a:lnTo>
                  <a:lnTo>
                    <a:pt x="1426" y="7002"/>
                  </a:lnTo>
                  <a:lnTo>
                    <a:pt x="1426" y="6933"/>
                  </a:lnTo>
                  <a:lnTo>
                    <a:pt x="1416" y="6864"/>
                  </a:lnTo>
                  <a:lnTo>
                    <a:pt x="1396" y="6795"/>
                  </a:lnTo>
                  <a:lnTo>
                    <a:pt x="1367" y="6727"/>
                  </a:lnTo>
                  <a:lnTo>
                    <a:pt x="1337" y="6668"/>
                  </a:lnTo>
                  <a:lnTo>
                    <a:pt x="1308" y="6609"/>
                  </a:lnTo>
                  <a:lnTo>
                    <a:pt x="1259" y="6550"/>
                  </a:lnTo>
                  <a:lnTo>
                    <a:pt x="1219" y="6500"/>
                  </a:lnTo>
                  <a:lnTo>
                    <a:pt x="1170" y="6451"/>
                  </a:lnTo>
                  <a:lnTo>
                    <a:pt x="1111" y="6412"/>
                  </a:lnTo>
                  <a:lnTo>
                    <a:pt x="1052" y="6382"/>
                  </a:lnTo>
                  <a:lnTo>
                    <a:pt x="993" y="6353"/>
                  </a:lnTo>
                  <a:lnTo>
                    <a:pt x="924" y="6323"/>
                  </a:lnTo>
                  <a:lnTo>
                    <a:pt x="856" y="6304"/>
                  </a:lnTo>
                  <a:lnTo>
                    <a:pt x="787" y="6294"/>
                  </a:lnTo>
                  <a:close/>
                  <a:moveTo>
                    <a:pt x="15340" y="6294"/>
                  </a:moveTo>
                  <a:lnTo>
                    <a:pt x="15271" y="6304"/>
                  </a:lnTo>
                  <a:lnTo>
                    <a:pt x="15203" y="6323"/>
                  </a:lnTo>
                  <a:lnTo>
                    <a:pt x="15134" y="6353"/>
                  </a:lnTo>
                  <a:lnTo>
                    <a:pt x="15075" y="6382"/>
                  </a:lnTo>
                  <a:lnTo>
                    <a:pt x="15016" y="6412"/>
                  </a:lnTo>
                  <a:lnTo>
                    <a:pt x="14957" y="6451"/>
                  </a:lnTo>
                  <a:lnTo>
                    <a:pt x="14908" y="6500"/>
                  </a:lnTo>
                  <a:lnTo>
                    <a:pt x="14868" y="6550"/>
                  </a:lnTo>
                  <a:lnTo>
                    <a:pt x="14819" y="6609"/>
                  </a:lnTo>
                  <a:lnTo>
                    <a:pt x="14790" y="6668"/>
                  </a:lnTo>
                  <a:lnTo>
                    <a:pt x="14760" y="6727"/>
                  </a:lnTo>
                  <a:lnTo>
                    <a:pt x="14731" y="6795"/>
                  </a:lnTo>
                  <a:lnTo>
                    <a:pt x="14711" y="6864"/>
                  </a:lnTo>
                  <a:lnTo>
                    <a:pt x="14701" y="6933"/>
                  </a:lnTo>
                  <a:lnTo>
                    <a:pt x="14701" y="7002"/>
                  </a:lnTo>
                  <a:lnTo>
                    <a:pt x="14701" y="7081"/>
                  </a:lnTo>
                  <a:lnTo>
                    <a:pt x="14711" y="7149"/>
                  </a:lnTo>
                  <a:lnTo>
                    <a:pt x="14731" y="7218"/>
                  </a:lnTo>
                  <a:lnTo>
                    <a:pt x="14760" y="7287"/>
                  </a:lnTo>
                  <a:lnTo>
                    <a:pt x="14790" y="7346"/>
                  </a:lnTo>
                  <a:lnTo>
                    <a:pt x="14819" y="7405"/>
                  </a:lnTo>
                  <a:lnTo>
                    <a:pt x="14868" y="7464"/>
                  </a:lnTo>
                  <a:lnTo>
                    <a:pt x="14908" y="7513"/>
                  </a:lnTo>
                  <a:lnTo>
                    <a:pt x="14957" y="7553"/>
                  </a:lnTo>
                  <a:lnTo>
                    <a:pt x="15016" y="7602"/>
                  </a:lnTo>
                  <a:lnTo>
                    <a:pt x="15075" y="7631"/>
                  </a:lnTo>
                  <a:lnTo>
                    <a:pt x="15134" y="7661"/>
                  </a:lnTo>
                  <a:lnTo>
                    <a:pt x="15203" y="7690"/>
                  </a:lnTo>
                  <a:lnTo>
                    <a:pt x="15271" y="7710"/>
                  </a:lnTo>
                  <a:lnTo>
                    <a:pt x="15340" y="7720"/>
                  </a:lnTo>
                  <a:lnTo>
                    <a:pt x="15488" y="7720"/>
                  </a:lnTo>
                  <a:lnTo>
                    <a:pt x="15557" y="7710"/>
                  </a:lnTo>
                  <a:lnTo>
                    <a:pt x="15625" y="7690"/>
                  </a:lnTo>
                  <a:lnTo>
                    <a:pt x="15694" y="7661"/>
                  </a:lnTo>
                  <a:lnTo>
                    <a:pt x="15753" y="7631"/>
                  </a:lnTo>
                  <a:lnTo>
                    <a:pt x="15812" y="7602"/>
                  </a:lnTo>
                  <a:lnTo>
                    <a:pt x="15871" y="7553"/>
                  </a:lnTo>
                  <a:lnTo>
                    <a:pt x="15920" y="7513"/>
                  </a:lnTo>
                  <a:lnTo>
                    <a:pt x="15970" y="7464"/>
                  </a:lnTo>
                  <a:lnTo>
                    <a:pt x="16009" y="7405"/>
                  </a:lnTo>
                  <a:lnTo>
                    <a:pt x="16038" y="7346"/>
                  </a:lnTo>
                  <a:lnTo>
                    <a:pt x="16068" y="7287"/>
                  </a:lnTo>
                  <a:lnTo>
                    <a:pt x="16097" y="7218"/>
                  </a:lnTo>
                  <a:lnTo>
                    <a:pt x="16117" y="7149"/>
                  </a:lnTo>
                  <a:lnTo>
                    <a:pt x="16127" y="7081"/>
                  </a:lnTo>
                  <a:lnTo>
                    <a:pt x="16127" y="7002"/>
                  </a:lnTo>
                  <a:lnTo>
                    <a:pt x="16127" y="6933"/>
                  </a:lnTo>
                  <a:lnTo>
                    <a:pt x="16117" y="6864"/>
                  </a:lnTo>
                  <a:lnTo>
                    <a:pt x="16097" y="6795"/>
                  </a:lnTo>
                  <a:lnTo>
                    <a:pt x="16068" y="6727"/>
                  </a:lnTo>
                  <a:lnTo>
                    <a:pt x="16038" y="6668"/>
                  </a:lnTo>
                  <a:lnTo>
                    <a:pt x="16009" y="6609"/>
                  </a:lnTo>
                  <a:lnTo>
                    <a:pt x="15970" y="6550"/>
                  </a:lnTo>
                  <a:lnTo>
                    <a:pt x="15920" y="6500"/>
                  </a:lnTo>
                  <a:lnTo>
                    <a:pt x="15871" y="6451"/>
                  </a:lnTo>
                  <a:lnTo>
                    <a:pt x="15812" y="6412"/>
                  </a:lnTo>
                  <a:lnTo>
                    <a:pt x="15753" y="6382"/>
                  </a:lnTo>
                  <a:lnTo>
                    <a:pt x="15694" y="6353"/>
                  </a:lnTo>
                  <a:lnTo>
                    <a:pt x="15625" y="6323"/>
                  </a:lnTo>
                  <a:lnTo>
                    <a:pt x="15557" y="6304"/>
                  </a:lnTo>
                  <a:lnTo>
                    <a:pt x="15488" y="6294"/>
                  </a:lnTo>
                  <a:close/>
                  <a:moveTo>
                    <a:pt x="4523" y="12656"/>
                  </a:moveTo>
                  <a:lnTo>
                    <a:pt x="4455" y="12666"/>
                  </a:lnTo>
                  <a:lnTo>
                    <a:pt x="4376" y="12676"/>
                  </a:lnTo>
                  <a:lnTo>
                    <a:pt x="4307" y="12695"/>
                  </a:lnTo>
                  <a:lnTo>
                    <a:pt x="4248" y="12715"/>
                  </a:lnTo>
                  <a:lnTo>
                    <a:pt x="4179" y="12745"/>
                  </a:lnTo>
                  <a:lnTo>
                    <a:pt x="4120" y="12784"/>
                  </a:lnTo>
                  <a:lnTo>
                    <a:pt x="4071" y="12823"/>
                  </a:lnTo>
                  <a:lnTo>
                    <a:pt x="4022" y="12872"/>
                  </a:lnTo>
                  <a:lnTo>
                    <a:pt x="3973" y="12922"/>
                  </a:lnTo>
                  <a:lnTo>
                    <a:pt x="3933" y="12971"/>
                  </a:lnTo>
                  <a:lnTo>
                    <a:pt x="3894" y="13030"/>
                  </a:lnTo>
                  <a:lnTo>
                    <a:pt x="3865" y="13099"/>
                  </a:lnTo>
                  <a:lnTo>
                    <a:pt x="3845" y="13158"/>
                  </a:lnTo>
                  <a:lnTo>
                    <a:pt x="3825" y="13226"/>
                  </a:lnTo>
                  <a:lnTo>
                    <a:pt x="3815" y="13295"/>
                  </a:lnTo>
                  <a:lnTo>
                    <a:pt x="3806" y="13374"/>
                  </a:lnTo>
                  <a:lnTo>
                    <a:pt x="3815" y="13443"/>
                  </a:lnTo>
                  <a:lnTo>
                    <a:pt x="3825" y="13512"/>
                  </a:lnTo>
                  <a:lnTo>
                    <a:pt x="3845" y="13580"/>
                  </a:lnTo>
                  <a:lnTo>
                    <a:pt x="3865" y="13649"/>
                  </a:lnTo>
                  <a:lnTo>
                    <a:pt x="3894" y="13708"/>
                  </a:lnTo>
                  <a:lnTo>
                    <a:pt x="3933" y="13767"/>
                  </a:lnTo>
                  <a:lnTo>
                    <a:pt x="3973" y="13826"/>
                  </a:lnTo>
                  <a:lnTo>
                    <a:pt x="4022" y="13875"/>
                  </a:lnTo>
                  <a:lnTo>
                    <a:pt x="4071" y="13925"/>
                  </a:lnTo>
                  <a:lnTo>
                    <a:pt x="4120" y="13964"/>
                  </a:lnTo>
                  <a:lnTo>
                    <a:pt x="4179" y="14003"/>
                  </a:lnTo>
                  <a:lnTo>
                    <a:pt x="4248" y="14033"/>
                  </a:lnTo>
                  <a:lnTo>
                    <a:pt x="4307" y="14052"/>
                  </a:lnTo>
                  <a:lnTo>
                    <a:pt x="4376" y="14072"/>
                  </a:lnTo>
                  <a:lnTo>
                    <a:pt x="4455" y="14082"/>
                  </a:lnTo>
                  <a:lnTo>
                    <a:pt x="4592" y="14082"/>
                  </a:lnTo>
                  <a:lnTo>
                    <a:pt x="4671" y="14072"/>
                  </a:lnTo>
                  <a:lnTo>
                    <a:pt x="4740" y="14052"/>
                  </a:lnTo>
                  <a:lnTo>
                    <a:pt x="4799" y="14033"/>
                  </a:lnTo>
                  <a:lnTo>
                    <a:pt x="4868" y="14003"/>
                  </a:lnTo>
                  <a:lnTo>
                    <a:pt x="4927" y="13964"/>
                  </a:lnTo>
                  <a:lnTo>
                    <a:pt x="4976" y="13925"/>
                  </a:lnTo>
                  <a:lnTo>
                    <a:pt x="5025" y="13875"/>
                  </a:lnTo>
                  <a:lnTo>
                    <a:pt x="5074" y="13826"/>
                  </a:lnTo>
                  <a:lnTo>
                    <a:pt x="5113" y="13767"/>
                  </a:lnTo>
                  <a:lnTo>
                    <a:pt x="5153" y="13708"/>
                  </a:lnTo>
                  <a:lnTo>
                    <a:pt x="5182" y="13649"/>
                  </a:lnTo>
                  <a:lnTo>
                    <a:pt x="5202" y="13580"/>
                  </a:lnTo>
                  <a:lnTo>
                    <a:pt x="5222" y="13512"/>
                  </a:lnTo>
                  <a:lnTo>
                    <a:pt x="5231" y="13443"/>
                  </a:lnTo>
                  <a:lnTo>
                    <a:pt x="5241" y="13374"/>
                  </a:lnTo>
                  <a:lnTo>
                    <a:pt x="5231" y="13295"/>
                  </a:lnTo>
                  <a:lnTo>
                    <a:pt x="5222" y="13226"/>
                  </a:lnTo>
                  <a:lnTo>
                    <a:pt x="5202" y="13158"/>
                  </a:lnTo>
                  <a:lnTo>
                    <a:pt x="5182" y="13099"/>
                  </a:lnTo>
                  <a:lnTo>
                    <a:pt x="5153" y="13030"/>
                  </a:lnTo>
                  <a:lnTo>
                    <a:pt x="5113" y="12971"/>
                  </a:lnTo>
                  <a:lnTo>
                    <a:pt x="5074" y="12922"/>
                  </a:lnTo>
                  <a:lnTo>
                    <a:pt x="5025" y="12872"/>
                  </a:lnTo>
                  <a:lnTo>
                    <a:pt x="4976" y="12823"/>
                  </a:lnTo>
                  <a:lnTo>
                    <a:pt x="4927" y="12784"/>
                  </a:lnTo>
                  <a:lnTo>
                    <a:pt x="4868" y="12745"/>
                  </a:lnTo>
                  <a:lnTo>
                    <a:pt x="4799" y="12715"/>
                  </a:lnTo>
                  <a:lnTo>
                    <a:pt x="4740" y="12695"/>
                  </a:lnTo>
                  <a:lnTo>
                    <a:pt x="4671" y="12676"/>
                  </a:lnTo>
                  <a:lnTo>
                    <a:pt x="4592" y="12666"/>
                  </a:lnTo>
                  <a:lnTo>
                    <a:pt x="4523" y="12656"/>
                  </a:lnTo>
                  <a:close/>
                  <a:moveTo>
                    <a:pt x="11604" y="12656"/>
                  </a:moveTo>
                  <a:lnTo>
                    <a:pt x="11535" y="12666"/>
                  </a:lnTo>
                  <a:lnTo>
                    <a:pt x="11456" y="12676"/>
                  </a:lnTo>
                  <a:lnTo>
                    <a:pt x="11387" y="12695"/>
                  </a:lnTo>
                  <a:lnTo>
                    <a:pt x="11328" y="12715"/>
                  </a:lnTo>
                  <a:lnTo>
                    <a:pt x="11259" y="12745"/>
                  </a:lnTo>
                  <a:lnTo>
                    <a:pt x="11200" y="12784"/>
                  </a:lnTo>
                  <a:lnTo>
                    <a:pt x="11151" y="12823"/>
                  </a:lnTo>
                  <a:lnTo>
                    <a:pt x="11102" y="12872"/>
                  </a:lnTo>
                  <a:lnTo>
                    <a:pt x="11053" y="12922"/>
                  </a:lnTo>
                  <a:lnTo>
                    <a:pt x="11014" y="12971"/>
                  </a:lnTo>
                  <a:lnTo>
                    <a:pt x="10974" y="13030"/>
                  </a:lnTo>
                  <a:lnTo>
                    <a:pt x="10945" y="13099"/>
                  </a:lnTo>
                  <a:lnTo>
                    <a:pt x="10925" y="13158"/>
                  </a:lnTo>
                  <a:lnTo>
                    <a:pt x="10905" y="13226"/>
                  </a:lnTo>
                  <a:lnTo>
                    <a:pt x="10896" y="13295"/>
                  </a:lnTo>
                  <a:lnTo>
                    <a:pt x="10886" y="13374"/>
                  </a:lnTo>
                  <a:lnTo>
                    <a:pt x="10896" y="13443"/>
                  </a:lnTo>
                  <a:lnTo>
                    <a:pt x="10905" y="13512"/>
                  </a:lnTo>
                  <a:lnTo>
                    <a:pt x="10925" y="13580"/>
                  </a:lnTo>
                  <a:lnTo>
                    <a:pt x="10945" y="13649"/>
                  </a:lnTo>
                  <a:lnTo>
                    <a:pt x="10974" y="13708"/>
                  </a:lnTo>
                  <a:lnTo>
                    <a:pt x="11014" y="13767"/>
                  </a:lnTo>
                  <a:lnTo>
                    <a:pt x="11053" y="13826"/>
                  </a:lnTo>
                  <a:lnTo>
                    <a:pt x="11102" y="13875"/>
                  </a:lnTo>
                  <a:lnTo>
                    <a:pt x="11151" y="13925"/>
                  </a:lnTo>
                  <a:lnTo>
                    <a:pt x="11200" y="13964"/>
                  </a:lnTo>
                  <a:lnTo>
                    <a:pt x="11259" y="14003"/>
                  </a:lnTo>
                  <a:lnTo>
                    <a:pt x="11328" y="14033"/>
                  </a:lnTo>
                  <a:lnTo>
                    <a:pt x="11387" y="14052"/>
                  </a:lnTo>
                  <a:lnTo>
                    <a:pt x="11456" y="14072"/>
                  </a:lnTo>
                  <a:lnTo>
                    <a:pt x="11535" y="14082"/>
                  </a:lnTo>
                  <a:lnTo>
                    <a:pt x="11672" y="14082"/>
                  </a:lnTo>
                  <a:lnTo>
                    <a:pt x="11751" y="14072"/>
                  </a:lnTo>
                  <a:lnTo>
                    <a:pt x="11820" y="14052"/>
                  </a:lnTo>
                  <a:lnTo>
                    <a:pt x="11879" y="14033"/>
                  </a:lnTo>
                  <a:lnTo>
                    <a:pt x="11948" y="14003"/>
                  </a:lnTo>
                  <a:lnTo>
                    <a:pt x="12007" y="13964"/>
                  </a:lnTo>
                  <a:lnTo>
                    <a:pt x="12056" y="13925"/>
                  </a:lnTo>
                  <a:lnTo>
                    <a:pt x="12105" y="13875"/>
                  </a:lnTo>
                  <a:lnTo>
                    <a:pt x="12154" y="13826"/>
                  </a:lnTo>
                  <a:lnTo>
                    <a:pt x="12194" y="13767"/>
                  </a:lnTo>
                  <a:lnTo>
                    <a:pt x="12233" y="13708"/>
                  </a:lnTo>
                  <a:lnTo>
                    <a:pt x="12262" y="13649"/>
                  </a:lnTo>
                  <a:lnTo>
                    <a:pt x="12282" y="13580"/>
                  </a:lnTo>
                  <a:lnTo>
                    <a:pt x="12302" y="13512"/>
                  </a:lnTo>
                  <a:lnTo>
                    <a:pt x="12312" y="13443"/>
                  </a:lnTo>
                  <a:lnTo>
                    <a:pt x="12321" y="13374"/>
                  </a:lnTo>
                  <a:lnTo>
                    <a:pt x="12312" y="13295"/>
                  </a:lnTo>
                  <a:lnTo>
                    <a:pt x="12302" y="13226"/>
                  </a:lnTo>
                  <a:lnTo>
                    <a:pt x="12282" y="13158"/>
                  </a:lnTo>
                  <a:lnTo>
                    <a:pt x="12262" y="13099"/>
                  </a:lnTo>
                  <a:lnTo>
                    <a:pt x="12233" y="13030"/>
                  </a:lnTo>
                  <a:lnTo>
                    <a:pt x="12194" y="12971"/>
                  </a:lnTo>
                  <a:lnTo>
                    <a:pt x="12154" y="12922"/>
                  </a:lnTo>
                  <a:lnTo>
                    <a:pt x="12105" y="12872"/>
                  </a:lnTo>
                  <a:lnTo>
                    <a:pt x="12056" y="12823"/>
                  </a:lnTo>
                  <a:lnTo>
                    <a:pt x="12007" y="12784"/>
                  </a:lnTo>
                  <a:lnTo>
                    <a:pt x="11948" y="12745"/>
                  </a:lnTo>
                  <a:lnTo>
                    <a:pt x="11879" y="12715"/>
                  </a:lnTo>
                  <a:lnTo>
                    <a:pt x="11820" y="12695"/>
                  </a:lnTo>
                  <a:lnTo>
                    <a:pt x="11751" y="12676"/>
                  </a:lnTo>
                  <a:lnTo>
                    <a:pt x="11672" y="12666"/>
                  </a:lnTo>
                  <a:lnTo>
                    <a:pt x="11604" y="12656"/>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6" name="Google Shape;1646;p104"/>
            <p:cNvSpPr/>
            <p:nvPr/>
          </p:nvSpPr>
          <p:spPr>
            <a:xfrm>
              <a:off x="808450" y="2357950"/>
              <a:ext cx="236525" cy="236750"/>
            </a:xfrm>
            <a:custGeom>
              <a:avLst/>
              <a:gdLst/>
              <a:ahLst/>
              <a:cxnLst/>
              <a:rect l="l" t="t" r="r" b="b"/>
              <a:pathLst>
                <a:path w="9461" h="9470" extrusionOk="0">
                  <a:moveTo>
                    <a:pt x="5232" y="0"/>
                  </a:moveTo>
                  <a:lnTo>
                    <a:pt x="4966" y="10"/>
                  </a:lnTo>
                  <a:lnTo>
                    <a:pt x="4701" y="30"/>
                  </a:lnTo>
                  <a:lnTo>
                    <a:pt x="4435" y="69"/>
                  </a:lnTo>
                  <a:lnTo>
                    <a:pt x="4180" y="108"/>
                  </a:lnTo>
                  <a:lnTo>
                    <a:pt x="3924" y="167"/>
                  </a:lnTo>
                  <a:lnTo>
                    <a:pt x="3678" y="236"/>
                  </a:lnTo>
                  <a:lnTo>
                    <a:pt x="3432" y="325"/>
                  </a:lnTo>
                  <a:lnTo>
                    <a:pt x="3196" y="413"/>
                  </a:lnTo>
                  <a:lnTo>
                    <a:pt x="2970" y="521"/>
                  </a:lnTo>
                  <a:lnTo>
                    <a:pt x="2744" y="639"/>
                  </a:lnTo>
                  <a:lnTo>
                    <a:pt x="2518" y="767"/>
                  </a:lnTo>
                  <a:lnTo>
                    <a:pt x="2311" y="895"/>
                  </a:lnTo>
                  <a:lnTo>
                    <a:pt x="2105" y="1042"/>
                  </a:lnTo>
                  <a:lnTo>
                    <a:pt x="1908" y="1200"/>
                  </a:lnTo>
                  <a:lnTo>
                    <a:pt x="1721" y="1367"/>
                  </a:lnTo>
                  <a:lnTo>
                    <a:pt x="1535" y="1544"/>
                  </a:lnTo>
                  <a:lnTo>
                    <a:pt x="1358" y="1721"/>
                  </a:lnTo>
                  <a:lnTo>
                    <a:pt x="1200" y="1908"/>
                  </a:lnTo>
                  <a:lnTo>
                    <a:pt x="1043" y="2104"/>
                  </a:lnTo>
                  <a:lnTo>
                    <a:pt x="895" y="2311"/>
                  </a:lnTo>
                  <a:lnTo>
                    <a:pt x="758" y="2527"/>
                  </a:lnTo>
                  <a:lnTo>
                    <a:pt x="630" y="2744"/>
                  </a:lnTo>
                  <a:lnTo>
                    <a:pt x="522" y="2970"/>
                  </a:lnTo>
                  <a:lnTo>
                    <a:pt x="414" y="3206"/>
                  </a:lnTo>
                  <a:lnTo>
                    <a:pt x="315" y="3442"/>
                  </a:lnTo>
                  <a:lnTo>
                    <a:pt x="237" y="3688"/>
                  </a:lnTo>
                  <a:lnTo>
                    <a:pt x="168" y="3933"/>
                  </a:lnTo>
                  <a:lnTo>
                    <a:pt x="109" y="4189"/>
                  </a:lnTo>
                  <a:lnTo>
                    <a:pt x="60" y="4445"/>
                  </a:lnTo>
                  <a:lnTo>
                    <a:pt x="30" y="4700"/>
                  </a:lnTo>
                  <a:lnTo>
                    <a:pt x="10" y="4966"/>
                  </a:lnTo>
                  <a:lnTo>
                    <a:pt x="1" y="5241"/>
                  </a:lnTo>
                  <a:lnTo>
                    <a:pt x="954" y="5241"/>
                  </a:lnTo>
                  <a:lnTo>
                    <a:pt x="954" y="5015"/>
                  </a:lnTo>
                  <a:lnTo>
                    <a:pt x="974" y="4799"/>
                  </a:lnTo>
                  <a:lnTo>
                    <a:pt x="1004" y="4592"/>
                  </a:lnTo>
                  <a:lnTo>
                    <a:pt x="1043" y="4376"/>
                  </a:lnTo>
                  <a:lnTo>
                    <a:pt x="1082" y="4169"/>
                  </a:lnTo>
                  <a:lnTo>
                    <a:pt x="1141" y="3963"/>
                  </a:lnTo>
                  <a:lnTo>
                    <a:pt x="1210" y="3766"/>
                  </a:lnTo>
                  <a:lnTo>
                    <a:pt x="1289" y="3570"/>
                  </a:lnTo>
                  <a:lnTo>
                    <a:pt x="1377" y="3383"/>
                  </a:lnTo>
                  <a:lnTo>
                    <a:pt x="1466" y="3196"/>
                  </a:lnTo>
                  <a:lnTo>
                    <a:pt x="1574" y="3019"/>
                  </a:lnTo>
                  <a:lnTo>
                    <a:pt x="1682" y="2842"/>
                  </a:lnTo>
                  <a:lnTo>
                    <a:pt x="1800" y="2675"/>
                  </a:lnTo>
                  <a:lnTo>
                    <a:pt x="1928" y="2517"/>
                  </a:lnTo>
                  <a:lnTo>
                    <a:pt x="2066" y="2360"/>
                  </a:lnTo>
                  <a:lnTo>
                    <a:pt x="2203" y="2213"/>
                  </a:lnTo>
                  <a:lnTo>
                    <a:pt x="2361" y="2075"/>
                  </a:lnTo>
                  <a:lnTo>
                    <a:pt x="2508" y="1937"/>
                  </a:lnTo>
                  <a:lnTo>
                    <a:pt x="2675" y="1809"/>
                  </a:lnTo>
                  <a:lnTo>
                    <a:pt x="2842" y="1691"/>
                  </a:lnTo>
                  <a:lnTo>
                    <a:pt x="3019" y="1573"/>
                  </a:lnTo>
                  <a:lnTo>
                    <a:pt x="3196" y="1475"/>
                  </a:lnTo>
                  <a:lnTo>
                    <a:pt x="3383" y="1377"/>
                  </a:lnTo>
                  <a:lnTo>
                    <a:pt x="3570" y="1288"/>
                  </a:lnTo>
                  <a:lnTo>
                    <a:pt x="3767" y="1219"/>
                  </a:lnTo>
                  <a:lnTo>
                    <a:pt x="3963" y="1151"/>
                  </a:lnTo>
                  <a:lnTo>
                    <a:pt x="4170" y="1092"/>
                  </a:lnTo>
                  <a:lnTo>
                    <a:pt x="4376" y="1042"/>
                  </a:lnTo>
                  <a:lnTo>
                    <a:pt x="4583" y="1003"/>
                  </a:lnTo>
                  <a:lnTo>
                    <a:pt x="4799" y="974"/>
                  </a:lnTo>
                  <a:lnTo>
                    <a:pt x="5016" y="964"/>
                  </a:lnTo>
                  <a:lnTo>
                    <a:pt x="5232" y="954"/>
                  </a:lnTo>
                  <a:lnTo>
                    <a:pt x="5232" y="0"/>
                  </a:lnTo>
                  <a:close/>
                  <a:moveTo>
                    <a:pt x="5065" y="1908"/>
                  </a:moveTo>
                  <a:lnTo>
                    <a:pt x="4898" y="1927"/>
                  </a:lnTo>
                  <a:lnTo>
                    <a:pt x="4730" y="1947"/>
                  </a:lnTo>
                  <a:lnTo>
                    <a:pt x="4563" y="1977"/>
                  </a:lnTo>
                  <a:lnTo>
                    <a:pt x="4406" y="2016"/>
                  </a:lnTo>
                  <a:lnTo>
                    <a:pt x="4249" y="2055"/>
                  </a:lnTo>
                  <a:lnTo>
                    <a:pt x="4091" y="2114"/>
                  </a:lnTo>
                  <a:lnTo>
                    <a:pt x="3944" y="2173"/>
                  </a:lnTo>
                  <a:lnTo>
                    <a:pt x="3796" y="2232"/>
                  </a:lnTo>
                  <a:lnTo>
                    <a:pt x="3649" y="2311"/>
                  </a:lnTo>
                  <a:lnTo>
                    <a:pt x="3511" y="2390"/>
                  </a:lnTo>
                  <a:lnTo>
                    <a:pt x="3373" y="2478"/>
                  </a:lnTo>
                  <a:lnTo>
                    <a:pt x="3246" y="2567"/>
                  </a:lnTo>
                  <a:lnTo>
                    <a:pt x="3118" y="2665"/>
                  </a:lnTo>
                  <a:lnTo>
                    <a:pt x="3000" y="2773"/>
                  </a:lnTo>
                  <a:lnTo>
                    <a:pt x="2882" y="2881"/>
                  </a:lnTo>
                  <a:lnTo>
                    <a:pt x="2774" y="2999"/>
                  </a:lnTo>
                  <a:lnTo>
                    <a:pt x="2665" y="3117"/>
                  </a:lnTo>
                  <a:lnTo>
                    <a:pt x="2567" y="3245"/>
                  </a:lnTo>
                  <a:lnTo>
                    <a:pt x="2469" y="3383"/>
                  </a:lnTo>
                  <a:lnTo>
                    <a:pt x="2390" y="3511"/>
                  </a:lnTo>
                  <a:lnTo>
                    <a:pt x="2311" y="3648"/>
                  </a:lnTo>
                  <a:lnTo>
                    <a:pt x="2233" y="3796"/>
                  </a:lnTo>
                  <a:lnTo>
                    <a:pt x="2164" y="3943"/>
                  </a:lnTo>
                  <a:lnTo>
                    <a:pt x="2105" y="4091"/>
                  </a:lnTo>
                  <a:lnTo>
                    <a:pt x="2056" y="4248"/>
                  </a:lnTo>
                  <a:lnTo>
                    <a:pt x="2007" y="4405"/>
                  </a:lnTo>
                  <a:lnTo>
                    <a:pt x="1967" y="4573"/>
                  </a:lnTo>
                  <a:lnTo>
                    <a:pt x="1938" y="4730"/>
                  </a:lnTo>
                  <a:lnTo>
                    <a:pt x="1918" y="4897"/>
                  </a:lnTo>
                  <a:lnTo>
                    <a:pt x="1908" y="5064"/>
                  </a:lnTo>
                  <a:lnTo>
                    <a:pt x="1908" y="5241"/>
                  </a:lnTo>
                  <a:lnTo>
                    <a:pt x="2852" y="5241"/>
                  </a:lnTo>
                  <a:lnTo>
                    <a:pt x="2862" y="5113"/>
                  </a:lnTo>
                  <a:lnTo>
                    <a:pt x="2872" y="4995"/>
                  </a:lnTo>
                  <a:lnTo>
                    <a:pt x="2882" y="4877"/>
                  </a:lnTo>
                  <a:lnTo>
                    <a:pt x="2901" y="4759"/>
                  </a:lnTo>
                  <a:lnTo>
                    <a:pt x="2931" y="4641"/>
                  </a:lnTo>
                  <a:lnTo>
                    <a:pt x="2960" y="4533"/>
                  </a:lnTo>
                  <a:lnTo>
                    <a:pt x="3039" y="4317"/>
                  </a:lnTo>
                  <a:lnTo>
                    <a:pt x="3147" y="4110"/>
                  </a:lnTo>
                  <a:lnTo>
                    <a:pt x="3265" y="3914"/>
                  </a:lnTo>
                  <a:lnTo>
                    <a:pt x="3403" y="3727"/>
                  </a:lnTo>
                  <a:lnTo>
                    <a:pt x="3550" y="3560"/>
                  </a:lnTo>
                  <a:lnTo>
                    <a:pt x="3727" y="3402"/>
                  </a:lnTo>
                  <a:lnTo>
                    <a:pt x="3904" y="3265"/>
                  </a:lnTo>
                  <a:lnTo>
                    <a:pt x="4101" y="3147"/>
                  </a:lnTo>
                  <a:lnTo>
                    <a:pt x="4308" y="3048"/>
                  </a:lnTo>
                  <a:lnTo>
                    <a:pt x="4524" y="2970"/>
                  </a:lnTo>
                  <a:lnTo>
                    <a:pt x="4642" y="2930"/>
                  </a:lnTo>
                  <a:lnTo>
                    <a:pt x="4760" y="2911"/>
                  </a:lnTo>
                  <a:lnTo>
                    <a:pt x="4878" y="2891"/>
                  </a:lnTo>
                  <a:lnTo>
                    <a:pt x="4996" y="2871"/>
                  </a:lnTo>
                  <a:lnTo>
                    <a:pt x="5114" y="2862"/>
                  </a:lnTo>
                  <a:lnTo>
                    <a:pt x="5232" y="2862"/>
                  </a:lnTo>
                  <a:lnTo>
                    <a:pt x="5232" y="1908"/>
                  </a:lnTo>
                  <a:close/>
                  <a:moveTo>
                    <a:pt x="6609" y="4228"/>
                  </a:moveTo>
                  <a:lnTo>
                    <a:pt x="6599" y="4356"/>
                  </a:lnTo>
                  <a:lnTo>
                    <a:pt x="6589" y="4474"/>
                  </a:lnTo>
                  <a:lnTo>
                    <a:pt x="6579" y="4592"/>
                  </a:lnTo>
                  <a:lnTo>
                    <a:pt x="6559" y="4710"/>
                  </a:lnTo>
                  <a:lnTo>
                    <a:pt x="6530" y="4818"/>
                  </a:lnTo>
                  <a:lnTo>
                    <a:pt x="6500" y="4936"/>
                  </a:lnTo>
                  <a:lnTo>
                    <a:pt x="6422" y="5153"/>
                  </a:lnTo>
                  <a:lnTo>
                    <a:pt x="6314" y="5359"/>
                  </a:lnTo>
                  <a:lnTo>
                    <a:pt x="6196" y="5556"/>
                  </a:lnTo>
                  <a:lnTo>
                    <a:pt x="6058" y="5743"/>
                  </a:lnTo>
                  <a:lnTo>
                    <a:pt x="5910" y="5910"/>
                  </a:lnTo>
                  <a:lnTo>
                    <a:pt x="5733" y="6067"/>
                  </a:lnTo>
                  <a:lnTo>
                    <a:pt x="5556" y="6205"/>
                  </a:lnTo>
                  <a:lnTo>
                    <a:pt x="5360" y="6323"/>
                  </a:lnTo>
                  <a:lnTo>
                    <a:pt x="5153" y="6421"/>
                  </a:lnTo>
                  <a:lnTo>
                    <a:pt x="4927" y="6500"/>
                  </a:lnTo>
                  <a:lnTo>
                    <a:pt x="4819" y="6529"/>
                  </a:lnTo>
                  <a:lnTo>
                    <a:pt x="4701" y="6559"/>
                  </a:lnTo>
                  <a:lnTo>
                    <a:pt x="4583" y="6579"/>
                  </a:lnTo>
                  <a:lnTo>
                    <a:pt x="4465" y="6598"/>
                  </a:lnTo>
                  <a:lnTo>
                    <a:pt x="4347" y="6608"/>
                  </a:lnTo>
                  <a:lnTo>
                    <a:pt x="4229" y="6608"/>
                  </a:lnTo>
                  <a:lnTo>
                    <a:pt x="4229" y="7562"/>
                  </a:lnTo>
                  <a:lnTo>
                    <a:pt x="4396" y="7552"/>
                  </a:lnTo>
                  <a:lnTo>
                    <a:pt x="4563" y="7542"/>
                  </a:lnTo>
                  <a:lnTo>
                    <a:pt x="4730" y="7523"/>
                  </a:lnTo>
                  <a:lnTo>
                    <a:pt x="4898" y="7493"/>
                  </a:lnTo>
                  <a:lnTo>
                    <a:pt x="5055" y="7454"/>
                  </a:lnTo>
                  <a:lnTo>
                    <a:pt x="5212" y="7414"/>
                  </a:lnTo>
                  <a:lnTo>
                    <a:pt x="5370" y="7355"/>
                  </a:lnTo>
                  <a:lnTo>
                    <a:pt x="5517" y="7296"/>
                  </a:lnTo>
                  <a:lnTo>
                    <a:pt x="5665" y="7228"/>
                  </a:lnTo>
                  <a:lnTo>
                    <a:pt x="5812" y="7159"/>
                  </a:lnTo>
                  <a:lnTo>
                    <a:pt x="5950" y="7080"/>
                  </a:lnTo>
                  <a:lnTo>
                    <a:pt x="6087" y="6992"/>
                  </a:lnTo>
                  <a:lnTo>
                    <a:pt x="6215" y="6903"/>
                  </a:lnTo>
                  <a:lnTo>
                    <a:pt x="6343" y="6795"/>
                  </a:lnTo>
                  <a:lnTo>
                    <a:pt x="6461" y="6697"/>
                  </a:lnTo>
                  <a:lnTo>
                    <a:pt x="6579" y="6588"/>
                  </a:lnTo>
                  <a:lnTo>
                    <a:pt x="6687" y="6470"/>
                  </a:lnTo>
                  <a:lnTo>
                    <a:pt x="6795" y="6343"/>
                  </a:lnTo>
                  <a:lnTo>
                    <a:pt x="6894" y="6225"/>
                  </a:lnTo>
                  <a:lnTo>
                    <a:pt x="6982" y="6087"/>
                  </a:lnTo>
                  <a:lnTo>
                    <a:pt x="7071" y="5959"/>
                  </a:lnTo>
                  <a:lnTo>
                    <a:pt x="7150" y="5812"/>
                  </a:lnTo>
                  <a:lnTo>
                    <a:pt x="7228" y="5674"/>
                  </a:lnTo>
                  <a:lnTo>
                    <a:pt x="7297" y="5526"/>
                  </a:lnTo>
                  <a:lnTo>
                    <a:pt x="7356" y="5369"/>
                  </a:lnTo>
                  <a:lnTo>
                    <a:pt x="7405" y="5222"/>
                  </a:lnTo>
                  <a:lnTo>
                    <a:pt x="7454" y="5064"/>
                  </a:lnTo>
                  <a:lnTo>
                    <a:pt x="7494" y="4897"/>
                  </a:lnTo>
                  <a:lnTo>
                    <a:pt x="7523" y="4740"/>
                  </a:lnTo>
                  <a:lnTo>
                    <a:pt x="7543" y="4573"/>
                  </a:lnTo>
                  <a:lnTo>
                    <a:pt x="7553" y="4396"/>
                  </a:lnTo>
                  <a:lnTo>
                    <a:pt x="7553" y="4228"/>
                  </a:lnTo>
                  <a:close/>
                  <a:moveTo>
                    <a:pt x="8507" y="4228"/>
                  </a:moveTo>
                  <a:lnTo>
                    <a:pt x="8507" y="4445"/>
                  </a:lnTo>
                  <a:lnTo>
                    <a:pt x="8487" y="4671"/>
                  </a:lnTo>
                  <a:lnTo>
                    <a:pt x="8457" y="4877"/>
                  </a:lnTo>
                  <a:lnTo>
                    <a:pt x="8418" y="5094"/>
                  </a:lnTo>
                  <a:lnTo>
                    <a:pt x="8379" y="5300"/>
                  </a:lnTo>
                  <a:lnTo>
                    <a:pt x="8320" y="5497"/>
                  </a:lnTo>
                  <a:lnTo>
                    <a:pt x="8251" y="5703"/>
                  </a:lnTo>
                  <a:lnTo>
                    <a:pt x="8172" y="5890"/>
                  </a:lnTo>
                  <a:lnTo>
                    <a:pt x="8084" y="6087"/>
                  </a:lnTo>
                  <a:lnTo>
                    <a:pt x="7995" y="6274"/>
                  </a:lnTo>
                  <a:lnTo>
                    <a:pt x="7887" y="6451"/>
                  </a:lnTo>
                  <a:lnTo>
                    <a:pt x="7779" y="6618"/>
                  </a:lnTo>
                  <a:lnTo>
                    <a:pt x="7661" y="6795"/>
                  </a:lnTo>
                  <a:lnTo>
                    <a:pt x="7533" y="6952"/>
                  </a:lnTo>
                  <a:lnTo>
                    <a:pt x="7395" y="7110"/>
                  </a:lnTo>
                  <a:lnTo>
                    <a:pt x="7258" y="7257"/>
                  </a:lnTo>
                  <a:lnTo>
                    <a:pt x="7100" y="7395"/>
                  </a:lnTo>
                  <a:lnTo>
                    <a:pt x="6953" y="7532"/>
                  </a:lnTo>
                  <a:lnTo>
                    <a:pt x="6786" y="7660"/>
                  </a:lnTo>
                  <a:lnTo>
                    <a:pt x="6618" y="7778"/>
                  </a:lnTo>
                  <a:lnTo>
                    <a:pt x="6441" y="7896"/>
                  </a:lnTo>
                  <a:lnTo>
                    <a:pt x="6264" y="7995"/>
                  </a:lnTo>
                  <a:lnTo>
                    <a:pt x="6078" y="8093"/>
                  </a:lnTo>
                  <a:lnTo>
                    <a:pt x="5891" y="8172"/>
                  </a:lnTo>
                  <a:lnTo>
                    <a:pt x="5694" y="8250"/>
                  </a:lnTo>
                  <a:lnTo>
                    <a:pt x="5497" y="8319"/>
                  </a:lnTo>
                  <a:lnTo>
                    <a:pt x="5291" y="8378"/>
                  </a:lnTo>
                  <a:lnTo>
                    <a:pt x="5084" y="8427"/>
                  </a:lnTo>
                  <a:lnTo>
                    <a:pt x="4878" y="8467"/>
                  </a:lnTo>
                  <a:lnTo>
                    <a:pt x="4662" y="8486"/>
                  </a:lnTo>
                  <a:lnTo>
                    <a:pt x="4445" y="8506"/>
                  </a:lnTo>
                  <a:lnTo>
                    <a:pt x="4229" y="8516"/>
                  </a:lnTo>
                  <a:lnTo>
                    <a:pt x="4229" y="9470"/>
                  </a:lnTo>
                  <a:lnTo>
                    <a:pt x="4494" y="9460"/>
                  </a:lnTo>
                  <a:lnTo>
                    <a:pt x="4760" y="9440"/>
                  </a:lnTo>
                  <a:lnTo>
                    <a:pt x="5025" y="9401"/>
                  </a:lnTo>
                  <a:lnTo>
                    <a:pt x="5281" y="9361"/>
                  </a:lnTo>
                  <a:lnTo>
                    <a:pt x="5537" y="9302"/>
                  </a:lnTo>
                  <a:lnTo>
                    <a:pt x="5783" y="9234"/>
                  </a:lnTo>
                  <a:lnTo>
                    <a:pt x="6019" y="9145"/>
                  </a:lnTo>
                  <a:lnTo>
                    <a:pt x="6264" y="9057"/>
                  </a:lnTo>
                  <a:lnTo>
                    <a:pt x="6491" y="8948"/>
                  </a:lnTo>
                  <a:lnTo>
                    <a:pt x="6717" y="8830"/>
                  </a:lnTo>
                  <a:lnTo>
                    <a:pt x="6933" y="8703"/>
                  </a:lnTo>
                  <a:lnTo>
                    <a:pt x="7150" y="8565"/>
                  </a:lnTo>
                  <a:lnTo>
                    <a:pt x="7356" y="8427"/>
                  </a:lnTo>
                  <a:lnTo>
                    <a:pt x="7553" y="8270"/>
                  </a:lnTo>
                  <a:lnTo>
                    <a:pt x="7740" y="8103"/>
                  </a:lnTo>
                  <a:lnTo>
                    <a:pt x="7926" y="7926"/>
                  </a:lnTo>
                  <a:lnTo>
                    <a:pt x="8103" y="7749"/>
                  </a:lnTo>
                  <a:lnTo>
                    <a:pt x="8261" y="7562"/>
                  </a:lnTo>
                  <a:lnTo>
                    <a:pt x="8418" y="7355"/>
                  </a:lnTo>
                  <a:lnTo>
                    <a:pt x="8566" y="7159"/>
                  </a:lnTo>
                  <a:lnTo>
                    <a:pt x="8703" y="6942"/>
                  </a:lnTo>
                  <a:lnTo>
                    <a:pt x="8831" y="6726"/>
                  </a:lnTo>
                  <a:lnTo>
                    <a:pt x="8939" y="6500"/>
                  </a:lnTo>
                  <a:lnTo>
                    <a:pt x="9047" y="6264"/>
                  </a:lnTo>
                  <a:lnTo>
                    <a:pt x="9146" y="6028"/>
                  </a:lnTo>
                  <a:lnTo>
                    <a:pt x="9224" y="5782"/>
                  </a:lnTo>
                  <a:lnTo>
                    <a:pt x="9293" y="5536"/>
                  </a:lnTo>
                  <a:lnTo>
                    <a:pt x="9352" y="5281"/>
                  </a:lnTo>
                  <a:lnTo>
                    <a:pt x="9401" y="5025"/>
                  </a:lnTo>
                  <a:lnTo>
                    <a:pt x="9431" y="4759"/>
                  </a:lnTo>
                  <a:lnTo>
                    <a:pt x="9451" y="4494"/>
                  </a:lnTo>
                  <a:lnTo>
                    <a:pt x="9460" y="4228"/>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47" name="Google Shape;1647;p104"/>
          <p:cNvGrpSpPr/>
          <p:nvPr/>
        </p:nvGrpSpPr>
        <p:grpSpPr>
          <a:xfrm>
            <a:off x="8118851" y="2782458"/>
            <a:ext cx="295689" cy="258229"/>
            <a:chOff x="725125" y="2301150"/>
            <a:chExt cx="403175" cy="352050"/>
          </a:xfrm>
        </p:grpSpPr>
        <p:sp>
          <p:nvSpPr>
            <p:cNvPr id="1648" name="Google Shape;1648;p104"/>
            <p:cNvSpPr/>
            <p:nvPr/>
          </p:nvSpPr>
          <p:spPr>
            <a:xfrm>
              <a:off x="908750" y="2458475"/>
              <a:ext cx="35925" cy="35675"/>
            </a:xfrm>
            <a:custGeom>
              <a:avLst/>
              <a:gdLst/>
              <a:ahLst/>
              <a:cxnLst/>
              <a:rect l="l" t="t" r="r" b="b"/>
              <a:pathLst>
                <a:path w="1437" h="1427" extrusionOk="0">
                  <a:moveTo>
                    <a:pt x="650" y="1"/>
                  </a:moveTo>
                  <a:lnTo>
                    <a:pt x="571" y="11"/>
                  </a:lnTo>
                  <a:lnTo>
                    <a:pt x="502" y="30"/>
                  </a:lnTo>
                  <a:lnTo>
                    <a:pt x="443" y="60"/>
                  </a:lnTo>
                  <a:lnTo>
                    <a:pt x="374" y="89"/>
                  </a:lnTo>
                  <a:lnTo>
                    <a:pt x="315" y="119"/>
                  </a:lnTo>
                  <a:lnTo>
                    <a:pt x="266" y="158"/>
                  </a:lnTo>
                  <a:lnTo>
                    <a:pt x="217" y="207"/>
                  </a:lnTo>
                  <a:lnTo>
                    <a:pt x="168" y="257"/>
                  </a:lnTo>
                  <a:lnTo>
                    <a:pt x="128" y="316"/>
                  </a:lnTo>
                  <a:lnTo>
                    <a:pt x="89" y="375"/>
                  </a:lnTo>
                  <a:lnTo>
                    <a:pt x="60" y="434"/>
                  </a:lnTo>
                  <a:lnTo>
                    <a:pt x="40" y="502"/>
                  </a:lnTo>
                  <a:lnTo>
                    <a:pt x="20" y="571"/>
                  </a:lnTo>
                  <a:lnTo>
                    <a:pt x="10" y="640"/>
                  </a:lnTo>
                  <a:lnTo>
                    <a:pt x="1" y="709"/>
                  </a:lnTo>
                  <a:lnTo>
                    <a:pt x="10" y="788"/>
                  </a:lnTo>
                  <a:lnTo>
                    <a:pt x="20" y="856"/>
                  </a:lnTo>
                  <a:lnTo>
                    <a:pt x="40" y="925"/>
                  </a:lnTo>
                  <a:lnTo>
                    <a:pt x="60" y="994"/>
                  </a:lnTo>
                  <a:lnTo>
                    <a:pt x="89" y="1053"/>
                  </a:lnTo>
                  <a:lnTo>
                    <a:pt x="128" y="1112"/>
                  </a:lnTo>
                  <a:lnTo>
                    <a:pt x="168" y="1171"/>
                  </a:lnTo>
                  <a:lnTo>
                    <a:pt x="217" y="1220"/>
                  </a:lnTo>
                  <a:lnTo>
                    <a:pt x="266" y="1260"/>
                  </a:lnTo>
                  <a:lnTo>
                    <a:pt x="315" y="1309"/>
                  </a:lnTo>
                  <a:lnTo>
                    <a:pt x="374" y="1338"/>
                  </a:lnTo>
                  <a:lnTo>
                    <a:pt x="443" y="1368"/>
                  </a:lnTo>
                  <a:lnTo>
                    <a:pt x="502" y="1397"/>
                  </a:lnTo>
                  <a:lnTo>
                    <a:pt x="571" y="1417"/>
                  </a:lnTo>
                  <a:lnTo>
                    <a:pt x="650" y="1427"/>
                  </a:lnTo>
                  <a:lnTo>
                    <a:pt x="787" y="1427"/>
                  </a:lnTo>
                  <a:lnTo>
                    <a:pt x="866" y="1417"/>
                  </a:lnTo>
                  <a:lnTo>
                    <a:pt x="935" y="1397"/>
                  </a:lnTo>
                  <a:lnTo>
                    <a:pt x="994" y="1368"/>
                  </a:lnTo>
                  <a:lnTo>
                    <a:pt x="1063" y="1338"/>
                  </a:lnTo>
                  <a:lnTo>
                    <a:pt x="1122" y="1309"/>
                  </a:lnTo>
                  <a:lnTo>
                    <a:pt x="1171" y="1260"/>
                  </a:lnTo>
                  <a:lnTo>
                    <a:pt x="1220" y="1220"/>
                  </a:lnTo>
                  <a:lnTo>
                    <a:pt x="1269" y="1171"/>
                  </a:lnTo>
                  <a:lnTo>
                    <a:pt x="1308" y="1112"/>
                  </a:lnTo>
                  <a:lnTo>
                    <a:pt x="1348" y="1053"/>
                  </a:lnTo>
                  <a:lnTo>
                    <a:pt x="1377" y="994"/>
                  </a:lnTo>
                  <a:lnTo>
                    <a:pt x="1397" y="925"/>
                  </a:lnTo>
                  <a:lnTo>
                    <a:pt x="1417" y="856"/>
                  </a:lnTo>
                  <a:lnTo>
                    <a:pt x="1426" y="788"/>
                  </a:lnTo>
                  <a:lnTo>
                    <a:pt x="1436" y="709"/>
                  </a:lnTo>
                  <a:lnTo>
                    <a:pt x="1426" y="640"/>
                  </a:lnTo>
                  <a:lnTo>
                    <a:pt x="1417" y="571"/>
                  </a:lnTo>
                  <a:lnTo>
                    <a:pt x="1397" y="502"/>
                  </a:lnTo>
                  <a:lnTo>
                    <a:pt x="1377" y="434"/>
                  </a:lnTo>
                  <a:lnTo>
                    <a:pt x="1348" y="375"/>
                  </a:lnTo>
                  <a:lnTo>
                    <a:pt x="1308" y="316"/>
                  </a:lnTo>
                  <a:lnTo>
                    <a:pt x="1269" y="257"/>
                  </a:lnTo>
                  <a:lnTo>
                    <a:pt x="1220" y="207"/>
                  </a:lnTo>
                  <a:lnTo>
                    <a:pt x="1171" y="158"/>
                  </a:lnTo>
                  <a:lnTo>
                    <a:pt x="1122" y="119"/>
                  </a:lnTo>
                  <a:lnTo>
                    <a:pt x="1063" y="89"/>
                  </a:lnTo>
                  <a:lnTo>
                    <a:pt x="994" y="60"/>
                  </a:lnTo>
                  <a:lnTo>
                    <a:pt x="935" y="30"/>
                  </a:lnTo>
                  <a:lnTo>
                    <a:pt x="866" y="11"/>
                  </a:lnTo>
                  <a:lnTo>
                    <a:pt x="787"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9" name="Google Shape;1649;p104"/>
            <p:cNvSpPr/>
            <p:nvPr/>
          </p:nvSpPr>
          <p:spPr>
            <a:xfrm>
              <a:off x="752650" y="2305325"/>
              <a:ext cx="348125" cy="341975"/>
            </a:xfrm>
            <a:custGeom>
              <a:avLst/>
              <a:gdLst/>
              <a:ahLst/>
              <a:cxnLst/>
              <a:rect l="l" t="t" r="r" b="b"/>
              <a:pathLst>
                <a:path w="13925" h="13679" extrusionOk="0">
                  <a:moveTo>
                    <a:pt x="4996" y="1"/>
                  </a:moveTo>
                  <a:lnTo>
                    <a:pt x="5035" y="129"/>
                  </a:lnTo>
                  <a:lnTo>
                    <a:pt x="5065" y="266"/>
                  </a:lnTo>
                  <a:lnTo>
                    <a:pt x="5084" y="404"/>
                  </a:lnTo>
                  <a:lnTo>
                    <a:pt x="5084" y="542"/>
                  </a:lnTo>
                  <a:lnTo>
                    <a:pt x="5084" y="650"/>
                  </a:lnTo>
                  <a:lnTo>
                    <a:pt x="5074" y="748"/>
                  </a:lnTo>
                  <a:lnTo>
                    <a:pt x="5055" y="846"/>
                  </a:lnTo>
                  <a:lnTo>
                    <a:pt x="5035" y="945"/>
                  </a:lnTo>
                  <a:lnTo>
                    <a:pt x="8890" y="945"/>
                  </a:lnTo>
                  <a:lnTo>
                    <a:pt x="8870" y="846"/>
                  </a:lnTo>
                  <a:lnTo>
                    <a:pt x="8850" y="748"/>
                  </a:lnTo>
                  <a:lnTo>
                    <a:pt x="8841" y="650"/>
                  </a:lnTo>
                  <a:lnTo>
                    <a:pt x="8841" y="542"/>
                  </a:lnTo>
                  <a:lnTo>
                    <a:pt x="8841" y="404"/>
                  </a:lnTo>
                  <a:lnTo>
                    <a:pt x="8860" y="266"/>
                  </a:lnTo>
                  <a:lnTo>
                    <a:pt x="8890" y="129"/>
                  </a:lnTo>
                  <a:lnTo>
                    <a:pt x="8929" y="1"/>
                  </a:lnTo>
                  <a:close/>
                  <a:moveTo>
                    <a:pt x="2105" y="1564"/>
                  </a:moveTo>
                  <a:lnTo>
                    <a:pt x="0" y="5222"/>
                  </a:lnTo>
                  <a:lnTo>
                    <a:pt x="118" y="5252"/>
                  </a:lnTo>
                  <a:lnTo>
                    <a:pt x="227" y="5291"/>
                  </a:lnTo>
                  <a:lnTo>
                    <a:pt x="345" y="5340"/>
                  </a:lnTo>
                  <a:lnTo>
                    <a:pt x="443" y="5399"/>
                  </a:lnTo>
                  <a:lnTo>
                    <a:pt x="551" y="5468"/>
                  </a:lnTo>
                  <a:lnTo>
                    <a:pt x="649" y="5537"/>
                  </a:lnTo>
                  <a:lnTo>
                    <a:pt x="738" y="5616"/>
                  </a:lnTo>
                  <a:lnTo>
                    <a:pt x="817" y="5694"/>
                  </a:lnTo>
                  <a:lnTo>
                    <a:pt x="2882" y="2125"/>
                  </a:lnTo>
                  <a:lnTo>
                    <a:pt x="2773" y="2076"/>
                  </a:lnTo>
                  <a:lnTo>
                    <a:pt x="2655" y="2026"/>
                  </a:lnTo>
                  <a:lnTo>
                    <a:pt x="2557" y="1967"/>
                  </a:lnTo>
                  <a:lnTo>
                    <a:pt x="2449" y="1899"/>
                  </a:lnTo>
                  <a:lnTo>
                    <a:pt x="2360" y="1830"/>
                  </a:lnTo>
                  <a:lnTo>
                    <a:pt x="2272" y="1741"/>
                  </a:lnTo>
                  <a:lnTo>
                    <a:pt x="2183" y="1663"/>
                  </a:lnTo>
                  <a:lnTo>
                    <a:pt x="2105" y="1564"/>
                  </a:lnTo>
                  <a:close/>
                  <a:moveTo>
                    <a:pt x="11820" y="1564"/>
                  </a:moveTo>
                  <a:lnTo>
                    <a:pt x="11742" y="1663"/>
                  </a:lnTo>
                  <a:lnTo>
                    <a:pt x="11653" y="1741"/>
                  </a:lnTo>
                  <a:lnTo>
                    <a:pt x="11565" y="1830"/>
                  </a:lnTo>
                  <a:lnTo>
                    <a:pt x="11476" y="1899"/>
                  </a:lnTo>
                  <a:lnTo>
                    <a:pt x="11368" y="1967"/>
                  </a:lnTo>
                  <a:lnTo>
                    <a:pt x="11270" y="2026"/>
                  </a:lnTo>
                  <a:lnTo>
                    <a:pt x="11152" y="2076"/>
                  </a:lnTo>
                  <a:lnTo>
                    <a:pt x="11043" y="2125"/>
                  </a:lnTo>
                  <a:lnTo>
                    <a:pt x="13108" y="5694"/>
                  </a:lnTo>
                  <a:lnTo>
                    <a:pt x="13187" y="5616"/>
                  </a:lnTo>
                  <a:lnTo>
                    <a:pt x="13276" y="5537"/>
                  </a:lnTo>
                  <a:lnTo>
                    <a:pt x="13374" y="5468"/>
                  </a:lnTo>
                  <a:lnTo>
                    <a:pt x="13482" y="5399"/>
                  </a:lnTo>
                  <a:lnTo>
                    <a:pt x="13580" y="5340"/>
                  </a:lnTo>
                  <a:lnTo>
                    <a:pt x="13698" y="5291"/>
                  </a:lnTo>
                  <a:lnTo>
                    <a:pt x="13807" y="5252"/>
                  </a:lnTo>
                  <a:lnTo>
                    <a:pt x="13925" y="5222"/>
                  </a:lnTo>
                  <a:lnTo>
                    <a:pt x="11820" y="1564"/>
                  </a:lnTo>
                  <a:close/>
                  <a:moveTo>
                    <a:pt x="817" y="7985"/>
                  </a:moveTo>
                  <a:lnTo>
                    <a:pt x="738" y="8064"/>
                  </a:lnTo>
                  <a:lnTo>
                    <a:pt x="649" y="8143"/>
                  </a:lnTo>
                  <a:lnTo>
                    <a:pt x="551" y="8212"/>
                  </a:lnTo>
                  <a:lnTo>
                    <a:pt x="443" y="8280"/>
                  </a:lnTo>
                  <a:lnTo>
                    <a:pt x="345" y="8339"/>
                  </a:lnTo>
                  <a:lnTo>
                    <a:pt x="227" y="8389"/>
                  </a:lnTo>
                  <a:lnTo>
                    <a:pt x="118" y="8428"/>
                  </a:lnTo>
                  <a:lnTo>
                    <a:pt x="0" y="8457"/>
                  </a:lnTo>
                  <a:lnTo>
                    <a:pt x="2134" y="12155"/>
                  </a:lnTo>
                  <a:lnTo>
                    <a:pt x="2213" y="12066"/>
                  </a:lnTo>
                  <a:lnTo>
                    <a:pt x="2292" y="11978"/>
                  </a:lnTo>
                  <a:lnTo>
                    <a:pt x="2390" y="11899"/>
                  </a:lnTo>
                  <a:lnTo>
                    <a:pt x="2488" y="11830"/>
                  </a:lnTo>
                  <a:lnTo>
                    <a:pt x="2587" y="11761"/>
                  </a:lnTo>
                  <a:lnTo>
                    <a:pt x="2695" y="11712"/>
                  </a:lnTo>
                  <a:lnTo>
                    <a:pt x="2803" y="11663"/>
                  </a:lnTo>
                  <a:lnTo>
                    <a:pt x="2921" y="11614"/>
                  </a:lnTo>
                  <a:lnTo>
                    <a:pt x="817" y="7985"/>
                  </a:lnTo>
                  <a:close/>
                  <a:moveTo>
                    <a:pt x="13108" y="7985"/>
                  </a:moveTo>
                  <a:lnTo>
                    <a:pt x="11004" y="11614"/>
                  </a:lnTo>
                  <a:lnTo>
                    <a:pt x="11122" y="11663"/>
                  </a:lnTo>
                  <a:lnTo>
                    <a:pt x="11230" y="11712"/>
                  </a:lnTo>
                  <a:lnTo>
                    <a:pt x="11338" y="11761"/>
                  </a:lnTo>
                  <a:lnTo>
                    <a:pt x="11437" y="11830"/>
                  </a:lnTo>
                  <a:lnTo>
                    <a:pt x="11535" y="11899"/>
                  </a:lnTo>
                  <a:lnTo>
                    <a:pt x="11633" y="11978"/>
                  </a:lnTo>
                  <a:lnTo>
                    <a:pt x="11712" y="12066"/>
                  </a:lnTo>
                  <a:lnTo>
                    <a:pt x="11791" y="12155"/>
                  </a:lnTo>
                  <a:lnTo>
                    <a:pt x="13925" y="8457"/>
                  </a:lnTo>
                  <a:lnTo>
                    <a:pt x="13807" y="8428"/>
                  </a:lnTo>
                  <a:lnTo>
                    <a:pt x="13698" y="8389"/>
                  </a:lnTo>
                  <a:lnTo>
                    <a:pt x="13580" y="8339"/>
                  </a:lnTo>
                  <a:lnTo>
                    <a:pt x="13482" y="8280"/>
                  </a:lnTo>
                  <a:lnTo>
                    <a:pt x="13374" y="8212"/>
                  </a:lnTo>
                  <a:lnTo>
                    <a:pt x="13276" y="8143"/>
                  </a:lnTo>
                  <a:lnTo>
                    <a:pt x="13187" y="8064"/>
                  </a:lnTo>
                  <a:lnTo>
                    <a:pt x="13108" y="7985"/>
                  </a:lnTo>
                  <a:close/>
                  <a:moveTo>
                    <a:pt x="5015" y="12725"/>
                  </a:moveTo>
                  <a:lnTo>
                    <a:pt x="5045" y="12843"/>
                  </a:lnTo>
                  <a:lnTo>
                    <a:pt x="5065" y="12961"/>
                  </a:lnTo>
                  <a:lnTo>
                    <a:pt x="5084" y="13079"/>
                  </a:lnTo>
                  <a:lnTo>
                    <a:pt x="5084" y="13207"/>
                  </a:lnTo>
                  <a:lnTo>
                    <a:pt x="5084" y="13325"/>
                  </a:lnTo>
                  <a:lnTo>
                    <a:pt x="5065" y="13453"/>
                  </a:lnTo>
                  <a:lnTo>
                    <a:pt x="5045" y="13571"/>
                  </a:lnTo>
                  <a:lnTo>
                    <a:pt x="5015" y="13679"/>
                  </a:lnTo>
                  <a:lnTo>
                    <a:pt x="8909" y="13679"/>
                  </a:lnTo>
                  <a:lnTo>
                    <a:pt x="8880" y="13571"/>
                  </a:lnTo>
                  <a:lnTo>
                    <a:pt x="8860" y="13453"/>
                  </a:lnTo>
                  <a:lnTo>
                    <a:pt x="8841" y="13325"/>
                  </a:lnTo>
                  <a:lnTo>
                    <a:pt x="8841" y="13207"/>
                  </a:lnTo>
                  <a:lnTo>
                    <a:pt x="8841" y="13079"/>
                  </a:lnTo>
                  <a:lnTo>
                    <a:pt x="8860" y="12961"/>
                  </a:lnTo>
                  <a:lnTo>
                    <a:pt x="8880" y="12843"/>
                  </a:lnTo>
                  <a:lnTo>
                    <a:pt x="8909" y="12725"/>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0" name="Google Shape;1650;p104"/>
            <p:cNvSpPr/>
            <p:nvPr/>
          </p:nvSpPr>
          <p:spPr>
            <a:xfrm>
              <a:off x="725125" y="2301150"/>
              <a:ext cx="403175" cy="352050"/>
            </a:xfrm>
            <a:custGeom>
              <a:avLst/>
              <a:gdLst/>
              <a:ahLst/>
              <a:cxnLst/>
              <a:rect l="l" t="t" r="r" b="b"/>
              <a:pathLst>
                <a:path w="16127" h="14082" extrusionOk="0">
                  <a:moveTo>
                    <a:pt x="4455" y="1"/>
                  </a:moveTo>
                  <a:lnTo>
                    <a:pt x="4376" y="10"/>
                  </a:lnTo>
                  <a:lnTo>
                    <a:pt x="4307" y="30"/>
                  </a:lnTo>
                  <a:lnTo>
                    <a:pt x="4248" y="60"/>
                  </a:lnTo>
                  <a:lnTo>
                    <a:pt x="4179" y="89"/>
                  </a:lnTo>
                  <a:lnTo>
                    <a:pt x="4120" y="119"/>
                  </a:lnTo>
                  <a:lnTo>
                    <a:pt x="4071" y="158"/>
                  </a:lnTo>
                  <a:lnTo>
                    <a:pt x="4022" y="207"/>
                  </a:lnTo>
                  <a:lnTo>
                    <a:pt x="3973" y="256"/>
                  </a:lnTo>
                  <a:lnTo>
                    <a:pt x="3933" y="315"/>
                  </a:lnTo>
                  <a:lnTo>
                    <a:pt x="3894" y="374"/>
                  </a:lnTo>
                  <a:lnTo>
                    <a:pt x="3865" y="433"/>
                  </a:lnTo>
                  <a:lnTo>
                    <a:pt x="3845" y="502"/>
                  </a:lnTo>
                  <a:lnTo>
                    <a:pt x="3825" y="571"/>
                  </a:lnTo>
                  <a:lnTo>
                    <a:pt x="3815" y="640"/>
                  </a:lnTo>
                  <a:lnTo>
                    <a:pt x="3806" y="709"/>
                  </a:lnTo>
                  <a:lnTo>
                    <a:pt x="3815" y="787"/>
                  </a:lnTo>
                  <a:lnTo>
                    <a:pt x="3825" y="856"/>
                  </a:lnTo>
                  <a:lnTo>
                    <a:pt x="3845" y="925"/>
                  </a:lnTo>
                  <a:lnTo>
                    <a:pt x="3865" y="994"/>
                  </a:lnTo>
                  <a:lnTo>
                    <a:pt x="3894" y="1053"/>
                  </a:lnTo>
                  <a:lnTo>
                    <a:pt x="3933" y="1112"/>
                  </a:lnTo>
                  <a:lnTo>
                    <a:pt x="3973" y="1171"/>
                  </a:lnTo>
                  <a:lnTo>
                    <a:pt x="4022" y="1220"/>
                  </a:lnTo>
                  <a:lnTo>
                    <a:pt x="4071" y="1259"/>
                  </a:lnTo>
                  <a:lnTo>
                    <a:pt x="4120" y="1308"/>
                  </a:lnTo>
                  <a:lnTo>
                    <a:pt x="4179" y="1338"/>
                  </a:lnTo>
                  <a:lnTo>
                    <a:pt x="4248" y="1367"/>
                  </a:lnTo>
                  <a:lnTo>
                    <a:pt x="4307" y="1397"/>
                  </a:lnTo>
                  <a:lnTo>
                    <a:pt x="4376" y="1417"/>
                  </a:lnTo>
                  <a:lnTo>
                    <a:pt x="4455" y="1426"/>
                  </a:lnTo>
                  <a:lnTo>
                    <a:pt x="4592" y="1426"/>
                  </a:lnTo>
                  <a:lnTo>
                    <a:pt x="4671" y="1417"/>
                  </a:lnTo>
                  <a:lnTo>
                    <a:pt x="4740" y="1397"/>
                  </a:lnTo>
                  <a:lnTo>
                    <a:pt x="4799" y="1367"/>
                  </a:lnTo>
                  <a:lnTo>
                    <a:pt x="4868" y="1338"/>
                  </a:lnTo>
                  <a:lnTo>
                    <a:pt x="4927" y="1308"/>
                  </a:lnTo>
                  <a:lnTo>
                    <a:pt x="4976" y="1259"/>
                  </a:lnTo>
                  <a:lnTo>
                    <a:pt x="5025" y="1220"/>
                  </a:lnTo>
                  <a:lnTo>
                    <a:pt x="5074" y="1171"/>
                  </a:lnTo>
                  <a:lnTo>
                    <a:pt x="5113" y="1112"/>
                  </a:lnTo>
                  <a:lnTo>
                    <a:pt x="5153" y="1053"/>
                  </a:lnTo>
                  <a:lnTo>
                    <a:pt x="5182" y="994"/>
                  </a:lnTo>
                  <a:lnTo>
                    <a:pt x="5202" y="925"/>
                  </a:lnTo>
                  <a:lnTo>
                    <a:pt x="5222" y="856"/>
                  </a:lnTo>
                  <a:lnTo>
                    <a:pt x="5231" y="787"/>
                  </a:lnTo>
                  <a:lnTo>
                    <a:pt x="5241" y="709"/>
                  </a:lnTo>
                  <a:lnTo>
                    <a:pt x="5231" y="640"/>
                  </a:lnTo>
                  <a:lnTo>
                    <a:pt x="5222" y="571"/>
                  </a:lnTo>
                  <a:lnTo>
                    <a:pt x="5202" y="502"/>
                  </a:lnTo>
                  <a:lnTo>
                    <a:pt x="5182" y="433"/>
                  </a:lnTo>
                  <a:lnTo>
                    <a:pt x="5153" y="374"/>
                  </a:lnTo>
                  <a:lnTo>
                    <a:pt x="5113" y="315"/>
                  </a:lnTo>
                  <a:lnTo>
                    <a:pt x="5074" y="256"/>
                  </a:lnTo>
                  <a:lnTo>
                    <a:pt x="5025" y="207"/>
                  </a:lnTo>
                  <a:lnTo>
                    <a:pt x="4976" y="158"/>
                  </a:lnTo>
                  <a:lnTo>
                    <a:pt x="4927" y="119"/>
                  </a:lnTo>
                  <a:lnTo>
                    <a:pt x="4868" y="89"/>
                  </a:lnTo>
                  <a:lnTo>
                    <a:pt x="4799" y="60"/>
                  </a:lnTo>
                  <a:lnTo>
                    <a:pt x="4740" y="30"/>
                  </a:lnTo>
                  <a:lnTo>
                    <a:pt x="4671" y="10"/>
                  </a:lnTo>
                  <a:lnTo>
                    <a:pt x="4592" y="1"/>
                  </a:lnTo>
                  <a:close/>
                  <a:moveTo>
                    <a:pt x="11535" y="1"/>
                  </a:moveTo>
                  <a:lnTo>
                    <a:pt x="11456" y="10"/>
                  </a:lnTo>
                  <a:lnTo>
                    <a:pt x="11387" y="30"/>
                  </a:lnTo>
                  <a:lnTo>
                    <a:pt x="11328" y="60"/>
                  </a:lnTo>
                  <a:lnTo>
                    <a:pt x="11259" y="89"/>
                  </a:lnTo>
                  <a:lnTo>
                    <a:pt x="11200" y="119"/>
                  </a:lnTo>
                  <a:lnTo>
                    <a:pt x="11151" y="158"/>
                  </a:lnTo>
                  <a:lnTo>
                    <a:pt x="11102" y="207"/>
                  </a:lnTo>
                  <a:lnTo>
                    <a:pt x="11053" y="256"/>
                  </a:lnTo>
                  <a:lnTo>
                    <a:pt x="11014" y="315"/>
                  </a:lnTo>
                  <a:lnTo>
                    <a:pt x="10974" y="374"/>
                  </a:lnTo>
                  <a:lnTo>
                    <a:pt x="10945" y="433"/>
                  </a:lnTo>
                  <a:lnTo>
                    <a:pt x="10925" y="502"/>
                  </a:lnTo>
                  <a:lnTo>
                    <a:pt x="10905" y="571"/>
                  </a:lnTo>
                  <a:lnTo>
                    <a:pt x="10896" y="640"/>
                  </a:lnTo>
                  <a:lnTo>
                    <a:pt x="10886" y="709"/>
                  </a:lnTo>
                  <a:lnTo>
                    <a:pt x="10896" y="787"/>
                  </a:lnTo>
                  <a:lnTo>
                    <a:pt x="10905" y="856"/>
                  </a:lnTo>
                  <a:lnTo>
                    <a:pt x="10925" y="925"/>
                  </a:lnTo>
                  <a:lnTo>
                    <a:pt x="10945" y="994"/>
                  </a:lnTo>
                  <a:lnTo>
                    <a:pt x="10974" y="1053"/>
                  </a:lnTo>
                  <a:lnTo>
                    <a:pt x="11014" y="1112"/>
                  </a:lnTo>
                  <a:lnTo>
                    <a:pt x="11053" y="1171"/>
                  </a:lnTo>
                  <a:lnTo>
                    <a:pt x="11102" y="1220"/>
                  </a:lnTo>
                  <a:lnTo>
                    <a:pt x="11151" y="1259"/>
                  </a:lnTo>
                  <a:lnTo>
                    <a:pt x="11200" y="1308"/>
                  </a:lnTo>
                  <a:lnTo>
                    <a:pt x="11259" y="1338"/>
                  </a:lnTo>
                  <a:lnTo>
                    <a:pt x="11328" y="1367"/>
                  </a:lnTo>
                  <a:lnTo>
                    <a:pt x="11387" y="1397"/>
                  </a:lnTo>
                  <a:lnTo>
                    <a:pt x="11456" y="1417"/>
                  </a:lnTo>
                  <a:lnTo>
                    <a:pt x="11535" y="1426"/>
                  </a:lnTo>
                  <a:lnTo>
                    <a:pt x="11672" y="1426"/>
                  </a:lnTo>
                  <a:lnTo>
                    <a:pt x="11751" y="1417"/>
                  </a:lnTo>
                  <a:lnTo>
                    <a:pt x="11820" y="1397"/>
                  </a:lnTo>
                  <a:lnTo>
                    <a:pt x="11879" y="1367"/>
                  </a:lnTo>
                  <a:lnTo>
                    <a:pt x="11948" y="1338"/>
                  </a:lnTo>
                  <a:lnTo>
                    <a:pt x="12007" y="1308"/>
                  </a:lnTo>
                  <a:lnTo>
                    <a:pt x="12056" y="1259"/>
                  </a:lnTo>
                  <a:lnTo>
                    <a:pt x="12105" y="1220"/>
                  </a:lnTo>
                  <a:lnTo>
                    <a:pt x="12154" y="1171"/>
                  </a:lnTo>
                  <a:lnTo>
                    <a:pt x="12194" y="1112"/>
                  </a:lnTo>
                  <a:lnTo>
                    <a:pt x="12233" y="1053"/>
                  </a:lnTo>
                  <a:lnTo>
                    <a:pt x="12262" y="994"/>
                  </a:lnTo>
                  <a:lnTo>
                    <a:pt x="12282" y="925"/>
                  </a:lnTo>
                  <a:lnTo>
                    <a:pt x="12302" y="856"/>
                  </a:lnTo>
                  <a:lnTo>
                    <a:pt x="12312" y="787"/>
                  </a:lnTo>
                  <a:lnTo>
                    <a:pt x="12321" y="709"/>
                  </a:lnTo>
                  <a:lnTo>
                    <a:pt x="12312" y="640"/>
                  </a:lnTo>
                  <a:lnTo>
                    <a:pt x="12302" y="571"/>
                  </a:lnTo>
                  <a:lnTo>
                    <a:pt x="12282" y="502"/>
                  </a:lnTo>
                  <a:lnTo>
                    <a:pt x="12262" y="433"/>
                  </a:lnTo>
                  <a:lnTo>
                    <a:pt x="12233" y="374"/>
                  </a:lnTo>
                  <a:lnTo>
                    <a:pt x="12194" y="315"/>
                  </a:lnTo>
                  <a:lnTo>
                    <a:pt x="12154" y="256"/>
                  </a:lnTo>
                  <a:lnTo>
                    <a:pt x="12105" y="207"/>
                  </a:lnTo>
                  <a:lnTo>
                    <a:pt x="12056" y="158"/>
                  </a:lnTo>
                  <a:lnTo>
                    <a:pt x="12007" y="119"/>
                  </a:lnTo>
                  <a:lnTo>
                    <a:pt x="11948" y="89"/>
                  </a:lnTo>
                  <a:lnTo>
                    <a:pt x="11879" y="60"/>
                  </a:lnTo>
                  <a:lnTo>
                    <a:pt x="11820" y="30"/>
                  </a:lnTo>
                  <a:lnTo>
                    <a:pt x="11751" y="10"/>
                  </a:lnTo>
                  <a:lnTo>
                    <a:pt x="11672" y="1"/>
                  </a:lnTo>
                  <a:close/>
                  <a:moveTo>
                    <a:pt x="639" y="6294"/>
                  </a:moveTo>
                  <a:lnTo>
                    <a:pt x="570" y="6304"/>
                  </a:lnTo>
                  <a:lnTo>
                    <a:pt x="502" y="6323"/>
                  </a:lnTo>
                  <a:lnTo>
                    <a:pt x="433" y="6353"/>
                  </a:lnTo>
                  <a:lnTo>
                    <a:pt x="374" y="6382"/>
                  </a:lnTo>
                  <a:lnTo>
                    <a:pt x="315" y="6412"/>
                  </a:lnTo>
                  <a:lnTo>
                    <a:pt x="256" y="6451"/>
                  </a:lnTo>
                  <a:lnTo>
                    <a:pt x="207" y="6500"/>
                  </a:lnTo>
                  <a:lnTo>
                    <a:pt x="157" y="6550"/>
                  </a:lnTo>
                  <a:lnTo>
                    <a:pt x="118" y="6609"/>
                  </a:lnTo>
                  <a:lnTo>
                    <a:pt x="89" y="6668"/>
                  </a:lnTo>
                  <a:lnTo>
                    <a:pt x="59" y="6727"/>
                  </a:lnTo>
                  <a:lnTo>
                    <a:pt x="30" y="6795"/>
                  </a:lnTo>
                  <a:lnTo>
                    <a:pt x="10" y="6864"/>
                  </a:lnTo>
                  <a:lnTo>
                    <a:pt x="0" y="6933"/>
                  </a:lnTo>
                  <a:lnTo>
                    <a:pt x="0" y="7002"/>
                  </a:lnTo>
                  <a:lnTo>
                    <a:pt x="0" y="7081"/>
                  </a:lnTo>
                  <a:lnTo>
                    <a:pt x="10" y="7149"/>
                  </a:lnTo>
                  <a:lnTo>
                    <a:pt x="30" y="7218"/>
                  </a:lnTo>
                  <a:lnTo>
                    <a:pt x="59" y="7287"/>
                  </a:lnTo>
                  <a:lnTo>
                    <a:pt x="89" y="7346"/>
                  </a:lnTo>
                  <a:lnTo>
                    <a:pt x="118" y="7405"/>
                  </a:lnTo>
                  <a:lnTo>
                    <a:pt x="157" y="7464"/>
                  </a:lnTo>
                  <a:lnTo>
                    <a:pt x="207" y="7513"/>
                  </a:lnTo>
                  <a:lnTo>
                    <a:pt x="256" y="7553"/>
                  </a:lnTo>
                  <a:lnTo>
                    <a:pt x="315" y="7602"/>
                  </a:lnTo>
                  <a:lnTo>
                    <a:pt x="374" y="7631"/>
                  </a:lnTo>
                  <a:lnTo>
                    <a:pt x="433" y="7661"/>
                  </a:lnTo>
                  <a:lnTo>
                    <a:pt x="502" y="7690"/>
                  </a:lnTo>
                  <a:lnTo>
                    <a:pt x="570" y="7710"/>
                  </a:lnTo>
                  <a:lnTo>
                    <a:pt x="639" y="7720"/>
                  </a:lnTo>
                  <a:lnTo>
                    <a:pt x="787" y="7720"/>
                  </a:lnTo>
                  <a:lnTo>
                    <a:pt x="856" y="7710"/>
                  </a:lnTo>
                  <a:lnTo>
                    <a:pt x="924" y="7690"/>
                  </a:lnTo>
                  <a:lnTo>
                    <a:pt x="993" y="7661"/>
                  </a:lnTo>
                  <a:lnTo>
                    <a:pt x="1052" y="7631"/>
                  </a:lnTo>
                  <a:lnTo>
                    <a:pt x="1111" y="7602"/>
                  </a:lnTo>
                  <a:lnTo>
                    <a:pt x="1170" y="7553"/>
                  </a:lnTo>
                  <a:lnTo>
                    <a:pt x="1219" y="7513"/>
                  </a:lnTo>
                  <a:lnTo>
                    <a:pt x="1259" y="7464"/>
                  </a:lnTo>
                  <a:lnTo>
                    <a:pt x="1308" y="7405"/>
                  </a:lnTo>
                  <a:lnTo>
                    <a:pt x="1337" y="7346"/>
                  </a:lnTo>
                  <a:lnTo>
                    <a:pt x="1367" y="7287"/>
                  </a:lnTo>
                  <a:lnTo>
                    <a:pt x="1396" y="7218"/>
                  </a:lnTo>
                  <a:lnTo>
                    <a:pt x="1416" y="7149"/>
                  </a:lnTo>
                  <a:lnTo>
                    <a:pt x="1426" y="7081"/>
                  </a:lnTo>
                  <a:lnTo>
                    <a:pt x="1426" y="7002"/>
                  </a:lnTo>
                  <a:lnTo>
                    <a:pt x="1426" y="6933"/>
                  </a:lnTo>
                  <a:lnTo>
                    <a:pt x="1416" y="6864"/>
                  </a:lnTo>
                  <a:lnTo>
                    <a:pt x="1396" y="6795"/>
                  </a:lnTo>
                  <a:lnTo>
                    <a:pt x="1367" y="6727"/>
                  </a:lnTo>
                  <a:lnTo>
                    <a:pt x="1337" y="6668"/>
                  </a:lnTo>
                  <a:lnTo>
                    <a:pt x="1308" y="6609"/>
                  </a:lnTo>
                  <a:lnTo>
                    <a:pt x="1259" y="6550"/>
                  </a:lnTo>
                  <a:lnTo>
                    <a:pt x="1219" y="6500"/>
                  </a:lnTo>
                  <a:lnTo>
                    <a:pt x="1170" y="6451"/>
                  </a:lnTo>
                  <a:lnTo>
                    <a:pt x="1111" y="6412"/>
                  </a:lnTo>
                  <a:lnTo>
                    <a:pt x="1052" y="6382"/>
                  </a:lnTo>
                  <a:lnTo>
                    <a:pt x="993" y="6353"/>
                  </a:lnTo>
                  <a:lnTo>
                    <a:pt x="924" y="6323"/>
                  </a:lnTo>
                  <a:lnTo>
                    <a:pt x="856" y="6304"/>
                  </a:lnTo>
                  <a:lnTo>
                    <a:pt x="787" y="6294"/>
                  </a:lnTo>
                  <a:close/>
                  <a:moveTo>
                    <a:pt x="15340" y="6294"/>
                  </a:moveTo>
                  <a:lnTo>
                    <a:pt x="15271" y="6304"/>
                  </a:lnTo>
                  <a:lnTo>
                    <a:pt x="15203" y="6323"/>
                  </a:lnTo>
                  <a:lnTo>
                    <a:pt x="15134" y="6353"/>
                  </a:lnTo>
                  <a:lnTo>
                    <a:pt x="15075" y="6382"/>
                  </a:lnTo>
                  <a:lnTo>
                    <a:pt x="15016" y="6412"/>
                  </a:lnTo>
                  <a:lnTo>
                    <a:pt x="14957" y="6451"/>
                  </a:lnTo>
                  <a:lnTo>
                    <a:pt x="14908" y="6500"/>
                  </a:lnTo>
                  <a:lnTo>
                    <a:pt x="14868" y="6550"/>
                  </a:lnTo>
                  <a:lnTo>
                    <a:pt x="14819" y="6609"/>
                  </a:lnTo>
                  <a:lnTo>
                    <a:pt x="14790" y="6668"/>
                  </a:lnTo>
                  <a:lnTo>
                    <a:pt x="14760" y="6727"/>
                  </a:lnTo>
                  <a:lnTo>
                    <a:pt x="14731" y="6795"/>
                  </a:lnTo>
                  <a:lnTo>
                    <a:pt x="14711" y="6864"/>
                  </a:lnTo>
                  <a:lnTo>
                    <a:pt x="14701" y="6933"/>
                  </a:lnTo>
                  <a:lnTo>
                    <a:pt x="14701" y="7002"/>
                  </a:lnTo>
                  <a:lnTo>
                    <a:pt x="14701" y="7081"/>
                  </a:lnTo>
                  <a:lnTo>
                    <a:pt x="14711" y="7149"/>
                  </a:lnTo>
                  <a:lnTo>
                    <a:pt x="14731" y="7218"/>
                  </a:lnTo>
                  <a:lnTo>
                    <a:pt x="14760" y="7287"/>
                  </a:lnTo>
                  <a:lnTo>
                    <a:pt x="14790" y="7346"/>
                  </a:lnTo>
                  <a:lnTo>
                    <a:pt x="14819" y="7405"/>
                  </a:lnTo>
                  <a:lnTo>
                    <a:pt x="14868" y="7464"/>
                  </a:lnTo>
                  <a:lnTo>
                    <a:pt x="14908" y="7513"/>
                  </a:lnTo>
                  <a:lnTo>
                    <a:pt x="14957" y="7553"/>
                  </a:lnTo>
                  <a:lnTo>
                    <a:pt x="15016" y="7602"/>
                  </a:lnTo>
                  <a:lnTo>
                    <a:pt x="15075" y="7631"/>
                  </a:lnTo>
                  <a:lnTo>
                    <a:pt x="15134" y="7661"/>
                  </a:lnTo>
                  <a:lnTo>
                    <a:pt x="15203" y="7690"/>
                  </a:lnTo>
                  <a:lnTo>
                    <a:pt x="15271" y="7710"/>
                  </a:lnTo>
                  <a:lnTo>
                    <a:pt x="15340" y="7720"/>
                  </a:lnTo>
                  <a:lnTo>
                    <a:pt x="15488" y="7720"/>
                  </a:lnTo>
                  <a:lnTo>
                    <a:pt x="15557" y="7710"/>
                  </a:lnTo>
                  <a:lnTo>
                    <a:pt x="15625" y="7690"/>
                  </a:lnTo>
                  <a:lnTo>
                    <a:pt x="15694" y="7661"/>
                  </a:lnTo>
                  <a:lnTo>
                    <a:pt x="15753" y="7631"/>
                  </a:lnTo>
                  <a:lnTo>
                    <a:pt x="15812" y="7602"/>
                  </a:lnTo>
                  <a:lnTo>
                    <a:pt x="15871" y="7553"/>
                  </a:lnTo>
                  <a:lnTo>
                    <a:pt x="15920" y="7513"/>
                  </a:lnTo>
                  <a:lnTo>
                    <a:pt x="15970" y="7464"/>
                  </a:lnTo>
                  <a:lnTo>
                    <a:pt x="16009" y="7405"/>
                  </a:lnTo>
                  <a:lnTo>
                    <a:pt x="16038" y="7346"/>
                  </a:lnTo>
                  <a:lnTo>
                    <a:pt x="16068" y="7287"/>
                  </a:lnTo>
                  <a:lnTo>
                    <a:pt x="16097" y="7218"/>
                  </a:lnTo>
                  <a:lnTo>
                    <a:pt x="16117" y="7149"/>
                  </a:lnTo>
                  <a:lnTo>
                    <a:pt x="16127" y="7081"/>
                  </a:lnTo>
                  <a:lnTo>
                    <a:pt x="16127" y="7002"/>
                  </a:lnTo>
                  <a:lnTo>
                    <a:pt x="16127" y="6933"/>
                  </a:lnTo>
                  <a:lnTo>
                    <a:pt x="16117" y="6864"/>
                  </a:lnTo>
                  <a:lnTo>
                    <a:pt x="16097" y="6795"/>
                  </a:lnTo>
                  <a:lnTo>
                    <a:pt x="16068" y="6727"/>
                  </a:lnTo>
                  <a:lnTo>
                    <a:pt x="16038" y="6668"/>
                  </a:lnTo>
                  <a:lnTo>
                    <a:pt x="16009" y="6609"/>
                  </a:lnTo>
                  <a:lnTo>
                    <a:pt x="15970" y="6550"/>
                  </a:lnTo>
                  <a:lnTo>
                    <a:pt x="15920" y="6500"/>
                  </a:lnTo>
                  <a:lnTo>
                    <a:pt x="15871" y="6451"/>
                  </a:lnTo>
                  <a:lnTo>
                    <a:pt x="15812" y="6412"/>
                  </a:lnTo>
                  <a:lnTo>
                    <a:pt x="15753" y="6382"/>
                  </a:lnTo>
                  <a:lnTo>
                    <a:pt x="15694" y="6353"/>
                  </a:lnTo>
                  <a:lnTo>
                    <a:pt x="15625" y="6323"/>
                  </a:lnTo>
                  <a:lnTo>
                    <a:pt x="15557" y="6304"/>
                  </a:lnTo>
                  <a:lnTo>
                    <a:pt x="15488" y="6294"/>
                  </a:lnTo>
                  <a:close/>
                  <a:moveTo>
                    <a:pt x="4523" y="12656"/>
                  </a:moveTo>
                  <a:lnTo>
                    <a:pt x="4455" y="12666"/>
                  </a:lnTo>
                  <a:lnTo>
                    <a:pt x="4376" y="12676"/>
                  </a:lnTo>
                  <a:lnTo>
                    <a:pt x="4307" y="12695"/>
                  </a:lnTo>
                  <a:lnTo>
                    <a:pt x="4248" y="12715"/>
                  </a:lnTo>
                  <a:lnTo>
                    <a:pt x="4179" y="12745"/>
                  </a:lnTo>
                  <a:lnTo>
                    <a:pt x="4120" y="12784"/>
                  </a:lnTo>
                  <a:lnTo>
                    <a:pt x="4071" y="12823"/>
                  </a:lnTo>
                  <a:lnTo>
                    <a:pt x="4022" y="12872"/>
                  </a:lnTo>
                  <a:lnTo>
                    <a:pt x="3973" y="12922"/>
                  </a:lnTo>
                  <a:lnTo>
                    <a:pt x="3933" y="12971"/>
                  </a:lnTo>
                  <a:lnTo>
                    <a:pt x="3894" y="13030"/>
                  </a:lnTo>
                  <a:lnTo>
                    <a:pt x="3865" y="13099"/>
                  </a:lnTo>
                  <a:lnTo>
                    <a:pt x="3845" y="13158"/>
                  </a:lnTo>
                  <a:lnTo>
                    <a:pt x="3825" y="13226"/>
                  </a:lnTo>
                  <a:lnTo>
                    <a:pt x="3815" y="13295"/>
                  </a:lnTo>
                  <a:lnTo>
                    <a:pt x="3806" y="13374"/>
                  </a:lnTo>
                  <a:lnTo>
                    <a:pt x="3815" y="13443"/>
                  </a:lnTo>
                  <a:lnTo>
                    <a:pt x="3825" y="13512"/>
                  </a:lnTo>
                  <a:lnTo>
                    <a:pt x="3845" y="13580"/>
                  </a:lnTo>
                  <a:lnTo>
                    <a:pt x="3865" y="13649"/>
                  </a:lnTo>
                  <a:lnTo>
                    <a:pt x="3894" y="13708"/>
                  </a:lnTo>
                  <a:lnTo>
                    <a:pt x="3933" y="13767"/>
                  </a:lnTo>
                  <a:lnTo>
                    <a:pt x="3973" y="13826"/>
                  </a:lnTo>
                  <a:lnTo>
                    <a:pt x="4022" y="13875"/>
                  </a:lnTo>
                  <a:lnTo>
                    <a:pt x="4071" y="13925"/>
                  </a:lnTo>
                  <a:lnTo>
                    <a:pt x="4120" y="13964"/>
                  </a:lnTo>
                  <a:lnTo>
                    <a:pt x="4179" y="14003"/>
                  </a:lnTo>
                  <a:lnTo>
                    <a:pt x="4248" y="14033"/>
                  </a:lnTo>
                  <a:lnTo>
                    <a:pt x="4307" y="14052"/>
                  </a:lnTo>
                  <a:lnTo>
                    <a:pt x="4376" y="14072"/>
                  </a:lnTo>
                  <a:lnTo>
                    <a:pt x="4455" y="14082"/>
                  </a:lnTo>
                  <a:lnTo>
                    <a:pt x="4592" y="14082"/>
                  </a:lnTo>
                  <a:lnTo>
                    <a:pt x="4671" y="14072"/>
                  </a:lnTo>
                  <a:lnTo>
                    <a:pt x="4740" y="14052"/>
                  </a:lnTo>
                  <a:lnTo>
                    <a:pt x="4799" y="14033"/>
                  </a:lnTo>
                  <a:lnTo>
                    <a:pt x="4868" y="14003"/>
                  </a:lnTo>
                  <a:lnTo>
                    <a:pt x="4927" y="13964"/>
                  </a:lnTo>
                  <a:lnTo>
                    <a:pt x="4976" y="13925"/>
                  </a:lnTo>
                  <a:lnTo>
                    <a:pt x="5025" y="13875"/>
                  </a:lnTo>
                  <a:lnTo>
                    <a:pt x="5074" y="13826"/>
                  </a:lnTo>
                  <a:lnTo>
                    <a:pt x="5113" y="13767"/>
                  </a:lnTo>
                  <a:lnTo>
                    <a:pt x="5153" y="13708"/>
                  </a:lnTo>
                  <a:lnTo>
                    <a:pt x="5182" y="13649"/>
                  </a:lnTo>
                  <a:lnTo>
                    <a:pt x="5202" y="13580"/>
                  </a:lnTo>
                  <a:lnTo>
                    <a:pt x="5222" y="13512"/>
                  </a:lnTo>
                  <a:lnTo>
                    <a:pt x="5231" y="13443"/>
                  </a:lnTo>
                  <a:lnTo>
                    <a:pt x="5241" y="13374"/>
                  </a:lnTo>
                  <a:lnTo>
                    <a:pt x="5231" y="13295"/>
                  </a:lnTo>
                  <a:lnTo>
                    <a:pt x="5222" y="13226"/>
                  </a:lnTo>
                  <a:lnTo>
                    <a:pt x="5202" y="13158"/>
                  </a:lnTo>
                  <a:lnTo>
                    <a:pt x="5182" y="13099"/>
                  </a:lnTo>
                  <a:lnTo>
                    <a:pt x="5153" y="13030"/>
                  </a:lnTo>
                  <a:lnTo>
                    <a:pt x="5113" y="12971"/>
                  </a:lnTo>
                  <a:lnTo>
                    <a:pt x="5074" y="12922"/>
                  </a:lnTo>
                  <a:lnTo>
                    <a:pt x="5025" y="12872"/>
                  </a:lnTo>
                  <a:lnTo>
                    <a:pt x="4976" y="12823"/>
                  </a:lnTo>
                  <a:lnTo>
                    <a:pt x="4927" y="12784"/>
                  </a:lnTo>
                  <a:lnTo>
                    <a:pt x="4868" y="12745"/>
                  </a:lnTo>
                  <a:lnTo>
                    <a:pt x="4799" y="12715"/>
                  </a:lnTo>
                  <a:lnTo>
                    <a:pt x="4740" y="12695"/>
                  </a:lnTo>
                  <a:lnTo>
                    <a:pt x="4671" y="12676"/>
                  </a:lnTo>
                  <a:lnTo>
                    <a:pt x="4592" y="12666"/>
                  </a:lnTo>
                  <a:lnTo>
                    <a:pt x="4523" y="12656"/>
                  </a:lnTo>
                  <a:close/>
                  <a:moveTo>
                    <a:pt x="11604" y="12656"/>
                  </a:moveTo>
                  <a:lnTo>
                    <a:pt x="11535" y="12666"/>
                  </a:lnTo>
                  <a:lnTo>
                    <a:pt x="11456" y="12676"/>
                  </a:lnTo>
                  <a:lnTo>
                    <a:pt x="11387" y="12695"/>
                  </a:lnTo>
                  <a:lnTo>
                    <a:pt x="11328" y="12715"/>
                  </a:lnTo>
                  <a:lnTo>
                    <a:pt x="11259" y="12745"/>
                  </a:lnTo>
                  <a:lnTo>
                    <a:pt x="11200" y="12784"/>
                  </a:lnTo>
                  <a:lnTo>
                    <a:pt x="11151" y="12823"/>
                  </a:lnTo>
                  <a:lnTo>
                    <a:pt x="11102" y="12872"/>
                  </a:lnTo>
                  <a:lnTo>
                    <a:pt x="11053" y="12922"/>
                  </a:lnTo>
                  <a:lnTo>
                    <a:pt x="11014" y="12971"/>
                  </a:lnTo>
                  <a:lnTo>
                    <a:pt x="10974" y="13030"/>
                  </a:lnTo>
                  <a:lnTo>
                    <a:pt x="10945" y="13099"/>
                  </a:lnTo>
                  <a:lnTo>
                    <a:pt x="10925" y="13158"/>
                  </a:lnTo>
                  <a:lnTo>
                    <a:pt x="10905" y="13226"/>
                  </a:lnTo>
                  <a:lnTo>
                    <a:pt x="10896" y="13295"/>
                  </a:lnTo>
                  <a:lnTo>
                    <a:pt x="10886" y="13374"/>
                  </a:lnTo>
                  <a:lnTo>
                    <a:pt x="10896" y="13443"/>
                  </a:lnTo>
                  <a:lnTo>
                    <a:pt x="10905" y="13512"/>
                  </a:lnTo>
                  <a:lnTo>
                    <a:pt x="10925" y="13580"/>
                  </a:lnTo>
                  <a:lnTo>
                    <a:pt x="10945" y="13649"/>
                  </a:lnTo>
                  <a:lnTo>
                    <a:pt x="10974" y="13708"/>
                  </a:lnTo>
                  <a:lnTo>
                    <a:pt x="11014" y="13767"/>
                  </a:lnTo>
                  <a:lnTo>
                    <a:pt x="11053" y="13826"/>
                  </a:lnTo>
                  <a:lnTo>
                    <a:pt x="11102" y="13875"/>
                  </a:lnTo>
                  <a:lnTo>
                    <a:pt x="11151" y="13925"/>
                  </a:lnTo>
                  <a:lnTo>
                    <a:pt x="11200" y="13964"/>
                  </a:lnTo>
                  <a:lnTo>
                    <a:pt x="11259" y="14003"/>
                  </a:lnTo>
                  <a:lnTo>
                    <a:pt x="11328" y="14033"/>
                  </a:lnTo>
                  <a:lnTo>
                    <a:pt x="11387" y="14052"/>
                  </a:lnTo>
                  <a:lnTo>
                    <a:pt x="11456" y="14072"/>
                  </a:lnTo>
                  <a:lnTo>
                    <a:pt x="11535" y="14082"/>
                  </a:lnTo>
                  <a:lnTo>
                    <a:pt x="11672" y="14082"/>
                  </a:lnTo>
                  <a:lnTo>
                    <a:pt x="11751" y="14072"/>
                  </a:lnTo>
                  <a:lnTo>
                    <a:pt x="11820" y="14052"/>
                  </a:lnTo>
                  <a:lnTo>
                    <a:pt x="11879" y="14033"/>
                  </a:lnTo>
                  <a:lnTo>
                    <a:pt x="11948" y="14003"/>
                  </a:lnTo>
                  <a:lnTo>
                    <a:pt x="12007" y="13964"/>
                  </a:lnTo>
                  <a:lnTo>
                    <a:pt x="12056" y="13925"/>
                  </a:lnTo>
                  <a:lnTo>
                    <a:pt x="12105" y="13875"/>
                  </a:lnTo>
                  <a:lnTo>
                    <a:pt x="12154" y="13826"/>
                  </a:lnTo>
                  <a:lnTo>
                    <a:pt x="12194" y="13767"/>
                  </a:lnTo>
                  <a:lnTo>
                    <a:pt x="12233" y="13708"/>
                  </a:lnTo>
                  <a:lnTo>
                    <a:pt x="12262" y="13649"/>
                  </a:lnTo>
                  <a:lnTo>
                    <a:pt x="12282" y="13580"/>
                  </a:lnTo>
                  <a:lnTo>
                    <a:pt x="12302" y="13512"/>
                  </a:lnTo>
                  <a:lnTo>
                    <a:pt x="12312" y="13443"/>
                  </a:lnTo>
                  <a:lnTo>
                    <a:pt x="12321" y="13374"/>
                  </a:lnTo>
                  <a:lnTo>
                    <a:pt x="12312" y="13295"/>
                  </a:lnTo>
                  <a:lnTo>
                    <a:pt x="12302" y="13226"/>
                  </a:lnTo>
                  <a:lnTo>
                    <a:pt x="12282" y="13158"/>
                  </a:lnTo>
                  <a:lnTo>
                    <a:pt x="12262" y="13099"/>
                  </a:lnTo>
                  <a:lnTo>
                    <a:pt x="12233" y="13030"/>
                  </a:lnTo>
                  <a:lnTo>
                    <a:pt x="12194" y="12971"/>
                  </a:lnTo>
                  <a:lnTo>
                    <a:pt x="12154" y="12922"/>
                  </a:lnTo>
                  <a:lnTo>
                    <a:pt x="12105" y="12872"/>
                  </a:lnTo>
                  <a:lnTo>
                    <a:pt x="12056" y="12823"/>
                  </a:lnTo>
                  <a:lnTo>
                    <a:pt x="12007" y="12784"/>
                  </a:lnTo>
                  <a:lnTo>
                    <a:pt x="11948" y="12745"/>
                  </a:lnTo>
                  <a:lnTo>
                    <a:pt x="11879" y="12715"/>
                  </a:lnTo>
                  <a:lnTo>
                    <a:pt x="11820" y="12695"/>
                  </a:lnTo>
                  <a:lnTo>
                    <a:pt x="11751" y="12676"/>
                  </a:lnTo>
                  <a:lnTo>
                    <a:pt x="11672" y="12666"/>
                  </a:lnTo>
                  <a:lnTo>
                    <a:pt x="11604" y="12656"/>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1" name="Google Shape;1651;p104"/>
            <p:cNvSpPr/>
            <p:nvPr/>
          </p:nvSpPr>
          <p:spPr>
            <a:xfrm>
              <a:off x="808450" y="2357950"/>
              <a:ext cx="236525" cy="236750"/>
            </a:xfrm>
            <a:custGeom>
              <a:avLst/>
              <a:gdLst/>
              <a:ahLst/>
              <a:cxnLst/>
              <a:rect l="l" t="t" r="r" b="b"/>
              <a:pathLst>
                <a:path w="9461" h="9470" extrusionOk="0">
                  <a:moveTo>
                    <a:pt x="5232" y="0"/>
                  </a:moveTo>
                  <a:lnTo>
                    <a:pt x="4966" y="10"/>
                  </a:lnTo>
                  <a:lnTo>
                    <a:pt x="4701" y="30"/>
                  </a:lnTo>
                  <a:lnTo>
                    <a:pt x="4435" y="69"/>
                  </a:lnTo>
                  <a:lnTo>
                    <a:pt x="4180" y="108"/>
                  </a:lnTo>
                  <a:lnTo>
                    <a:pt x="3924" y="167"/>
                  </a:lnTo>
                  <a:lnTo>
                    <a:pt x="3678" y="236"/>
                  </a:lnTo>
                  <a:lnTo>
                    <a:pt x="3432" y="325"/>
                  </a:lnTo>
                  <a:lnTo>
                    <a:pt x="3196" y="413"/>
                  </a:lnTo>
                  <a:lnTo>
                    <a:pt x="2970" y="521"/>
                  </a:lnTo>
                  <a:lnTo>
                    <a:pt x="2744" y="639"/>
                  </a:lnTo>
                  <a:lnTo>
                    <a:pt x="2518" y="767"/>
                  </a:lnTo>
                  <a:lnTo>
                    <a:pt x="2311" y="895"/>
                  </a:lnTo>
                  <a:lnTo>
                    <a:pt x="2105" y="1042"/>
                  </a:lnTo>
                  <a:lnTo>
                    <a:pt x="1908" y="1200"/>
                  </a:lnTo>
                  <a:lnTo>
                    <a:pt x="1721" y="1367"/>
                  </a:lnTo>
                  <a:lnTo>
                    <a:pt x="1535" y="1544"/>
                  </a:lnTo>
                  <a:lnTo>
                    <a:pt x="1358" y="1721"/>
                  </a:lnTo>
                  <a:lnTo>
                    <a:pt x="1200" y="1908"/>
                  </a:lnTo>
                  <a:lnTo>
                    <a:pt x="1043" y="2104"/>
                  </a:lnTo>
                  <a:lnTo>
                    <a:pt x="895" y="2311"/>
                  </a:lnTo>
                  <a:lnTo>
                    <a:pt x="758" y="2527"/>
                  </a:lnTo>
                  <a:lnTo>
                    <a:pt x="630" y="2744"/>
                  </a:lnTo>
                  <a:lnTo>
                    <a:pt x="522" y="2970"/>
                  </a:lnTo>
                  <a:lnTo>
                    <a:pt x="414" y="3206"/>
                  </a:lnTo>
                  <a:lnTo>
                    <a:pt x="315" y="3442"/>
                  </a:lnTo>
                  <a:lnTo>
                    <a:pt x="237" y="3688"/>
                  </a:lnTo>
                  <a:lnTo>
                    <a:pt x="168" y="3933"/>
                  </a:lnTo>
                  <a:lnTo>
                    <a:pt x="109" y="4189"/>
                  </a:lnTo>
                  <a:lnTo>
                    <a:pt x="60" y="4445"/>
                  </a:lnTo>
                  <a:lnTo>
                    <a:pt x="30" y="4700"/>
                  </a:lnTo>
                  <a:lnTo>
                    <a:pt x="10" y="4966"/>
                  </a:lnTo>
                  <a:lnTo>
                    <a:pt x="1" y="5241"/>
                  </a:lnTo>
                  <a:lnTo>
                    <a:pt x="954" y="5241"/>
                  </a:lnTo>
                  <a:lnTo>
                    <a:pt x="954" y="5015"/>
                  </a:lnTo>
                  <a:lnTo>
                    <a:pt x="974" y="4799"/>
                  </a:lnTo>
                  <a:lnTo>
                    <a:pt x="1004" y="4592"/>
                  </a:lnTo>
                  <a:lnTo>
                    <a:pt x="1043" y="4376"/>
                  </a:lnTo>
                  <a:lnTo>
                    <a:pt x="1082" y="4169"/>
                  </a:lnTo>
                  <a:lnTo>
                    <a:pt x="1141" y="3963"/>
                  </a:lnTo>
                  <a:lnTo>
                    <a:pt x="1210" y="3766"/>
                  </a:lnTo>
                  <a:lnTo>
                    <a:pt x="1289" y="3570"/>
                  </a:lnTo>
                  <a:lnTo>
                    <a:pt x="1377" y="3383"/>
                  </a:lnTo>
                  <a:lnTo>
                    <a:pt x="1466" y="3196"/>
                  </a:lnTo>
                  <a:lnTo>
                    <a:pt x="1574" y="3019"/>
                  </a:lnTo>
                  <a:lnTo>
                    <a:pt x="1682" y="2842"/>
                  </a:lnTo>
                  <a:lnTo>
                    <a:pt x="1800" y="2675"/>
                  </a:lnTo>
                  <a:lnTo>
                    <a:pt x="1928" y="2517"/>
                  </a:lnTo>
                  <a:lnTo>
                    <a:pt x="2066" y="2360"/>
                  </a:lnTo>
                  <a:lnTo>
                    <a:pt x="2203" y="2213"/>
                  </a:lnTo>
                  <a:lnTo>
                    <a:pt x="2361" y="2075"/>
                  </a:lnTo>
                  <a:lnTo>
                    <a:pt x="2508" y="1937"/>
                  </a:lnTo>
                  <a:lnTo>
                    <a:pt x="2675" y="1809"/>
                  </a:lnTo>
                  <a:lnTo>
                    <a:pt x="2842" y="1691"/>
                  </a:lnTo>
                  <a:lnTo>
                    <a:pt x="3019" y="1573"/>
                  </a:lnTo>
                  <a:lnTo>
                    <a:pt x="3196" y="1475"/>
                  </a:lnTo>
                  <a:lnTo>
                    <a:pt x="3383" y="1377"/>
                  </a:lnTo>
                  <a:lnTo>
                    <a:pt x="3570" y="1288"/>
                  </a:lnTo>
                  <a:lnTo>
                    <a:pt x="3767" y="1219"/>
                  </a:lnTo>
                  <a:lnTo>
                    <a:pt x="3963" y="1151"/>
                  </a:lnTo>
                  <a:lnTo>
                    <a:pt x="4170" y="1092"/>
                  </a:lnTo>
                  <a:lnTo>
                    <a:pt x="4376" y="1042"/>
                  </a:lnTo>
                  <a:lnTo>
                    <a:pt x="4583" y="1003"/>
                  </a:lnTo>
                  <a:lnTo>
                    <a:pt x="4799" y="974"/>
                  </a:lnTo>
                  <a:lnTo>
                    <a:pt x="5016" y="964"/>
                  </a:lnTo>
                  <a:lnTo>
                    <a:pt x="5232" y="954"/>
                  </a:lnTo>
                  <a:lnTo>
                    <a:pt x="5232" y="0"/>
                  </a:lnTo>
                  <a:close/>
                  <a:moveTo>
                    <a:pt x="5065" y="1908"/>
                  </a:moveTo>
                  <a:lnTo>
                    <a:pt x="4898" y="1927"/>
                  </a:lnTo>
                  <a:lnTo>
                    <a:pt x="4730" y="1947"/>
                  </a:lnTo>
                  <a:lnTo>
                    <a:pt x="4563" y="1977"/>
                  </a:lnTo>
                  <a:lnTo>
                    <a:pt x="4406" y="2016"/>
                  </a:lnTo>
                  <a:lnTo>
                    <a:pt x="4249" y="2055"/>
                  </a:lnTo>
                  <a:lnTo>
                    <a:pt x="4091" y="2114"/>
                  </a:lnTo>
                  <a:lnTo>
                    <a:pt x="3944" y="2173"/>
                  </a:lnTo>
                  <a:lnTo>
                    <a:pt x="3796" y="2232"/>
                  </a:lnTo>
                  <a:lnTo>
                    <a:pt x="3649" y="2311"/>
                  </a:lnTo>
                  <a:lnTo>
                    <a:pt x="3511" y="2390"/>
                  </a:lnTo>
                  <a:lnTo>
                    <a:pt x="3373" y="2478"/>
                  </a:lnTo>
                  <a:lnTo>
                    <a:pt x="3246" y="2567"/>
                  </a:lnTo>
                  <a:lnTo>
                    <a:pt x="3118" y="2665"/>
                  </a:lnTo>
                  <a:lnTo>
                    <a:pt x="3000" y="2773"/>
                  </a:lnTo>
                  <a:lnTo>
                    <a:pt x="2882" y="2881"/>
                  </a:lnTo>
                  <a:lnTo>
                    <a:pt x="2774" y="2999"/>
                  </a:lnTo>
                  <a:lnTo>
                    <a:pt x="2665" y="3117"/>
                  </a:lnTo>
                  <a:lnTo>
                    <a:pt x="2567" y="3245"/>
                  </a:lnTo>
                  <a:lnTo>
                    <a:pt x="2469" y="3383"/>
                  </a:lnTo>
                  <a:lnTo>
                    <a:pt x="2390" y="3511"/>
                  </a:lnTo>
                  <a:lnTo>
                    <a:pt x="2311" y="3648"/>
                  </a:lnTo>
                  <a:lnTo>
                    <a:pt x="2233" y="3796"/>
                  </a:lnTo>
                  <a:lnTo>
                    <a:pt x="2164" y="3943"/>
                  </a:lnTo>
                  <a:lnTo>
                    <a:pt x="2105" y="4091"/>
                  </a:lnTo>
                  <a:lnTo>
                    <a:pt x="2056" y="4248"/>
                  </a:lnTo>
                  <a:lnTo>
                    <a:pt x="2007" y="4405"/>
                  </a:lnTo>
                  <a:lnTo>
                    <a:pt x="1967" y="4573"/>
                  </a:lnTo>
                  <a:lnTo>
                    <a:pt x="1938" y="4730"/>
                  </a:lnTo>
                  <a:lnTo>
                    <a:pt x="1918" y="4897"/>
                  </a:lnTo>
                  <a:lnTo>
                    <a:pt x="1908" y="5064"/>
                  </a:lnTo>
                  <a:lnTo>
                    <a:pt x="1908" y="5241"/>
                  </a:lnTo>
                  <a:lnTo>
                    <a:pt x="2852" y="5241"/>
                  </a:lnTo>
                  <a:lnTo>
                    <a:pt x="2862" y="5113"/>
                  </a:lnTo>
                  <a:lnTo>
                    <a:pt x="2872" y="4995"/>
                  </a:lnTo>
                  <a:lnTo>
                    <a:pt x="2882" y="4877"/>
                  </a:lnTo>
                  <a:lnTo>
                    <a:pt x="2901" y="4759"/>
                  </a:lnTo>
                  <a:lnTo>
                    <a:pt x="2931" y="4641"/>
                  </a:lnTo>
                  <a:lnTo>
                    <a:pt x="2960" y="4533"/>
                  </a:lnTo>
                  <a:lnTo>
                    <a:pt x="3039" y="4317"/>
                  </a:lnTo>
                  <a:lnTo>
                    <a:pt x="3147" y="4110"/>
                  </a:lnTo>
                  <a:lnTo>
                    <a:pt x="3265" y="3914"/>
                  </a:lnTo>
                  <a:lnTo>
                    <a:pt x="3403" y="3727"/>
                  </a:lnTo>
                  <a:lnTo>
                    <a:pt x="3550" y="3560"/>
                  </a:lnTo>
                  <a:lnTo>
                    <a:pt x="3727" y="3402"/>
                  </a:lnTo>
                  <a:lnTo>
                    <a:pt x="3904" y="3265"/>
                  </a:lnTo>
                  <a:lnTo>
                    <a:pt x="4101" y="3147"/>
                  </a:lnTo>
                  <a:lnTo>
                    <a:pt x="4308" y="3048"/>
                  </a:lnTo>
                  <a:lnTo>
                    <a:pt x="4524" y="2970"/>
                  </a:lnTo>
                  <a:lnTo>
                    <a:pt x="4642" y="2930"/>
                  </a:lnTo>
                  <a:lnTo>
                    <a:pt x="4760" y="2911"/>
                  </a:lnTo>
                  <a:lnTo>
                    <a:pt x="4878" y="2891"/>
                  </a:lnTo>
                  <a:lnTo>
                    <a:pt x="4996" y="2871"/>
                  </a:lnTo>
                  <a:lnTo>
                    <a:pt x="5114" y="2862"/>
                  </a:lnTo>
                  <a:lnTo>
                    <a:pt x="5232" y="2862"/>
                  </a:lnTo>
                  <a:lnTo>
                    <a:pt x="5232" y="1908"/>
                  </a:lnTo>
                  <a:close/>
                  <a:moveTo>
                    <a:pt x="6609" y="4228"/>
                  </a:moveTo>
                  <a:lnTo>
                    <a:pt x="6599" y="4356"/>
                  </a:lnTo>
                  <a:lnTo>
                    <a:pt x="6589" y="4474"/>
                  </a:lnTo>
                  <a:lnTo>
                    <a:pt x="6579" y="4592"/>
                  </a:lnTo>
                  <a:lnTo>
                    <a:pt x="6559" y="4710"/>
                  </a:lnTo>
                  <a:lnTo>
                    <a:pt x="6530" y="4818"/>
                  </a:lnTo>
                  <a:lnTo>
                    <a:pt x="6500" y="4936"/>
                  </a:lnTo>
                  <a:lnTo>
                    <a:pt x="6422" y="5153"/>
                  </a:lnTo>
                  <a:lnTo>
                    <a:pt x="6314" y="5359"/>
                  </a:lnTo>
                  <a:lnTo>
                    <a:pt x="6196" y="5556"/>
                  </a:lnTo>
                  <a:lnTo>
                    <a:pt x="6058" y="5743"/>
                  </a:lnTo>
                  <a:lnTo>
                    <a:pt x="5910" y="5910"/>
                  </a:lnTo>
                  <a:lnTo>
                    <a:pt x="5733" y="6067"/>
                  </a:lnTo>
                  <a:lnTo>
                    <a:pt x="5556" y="6205"/>
                  </a:lnTo>
                  <a:lnTo>
                    <a:pt x="5360" y="6323"/>
                  </a:lnTo>
                  <a:lnTo>
                    <a:pt x="5153" y="6421"/>
                  </a:lnTo>
                  <a:lnTo>
                    <a:pt x="4927" y="6500"/>
                  </a:lnTo>
                  <a:lnTo>
                    <a:pt x="4819" y="6529"/>
                  </a:lnTo>
                  <a:lnTo>
                    <a:pt x="4701" y="6559"/>
                  </a:lnTo>
                  <a:lnTo>
                    <a:pt x="4583" y="6579"/>
                  </a:lnTo>
                  <a:lnTo>
                    <a:pt x="4465" y="6598"/>
                  </a:lnTo>
                  <a:lnTo>
                    <a:pt x="4347" y="6608"/>
                  </a:lnTo>
                  <a:lnTo>
                    <a:pt x="4229" y="6608"/>
                  </a:lnTo>
                  <a:lnTo>
                    <a:pt x="4229" y="7562"/>
                  </a:lnTo>
                  <a:lnTo>
                    <a:pt x="4396" y="7552"/>
                  </a:lnTo>
                  <a:lnTo>
                    <a:pt x="4563" y="7542"/>
                  </a:lnTo>
                  <a:lnTo>
                    <a:pt x="4730" y="7523"/>
                  </a:lnTo>
                  <a:lnTo>
                    <a:pt x="4898" y="7493"/>
                  </a:lnTo>
                  <a:lnTo>
                    <a:pt x="5055" y="7454"/>
                  </a:lnTo>
                  <a:lnTo>
                    <a:pt x="5212" y="7414"/>
                  </a:lnTo>
                  <a:lnTo>
                    <a:pt x="5370" y="7355"/>
                  </a:lnTo>
                  <a:lnTo>
                    <a:pt x="5517" y="7296"/>
                  </a:lnTo>
                  <a:lnTo>
                    <a:pt x="5665" y="7228"/>
                  </a:lnTo>
                  <a:lnTo>
                    <a:pt x="5812" y="7159"/>
                  </a:lnTo>
                  <a:lnTo>
                    <a:pt x="5950" y="7080"/>
                  </a:lnTo>
                  <a:lnTo>
                    <a:pt x="6087" y="6992"/>
                  </a:lnTo>
                  <a:lnTo>
                    <a:pt x="6215" y="6903"/>
                  </a:lnTo>
                  <a:lnTo>
                    <a:pt x="6343" y="6795"/>
                  </a:lnTo>
                  <a:lnTo>
                    <a:pt x="6461" y="6697"/>
                  </a:lnTo>
                  <a:lnTo>
                    <a:pt x="6579" y="6588"/>
                  </a:lnTo>
                  <a:lnTo>
                    <a:pt x="6687" y="6470"/>
                  </a:lnTo>
                  <a:lnTo>
                    <a:pt x="6795" y="6343"/>
                  </a:lnTo>
                  <a:lnTo>
                    <a:pt x="6894" y="6225"/>
                  </a:lnTo>
                  <a:lnTo>
                    <a:pt x="6982" y="6087"/>
                  </a:lnTo>
                  <a:lnTo>
                    <a:pt x="7071" y="5959"/>
                  </a:lnTo>
                  <a:lnTo>
                    <a:pt x="7150" y="5812"/>
                  </a:lnTo>
                  <a:lnTo>
                    <a:pt x="7228" y="5674"/>
                  </a:lnTo>
                  <a:lnTo>
                    <a:pt x="7297" y="5526"/>
                  </a:lnTo>
                  <a:lnTo>
                    <a:pt x="7356" y="5369"/>
                  </a:lnTo>
                  <a:lnTo>
                    <a:pt x="7405" y="5222"/>
                  </a:lnTo>
                  <a:lnTo>
                    <a:pt x="7454" y="5064"/>
                  </a:lnTo>
                  <a:lnTo>
                    <a:pt x="7494" y="4897"/>
                  </a:lnTo>
                  <a:lnTo>
                    <a:pt x="7523" y="4740"/>
                  </a:lnTo>
                  <a:lnTo>
                    <a:pt x="7543" y="4573"/>
                  </a:lnTo>
                  <a:lnTo>
                    <a:pt x="7553" y="4396"/>
                  </a:lnTo>
                  <a:lnTo>
                    <a:pt x="7553" y="4228"/>
                  </a:lnTo>
                  <a:close/>
                  <a:moveTo>
                    <a:pt x="8507" y="4228"/>
                  </a:moveTo>
                  <a:lnTo>
                    <a:pt x="8507" y="4445"/>
                  </a:lnTo>
                  <a:lnTo>
                    <a:pt x="8487" y="4671"/>
                  </a:lnTo>
                  <a:lnTo>
                    <a:pt x="8457" y="4877"/>
                  </a:lnTo>
                  <a:lnTo>
                    <a:pt x="8418" y="5094"/>
                  </a:lnTo>
                  <a:lnTo>
                    <a:pt x="8379" y="5300"/>
                  </a:lnTo>
                  <a:lnTo>
                    <a:pt x="8320" y="5497"/>
                  </a:lnTo>
                  <a:lnTo>
                    <a:pt x="8251" y="5703"/>
                  </a:lnTo>
                  <a:lnTo>
                    <a:pt x="8172" y="5890"/>
                  </a:lnTo>
                  <a:lnTo>
                    <a:pt x="8084" y="6087"/>
                  </a:lnTo>
                  <a:lnTo>
                    <a:pt x="7995" y="6274"/>
                  </a:lnTo>
                  <a:lnTo>
                    <a:pt x="7887" y="6451"/>
                  </a:lnTo>
                  <a:lnTo>
                    <a:pt x="7779" y="6618"/>
                  </a:lnTo>
                  <a:lnTo>
                    <a:pt x="7661" y="6795"/>
                  </a:lnTo>
                  <a:lnTo>
                    <a:pt x="7533" y="6952"/>
                  </a:lnTo>
                  <a:lnTo>
                    <a:pt x="7395" y="7110"/>
                  </a:lnTo>
                  <a:lnTo>
                    <a:pt x="7258" y="7257"/>
                  </a:lnTo>
                  <a:lnTo>
                    <a:pt x="7100" y="7395"/>
                  </a:lnTo>
                  <a:lnTo>
                    <a:pt x="6953" y="7532"/>
                  </a:lnTo>
                  <a:lnTo>
                    <a:pt x="6786" y="7660"/>
                  </a:lnTo>
                  <a:lnTo>
                    <a:pt x="6618" y="7778"/>
                  </a:lnTo>
                  <a:lnTo>
                    <a:pt x="6441" y="7896"/>
                  </a:lnTo>
                  <a:lnTo>
                    <a:pt x="6264" y="7995"/>
                  </a:lnTo>
                  <a:lnTo>
                    <a:pt x="6078" y="8093"/>
                  </a:lnTo>
                  <a:lnTo>
                    <a:pt x="5891" y="8172"/>
                  </a:lnTo>
                  <a:lnTo>
                    <a:pt x="5694" y="8250"/>
                  </a:lnTo>
                  <a:lnTo>
                    <a:pt x="5497" y="8319"/>
                  </a:lnTo>
                  <a:lnTo>
                    <a:pt x="5291" y="8378"/>
                  </a:lnTo>
                  <a:lnTo>
                    <a:pt x="5084" y="8427"/>
                  </a:lnTo>
                  <a:lnTo>
                    <a:pt x="4878" y="8467"/>
                  </a:lnTo>
                  <a:lnTo>
                    <a:pt x="4662" y="8486"/>
                  </a:lnTo>
                  <a:lnTo>
                    <a:pt x="4445" y="8506"/>
                  </a:lnTo>
                  <a:lnTo>
                    <a:pt x="4229" y="8516"/>
                  </a:lnTo>
                  <a:lnTo>
                    <a:pt x="4229" y="9470"/>
                  </a:lnTo>
                  <a:lnTo>
                    <a:pt x="4494" y="9460"/>
                  </a:lnTo>
                  <a:lnTo>
                    <a:pt x="4760" y="9440"/>
                  </a:lnTo>
                  <a:lnTo>
                    <a:pt x="5025" y="9401"/>
                  </a:lnTo>
                  <a:lnTo>
                    <a:pt x="5281" y="9361"/>
                  </a:lnTo>
                  <a:lnTo>
                    <a:pt x="5537" y="9302"/>
                  </a:lnTo>
                  <a:lnTo>
                    <a:pt x="5783" y="9234"/>
                  </a:lnTo>
                  <a:lnTo>
                    <a:pt x="6019" y="9145"/>
                  </a:lnTo>
                  <a:lnTo>
                    <a:pt x="6264" y="9057"/>
                  </a:lnTo>
                  <a:lnTo>
                    <a:pt x="6491" y="8948"/>
                  </a:lnTo>
                  <a:lnTo>
                    <a:pt x="6717" y="8830"/>
                  </a:lnTo>
                  <a:lnTo>
                    <a:pt x="6933" y="8703"/>
                  </a:lnTo>
                  <a:lnTo>
                    <a:pt x="7150" y="8565"/>
                  </a:lnTo>
                  <a:lnTo>
                    <a:pt x="7356" y="8427"/>
                  </a:lnTo>
                  <a:lnTo>
                    <a:pt x="7553" y="8270"/>
                  </a:lnTo>
                  <a:lnTo>
                    <a:pt x="7740" y="8103"/>
                  </a:lnTo>
                  <a:lnTo>
                    <a:pt x="7926" y="7926"/>
                  </a:lnTo>
                  <a:lnTo>
                    <a:pt x="8103" y="7749"/>
                  </a:lnTo>
                  <a:lnTo>
                    <a:pt x="8261" y="7562"/>
                  </a:lnTo>
                  <a:lnTo>
                    <a:pt x="8418" y="7355"/>
                  </a:lnTo>
                  <a:lnTo>
                    <a:pt x="8566" y="7159"/>
                  </a:lnTo>
                  <a:lnTo>
                    <a:pt x="8703" y="6942"/>
                  </a:lnTo>
                  <a:lnTo>
                    <a:pt x="8831" y="6726"/>
                  </a:lnTo>
                  <a:lnTo>
                    <a:pt x="8939" y="6500"/>
                  </a:lnTo>
                  <a:lnTo>
                    <a:pt x="9047" y="6264"/>
                  </a:lnTo>
                  <a:lnTo>
                    <a:pt x="9146" y="6028"/>
                  </a:lnTo>
                  <a:lnTo>
                    <a:pt x="9224" y="5782"/>
                  </a:lnTo>
                  <a:lnTo>
                    <a:pt x="9293" y="5536"/>
                  </a:lnTo>
                  <a:lnTo>
                    <a:pt x="9352" y="5281"/>
                  </a:lnTo>
                  <a:lnTo>
                    <a:pt x="9401" y="5025"/>
                  </a:lnTo>
                  <a:lnTo>
                    <a:pt x="9431" y="4759"/>
                  </a:lnTo>
                  <a:lnTo>
                    <a:pt x="9451" y="4494"/>
                  </a:lnTo>
                  <a:lnTo>
                    <a:pt x="9460" y="4228"/>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52" name="Google Shape;1652;p104"/>
          <p:cNvGrpSpPr/>
          <p:nvPr/>
        </p:nvGrpSpPr>
        <p:grpSpPr>
          <a:xfrm>
            <a:off x="8118851" y="3620658"/>
            <a:ext cx="295689" cy="258229"/>
            <a:chOff x="725125" y="2301150"/>
            <a:chExt cx="403175" cy="352050"/>
          </a:xfrm>
        </p:grpSpPr>
        <p:sp>
          <p:nvSpPr>
            <p:cNvPr id="1653" name="Google Shape;1653;p104"/>
            <p:cNvSpPr/>
            <p:nvPr/>
          </p:nvSpPr>
          <p:spPr>
            <a:xfrm>
              <a:off x="908750" y="2458475"/>
              <a:ext cx="35925" cy="35675"/>
            </a:xfrm>
            <a:custGeom>
              <a:avLst/>
              <a:gdLst/>
              <a:ahLst/>
              <a:cxnLst/>
              <a:rect l="l" t="t" r="r" b="b"/>
              <a:pathLst>
                <a:path w="1437" h="1427" extrusionOk="0">
                  <a:moveTo>
                    <a:pt x="650" y="1"/>
                  </a:moveTo>
                  <a:lnTo>
                    <a:pt x="571" y="11"/>
                  </a:lnTo>
                  <a:lnTo>
                    <a:pt x="502" y="30"/>
                  </a:lnTo>
                  <a:lnTo>
                    <a:pt x="443" y="60"/>
                  </a:lnTo>
                  <a:lnTo>
                    <a:pt x="374" y="89"/>
                  </a:lnTo>
                  <a:lnTo>
                    <a:pt x="315" y="119"/>
                  </a:lnTo>
                  <a:lnTo>
                    <a:pt x="266" y="158"/>
                  </a:lnTo>
                  <a:lnTo>
                    <a:pt x="217" y="207"/>
                  </a:lnTo>
                  <a:lnTo>
                    <a:pt x="168" y="257"/>
                  </a:lnTo>
                  <a:lnTo>
                    <a:pt x="128" y="316"/>
                  </a:lnTo>
                  <a:lnTo>
                    <a:pt x="89" y="375"/>
                  </a:lnTo>
                  <a:lnTo>
                    <a:pt x="60" y="434"/>
                  </a:lnTo>
                  <a:lnTo>
                    <a:pt x="40" y="502"/>
                  </a:lnTo>
                  <a:lnTo>
                    <a:pt x="20" y="571"/>
                  </a:lnTo>
                  <a:lnTo>
                    <a:pt x="10" y="640"/>
                  </a:lnTo>
                  <a:lnTo>
                    <a:pt x="1" y="709"/>
                  </a:lnTo>
                  <a:lnTo>
                    <a:pt x="10" y="788"/>
                  </a:lnTo>
                  <a:lnTo>
                    <a:pt x="20" y="856"/>
                  </a:lnTo>
                  <a:lnTo>
                    <a:pt x="40" y="925"/>
                  </a:lnTo>
                  <a:lnTo>
                    <a:pt x="60" y="994"/>
                  </a:lnTo>
                  <a:lnTo>
                    <a:pt x="89" y="1053"/>
                  </a:lnTo>
                  <a:lnTo>
                    <a:pt x="128" y="1112"/>
                  </a:lnTo>
                  <a:lnTo>
                    <a:pt x="168" y="1171"/>
                  </a:lnTo>
                  <a:lnTo>
                    <a:pt x="217" y="1220"/>
                  </a:lnTo>
                  <a:lnTo>
                    <a:pt x="266" y="1260"/>
                  </a:lnTo>
                  <a:lnTo>
                    <a:pt x="315" y="1309"/>
                  </a:lnTo>
                  <a:lnTo>
                    <a:pt x="374" y="1338"/>
                  </a:lnTo>
                  <a:lnTo>
                    <a:pt x="443" y="1368"/>
                  </a:lnTo>
                  <a:lnTo>
                    <a:pt x="502" y="1397"/>
                  </a:lnTo>
                  <a:lnTo>
                    <a:pt x="571" y="1417"/>
                  </a:lnTo>
                  <a:lnTo>
                    <a:pt x="650" y="1427"/>
                  </a:lnTo>
                  <a:lnTo>
                    <a:pt x="787" y="1427"/>
                  </a:lnTo>
                  <a:lnTo>
                    <a:pt x="866" y="1417"/>
                  </a:lnTo>
                  <a:lnTo>
                    <a:pt x="935" y="1397"/>
                  </a:lnTo>
                  <a:lnTo>
                    <a:pt x="994" y="1368"/>
                  </a:lnTo>
                  <a:lnTo>
                    <a:pt x="1063" y="1338"/>
                  </a:lnTo>
                  <a:lnTo>
                    <a:pt x="1122" y="1309"/>
                  </a:lnTo>
                  <a:lnTo>
                    <a:pt x="1171" y="1260"/>
                  </a:lnTo>
                  <a:lnTo>
                    <a:pt x="1220" y="1220"/>
                  </a:lnTo>
                  <a:lnTo>
                    <a:pt x="1269" y="1171"/>
                  </a:lnTo>
                  <a:lnTo>
                    <a:pt x="1308" y="1112"/>
                  </a:lnTo>
                  <a:lnTo>
                    <a:pt x="1348" y="1053"/>
                  </a:lnTo>
                  <a:lnTo>
                    <a:pt x="1377" y="994"/>
                  </a:lnTo>
                  <a:lnTo>
                    <a:pt x="1397" y="925"/>
                  </a:lnTo>
                  <a:lnTo>
                    <a:pt x="1417" y="856"/>
                  </a:lnTo>
                  <a:lnTo>
                    <a:pt x="1426" y="788"/>
                  </a:lnTo>
                  <a:lnTo>
                    <a:pt x="1436" y="709"/>
                  </a:lnTo>
                  <a:lnTo>
                    <a:pt x="1426" y="640"/>
                  </a:lnTo>
                  <a:lnTo>
                    <a:pt x="1417" y="571"/>
                  </a:lnTo>
                  <a:lnTo>
                    <a:pt x="1397" y="502"/>
                  </a:lnTo>
                  <a:lnTo>
                    <a:pt x="1377" y="434"/>
                  </a:lnTo>
                  <a:lnTo>
                    <a:pt x="1348" y="375"/>
                  </a:lnTo>
                  <a:lnTo>
                    <a:pt x="1308" y="316"/>
                  </a:lnTo>
                  <a:lnTo>
                    <a:pt x="1269" y="257"/>
                  </a:lnTo>
                  <a:lnTo>
                    <a:pt x="1220" y="207"/>
                  </a:lnTo>
                  <a:lnTo>
                    <a:pt x="1171" y="158"/>
                  </a:lnTo>
                  <a:lnTo>
                    <a:pt x="1122" y="119"/>
                  </a:lnTo>
                  <a:lnTo>
                    <a:pt x="1063" y="89"/>
                  </a:lnTo>
                  <a:lnTo>
                    <a:pt x="994" y="60"/>
                  </a:lnTo>
                  <a:lnTo>
                    <a:pt x="935" y="30"/>
                  </a:lnTo>
                  <a:lnTo>
                    <a:pt x="866" y="11"/>
                  </a:lnTo>
                  <a:lnTo>
                    <a:pt x="787"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4" name="Google Shape;1654;p104"/>
            <p:cNvSpPr/>
            <p:nvPr/>
          </p:nvSpPr>
          <p:spPr>
            <a:xfrm>
              <a:off x="752650" y="2305325"/>
              <a:ext cx="348125" cy="341975"/>
            </a:xfrm>
            <a:custGeom>
              <a:avLst/>
              <a:gdLst/>
              <a:ahLst/>
              <a:cxnLst/>
              <a:rect l="l" t="t" r="r" b="b"/>
              <a:pathLst>
                <a:path w="13925" h="13679" extrusionOk="0">
                  <a:moveTo>
                    <a:pt x="4996" y="1"/>
                  </a:moveTo>
                  <a:lnTo>
                    <a:pt x="5035" y="129"/>
                  </a:lnTo>
                  <a:lnTo>
                    <a:pt x="5065" y="266"/>
                  </a:lnTo>
                  <a:lnTo>
                    <a:pt x="5084" y="404"/>
                  </a:lnTo>
                  <a:lnTo>
                    <a:pt x="5084" y="542"/>
                  </a:lnTo>
                  <a:lnTo>
                    <a:pt x="5084" y="650"/>
                  </a:lnTo>
                  <a:lnTo>
                    <a:pt x="5074" y="748"/>
                  </a:lnTo>
                  <a:lnTo>
                    <a:pt x="5055" y="846"/>
                  </a:lnTo>
                  <a:lnTo>
                    <a:pt x="5035" y="945"/>
                  </a:lnTo>
                  <a:lnTo>
                    <a:pt x="8890" y="945"/>
                  </a:lnTo>
                  <a:lnTo>
                    <a:pt x="8870" y="846"/>
                  </a:lnTo>
                  <a:lnTo>
                    <a:pt x="8850" y="748"/>
                  </a:lnTo>
                  <a:lnTo>
                    <a:pt x="8841" y="650"/>
                  </a:lnTo>
                  <a:lnTo>
                    <a:pt x="8841" y="542"/>
                  </a:lnTo>
                  <a:lnTo>
                    <a:pt x="8841" y="404"/>
                  </a:lnTo>
                  <a:lnTo>
                    <a:pt x="8860" y="266"/>
                  </a:lnTo>
                  <a:lnTo>
                    <a:pt x="8890" y="129"/>
                  </a:lnTo>
                  <a:lnTo>
                    <a:pt x="8929" y="1"/>
                  </a:lnTo>
                  <a:close/>
                  <a:moveTo>
                    <a:pt x="2105" y="1564"/>
                  </a:moveTo>
                  <a:lnTo>
                    <a:pt x="0" y="5222"/>
                  </a:lnTo>
                  <a:lnTo>
                    <a:pt x="118" y="5252"/>
                  </a:lnTo>
                  <a:lnTo>
                    <a:pt x="227" y="5291"/>
                  </a:lnTo>
                  <a:lnTo>
                    <a:pt x="345" y="5340"/>
                  </a:lnTo>
                  <a:lnTo>
                    <a:pt x="443" y="5399"/>
                  </a:lnTo>
                  <a:lnTo>
                    <a:pt x="551" y="5468"/>
                  </a:lnTo>
                  <a:lnTo>
                    <a:pt x="649" y="5537"/>
                  </a:lnTo>
                  <a:lnTo>
                    <a:pt x="738" y="5616"/>
                  </a:lnTo>
                  <a:lnTo>
                    <a:pt x="817" y="5694"/>
                  </a:lnTo>
                  <a:lnTo>
                    <a:pt x="2882" y="2125"/>
                  </a:lnTo>
                  <a:lnTo>
                    <a:pt x="2773" y="2076"/>
                  </a:lnTo>
                  <a:lnTo>
                    <a:pt x="2655" y="2026"/>
                  </a:lnTo>
                  <a:lnTo>
                    <a:pt x="2557" y="1967"/>
                  </a:lnTo>
                  <a:lnTo>
                    <a:pt x="2449" y="1899"/>
                  </a:lnTo>
                  <a:lnTo>
                    <a:pt x="2360" y="1830"/>
                  </a:lnTo>
                  <a:lnTo>
                    <a:pt x="2272" y="1741"/>
                  </a:lnTo>
                  <a:lnTo>
                    <a:pt x="2183" y="1663"/>
                  </a:lnTo>
                  <a:lnTo>
                    <a:pt x="2105" y="1564"/>
                  </a:lnTo>
                  <a:close/>
                  <a:moveTo>
                    <a:pt x="11820" y="1564"/>
                  </a:moveTo>
                  <a:lnTo>
                    <a:pt x="11742" y="1663"/>
                  </a:lnTo>
                  <a:lnTo>
                    <a:pt x="11653" y="1741"/>
                  </a:lnTo>
                  <a:lnTo>
                    <a:pt x="11565" y="1830"/>
                  </a:lnTo>
                  <a:lnTo>
                    <a:pt x="11476" y="1899"/>
                  </a:lnTo>
                  <a:lnTo>
                    <a:pt x="11368" y="1967"/>
                  </a:lnTo>
                  <a:lnTo>
                    <a:pt x="11270" y="2026"/>
                  </a:lnTo>
                  <a:lnTo>
                    <a:pt x="11152" y="2076"/>
                  </a:lnTo>
                  <a:lnTo>
                    <a:pt x="11043" y="2125"/>
                  </a:lnTo>
                  <a:lnTo>
                    <a:pt x="13108" y="5694"/>
                  </a:lnTo>
                  <a:lnTo>
                    <a:pt x="13187" y="5616"/>
                  </a:lnTo>
                  <a:lnTo>
                    <a:pt x="13276" y="5537"/>
                  </a:lnTo>
                  <a:lnTo>
                    <a:pt x="13374" y="5468"/>
                  </a:lnTo>
                  <a:lnTo>
                    <a:pt x="13482" y="5399"/>
                  </a:lnTo>
                  <a:lnTo>
                    <a:pt x="13580" y="5340"/>
                  </a:lnTo>
                  <a:lnTo>
                    <a:pt x="13698" y="5291"/>
                  </a:lnTo>
                  <a:lnTo>
                    <a:pt x="13807" y="5252"/>
                  </a:lnTo>
                  <a:lnTo>
                    <a:pt x="13925" y="5222"/>
                  </a:lnTo>
                  <a:lnTo>
                    <a:pt x="11820" y="1564"/>
                  </a:lnTo>
                  <a:close/>
                  <a:moveTo>
                    <a:pt x="817" y="7985"/>
                  </a:moveTo>
                  <a:lnTo>
                    <a:pt x="738" y="8064"/>
                  </a:lnTo>
                  <a:lnTo>
                    <a:pt x="649" y="8143"/>
                  </a:lnTo>
                  <a:lnTo>
                    <a:pt x="551" y="8212"/>
                  </a:lnTo>
                  <a:lnTo>
                    <a:pt x="443" y="8280"/>
                  </a:lnTo>
                  <a:lnTo>
                    <a:pt x="345" y="8339"/>
                  </a:lnTo>
                  <a:lnTo>
                    <a:pt x="227" y="8389"/>
                  </a:lnTo>
                  <a:lnTo>
                    <a:pt x="118" y="8428"/>
                  </a:lnTo>
                  <a:lnTo>
                    <a:pt x="0" y="8457"/>
                  </a:lnTo>
                  <a:lnTo>
                    <a:pt x="2134" y="12155"/>
                  </a:lnTo>
                  <a:lnTo>
                    <a:pt x="2213" y="12066"/>
                  </a:lnTo>
                  <a:lnTo>
                    <a:pt x="2292" y="11978"/>
                  </a:lnTo>
                  <a:lnTo>
                    <a:pt x="2390" y="11899"/>
                  </a:lnTo>
                  <a:lnTo>
                    <a:pt x="2488" y="11830"/>
                  </a:lnTo>
                  <a:lnTo>
                    <a:pt x="2587" y="11761"/>
                  </a:lnTo>
                  <a:lnTo>
                    <a:pt x="2695" y="11712"/>
                  </a:lnTo>
                  <a:lnTo>
                    <a:pt x="2803" y="11663"/>
                  </a:lnTo>
                  <a:lnTo>
                    <a:pt x="2921" y="11614"/>
                  </a:lnTo>
                  <a:lnTo>
                    <a:pt x="817" y="7985"/>
                  </a:lnTo>
                  <a:close/>
                  <a:moveTo>
                    <a:pt x="13108" y="7985"/>
                  </a:moveTo>
                  <a:lnTo>
                    <a:pt x="11004" y="11614"/>
                  </a:lnTo>
                  <a:lnTo>
                    <a:pt x="11122" y="11663"/>
                  </a:lnTo>
                  <a:lnTo>
                    <a:pt x="11230" y="11712"/>
                  </a:lnTo>
                  <a:lnTo>
                    <a:pt x="11338" y="11761"/>
                  </a:lnTo>
                  <a:lnTo>
                    <a:pt x="11437" y="11830"/>
                  </a:lnTo>
                  <a:lnTo>
                    <a:pt x="11535" y="11899"/>
                  </a:lnTo>
                  <a:lnTo>
                    <a:pt x="11633" y="11978"/>
                  </a:lnTo>
                  <a:lnTo>
                    <a:pt x="11712" y="12066"/>
                  </a:lnTo>
                  <a:lnTo>
                    <a:pt x="11791" y="12155"/>
                  </a:lnTo>
                  <a:lnTo>
                    <a:pt x="13925" y="8457"/>
                  </a:lnTo>
                  <a:lnTo>
                    <a:pt x="13807" y="8428"/>
                  </a:lnTo>
                  <a:lnTo>
                    <a:pt x="13698" y="8389"/>
                  </a:lnTo>
                  <a:lnTo>
                    <a:pt x="13580" y="8339"/>
                  </a:lnTo>
                  <a:lnTo>
                    <a:pt x="13482" y="8280"/>
                  </a:lnTo>
                  <a:lnTo>
                    <a:pt x="13374" y="8212"/>
                  </a:lnTo>
                  <a:lnTo>
                    <a:pt x="13276" y="8143"/>
                  </a:lnTo>
                  <a:lnTo>
                    <a:pt x="13187" y="8064"/>
                  </a:lnTo>
                  <a:lnTo>
                    <a:pt x="13108" y="7985"/>
                  </a:lnTo>
                  <a:close/>
                  <a:moveTo>
                    <a:pt x="5015" y="12725"/>
                  </a:moveTo>
                  <a:lnTo>
                    <a:pt x="5045" y="12843"/>
                  </a:lnTo>
                  <a:lnTo>
                    <a:pt x="5065" y="12961"/>
                  </a:lnTo>
                  <a:lnTo>
                    <a:pt x="5084" y="13079"/>
                  </a:lnTo>
                  <a:lnTo>
                    <a:pt x="5084" y="13207"/>
                  </a:lnTo>
                  <a:lnTo>
                    <a:pt x="5084" y="13325"/>
                  </a:lnTo>
                  <a:lnTo>
                    <a:pt x="5065" y="13453"/>
                  </a:lnTo>
                  <a:lnTo>
                    <a:pt x="5045" y="13571"/>
                  </a:lnTo>
                  <a:lnTo>
                    <a:pt x="5015" y="13679"/>
                  </a:lnTo>
                  <a:lnTo>
                    <a:pt x="8909" y="13679"/>
                  </a:lnTo>
                  <a:lnTo>
                    <a:pt x="8880" y="13571"/>
                  </a:lnTo>
                  <a:lnTo>
                    <a:pt x="8860" y="13453"/>
                  </a:lnTo>
                  <a:lnTo>
                    <a:pt x="8841" y="13325"/>
                  </a:lnTo>
                  <a:lnTo>
                    <a:pt x="8841" y="13207"/>
                  </a:lnTo>
                  <a:lnTo>
                    <a:pt x="8841" y="13079"/>
                  </a:lnTo>
                  <a:lnTo>
                    <a:pt x="8860" y="12961"/>
                  </a:lnTo>
                  <a:lnTo>
                    <a:pt x="8880" y="12843"/>
                  </a:lnTo>
                  <a:lnTo>
                    <a:pt x="8909" y="12725"/>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5" name="Google Shape;1655;p104"/>
            <p:cNvSpPr/>
            <p:nvPr/>
          </p:nvSpPr>
          <p:spPr>
            <a:xfrm>
              <a:off x="725125" y="2301150"/>
              <a:ext cx="403175" cy="352050"/>
            </a:xfrm>
            <a:custGeom>
              <a:avLst/>
              <a:gdLst/>
              <a:ahLst/>
              <a:cxnLst/>
              <a:rect l="l" t="t" r="r" b="b"/>
              <a:pathLst>
                <a:path w="16127" h="14082" extrusionOk="0">
                  <a:moveTo>
                    <a:pt x="4455" y="1"/>
                  </a:moveTo>
                  <a:lnTo>
                    <a:pt x="4376" y="10"/>
                  </a:lnTo>
                  <a:lnTo>
                    <a:pt x="4307" y="30"/>
                  </a:lnTo>
                  <a:lnTo>
                    <a:pt x="4248" y="60"/>
                  </a:lnTo>
                  <a:lnTo>
                    <a:pt x="4179" y="89"/>
                  </a:lnTo>
                  <a:lnTo>
                    <a:pt x="4120" y="119"/>
                  </a:lnTo>
                  <a:lnTo>
                    <a:pt x="4071" y="158"/>
                  </a:lnTo>
                  <a:lnTo>
                    <a:pt x="4022" y="207"/>
                  </a:lnTo>
                  <a:lnTo>
                    <a:pt x="3973" y="256"/>
                  </a:lnTo>
                  <a:lnTo>
                    <a:pt x="3933" y="315"/>
                  </a:lnTo>
                  <a:lnTo>
                    <a:pt x="3894" y="374"/>
                  </a:lnTo>
                  <a:lnTo>
                    <a:pt x="3865" y="433"/>
                  </a:lnTo>
                  <a:lnTo>
                    <a:pt x="3845" y="502"/>
                  </a:lnTo>
                  <a:lnTo>
                    <a:pt x="3825" y="571"/>
                  </a:lnTo>
                  <a:lnTo>
                    <a:pt x="3815" y="640"/>
                  </a:lnTo>
                  <a:lnTo>
                    <a:pt x="3806" y="709"/>
                  </a:lnTo>
                  <a:lnTo>
                    <a:pt x="3815" y="787"/>
                  </a:lnTo>
                  <a:lnTo>
                    <a:pt x="3825" y="856"/>
                  </a:lnTo>
                  <a:lnTo>
                    <a:pt x="3845" y="925"/>
                  </a:lnTo>
                  <a:lnTo>
                    <a:pt x="3865" y="994"/>
                  </a:lnTo>
                  <a:lnTo>
                    <a:pt x="3894" y="1053"/>
                  </a:lnTo>
                  <a:lnTo>
                    <a:pt x="3933" y="1112"/>
                  </a:lnTo>
                  <a:lnTo>
                    <a:pt x="3973" y="1171"/>
                  </a:lnTo>
                  <a:lnTo>
                    <a:pt x="4022" y="1220"/>
                  </a:lnTo>
                  <a:lnTo>
                    <a:pt x="4071" y="1259"/>
                  </a:lnTo>
                  <a:lnTo>
                    <a:pt x="4120" y="1308"/>
                  </a:lnTo>
                  <a:lnTo>
                    <a:pt x="4179" y="1338"/>
                  </a:lnTo>
                  <a:lnTo>
                    <a:pt x="4248" y="1367"/>
                  </a:lnTo>
                  <a:lnTo>
                    <a:pt x="4307" y="1397"/>
                  </a:lnTo>
                  <a:lnTo>
                    <a:pt x="4376" y="1417"/>
                  </a:lnTo>
                  <a:lnTo>
                    <a:pt x="4455" y="1426"/>
                  </a:lnTo>
                  <a:lnTo>
                    <a:pt x="4592" y="1426"/>
                  </a:lnTo>
                  <a:lnTo>
                    <a:pt x="4671" y="1417"/>
                  </a:lnTo>
                  <a:lnTo>
                    <a:pt x="4740" y="1397"/>
                  </a:lnTo>
                  <a:lnTo>
                    <a:pt x="4799" y="1367"/>
                  </a:lnTo>
                  <a:lnTo>
                    <a:pt x="4868" y="1338"/>
                  </a:lnTo>
                  <a:lnTo>
                    <a:pt x="4927" y="1308"/>
                  </a:lnTo>
                  <a:lnTo>
                    <a:pt x="4976" y="1259"/>
                  </a:lnTo>
                  <a:lnTo>
                    <a:pt x="5025" y="1220"/>
                  </a:lnTo>
                  <a:lnTo>
                    <a:pt x="5074" y="1171"/>
                  </a:lnTo>
                  <a:lnTo>
                    <a:pt x="5113" y="1112"/>
                  </a:lnTo>
                  <a:lnTo>
                    <a:pt x="5153" y="1053"/>
                  </a:lnTo>
                  <a:lnTo>
                    <a:pt x="5182" y="994"/>
                  </a:lnTo>
                  <a:lnTo>
                    <a:pt x="5202" y="925"/>
                  </a:lnTo>
                  <a:lnTo>
                    <a:pt x="5222" y="856"/>
                  </a:lnTo>
                  <a:lnTo>
                    <a:pt x="5231" y="787"/>
                  </a:lnTo>
                  <a:lnTo>
                    <a:pt x="5241" y="709"/>
                  </a:lnTo>
                  <a:lnTo>
                    <a:pt x="5231" y="640"/>
                  </a:lnTo>
                  <a:lnTo>
                    <a:pt x="5222" y="571"/>
                  </a:lnTo>
                  <a:lnTo>
                    <a:pt x="5202" y="502"/>
                  </a:lnTo>
                  <a:lnTo>
                    <a:pt x="5182" y="433"/>
                  </a:lnTo>
                  <a:lnTo>
                    <a:pt x="5153" y="374"/>
                  </a:lnTo>
                  <a:lnTo>
                    <a:pt x="5113" y="315"/>
                  </a:lnTo>
                  <a:lnTo>
                    <a:pt x="5074" y="256"/>
                  </a:lnTo>
                  <a:lnTo>
                    <a:pt x="5025" y="207"/>
                  </a:lnTo>
                  <a:lnTo>
                    <a:pt x="4976" y="158"/>
                  </a:lnTo>
                  <a:lnTo>
                    <a:pt x="4927" y="119"/>
                  </a:lnTo>
                  <a:lnTo>
                    <a:pt x="4868" y="89"/>
                  </a:lnTo>
                  <a:lnTo>
                    <a:pt x="4799" y="60"/>
                  </a:lnTo>
                  <a:lnTo>
                    <a:pt x="4740" y="30"/>
                  </a:lnTo>
                  <a:lnTo>
                    <a:pt x="4671" y="10"/>
                  </a:lnTo>
                  <a:lnTo>
                    <a:pt x="4592" y="1"/>
                  </a:lnTo>
                  <a:close/>
                  <a:moveTo>
                    <a:pt x="11535" y="1"/>
                  </a:moveTo>
                  <a:lnTo>
                    <a:pt x="11456" y="10"/>
                  </a:lnTo>
                  <a:lnTo>
                    <a:pt x="11387" y="30"/>
                  </a:lnTo>
                  <a:lnTo>
                    <a:pt x="11328" y="60"/>
                  </a:lnTo>
                  <a:lnTo>
                    <a:pt x="11259" y="89"/>
                  </a:lnTo>
                  <a:lnTo>
                    <a:pt x="11200" y="119"/>
                  </a:lnTo>
                  <a:lnTo>
                    <a:pt x="11151" y="158"/>
                  </a:lnTo>
                  <a:lnTo>
                    <a:pt x="11102" y="207"/>
                  </a:lnTo>
                  <a:lnTo>
                    <a:pt x="11053" y="256"/>
                  </a:lnTo>
                  <a:lnTo>
                    <a:pt x="11014" y="315"/>
                  </a:lnTo>
                  <a:lnTo>
                    <a:pt x="10974" y="374"/>
                  </a:lnTo>
                  <a:lnTo>
                    <a:pt x="10945" y="433"/>
                  </a:lnTo>
                  <a:lnTo>
                    <a:pt x="10925" y="502"/>
                  </a:lnTo>
                  <a:lnTo>
                    <a:pt x="10905" y="571"/>
                  </a:lnTo>
                  <a:lnTo>
                    <a:pt x="10896" y="640"/>
                  </a:lnTo>
                  <a:lnTo>
                    <a:pt x="10886" y="709"/>
                  </a:lnTo>
                  <a:lnTo>
                    <a:pt x="10896" y="787"/>
                  </a:lnTo>
                  <a:lnTo>
                    <a:pt x="10905" y="856"/>
                  </a:lnTo>
                  <a:lnTo>
                    <a:pt x="10925" y="925"/>
                  </a:lnTo>
                  <a:lnTo>
                    <a:pt x="10945" y="994"/>
                  </a:lnTo>
                  <a:lnTo>
                    <a:pt x="10974" y="1053"/>
                  </a:lnTo>
                  <a:lnTo>
                    <a:pt x="11014" y="1112"/>
                  </a:lnTo>
                  <a:lnTo>
                    <a:pt x="11053" y="1171"/>
                  </a:lnTo>
                  <a:lnTo>
                    <a:pt x="11102" y="1220"/>
                  </a:lnTo>
                  <a:lnTo>
                    <a:pt x="11151" y="1259"/>
                  </a:lnTo>
                  <a:lnTo>
                    <a:pt x="11200" y="1308"/>
                  </a:lnTo>
                  <a:lnTo>
                    <a:pt x="11259" y="1338"/>
                  </a:lnTo>
                  <a:lnTo>
                    <a:pt x="11328" y="1367"/>
                  </a:lnTo>
                  <a:lnTo>
                    <a:pt x="11387" y="1397"/>
                  </a:lnTo>
                  <a:lnTo>
                    <a:pt x="11456" y="1417"/>
                  </a:lnTo>
                  <a:lnTo>
                    <a:pt x="11535" y="1426"/>
                  </a:lnTo>
                  <a:lnTo>
                    <a:pt x="11672" y="1426"/>
                  </a:lnTo>
                  <a:lnTo>
                    <a:pt x="11751" y="1417"/>
                  </a:lnTo>
                  <a:lnTo>
                    <a:pt x="11820" y="1397"/>
                  </a:lnTo>
                  <a:lnTo>
                    <a:pt x="11879" y="1367"/>
                  </a:lnTo>
                  <a:lnTo>
                    <a:pt x="11948" y="1338"/>
                  </a:lnTo>
                  <a:lnTo>
                    <a:pt x="12007" y="1308"/>
                  </a:lnTo>
                  <a:lnTo>
                    <a:pt x="12056" y="1259"/>
                  </a:lnTo>
                  <a:lnTo>
                    <a:pt x="12105" y="1220"/>
                  </a:lnTo>
                  <a:lnTo>
                    <a:pt x="12154" y="1171"/>
                  </a:lnTo>
                  <a:lnTo>
                    <a:pt x="12194" y="1112"/>
                  </a:lnTo>
                  <a:lnTo>
                    <a:pt x="12233" y="1053"/>
                  </a:lnTo>
                  <a:lnTo>
                    <a:pt x="12262" y="994"/>
                  </a:lnTo>
                  <a:lnTo>
                    <a:pt x="12282" y="925"/>
                  </a:lnTo>
                  <a:lnTo>
                    <a:pt x="12302" y="856"/>
                  </a:lnTo>
                  <a:lnTo>
                    <a:pt x="12312" y="787"/>
                  </a:lnTo>
                  <a:lnTo>
                    <a:pt x="12321" y="709"/>
                  </a:lnTo>
                  <a:lnTo>
                    <a:pt x="12312" y="640"/>
                  </a:lnTo>
                  <a:lnTo>
                    <a:pt x="12302" y="571"/>
                  </a:lnTo>
                  <a:lnTo>
                    <a:pt x="12282" y="502"/>
                  </a:lnTo>
                  <a:lnTo>
                    <a:pt x="12262" y="433"/>
                  </a:lnTo>
                  <a:lnTo>
                    <a:pt x="12233" y="374"/>
                  </a:lnTo>
                  <a:lnTo>
                    <a:pt x="12194" y="315"/>
                  </a:lnTo>
                  <a:lnTo>
                    <a:pt x="12154" y="256"/>
                  </a:lnTo>
                  <a:lnTo>
                    <a:pt x="12105" y="207"/>
                  </a:lnTo>
                  <a:lnTo>
                    <a:pt x="12056" y="158"/>
                  </a:lnTo>
                  <a:lnTo>
                    <a:pt x="12007" y="119"/>
                  </a:lnTo>
                  <a:lnTo>
                    <a:pt x="11948" y="89"/>
                  </a:lnTo>
                  <a:lnTo>
                    <a:pt x="11879" y="60"/>
                  </a:lnTo>
                  <a:lnTo>
                    <a:pt x="11820" y="30"/>
                  </a:lnTo>
                  <a:lnTo>
                    <a:pt x="11751" y="10"/>
                  </a:lnTo>
                  <a:lnTo>
                    <a:pt x="11672" y="1"/>
                  </a:lnTo>
                  <a:close/>
                  <a:moveTo>
                    <a:pt x="639" y="6294"/>
                  </a:moveTo>
                  <a:lnTo>
                    <a:pt x="570" y="6304"/>
                  </a:lnTo>
                  <a:lnTo>
                    <a:pt x="502" y="6323"/>
                  </a:lnTo>
                  <a:lnTo>
                    <a:pt x="433" y="6353"/>
                  </a:lnTo>
                  <a:lnTo>
                    <a:pt x="374" y="6382"/>
                  </a:lnTo>
                  <a:lnTo>
                    <a:pt x="315" y="6412"/>
                  </a:lnTo>
                  <a:lnTo>
                    <a:pt x="256" y="6451"/>
                  </a:lnTo>
                  <a:lnTo>
                    <a:pt x="207" y="6500"/>
                  </a:lnTo>
                  <a:lnTo>
                    <a:pt x="157" y="6550"/>
                  </a:lnTo>
                  <a:lnTo>
                    <a:pt x="118" y="6609"/>
                  </a:lnTo>
                  <a:lnTo>
                    <a:pt x="89" y="6668"/>
                  </a:lnTo>
                  <a:lnTo>
                    <a:pt x="59" y="6727"/>
                  </a:lnTo>
                  <a:lnTo>
                    <a:pt x="30" y="6795"/>
                  </a:lnTo>
                  <a:lnTo>
                    <a:pt x="10" y="6864"/>
                  </a:lnTo>
                  <a:lnTo>
                    <a:pt x="0" y="6933"/>
                  </a:lnTo>
                  <a:lnTo>
                    <a:pt x="0" y="7002"/>
                  </a:lnTo>
                  <a:lnTo>
                    <a:pt x="0" y="7081"/>
                  </a:lnTo>
                  <a:lnTo>
                    <a:pt x="10" y="7149"/>
                  </a:lnTo>
                  <a:lnTo>
                    <a:pt x="30" y="7218"/>
                  </a:lnTo>
                  <a:lnTo>
                    <a:pt x="59" y="7287"/>
                  </a:lnTo>
                  <a:lnTo>
                    <a:pt x="89" y="7346"/>
                  </a:lnTo>
                  <a:lnTo>
                    <a:pt x="118" y="7405"/>
                  </a:lnTo>
                  <a:lnTo>
                    <a:pt x="157" y="7464"/>
                  </a:lnTo>
                  <a:lnTo>
                    <a:pt x="207" y="7513"/>
                  </a:lnTo>
                  <a:lnTo>
                    <a:pt x="256" y="7553"/>
                  </a:lnTo>
                  <a:lnTo>
                    <a:pt x="315" y="7602"/>
                  </a:lnTo>
                  <a:lnTo>
                    <a:pt x="374" y="7631"/>
                  </a:lnTo>
                  <a:lnTo>
                    <a:pt x="433" y="7661"/>
                  </a:lnTo>
                  <a:lnTo>
                    <a:pt x="502" y="7690"/>
                  </a:lnTo>
                  <a:lnTo>
                    <a:pt x="570" y="7710"/>
                  </a:lnTo>
                  <a:lnTo>
                    <a:pt x="639" y="7720"/>
                  </a:lnTo>
                  <a:lnTo>
                    <a:pt x="787" y="7720"/>
                  </a:lnTo>
                  <a:lnTo>
                    <a:pt x="856" y="7710"/>
                  </a:lnTo>
                  <a:lnTo>
                    <a:pt x="924" y="7690"/>
                  </a:lnTo>
                  <a:lnTo>
                    <a:pt x="993" y="7661"/>
                  </a:lnTo>
                  <a:lnTo>
                    <a:pt x="1052" y="7631"/>
                  </a:lnTo>
                  <a:lnTo>
                    <a:pt x="1111" y="7602"/>
                  </a:lnTo>
                  <a:lnTo>
                    <a:pt x="1170" y="7553"/>
                  </a:lnTo>
                  <a:lnTo>
                    <a:pt x="1219" y="7513"/>
                  </a:lnTo>
                  <a:lnTo>
                    <a:pt x="1259" y="7464"/>
                  </a:lnTo>
                  <a:lnTo>
                    <a:pt x="1308" y="7405"/>
                  </a:lnTo>
                  <a:lnTo>
                    <a:pt x="1337" y="7346"/>
                  </a:lnTo>
                  <a:lnTo>
                    <a:pt x="1367" y="7287"/>
                  </a:lnTo>
                  <a:lnTo>
                    <a:pt x="1396" y="7218"/>
                  </a:lnTo>
                  <a:lnTo>
                    <a:pt x="1416" y="7149"/>
                  </a:lnTo>
                  <a:lnTo>
                    <a:pt x="1426" y="7081"/>
                  </a:lnTo>
                  <a:lnTo>
                    <a:pt x="1426" y="7002"/>
                  </a:lnTo>
                  <a:lnTo>
                    <a:pt x="1426" y="6933"/>
                  </a:lnTo>
                  <a:lnTo>
                    <a:pt x="1416" y="6864"/>
                  </a:lnTo>
                  <a:lnTo>
                    <a:pt x="1396" y="6795"/>
                  </a:lnTo>
                  <a:lnTo>
                    <a:pt x="1367" y="6727"/>
                  </a:lnTo>
                  <a:lnTo>
                    <a:pt x="1337" y="6668"/>
                  </a:lnTo>
                  <a:lnTo>
                    <a:pt x="1308" y="6609"/>
                  </a:lnTo>
                  <a:lnTo>
                    <a:pt x="1259" y="6550"/>
                  </a:lnTo>
                  <a:lnTo>
                    <a:pt x="1219" y="6500"/>
                  </a:lnTo>
                  <a:lnTo>
                    <a:pt x="1170" y="6451"/>
                  </a:lnTo>
                  <a:lnTo>
                    <a:pt x="1111" y="6412"/>
                  </a:lnTo>
                  <a:lnTo>
                    <a:pt x="1052" y="6382"/>
                  </a:lnTo>
                  <a:lnTo>
                    <a:pt x="993" y="6353"/>
                  </a:lnTo>
                  <a:lnTo>
                    <a:pt x="924" y="6323"/>
                  </a:lnTo>
                  <a:lnTo>
                    <a:pt x="856" y="6304"/>
                  </a:lnTo>
                  <a:lnTo>
                    <a:pt x="787" y="6294"/>
                  </a:lnTo>
                  <a:close/>
                  <a:moveTo>
                    <a:pt x="15340" y="6294"/>
                  </a:moveTo>
                  <a:lnTo>
                    <a:pt x="15271" y="6304"/>
                  </a:lnTo>
                  <a:lnTo>
                    <a:pt x="15203" y="6323"/>
                  </a:lnTo>
                  <a:lnTo>
                    <a:pt x="15134" y="6353"/>
                  </a:lnTo>
                  <a:lnTo>
                    <a:pt x="15075" y="6382"/>
                  </a:lnTo>
                  <a:lnTo>
                    <a:pt x="15016" y="6412"/>
                  </a:lnTo>
                  <a:lnTo>
                    <a:pt x="14957" y="6451"/>
                  </a:lnTo>
                  <a:lnTo>
                    <a:pt x="14908" y="6500"/>
                  </a:lnTo>
                  <a:lnTo>
                    <a:pt x="14868" y="6550"/>
                  </a:lnTo>
                  <a:lnTo>
                    <a:pt x="14819" y="6609"/>
                  </a:lnTo>
                  <a:lnTo>
                    <a:pt x="14790" y="6668"/>
                  </a:lnTo>
                  <a:lnTo>
                    <a:pt x="14760" y="6727"/>
                  </a:lnTo>
                  <a:lnTo>
                    <a:pt x="14731" y="6795"/>
                  </a:lnTo>
                  <a:lnTo>
                    <a:pt x="14711" y="6864"/>
                  </a:lnTo>
                  <a:lnTo>
                    <a:pt x="14701" y="6933"/>
                  </a:lnTo>
                  <a:lnTo>
                    <a:pt x="14701" y="7002"/>
                  </a:lnTo>
                  <a:lnTo>
                    <a:pt x="14701" y="7081"/>
                  </a:lnTo>
                  <a:lnTo>
                    <a:pt x="14711" y="7149"/>
                  </a:lnTo>
                  <a:lnTo>
                    <a:pt x="14731" y="7218"/>
                  </a:lnTo>
                  <a:lnTo>
                    <a:pt x="14760" y="7287"/>
                  </a:lnTo>
                  <a:lnTo>
                    <a:pt x="14790" y="7346"/>
                  </a:lnTo>
                  <a:lnTo>
                    <a:pt x="14819" y="7405"/>
                  </a:lnTo>
                  <a:lnTo>
                    <a:pt x="14868" y="7464"/>
                  </a:lnTo>
                  <a:lnTo>
                    <a:pt x="14908" y="7513"/>
                  </a:lnTo>
                  <a:lnTo>
                    <a:pt x="14957" y="7553"/>
                  </a:lnTo>
                  <a:lnTo>
                    <a:pt x="15016" y="7602"/>
                  </a:lnTo>
                  <a:lnTo>
                    <a:pt x="15075" y="7631"/>
                  </a:lnTo>
                  <a:lnTo>
                    <a:pt x="15134" y="7661"/>
                  </a:lnTo>
                  <a:lnTo>
                    <a:pt x="15203" y="7690"/>
                  </a:lnTo>
                  <a:lnTo>
                    <a:pt x="15271" y="7710"/>
                  </a:lnTo>
                  <a:lnTo>
                    <a:pt x="15340" y="7720"/>
                  </a:lnTo>
                  <a:lnTo>
                    <a:pt x="15488" y="7720"/>
                  </a:lnTo>
                  <a:lnTo>
                    <a:pt x="15557" y="7710"/>
                  </a:lnTo>
                  <a:lnTo>
                    <a:pt x="15625" y="7690"/>
                  </a:lnTo>
                  <a:lnTo>
                    <a:pt x="15694" y="7661"/>
                  </a:lnTo>
                  <a:lnTo>
                    <a:pt x="15753" y="7631"/>
                  </a:lnTo>
                  <a:lnTo>
                    <a:pt x="15812" y="7602"/>
                  </a:lnTo>
                  <a:lnTo>
                    <a:pt x="15871" y="7553"/>
                  </a:lnTo>
                  <a:lnTo>
                    <a:pt x="15920" y="7513"/>
                  </a:lnTo>
                  <a:lnTo>
                    <a:pt x="15970" y="7464"/>
                  </a:lnTo>
                  <a:lnTo>
                    <a:pt x="16009" y="7405"/>
                  </a:lnTo>
                  <a:lnTo>
                    <a:pt x="16038" y="7346"/>
                  </a:lnTo>
                  <a:lnTo>
                    <a:pt x="16068" y="7287"/>
                  </a:lnTo>
                  <a:lnTo>
                    <a:pt x="16097" y="7218"/>
                  </a:lnTo>
                  <a:lnTo>
                    <a:pt x="16117" y="7149"/>
                  </a:lnTo>
                  <a:lnTo>
                    <a:pt x="16127" y="7081"/>
                  </a:lnTo>
                  <a:lnTo>
                    <a:pt x="16127" y="7002"/>
                  </a:lnTo>
                  <a:lnTo>
                    <a:pt x="16127" y="6933"/>
                  </a:lnTo>
                  <a:lnTo>
                    <a:pt x="16117" y="6864"/>
                  </a:lnTo>
                  <a:lnTo>
                    <a:pt x="16097" y="6795"/>
                  </a:lnTo>
                  <a:lnTo>
                    <a:pt x="16068" y="6727"/>
                  </a:lnTo>
                  <a:lnTo>
                    <a:pt x="16038" y="6668"/>
                  </a:lnTo>
                  <a:lnTo>
                    <a:pt x="16009" y="6609"/>
                  </a:lnTo>
                  <a:lnTo>
                    <a:pt x="15970" y="6550"/>
                  </a:lnTo>
                  <a:lnTo>
                    <a:pt x="15920" y="6500"/>
                  </a:lnTo>
                  <a:lnTo>
                    <a:pt x="15871" y="6451"/>
                  </a:lnTo>
                  <a:lnTo>
                    <a:pt x="15812" y="6412"/>
                  </a:lnTo>
                  <a:lnTo>
                    <a:pt x="15753" y="6382"/>
                  </a:lnTo>
                  <a:lnTo>
                    <a:pt x="15694" y="6353"/>
                  </a:lnTo>
                  <a:lnTo>
                    <a:pt x="15625" y="6323"/>
                  </a:lnTo>
                  <a:lnTo>
                    <a:pt x="15557" y="6304"/>
                  </a:lnTo>
                  <a:lnTo>
                    <a:pt x="15488" y="6294"/>
                  </a:lnTo>
                  <a:close/>
                  <a:moveTo>
                    <a:pt x="4523" y="12656"/>
                  </a:moveTo>
                  <a:lnTo>
                    <a:pt x="4455" y="12666"/>
                  </a:lnTo>
                  <a:lnTo>
                    <a:pt x="4376" y="12676"/>
                  </a:lnTo>
                  <a:lnTo>
                    <a:pt x="4307" y="12695"/>
                  </a:lnTo>
                  <a:lnTo>
                    <a:pt x="4248" y="12715"/>
                  </a:lnTo>
                  <a:lnTo>
                    <a:pt x="4179" y="12745"/>
                  </a:lnTo>
                  <a:lnTo>
                    <a:pt x="4120" y="12784"/>
                  </a:lnTo>
                  <a:lnTo>
                    <a:pt x="4071" y="12823"/>
                  </a:lnTo>
                  <a:lnTo>
                    <a:pt x="4022" y="12872"/>
                  </a:lnTo>
                  <a:lnTo>
                    <a:pt x="3973" y="12922"/>
                  </a:lnTo>
                  <a:lnTo>
                    <a:pt x="3933" y="12971"/>
                  </a:lnTo>
                  <a:lnTo>
                    <a:pt x="3894" y="13030"/>
                  </a:lnTo>
                  <a:lnTo>
                    <a:pt x="3865" y="13099"/>
                  </a:lnTo>
                  <a:lnTo>
                    <a:pt x="3845" y="13158"/>
                  </a:lnTo>
                  <a:lnTo>
                    <a:pt x="3825" y="13226"/>
                  </a:lnTo>
                  <a:lnTo>
                    <a:pt x="3815" y="13295"/>
                  </a:lnTo>
                  <a:lnTo>
                    <a:pt x="3806" y="13374"/>
                  </a:lnTo>
                  <a:lnTo>
                    <a:pt x="3815" y="13443"/>
                  </a:lnTo>
                  <a:lnTo>
                    <a:pt x="3825" y="13512"/>
                  </a:lnTo>
                  <a:lnTo>
                    <a:pt x="3845" y="13580"/>
                  </a:lnTo>
                  <a:lnTo>
                    <a:pt x="3865" y="13649"/>
                  </a:lnTo>
                  <a:lnTo>
                    <a:pt x="3894" y="13708"/>
                  </a:lnTo>
                  <a:lnTo>
                    <a:pt x="3933" y="13767"/>
                  </a:lnTo>
                  <a:lnTo>
                    <a:pt x="3973" y="13826"/>
                  </a:lnTo>
                  <a:lnTo>
                    <a:pt x="4022" y="13875"/>
                  </a:lnTo>
                  <a:lnTo>
                    <a:pt x="4071" y="13925"/>
                  </a:lnTo>
                  <a:lnTo>
                    <a:pt x="4120" y="13964"/>
                  </a:lnTo>
                  <a:lnTo>
                    <a:pt x="4179" y="14003"/>
                  </a:lnTo>
                  <a:lnTo>
                    <a:pt x="4248" y="14033"/>
                  </a:lnTo>
                  <a:lnTo>
                    <a:pt x="4307" y="14052"/>
                  </a:lnTo>
                  <a:lnTo>
                    <a:pt x="4376" y="14072"/>
                  </a:lnTo>
                  <a:lnTo>
                    <a:pt x="4455" y="14082"/>
                  </a:lnTo>
                  <a:lnTo>
                    <a:pt x="4592" y="14082"/>
                  </a:lnTo>
                  <a:lnTo>
                    <a:pt x="4671" y="14072"/>
                  </a:lnTo>
                  <a:lnTo>
                    <a:pt x="4740" y="14052"/>
                  </a:lnTo>
                  <a:lnTo>
                    <a:pt x="4799" y="14033"/>
                  </a:lnTo>
                  <a:lnTo>
                    <a:pt x="4868" y="14003"/>
                  </a:lnTo>
                  <a:lnTo>
                    <a:pt x="4927" y="13964"/>
                  </a:lnTo>
                  <a:lnTo>
                    <a:pt x="4976" y="13925"/>
                  </a:lnTo>
                  <a:lnTo>
                    <a:pt x="5025" y="13875"/>
                  </a:lnTo>
                  <a:lnTo>
                    <a:pt x="5074" y="13826"/>
                  </a:lnTo>
                  <a:lnTo>
                    <a:pt x="5113" y="13767"/>
                  </a:lnTo>
                  <a:lnTo>
                    <a:pt x="5153" y="13708"/>
                  </a:lnTo>
                  <a:lnTo>
                    <a:pt x="5182" y="13649"/>
                  </a:lnTo>
                  <a:lnTo>
                    <a:pt x="5202" y="13580"/>
                  </a:lnTo>
                  <a:lnTo>
                    <a:pt x="5222" y="13512"/>
                  </a:lnTo>
                  <a:lnTo>
                    <a:pt x="5231" y="13443"/>
                  </a:lnTo>
                  <a:lnTo>
                    <a:pt x="5241" y="13374"/>
                  </a:lnTo>
                  <a:lnTo>
                    <a:pt x="5231" y="13295"/>
                  </a:lnTo>
                  <a:lnTo>
                    <a:pt x="5222" y="13226"/>
                  </a:lnTo>
                  <a:lnTo>
                    <a:pt x="5202" y="13158"/>
                  </a:lnTo>
                  <a:lnTo>
                    <a:pt x="5182" y="13099"/>
                  </a:lnTo>
                  <a:lnTo>
                    <a:pt x="5153" y="13030"/>
                  </a:lnTo>
                  <a:lnTo>
                    <a:pt x="5113" y="12971"/>
                  </a:lnTo>
                  <a:lnTo>
                    <a:pt x="5074" y="12922"/>
                  </a:lnTo>
                  <a:lnTo>
                    <a:pt x="5025" y="12872"/>
                  </a:lnTo>
                  <a:lnTo>
                    <a:pt x="4976" y="12823"/>
                  </a:lnTo>
                  <a:lnTo>
                    <a:pt x="4927" y="12784"/>
                  </a:lnTo>
                  <a:lnTo>
                    <a:pt x="4868" y="12745"/>
                  </a:lnTo>
                  <a:lnTo>
                    <a:pt x="4799" y="12715"/>
                  </a:lnTo>
                  <a:lnTo>
                    <a:pt x="4740" y="12695"/>
                  </a:lnTo>
                  <a:lnTo>
                    <a:pt x="4671" y="12676"/>
                  </a:lnTo>
                  <a:lnTo>
                    <a:pt x="4592" y="12666"/>
                  </a:lnTo>
                  <a:lnTo>
                    <a:pt x="4523" y="12656"/>
                  </a:lnTo>
                  <a:close/>
                  <a:moveTo>
                    <a:pt x="11604" y="12656"/>
                  </a:moveTo>
                  <a:lnTo>
                    <a:pt x="11535" y="12666"/>
                  </a:lnTo>
                  <a:lnTo>
                    <a:pt x="11456" y="12676"/>
                  </a:lnTo>
                  <a:lnTo>
                    <a:pt x="11387" y="12695"/>
                  </a:lnTo>
                  <a:lnTo>
                    <a:pt x="11328" y="12715"/>
                  </a:lnTo>
                  <a:lnTo>
                    <a:pt x="11259" y="12745"/>
                  </a:lnTo>
                  <a:lnTo>
                    <a:pt x="11200" y="12784"/>
                  </a:lnTo>
                  <a:lnTo>
                    <a:pt x="11151" y="12823"/>
                  </a:lnTo>
                  <a:lnTo>
                    <a:pt x="11102" y="12872"/>
                  </a:lnTo>
                  <a:lnTo>
                    <a:pt x="11053" y="12922"/>
                  </a:lnTo>
                  <a:lnTo>
                    <a:pt x="11014" y="12971"/>
                  </a:lnTo>
                  <a:lnTo>
                    <a:pt x="10974" y="13030"/>
                  </a:lnTo>
                  <a:lnTo>
                    <a:pt x="10945" y="13099"/>
                  </a:lnTo>
                  <a:lnTo>
                    <a:pt x="10925" y="13158"/>
                  </a:lnTo>
                  <a:lnTo>
                    <a:pt x="10905" y="13226"/>
                  </a:lnTo>
                  <a:lnTo>
                    <a:pt x="10896" y="13295"/>
                  </a:lnTo>
                  <a:lnTo>
                    <a:pt x="10886" y="13374"/>
                  </a:lnTo>
                  <a:lnTo>
                    <a:pt x="10896" y="13443"/>
                  </a:lnTo>
                  <a:lnTo>
                    <a:pt x="10905" y="13512"/>
                  </a:lnTo>
                  <a:lnTo>
                    <a:pt x="10925" y="13580"/>
                  </a:lnTo>
                  <a:lnTo>
                    <a:pt x="10945" y="13649"/>
                  </a:lnTo>
                  <a:lnTo>
                    <a:pt x="10974" y="13708"/>
                  </a:lnTo>
                  <a:lnTo>
                    <a:pt x="11014" y="13767"/>
                  </a:lnTo>
                  <a:lnTo>
                    <a:pt x="11053" y="13826"/>
                  </a:lnTo>
                  <a:lnTo>
                    <a:pt x="11102" y="13875"/>
                  </a:lnTo>
                  <a:lnTo>
                    <a:pt x="11151" y="13925"/>
                  </a:lnTo>
                  <a:lnTo>
                    <a:pt x="11200" y="13964"/>
                  </a:lnTo>
                  <a:lnTo>
                    <a:pt x="11259" y="14003"/>
                  </a:lnTo>
                  <a:lnTo>
                    <a:pt x="11328" y="14033"/>
                  </a:lnTo>
                  <a:lnTo>
                    <a:pt x="11387" y="14052"/>
                  </a:lnTo>
                  <a:lnTo>
                    <a:pt x="11456" y="14072"/>
                  </a:lnTo>
                  <a:lnTo>
                    <a:pt x="11535" y="14082"/>
                  </a:lnTo>
                  <a:lnTo>
                    <a:pt x="11672" y="14082"/>
                  </a:lnTo>
                  <a:lnTo>
                    <a:pt x="11751" y="14072"/>
                  </a:lnTo>
                  <a:lnTo>
                    <a:pt x="11820" y="14052"/>
                  </a:lnTo>
                  <a:lnTo>
                    <a:pt x="11879" y="14033"/>
                  </a:lnTo>
                  <a:lnTo>
                    <a:pt x="11948" y="14003"/>
                  </a:lnTo>
                  <a:lnTo>
                    <a:pt x="12007" y="13964"/>
                  </a:lnTo>
                  <a:lnTo>
                    <a:pt x="12056" y="13925"/>
                  </a:lnTo>
                  <a:lnTo>
                    <a:pt x="12105" y="13875"/>
                  </a:lnTo>
                  <a:lnTo>
                    <a:pt x="12154" y="13826"/>
                  </a:lnTo>
                  <a:lnTo>
                    <a:pt x="12194" y="13767"/>
                  </a:lnTo>
                  <a:lnTo>
                    <a:pt x="12233" y="13708"/>
                  </a:lnTo>
                  <a:lnTo>
                    <a:pt x="12262" y="13649"/>
                  </a:lnTo>
                  <a:lnTo>
                    <a:pt x="12282" y="13580"/>
                  </a:lnTo>
                  <a:lnTo>
                    <a:pt x="12302" y="13512"/>
                  </a:lnTo>
                  <a:lnTo>
                    <a:pt x="12312" y="13443"/>
                  </a:lnTo>
                  <a:lnTo>
                    <a:pt x="12321" y="13374"/>
                  </a:lnTo>
                  <a:lnTo>
                    <a:pt x="12312" y="13295"/>
                  </a:lnTo>
                  <a:lnTo>
                    <a:pt x="12302" y="13226"/>
                  </a:lnTo>
                  <a:lnTo>
                    <a:pt x="12282" y="13158"/>
                  </a:lnTo>
                  <a:lnTo>
                    <a:pt x="12262" y="13099"/>
                  </a:lnTo>
                  <a:lnTo>
                    <a:pt x="12233" y="13030"/>
                  </a:lnTo>
                  <a:lnTo>
                    <a:pt x="12194" y="12971"/>
                  </a:lnTo>
                  <a:lnTo>
                    <a:pt x="12154" y="12922"/>
                  </a:lnTo>
                  <a:lnTo>
                    <a:pt x="12105" y="12872"/>
                  </a:lnTo>
                  <a:lnTo>
                    <a:pt x="12056" y="12823"/>
                  </a:lnTo>
                  <a:lnTo>
                    <a:pt x="12007" y="12784"/>
                  </a:lnTo>
                  <a:lnTo>
                    <a:pt x="11948" y="12745"/>
                  </a:lnTo>
                  <a:lnTo>
                    <a:pt x="11879" y="12715"/>
                  </a:lnTo>
                  <a:lnTo>
                    <a:pt x="11820" y="12695"/>
                  </a:lnTo>
                  <a:lnTo>
                    <a:pt x="11751" y="12676"/>
                  </a:lnTo>
                  <a:lnTo>
                    <a:pt x="11672" y="12666"/>
                  </a:lnTo>
                  <a:lnTo>
                    <a:pt x="11604" y="12656"/>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6" name="Google Shape;1656;p104"/>
            <p:cNvSpPr/>
            <p:nvPr/>
          </p:nvSpPr>
          <p:spPr>
            <a:xfrm>
              <a:off x="808450" y="2357950"/>
              <a:ext cx="236525" cy="236750"/>
            </a:xfrm>
            <a:custGeom>
              <a:avLst/>
              <a:gdLst/>
              <a:ahLst/>
              <a:cxnLst/>
              <a:rect l="l" t="t" r="r" b="b"/>
              <a:pathLst>
                <a:path w="9461" h="9470" extrusionOk="0">
                  <a:moveTo>
                    <a:pt x="5232" y="0"/>
                  </a:moveTo>
                  <a:lnTo>
                    <a:pt x="4966" y="10"/>
                  </a:lnTo>
                  <a:lnTo>
                    <a:pt x="4701" y="30"/>
                  </a:lnTo>
                  <a:lnTo>
                    <a:pt x="4435" y="69"/>
                  </a:lnTo>
                  <a:lnTo>
                    <a:pt x="4180" y="108"/>
                  </a:lnTo>
                  <a:lnTo>
                    <a:pt x="3924" y="167"/>
                  </a:lnTo>
                  <a:lnTo>
                    <a:pt x="3678" y="236"/>
                  </a:lnTo>
                  <a:lnTo>
                    <a:pt x="3432" y="325"/>
                  </a:lnTo>
                  <a:lnTo>
                    <a:pt x="3196" y="413"/>
                  </a:lnTo>
                  <a:lnTo>
                    <a:pt x="2970" y="521"/>
                  </a:lnTo>
                  <a:lnTo>
                    <a:pt x="2744" y="639"/>
                  </a:lnTo>
                  <a:lnTo>
                    <a:pt x="2518" y="767"/>
                  </a:lnTo>
                  <a:lnTo>
                    <a:pt x="2311" y="895"/>
                  </a:lnTo>
                  <a:lnTo>
                    <a:pt x="2105" y="1042"/>
                  </a:lnTo>
                  <a:lnTo>
                    <a:pt x="1908" y="1200"/>
                  </a:lnTo>
                  <a:lnTo>
                    <a:pt x="1721" y="1367"/>
                  </a:lnTo>
                  <a:lnTo>
                    <a:pt x="1535" y="1544"/>
                  </a:lnTo>
                  <a:lnTo>
                    <a:pt x="1358" y="1721"/>
                  </a:lnTo>
                  <a:lnTo>
                    <a:pt x="1200" y="1908"/>
                  </a:lnTo>
                  <a:lnTo>
                    <a:pt x="1043" y="2104"/>
                  </a:lnTo>
                  <a:lnTo>
                    <a:pt x="895" y="2311"/>
                  </a:lnTo>
                  <a:lnTo>
                    <a:pt x="758" y="2527"/>
                  </a:lnTo>
                  <a:lnTo>
                    <a:pt x="630" y="2744"/>
                  </a:lnTo>
                  <a:lnTo>
                    <a:pt x="522" y="2970"/>
                  </a:lnTo>
                  <a:lnTo>
                    <a:pt x="414" y="3206"/>
                  </a:lnTo>
                  <a:lnTo>
                    <a:pt x="315" y="3442"/>
                  </a:lnTo>
                  <a:lnTo>
                    <a:pt x="237" y="3688"/>
                  </a:lnTo>
                  <a:lnTo>
                    <a:pt x="168" y="3933"/>
                  </a:lnTo>
                  <a:lnTo>
                    <a:pt x="109" y="4189"/>
                  </a:lnTo>
                  <a:lnTo>
                    <a:pt x="60" y="4445"/>
                  </a:lnTo>
                  <a:lnTo>
                    <a:pt x="30" y="4700"/>
                  </a:lnTo>
                  <a:lnTo>
                    <a:pt x="10" y="4966"/>
                  </a:lnTo>
                  <a:lnTo>
                    <a:pt x="1" y="5241"/>
                  </a:lnTo>
                  <a:lnTo>
                    <a:pt x="954" y="5241"/>
                  </a:lnTo>
                  <a:lnTo>
                    <a:pt x="954" y="5015"/>
                  </a:lnTo>
                  <a:lnTo>
                    <a:pt x="974" y="4799"/>
                  </a:lnTo>
                  <a:lnTo>
                    <a:pt x="1004" y="4592"/>
                  </a:lnTo>
                  <a:lnTo>
                    <a:pt x="1043" y="4376"/>
                  </a:lnTo>
                  <a:lnTo>
                    <a:pt x="1082" y="4169"/>
                  </a:lnTo>
                  <a:lnTo>
                    <a:pt x="1141" y="3963"/>
                  </a:lnTo>
                  <a:lnTo>
                    <a:pt x="1210" y="3766"/>
                  </a:lnTo>
                  <a:lnTo>
                    <a:pt x="1289" y="3570"/>
                  </a:lnTo>
                  <a:lnTo>
                    <a:pt x="1377" y="3383"/>
                  </a:lnTo>
                  <a:lnTo>
                    <a:pt x="1466" y="3196"/>
                  </a:lnTo>
                  <a:lnTo>
                    <a:pt x="1574" y="3019"/>
                  </a:lnTo>
                  <a:lnTo>
                    <a:pt x="1682" y="2842"/>
                  </a:lnTo>
                  <a:lnTo>
                    <a:pt x="1800" y="2675"/>
                  </a:lnTo>
                  <a:lnTo>
                    <a:pt x="1928" y="2517"/>
                  </a:lnTo>
                  <a:lnTo>
                    <a:pt x="2066" y="2360"/>
                  </a:lnTo>
                  <a:lnTo>
                    <a:pt x="2203" y="2213"/>
                  </a:lnTo>
                  <a:lnTo>
                    <a:pt x="2361" y="2075"/>
                  </a:lnTo>
                  <a:lnTo>
                    <a:pt x="2508" y="1937"/>
                  </a:lnTo>
                  <a:lnTo>
                    <a:pt x="2675" y="1809"/>
                  </a:lnTo>
                  <a:lnTo>
                    <a:pt x="2842" y="1691"/>
                  </a:lnTo>
                  <a:lnTo>
                    <a:pt x="3019" y="1573"/>
                  </a:lnTo>
                  <a:lnTo>
                    <a:pt x="3196" y="1475"/>
                  </a:lnTo>
                  <a:lnTo>
                    <a:pt x="3383" y="1377"/>
                  </a:lnTo>
                  <a:lnTo>
                    <a:pt x="3570" y="1288"/>
                  </a:lnTo>
                  <a:lnTo>
                    <a:pt x="3767" y="1219"/>
                  </a:lnTo>
                  <a:lnTo>
                    <a:pt x="3963" y="1151"/>
                  </a:lnTo>
                  <a:lnTo>
                    <a:pt x="4170" y="1092"/>
                  </a:lnTo>
                  <a:lnTo>
                    <a:pt x="4376" y="1042"/>
                  </a:lnTo>
                  <a:lnTo>
                    <a:pt x="4583" y="1003"/>
                  </a:lnTo>
                  <a:lnTo>
                    <a:pt x="4799" y="974"/>
                  </a:lnTo>
                  <a:lnTo>
                    <a:pt x="5016" y="964"/>
                  </a:lnTo>
                  <a:lnTo>
                    <a:pt x="5232" y="954"/>
                  </a:lnTo>
                  <a:lnTo>
                    <a:pt x="5232" y="0"/>
                  </a:lnTo>
                  <a:close/>
                  <a:moveTo>
                    <a:pt x="5065" y="1908"/>
                  </a:moveTo>
                  <a:lnTo>
                    <a:pt x="4898" y="1927"/>
                  </a:lnTo>
                  <a:lnTo>
                    <a:pt x="4730" y="1947"/>
                  </a:lnTo>
                  <a:lnTo>
                    <a:pt x="4563" y="1977"/>
                  </a:lnTo>
                  <a:lnTo>
                    <a:pt x="4406" y="2016"/>
                  </a:lnTo>
                  <a:lnTo>
                    <a:pt x="4249" y="2055"/>
                  </a:lnTo>
                  <a:lnTo>
                    <a:pt x="4091" y="2114"/>
                  </a:lnTo>
                  <a:lnTo>
                    <a:pt x="3944" y="2173"/>
                  </a:lnTo>
                  <a:lnTo>
                    <a:pt x="3796" y="2232"/>
                  </a:lnTo>
                  <a:lnTo>
                    <a:pt x="3649" y="2311"/>
                  </a:lnTo>
                  <a:lnTo>
                    <a:pt x="3511" y="2390"/>
                  </a:lnTo>
                  <a:lnTo>
                    <a:pt x="3373" y="2478"/>
                  </a:lnTo>
                  <a:lnTo>
                    <a:pt x="3246" y="2567"/>
                  </a:lnTo>
                  <a:lnTo>
                    <a:pt x="3118" y="2665"/>
                  </a:lnTo>
                  <a:lnTo>
                    <a:pt x="3000" y="2773"/>
                  </a:lnTo>
                  <a:lnTo>
                    <a:pt x="2882" y="2881"/>
                  </a:lnTo>
                  <a:lnTo>
                    <a:pt x="2774" y="2999"/>
                  </a:lnTo>
                  <a:lnTo>
                    <a:pt x="2665" y="3117"/>
                  </a:lnTo>
                  <a:lnTo>
                    <a:pt x="2567" y="3245"/>
                  </a:lnTo>
                  <a:lnTo>
                    <a:pt x="2469" y="3383"/>
                  </a:lnTo>
                  <a:lnTo>
                    <a:pt x="2390" y="3511"/>
                  </a:lnTo>
                  <a:lnTo>
                    <a:pt x="2311" y="3648"/>
                  </a:lnTo>
                  <a:lnTo>
                    <a:pt x="2233" y="3796"/>
                  </a:lnTo>
                  <a:lnTo>
                    <a:pt x="2164" y="3943"/>
                  </a:lnTo>
                  <a:lnTo>
                    <a:pt x="2105" y="4091"/>
                  </a:lnTo>
                  <a:lnTo>
                    <a:pt x="2056" y="4248"/>
                  </a:lnTo>
                  <a:lnTo>
                    <a:pt x="2007" y="4405"/>
                  </a:lnTo>
                  <a:lnTo>
                    <a:pt x="1967" y="4573"/>
                  </a:lnTo>
                  <a:lnTo>
                    <a:pt x="1938" y="4730"/>
                  </a:lnTo>
                  <a:lnTo>
                    <a:pt x="1918" y="4897"/>
                  </a:lnTo>
                  <a:lnTo>
                    <a:pt x="1908" y="5064"/>
                  </a:lnTo>
                  <a:lnTo>
                    <a:pt x="1908" y="5241"/>
                  </a:lnTo>
                  <a:lnTo>
                    <a:pt x="2852" y="5241"/>
                  </a:lnTo>
                  <a:lnTo>
                    <a:pt x="2862" y="5113"/>
                  </a:lnTo>
                  <a:lnTo>
                    <a:pt x="2872" y="4995"/>
                  </a:lnTo>
                  <a:lnTo>
                    <a:pt x="2882" y="4877"/>
                  </a:lnTo>
                  <a:lnTo>
                    <a:pt x="2901" y="4759"/>
                  </a:lnTo>
                  <a:lnTo>
                    <a:pt x="2931" y="4641"/>
                  </a:lnTo>
                  <a:lnTo>
                    <a:pt x="2960" y="4533"/>
                  </a:lnTo>
                  <a:lnTo>
                    <a:pt x="3039" y="4317"/>
                  </a:lnTo>
                  <a:lnTo>
                    <a:pt x="3147" y="4110"/>
                  </a:lnTo>
                  <a:lnTo>
                    <a:pt x="3265" y="3914"/>
                  </a:lnTo>
                  <a:lnTo>
                    <a:pt x="3403" y="3727"/>
                  </a:lnTo>
                  <a:lnTo>
                    <a:pt x="3550" y="3560"/>
                  </a:lnTo>
                  <a:lnTo>
                    <a:pt x="3727" y="3402"/>
                  </a:lnTo>
                  <a:lnTo>
                    <a:pt x="3904" y="3265"/>
                  </a:lnTo>
                  <a:lnTo>
                    <a:pt x="4101" y="3147"/>
                  </a:lnTo>
                  <a:lnTo>
                    <a:pt x="4308" y="3048"/>
                  </a:lnTo>
                  <a:lnTo>
                    <a:pt x="4524" y="2970"/>
                  </a:lnTo>
                  <a:lnTo>
                    <a:pt x="4642" y="2930"/>
                  </a:lnTo>
                  <a:lnTo>
                    <a:pt x="4760" y="2911"/>
                  </a:lnTo>
                  <a:lnTo>
                    <a:pt x="4878" y="2891"/>
                  </a:lnTo>
                  <a:lnTo>
                    <a:pt x="4996" y="2871"/>
                  </a:lnTo>
                  <a:lnTo>
                    <a:pt x="5114" y="2862"/>
                  </a:lnTo>
                  <a:lnTo>
                    <a:pt x="5232" y="2862"/>
                  </a:lnTo>
                  <a:lnTo>
                    <a:pt x="5232" y="1908"/>
                  </a:lnTo>
                  <a:close/>
                  <a:moveTo>
                    <a:pt x="6609" y="4228"/>
                  </a:moveTo>
                  <a:lnTo>
                    <a:pt x="6599" y="4356"/>
                  </a:lnTo>
                  <a:lnTo>
                    <a:pt x="6589" y="4474"/>
                  </a:lnTo>
                  <a:lnTo>
                    <a:pt x="6579" y="4592"/>
                  </a:lnTo>
                  <a:lnTo>
                    <a:pt x="6559" y="4710"/>
                  </a:lnTo>
                  <a:lnTo>
                    <a:pt x="6530" y="4818"/>
                  </a:lnTo>
                  <a:lnTo>
                    <a:pt x="6500" y="4936"/>
                  </a:lnTo>
                  <a:lnTo>
                    <a:pt x="6422" y="5153"/>
                  </a:lnTo>
                  <a:lnTo>
                    <a:pt x="6314" y="5359"/>
                  </a:lnTo>
                  <a:lnTo>
                    <a:pt x="6196" y="5556"/>
                  </a:lnTo>
                  <a:lnTo>
                    <a:pt x="6058" y="5743"/>
                  </a:lnTo>
                  <a:lnTo>
                    <a:pt x="5910" y="5910"/>
                  </a:lnTo>
                  <a:lnTo>
                    <a:pt x="5733" y="6067"/>
                  </a:lnTo>
                  <a:lnTo>
                    <a:pt x="5556" y="6205"/>
                  </a:lnTo>
                  <a:lnTo>
                    <a:pt x="5360" y="6323"/>
                  </a:lnTo>
                  <a:lnTo>
                    <a:pt x="5153" y="6421"/>
                  </a:lnTo>
                  <a:lnTo>
                    <a:pt x="4927" y="6500"/>
                  </a:lnTo>
                  <a:lnTo>
                    <a:pt x="4819" y="6529"/>
                  </a:lnTo>
                  <a:lnTo>
                    <a:pt x="4701" y="6559"/>
                  </a:lnTo>
                  <a:lnTo>
                    <a:pt x="4583" y="6579"/>
                  </a:lnTo>
                  <a:lnTo>
                    <a:pt x="4465" y="6598"/>
                  </a:lnTo>
                  <a:lnTo>
                    <a:pt x="4347" y="6608"/>
                  </a:lnTo>
                  <a:lnTo>
                    <a:pt x="4229" y="6608"/>
                  </a:lnTo>
                  <a:lnTo>
                    <a:pt x="4229" y="7562"/>
                  </a:lnTo>
                  <a:lnTo>
                    <a:pt x="4396" y="7552"/>
                  </a:lnTo>
                  <a:lnTo>
                    <a:pt x="4563" y="7542"/>
                  </a:lnTo>
                  <a:lnTo>
                    <a:pt x="4730" y="7523"/>
                  </a:lnTo>
                  <a:lnTo>
                    <a:pt x="4898" y="7493"/>
                  </a:lnTo>
                  <a:lnTo>
                    <a:pt x="5055" y="7454"/>
                  </a:lnTo>
                  <a:lnTo>
                    <a:pt x="5212" y="7414"/>
                  </a:lnTo>
                  <a:lnTo>
                    <a:pt x="5370" y="7355"/>
                  </a:lnTo>
                  <a:lnTo>
                    <a:pt x="5517" y="7296"/>
                  </a:lnTo>
                  <a:lnTo>
                    <a:pt x="5665" y="7228"/>
                  </a:lnTo>
                  <a:lnTo>
                    <a:pt x="5812" y="7159"/>
                  </a:lnTo>
                  <a:lnTo>
                    <a:pt x="5950" y="7080"/>
                  </a:lnTo>
                  <a:lnTo>
                    <a:pt x="6087" y="6992"/>
                  </a:lnTo>
                  <a:lnTo>
                    <a:pt x="6215" y="6903"/>
                  </a:lnTo>
                  <a:lnTo>
                    <a:pt x="6343" y="6795"/>
                  </a:lnTo>
                  <a:lnTo>
                    <a:pt x="6461" y="6697"/>
                  </a:lnTo>
                  <a:lnTo>
                    <a:pt x="6579" y="6588"/>
                  </a:lnTo>
                  <a:lnTo>
                    <a:pt x="6687" y="6470"/>
                  </a:lnTo>
                  <a:lnTo>
                    <a:pt x="6795" y="6343"/>
                  </a:lnTo>
                  <a:lnTo>
                    <a:pt x="6894" y="6225"/>
                  </a:lnTo>
                  <a:lnTo>
                    <a:pt x="6982" y="6087"/>
                  </a:lnTo>
                  <a:lnTo>
                    <a:pt x="7071" y="5959"/>
                  </a:lnTo>
                  <a:lnTo>
                    <a:pt x="7150" y="5812"/>
                  </a:lnTo>
                  <a:lnTo>
                    <a:pt x="7228" y="5674"/>
                  </a:lnTo>
                  <a:lnTo>
                    <a:pt x="7297" y="5526"/>
                  </a:lnTo>
                  <a:lnTo>
                    <a:pt x="7356" y="5369"/>
                  </a:lnTo>
                  <a:lnTo>
                    <a:pt x="7405" y="5222"/>
                  </a:lnTo>
                  <a:lnTo>
                    <a:pt x="7454" y="5064"/>
                  </a:lnTo>
                  <a:lnTo>
                    <a:pt x="7494" y="4897"/>
                  </a:lnTo>
                  <a:lnTo>
                    <a:pt x="7523" y="4740"/>
                  </a:lnTo>
                  <a:lnTo>
                    <a:pt x="7543" y="4573"/>
                  </a:lnTo>
                  <a:lnTo>
                    <a:pt x="7553" y="4396"/>
                  </a:lnTo>
                  <a:lnTo>
                    <a:pt x="7553" y="4228"/>
                  </a:lnTo>
                  <a:close/>
                  <a:moveTo>
                    <a:pt x="8507" y="4228"/>
                  </a:moveTo>
                  <a:lnTo>
                    <a:pt x="8507" y="4445"/>
                  </a:lnTo>
                  <a:lnTo>
                    <a:pt x="8487" y="4671"/>
                  </a:lnTo>
                  <a:lnTo>
                    <a:pt x="8457" y="4877"/>
                  </a:lnTo>
                  <a:lnTo>
                    <a:pt x="8418" y="5094"/>
                  </a:lnTo>
                  <a:lnTo>
                    <a:pt x="8379" y="5300"/>
                  </a:lnTo>
                  <a:lnTo>
                    <a:pt x="8320" y="5497"/>
                  </a:lnTo>
                  <a:lnTo>
                    <a:pt x="8251" y="5703"/>
                  </a:lnTo>
                  <a:lnTo>
                    <a:pt x="8172" y="5890"/>
                  </a:lnTo>
                  <a:lnTo>
                    <a:pt x="8084" y="6087"/>
                  </a:lnTo>
                  <a:lnTo>
                    <a:pt x="7995" y="6274"/>
                  </a:lnTo>
                  <a:lnTo>
                    <a:pt x="7887" y="6451"/>
                  </a:lnTo>
                  <a:lnTo>
                    <a:pt x="7779" y="6618"/>
                  </a:lnTo>
                  <a:lnTo>
                    <a:pt x="7661" y="6795"/>
                  </a:lnTo>
                  <a:lnTo>
                    <a:pt x="7533" y="6952"/>
                  </a:lnTo>
                  <a:lnTo>
                    <a:pt x="7395" y="7110"/>
                  </a:lnTo>
                  <a:lnTo>
                    <a:pt x="7258" y="7257"/>
                  </a:lnTo>
                  <a:lnTo>
                    <a:pt x="7100" y="7395"/>
                  </a:lnTo>
                  <a:lnTo>
                    <a:pt x="6953" y="7532"/>
                  </a:lnTo>
                  <a:lnTo>
                    <a:pt x="6786" y="7660"/>
                  </a:lnTo>
                  <a:lnTo>
                    <a:pt x="6618" y="7778"/>
                  </a:lnTo>
                  <a:lnTo>
                    <a:pt x="6441" y="7896"/>
                  </a:lnTo>
                  <a:lnTo>
                    <a:pt x="6264" y="7995"/>
                  </a:lnTo>
                  <a:lnTo>
                    <a:pt x="6078" y="8093"/>
                  </a:lnTo>
                  <a:lnTo>
                    <a:pt x="5891" y="8172"/>
                  </a:lnTo>
                  <a:lnTo>
                    <a:pt x="5694" y="8250"/>
                  </a:lnTo>
                  <a:lnTo>
                    <a:pt x="5497" y="8319"/>
                  </a:lnTo>
                  <a:lnTo>
                    <a:pt x="5291" y="8378"/>
                  </a:lnTo>
                  <a:lnTo>
                    <a:pt x="5084" y="8427"/>
                  </a:lnTo>
                  <a:lnTo>
                    <a:pt x="4878" y="8467"/>
                  </a:lnTo>
                  <a:lnTo>
                    <a:pt x="4662" y="8486"/>
                  </a:lnTo>
                  <a:lnTo>
                    <a:pt x="4445" y="8506"/>
                  </a:lnTo>
                  <a:lnTo>
                    <a:pt x="4229" y="8516"/>
                  </a:lnTo>
                  <a:lnTo>
                    <a:pt x="4229" y="9470"/>
                  </a:lnTo>
                  <a:lnTo>
                    <a:pt x="4494" y="9460"/>
                  </a:lnTo>
                  <a:lnTo>
                    <a:pt x="4760" y="9440"/>
                  </a:lnTo>
                  <a:lnTo>
                    <a:pt x="5025" y="9401"/>
                  </a:lnTo>
                  <a:lnTo>
                    <a:pt x="5281" y="9361"/>
                  </a:lnTo>
                  <a:lnTo>
                    <a:pt x="5537" y="9302"/>
                  </a:lnTo>
                  <a:lnTo>
                    <a:pt x="5783" y="9234"/>
                  </a:lnTo>
                  <a:lnTo>
                    <a:pt x="6019" y="9145"/>
                  </a:lnTo>
                  <a:lnTo>
                    <a:pt x="6264" y="9057"/>
                  </a:lnTo>
                  <a:lnTo>
                    <a:pt x="6491" y="8948"/>
                  </a:lnTo>
                  <a:lnTo>
                    <a:pt x="6717" y="8830"/>
                  </a:lnTo>
                  <a:lnTo>
                    <a:pt x="6933" y="8703"/>
                  </a:lnTo>
                  <a:lnTo>
                    <a:pt x="7150" y="8565"/>
                  </a:lnTo>
                  <a:lnTo>
                    <a:pt x="7356" y="8427"/>
                  </a:lnTo>
                  <a:lnTo>
                    <a:pt x="7553" y="8270"/>
                  </a:lnTo>
                  <a:lnTo>
                    <a:pt x="7740" y="8103"/>
                  </a:lnTo>
                  <a:lnTo>
                    <a:pt x="7926" y="7926"/>
                  </a:lnTo>
                  <a:lnTo>
                    <a:pt x="8103" y="7749"/>
                  </a:lnTo>
                  <a:lnTo>
                    <a:pt x="8261" y="7562"/>
                  </a:lnTo>
                  <a:lnTo>
                    <a:pt x="8418" y="7355"/>
                  </a:lnTo>
                  <a:lnTo>
                    <a:pt x="8566" y="7159"/>
                  </a:lnTo>
                  <a:lnTo>
                    <a:pt x="8703" y="6942"/>
                  </a:lnTo>
                  <a:lnTo>
                    <a:pt x="8831" y="6726"/>
                  </a:lnTo>
                  <a:lnTo>
                    <a:pt x="8939" y="6500"/>
                  </a:lnTo>
                  <a:lnTo>
                    <a:pt x="9047" y="6264"/>
                  </a:lnTo>
                  <a:lnTo>
                    <a:pt x="9146" y="6028"/>
                  </a:lnTo>
                  <a:lnTo>
                    <a:pt x="9224" y="5782"/>
                  </a:lnTo>
                  <a:lnTo>
                    <a:pt x="9293" y="5536"/>
                  </a:lnTo>
                  <a:lnTo>
                    <a:pt x="9352" y="5281"/>
                  </a:lnTo>
                  <a:lnTo>
                    <a:pt x="9401" y="5025"/>
                  </a:lnTo>
                  <a:lnTo>
                    <a:pt x="9431" y="4759"/>
                  </a:lnTo>
                  <a:lnTo>
                    <a:pt x="9451" y="4494"/>
                  </a:lnTo>
                  <a:lnTo>
                    <a:pt x="9460" y="4228"/>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57" name="Google Shape;1657;p104"/>
          <p:cNvGrpSpPr/>
          <p:nvPr/>
        </p:nvGrpSpPr>
        <p:grpSpPr>
          <a:xfrm>
            <a:off x="332200" y="2557075"/>
            <a:ext cx="8479500" cy="746400"/>
            <a:chOff x="332200" y="2557075"/>
            <a:chExt cx="8479500" cy="746400"/>
          </a:xfrm>
        </p:grpSpPr>
        <p:sp>
          <p:nvSpPr>
            <p:cNvPr id="1658" name="Google Shape;1658;p104"/>
            <p:cNvSpPr/>
            <p:nvPr/>
          </p:nvSpPr>
          <p:spPr>
            <a:xfrm>
              <a:off x="332200" y="2557075"/>
              <a:ext cx="8479500" cy="746400"/>
            </a:xfrm>
            <a:prstGeom prst="roundRect">
              <a:avLst>
                <a:gd name="adj" fmla="val 16667"/>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9" name="Google Shape;1659;p104"/>
            <p:cNvSpPr txBox="1"/>
            <p:nvPr/>
          </p:nvSpPr>
          <p:spPr>
            <a:xfrm>
              <a:off x="390869" y="2644435"/>
              <a:ext cx="1686600" cy="554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200" b="1">
                  <a:solidFill>
                    <a:schemeClr val="dk1"/>
                  </a:solidFill>
                  <a:latin typeface="IBM Plex Sans"/>
                  <a:ea typeface="IBM Plex Sans"/>
                  <a:cs typeface="IBM Plex Sans"/>
                  <a:sym typeface="IBM Plex Sans"/>
                </a:rPr>
                <a:t>Process</a:t>
              </a:r>
              <a:endParaRPr sz="1200" b="1">
                <a:solidFill>
                  <a:schemeClr val="dk1"/>
                </a:solidFill>
                <a:latin typeface="IBM Plex Sans"/>
                <a:ea typeface="IBM Plex Sans"/>
                <a:cs typeface="IBM Plex Sans"/>
                <a:sym typeface="IBM Plex Sans"/>
              </a:endParaRPr>
            </a:p>
            <a:p>
              <a:pPr marL="0" lvl="0" indent="0" algn="l" rtl="0">
                <a:spcBef>
                  <a:spcPts val="0"/>
                </a:spcBef>
                <a:spcAft>
                  <a:spcPts val="0"/>
                </a:spcAft>
                <a:buNone/>
              </a:pPr>
              <a:r>
                <a:rPr lang="en" sz="1200" b="1">
                  <a:solidFill>
                    <a:schemeClr val="dk1"/>
                  </a:solidFill>
                  <a:latin typeface="IBM Plex Sans"/>
                  <a:ea typeface="IBM Plex Sans"/>
                  <a:cs typeface="IBM Plex Sans"/>
                  <a:sym typeface="IBM Plex Sans"/>
                </a:rPr>
                <a:t>Orchestration</a:t>
              </a:r>
              <a:endParaRPr sz="1200" b="1">
                <a:solidFill>
                  <a:schemeClr val="dk1"/>
                </a:solidFill>
                <a:latin typeface="IBM Plex Sans"/>
                <a:ea typeface="IBM Plex Sans"/>
                <a:cs typeface="IBM Plex Sans"/>
                <a:sym typeface="IBM Plex Sans"/>
              </a:endParaRPr>
            </a:p>
          </p:txBody>
        </p:sp>
        <p:cxnSp>
          <p:nvCxnSpPr>
            <p:cNvPr id="1660" name="Google Shape;1660;p104"/>
            <p:cNvCxnSpPr>
              <a:endCxn id="1659" idx="3"/>
            </p:cNvCxnSpPr>
            <p:nvPr/>
          </p:nvCxnSpPr>
          <p:spPr>
            <a:xfrm>
              <a:off x="1716869" y="2921485"/>
              <a:ext cx="360600" cy="0"/>
            </a:xfrm>
            <a:prstGeom prst="straightConnector1">
              <a:avLst/>
            </a:prstGeom>
            <a:noFill/>
            <a:ln w="19050" cap="flat" cmpd="sng">
              <a:solidFill>
                <a:schemeClr val="accent1"/>
              </a:solidFill>
              <a:prstDash val="solid"/>
              <a:round/>
              <a:headEnd type="none" w="med" len="med"/>
              <a:tailEnd type="none" w="med" len="med"/>
            </a:ln>
          </p:spPr>
        </p:cxnSp>
        <p:cxnSp>
          <p:nvCxnSpPr>
            <p:cNvPr id="1661" name="Google Shape;1661;p104"/>
            <p:cNvCxnSpPr/>
            <p:nvPr/>
          </p:nvCxnSpPr>
          <p:spPr>
            <a:xfrm>
              <a:off x="2640869" y="2916385"/>
              <a:ext cx="508800" cy="0"/>
            </a:xfrm>
            <a:prstGeom prst="straightConnector1">
              <a:avLst/>
            </a:prstGeom>
            <a:noFill/>
            <a:ln w="19050" cap="flat" cmpd="sng">
              <a:solidFill>
                <a:schemeClr val="accent1"/>
              </a:solidFill>
              <a:prstDash val="solid"/>
              <a:round/>
              <a:headEnd type="none" w="med" len="med"/>
              <a:tailEnd type="none" w="med" len="med"/>
            </a:ln>
          </p:spPr>
        </p:cxnSp>
        <p:cxnSp>
          <p:nvCxnSpPr>
            <p:cNvPr id="1662" name="Google Shape;1662;p104"/>
            <p:cNvCxnSpPr/>
            <p:nvPr/>
          </p:nvCxnSpPr>
          <p:spPr>
            <a:xfrm>
              <a:off x="3672950" y="2916385"/>
              <a:ext cx="508800" cy="0"/>
            </a:xfrm>
            <a:prstGeom prst="straightConnector1">
              <a:avLst/>
            </a:prstGeom>
            <a:noFill/>
            <a:ln w="19050" cap="flat" cmpd="sng">
              <a:solidFill>
                <a:schemeClr val="accent1"/>
              </a:solidFill>
              <a:prstDash val="solid"/>
              <a:round/>
              <a:headEnd type="none" w="med" len="med"/>
              <a:tailEnd type="none" w="med" len="med"/>
            </a:ln>
          </p:spPr>
        </p:cxnSp>
        <p:cxnSp>
          <p:nvCxnSpPr>
            <p:cNvPr id="1663" name="Google Shape;1663;p104"/>
            <p:cNvCxnSpPr/>
            <p:nvPr/>
          </p:nvCxnSpPr>
          <p:spPr>
            <a:xfrm>
              <a:off x="4602230" y="2916385"/>
              <a:ext cx="508800" cy="0"/>
            </a:xfrm>
            <a:prstGeom prst="straightConnector1">
              <a:avLst/>
            </a:prstGeom>
            <a:noFill/>
            <a:ln w="19050" cap="flat" cmpd="sng">
              <a:solidFill>
                <a:schemeClr val="accent1"/>
              </a:solidFill>
              <a:prstDash val="solid"/>
              <a:round/>
              <a:headEnd type="none" w="med" len="med"/>
              <a:tailEnd type="none" w="med" len="med"/>
            </a:ln>
          </p:spPr>
        </p:cxnSp>
        <p:cxnSp>
          <p:nvCxnSpPr>
            <p:cNvPr id="1664" name="Google Shape;1664;p104"/>
            <p:cNvCxnSpPr/>
            <p:nvPr/>
          </p:nvCxnSpPr>
          <p:spPr>
            <a:xfrm>
              <a:off x="5592830" y="2916385"/>
              <a:ext cx="508800" cy="0"/>
            </a:xfrm>
            <a:prstGeom prst="straightConnector1">
              <a:avLst/>
            </a:prstGeom>
            <a:noFill/>
            <a:ln w="19050" cap="flat" cmpd="sng">
              <a:solidFill>
                <a:schemeClr val="accent1"/>
              </a:solidFill>
              <a:prstDash val="solid"/>
              <a:round/>
              <a:headEnd type="none" w="med" len="med"/>
              <a:tailEnd type="none" w="med" len="med"/>
            </a:ln>
          </p:spPr>
        </p:cxnSp>
        <p:cxnSp>
          <p:nvCxnSpPr>
            <p:cNvPr id="1665" name="Google Shape;1665;p104"/>
            <p:cNvCxnSpPr/>
            <p:nvPr/>
          </p:nvCxnSpPr>
          <p:spPr>
            <a:xfrm>
              <a:off x="6583430" y="2916385"/>
              <a:ext cx="508800" cy="0"/>
            </a:xfrm>
            <a:prstGeom prst="straightConnector1">
              <a:avLst/>
            </a:prstGeom>
            <a:noFill/>
            <a:ln w="19050" cap="flat" cmpd="sng">
              <a:solidFill>
                <a:schemeClr val="accent1"/>
              </a:solidFill>
              <a:prstDash val="solid"/>
              <a:round/>
              <a:headEnd type="none" w="med" len="med"/>
              <a:tailEnd type="none" w="med" len="med"/>
            </a:ln>
          </p:spPr>
        </p:cxnSp>
        <p:cxnSp>
          <p:nvCxnSpPr>
            <p:cNvPr id="1666" name="Google Shape;1666;p104"/>
            <p:cNvCxnSpPr/>
            <p:nvPr/>
          </p:nvCxnSpPr>
          <p:spPr>
            <a:xfrm>
              <a:off x="7549230" y="2916385"/>
              <a:ext cx="508800" cy="0"/>
            </a:xfrm>
            <a:prstGeom prst="straightConnector1">
              <a:avLst/>
            </a:prstGeom>
            <a:noFill/>
            <a:ln w="19050" cap="flat" cmpd="sng">
              <a:solidFill>
                <a:schemeClr val="accent1"/>
              </a:solidFill>
              <a:prstDash val="solid"/>
              <a:round/>
              <a:headEnd type="none" w="med" len="med"/>
              <a:tailEnd type="none" w="med" len="med"/>
            </a:ln>
          </p:spPr>
        </p:cxn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671"/>
        <p:cNvGrpSpPr/>
        <p:nvPr/>
      </p:nvGrpSpPr>
      <p:grpSpPr>
        <a:xfrm>
          <a:off x="0" y="0"/>
          <a:ext cx="0" cy="0"/>
          <a:chOff x="0" y="0"/>
          <a:chExt cx="0" cy="0"/>
        </a:xfrm>
      </p:grpSpPr>
      <p:sp>
        <p:nvSpPr>
          <p:cNvPr id="1672" name="Google Shape;1672;p105"/>
          <p:cNvSpPr txBox="1"/>
          <p:nvPr/>
        </p:nvSpPr>
        <p:spPr>
          <a:xfrm>
            <a:off x="3460475" y="1248950"/>
            <a:ext cx="5159700" cy="2403600"/>
          </a:xfrm>
          <a:prstGeom prst="rect">
            <a:avLst/>
          </a:prstGeom>
          <a:noFill/>
          <a:ln>
            <a:noFill/>
          </a:ln>
        </p:spPr>
        <p:txBody>
          <a:bodyPr spcFirstLastPara="1" wrap="square" lIns="91425" tIns="91425" rIns="91425" bIns="91425" anchor="t" anchorCtr="0">
            <a:spAutoFit/>
          </a:bodyPr>
          <a:lstStyle/>
          <a:p>
            <a:pPr marL="457200" lvl="0" indent="-336550" algn="l" rtl="0">
              <a:lnSpc>
                <a:spcPct val="90000"/>
              </a:lnSpc>
              <a:spcBef>
                <a:spcPts val="0"/>
              </a:spcBef>
              <a:spcAft>
                <a:spcPts val="0"/>
              </a:spcAft>
              <a:buClr>
                <a:schemeClr val="accent1"/>
              </a:buClr>
              <a:buSzPts val="1700"/>
              <a:buChar char="●"/>
            </a:pPr>
            <a:r>
              <a:rPr lang="en" sz="2000">
                <a:solidFill>
                  <a:schemeClr val="dk1"/>
                </a:solidFill>
              </a:rPr>
              <a:t>BPMN</a:t>
            </a:r>
            <a:endParaRPr sz="2000">
              <a:solidFill>
                <a:schemeClr val="dk1"/>
              </a:solidFill>
            </a:endParaRPr>
          </a:p>
          <a:p>
            <a:pPr marL="457200" lvl="0" indent="-336550" algn="l" rtl="0">
              <a:lnSpc>
                <a:spcPct val="90000"/>
              </a:lnSpc>
              <a:spcBef>
                <a:spcPts val="0"/>
              </a:spcBef>
              <a:spcAft>
                <a:spcPts val="0"/>
              </a:spcAft>
              <a:buClr>
                <a:schemeClr val="accent1"/>
              </a:buClr>
              <a:buSzPts val="1700"/>
              <a:buChar char="●"/>
            </a:pPr>
            <a:r>
              <a:rPr lang="en" sz="2000">
                <a:solidFill>
                  <a:schemeClr val="dk1"/>
                </a:solidFill>
              </a:rPr>
              <a:t>DMN</a:t>
            </a:r>
            <a:endParaRPr sz="2000">
              <a:solidFill>
                <a:schemeClr val="dk1"/>
              </a:solidFill>
            </a:endParaRPr>
          </a:p>
          <a:p>
            <a:pPr marL="457200" lvl="0" indent="0" algn="l" rtl="0">
              <a:lnSpc>
                <a:spcPct val="90000"/>
              </a:lnSpc>
              <a:spcBef>
                <a:spcPts val="500"/>
              </a:spcBef>
              <a:spcAft>
                <a:spcPts val="500"/>
              </a:spcAft>
              <a:buNone/>
            </a:pPr>
            <a:r>
              <a:rPr lang="en" sz="2000">
                <a:solidFill>
                  <a:schemeClr val="dk1"/>
                </a:solidFill>
              </a:rPr>
              <a:t>Standards to more effectively collaborate across process design and rules management with built-in process execution, operational management, and continuous improvement </a:t>
            </a:r>
            <a:endParaRPr sz="2000"/>
          </a:p>
        </p:txBody>
      </p:sp>
      <p:sp>
        <p:nvSpPr>
          <p:cNvPr id="1673" name="Google Shape;1673;p105"/>
          <p:cNvSpPr txBox="1"/>
          <p:nvPr/>
        </p:nvSpPr>
        <p:spPr>
          <a:xfrm>
            <a:off x="488675" y="1248950"/>
            <a:ext cx="3000000" cy="492600"/>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0"/>
              </a:spcBef>
              <a:spcAft>
                <a:spcPts val="500"/>
              </a:spcAft>
              <a:buNone/>
            </a:pPr>
            <a:r>
              <a:rPr lang="en" sz="2000" b="1">
                <a:solidFill>
                  <a:schemeClr val="dk1"/>
                </a:solidFill>
              </a:rPr>
              <a:t>Standards-Based</a:t>
            </a:r>
            <a:endParaRPr sz="2000"/>
          </a:p>
        </p:txBody>
      </p:sp>
      <p:sp>
        <p:nvSpPr>
          <p:cNvPr id="1674" name="Google Shape;1674;p105"/>
          <p:cNvSpPr txBox="1">
            <a:spLocks noGrp="1"/>
          </p:cNvSpPr>
          <p:nvPr>
            <p:ph type="title"/>
          </p:nvPr>
        </p:nvSpPr>
        <p:spPr>
          <a:xfrm>
            <a:off x="371475" y="257176"/>
            <a:ext cx="8400900" cy="5490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en"/>
              <a:t>Market Positioning</a:t>
            </a:r>
            <a:endParaRPr/>
          </a:p>
        </p:txBody>
      </p:sp>
      <p:pic>
        <p:nvPicPr>
          <p:cNvPr id="1675" name="Google Shape;1675;p105"/>
          <p:cNvPicPr preferRelativeResize="0"/>
          <p:nvPr/>
        </p:nvPicPr>
        <p:blipFill>
          <a:blip r:embed="rId3">
            <a:alphaModFix/>
          </a:blip>
          <a:stretch>
            <a:fillRect/>
          </a:stretch>
        </p:blipFill>
        <p:spPr>
          <a:xfrm>
            <a:off x="6083586" y="3823071"/>
            <a:ext cx="1831091" cy="678779"/>
          </a:xfrm>
          <a:prstGeom prst="rect">
            <a:avLst/>
          </a:prstGeom>
          <a:noFill/>
          <a:ln>
            <a:noFill/>
          </a:ln>
        </p:spPr>
      </p:pic>
      <p:pic>
        <p:nvPicPr>
          <p:cNvPr id="1676" name="Google Shape;1676;p105"/>
          <p:cNvPicPr preferRelativeResize="0"/>
          <p:nvPr/>
        </p:nvPicPr>
        <p:blipFill>
          <a:blip r:embed="rId4">
            <a:alphaModFix/>
          </a:blip>
          <a:stretch>
            <a:fillRect/>
          </a:stretch>
        </p:blipFill>
        <p:spPr>
          <a:xfrm>
            <a:off x="4029977" y="3720325"/>
            <a:ext cx="1803245" cy="85772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681"/>
        <p:cNvGrpSpPr/>
        <p:nvPr/>
      </p:nvGrpSpPr>
      <p:grpSpPr>
        <a:xfrm>
          <a:off x="0" y="0"/>
          <a:ext cx="0" cy="0"/>
          <a:chOff x="0" y="0"/>
          <a:chExt cx="0" cy="0"/>
        </a:xfrm>
      </p:grpSpPr>
      <p:sp>
        <p:nvSpPr>
          <p:cNvPr id="1682" name="Google Shape;1682;p106"/>
          <p:cNvSpPr txBox="1"/>
          <p:nvPr/>
        </p:nvSpPr>
        <p:spPr>
          <a:xfrm>
            <a:off x="3460475" y="1248950"/>
            <a:ext cx="4939200" cy="3321600"/>
          </a:xfrm>
          <a:prstGeom prst="rect">
            <a:avLst/>
          </a:prstGeom>
          <a:noFill/>
          <a:ln>
            <a:noFill/>
          </a:ln>
        </p:spPr>
        <p:txBody>
          <a:bodyPr spcFirstLastPara="1" wrap="square" lIns="91425" tIns="91425" rIns="91425" bIns="91425" anchor="t" anchorCtr="0">
            <a:spAutoFit/>
          </a:bodyPr>
          <a:lstStyle/>
          <a:p>
            <a:pPr marL="457200" lvl="0" indent="-323850" algn="l" rtl="0">
              <a:lnSpc>
                <a:spcPct val="115000"/>
              </a:lnSpc>
              <a:spcBef>
                <a:spcPts val="1200"/>
              </a:spcBef>
              <a:spcAft>
                <a:spcPts val="0"/>
              </a:spcAft>
              <a:buClr>
                <a:schemeClr val="accent1"/>
              </a:buClr>
              <a:buSzPts val="1500"/>
              <a:buChar char="●"/>
            </a:pPr>
            <a:r>
              <a:rPr lang="en" sz="1900">
                <a:solidFill>
                  <a:schemeClr val="dk1"/>
                </a:solidFill>
              </a:rPr>
              <a:t>Standard-based process and decision modeling </a:t>
            </a:r>
            <a:endParaRPr sz="1900">
              <a:solidFill>
                <a:schemeClr val="dk1"/>
              </a:solidFill>
            </a:endParaRPr>
          </a:p>
          <a:p>
            <a:pPr marL="457200" lvl="0" indent="-323850" algn="l" rtl="0">
              <a:lnSpc>
                <a:spcPct val="115000"/>
              </a:lnSpc>
              <a:spcBef>
                <a:spcPts val="0"/>
              </a:spcBef>
              <a:spcAft>
                <a:spcPts val="0"/>
              </a:spcAft>
              <a:buClr>
                <a:schemeClr val="accent1"/>
              </a:buClr>
              <a:buSzPts val="1500"/>
              <a:buChar char="●"/>
            </a:pPr>
            <a:r>
              <a:rPr lang="en" sz="1900">
                <a:solidFill>
                  <a:schemeClr val="dk1"/>
                </a:solidFill>
              </a:rPr>
              <a:t>Lightweight engine (Headless)</a:t>
            </a:r>
            <a:endParaRPr sz="1900">
              <a:solidFill>
                <a:schemeClr val="dk1"/>
              </a:solidFill>
            </a:endParaRPr>
          </a:p>
          <a:p>
            <a:pPr marL="457200" lvl="0" indent="-323850" algn="l" rtl="0">
              <a:lnSpc>
                <a:spcPct val="115000"/>
              </a:lnSpc>
              <a:spcBef>
                <a:spcPts val="0"/>
              </a:spcBef>
              <a:spcAft>
                <a:spcPts val="0"/>
              </a:spcAft>
              <a:buClr>
                <a:schemeClr val="accent1"/>
              </a:buClr>
              <a:buSzPts val="1500"/>
              <a:buChar char="●"/>
            </a:pPr>
            <a:r>
              <a:rPr lang="en" sz="1900">
                <a:solidFill>
                  <a:schemeClr val="dk1"/>
                </a:solidFill>
              </a:rPr>
              <a:t>Open architecture</a:t>
            </a:r>
            <a:endParaRPr sz="1900">
              <a:solidFill>
                <a:schemeClr val="dk1"/>
              </a:solidFill>
            </a:endParaRPr>
          </a:p>
          <a:p>
            <a:pPr marL="457200" lvl="0" indent="-323850" algn="l" rtl="0">
              <a:lnSpc>
                <a:spcPct val="115000"/>
              </a:lnSpc>
              <a:spcBef>
                <a:spcPts val="0"/>
              </a:spcBef>
              <a:spcAft>
                <a:spcPts val="0"/>
              </a:spcAft>
              <a:buClr>
                <a:schemeClr val="accent1"/>
              </a:buClr>
              <a:buSzPts val="1500"/>
              <a:buChar char="●"/>
            </a:pPr>
            <a:r>
              <a:rPr lang="en" sz="1900">
                <a:solidFill>
                  <a:schemeClr val="dk1"/>
                </a:solidFill>
              </a:rPr>
              <a:t>APIs &amp; Connectors</a:t>
            </a:r>
            <a:endParaRPr sz="1900">
              <a:solidFill>
                <a:schemeClr val="dk1"/>
              </a:solidFill>
            </a:endParaRPr>
          </a:p>
          <a:p>
            <a:pPr marL="457200" lvl="0" indent="0" algn="l" rtl="0">
              <a:lnSpc>
                <a:spcPct val="115000"/>
              </a:lnSpc>
              <a:spcBef>
                <a:spcPts val="1200"/>
              </a:spcBef>
              <a:spcAft>
                <a:spcPts val="1200"/>
              </a:spcAft>
              <a:buNone/>
            </a:pPr>
            <a:r>
              <a:rPr lang="en" sz="1900">
                <a:solidFill>
                  <a:schemeClr val="dk1"/>
                </a:solidFill>
              </a:rPr>
              <a:t>Combined with preferred tools (e.g., Docker, OpenShift, Kubernetes, Kafka) and development frameworks without disrupting existing CI/CD</a:t>
            </a:r>
            <a:endParaRPr sz="1900">
              <a:solidFill>
                <a:schemeClr val="dk1"/>
              </a:solidFill>
            </a:endParaRPr>
          </a:p>
        </p:txBody>
      </p:sp>
      <p:sp>
        <p:nvSpPr>
          <p:cNvPr id="1683" name="Google Shape;1683;p106"/>
          <p:cNvSpPr txBox="1"/>
          <p:nvPr/>
        </p:nvSpPr>
        <p:spPr>
          <a:xfrm>
            <a:off x="488675" y="1248950"/>
            <a:ext cx="3000000" cy="492600"/>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0"/>
              </a:spcBef>
              <a:spcAft>
                <a:spcPts val="500"/>
              </a:spcAft>
              <a:buNone/>
            </a:pPr>
            <a:r>
              <a:rPr lang="en" sz="2000" b="1">
                <a:solidFill>
                  <a:schemeClr val="dk1"/>
                </a:solidFill>
              </a:rPr>
              <a:t>Developer-Friendly</a:t>
            </a:r>
            <a:endParaRPr sz="2000"/>
          </a:p>
        </p:txBody>
      </p:sp>
      <p:sp>
        <p:nvSpPr>
          <p:cNvPr id="1684" name="Google Shape;1684;p106"/>
          <p:cNvSpPr txBox="1">
            <a:spLocks noGrp="1"/>
          </p:cNvSpPr>
          <p:nvPr>
            <p:ph type="title"/>
          </p:nvPr>
        </p:nvSpPr>
        <p:spPr>
          <a:xfrm>
            <a:off x="371475" y="257176"/>
            <a:ext cx="8400900" cy="5490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en"/>
              <a:t>Market Positioning</a:t>
            </a: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689"/>
        <p:cNvGrpSpPr/>
        <p:nvPr/>
      </p:nvGrpSpPr>
      <p:grpSpPr>
        <a:xfrm>
          <a:off x="0" y="0"/>
          <a:ext cx="0" cy="0"/>
          <a:chOff x="0" y="0"/>
          <a:chExt cx="0" cy="0"/>
        </a:xfrm>
      </p:grpSpPr>
      <p:sp>
        <p:nvSpPr>
          <p:cNvPr id="1690" name="Google Shape;1690;p107"/>
          <p:cNvSpPr txBox="1"/>
          <p:nvPr/>
        </p:nvSpPr>
        <p:spPr>
          <a:xfrm>
            <a:off x="3460475" y="1248950"/>
            <a:ext cx="4494300" cy="3195300"/>
          </a:xfrm>
          <a:prstGeom prst="rect">
            <a:avLst/>
          </a:prstGeom>
          <a:noFill/>
          <a:ln>
            <a:noFill/>
          </a:ln>
        </p:spPr>
        <p:txBody>
          <a:bodyPr spcFirstLastPara="1" wrap="square" lIns="91425" tIns="91425" rIns="91425" bIns="91425" anchor="t" anchorCtr="0">
            <a:spAutoFit/>
          </a:bodyPr>
          <a:lstStyle/>
          <a:p>
            <a:pPr marL="457200" lvl="0" indent="-330200" algn="l" rtl="0">
              <a:lnSpc>
                <a:spcPct val="115000"/>
              </a:lnSpc>
              <a:spcBef>
                <a:spcPts val="1200"/>
              </a:spcBef>
              <a:spcAft>
                <a:spcPts val="0"/>
              </a:spcAft>
              <a:buClr>
                <a:schemeClr val="accent1"/>
              </a:buClr>
              <a:buSzPts val="1600"/>
              <a:buChar char="●"/>
            </a:pPr>
            <a:r>
              <a:rPr lang="en" sz="1600">
                <a:solidFill>
                  <a:schemeClr val="dk1"/>
                </a:solidFill>
              </a:rPr>
              <a:t>Loosely coupled components easily integrated with any technical architecture or framework</a:t>
            </a:r>
            <a:endParaRPr sz="1600">
              <a:solidFill>
                <a:schemeClr val="dk1"/>
              </a:solidFill>
            </a:endParaRPr>
          </a:p>
          <a:p>
            <a:pPr marL="457200" lvl="0" indent="-330200" algn="l" rtl="0">
              <a:lnSpc>
                <a:spcPct val="115000"/>
              </a:lnSpc>
              <a:spcBef>
                <a:spcPts val="0"/>
              </a:spcBef>
              <a:spcAft>
                <a:spcPts val="0"/>
              </a:spcAft>
              <a:buClr>
                <a:schemeClr val="accent1"/>
              </a:buClr>
              <a:buSzPts val="1600"/>
              <a:buChar char="●"/>
            </a:pPr>
            <a:r>
              <a:rPr lang="en" sz="1600">
                <a:solidFill>
                  <a:schemeClr val="dk1"/>
                </a:solidFill>
              </a:rPr>
              <a:t>Invocation for components, services, activities, functions</a:t>
            </a:r>
            <a:endParaRPr sz="1600">
              <a:solidFill>
                <a:schemeClr val="dk1"/>
              </a:solidFill>
            </a:endParaRPr>
          </a:p>
          <a:p>
            <a:pPr marL="457200" lvl="0" indent="-330200" algn="l" rtl="0">
              <a:lnSpc>
                <a:spcPct val="115000"/>
              </a:lnSpc>
              <a:spcBef>
                <a:spcPts val="0"/>
              </a:spcBef>
              <a:spcAft>
                <a:spcPts val="0"/>
              </a:spcAft>
              <a:buClr>
                <a:schemeClr val="accent1"/>
              </a:buClr>
              <a:buSzPts val="1600"/>
              <a:buChar char="●"/>
            </a:pPr>
            <a:r>
              <a:rPr lang="en" sz="1600">
                <a:solidFill>
                  <a:schemeClr val="dk1"/>
                </a:solidFill>
              </a:rPr>
              <a:t>Synchronous and Asynchronous sequences across all endpoints</a:t>
            </a:r>
            <a:endParaRPr sz="1600">
              <a:solidFill>
                <a:schemeClr val="dk1"/>
              </a:solidFill>
            </a:endParaRPr>
          </a:p>
          <a:p>
            <a:pPr marL="457200" lvl="0" indent="-330200" algn="l" rtl="0">
              <a:lnSpc>
                <a:spcPct val="115000"/>
              </a:lnSpc>
              <a:spcBef>
                <a:spcPts val="0"/>
              </a:spcBef>
              <a:spcAft>
                <a:spcPts val="0"/>
              </a:spcAft>
              <a:buClr>
                <a:schemeClr val="accent1"/>
              </a:buClr>
              <a:buSzPts val="1600"/>
              <a:buChar char="●"/>
            </a:pPr>
            <a:r>
              <a:rPr lang="en" sz="1600">
                <a:solidFill>
                  <a:schemeClr val="dk1"/>
                </a:solidFill>
              </a:rPr>
              <a:t>Private cloud, public cloud, and on-premise deployments</a:t>
            </a:r>
            <a:endParaRPr sz="1600">
              <a:solidFill>
                <a:schemeClr val="dk1"/>
              </a:solidFill>
            </a:endParaRPr>
          </a:p>
          <a:p>
            <a:pPr marL="457200" lvl="0" indent="0" algn="l" rtl="0">
              <a:lnSpc>
                <a:spcPct val="115000"/>
              </a:lnSpc>
              <a:spcBef>
                <a:spcPts val="1200"/>
              </a:spcBef>
              <a:spcAft>
                <a:spcPts val="1200"/>
              </a:spcAft>
              <a:buNone/>
            </a:pPr>
            <a:endParaRPr sz="2000">
              <a:solidFill>
                <a:schemeClr val="dk1"/>
              </a:solidFill>
            </a:endParaRPr>
          </a:p>
        </p:txBody>
      </p:sp>
      <p:sp>
        <p:nvSpPr>
          <p:cNvPr id="1691" name="Google Shape;1691;p107"/>
          <p:cNvSpPr txBox="1"/>
          <p:nvPr/>
        </p:nvSpPr>
        <p:spPr>
          <a:xfrm>
            <a:off x="488675" y="1248950"/>
            <a:ext cx="3000000" cy="492600"/>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0"/>
              </a:spcBef>
              <a:spcAft>
                <a:spcPts val="500"/>
              </a:spcAft>
              <a:buNone/>
            </a:pPr>
            <a:r>
              <a:rPr lang="en" sz="2000" b="1">
                <a:solidFill>
                  <a:schemeClr val="dk1"/>
                </a:solidFill>
              </a:rPr>
              <a:t>Flexibly-Deployed </a:t>
            </a:r>
            <a:endParaRPr sz="2000"/>
          </a:p>
        </p:txBody>
      </p:sp>
      <p:sp>
        <p:nvSpPr>
          <p:cNvPr id="1692" name="Google Shape;1692;p107"/>
          <p:cNvSpPr txBox="1">
            <a:spLocks noGrp="1"/>
          </p:cNvSpPr>
          <p:nvPr>
            <p:ph type="title"/>
          </p:nvPr>
        </p:nvSpPr>
        <p:spPr>
          <a:xfrm>
            <a:off x="371475" y="257176"/>
            <a:ext cx="8400900" cy="5490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en"/>
              <a:t>Market Positioning</a:t>
            </a: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697"/>
        <p:cNvGrpSpPr/>
        <p:nvPr/>
      </p:nvGrpSpPr>
      <p:grpSpPr>
        <a:xfrm>
          <a:off x="0" y="0"/>
          <a:ext cx="0" cy="0"/>
          <a:chOff x="0" y="0"/>
          <a:chExt cx="0" cy="0"/>
        </a:xfrm>
      </p:grpSpPr>
      <p:sp>
        <p:nvSpPr>
          <p:cNvPr id="1698" name="Google Shape;1698;p108"/>
          <p:cNvSpPr txBox="1"/>
          <p:nvPr/>
        </p:nvSpPr>
        <p:spPr>
          <a:xfrm>
            <a:off x="3460475" y="1172750"/>
            <a:ext cx="4494300" cy="1212900"/>
          </a:xfrm>
          <a:prstGeom prst="rect">
            <a:avLst/>
          </a:prstGeom>
          <a:noFill/>
          <a:ln>
            <a:noFill/>
          </a:ln>
        </p:spPr>
        <p:txBody>
          <a:bodyPr spcFirstLastPara="1" wrap="square" lIns="91425" tIns="91425" rIns="91425" bIns="91425" anchor="t" anchorCtr="0">
            <a:spAutoFit/>
          </a:bodyPr>
          <a:lstStyle/>
          <a:p>
            <a:pPr marL="457200" lvl="0" indent="-330200" algn="l" rtl="0">
              <a:lnSpc>
                <a:spcPct val="115000"/>
              </a:lnSpc>
              <a:spcBef>
                <a:spcPts val="1200"/>
              </a:spcBef>
              <a:spcAft>
                <a:spcPts val="0"/>
              </a:spcAft>
              <a:buClr>
                <a:schemeClr val="accent1"/>
              </a:buClr>
              <a:buSzPts val="1600"/>
              <a:buChar char="●"/>
            </a:pPr>
            <a:r>
              <a:rPr lang="en" sz="1600">
                <a:solidFill>
                  <a:schemeClr val="dk1"/>
                </a:solidFill>
              </a:rPr>
              <a:t>Executes 100s transactions/second</a:t>
            </a:r>
            <a:endParaRPr sz="1600">
              <a:solidFill>
                <a:schemeClr val="dk1"/>
              </a:solidFill>
            </a:endParaRPr>
          </a:p>
          <a:p>
            <a:pPr marL="457200" lvl="0" indent="-330200" algn="l" rtl="0">
              <a:lnSpc>
                <a:spcPct val="115000"/>
              </a:lnSpc>
              <a:spcBef>
                <a:spcPts val="0"/>
              </a:spcBef>
              <a:spcAft>
                <a:spcPts val="0"/>
              </a:spcAft>
              <a:buClr>
                <a:schemeClr val="accent1"/>
              </a:buClr>
              <a:buSzPts val="1600"/>
              <a:buChar char="●"/>
            </a:pPr>
            <a:r>
              <a:rPr lang="en" sz="1600">
                <a:solidFill>
                  <a:schemeClr val="dk1"/>
                </a:solidFill>
              </a:rPr>
              <a:t>Scale infinitely with Camunda 8</a:t>
            </a:r>
            <a:endParaRPr sz="1600">
              <a:solidFill>
                <a:schemeClr val="dk1"/>
              </a:solidFill>
            </a:endParaRPr>
          </a:p>
          <a:p>
            <a:pPr marL="457200" lvl="0" indent="0" algn="l" rtl="0">
              <a:lnSpc>
                <a:spcPct val="115000"/>
              </a:lnSpc>
              <a:spcBef>
                <a:spcPts val="1200"/>
              </a:spcBef>
              <a:spcAft>
                <a:spcPts val="1200"/>
              </a:spcAft>
              <a:buNone/>
            </a:pPr>
            <a:endParaRPr sz="2000">
              <a:solidFill>
                <a:schemeClr val="dk1"/>
              </a:solidFill>
            </a:endParaRPr>
          </a:p>
        </p:txBody>
      </p:sp>
      <p:sp>
        <p:nvSpPr>
          <p:cNvPr id="1699" name="Google Shape;1699;p108"/>
          <p:cNvSpPr txBox="1">
            <a:spLocks noGrp="1"/>
          </p:cNvSpPr>
          <p:nvPr>
            <p:ph type="title"/>
          </p:nvPr>
        </p:nvSpPr>
        <p:spPr>
          <a:xfrm>
            <a:off x="371475" y="257176"/>
            <a:ext cx="8400900" cy="5490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en"/>
              <a:t>Market Positioning</a:t>
            </a:r>
            <a:endParaRPr/>
          </a:p>
        </p:txBody>
      </p:sp>
      <p:pic>
        <p:nvPicPr>
          <p:cNvPr id="1700" name="Google Shape;1700;p108"/>
          <p:cNvPicPr preferRelativeResize="0"/>
          <p:nvPr/>
        </p:nvPicPr>
        <p:blipFill rotWithShape="1">
          <a:blip r:embed="rId3">
            <a:alphaModFix/>
          </a:blip>
          <a:srcRect l="768" r="768"/>
          <a:stretch/>
        </p:blipFill>
        <p:spPr>
          <a:xfrm>
            <a:off x="3838925" y="2059350"/>
            <a:ext cx="3421650" cy="2640550"/>
          </a:xfrm>
          <a:prstGeom prst="rect">
            <a:avLst/>
          </a:prstGeom>
          <a:noFill/>
          <a:ln>
            <a:noFill/>
          </a:ln>
        </p:spPr>
      </p:pic>
      <p:sp>
        <p:nvSpPr>
          <p:cNvPr id="1701" name="Google Shape;1701;p108"/>
          <p:cNvSpPr txBox="1"/>
          <p:nvPr/>
        </p:nvSpPr>
        <p:spPr>
          <a:xfrm>
            <a:off x="488675" y="1248950"/>
            <a:ext cx="3000000" cy="492600"/>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0"/>
              </a:spcBef>
              <a:spcAft>
                <a:spcPts val="500"/>
              </a:spcAft>
              <a:buNone/>
            </a:pPr>
            <a:r>
              <a:rPr lang="en" sz="2000" b="1">
                <a:solidFill>
                  <a:schemeClr val="dk1"/>
                </a:solidFill>
              </a:rPr>
              <a:t>Massively Scalable</a:t>
            </a:r>
            <a:endParaRPr sz="2000" b="1">
              <a:solidFill>
                <a:schemeClr val="dk1"/>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729"/>
        <p:cNvGrpSpPr/>
        <p:nvPr/>
      </p:nvGrpSpPr>
      <p:grpSpPr>
        <a:xfrm>
          <a:off x="0" y="0"/>
          <a:ext cx="0" cy="0"/>
          <a:chOff x="0" y="0"/>
          <a:chExt cx="0" cy="0"/>
        </a:xfrm>
      </p:grpSpPr>
      <p:sp>
        <p:nvSpPr>
          <p:cNvPr id="1730" name="Google Shape;1730;p111"/>
          <p:cNvSpPr txBox="1">
            <a:spLocks noGrp="1"/>
          </p:cNvSpPr>
          <p:nvPr>
            <p:ph type="title"/>
          </p:nvPr>
        </p:nvSpPr>
        <p:spPr>
          <a:xfrm>
            <a:off x="371475" y="257176"/>
            <a:ext cx="8400900" cy="5490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en"/>
              <a:t>Platform Focus</a:t>
            </a:r>
            <a:endParaRPr/>
          </a:p>
        </p:txBody>
      </p:sp>
      <p:graphicFrame>
        <p:nvGraphicFramePr>
          <p:cNvPr id="1731" name="Google Shape;1731;p111"/>
          <p:cNvGraphicFramePr/>
          <p:nvPr>
            <p:extLst>
              <p:ext uri="{D42A27DB-BD31-4B8C-83A1-F6EECF244321}">
                <p14:modId xmlns:p14="http://schemas.microsoft.com/office/powerpoint/2010/main" val="2226652482"/>
              </p:ext>
            </p:extLst>
          </p:nvPr>
        </p:nvGraphicFramePr>
        <p:xfrm>
          <a:off x="952500" y="1085850"/>
          <a:ext cx="7239000" cy="3197202"/>
        </p:xfrm>
        <a:graphic>
          <a:graphicData uri="http://schemas.openxmlformats.org/drawingml/2006/table">
            <a:tbl>
              <a:tblPr>
                <a:noFill/>
                <a:tableStyleId>{4110BCFB-72FB-4699-8420-4C35CFDD8A85}</a:tableStyleId>
              </a:tblPr>
              <a:tblGrid>
                <a:gridCol w="1507900">
                  <a:extLst>
                    <a:ext uri="{9D8B030D-6E8A-4147-A177-3AD203B41FA5}">
                      <a16:colId xmlns:a16="http://schemas.microsoft.com/office/drawing/2014/main" val="20000"/>
                    </a:ext>
                  </a:extLst>
                </a:gridCol>
                <a:gridCol w="2600650">
                  <a:extLst>
                    <a:ext uri="{9D8B030D-6E8A-4147-A177-3AD203B41FA5}">
                      <a16:colId xmlns:a16="http://schemas.microsoft.com/office/drawing/2014/main" val="20001"/>
                    </a:ext>
                  </a:extLst>
                </a:gridCol>
                <a:gridCol w="3130450">
                  <a:extLst>
                    <a:ext uri="{9D8B030D-6E8A-4147-A177-3AD203B41FA5}">
                      <a16:colId xmlns:a16="http://schemas.microsoft.com/office/drawing/2014/main" val="20002"/>
                    </a:ext>
                  </a:extLst>
                </a:gridCol>
              </a:tblGrid>
              <a:tr h="286400">
                <a:tc>
                  <a:txBody>
                    <a:bodyPr/>
                    <a:lstStyle/>
                    <a:p>
                      <a:pPr marL="0" lvl="0" indent="0" algn="l" rtl="0">
                        <a:spcBef>
                          <a:spcPts val="0"/>
                        </a:spcBef>
                        <a:spcAft>
                          <a:spcPts val="0"/>
                        </a:spcAft>
                        <a:buNone/>
                      </a:pPr>
                      <a:r>
                        <a:rPr lang="en" sz="1200" b="1"/>
                        <a:t>Platform</a:t>
                      </a:r>
                      <a:endParaRPr sz="1200" b="1"/>
                    </a:p>
                  </a:txBody>
                  <a:tcPr marL="91425" marR="91425" marT="91425" marB="91425">
                    <a:lnB w="9525" cap="flat" cmpd="sng">
                      <a:solidFill>
                        <a:srgbClr val="9E9E9E"/>
                      </a:solidFill>
                      <a:prstDash val="solid"/>
                      <a:round/>
                      <a:headEnd type="none" w="sm" len="sm"/>
                      <a:tailEnd type="none" w="sm" len="sm"/>
                    </a:lnB>
                    <a:solidFill>
                      <a:srgbClr val="FFF2CC"/>
                    </a:solidFill>
                  </a:tcPr>
                </a:tc>
                <a:tc>
                  <a:txBody>
                    <a:bodyPr/>
                    <a:lstStyle/>
                    <a:p>
                      <a:pPr marL="0" lvl="0" indent="0" algn="l" rtl="0">
                        <a:spcBef>
                          <a:spcPts val="0"/>
                        </a:spcBef>
                        <a:spcAft>
                          <a:spcPts val="0"/>
                        </a:spcAft>
                        <a:buNone/>
                      </a:pPr>
                      <a:r>
                        <a:rPr lang="en" sz="1200" b="1">
                          <a:solidFill>
                            <a:schemeClr val="dk1"/>
                          </a:solidFill>
                        </a:rPr>
                        <a:t>Low-Code</a:t>
                      </a:r>
                      <a:endParaRPr sz="1200" b="1">
                        <a:solidFill>
                          <a:schemeClr val="dk1"/>
                        </a:solidFill>
                      </a:endParaRPr>
                    </a:p>
                  </a:txBody>
                  <a:tcPr marL="91425" marR="91425" marT="91425" marB="91425">
                    <a:lnB w="9525" cap="flat" cmpd="sng">
                      <a:solidFill>
                        <a:srgbClr val="9E9E9E"/>
                      </a:solidFill>
                      <a:prstDash val="solid"/>
                      <a:round/>
                      <a:headEnd type="none" w="sm" len="sm"/>
                      <a:tailEnd type="none" w="sm" len="sm"/>
                    </a:lnB>
                    <a:solidFill>
                      <a:srgbClr val="FFF2CC"/>
                    </a:solidFill>
                  </a:tcPr>
                </a:tc>
                <a:tc>
                  <a:txBody>
                    <a:bodyPr/>
                    <a:lstStyle/>
                    <a:p>
                      <a:pPr marL="0" lvl="0" indent="0" algn="l" rtl="0">
                        <a:spcBef>
                          <a:spcPts val="0"/>
                        </a:spcBef>
                        <a:spcAft>
                          <a:spcPts val="0"/>
                        </a:spcAft>
                        <a:buNone/>
                      </a:pPr>
                      <a:r>
                        <a:rPr lang="en" sz="1200" b="1">
                          <a:solidFill>
                            <a:schemeClr val="dk1"/>
                          </a:solidFill>
                        </a:rPr>
                        <a:t>Camunda</a:t>
                      </a:r>
                      <a:endParaRPr sz="1200" b="1">
                        <a:solidFill>
                          <a:schemeClr val="dk1"/>
                        </a:solidFill>
                      </a:endParaRPr>
                    </a:p>
                  </a:txBody>
                  <a:tcPr marL="91425" marR="91425" marT="91425" marB="91425">
                    <a:lnB w="9525" cap="flat" cmpd="sng">
                      <a:solidFill>
                        <a:srgbClr val="9E9E9E"/>
                      </a:solidFill>
                      <a:prstDash val="solid"/>
                      <a:round/>
                      <a:headEnd type="none" w="sm" len="sm"/>
                      <a:tailEnd type="none" w="sm" len="sm"/>
                    </a:lnB>
                    <a:solidFill>
                      <a:srgbClr val="FFF2CC"/>
                    </a:solidFill>
                  </a:tcPr>
                </a:tc>
                <a:extLst>
                  <a:ext uri="{0D108BD9-81ED-4DB2-BD59-A6C34878D82A}">
                    <a16:rowId xmlns:a16="http://schemas.microsoft.com/office/drawing/2014/main" val="10000"/>
                  </a:ext>
                </a:extLst>
              </a:tr>
              <a:tr h="525075">
                <a:tc>
                  <a:txBody>
                    <a:bodyPr/>
                    <a:lstStyle/>
                    <a:p>
                      <a:pPr marL="0" lvl="0" indent="0" algn="l" rtl="0">
                        <a:spcBef>
                          <a:spcPts val="0"/>
                        </a:spcBef>
                        <a:spcAft>
                          <a:spcPts val="0"/>
                        </a:spcAft>
                        <a:buNone/>
                      </a:pPr>
                      <a:r>
                        <a:rPr lang="en" sz="1200"/>
                        <a:t>Target Persona</a:t>
                      </a:r>
                      <a:endParaRPr sz="1200"/>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 sz="1200">
                          <a:solidFill>
                            <a:schemeClr val="dk1"/>
                          </a:solidFill>
                        </a:rPr>
                        <a:t>Business User </a:t>
                      </a:r>
                      <a:endParaRPr sz="1200">
                        <a:solidFill>
                          <a:schemeClr val="dk1"/>
                        </a:solidFill>
                      </a:endParaRPr>
                    </a:p>
                    <a:p>
                      <a:pPr marL="0" lvl="0" indent="0" algn="l" rtl="0">
                        <a:spcBef>
                          <a:spcPts val="0"/>
                        </a:spcBef>
                        <a:spcAft>
                          <a:spcPts val="0"/>
                        </a:spcAft>
                        <a:buNone/>
                      </a:pPr>
                      <a:r>
                        <a:rPr lang="en" sz="1000">
                          <a:solidFill>
                            <a:schemeClr val="dk1"/>
                          </a:solidFill>
                        </a:rPr>
                        <a:t>(Requires heavy developer support to install, build, run, and maintain)</a:t>
                      </a:r>
                      <a:endParaRPr sz="1000">
                        <a:solidFill>
                          <a:schemeClr val="dk1"/>
                        </a:solidFill>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 sz="1200">
                          <a:solidFill>
                            <a:schemeClr val="dk1"/>
                          </a:solidFill>
                        </a:rPr>
                        <a:t>Architect / Developer </a:t>
                      </a:r>
                      <a:endParaRPr sz="1200">
                        <a:solidFill>
                          <a:schemeClr val="dk1"/>
                        </a:solidFill>
                      </a:endParaRPr>
                    </a:p>
                    <a:p>
                      <a:pPr marL="0" lvl="0" indent="0" algn="l" rtl="0">
                        <a:spcBef>
                          <a:spcPts val="0"/>
                        </a:spcBef>
                        <a:spcAft>
                          <a:spcPts val="0"/>
                        </a:spcAft>
                        <a:buNone/>
                      </a:pPr>
                      <a:r>
                        <a:rPr lang="en" sz="1000">
                          <a:solidFill>
                            <a:schemeClr val="dk1"/>
                          </a:solidFill>
                        </a:rPr>
                        <a:t>(Do-it-Yourself engineers leveraging common skills and tools)</a:t>
                      </a:r>
                      <a:endParaRPr sz="1000">
                        <a:solidFill>
                          <a:schemeClr val="dk1"/>
                        </a:solidFill>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1"/>
                  </a:ext>
                </a:extLst>
              </a:tr>
              <a:tr h="644425">
                <a:tc>
                  <a:txBody>
                    <a:bodyPr/>
                    <a:lstStyle/>
                    <a:p>
                      <a:pPr marL="0" lvl="0" indent="0" algn="l" rtl="0">
                        <a:spcBef>
                          <a:spcPts val="0"/>
                        </a:spcBef>
                        <a:spcAft>
                          <a:spcPts val="0"/>
                        </a:spcAft>
                        <a:buNone/>
                      </a:pPr>
                      <a:r>
                        <a:rPr lang="en" sz="1200"/>
                        <a:t>User Experience</a:t>
                      </a:r>
                      <a:endParaRPr sz="1200"/>
                    </a:p>
                  </a:txBody>
                  <a:tcPr marL="91425" marR="91425" marT="91425" marB="91425">
                    <a:lnT w="9525" cap="flat" cmpd="sng">
                      <a:solidFill>
                        <a:srgbClr val="9E9E9E"/>
                      </a:solidFill>
                      <a:prstDash val="solid"/>
                      <a:round/>
                      <a:headEnd type="none" w="sm" len="sm"/>
                      <a:tailEnd type="none" w="sm" len="sm"/>
                    </a:lnT>
                  </a:tcPr>
                </a:tc>
                <a:tc>
                  <a:txBody>
                    <a:bodyPr/>
                    <a:lstStyle/>
                    <a:p>
                      <a:pPr marL="0" lvl="0" indent="0" algn="l" rtl="0">
                        <a:spcBef>
                          <a:spcPts val="0"/>
                        </a:spcBef>
                        <a:spcAft>
                          <a:spcPts val="0"/>
                        </a:spcAft>
                        <a:buNone/>
                      </a:pPr>
                      <a:r>
                        <a:rPr lang="en" sz="1200">
                          <a:solidFill>
                            <a:schemeClr val="dk1"/>
                          </a:solidFill>
                        </a:rPr>
                        <a:t>Head</a:t>
                      </a:r>
                      <a:endParaRPr sz="1200">
                        <a:solidFill>
                          <a:schemeClr val="dk1"/>
                        </a:solidFill>
                      </a:endParaRPr>
                    </a:p>
                    <a:p>
                      <a:pPr marL="0" lvl="0" indent="0" algn="l" rtl="0">
                        <a:spcBef>
                          <a:spcPts val="0"/>
                        </a:spcBef>
                        <a:spcAft>
                          <a:spcPts val="0"/>
                        </a:spcAft>
                        <a:buNone/>
                      </a:pPr>
                      <a:r>
                        <a:rPr lang="en" sz="1000">
                          <a:solidFill>
                            <a:schemeClr val="dk1"/>
                          </a:solidFill>
                        </a:rPr>
                        <a:t>(Build/Customize using OOTB UI/UX framework)</a:t>
                      </a:r>
                      <a:endParaRPr sz="1000">
                        <a:solidFill>
                          <a:schemeClr val="dk1"/>
                        </a:solidFill>
                      </a:endParaRPr>
                    </a:p>
                  </a:txBody>
                  <a:tcPr marL="91425" marR="91425" marT="91425" marB="91425">
                    <a:lnT w="9525" cap="flat" cmpd="sng">
                      <a:solidFill>
                        <a:srgbClr val="9E9E9E"/>
                      </a:solidFill>
                      <a:prstDash val="solid"/>
                      <a:round/>
                      <a:headEnd type="none" w="sm" len="sm"/>
                      <a:tailEnd type="none" w="sm" len="sm"/>
                    </a:lnT>
                  </a:tcPr>
                </a:tc>
                <a:tc>
                  <a:txBody>
                    <a:bodyPr/>
                    <a:lstStyle/>
                    <a:p>
                      <a:pPr marL="0" lvl="0" indent="0" algn="l" rtl="0">
                        <a:spcBef>
                          <a:spcPts val="0"/>
                        </a:spcBef>
                        <a:spcAft>
                          <a:spcPts val="0"/>
                        </a:spcAft>
                        <a:buNone/>
                      </a:pPr>
                      <a:r>
                        <a:rPr lang="en" sz="1200">
                          <a:solidFill>
                            <a:schemeClr val="dk1"/>
                          </a:solidFill>
                        </a:rPr>
                        <a:t>Headless </a:t>
                      </a:r>
                      <a:endParaRPr sz="1200">
                        <a:solidFill>
                          <a:schemeClr val="dk1"/>
                        </a:solidFill>
                      </a:endParaRPr>
                    </a:p>
                    <a:p>
                      <a:pPr marL="0" lvl="0" indent="0" algn="l" rtl="0">
                        <a:spcBef>
                          <a:spcPts val="0"/>
                        </a:spcBef>
                        <a:spcAft>
                          <a:spcPts val="0"/>
                        </a:spcAft>
                        <a:buNone/>
                      </a:pPr>
                      <a:r>
                        <a:rPr lang="en" sz="1000">
                          <a:solidFill>
                            <a:schemeClr val="dk1"/>
                          </a:solidFill>
                        </a:rPr>
                        <a:t>(Build UI using Angular/React with OOTB APIs and Connectors; leverage OOTB forms and Tasklist for human workflow management)</a:t>
                      </a:r>
                      <a:endParaRPr sz="1000">
                        <a:solidFill>
                          <a:schemeClr val="dk1"/>
                        </a:solidFill>
                      </a:endParaRPr>
                    </a:p>
                  </a:txBody>
                  <a:tcPr marL="91425" marR="91425" marT="91425" marB="91425">
                    <a:lnT w="9525" cap="flat" cmpd="sng">
                      <a:solidFill>
                        <a:srgbClr val="9E9E9E"/>
                      </a:solidFill>
                      <a:prstDash val="solid"/>
                      <a:round/>
                      <a:headEnd type="none" w="sm" len="sm"/>
                      <a:tailEnd type="none" w="sm" len="sm"/>
                    </a:lnT>
                  </a:tcPr>
                </a:tc>
                <a:extLst>
                  <a:ext uri="{0D108BD9-81ED-4DB2-BD59-A6C34878D82A}">
                    <a16:rowId xmlns:a16="http://schemas.microsoft.com/office/drawing/2014/main" val="10002"/>
                  </a:ext>
                </a:extLst>
              </a:tr>
              <a:tr h="525075">
                <a:tc>
                  <a:txBody>
                    <a:bodyPr/>
                    <a:lstStyle/>
                    <a:p>
                      <a:pPr marL="0" lvl="0" indent="0" algn="l" rtl="0">
                        <a:spcBef>
                          <a:spcPts val="0"/>
                        </a:spcBef>
                        <a:spcAft>
                          <a:spcPts val="0"/>
                        </a:spcAft>
                        <a:buNone/>
                      </a:pPr>
                      <a:r>
                        <a:rPr lang="en" sz="1200"/>
                        <a:t>Architecture</a:t>
                      </a:r>
                      <a:endParaRPr sz="1200"/>
                    </a:p>
                  </a:txBody>
                  <a:tcPr marL="91425" marR="91425" marT="91425" marB="91425"/>
                </a:tc>
                <a:tc>
                  <a:txBody>
                    <a:bodyPr/>
                    <a:lstStyle/>
                    <a:p>
                      <a:pPr marL="0" lvl="0" indent="0" algn="l" rtl="0">
                        <a:spcBef>
                          <a:spcPts val="0"/>
                        </a:spcBef>
                        <a:spcAft>
                          <a:spcPts val="0"/>
                        </a:spcAft>
                        <a:buNone/>
                      </a:pPr>
                      <a:r>
                        <a:rPr lang="en" sz="1200">
                          <a:solidFill>
                            <a:schemeClr val="dk1"/>
                          </a:solidFill>
                        </a:rPr>
                        <a:t>Proprietary</a:t>
                      </a:r>
                      <a:endParaRPr sz="1200">
                        <a:solidFill>
                          <a:schemeClr val="dk1"/>
                        </a:solidFill>
                      </a:endParaRPr>
                    </a:p>
                    <a:p>
                      <a:pPr marL="0" lvl="0" indent="0" algn="l" rtl="0">
                        <a:spcBef>
                          <a:spcPts val="0"/>
                        </a:spcBef>
                        <a:spcAft>
                          <a:spcPts val="0"/>
                        </a:spcAft>
                        <a:buNone/>
                      </a:pPr>
                      <a:r>
                        <a:rPr lang="en" sz="1000">
                          <a:solidFill>
                            <a:schemeClr val="dk1"/>
                          </a:solidFill>
                        </a:rPr>
                        <a:t>(Heavy, infrastructure intensive)</a:t>
                      </a:r>
                      <a:endParaRPr sz="1000">
                        <a:solidFill>
                          <a:schemeClr val="dk1"/>
                        </a:solidFill>
                      </a:endParaRPr>
                    </a:p>
                  </a:txBody>
                  <a:tcPr marL="91425" marR="91425" marT="91425" marB="91425"/>
                </a:tc>
                <a:tc>
                  <a:txBody>
                    <a:bodyPr/>
                    <a:lstStyle/>
                    <a:p>
                      <a:pPr marL="0" lvl="0" indent="0" algn="l" rtl="0">
                        <a:spcBef>
                          <a:spcPts val="0"/>
                        </a:spcBef>
                        <a:spcAft>
                          <a:spcPts val="0"/>
                        </a:spcAft>
                        <a:buNone/>
                      </a:pPr>
                      <a:r>
                        <a:rPr lang="en" sz="1200" dirty="0">
                          <a:solidFill>
                            <a:schemeClr val="dk1"/>
                          </a:solidFill>
                        </a:rPr>
                        <a:t>Open</a:t>
                      </a:r>
                      <a:endParaRPr sz="1200" dirty="0">
                        <a:solidFill>
                          <a:schemeClr val="dk1"/>
                        </a:solidFill>
                      </a:endParaRPr>
                    </a:p>
                    <a:p>
                      <a:pPr marL="0" lvl="0" indent="0" algn="l" rtl="0">
                        <a:spcBef>
                          <a:spcPts val="0"/>
                        </a:spcBef>
                        <a:spcAft>
                          <a:spcPts val="0"/>
                        </a:spcAft>
                        <a:buNone/>
                      </a:pPr>
                      <a:r>
                        <a:rPr lang="en" sz="1000" dirty="0">
                          <a:solidFill>
                            <a:schemeClr val="dk1"/>
                          </a:solidFill>
                        </a:rPr>
                        <a:t>(Open Source, Standards-Based, Loosely-Coupled, Lightweight, Cloud Native, </a:t>
                      </a:r>
                      <a:r>
                        <a:rPr lang="en-US" sz="1000" dirty="0">
                          <a:solidFill>
                            <a:schemeClr val="dk1"/>
                          </a:solidFill>
                        </a:rPr>
                        <a:t>Flexibly-Deployed</a:t>
                      </a:r>
                      <a:r>
                        <a:rPr lang="en" sz="1000" dirty="0">
                          <a:solidFill>
                            <a:schemeClr val="dk1"/>
                          </a:solidFill>
                        </a:rPr>
                        <a:t>)</a:t>
                      </a:r>
                      <a:endParaRPr sz="1000" dirty="0">
                        <a:solidFill>
                          <a:schemeClr val="dk1"/>
                        </a:solidFill>
                      </a:endParaRPr>
                    </a:p>
                  </a:txBody>
                  <a:tcPr marL="91425" marR="91425" marT="91425" marB="91425"/>
                </a:tc>
                <a:extLst>
                  <a:ext uri="{0D108BD9-81ED-4DB2-BD59-A6C34878D82A}">
                    <a16:rowId xmlns:a16="http://schemas.microsoft.com/office/drawing/2014/main" val="10003"/>
                  </a:ext>
                </a:extLst>
              </a:tr>
              <a:tr h="522700">
                <a:tc>
                  <a:txBody>
                    <a:bodyPr/>
                    <a:lstStyle/>
                    <a:p>
                      <a:pPr marL="0" lvl="0" indent="0" algn="l" rtl="0">
                        <a:spcBef>
                          <a:spcPts val="0"/>
                        </a:spcBef>
                        <a:spcAft>
                          <a:spcPts val="0"/>
                        </a:spcAft>
                        <a:buNone/>
                      </a:pPr>
                      <a:r>
                        <a:rPr lang="en" sz="1200"/>
                        <a:t>Orchestration</a:t>
                      </a:r>
                      <a:endParaRPr sz="1200"/>
                    </a:p>
                  </a:txBody>
                  <a:tcPr marL="91425" marR="91425" marT="91425" marB="91425"/>
                </a:tc>
                <a:tc>
                  <a:txBody>
                    <a:bodyPr/>
                    <a:lstStyle/>
                    <a:p>
                      <a:pPr marL="0" lvl="0" indent="0" algn="l" rtl="0">
                        <a:lnSpc>
                          <a:spcPct val="90000"/>
                        </a:lnSpc>
                        <a:spcBef>
                          <a:spcPts val="0"/>
                        </a:spcBef>
                        <a:spcAft>
                          <a:spcPts val="0"/>
                        </a:spcAft>
                        <a:buNone/>
                      </a:pPr>
                      <a:r>
                        <a:rPr lang="en" sz="1200">
                          <a:solidFill>
                            <a:schemeClr val="dk1"/>
                          </a:solidFill>
                        </a:rPr>
                        <a:t>Low Endpoint Diversity</a:t>
                      </a:r>
                      <a:endParaRPr sz="1200">
                        <a:solidFill>
                          <a:schemeClr val="dk1"/>
                        </a:solidFill>
                      </a:endParaRPr>
                    </a:p>
                    <a:p>
                      <a:pPr marL="0" lvl="0" indent="0" algn="l" rtl="0">
                        <a:lnSpc>
                          <a:spcPct val="90000"/>
                        </a:lnSpc>
                        <a:spcBef>
                          <a:spcPts val="0"/>
                        </a:spcBef>
                        <a:spcAft>
                          <a:spcPts val="0"/>
                        </a:spcAft>
                        <a:buClr>
                          <a:schemeClr val="dk1"/>
                        </a:buClr>
                        <a:buSzPts val="1100"/>
                        <a:buFont typeface="Arial"/>
                        <a:buNone/>
                      </a:pPr>
                      <a:r>
                        <a:rPr lang="en" sz="1000">
                          <a:solidFill>
                            <a:schemeClr val="dk1"/>
                          </a:solidFill>
                        </a:rPr>
                        <a:t>(Multiple Endpoints of the Same Type)</a:t>
                      </a:r>
                      <a:endParaRPr sz="1000">
                        <a:solidFill>
                          <a:schemeClr val="dk1"/>
                        </a:solidFill>
                      </a:endParaRPr>
                    </a:p>
                  </a:txBody>
                  <a:tcPr marL="91425" marR="91425" marT="91425" marB="91425"/>
                </a:tc>
                <a:tc>
                  <a:txBody>
                    <a:bodyPr/>
                    <a:lstStyle/>
                    <a:p>
                      <a:pPr marL="0" lvl="0" indent="0" algn="l" rtl="0">
                        <a:lnSpc>
                          <a:spcPct val="90000"/>
                        </a:lnSpc>
                        <a:spcBef>
                          <a:spcPts val="0"/>
                        </a:spcBef>
                        <a:spcAft>
                          <a:spcPts val="0"/>
                        </a:spcAft>
                        <a:buNone/>
                      </a:pPr>
                      <a:r>
                        <a:rPr lang="en" sz="1200" dirty="0">
                          <a:solidFill>
                            <a:schemeClr val="dk1"/>
                          </a:solidFill>
                        </a:rPr>
                        <a:t>High Endpoint Diversity</a:t>
                      </a:r>
                      <a:endParaRPr sz="1200" dirty="0">
                        <a:solidFill>
                          <a:schemeClr val="dk1"/>
                        </a:solidFill>
                      </a:endParaRPr>
                    </a:p>
                    <a:p>
                      <a:pPr marL="0" lvl="0" indent="0" algn="l" rtl="0">
                        <a:lnSpc>
                          <a:spcPct val="90000"/>
                        </a:lnSpc>
                        <a:spcBef>
                          <a:spcPts val="0"/>
                        </a:spcBef>
                        <a:spcAft>
                          <a:spcPts val="0"/>
                        </a:spcAft>
                        <a:buClr>
                          <a:schemeClr val="dk1"/>
                        </a:buClr>
                        <a:buSzPts val="1100"/>
                        <a:buFont typeface="Arial"/>
                        <a:buNone/>
                      </a:pPr>
                      <a:r>
                        <a:rPr lang="en" sz="1000" dirty="0">
                          <a:solidFill>
                            <a:schemeClr val="dk1"/>
                          </a:solidFill>
                        </a:rPr>
                        <a:t>(Multiple Endpoints of the Multiple Types)</a:t>
                      </a:r>
                      <a:endParaRPr sz="1000" dirty="0">
                        <a:solidFill>
                          <a:schemeClr val="dk1"/>
                        </a:solidFill>
                      </a:endParaRPr>
                    </a:p>
                    <a:p>
                      <a:pPr marL="0" lvl="0" indent="0" algn="l" rtl="0">
                        <a:spcBef>
                          <a:spcPts val="0"/>
                        </a:spcBef>
                        <a:spcAft>
                          <a:spcPts val="0"/>
                        </a:spcAft>
                        <a:buNone/>
                      </a:pPr>
                      <a:endParaRPr sz="1200" dirty="0">
                        <a:solidFill>
                          <a:schemeClr val="dk1"/>
                        </a:solidFill>
                      </a:endParaRPr>
                    </a:p>
                  </a:txBody>
                  <a:tcPr marL="91425" marR="91425" marT="91425" marB="91425"/>
                </a:tc>
                <a:extLst>
                  <a:ext uri="{0D108BD9-81ED-4DB2-BD59-A6C34878D82A}">
                    <a16:rowId xmlns:a16="http://schemas.microsoft.com/office/drawing/2014/main" val="10004"/>
                  </a:ext>
                </a:extLst>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706"/>
        <p:cNvGrpSpPr/>
        <p:nvPr/>
      </p:nvGrpSpPr>
      <p:grpSpPr>
        <a:xfrm>
          <a:off x="0" y="0"/>
          <a:ext cx="0" cy="0"/>
          <a:chOff x="0" y="0"/>
          <a:chExt cx="0" cy="0"/>
        </a:xfrm>
      </p:grpSpPr>
      <p:sp>
        <p:nvSpPr>
          <p:cNvPr id="1707" name="Google Shape;1707;p109"/>
          <p:cNvSpPr/>
          <p:nvPr/>
        </p:nvSpPr>
        <p:spPr>
          <a:xfrm>
            <a:off x="3175813" y="852950"/>
            <a:ext cx="1486800" cy="4056600"/>
          </a:xfrm>
          <a:prstGeom prst="roundRect">
            <a:avLst>
              <a:gd name="adj" fmla="val 4910"/>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aphicFrame>
        <p:nvGraphicFramePr>
          <p:cNvPr id="1708" name="Google Shape;1708;p109"/>
          <p:cNvGraphicFramePr/>
          <p:nvPr/>
        </p:nvGraphicFramePr>
        <p:xfrm>
          <a:off x="371550" y="848494"/>
          <a:ext cx="8574750" cy="4183310"/>
        </p:xfrm>
        <a:graphic>
          <a:graphicData uri="http://schemas.openxmlformats.org/drawingml/2006/table">
            <a:tbl>
              <a:tblPr>
                <a:noFill/>
                <a:tableStyleId>{4110BCFB-72FB-4699-8420-4C35CFDD8A85}</a:tableStyleId>
              </a:tblPr>
              <a:tblGrid>
                <a:gridCol w="1192700">
                  <a:extLst>
                    <a:ext uri="{9D8B030D-6E8A-4147-A177-3AD203B41FA5}">
                      <a16:colId xmlns:a16="http://schemas.microsoft.com/office/drawing/2014/main" val="20000"/>
                    </a:ext>
                  </a:extLst>
                </a:gridCol>
                <a:gridCol w="1729575">
                  <a:extLst>
                    <a:ext uri="{9D8B030D-6E8A-4147-A177-3AD203B41FA5}">
                      <a16:colId xmlns:a16="http://schemas.microsoft.com/office/drawing/2014/main" val="20001"/>
                    </a:ext>
                  </a:extLst>
                </a:gridCol>
                <a:gridCol w="1643600">
                  <a:extLst>
                    <a:ext uri="{9D8B030D-6E8A-4147-A177-3AD203B41FA5}">
                      <a16:colId xmlns:a16="http://schemas.microsoft.com/office/drawing/2014/main" val="20002"/>
                    </a:ext>
                  </a:extLst>
                </a:gridCol>
                <a:gridCol w="4008875">
                  <a:extLst>
                    <a:ext uri="{9D8B030D-6E8A-4147-A177-3AD203B41FA5}">
                      <a16:colId xmlns:a16="http://schemas.microsoft.com/office/drawing/2014/main" val="20003"/>
                    </a:ext>
                  </a:extLst>
                </a:gridCol>
              </a:tblGrid>
              <a:tr h="304800">
                <a:tc>
                  <a:txBody>
                    <a:bodyPr/>
                    <a:lstStyle/>
                    <a:p>
                      <a:pPr marL="0" lvl="0" indent="0" algn="l" rtl="0">
                        <a:spcBef>
                          <a:spcPts val="0"/>
                        </a:spcBef>
                        <a:spcAft>
                          <a:spcPts val="0"/>
                        </a:spcAft>
                        <a:buNone/>
                      </a:pPr>
                      <a:r>
                        <a:rPr lang="en" sz="1100" b="1">
                          <a:solidFill>
                            <a:srgbClr val="FF6900"/>
                          </a:solidFill>
                          <a:latin typeface="IBM Plex Sans"/>
                          <a:ea typeface="IBM Plex Sans"/>
                          <a:cs typeface="IBM Plex Sans"/>
                          <a:sym typeface="IBM Plex Sans"/>
                        </a:rPr>
                        <a:t>Category</a:t>
                      </a:r>
                      <a:endParaRPr sz="1100" b="1">
                        <a:solidFill>
                          <a:srgbClr val="FF6900"/>
                        </a:solidFill>
                        <a:latin typeface="IBM Plex Sans"/>
                        <a:ea typeface="IBM Plex Sans"/>
                        <a:cs typeface="IBM Plex Sans"/>
                        <a:sym typeface="IBM Plex Sans"/>
                      </a:endParaRPr>
                    </a:p>
                  </a:txBody>
                  <a:tcPr marL="68575" marR="68575" marT="68575" marB="6857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lvl="0" indent="0" algn="l" rtl="0">
                        <a:spcBef>
                          <a:spcPts val="0"/>
                        </a:spcBef>
                        <a:spcAft>
                          <a:spcPts val="0"/>
                        </a:spcAft>
                        <a:buNone/>
                      </a:pPr>
                      <a:r>
                        <a:rPr lang="en" sz="1100" b="1">
                          <a:solidFill>
                            <a:schemeClr val="accent3"/>
                          </a:solidFill>
                          <a:latin typeface="IBM Plex Sans"/>
                          <a:ea typeface="IBM Plex Sans"/>
                          <a:cs typeface="IBM Plex Sans"/>
                          <a:sym typeface="IBM Plex Sans"/>
                        </a:rPr>
                        <a:t>Vendors</a:t>
                      </a:r>
                      <a:endParaRPr sz="1100" b="1">
                        <a:solidFill>
                          <a:schemeClr val="accent3"/>
                        </a:solidFill>
                        <a:latin typeface="IBM Plex Sans"/>
                        <a:ea typeface="IBM Plex Sans"/>
                        <a:cs typeface="IBM Plex Sans"/>
                        <a:sym typeface="IBM Plex Sans"/>
                      </a:endParaRPr>
                    </a:p>
                  </a:txBody>
                  <a:tcPr marL="68575" marR="68575" marT="68575" marB="6857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lvl="0" indent="0" algn="l" rtl="0">
                        <a:spcBef>
                          <a:spcPts val="0"/>
                        </a:spcBef>
                        <a:spcAft>
                          <a:spcPts val="0"/>
                        </a:spcAft>
                        <a:buNone/>
                      </a:pPr>
                      <a:r>
                        <a:rPr lang="en" sz="1100" b="1">
                          <a:solidFill>
                            <a:schemeClr val="lt1"/>
                          </a:solidFill>
                          <a:latin typeface="IBM Plex Sans"/>
                          <a:ea typeface="IBM Plex Sans"/>
                          <a:cs typeface="IBM Plex Sans"/>
                          <a:sym typeface="IBM Plex Sans"/>
                        </a:rPr>
                        <a:t>Competitive?</a:t>
                      </a:r>
                      <a:endParaRPr sz="1100" b="1">
                        <a:solidFill>
                          <a:schemeClr val="lt1"/>
                        </a:solidFill>
                        <a:latin typeface="IBM Plex Sans"/>
                        <a:ea typeface="IBM Plex Sans"/>
                        <a:cs typeface="IBM Plex Sans"/>
                        <a:sym typeface="IBM Plex Sans"/>
                      </a:endParaRPr>
                    </a:p>
                  </a:txBody>
                  <a:tcPr marL="68575" marR="68575" marT="68575" marB="6857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lvl="0" indent="0" algn="l" rtl="0">
                        <a:spcBef>
                          <a:spcPts val="0"/>
                        </a:spcBef>
                        <a:spcAft>
                          <a:spcPts val="0"/>
                        </a:spcAft>
                        <a:buNone/>
                      </a:pPr>
                      <a:r>
                        <a:rPr lang="en" sz="1100" b="1">
                          <a:solidFill>
                            <a:srgbClr val="FF6900"/>
                          </a:solidFill>
                          <a:latin typeface="IBM Plex Sans"/>
                          <a:ea typeface="IBM Plex Sans"/>
                          <a:cs typeface="IBM Plex Sans"/>
                          <a:sym typeface="IBM Plex Sans"/>
                        </a:rPr>
                        <a:t>Why Camunda</a:t>
                      </a:r>
                      <a:endParaRPr sz="1100" b="1">
                        <a:solidFill>
                          <a:srgbClr val="FF6900"/>
                        </a:solidFill>
                        <a:latin typeface="IBM Plex Sans"/>
                        <a:ea typeface="IBM Plex Sans"/>
                        <a:cs typeface="IBM Plex Sans"/>
                        <a:sym typeface="IBM Plex Sans"/>
                      </a:endParaRPr>
                    </a:p>
                  </a:txBody>
                  <a:tcPr marL="68575" marR="68575" marT="68575" marB="6857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chemeClr val="dk1">
                          <a:alpha val="0"/>
                        </a:schemeClr>
                      </a:solidFill>
                      <a:prstDash val="solid"/>
                      <a:round/>
                      <a:headEnd type="none" w="sm" len="sm"/>
                      <a:tailEnd type="none" w="sm" len="sm"/>
                    </a:lnB>
                  </a:tcPr>
                </a:tc>
                <a:extLst>
                  <a:ext uri="{0D108BD9-81ED-4DB2-BD59-A6C34878D82A}">
                    <a16:rowId xmlns:a16="http://schemas.microsoft.com/office/drawing/2014/main" val="10000"/>
                  </a:ext>
                </a:extLst>
              </a:tr>
              <a:tr h="457175">
                <a:tc>
                  <a:txBody>
                    <a:bodyPr/>
                    <a:lstStyle/>
                    <a:p>
                      <a:pPr marL="0" lvl="0" indent="0" algn="l" rtl="0">
                        <a:spcBef>
                          <a:spcPts val="0"/>
                        </a:spcBef>
                        <a:spcAft>
                          <a:spcPts val="0"/>
                        </a:spcAft>
                        <a:buNone/>
                      </a:pPr>
                      <a:r>
                        <a:rPr lang="en" sz="1100" b="1">
                          <a:solidFill>
                            <a:schemeClr val="dk1"/>
                          </a:solidFill>
                          <a:latin typeface="IBM Plex Sans"/>
                          <a:ea typeface="IBM Plex Sans"/>
                          <a:cs typeface="IBM Plex Sans"/>
                          <a:sym typeface="IBM Plex Sans"/>
                        </a:rPr>
                        <a:t>BPMS / Low-Code</a:t>
                      </a:r>
                      <a:endParaRPr sz="1100" b="1">
                        <a:solidFill>
                          <a:schemeClr val="dk1"/>
                        </a:solidFill>
                        <a:latin typeface="IBM Plex Sans"/>
                        <a:ea typeface="IBM Plex Sans"/>
                        <a:cs typeface="IBM Plex Sans"/>
                        <a:sym typeface="IBM Plex Sans"/>
                      </a:endParaRPr>
                    </a:p>
                  </a:txBody>
                  <a:tcPr marL="68575" marR="68575" marT="68575" marB="6857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lvl="0" indent="0" algn="l" rtl="0">
                        <a:spcBef>
                          <a:spcPts val="0"/>
                        </a:spcBef>
                        <a:spcAft>
                          <a:spcPts val="0"/>
                        </a:spcAft>
                        <a:buNone/>
                      </a:pPr>
                      <a:r>
                        <a:rPr lang="en" sz="1100">
                          <a:solidFill>
                            <a:schemeClr val="dk1"/>
                          </a:solidFill>
                          <a:latin typeface="IBM Plex Sans"/>
                          <a:ea typeface="IBM Plex Sans"/>
                          <a:cs typeface="IBM Plex Sans"/>
                          <a:sym typeface="IBM Plex Sans"/>
                        </a:rPr>
                        <a:t>IBM, Pega, Appian, Bizagi</a:t>
                      </a:r>
                      <a:endParaRPr sz="1100">
                        <a:solidFill>
                          <a:schemeClr val="dk1"/>
                        </a:solidFill>
                        <a:latin typeface="IBM Plex Sans"/>
                        <a:ea typeface="IBM Plex Sans"/>
                        <a:cs typeface="IBM Plex Sans"/>
                        <a:sym typeface="IBM Plex Sans"/>
                      </a:endParaRPr>
                    </a:p>
                  </a:txBody>
                  <a:tcPr marL="68575" marR="68575" marT="68575" marB="6857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lvl="0" indent="0" algn="l" rtl="0">
                        <a:spcBef>
                          <a:spcPts val="0"/>
                        </a:spcBef>
                        <a:spcAft>
                          <a:spcPts val="0"/>
                        </a:spcAft>
                        <a:buNone/>
                      </a:pPr>
                      <a:r>
                        <a:rPr lang="en" sz="1100" b="1">
                          <a:solidFill>
                            <a:schemeClr val="accent2"/>
                          </a:solidFill>
                          <a:latin typeface="IBM Plex Sans"/>
                          <a:ea typeface="IBM Plex Sans"/>
                          <a:cs typeface="IBM Plex Sans"/>
                          <a:sym typeface="IBM Plex Sans"/>
                        </a:rPr>
                        <a:t>Yes</a:t>
                      </a:r>
                      <a:endParaRPr sz="1100" b="1">
                        <a:solidFill>
                          <a:schemeClr val="accent2"/>
                        </a:solidFill>
                        <a:latin typeface="IBM Plex Sans"/>
                        <a:ea typeface="IBM Plex Sans"/>
                        <a:cs typeface="IBM Plex Sans"/>
                        <a:sym typeface="IBM Plex Sans"/>
                      </a:endParaRPr>
                    </a:p>
                    <a:p>
                      <a:pPr marL="0" lvl="0" indent="0" algn="l" rtl="0">
                        <a:spcBef>
                          <a:spcPts val="0"/>
                        </a:spcBef>
                        <a:spcAft>
                          <a:spcPts val="0"/>
                        </a:spcAft>
                        <a:buNone/>
                      </a:pPr>
                      <a:r>
                        <a:rPr lang="en" sz="1100">
                          <a:solidFill>
                            <a:schemeClr val="lt1"/>
                          </a:solidFill>
                          <a:latin typeface="IBM Plex Sans"/>
                          <a:ea typeface="IBM Plex Sans"/>
                          <a:cs typeface="IBM Plex Sans"/>
                          <a:sym typeface="IBM Plex Sans"/>
                        </a:rPr>
                        <a:t>Camunda is an alternative </a:t>
                      </a:r>
                      <a:endParaRPr sz="1100">
                        <a:solidFill>
                          <a:schemeClr val="lt1"/>
                        </a:solidFill>
                        <a:latin typeface="IBM Plex Sans"/>
                        <a:ea typeface="IBM Plex Sans"/>
                        <a:cs typeface="IBM Plex Sans"/>
                        <a:sym typeface="IBM Plex Sans"/>
                      </a:endParaRPr>
                    </a:p>
                  </a:txBody>
                  <a:tcPr marL="68575" marR="68575" marT="68575" marB="6857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lvl="0" indent="0" algn="l" rtl="0">
                        <a:spcBef>
                          <a:spcPts val="0"/>
                        </a:spcBef>
                        <a:spcAft>
                          <a:spcPts val="0"/>
                        </a:spcAft>
                        <a:buNone/>
                      </a:pPr>
                      <a:r>
                        <a:rPr lang="en" sz="1000">
                          <a:solidFill>
                            <a:schemeClr val="dk1"/>
                          </a:solidFill>
                          <a:latin typeface="IBM Plex Sans"/>
                          <a:ea typeface="IBM Plex Sans"/>
                          <a:cs typeface="IBM Plex Sans"/>
                          <a:sym typeface="IBM Plex Sans"/>
                        </a:rPr>
                        <a:t>Camunda enables Developers to use their inherent skills (Java, Angular) combined with open standards (BPMN, DMN) and common tools (Docker, Kubernetes, Kafka, AWS) to quickly build headless apps orchestrating all types of endpoints (human, system, rules, APIs, microservices, RPA bots) at massive scale.</a:t>
                      </a:r>
                      <a:endParaRPr sz="1000">
                        <a:solidFill>
                          <a:schemeClr val="dk1"/>
                        </a:solidFill>
                        <a:latin typeface="IBM Plex Sans"/>
                        <a:ea typeface="IBM Plex Sans"/>
                        <a:cs typeface="IBM Plex Sans"/>
                        <a:sym typeface="IBM Plex Sans"/>
                      </a:endParaRPr>
                    </a:p>
                  </a:txBody>
                  <a:tcPr marL="68575" marR="68575" marT="68575" marB="6857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chemeClr val="dk1">
                          <a:alpha val="0"/>
                        </a:scheme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extLst>
                  <a:ext uri="{0D108BD9-81ED-4DB2-BD59-A6C34878D82A}">
                    <a16:rowId xmlns:a16="http://schemas.microsoft.com/office/drawing/2014/main" val="10001"/>
                  </a:ext>
                </a:extLst>
              </a:tr>
              <a:tr h="807700">
                <a:tc>
                  <a:txBody>
                    <a:bodyPr/>
                    <a:lstStyle/>
                    <a:p>
                      <a:pPr marL="0" lvl="0" indent="0" algn="l" rtl="0">
                        <a:spcBef>
                          <a:spcPts val="0"/>
                        </a:spcBef>
                        <a:spcAft>
                          <a:spcPts val="0"/>
                        </a:spcAft>
                        <a:buNone/>
                      </a:pPr>
                      <a:r>
                        <a:rPr lang="en" sz="1100" b="1">
                          <a:solidFill>
                            <a:schemeClr val="dk1"/>
                          </a:solidFill>
                          <a:latin typeface="IBM Plex Sans"/>
                          <a:ea typeface="IBM Plex Sans"/>
                          <a:cs typeface="IBM Plex Sans"/>
                          <a:sym typeface="IBM Plex Sans"/>
                        </a:rPr>
                        <a:t>Microservices Orchestration</a:t>
                      </a:r>
                      <a:endParaRPr sz="1100" b="1">
                        <a:solidFill>
                          <a:schemeClr val="dk1"/>
                        </a:solidFill>
                        <a:latin typeface="IBM Plex Sans"/>
                        <a:ea typeface="IBM Plex Sans"/>
                        <a:cs typeface="IBM Plex Sans"/>
                        <a:sym typeface="IBM Plex Sans"/>
                      </a:endParaRPr>
                    </a:p>
                  </a:txBody>
                  <a:tcPr marL="68575" marR="68575" marT="68575" marB="6857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lvl="0" indent="0" algn="l" rtl="0">
                        <a:spcBef>
                          <a:spcPts val="0"/>
                        </a:spcBef>
                        <a:spcAft>
                          <a:spcPts val="0"/>
                        </a:spcAft>
                        <a:buNone/>
                      </a:pPr>
                      <a:r>
                        <a:rPr lang="en" sz="1100">
                          <a:solidFill>
                            <a:schemeClr val="dk1"/>
                          </a:solidFill>
                          <a:latin typeface="IBM Plex Sans"/>
                          <a:ea typeface="IBM Plex Sans"/>
                          <a:cs typeface="IBM Plex Sans"/>
                          <a:sym typeface="IBM Plex Sans"/>
                        </a:rPr>
                        <a:t>AWS Step Functions,</a:t>
                      </a:r>
                      <a:endParaRPr sz="1100">
                        <a:solidFill>
                          <a:schemeClr val="dk1"/>
                        </a:solidFill>
                        <a:latin typeface="IBM Plex Sans"/>
                        <a:ea typeface="IBM Plex Sans"/>
                        <a:cs typeface="IBM Plex Sans"/>
                        <a:sym typeface="IBM Plex Sans"/>
                      </a:endParaRPr>
                    </a:p>
                    <a:p>
                      <a:pPr marL="0" lvl="0" indent="0" algn="l" rtl="0">
                        <a:spcBef>
                          <a:spcPts val="0"/>
                        </a:spcBef>
                        <a:spcAft>
                          <a:spcPts val="0"/>
                        </a:spcAft>
                        <a:buNone/>
                      </a:pPr>
                      <a:r>
                        <a:rPr lang="en" sz="1100">
                          <a:solidFill>
                            <a:schemeClr val="dk1"/>
                          </a:solidFill>
                          <a:latin typeface="IBM Plex Sans"/>
                          <a:ea typeface="IBM Plex Sans"/>
                          <a:cs typeface="IBM Plex Sans"/>
                          <a:sym typeface="IBM Plex Sans"/>
                        </a:rPr>
                        <a:t>Temporal.io,</a:t>
                      </a:r>
                      <a:endParaRPr sz="1100">
                        <a:solidFill>
                          <a:schemeClr val="dk1"/>
                        </a:solidFill>
                        <a:latin typeface="IBM Plex Sans"/>
                        <a:ea typeface="IBM Plex Sans"/>
                        <a:cs typeface="IBM Plex Sans"/>
                        <a:sym typeface="IBM Plex Sans"/>
                      </a:endParaRPr>
                    </a:p>
                    <a:p>
                      <a:pPr marL="0" lvl="0" indent="0" algn="l" rtl="0">
                        <a:spcBef>
                          <a:spcPts val="0"/>
                        </a:spcBef>
                        <a:spcAft>
                          <a:spcPts val="0"/>
                        </a:spcAft>
                        <a:buNone/>
                      </a:pPr>
                      <a:r>
                        <a:rPr lang="en" sz="1100">
                          <a:solidFill>
                            <a:schemeClr val="dk1"/>
                          </a:solidFill>
                          <a:latin typeface="IBM Plex Sans"/>
                          <a:ea typeface="IBM Plex Sans"/>
                          <a:cs typeface="IBM Plex Sans"/>
                          <a:sym typeface="IBM Plex Sans"/>
                        </a:rPr>
                        <a:t>Orkes.io (Conductor),</a:t>
                      </a:r>
                      <a:br>
                        <a:rPr lang="en" sz="1100">
                          <a:solidFill>
                            <a:schemeClr val="dk1"/>
                          </a:solidFill>
                          <a:latin typeface="IBM Plex Sans"/>
                          <a:ea typeface="IBM Plex Sans"/>
                          <a:cs typeface="IBM Plex Sans"/>
                          <a:sym typeface="IBM Plex Sans"/>
                        </a:rPr>
                      </a:br>
                      <a:r>
                        <a:rPr lang="en" sz="1100">
                          <a:solidFill>
                            <a:schemeClr val="dk1"/>
                          </a:solidFill>
                          <a:latin typeface="IBM Plex Sans"/>
                          <a:ea typeface="IBM Plex Sans"/>
                          <a:cs typeface="IBM Plex Sans"/>
                          <a:sym typeface="IBM Plex Sans"/>
                        </a:rPr>
                        <a:t>Infinitic.io (Pulsar)</a:t>
                      </a:r>
                      <a:endParaRPr sz="1100">
                        <a:solidFill>
                          <a:schemeClr val="dk1"/>
                        </a:solidFill>
                        <a:latin typeface="IBM Plex Sans"/>
                        <a:ea typeface="IBM Plex Sans"/>
                        <a:cs typeface="IBM Plex Sans"/>
                        <a:sym typeface="IBM Plex Sans"/>
                      </a:endParaRPr>
                    </a:p>
                  </a:txBody>
                  <a:tcPr marL="68575" marR="68575" marT="68575" marB="6857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lvl="0" indent="0" algn="l" rtl="0">
                        <a:spcBef>
                          <a:spcPts val="0"/>
                        </a:spcBef>
                        <a:spcAft>
                          <a:spcPts val="0"/>
                        </a:spcAft>
                        <a:buNone/>
                      </a:pPr>
                      <a:r>
                        <a:rPr lang="en" sz="1100" b="1">
                          <a:solidFill>
                            <a:srgbClr val="FFC600"/>
                          </a:solidFill>
                          <a:latin typeface="IBM Plex Sans"/>
                          <a:ea typeface="IBM Plex Sans"/>
                          <a:cs typeface="IBM Plex Sans"/>
                          <a:sym typeface="IBM Plex Sans"/>
                        </a:rPr>
                        <a:t>Partially</a:t>
                      </a:r>
                      <a:endParaRPr sz="1100" b="1">
                        <a:solidFill>
                          <a:srgbClr val="FFC600"/>
                        </a:solidFill>
                        <a:latin typeface="IBM Plex Sans"/>
                        <a:ea typeface="IBM Plex Sans"/>
                        <a:cs typeface="IBM Plex Sans"/>
                        <a:sym typeface="IBM Plex Sans"/>
                      </a:endParaRPr>
                    </a:p>
                    <a:p>
                      <a:pPr marL="0" lvl="0" indent="0" algn="l" rtl="0">
                        <a:spcBef>
                          <a:spcPts val="0"/>
                        </a:spcBef>
                        <a:spcAft>
                          <a:spcPts val="0"/>
                        </a:spcAft>
                        <a:buNone/>
                      </a:pPr>
                      <a:r>
                        <a:rPr lang="en" sz="1100">
                          <a:solidFill>
                            <a:schemeClr val="lt1"/>
                          </a:solidFill>
                          <a:latin typeface="IBM Plex Sans"/>
                          <a:ea typeface="IBM Plex Sans"/>
                          <a:cs typeface="IBM Plex Sans"/>
                          <a:sym typeface="IBM Plex Sans"/>
                        </a:rPr>
                        <a:t>Camunda is more powerful</a:t>
                      </a:r>
                      <a:endParaRPr sz="1100">
                        <a:solidFill>
                          <a:schemeClr val="lt1"/>
                        </a:solidFill>
                        <a:latin typeface="IBM Plex Sans"/>
                        <a:ea typeface="IBM Plex Sans"/>
                        <a:cs typeface="IBM Plex Sans"/>
                        <a:sym typeface="IBM Plex Sans"/>
                      </a:endParaRPr>
                    </a:p>
                  </a:txBody>
                  <a:tcPr marL="68575" marR="68575" marT="68575" marB="6857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lvl="0" indent="0" algn="l" rtl="0">
                        <a:spcBef>
                          <a:spcPts val="0"/>
                        </a:spcBef>
                        <a:spcAft>
                          <a:spcPts val="0"/>
                        </a:spcAft>
                        <a:buNone/>
                      </a:pPr>
                      <a:r>
                        <a:rPr lang="en" sz="1000">
                          <a:solidFill>
                            <a:schemeClr val="dk1"/>
                          </a:solidFill>
                          <a:latin typeface="IBM Plex Sans"/>
                          <a:ea typeface="IBM Plex Sans"/>
                          <a:cs typeface="IBM Plex Sans"/>
                          <a:sym typeface="IBM Plex Sans"/>
                        </a:rPr>
                        <a:t>Camunda invokes components, services, activities, and functions in synchronous and asynchronous sequences across all types of endpoints while enabling Human Task Orchestration.</a:t>
                      </a:r>
                      <a:endParaRPr sz="1000">
                        <a:solidFill>
                          <a:schemeClr val="dk1"/>
                        </a:solidFill>
                        <a:latin typeface="IBM Plex Sans"/>
                        <a:ea typeface="IBM Plex Sans"/>
                        <a:cs typeface="IBM Plex Sans"/>
                        <a:sym typeface="IBM Plex Sans"/>
                      </a:endParaRPr>
                    </a:p>
                  </a:txBody>
                  <a:tcPr marL="68575" marR="68575" marT="68575" marB="6857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extLst>
                  <a:ext uri="{0D108BD9-81ED-4DB2-BD59-A6C34878D82A}">
                    <a16:rowId xmlns:a16="http://schemas.microsoft.com/office/drawing/2014/main" val="10002"/>
                  </a:ext>
                </a:extLst>
              </a:tr>
              <a:tr h="777225">
                <a:tc>
                  <a:txBody>
                    <a:bodyPr/>
                    <a:lstStyle/>
                    <a:p>
                      <a:pPr marL="0" lvl="0" indent="0" algn="l" rtl="0">
                        <a:spcBef>
                          <a:spcPts val="0"/>
                        </a:spcBef>
                        <a:spcAft>
                          <a:spcPts val="0"/>
                        </a:spcAft>
                        <a:buNone/>
                      </a:pPr>
                      <a:r>
                        <a:rPr lang="en" sz="1100" b="1">
                          <a:solidFill>
                            <a:schemeClr val="dk1"/>
                          </a:solidFill>
                          <a:latin typeface="IBM Plex Sans"/>
                          <a:ea typeface="IBM Plex Sans"/>
                          <a:cs typeface="IBM Plex Sans"/>
                          <a:sym typeface="IBM Plex Sans"/>
                        </a:rPr>
                        <a:t>RPA</a:t>
                      </a:r>
                      <a:endParaRPr sz="1100" b="1">
                        <a:solidFill>
                          <a:schemeClr val="dk1"/>
                        </a:solidFill>
                        <a:latin typeface="IBM Plex Sans"/>
                        <a:ea typeface="IBM Plex Sans"/>
                        <a:cs typeface="IBM Plex Sans"/>
                        <a:sym typeface="IBM Plex Sans"/>
                      </a:endParaRPr>
                    </a:p>
                  </a:txBody>
                  <a:tcPr marL="68575" marR="68575" marT="68575" marB="6857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lvl="0" indent="0" algn="l" rtl="0">
                        <a:spcBef>
                          <a:spcPts val="0"/>
                        </a:spcBef>
                        <a:spcAft>
                          <a:spcPts val="0"/>
                        </a:spcAft>
                        <a:buNone/>
                      </a:pPr>
                      <a:r>
                        <a:rPr lang="en" sz="1100">
                          <a:solidFill>
                            <a:schemeClr val="dk1"/>
                          </a:solidFill>
                          <a:latin typeface="IBM Plex Sans"/>
                          <a:ea typeface="IBM Plex Sans"/>
                          <a:cs typeface="IBM Plex Sans"/>
                          <a:sym typeface="IBM Plex Sans"/>
                        </a:rPr>
                        <a:t>UiPath, Blueprism, Automation Anywhere</a:t>
                      </a:r>
                      <a:endParaRPr sz="1100">
                        <a:solidFill>
                          <a:schemeClr val="dk1"/>
                        </a:solidFill>
                        <a:latin typeface="IBM Plex Sans"/>
                        <a:ea typeface="IBM Plex Sans"/>
                        <a:cs typeface="IBM Plex Sans"/>
                        <a:sym typeface="IBM Plex Sans"/>
                      </a:endParaRPr>
                    </a:p>
                  </a:txBody>
                  <a:tcPr marL="68575" marR="68575" marT="68575" marB="6857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lvl="0" indent="0" algn="l" rtl="0">
                        <a:spcBef>
                          <a:spcPts val="0"/>
                        </a:spcBef>
                        <a:spcAft>
                          <a:spcPts val="0"/>
                        </a:spcAft>
                        <a:buNone/>
                      </a:pPr>
                      <a:r>
                        <a:rPr lang="en" sz="1100" b="1">
                          <a:solidFill>
                            <a:schemeClr val="accent5"/>
                          </a:solidFill>
                          <a:latin typeface="IBM Plex Sans"/>
                          <a:ea typeface="IBM Plex Sans"/>
                          <a:cs typeface="IBM Plex Sans"/>
                          <a:sym typeface="IBM Plex Sans"/>
                        </a:rPr>
                        <a:t>No</a:t>
                      </a:r>
                      <a:endParaRPr sz="1100" b="1">
                        <a:solidFill>
                          <a:schemeClr val="accent5"/>
                        </a:solidFill>
                        <a:latin typeface="IBM Plex Sans"/>
                        <a:ea typeface="IBM Plex Sans"/>
                        <a:cs typeface="IBM Plex Sans"/>
                        <a:sym typeface="IBM Plex Sans"/>
                      </a:endParaRPr>
                    </a:p>
                    <a:p>
                      <a:pPr marL="0" lvl="0" indent="0" algn="l" rtl="0">
                        <a:spcBef>
                          <a:spcPts val="0"/>
                        </a:spcBef>
                        <a:spcAft>
                          <a:spcPts val="0"/>
                        </a:spcAft>
                        <a:buNone/>
                      </a:pPr>
                      <a:r>
                        <a:rPr lang="en" sz="1100">
                          <a:solidFill>
                            <a:schemeClr val="lt1"/>
                          </a:solidFill>
                          <a:latin typeface="IBM Plex Sans"/>
                          <a:ea typeface="IBM Plex Sans"/>
                          <a:cs typeface="IBM Plex Sans"/>
                          <a:sym typeface="IBM Plex Sans"/>
                        </a:rPr>
                        <a:t>Complementary</a:t>
                      </a:r>
                      <a:endParaRPr sz="1100">
                        <a:solidFill>
                          <a:schemeClr val="lt1"/>
                        </a:solidFill>
                        <a:latin typeface="IBM Plex Sans"/>
                        <a:ea typeface="IBM Plex Sans"/>
                        <a:cs typeface="IBM Plex Sans"/>
                        <a:sym typeface="IBM Plex Sans"/>
                      </a:endParaRPr>
                    </a:p>
                  </a:txBody>
                  <a:tcPr marL="68575" marR="68575" marT="68575" marB="6857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lvl="0" indent="0" algn="l" rtl="0">
                        <a:spcBef>
                          <a:spcPts val="0"/>
                        </a:spcBef>
                        <a:spcAft>
                          <a:spcPts val="0"/>
                        </a:spcAft>
                        <a:buNone/>
                      </a:pPr>
                      <a:r>
                        <a:rPr lang="en" sz="1000">
                          <a:solidFill>
                            <a:schemeClr val="dk1"/>
                          </a:solidFill>
                          <a:latin typeface="IBM Plex Sans"/>
                          <a:ea typeface="IBM Plex Sans"/>
                          <a:cs typeface="IBM Plex Sans"/>
                          <a:sym typeface="IBM Plex Sans"/>
                        </a:rPr>
                        <a:t>Camunda complements RPA by orchestrating RPA Bots along with all other endpoints (APIs, rules, AI/ML, humans) enabling complete control and visibility across end-to-end operations.</a:t>
                      </a:r>
                      <a:endParaRPr sz="1000">
                        <a:solidFill>
                          <a:schemeClr val="dk1"/>
                        </a:solidFill>
                        <a:latin typeface="IBM Plex Sans"/>
                        <a:ea typeface="IBM Plex Sans"/>
                        <a:cs typeface="IBM Plex Sans"/>
                        <a:sym typeface="IBM Plex Sans"/>
                      </a:endParaRPr>
                    </a:p>
                  </a:txBody>
                  <a:tcPr marL="68575" marR="68575" marT="68575" marB="6857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extLst>
                  <a:ext uri="{0D108BD9-81ED-4DB2-BD59-A6C34878D82A}">
                    <a16:rowId xmlns:a16="http://schemas.microsoft.com/office/drawing/2014/main" val="10003"/>
                  </a:ext>
                </a:extLst>
              </a:tr>
              <a:tr h="617200">
                <a:tc>
                  <a:txBody>
                    <a:bodyPr/>
                    <a:lstStyle/>
                    <a:p>
                      <a:pPr marL="0" lvl="0" indent="0" algn="l" rtl="0">
                        <a:spcBef>
                          <a:spcPts val="0"/>
                        </a:spcBef>
                        <a:spcAft>
                          <a:spcPts val="0"/>
                        </a:spcAft>
                        <a:buNone/>
                      </a:pPr>
                      <a:r>
                        <a:rPr lang="en" sz="1100" b="1">
                          <a:solidFill>
                            <a:schemeClr val="dk1"/>
                          </a:solidFill>
                          <a:latin typeface="IBM Plex Sans"/>
                          <a:ea typeface="IBM Plex Sans"/>
                          <a:cs typeface="IBM Plex Sans"/>
                          <a:sym typeface="IBM Plex Sans"/>
                        </a:rPr>
                        <a:t>Process Mining</a:t>
                      </a:r>
                      <a:endParaRPr sz="1100" b="1">
                        <a:solidFill>
                          <a:schemeClr val="dk1"/>
                        </a:solidFill>
                        <a:latin typeface="IBM Plex Sans"/>
                        <a:ea typeface="IBM Plex Sans"/>
                        <a:cs typeface="IBM Plex Sans"/>
                        <a:sym typeface="IBM Plex Sans"/>
                      </a:endParaRPr>
                    </a:p>
                  </a:txBody>
                  <a:tcPr marL="68575" marR="68575" marT="68575" marB="6857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lvl="0" indent="0" algn="l" rtl="0">
                        <a:spcBef>
                          <a:spcPts val="0"/>
                        </a:spcBef>
                        <a:spcAft>
                          <a:spcPts val="0"/>
                        </a:spcAft>
                        <a:buNone/>
                      </a:pPr>
                      <a:r>
                        <a:rPr lang="en" sz="1100">
                          <a:solidFill>
                            <a:schemeClr val="dk1"/>
                          </a:solidFill>
                          <a:latin typeface="IBM Plex Sans"/>
                          <a:ea typeface="IBM Plex Sans"/>
                          <a:cs typeface="IBM Plex Sans"/>
                          <a:sym typeface="IBM Plex Sans"/>
                        </a:rPr>
                        <a:t>Celonis</a:t>
                      </a:r>
                      <a:endParaRPr sz="1100">
                        <a:solidFill>
                          <a:schemeClr val="dk1"/>
                        </a:solidFill>
                        <a:latin typeface="IBM Plex Sans"/>
                        <a:ea typeface="IBM Plex Sans"/>
                        <a:cs typeface="IBM Plex Sans"/>
                        <a:sym typeface="IBM Plex Sans"/>
                      </a:endParaRPr>
                    </a:p>
                  </a:txBody>
                  <a:tcPr marL="68575" marR="68575" marT="68575" marB="6857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lvl="0" indent="0" algn="l" rtl="0">
                        <a:spcBef>
                          <a:spcPts val="0"/>
                        </a:spcBef>
                        <a:spcAft>
                          <a:spcPts val="0"/>
                        </a:spcAft>
                        <a:buNone/>
                      </a:pPr>
                      <a:r>
                        <a:rPr lang="en" sz="1100" b="1">
                          <a:solidFill>
                            <a:schemeClr val="accent5"/>
                          </a:solidFill>
                          <a:latin typeface="IBM Plex Sans"/>
                          <a:ea typeface="IBM Plex Sans"/>
                          <a:cs typeface="IBM Plex Sans"/>
                          <a:sym typeface="IBM Plex Sans"/>
                        </a:rPr>
                        <a:t>No</a:t>
                      </a:r>
                      <a:endParaRPr sz="1100" b="1">
                        <a:solidFill>
                          <a:schemeClr val="accent5"/>
                        </a:solidFill>
                        <a:latin typeface="IBM Plex Sans"/>
                        <a:ea typeface="IBM Plex Sans"/>
                        <a:cs typeface="IBM Plex Sans"/>
                        <a:sym typeface="IBM Plex Sans"/>
                      </a:endParaRPr>
                    </a:p>
                    <a:p>
                      <a:pPr marL="0" lvl="0" indent="0" algn="l" rtl="0">
                        <a:spcBef>
                          <a:spcPts val="0"/>
                        </a:spcBef>
                        <a:spcAft>
                          <a:spcPts val="0"/>
                        </a:spcAft>
                        <a:buClr>
                          <a:schemeClr val="dk1"/>
                        </a:buClr>
                        <a:buSzPts val="800"/>
                        <a:buFont typeface="Arial"/>
                        <a:buNone/>
                      </a:pPr>
                      <a:r>
                        <a:rPr lang="en" sz="1100">
                          <a:solidFill>
                            <a:schemeClr val="lt1"/>
                          </a:solidFill>
                          <a:latin typeface="IBM Plex Sans"/>
                          <a:ea typeface="IBM Plex Sans"/>
                          <a:cs typeface="IBM Plex Sans"/>
                          <a:sym typeface="IBM Plex Sans"/>
                        </a:rPr>
                        <a:t>Complementary</a:t>
                      </a:r>
                      <a:endParaRPr sz="1100" b="1">
                        <a:solidFill>
                          <a:schemeClr val="lt1"/>
                        </a:solidFill>
                        <a:latin typeface="IBM Plex Sans"/>
                        <a:ea typeface="IBM Plex Sans"/>
                        <a:cs typeface="IBM Plex Sans"/>
                        <a:sym typeface="IBM Plex Sans"/>
                      </a:endParaRPr>
                    </a:p>
                  </a:txBody>
                  <a:tcPr marL="68575" marR="68575" marT="68575" marB="6857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lvl="0" indent="0" algn="l" rtl="0">
                        <a:spcBef>
                          <a:spcPts val="0"/>
                        </a:spcBef>
                        <a:spcAft>
                          <a:spcPts val="0"/>
                        </a:spcAft>
                        <a:buNone/>
                      </a:pPr>
                      <a:r>
                        <a:rPr lang="en" sz="1000">
                          <a:solidFill>
                            <a:schemeClr val="dk1"/>
                          </a:solidFill>
                          <a:latin typeface="IBM Plex Sans"/>
                          <a:ea typeface="IBM Plex Sans"/>
                          <a:cs typeface="IBM Plex Sans"/>
                          <a:sym typeface="IBM Plex Sans"/>
                        </a:rPr>
                        <a:t>Camunda consumes Process Mining artifacts to enable process automation across end-to-end operations.</a:t>
                      </a:r>
                      <a:endParaRPr sz="1000">
                        <a:solidFill>
                          <a:schemeClr val="dk1"/>
                        </a:solidFill>
                        <a:latin typeface="IBM Plex Sans"/>
                        <a:ea typeface="IBM Plex Sans"/>
                        <a:cs typeface="IBM Plex Sans"/>
                        <a:sym typeface="IBM Plex Sans"/>
                      </a:endParaRPr>
                    </a:p>
                  </a:txBody>
                  <a:tcPr marL="68575" marR="68575" marT="68575" marB="6857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extLst>
                  <a:ext uri="{0D108BD9-81ED-4DB2-BD59-A6C34878D82A}">
                    <a16:rowId xmlns:a16="http://schemas.microsoft.com/office/drawing/2014/main" val="10004"/>
                  </a:ext>
                </a:extLst>
              </a:tr>
              <a:tr h="777225">
                <a:tc>
                  <a:txBody>
                    <a:bodyPr/>
                    <a:lstStyle/>
                    <a:p>
                      <a:pPr marL="0" lvl="0" indent="0" algn="l" rtl="0">
                        <a:spcBef>
                          <a:spcPts val="0"/>
                        </a:spcBef>
                        <a:spcAft>
                          <a:spcPts val="0"/>
                        </a:spcAft>
                        <a:buNone/>
                      </a:pPr>
                      <a:r>
                        <a:rPr lang="en" sz="1100" b="1">
                          <a:solidFill>
                            <a:schemeClr val="dk1"/>
                          </a:solidFill>
                          <a:latin typeface="IBM Plex Sans"/>
                          <a:ea typeface="IBM Plex Sans"/>
                          <a:cs typeface="IBM Plex Sans"/>
                          <a:sym typeface="IBM Plex Sans"/>
                        </a:rPr>
                        <a:t>Enterprise Integration</a:t>
                      </a:r>
                      <a:endParaRPr sz="1100" b="1">
                        <a:solidFill>
                          <a:schemeClr val="dk1"/>
                        </a:solidFill>
                        <a:latin typeface="IBM Plex Sans"/>
                        <a:ea typeface="IBM Plex Sans"/>
                        <a:cs typeface="IBM Plex Sans"/>
                        <a:sym typeface="IBM Plex Sans"/>
                      </a:endParaRPr>
                    </a:p>
                  </a:txBody>
                  <a:tcPr marL="68575" marR="68575" marT="68575" marB="6857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lvl="0" indent="0" algn="l" rtl="0">
                        <a:spcBef>
                          <a:spcPts val="0"/>
                        </a:spcBef>
                        <a:spcAft>
                          <a:spcPts val="0"/>
                        </a:spcAft>
                        <a:buNone/>
                      </a:pPr>
                      <a:r>
                        <a:rPr lang="en" sz="1100">
                          <a:solidFill>
                            <a:schemeClr val="dk1"/>
                          </a:solidFill>
                          <a:latin typeface="IBM Plex Sans"/>
                          <a:ea typeface="IBM Plex Sans"/>
                          <a:cs typeface="IBM Plex Sans"/>
                          <a:sym typeface="IBM Plex Sans"/>
                        </a:rPr>
                        <a:t>MuleSoft, Workato, </a:t>
                      </a:r>
                      <a:br>
                        <a:rPr lang="en" sz="1100">
                          <a:solidFill>
                            <a:schemeClr val="dk1"/>
                          </a:solidFill>
                          <a:latin typeface="IBM Plex Sans"/>
                          <a:ea typeface="IBM Plex Sans"/>
                          <a:cs typeface="IBM Plex Sans"/>
                          <a:sym typeface="IBM Plex Sans"/>
                        </a:rPr>
                      </a:br>
                      <a:r>
                        <a:rPr lang="en" sz="1100">
                          <a:solidFill>
                            <a:schemeClr val="dk1"/>
                          </a:solidFill>
                          <a:latin typeface="IBM Plex Sans"/>
                          <a:ea typeface="IBM Plex Sans"/>
                          <a:cs typeface="IBM Plex Sans"/>
                          <a:sym typeface="IBM Plex Sans"/>
                        </a:rPr>
                        <a:t>Boomi</a:t>
                      </a:r>
                      <a:endParaRPr sz="1100">
                        <a:solidFill>
                          <a:schemeClr val="dk1"/>
                        </a:solidFill>
                        <a:latin typeface="IBM Plex Sans"/>
                        <a:ea typeface="IBM Plex Sans"/>
                        <a:cs typeface="IBM Plex Sans"/>
                        <a:sym typeface="IBM Plex Sans"/>
                      </a:endParaRPr>
                    </a:p>
                  </a:txBody>
                  <a:tcPr marL="68575" marR="68575" marT="68575" marB="6857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lvl="0" indent="0" algn="l" rtl="0">
                        <a:spcBef>
                          <a:spcPts val="0"/>
                        </a:spcBef>
                        <a:spcAft>
                          <a:spcPts val="0"/>
                        </a:spcAft>
                        <a:buNone/>
                      </a:pPr>
                      <a:r>
                        <a:rPr lang="en" sz="1100" b="1">
                          <a:solidFill>
                            <a:schemeClr val="accent5"/>
                          </a:solidFill>
                          <a:latin typeface="IBM Plex Sans"/>
                          <a:ea typeface="IBM Plex Sans"/>
                          <a:cs typeface="IBM Plex Sans"/>
                          <a:sym typeface="IBM Plex Sans"/>
                        </a:rPr>
                        <a:t>No</a:t>
                      </a:r>
                      <a:endParaRPr sz="1100" b="1">
                        <a:solidFill>
                          <a:schemeClr val="accent5"/>
                        </a:solidFill>
                        <a:latin typeface="IBM Plex Sans"/>
                        <a:ea typeface="IBM Plex Sans"/>
                        <a:cs typeface="IBM Plex Sans"/>
                        <a:sym typeface="IBM Plex Sans"/>
                      </a:endParaRPr>
                    </a:p>
                    <a:p>
                      <a:pPr marL="0" lvl="0" indent="0" algn="l" rtl="0">
                        <a:spcBef>
                          <a:spcPts val="0"/>
                        </a:spcBef>
                        <a:spcAft>
                          <a:spcPts val="0"/>
                        </a:spcAft>
                        <a:buClr>
                          <a:schemeClr val="dk1"/>
                        </a:buClr>
                        <a:buSzPts val="800"/>
                        <a:buFont typeface="Arial"/>
                        <a:buNone/>
                      </a:pPr>
                      <a:r>
                        <a:rPr lang="en" sz="1100">
                          <a:solidFill>
                            <a:schemeClr val="lt1"/>
                          </a:solidFill>
                          <a:latin typeface="IBM Plex Sans"/>
                          <a:ea typeface="IBM Plex Sans"/>
                          <a:cs typeface="IBM Plex Sans"/>
                          <a:sym typeface="IBM Plex Sans"/>
                        </a:rPr>
                        <a:t>Complementary</a:t>
                      </a:r>
                      <a:endParaRPr sz="1100" b="1">
                        <a:solidFill>
                          <a:schemeClr val="lt1"/>
                        </a:solidFill>
                        <a:latin typeface="IBM Plex Sans"/>
                        <a:ea typeface="IBM Plex Sans"/>
                        <a:cs typeface="IBM Plex Sans"/>
                        <a:sym typeface="IBM Plex Sans"/>
                      </a:endParaRPr>
                    </a:p>
                  </a:txBody>
                  <a:tcPr marL="68575" marR="68575" marT="68575" marB="6857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lvl="0" indent="0" algn="l" rtl="0">
                        <a:spcBef>
                          <a:spcPts val="0"/>
                        </a:spcBef>
                        <a:spcAft>
                          <a:spcPts val="0"/>
                        </a:spcAft>
                        <a:buNone/>
                      </a:pPr>
                      <a:r>
                        <a:rPr lang="en" sz="1000">
                          <a:solidFill>
                            <a:schemeClr val="dk1"/>
                          </a:solidFill>
                          <a:latin typeface="IBM Plex Sans"/>
                          <a:ea typeface="IBM Plex Sans"/>
                          <a:cs typeface="IBM Plex Sans"/>
                          <a:sym typeface="IBM Plex Sans"/>
                        </a:rPr>
                        <a:t>Camunda leverages Enterprise Integration tools to extend point-to-point application integration flows to enable end-to-end process orchestration with complete visibility and control. </a:t>
                      </a:r>
                      <a:endParaRPr sz="1000">
                        <a:solidFill>
                          <a:schemeClr val="dk1"/>
                        </a:solidFill>
                        <a:latin typeface="IBM Plex Sans"/>
                        <a:ea typeface="IBM Plex Sans"/>
                        <a:cs typeface="IBM Plex Sans"/>
                        <a:sym typeface="IBM Plex Sans"/>
                      </a:endParaRPr>
                    </a:p>
                  </a:txBody>
                  <a:tcPr marL="68575" marR="68575" marT="68575" marB="6857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cxnSp>
        <p:nvCxnSpPr>
          <p:cNvPr id="1709" name="Google Shape;1709;p109"/>
          <p:cNvCxnSpPr/>
          <p:nvPr/>
        </p:nvCxnSpPr>
        <p:spPr>
          <a:xfrm>
            <a:off x="367575" y="2073613"/>
            <a:ext cx="8408700" cy="0"/>
          </a:xfrm>
          <a:prstGeom prst="straightConnector1">
            <a:avLst/>
          </a:prstGeom>
          <a:noFill/>
          <a:ln w="9525" cap="flat" cmpd="sng">
            <a:solidFill>
              <a:schemeClr val="accent5"/>
            </a:solidFill>
            <a:prstDash val="solid"/>
            <a:round/>
            <a:headEnd type="none" w="med" len="med"/>
            <a:tailEnd type="none" w="med" len="med"/>
          </a:ln>
        </p:spPr>
      </p:cxnSp>
      <p:cxnSp>
        <p:nvCxnSpPr>
          <p:cNvPr id="1710" name="Google Shape;1710;p109"/>
          <p:cNvCxnSpPr/>
          <p:nvPr/>
        </p:nvCxnSpPr>
        <p:spPr>
          <a:xfrm>
            <a:off x="367575" y="2882613"/>
            <a:ext cx="8408700" cy="0"/>
          </a:xfrm>
          <a:prstGeom prst="straightConnector1">
            <a:avLst/>
          </a:prstGeom>
          <a:noFill/>
          <a:ln w="9525" cap="flat" cmpd="sng">
            <a:solidFill>
              <a:schemeClr val="accent5"/>
            </a:solidFill>
            <a:prstDash val="solid"/>
            <a:round/>
            <a:headEnd type="none" w="med" len="med"/>
            <a:tailEnd type="none" w="med" len="med"/>
          </a:ln>
        </p:spPr>
      </p:cxnSp>
      <p:cxnSp>
        <p:nvCxnSpPr>
          <p:cNvPr id="1711" name="Google Shape;1711;p109"/>
          <p:cNvCxnSpPr/>
          <p:nvPr/>
        </p:nvCxnSpPr>
        <p:spPr>
          <a:xfrm>
            <a:off x="367575" y="3537913"/>
            <a:ext cx="8408700" cy="0"/>
          </a:xfrm>
          <a:prstGeom prst="straightConnector1">
            <a:avLst/>
          </a:prstGeom>
          <a:noFill/>
          <a:ln w="9525" cap="flat" cmpd="sng">
            <a:solidFill>
              <a:schemeClr val="accent5"/>
            </a:solidFill>
            <a:prstDash val="solid"/>
            <a:round/>
            <a:headEnd type="none" w="med" len="med"/>
            <a:tailEnd type="none" w="med" len="med"/>
          </a:ln>
        </p:spPr>
      </p:cxnSp>
      <p:cxnSp>
        <p:nvCxnSpPr>
          <p:cNvPr id="1712" name="Google Shape;1712;p109"/>
          <p:cNvCxnSpPr/>
          <p:nvPr/>
        </p:nvCxnSpPr>
        <p:spPr>
          <a:xfrm>
            <a:off x="367575" y="4254188"/>
            <a:ext cx="8408700" cy="0"/>
          </a:xfrm>
          <a:prstGeom prst="straightConnector1">
            <a:avLst/>
          </a:prstGeom>
          <a:noFill/>
          <a:ln w="9525" cap="flat" cmpd="sng">
            <a:solidFill>
              <a:schemeClr val="accent5"/>
            </a:solidFill>
            <a:prstDash val="solid"/>
            <a:round/>
            <a:headEnd type="none" w="med" len="med"/>
            <a:tailEnd type="none" w="med" len="med"/>
          </a:ln>
        </p:spPr>
      </p:cxnSp>
      <p:sp>
        <p:nvSpPr>
          <p:cNvPr id="1713" name="Google Shape;1713;p109"/>
          <p:cNvSpPr txBox="1">
            <a:spLocks noGrp="1"/>
          </p:cNvSpPr>
          <p:nvPr>
            <p:ph type="title"/>
          </p:nvPr>
        </p:nvSpPr>
        <p:spPr>
          <a:xfrm>
            <a:off x="371475" y="257176"/>
            <a:ext cx="8400900" cy="5490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en"/>
              <a:t>Market Landscape</a:t>
            </a:r>
            <a:endParaRPr/>
          </a:p>
        </p:txBody>
      </p:sp>
      <p:cxnSp>
        <p:nvCxnSpPr>
          <p:cNvPr id="1714" name="Google Shape;1714;p109"/>
          <p:cNvCxnSpPr/>
          <p:nvPr/>
        </p:nvCxnSpPr>
        <p:spPr>
          <a:xfrm>
            <a:off x="3175813" y="1846325"/>
            <a:ext cx="1493400" cy="0"/>
          </a:xfrm>
          <a:prstGeom prst="straightConnector1">
            <a:avLst/>
          </a:prstGeom>
          <a:noFill/>
          <a:ln w="9525" cap="flat" cmpd="sng">
            <a:solidFill>
              <a:srgbClr val="666666"/>
            </a:solidFill>
            <a:prstDash val="solid"/>
            <a:round/>
            <a:headEnd type="none" w="med" len="med"/>
            <a:tailEnd type="none" w="med" len="med"/>
          </a:ln>
        </p:spPr>
      </p:cxnSp>
      <p:cxnSp>
        <p:nvCxnSpPr>
          <p:cNvPr id="1715" name="Google Shape;1715;p109"/>
          <p:cNvCxnSpPr/>
          <p:nvPr/>
        </p:nvCxnSpPr>
        <p:spPr>
          <a:xfrm>
            <a:off x="3172513" y="2730225"/>
            <a:ext cx="1493400" cy="0"/>
          </a:xfrm>
          <a:prstGeom prst="straightConnector1">
            <a:avLst/>
          </a:prstGeom>
          <a:noFill/>
          <a:ln w="9525" cap="flat" cmpd="sng">
            <a:solidFill>
              <a:srgbClr val="666666"/>
            </a:solidFill>
            <a:prstDash val="solid"/>
            <a:round/>
            <a:headEnd type="none" w="med" len="med"/>
            <a:tailEnd type="none" w="med" len="med"/>
          </a:ln>
        </p:spPr>
      </p:cxnSp>
      <p:cxnSp>
        <p:nvCxnSpPr>
          <p:cNvPr id="1716" name="Google Shape;1716;p109"/>
          <p:cNvCxnSpPr/>
          <p:nvPr/>
        </p:nvCxnSpPr>
        <p:spPr>
          <a:xfrm>
            <a:off x="3172513" y="3537925"/>
            <a:ext cx="1493400" cy="0"/>
          </a:xfrm>
          <a:prstGeom prst="straightConnector1">
            <a:avLst/>
          </a:prstGeom>
          <a:noFill/>
          <a:ln w="9525" cap="flat" cmpd="sng">
            <a:solidFill>
              <a:srgbClr val="666666"/>
            </a:solidFill>
            <a:prstDash val="solid"/>
            <a:round/>
            <a:headEnd type="none" w="med" len="med"/>
            <a:tailEnd type="none" w="med" len="med"/>
          </a:ln>
        </p:spPr>
      </p:cxnSp>
      <p:cxnSp>
        <p:nvCxnSpPr>
          <p:cNvPr id="1717" name="Google Shape;1717;p109"/>
          <p:cNvCxnSpPr/>
          <p:nvPr/>
        </p:nvCxnSpPr>
        <p:spPr>
          <a:xfrm>
            <a:off x="3175813" y="4178000"/>
            <a:ext cx="1493400" cy="0"/>
          </a:xfrm>
          <a:prstGeom prst="straightConnector1">
            <a:avLst/>
          </a:prstGeom>
          <a:noFill/>
          <a:ln w="9525" cap="flat" cmpd="sng">
            <a:solidFill>
              <a:srgbClr val="666666"/>
            </a:solidFill>
            <a:prstDash val="solid"/>
            <a:round/>
            <a:headEnd type="none" w="med" len="med"/>
            <a:tailEnd type="none" w="med" len="med"/>
          </a:ln>
        </p:spPr>
      </p:cxn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722"/>
        <p:cNvGrpSpPr/>
        <p:nvPr/>
      </p:nvGrpSpPr>
      <p:grpSpPr>
        <a:xfrm>
          <a:off x="0" y="0"/>
          <a:ext cx="0" cy="0"/>
          <a:chOff x="0" y="0"/>
          <a:chExt cx="0" cy="0"/>
        </a:xfrm>
      </p:grpSpPr>
      <p:graphicFrame>
        <p:nvGraphicFramePr>
          <p:cNvPr id="1723" name="Google Shape;1723;p110"/>
          <p:cNvGraphicFramePr/>
          <p:nvPr>
            <p:extLst>
              <p:ext uri="{D42A27DB-BD31-4B8C-83A1-F6EECF244321}">
                <p14:modId xmlns:p14="http://schemas.microsoft.com/office/powerpoint/2010/main" val="1559934203"/>
              </p:ext>
            </p:extLst>
          </p:nvPr>
        </p:nvGraphicFramePr>
        <p:xfrm>
          <a:off x="325426" y="1038521"/>
          <a:ext cx="8305458" cy="3201874"/>
        </p:xfrm>
        <a:graphic>
          <a:graphicData uri="http://schemas.openxmlformats.org/drawingml/2006/table">
            <a:tbl>
              <a:tblPr>
                <a:noFill/>
                <a:tableStyleId>{4110BCFB-72FB-4699-8420-4C35CFDD8A85}</a:tableStyleId>
              </a:tblPr>
              <a:tblGrid>
                <a:gridCol w="1951565">
                  <a:extLst>
                    <a:ext uri="{9D8B030D-6E8A-4147-A177-3AD203B41FA5}">
                      <a16:colId xmlns:a16="http://schemas.microsoft.com/office/drawing/2014/main" val="20000"/>
                    </a:ext>
                  </a:extLst>
                </a:gridCol>
                <a:gridCol w="4669818">
                  <a:extLst>
                    <a:ext uri="{9D8B030D-6E8A-4147-A177-3AD203B41FA5}">
                      <a16:colId xmlns:a16="http://schemas.microsoft.com/office/drawing/2014/main" val="20001"/>
                    </a:ext>
                  </a:extLst>
                </a:gridCol>
                <a:gridCol w="1684075">
                  <a:extLst>
                    <a:ext uri="{9D8B030D-6E8A-4147-A177-3AD203B41FA5}">
                      <a16:colId xmlns:a16="http://schemas.microsoft.com/office/drawing/2014/main" val="20002"/>
                    </a:ext>
                  </a:extLst>
                </a:gridCol>
              </a:tblGrid>
              <a:tr h="321125">
                <a:tc>
                  <a:txBody>
                    <a:bodyPr/>
                    <a:lstStyle/>
                    <a:p>
                      <a:pPr marL="0" lvl="0" indent="0" algn="l" rtl="0">
                        <a:spcBef>
                          <a:spcPts val="0"/>
                        </a:spcBef>
                        <a:spcAft>
                          <a:spcPts val="0"/>
                        </a:spcAft>
                        <a:buNone/>
                      </a:pPr>
                      <a:r>
                        <a:rPr lang="en" sz="1300" b="1" dirty="0">
                          <a:solidFill>
                            <a:schemeClr val="lt1"/>
                          </a:solidFill>
                        </a:rPr>
                        <a:t>Cost Effective </a:t>
                      </a:r>
                      <a:endParaRPr sz="1300" b="1" dirty="0">
                        <a:solidFill>
                          <a:schemeClr val="lt1"/>
                        </a:solidFill>
                      </a:endParaRPr>
                    </a:p>
                    <a:p>
                      <a:pPr marL="0" lvl="0" indent="0" algn="l" rtl="0">
                        <a:spcBef>
                          <a:spcPts val="0"/>
                        </a:spcBef>
                        <a:spcAft>
                          <a:spcPts val="0"/>
                        </a:spcAft>
                        <a:buNone/>
                      </a:pPr>
                      <a:r>
                        <a:rPr lang="en" sz="1300" b="1" dirty="0">
                          <a:solidFill>
                            <a:schemeClr val="lt1"/>
                          </a:solidFill>
                        </a:rPr>
                        <a:t>(Open Source)</a:t>
                      </a:r>
                      <a:endParaRPr sz="1300" b="1" dirty="0">
                        <a:solidFill>
                          <a:schemeClr val="lt1"/>
                        </a:solidFill>
                      </a:endParaRPr>
                    </a:p>
                  </a:txBody>
                  <a:tcPr marL="68575" marR="68575" marT="68575" marB="68575">
                    <a:solidFill>
                      <a:schemeClr val="accent5"/>
                    </a:solidFill>
                  </a:tcPr>
                </a:tc>
                <a:tc>
                  <a:txBody>
                    <a:bodyPr/>
                    <a:lstStyle/>
                    <a:p>
                      <a:pPr marL="0" lvl="0" indent="0" algn="l" rtl="0">
                        <a:lnSpc>
                          <a:spcPct val="90000"/>
                        </a:lnSpc>
                        <a:spcBef>
                          <a:spcPts val="0"/>
                        </a:spcBef>
                        <a:spcAft>
                          <a:spcPts val="500"/>
                        </a:spcAft>
                        <a:buNone/>
                      </a:pPr>
                      <a:r>
                        <a:rPr lang="en" sz="1100" dirty="0">
                          <a:solidFill>
                            <a:schemeClr val="dk1"/>
                          </a:solidFill>
                        </a:rPr>
                        <a:t>Organizations reduce costs (e.g., license, maintenance, infrastructure, development) while accelerating SDLC</a:t>
                      </a:r>
                      <a:endParaRPr sz="1100" dirty="0"/>
                    </a:p>
                  </a:txBody>
                  <a:tcPr marL="68575" marR="68575" marT="68575" marB="68575"/>
                </a:tc>
                <a:tc rowSpan="5">
                  <a:txBody>
                    <a:bodyPr/>
                    <a:lstStyle/>
                    <a:p>
                      <a:pPr marL="182880" lvl="0" indent="-109219" algn="l" rtl="0">
                        <a:lnSpc>
                          <a:spcPct val="90000"/>
                        </a:lnSpc>
                        <a:spcBef>
                          <a:spcPts val="0"/>
                        </a:spcBef>
                        <a:spcAft>
                          <a:spcPts val="0"/>
                        </a:spcAft>
                        <a:buClr>
                          <a:schemeClr val="accent5"/>
                        </a:buClr>
                        <a:buSzPts val="1000"/>
                        <a:buChar char="●"/>
                      </a:pPr>
                      <a:r>
                        <a:rPr lang="en" sz="1200" dirty="0">
                          <a:solidFill>
                            <a:schemeClr val="dk1"/>
                          </a:solidFill>
                        </a:rPr>
                        <a:t>Time to Value</a:t>
                      </a:r>
                      <a:endParaRPr sz="1200" dirty="0">
                        <a:solidFill>
                          <a:schemeClr val="dk1"/>
                        </a:solidFill>
                      </a:endParaRPr>
                    </a:p>
                    <a:p>
                      <a:pPr marL="182880" lvl="0" indent="-109219" algn="l" rtl="0">
                        <a:lnSpc>
                          <a:spcPct val="90000"/>
                        </a:lnSpc>
                        <a:spcBef>
                          <a:spcPts val="0"/>
                        </a:spcBef>
                        <a:spcAft>
                          <a:spcPts val="0"/>
                        </a:spcAft>
                        <a:buClr>
                          <a:schemeClr val="accent5"/>
                        </a:buClr>
                        <a:buSzPts val="1000"/>
                        <a:buChar char="●"/>
                      </a:pPr>
                      <a:r>
                        <a:rPr lang="en" sz="1200" dirty="0">
                          <a:solidFill>
                            <a:schemeClr val="dk1"/>
                          </a:solidFill>
                        </a:rPr>
                        <a:t>Business Agility</a:t>
                      </a:r>
                      <a:endParaRPr sz="1200" dirty="0">
                        <a:solidFill>
                          <a:schemeClr val="dk1"/>
                        </a:solidFill>
                      </a:endParaRPr>
                    </a:p>
                    <a:p>
                      <a:pPr marL="182880" lvl="0" indent="-109219" algn="l" rtl="0">
                        <a:lnSpc>
                          <a:spcPct val="90000"/>
                        </a:lnSpc>
                        <a:spcBef>
                          <a:spcPts val="0"/>
                        </a:spcBef>
                        <a:spcAft>
                          <a:spcPts val="0"/>
                        </a:spcAft>
                        <a:buClr>
                          <a:schemeClr val="accent5"/>
                        </a:buClr>
                        <a:buSzPts val="1000"/>
                        <a:buChar char="●"/>
                      </a:pPr>
                      <a:r>
                        <a:rPr lang="en" sz="1200" dirty="0">
                          <a:solidFill>
                            <a:schemeClr val="dk1"/>
                          </a:solidFill>
                        </a:rPr>
                        <a:t>Business Autonomy</a:t>
                      </a:r>
                      <a:endParaRPr sz="1200" dirty="0">
                        <a:solidFill>
                          <a:schemeClr val="dk1"/>
                        </a:solidFill>
                      </a:endParaRPr>
                    </a:p>
                    <a:p>
                      <a:pPr marL="182880" lvl="0" indent="-109219" algn="l" rtl="0">
                        <a:lnSpc>
                          <a:spcPct val="90000"/>
                        </a:lnSpc>
                        <a:spcBef>
                          <a:spcPts val="0"/>
                        </a:spcBef>
                        <a:spcAft>
                          <a:spcPts val="0"/>
                        </a:spcAft>
                        <a:buClr>
                          <a:schemeClr val="accent5"/>
                        </a:buClr>
                        <a:buSzPts val="1000"/>
                        <a:buChar char="●"/>
                      </a:pPr>
                      <a:r>
                        <a:rPr lang="en" sz="1200" dirty="0">
                          <a:solidFill>
                            <a:schemeClr val="dk1"/>
                          </a:solidFill>
                        </a:rPr>
                        <a:t>Innovation</a:t>
                      </a:r>
                      <a:endParaRPr sz="1200" dirty="0">
                        <a:solidFill>
                          <a:schemeClr val="dk1"/>
                        </a:solidFill>
                      </a:endParaRPr>
                    </a:p>
                    <a:p>
                      <a:pPr marL="182880" lvl="0" indent="-109219" algn="l" rtl="0">
                        <a:lnSpc>
                          <a:spcPct val="90000"/>
                        </a:lnSpc>
                        <a:spcBef>
                          <a:spcPts val="0"/>
                        </a:spcBef>
                        <a:spcAft>
                          <a:spcPts val="0"/>
                        </a:spcAft>
                        <a:buClr>
                          <a:schemeClr val="accent5"/>
                        </a:buClr>
                        <a:buSzPts val="1000"/>
                        <a:buChar char="●"/>
                      </a:pPr>
                      <a:r>
                        <a:rPr lang="en" sz="1200" dirty="0">
                          <a:solidFill>
                            <a:schemeClr val="dk1"/>
                          </a:solidFill>
                        </a:rPr>
                        <a:t>Flexibility</a:t>
                      </a:r>
                      <a:endParaRPr sz="1200" dirty="0">
                        <a:solidFill>
                          <a:schemeClr val="dk1"/>
                        </a:solidFill>
                      </a:endParaRPr>
                    </a:p>
                  </a:txBody>
                  <a:tcPr marL="68575" marR="68575" marT="68575" marB="68575" anchor="ctr"/>
                </a:tc>
                <a:extLst>
                  <a:ext uri="{0D108BD9-81ED-4DB2-BD59-A6C34878D82A}">
                    <a16:rowId xmlns:a16="http://schemas.microsoft.com/office/drawing/2014/main" val="10000"/>
                  </a:ext>
                </a:extLst>
              </a:tr>
              <a:tr h="380650">
                <a:tc>
                  <a:txBody>
                    <a:bodyPr/>
                    <a:lstStyle/>
                    <a:p>
                      <a:pPr marL="0" lvl="0" indent="0" algn="l" rtl="0">
                        <a:spcBef>
                          <a:spcPts val="0"/>
                        </a:spcBef>
                        <a:spcAft>
                          <a:spcPts val="0"/>
                        </a:spcAft>
                        <a:buNone/>
                      </a:pPr>
                      <a:r>
                        <a:rPr lang="en" sz="1300" b="1">
                          <a:solidFill>
                            <a:schemeClr val="lt1"/>
                          </a:solidFill>
                        </a:rPr>
                        <a:t>Standards-based (BPMN 2.0, DMN 1.3)</a:t>
                      </a:r>
                      <a:endParaRPr sz="1300" b="1">
                        <a:solidFill>
                          <a:schemeClr val="lt1"/>
                        </a:solidFill>
                      </a:endParaRPr>
                    </a:p>
                  </a:txBody>
                  <a:tcPr marL="68575" marR="68575" marT="68575" marB="68575">
                    <a:solidFill>
                      <a:schemeClr val="accent5"/>
                    </a:solidFill>
                  </a:tcPr>
                </a:tc>
                <a:tc>
                  <a:txBody>
                    <a:bodyPr/>
                    <a:lstStyle/>
                    <a:p>
                      <a:pPr marL="0" lvl="0" indent="0" algn="l" rtl="0">
                        <a:lnSpc>
                          <a:spcPct val="90000"/>
                        </a:lnSpc>
                        <a:spcBef>
                          <a:spcPts val="0"/>
                        </a:spcBef>
                        <a:spcAft>
                          <a:spcPts val="500"/>
                        </a:spcAft>
                        <a:buNone/>
                      </a:pPr>
                      <a:r>
                        <a:rPr lang="en" sz="1100" dirty="0">
                          <a:solidFill>
                            <a:schemeClr val="dk1"/>
                          </a:solidFill>
                        </a:rPr>
                        <a:t>Stakeholders more easily learn, use, and collaborate across process design and execution with complete visibility into and control over operations</a:t>
                      </a:r>
                      <a:endParaRPr sz="1100" dirty="0">
                        <a:solidFill>
                          <a:schemeClr val="dk1"/>
                        </a:solidFill>
                      </a:endParaRPr>
                    </a:p>
                  </a:txBody>
                  <a:tcPr marL="68575" marR="68575" marT="68575" marB="68575"/>
                </a:tc>
                <a:tc vMerge="1">
                  <a:txBody>
                    <a:bodyPr/>
                    <a:lstStyle/>
                    <a:p>
                      <a:endParaRPr lang="en-US"/>
                    </a:p>
                  </a:txBody>
                  <a:tcPr/>
                </a:tc>
                <a:extLst>
                  <a:ext uri="{0D108BD9-81ED-4DB2-BD59-A6C34878D82A}">
                    <a16:rowId xmlns:a16="http://schemas.microsoft.com/office/drawing/2014/main" val="10001"/>
                  </a:ext>
                </a:extLst>
              </a:tr>
              <a:tr h="525200">
                <a:tc>
                  <a:txBody>
                    <a:bodyPr/>
                    <a:lstStyle/>
                    <a:p>
                      <a:pPr marL="0" lvl="0" indent="0" algn="l" rtl="0">
                        <a:spcBef>
                          <a:spcPts val="0"/>
                        </a:spcBef>
                        <a:spcAft>
                          <a:spcPts val="0"/>
                        </a:spcAft>
                        <a:buNone/>
                      </a:pPr>
                      <a:r>
                        <a:rPr lang="en" sz="1300" b="1">
                          <a:solidFill>
                            <a:schemeClr val="lt1"/>
                          </a:solidFill>
                        </a:rPr>
                        <a:t>Developer-Friendly (Cloud-Ready)</a:t>
                      </a:r>
                      <a:endParaRPr sz="1300" b="1">
                        <a:solidFill>
                          <a:schemeClr val="lt1"/>
                        </a:solidFill>
                      </a:endParaRPr>
                    </a:p>
                  </a:txBody>
                  <a:tcPr marL="68575" marR="68575" marT="68575" marB="68575">
                    <a:solidFill>
                      <a:schemeClr val="accent5"/>
                    </a:solidFill>
                  </a:tcPr>
                </a:tc>
                <a:tc>
                  <a:txBody>
                    <a:bodyPr/>
                    <a:lstStyle/>
                    <a:p>
                      <a:pPr marL="0" lvl="0" indent="0" algn="l" rtl="0">
                        <a:lnSpc>
                          <a:spcPct val="115000"/>
                        </a:lnSpc>
                        <a:spcBef>
                          <a:spcPts val="1200"/>
                        </a:spcBef>
                        <a:spcAft>
                          <a:spcPts val="1200"/>
                        </a:spcAft>
                        <a:buClr>
                          <a:schemeClr val="dk1"/>
                        </a:buClr>
                        <a:buSzPts val="1100"/>
                        <a:buFont typeface="Arial"/>
                        <a:buNone/>
                      </a:pPr>
                      <a:r>
                        <a:rPr lang="en" sz="1100" dirty="0">
                          <a:solidFill>
                            <a:schemeClr val="dk1"/>
                          </a:solidFill>
                        </a:rPr>
                        <a:t>Developers use their inherent skills (Java, Angular) and tools (Docker, Kubernetes, Kafka, AWS) to quickly build apps orchestrating all types of endpoints (human, system, rules, APIs, microservices, RPA bots) without disrupting existing CI/CD workflows</a:t>
                      </a:r>
                      <a:endParaRPr sz="1100" dirty="0">
                        <a:solidFill>
                          <a:schemeClr val="dk1"/>
                        </a:solidFill>
                      </a:endParaRPr>
                    </a:p>
                  </a:txBody>
                  <a:tcPr marL="68575" marR="68575" marT="68575" marB="68575"/>
                </a:tc>
                <a:tc vMerge="1">
                  <a:txBody>
                    <a:bodyPr/>
                    <a:lstStyle/>
                    <a:p>
                      <a:endParaRPr lang="en-US"/>
                    </a:p>
                  </a:txBody>
                  <a:tcPr/>
                </a:tc>
                <a:extLst>
                  <a:ext uri="{0D108BD9-81ED-4DB2-BD59-A6C34878D82A}">
                    <a16:rowId xmlns:a16="http://schemas.microsoft.com/office/drawing/2014/main" val="10002"/>
                  </a:ext>
                </a:extLst>
              </a:tr>
              <a:tr h="597422">
                <a:tc>
                  <a:txBody>
                    <a:bodyPr/>
                    <a:lstStyle/>
                    <a:p>
                      <a:pPr marL="0" lvl="0" indent="0" algn="l" rtl="0">
                        <a:spcBef>
                          <a:spcPts val="0"/>
                        </a:spcBef>
                        <a:spcAft>
                          <a:spcPts val="0"/>
                        </a:spcAft>
                        <a:buNone/>
                      </a:pPr>
                      <a:r>
                        <a:rPr lang="en" sz="1300" b="1">
                          <a:solidFill>
                            <a:schemeClr val="lt1"/>
                          </a:solidFill>
                        </a:rPr>
                        <a:t>Flexibly-Deployed</a:t>
                      </a:r>
                      <a:endParaRPr sz="1300" b="1">
                        <a:solidFill>
                          <a:schemeClr val="lt1"/>
                        </a:solidFill>
                      </a:endParaRPr>
                    </a:p>
                    <a:p>
                      <a:pPr marL="0" lvl="0" indent="0" algn="l" rtl="0">
                        <a:spcBef>
                          <a:spcPts val="0"/>
                        </a:spcBef>
                        <a:spcAft>
                          <a:spcPts val="0"/>
                        </a:spcAft>
                        <a:buNone/>
                      </a:pPr>
                      <a:r>
                        <a:rPr lang="en" sz="1300" b="1">
                          <a:solidFill>
                            <a:schemeClr val="lt1"/>
                          </a:solidFill>
                        </a:rPr>
                        <a:t>(End-to-End Orchestration)</a:t>
                      </a:r>
                      <a:endParaRPr sz="1300" b="1">
                        <a:solidFill>
                          <a:schemeClr val="lt1"/>
                        </a:solidFill>
                      </a:endParaRPr>
                    </a:p>
                  </a:txBody>
                  <a:tcPr marL="68575" marR="68575" marT="68575" marB="68575">
                    <a:solidFill>
                      <a:schemeClr val="accent5"/>
                    </a:solidFill>
                  </a:tcPr>
                </a:tc>
                <a:tc>
                  <a:txBody>
                    <a:bodyPr/>
                    <a:lstStyle/>
                    <a:p>
                      <a:pPr marL="0" lvl="0" indent="0" algn="l" rtl="0">
                        <a:lnSpc>
                          <a:spcPct val="115000"/>
                        </a:lnSpc>
                        <a:spcBef>
                          <a:spcPts val="1200"/>
                        </a:spcBef>
                        <a:spcAft>
                          <a:spcPts val="1200"/>
                        </a:spcAft>
                        <a:buNone/>
                      </a:pPr>
                      <a:r>
                        <a:rPr lang="en" sz="1100" dirty="0">
                          <a:solidFill>
                            <a:schemeClr val="dk1"/>
                          </a:solidFill>
                        </a:rPr>
                        <a:t>Architects access loosely coupled components that i</a:t>
                      </a:r>
                      <a:r>
                        <a:rPr lang="en" sz="1100" dirty="0"/>
                        <a:t>nvoke components, services, activities, and functions in synchronous and asynchronous sequences across all types of endpoints on-premise or in the cloud</a:t>
                      </a:r>
                      <a:endParaRPr sz="1100" dirty="0">
                        <a:solidFill>
                          <a:schemeClr val="dk1"/>
                        </a:solidFill>
                      </a:endParaRPr>
                    </a:p>
                  </a:txBody>
                  <a:tcPr marL="66675" marR="66675" marT="66675" marB="66675">
                    <a:lnR w="12700" cap="flat" cmpd="sng">
                      <a:solidFill>
                        <a:srgbClr val="9E9E9E"/>
                      </a:solidFill>
                      <a:prstDash val="solid"/>
                      <a:round/>
                      <a:headEnd type="none" w="sm" len="sm"/>
                      <a:tailEnd type="none" w="sm" len="sm"/>
                    </a:lnR>
                    <a:lnB w="12700" cap="flat" cmpd="sng">
                      <a:solidFill>
                        <a:srgbClr val="9E9E9E"/>
                      </a:solidFill>
                      <a:prstDash val="solid"/>
                      <a:round/>
                      <a:headEnd type="none" w="sm" len="sm"/>
                      <a:tailEnd type="none" w="sm" len="sm"/>
                    </a:lnB>
                  </a:tcPr>
                </a:tc>
                <a:tc vMerge="1">
                  <a:txBody>
                    <a:bodyPr/>
                    <a:lstStyle/>
                    <a:p>
                      <a:endParaRPr lang="en-US"/>
                    </a:p>
                  </a:txBody>
                  <a:tcPr/>
                </a:tc>
                <a:extLst>
                  <a:ext uri="{0D108BD9-81ED-4DB2-BD59-A6C34878D82A}">
                    <a16:rowId xmlns:a16="http://schemas.microsoft.com/office/drawing/2014/main" val="10003"/>
                  </a:ext>
                </a:extLst>
              </a:tr>
              <a:tr h="280950">
                <a:tc>
                  <a:txBody>
                    <a:bodyPr/>
                    <a:lstStyle/>
                    <a:p>
                      <a:pPr marL="0" lvl="0" indent="0" algn="l" rtl="0">
                        <a:spcBef>
                          <a:spcPts val="0"/>
                        </a:spcBef>
                        <a:spcAft>
                          <a:spcPts val="0"/>
                        </a:spcAft>
                        <a:buNone/>
                      </a:pPr>
                      <a:r>
                        <a:rPr lang="en" sz="1300" b="1">
                          <a:solidFill>
                            <a:schemeClr val="lt1"/>
                          </a:solidFill>
                        </a:rPr>
                        <a:t>Massively Scalable</a:t>
                      </a:r>
                      <a:endParaRPr sz="1300" b="1">
                        <a:solidFill>
                          <a:schemeClr val="lt1"/>
                        </a:solidFill>
                      </a:endParaRPr>
                    </a:p>
                  </a:txBody>
                  <a:tcPr marL="68575" marR="68575" marT="68575" marB="68575">
                    <a:solidFill>
                      <a:schemeClr val="accent5"/>
                    </a:solidFill>
                  </a:tcPr>
                </a:tc>
                <a:tc>
                  <a:txBody>
                    <a:bodyPr/>
                    <a:lstStyle/>
                    <a:p>
                      <a:pPr marL="0" lvl="0" indent="0" algn="l" rtl="0">
                        <a:lnSpc>
                          <a:spcPct val="90000"/>
                        </a:lnSpc>
                        <a:spcBef>
                          <a:spcPts val="0"/>
                        </a:spcBef>
                        <a:spcAft>
                          <a:spcPts val="500"/>
                        </a:spcAft>
                        <a:buNone/>
                      </a:pPr>
                      <a:r>
                        <a:rPr lang="en" sz="1100" dirty="0">
                          <a:solidFill>
                            <a:schemeClr val="dk1"/>
                          </a:solidFill>
                        </a:rPr>
                        <a:t>Business Lines can grow their business to millions of transactions per day</a:t>
                      </a:r>
                      <a:endParaRPr sz="1100" dirty="0">
                        <a:solidFill>
                          <a:schemeClr val="dk1"/>
                        </a:solidFill>
                      </a:endParaRPr>
                    </a:p>
                  </a:txBody>
                  <a:tcPr marL="68575" marR="68575" marT="68575" marB="68575">
                    <a:lnT w="12700" cap="flat" cmpd="sng">
                      <a:solidFill>
                        <a:srgbClr val="9E9E9E"/>
                      </a:solidFill>
                      <a:prstDash val="solid"/>
                      <a:round/>
                      <a:headEnd type="none" w="sm" len="sm"/>
                      <a:tailEnd type="none" w="sm" len="sm"/>
                    </a:lnT>
                  </a:tcPr>
                </a:tc>
                <a:tc vMerge="1">
                  <a:txBody>
                    <a:bodyPr/>
                    <a:lstStyle/>
                    <a:p>
                      <a:endParaRPr lang="en-US"/>
                    </a:p>
                  </a:txBody>
                  <a:tcPr/>
                </a:tc>
                <a:extLst>
                  <a:ext uri="{0D108BD9-81ED-4DB2-BD59-A6C34878D82A}">
                    <a16:rowId xmlns:a16="http://schemas.microsoft.com/office/drawing/2014/main" val="10004"/>
                  </a:ext>
                </a:extLst>
              </a:tr>
            </a:tbl>
          </a:graphicData>
        </a:graphic>
      </p:graphicFrame>
      <p:sp>
        <p:nvSpPr>
          <p:cNvPr id="1724" name="Google Shape;1724;p110"/>
          <p:cNvSpPr txBox="1">
            <a:spLocks noGrp="1"/>
          </p:cNvSpPr>
          <p:nvPr>
            <p:ph type="title"/>
          </p:nvPr>
        </p:nvSpPr>
        <p:spPr>
          <a:xfrm>
            <a:off x="371475" y="257176"/>
            <a:ext cx="8400900" cy="5490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en"/>
              <a:t>Camunda</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735"/>
        <p:cNvGrpSpPr/>
        <p:nvPr/>
      </p:nvGrpSpPr>
      <p:grpSpPr>
        <a:xfrm>
          <a:off x="0" y="0"/>
          <a:ext cx="0" cy="0"/>
          <a:chOff x="0" y="0"/>
          <a:chExt cx="0" cy="0"/>
        </a:xfrm>
      </p:grpSpPr>
      <p:graphicFrame>
        <p:nvGraphicFramePr>
          <p:cNvPr id="1736" name="Google Shape;1736;p112"/>
          <p:cNvGraphicFramePr/>
          <p:nvPr/>
        </p:nvGraphicFramePr>
        <p:xfrm>
          <a:off x="0" y="-8"/>
          <a:ext cx="9141725" cy="5143550"/>
        </p:xfrm>
        <a:graphic>
          <a:graphicData uri="http://schemas.openxmlformats.org/drawingml/2006/table">
            <a:tbl>
              <a:tblPr>
                <a:noFill/>
                <a:tableStyleId>{4110BCFB-72FB-4699-8420-4C35CFDD8A85}</a:tableStyleId>
              </a:tblPr>
              <a:tblGrid>
                <a:gridCol w="1662975">
                  <a:extLst>
                    <a:ext uri="{9D8B030D-6E8A-4147-A177-3AD203B41FA5}">
                      <a16:colId xmlns:a16="http://schemas.microsoft.com/office/drawing/2014/main" val="20000"/>
                    </a:ext>
                  </a:extLst>
                </a:gridCol>
                <a:gridCol w="3739375">
                  <a:extLst>
                    <a:ext uri="{9D8B030D-6E8A-4147-A177-3AD203B41FA5}">
                      <a16:colId xmlns:a16="http://schemas.microsoft.com/office/drawing/2014/main" val="20001"/>
                    </a:ext>
                  </a:extLst>
                </a:gridCol>
                <a:gridCol w="3739375">
                  <a:extLst>
                    <a:ext uri="{9D8B030D-6E8A-4147-A177-3AD203B41FA5}">
                      <a16:colId xmlns:a16="http://schemas.microsoft.com/office/drawing/2014/main" val="20002"/>
                    </a:ext>
                  </a:extLst>
                </a:gridCol>
              </a:tblGrid>
              <a:tr h="613975">
                <a:tc>
                  <a:txBody>
                    <a:bodyPr/>
                    <a:lstStyle/>
                    <a:p>
                      <a:pPr marL="0" lvl="0" indent="0" algn="l" rtl="0">
                        <a:spcBef>
                          <a:spcPts val="0"/>
                        </a:spcBef>
                        <a:spcAft>
                          <a:spcPts val="0"/>
                        </a:spcAft>
                        <a:buNone/>
                      </a:pPr>
                      <a:endParaRPr sz="1100">
                        <a:latin typeface="IBM Plex Sans"/>
                        <a:ea typeface="IBM Plex Sans"/>
                        <a:cs typeface="IBM Plex Sans"/>
                        <a:sym typeface="IBM Plex Sans"/>
                      </a:endParaRPr>
                    </a:p>
                  </a:txBody>
                  <a:tcPr marL="68575" marR="68575" marT="68575" marB="68575">
                    <a:lnL w="9525" cap="flat" cmpd="sng">
                      <a:solidFill>
                        <a:srgbClr val="9E9E9E">
                          <a:alpha val="0"/>
                        </a:srgbClr>
                      </a:solidFill>
                      <a:prstDash val="solid"/>
                      <a:round/>
                      <a:headEnd type="none" w="sm" len="sm"/>
                      <a:tailEnd type="none" w="sm" len="sm"/>
                    </a:lnL>
                    <a:lnR w="38100" cap="flat" cmpd="sng">
                      <a:solidFill>
                        <a:srgbClr val="FFFFFF"/>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19050" cap="flat" cmpd="sng">
                      <a:solidFill>
                        <a:srgbClr val="B7B7B7">
                          <a:alpha val="0"/>
                        </a:srgbClr>
                      </a:solidFill>
                      <a:prstDash val="solid"/>
                      <a:round/>
                      <a:headEnd type="none" w="sm" len="sm"/>
                      <a:tailEnd type="none" w="sm" len="sm"/>
                    </a:lnB>
                  </a:tcPr>
                </a:tc>
                <a:tc>
                  <a:txBody>
                    <a:bodyPr/>
                    <a:lstStyle/>
                    <a:p>
                      <a:pPr marL="0" lvl="0" indent="0" algn="ctr" rtl="0">
                        <a:spcBef>
                          <a:spcPts val="0"/>
                        </a:spcBef>
                        <a:spcAft>
                          <a:spcPts val="0"/>
                        </a:spcAft>
                        <a:buNone/>
                      </a:pPr>
                      <a:r>
                        <a:rPr lang="en" sz="1200" b="1">
                          <a:solidFill>
                            <a:srgbClr val="FFFFFF"/>
                          </a:solidFill>
                          <a:latin typeface="IBM Plex Sans"/>
                          <a:ea typeface="IBM Plex Sans"/>
                          <a:cs typeface="IBM Plex Sans"/>
                          <a:sym typeface="IBM Plex Sans"/>
                        </a:rPr>
                        <a:t>Camunda Platform </a:t>
                      </a:r>
                      <a:br>
                        <a:rPr lang="en" sz="1200" b="1">
                          <a:solidFill>
                            <a:srgbClr val="FFFFFF"/>
                          </a:solidFill>
                          <a:latin typeface="IBM Plex Sans"/>
                          <a:ea typeface="IBM Plex Sans"/>
                          <a:cs typeface="IBM Plex Sans"/>
                          <a:sym typeface="IBM Plex Sans"/>
                        </a:rPr>
                      </a:br>
                      <a:r>
                        <a:rPr lang="en" sz="1200" b="1">
                          <a:solidFill>
                            <a:srgbClr val="FFFFFF"/>
                          </a:solidFill>
                          <a:latin typeface="IBM Plex Sans"/>
                          <a:ea typeface="IBM Plex Sans"/>
                          <a:cs typeface="IBM Plex Sans"/>
                          <a:sym typeface="IBM Plex Sans"/>
                        </a:rPr>
                        <a:t>for Process Automation</a:t>
                      </a:r>
                      <a:endParaRPr sz="1200" b="1">
                        <a:solidFill>
                          <a:srgbClr val="FFFFFF"/>
                        </a:solidFill>
                        <a:latin typeface="IBM Plex Sans"/>
                        <a:ea typeface="IBM Plex Sans"/>
                        <a:cs typeface="IBM Plex Sans"/>
                        <a:sym typeface="IBM Plex Sans"/>
                      </a:endParaRPr>
                    </a:p>
                  </a:txBody>
                  <a:tcPr marL="68575" marR="68575" marT="68575" marB="68575" anchor="ctr">
                    <a:lnL w="38100" cap="flat" cmpd="sng">
                      <a:solidFill>
                        <a:srgbClr val="FFFFFF"/>
                      </a:solidFill>
                      <a:prstDash val="solid"/>
                      <a:round/>
                      <a:headEnd type="none" w="sm" len="sm"/>
                      <a:tailEnd type="none" w="sm" len="sm"/>
                    </a:lnL>
                    <a:lnR w="38100" cap="flat" cmpd="sng">
                      <a:solidFill>
                        <a:srgbClr val="FFFFFF"/>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19050" cap="flat" cmpd="sng">
                      <a:solidFill>
                        <a:srgbClr val="B7B7B7">
                          <a:alpha val="0"/>
                        </a:srgbClr>
                      </a:solidFill>
                      <a:prstDash val="solid"/>
                      <a:round/>
                      <a:headEnd type="none" w="sm" len="sm"/>
                      <a:tailEnd type="none" w="sm" len="sm"/>
                    </a:lnB>
                    <a:solidFill>
                      <a:schemeClr val="accent6"/>
                    </a:solidFill>
                  </a:tcPr>
                </a:tc>
                <a:tc>
                  <a:txBody>
                    <a:bodyPr/>
                    <a:lstStyle/>
                    <a:p>
                      <a:pPr marL="0" lvl="0" indent="0" algn="ctr" rtl="0">
                        <a:spcBef>
                          <a:spcPts val="0"/>
                        </a:spcBef>
                        <a:spcAft>
                          <a:spcPts val="0"/>
                        </a:spcAft>
                        <a:buNone/>
                      </a:pPr>
                      <a:r>
                        <a:rPr lang="en" sz="1200" b="1">
                          <a:solidFill>
                            <a:srgbClr val="FFFFFF"/>
                          </a:solidFill>
                          <a:latin typeface="IBM Plex Sans"/>
                          <a:ea typeface="IBM Plex Sans"/>
                          <a:cs typeface="IBM Plex Sans"/>
                          <a:sym typeface="IBM Plex Sans"/>
                        </a:rPr>
                        <a:t>Low-Code Platforms </a:t>
                      </a:r>
                      <a:br>
                        <a:rPr lang="en" sz="1200" b="1">
                          <a:solidFill>
                            <a:srgbClr val="FFFFFF"/>
                          </a:solidFill>
                          <a:latin typeface="IBM Plex Sans"/>
                          <a:ea typeface="IBM Plex Sans"/>
                          <a:cs typeface="IBM Plex Sans"/>
                          <a:sym typeface="IBM Plex Sans"/>
                        </a:rPr>
                      </a:br>
                      <a:r>
                        <a:rPr lang="en" sz="1200">
                          <a:solidFill>
                            <a:srgbClr val="FFFFFF"/>
                          </a:solidFill>
                          <a:latin typeface="IBM Plex Sans"/>
                          <a:ea typeface="IBM Plex Sans"/>
                          <a:cs typeface="IBM Plex Sans"/>
                          <a:sym typeface="IBM Plex Sans"/>
                        </a:rPr>
                        <a:t>(Pega, Appian, IBM, etc.)</a:t>
                      </a:r>
                      <a:endParaRPr sz="1200">
                        <a:solidFill>
                          <a:srgbClr val="FFFFFF"/>
                        </a:solidFill>
                        <a:latin typeface="IBM Plex Sans"/>
                        <a:ea typeface="IBM Plex Sans"/>
                        <a:cs typeface="IBM Plex Sans"/>
                        <a:sym typeface="IBM Plex Sans"/>
                      </a:endParaRPr>
                    </a:p>
                  </a:txBody>
                  <a:tcPr marL="68575" marR="68575" marT="68575" marB="68575" anchor="ctr">
                    <a:lnL w="38100" cap="flat" cmpd="sng">
                      <a:solidFill>
                        <a:srgbClr val="FFFFFF"/>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19050" cap="flat" cmpd="sng">
                      <a:solidFill>
                        <a:srgbClr val="B7B7B7">
                          <a:alpha val="0"/>
                        </a:srgbClr>
                      </a:solidFill>
                      <a:prstDash val="solid"/>
                      <a:round/>
                      <a:headEnd type="none" w="sm" len="sm"/>
                      <a:tailEnd type="none" w="sm" len="sm"/>
                    </a:lnB>
                    <a:solidFill>
                      <a:srgbClr val="666666"/>
                    </a:solidFill>
                  </a:tcPr>
                </a:tc>
                <a:extLst>
                  <a:ext uri="{0D108BD9-81ED-4DB2-BD59-A6C34878D82A}">
                    <a16:rowId xmlns:a16="http://schemas.microsoft.com/office/drawing/2014/main" val="10000"/>
                  </a:ext>
                </a:extLst>
              </a:tr>
              <a:tr h="438600">
                <a:tc>
                  <a:txBody>
                    <a:bodyPr/>
                    <a:lstStyle/>
                    <a:p>
                      <a:pPr marL="63500" lvl="0" indent="0" algn="l" rtl="0">
                        <a:spcBef>
                          <a:spcPts val="0"/>
                        </a:spcBef>
                        <a:spcAft>
                          <a:spcPts val="0"/>
                        </a:spcAft>
                        <a:buNone/>
                      </a:pPr>
                      <a:r>
                        <a:rPr lang="en" sz="1100" b="1">
                          <a:latin typeface="IBM Plex Sans"/>
                          <a:ea typeface="IBM Plex Sans"/>
                          <a:cs typeface="IBM Plex Sans"/>
                          <a:sym typeface="IBM Plex Sans"/>
                        </a:rPr>
                        <a:t>Best for</a:t>
                      </a:r>
                      <a:endParaRPr sz="1100" b="1">
                        <a:latin typeface="IBM Plex Sans"/>
                        <a:ea typeface="IBM Plex Sans"/>
                        <a:cs typeface="IBM Plex Sans"/>
                        <a:sym typeface="IBM Plex Sans"/>
                      </a:endParaRPr>
                    </a:p>
                  </a:txBody>
                  <a:tcPr marL="68575" marR="68575" marT="68575" marB="68575" anchor="ctr">
                    <a:lnL w="9525" cap="flat" cmpd="sng">
                      <a:solidFill>
                        <a:srgbClr val="9E9E9E">
                          <a:alpha val="0"/>
                        </a:srgbClr>
                      </a:solidFill>
                      <a:prstDash val="solid"/>
                      <a:round/>
                      <a:headEnd type="none" w="sm" len="sm"/>
                      <a:tailEnd type="none" w="sm" len="sm"/>
                    </a:lnL>
                    <a:lnR w="38100" cap="flat" cmpd="sng">
                      <a:solidFill>
                        <a:srgbClr val="FFFFFF"/>
                      </a:solidFill>
                      <a:prstDash val="solid"/>
                      <a:round/>
                      <a:headEnd type="none" w="sm" len="sm"/>
                      <a:tailEnd type="none" w="sm" len="sm"/>
                    </a:lnR>
                    <a:lnT w="19050" cap="flat" cmpd="sng">
                      <a:solidFill>
                        <a:srgbClr val="B7B7B7">
                          <a:alpha val="0"/>
                        </a:srgbClr>
                      </a:solidFill>
                      <a:prstDash val="solid"/>
                      <a:round/>
                      <a:headEnd type="none" w="sm" len="sm"/>
                      <a:tailEnd type="none" w="sm" len="sm"/>
                    </a:lnT>
                    <a:lnB w="38100" cap="flat" cmpd="sng">
                      <a:solidFill>
                        <a:srgbClr val="FFFFFF"/>
                      </a:solidFill>
                      <a:prstDash val="solid"/>
                      <a:round/>
                      <a:headEnd type="none" w="sm" len="sm"/>
                      <a:tailEnd type="none" w="sm" len="sm"/>
                    </a:lnB>
                  </a:tcPr>
                </a:tc>
                <a:tc>
                  <a:txBody>
                    <a:bodyPr/>
                    <a:lstStyle/>
                    <a:p>
                      <a:pPr marL="0" lvl="0" indent="0" algn="l" rtl="0">
                        <a:spcBef>
                          <a:spcPts val="0"/>
                        </a:spcBef>
                        <a:spcAft>
                          <a:spcPts val="0"/>
                        </a:spcAft>
                        <a:buNone/>
                      </a:pPr>
                      <a:r>
                        <a:rPr lang="en" sz="900" b="1">
                          <a:latin typeface="IBM Plex Sans"/>
                          <a:ea typeface="IBM Plex Sans"/>
                          <a:cs typeface="IBM Plex Sans"/>
                          <a:sym typeface="IBM Plex Sans"/>
                        </a:rPr>
                        <a:t>End-to-end process automation across disparate systems, end-points, and infrastructures</a:t>
                      </a:r>
                      <a:endParaRPr sz="900" b="1">
                        <a:latin typeface="IBM Plex Sans"/>
                        <a:ea typeface="IBM Plex Sans"/>
                        <a:cs typeface="IBM Plex Sans"/>
                        <a:sym typeface="IBM Plex Sans"/>
                      </a:endParaRPr>
                    </a:p>
                  </a:txBody>
                  <a:tcPr marL="68575" marR="68575" marT="68575" marB="68575" anchor="ctr">
                    <a:lnL w="38100" cap="flat" cmpd="sng">
                      <a:solidFill>
                        <a:srgbClr val="FFFFFF"/>
                      </a:solidFill>
                      <a:prstDash val="solid"/>
                      <a:round/>
                      <a:headEnd type="none" w="sm" len="sm"/>
                      <a:tailEnd type="none" w="sm" len="sm"/>
                    </a:lnL>
                    <a:lnR w="38100" cap="flat" cmpd="sng">
                      <a:solidFill>
                        <a:srgbClr val="FFFFFF"/>
                      </a:solidFill>
                      <a:prstDash val="solid"/>
                      <a:round/>
                      <a:headEnd type="none" w="sm" len="sm"/>
                      <a:tailEnd type="none" w="sm" len="sm"/>
                    </a:lnR>
                    <a:lnT w="19050" cap="flat" cmpd="sng">
                      <a:solidFill>
                        <a:srgbClr val="B7B7B7">
                          <a:alpha val="0"/>
                        </a:srgbClr>
                      </a:solidFill>
                      <a:prstDash val="solid"/>
                      <a:round/>
                      <a:headEnd type="none" w="sm" len="sm"/>
                      <a:tailEnd type="none" w="sm" len="sm"/>
                    </a:lnT>
                    <a:lnB w="38100" cap="flat" cmpd="sng">
                      <a:solidFill>
                        <a:srgbClr val="FFFFFF"/>
                      </a:solidFill>
                      <a:prstDash val="solid"/>
                      <a:round/>
                      <a:headEnd type="none" w="sm" len="sm"/>
                      <a:tailEnd type="none" w="sm" len="sm"/>
                    </a:lnB>
                  </a:tcPr>
                </a:tc>
                <a:tc>
                  <a:txBody>
                    <a:bodyPr/>
                    <a:lstStyle/>
                    <a:p>
                      <a:pPr marL="0" lvl="0" indent="0" algn="l" rtl="0">
                        <a:spcBef>
                          <a:spcPts val="0"/>
                        </a:spcBef>
                        <a:spcAft>
                          <a:spcPts val="0"/>
                        </a:spcAft>
                        <a:buNone/>
                      </a:pPr>
                      <a:r>
                        <a:rPr lang="en" sz="900" b="1">
                          <a:latin typeface="IBM Plex Sans"/>
                          <a:ea typeface="IBM Plex Sans"/>
                          <a:cs typeface="IBM Plex Sans"/>
                          <a:sym typeface="IBM Plex Sans"/>
                        </a:rPr>
                        <a:t>Rapid development of UI-centric applications</a:t>
                      </a:r>
                      <a:endParaRPr sz="900" b="1">
                        <a:latin typeface="IBM Plex Sans"/>
                        <a:ea typeface="IBM Plex Sans"/>
                        <a:cs typeface="IBM Plex Sans"/>
                        <a:sym typeface="IBM Plex Sans"/>
                      </a:endParaRPr>
                    </a:p>
                  </a:txBody>
                  <a:tcPr marL="68575" marR="68575" marT="68575" marB="68575" anchor="ctr">
                    <a:lnL w="38100" cap="flat" cmpd="sng">
                      <a:solidFill>
                        <a:srgbClr val="FFFFFF"/>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19050" cap="flat" cmpd="sng">
                      <a:solidFill>
                        <a:srgbClr val="B7B7B7">
                          <a:alpha val="0"/>
                        </a:srgbClr>
                      </a:solidFill>
                      <a:prstDash val="solid"/>
                      <a:round/>
                      <a:headEnd type="none" w="sm" len="sm"/>
                      <a:tailEnd type="none" w="sm" len="sm"/>
                    </a:lnT>
                    <a:lnB w="38100" cap="flat" cmpd="sng">
                      <a:solidFill>
                        <a:srgbClr val="FFFFFF"/>
                      </a:solidFill>
                      <a:prstDash val="solid"/>
                      <a:round/>
                      <a:headEnd type="none" w="sm" len="sm"/>
                      <a:tailEnd type="none" w="sm" len="sm"/>
                    </a:lnB>
                  </a:tcPr>
                </a:tc>
                <a:extLst>
                  <a:ext uri="{0D108BD9-81ED-4DB2-BD59-A6C34878D82A}">
                    <a16:rowId xmlns:a16="http://schemas.microsoft.com/office/drawing/2014/main" val="10001"/>
                  </a:ext>
                </a:extLst>
              </a:tr>
              <a:tr h="438600">
                <a:tc>
                  <a:txBody>
                    <a:bodyPr/>
                    <a:lstStyle/>
                    <a:p>
                      <a:pPr marL="63500" lvl="0" indent="0" algn="l" rtl="0">
                        <a:spcBef>
                          <a:spcPts val="0"/>
                        </a:spcBef>
                        <a:spcAft>
                          <a:spcPts val="0"/>
                        </a:spcAft>
                        <a:buNone/>
                      </a:pPr>
                      <a:r>
                        <a:rPr lang="en" sz="1100" b="1">
                          <a:latin typeface="IBM Plex Sans"/>
                          <a:ea typeface="IBM Plex Sans"/>
                          <a:cs typeface="IBM Plex Sans"/>
                          <a:sym typeface="IBM Plex Sans"/>
                        </a:rPr>
                        <a:t>Business need</a:t>
                      </a:r>
                      <a:endParaRPr sz="1100" b="1">
                        <a:latin typeface="IBM Plex Sans"/>
                        <a:ea typeface="IBM Plex Sans"/>
                        <a:cs typeface="IBM Plex Sans"/>
                        <a:sym typeface="IBM Plex Sans"/>
                      </a:endParaRPr>
                    </a:p>
                  </a:txBody>
                  <a:tcPr marL="68575" marR="68575" marT="68575" marB="68575" anchor="ctr">
                    <a:lnL w="9525" cap="flat" cmpd="sng">
                      <a:solidFill>
                        <a:srgbClr val="9E9E9E">
                          <a:alpha val="0"/>
                        </a:srgbClr>
                      </a:solidFill>
                      <a:prstDash val="solid"/>
                      <a:round/>
                      <a:headEnd type="none" w="sm" len="sm"/>
                      <a:tailEnd type="none" w="sm" len="sm"/>
                    </a:lnL>
                    <a:lnR w="381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tcPr>
                </a:tc>
                <a:tc>
                  <a:txBody>
                    <a:bodyPr/>
                    <a:lstStyle/>
                    <a:p>
                      <a:pPr marL="0" lvl="0" indent="0" algn="l" rtl="0">
                        <a:spcBef>
                          <a:spcPts val="0"/>
                        </a:spcBef>
                        <a:spcAft>
                          <a:spcPts val="0"/>
                        </a:spcAft>
                        <a:buNone/>
                      </a:pPr>
                      <a:r>
                        <a:rPr lang="en" sz="900">
                          <a:latin typeface="IBM Plex Sans"/>
                          <a:ea typeface="IBM Plex Sans"/>
                          <a:cs typeface="IBM Plex Sans"/>
                          <a:sym typeface="IBM Plex Sans"/>
                        </a:rPr>
                        <a:t>Drive digital transformation across end-to-end processes touching many data sources </a:t>
                      </a:r>
                      <a:endParaRPr sz="900">
                        <a:latin typeface="IBM Plex Sans"/>
                        <a:ea typeface="IBM Plex Sans"/>
                        <a:cs typeface="IBM Plex Sans"/>
                        <a:sym typeface="IBM Plex Sans"/>
                      </a:endParaRPr>
                    </a:p>
                  </a:txBody>
                  <a:tcPr marL="68575" marR="68575" marT="68575" marB="68575" anchor="ctr">
                    <a:lnL w="38100" cap="flat" cmpd="sng">
                      <a:solidFill>
                        <a:srgbClr val="FFFFFF"/>
                      </a:solidFill>
                      <a:prstDash val="solid"/>
                      <a:round/>
                      <a:headEnd type="none" w="sm" len="sm"/>
                      <a:tailEnd type="none" w="sm" len="sm"/>
                    </a:lnL>
                    <a:lnR w="381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tcPr>
                </a:tc>
                <a:tc>
                  <a:txBody>
                    <a:bodyPr/>
                    <a:lstStyle/>
                    <a:p>
                      <a:pPr marL="0" lvl="0" indent="0" algn="l" rtl="0">
                        <a:spcBef>
                          <a:spcPts val="0"/>
                        </a:spcBef>
                        <a:spcAft>
                          <a:spcPts val="0"/>
                        </a:spcAft>
                        <a:buNone/>
                      </a:pPr>
                      <a:r>
                        <a:rPr lang="en" sz="900">
                          <a:latin typeface="IBM Plex Sans"/>
                          <a:ea typeface="IBM Plex Sans"/>
                          <a:cs typeface="IBM Plex Sans"/>
                          <a:sym typeface="IBM Plex Sans"/>
                        </a:rPr>
                        <a:t>Support line-of-business departments to build basic business applications</a:t>
                      </a:r>
                      <a:endParaRPr sz="900">
                        <a:latin typeface="IBM Plex Sans"/>
                        <a:ea typeface="IBM Plex Sans"/>
                        <a:cs typeface="IBM Plex Sans"/>
                        <a:sym typeface="IBM Plex Sans"/>
                      </a:endParaRPr>
                    </a:p>
                  </a:txBody>
                  <a:tcPr marL="68575" marR="68575" marT="68575" marB="68575" anchor="ctr">
                    <a:lnL w="38100" cap="flat" cmpd="sng">
                      <a:solidFill>
                        <a:srgbClr val="FFFFFF"/>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381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tcPr>
                </a:tc>
                <a:extLst>
                  <a:ext uri="{0D108BD9-81ED-4DB2-BD59-A6C34878D82A}">
                    <a16:rowId xmlns:a16="http://schemas.microsoft.com/office/drawing/2014/main" val="10002"/>
                  </a:ext>
                </a:extLst>
              </a:tr>
              <a:tr h="610550">
                <a:tc>
                  <a:txBody>
                    <a:bodyPr/>
                    <a:lstStyle/>
                    <a:p>
                      <a:pPr marL="63500" lvl="0" indent="0" algn="l" rtl="0">
                        <a:spcBef>
                          <a:spcPts val="0"/>
                        </a:spcBef>
                        <a:spcAft>
                          <a:spcPts val="0"/>
                        </a:spcAft>
                        <a:buNone/>
                      </a:pPr>
                      <a:r>
                        <a:rPr lang="en" sz="1100" b="1">
                          <a:latin typeface="IBM Plex Sans"/>
                          <a:ea typeface="IBM Plex Sans"/>
                          <a:cs typeface="IBM Plex Sans"/>
                          <a:sym typeface="IBM Plex Sans"/>
                        </a:rPr>
                        <a:t>Key functionality</a:t>
                      </a:r>
                      <a:endParaRPr sz="1100" b="1">
                        <a:latin typeface="IBM Plex Sans"/>
                        <a:ea typeface="IBM Plex Sans"/>
                        <a:cs typeface="IBM Plex Sans"/>
                        <a:sym typeface="IBM Plex Sans"/>
                      </a:endParaRPr>
                    </a:p>
                  </a:txBody>
                  <a:tcPr marL="68575" marR="68575" marT="68575" marB="68575" anchor="ctr">
                    <a:lnL w="9525" cap="flat" cmpd="sng">
                      <a:solidFill>
                        <a:srgbClr val="9E9E9E">
                          <a:alpha val="0"/>
                        </a:srgbClr>
                      </a:solidFill>
                      <a:prstDash val="solid"/>
                      <a:round/>
                      <a:headEnd type="none" w="sm" len="sm"/>
                      <a:tailEnd type="none" w="sm" len="sm"/>
                    </a:lnL>
                    <a:lnR w="381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tcPr>
                </a:tc>
                <a:tc>
                  <a:txBody>
                    <a:bodyPr/>
                    <a:lstStyle/>
                    <a:p>
                      <a:pPr marL="0" lvl="0" indent="0" algn="l" rtl="0">
                        <a:spcBef>
                          <a:spcPts val="0"/>
                        </a:spcBef>
                        <a:spcAft>
                          <a:spcPts val="0"/>
                        </a:spcAft>
                        <a:buNone/>
                      </a:pPr>
                      <a:r>
                        <a:rPr lang="en" sz="900">
                          <a:latin typeface="IBM Plex Sans"/>
                          <a:ea typeface="IBM Plex Sans"/>
                          <a:cs typeface="IBM Plex Sans"/>
                          <a:sym typeface="IBM Plex Sans"/>
                        </a:rPr>
                        <a:t>Process design, complex workflow and decision automation (incl. BPMN and DMN), process operations and analytics, integrations with most programming languages and technologies</a:t>
                      </a:r>
                      <a:endParaRPr sz="900">
                        <a:latin typeface="IBM Plex Sans"/>
                        <a:ea typeface="IBM Plex Sans"/>
                        <a:cs typeface="IBM Plex Sans"/>
                        <a:sym typeface="IBM Plex Sans"/>
                      </a:endParaRPr>
                    </a:p>
                  </a:txBody>
                  <a:tcPr marL="68575" marR="68575" marT="68575" marB="68575" anchor="ctr">
                    <a:lnL w="38100" cap="flat" cmpd="sng">
                      <a:solidFill>
                        <a:srgbClr val="FFFFFF"/>
                      </a:solidFill>
                      <a:prstDash val="solid"/>
                      <a:round/>
                      <a:headEnd type="none" w="sm" len="sm"/>
                      <a:tailEnd type="none" w="sm" len="sm"/>
                    </a:lnL>
                    <a:lnR w="381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tcPr>
                </a:tc>
                <a:tc>
                  <a:txBody>
                    <a:bodyPr/>
                    <a:lstStyle/>
                    <a:p>
                      <a:pPr marL="0" lvl="0" indent="0" algn="l" rtl="0">
                        <a:spcBef>
                          <a:spcPts val="0"/>
                        </a:spcBef>
                        <a:spcAft>
                          <a:spcPts val="0"/>
                        </a:spcAft>
                        <a:buNone/>
                      </a:pPr>
                      <a:r>
                        <a:rPr lang="en" sz="900">
                          <a:latin typeface="IBM Plex Sans"/>
                          <a:ea typeface="IBM Plex Sans"/>
                          <a:cs typeface="IBM Plex Sans"/>
                          <a:sym typeface="IBM Plex Sans"/>
                        </a:rPr>
                        <a:t>Simple UI and form design; front-end business logic, user input-based data storage</a:t>
                      </a:r>
                      <a:endParaRPr sz="900">
                        <a:latin typeface="IBM Plex Sans"/>
                        <a:ea typeface="IBM Plex Sans"/>
                        <a:cs typeface="IBM Plex Sans"/>
                        <a:sym typeface="IBM Plex Sans"/>
                      </a:endParaRPr>
                    </a:p>
                  </a:txBody>
                  <a:tcPr marL="68575" marR="68575" marT="68575" marB="68575" anchor="ctr">
                    <a:lnL w="38100" cap="flat" cmpd="sng">
                      <a:solidFill>
                        <a:srgbClr val="FFFFFF"/>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381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tcPr>
                </a:tc>
                <a:extLst>
                  <a:ext uri="{0D108BD9-81ED-4DB2-BD59-A6C34878D82A}">
                    <a16:rowId xmlns:a16="http://schemas.microsoft.com/office/drawing/2014/main" val="10003"/>
                  </a:ext>
                </a:extLst>
              </a:tr>
              <a:tr h="330600">
                <a:tc>
                  <a:txBody>
                    <a:bodyPr/>
                    <a:lstStyle/>
                    <a:p>
                      <a:pPr marL="63500" lvl="0" indent="0" algn="l" rtl="0">
                        <a:spcBef>
                          <a:spcPts val="0"/>
                        </a:spcBef>
                        <a:spcAft>
                          <a:spcPts val="0"/>
                        </a:spcAft>
                        <a:buNone/>
                      </a:pPr>
                      <a:r>
                        <a:rPr lang="en" sz="1100" b="1">
                          <a:latin typeface="IBM Plex Sans"/>
                          <a:ea typeface="IBM Plex Sans"/>
                          <a:cs typeface="IBM Plex Sans"/>
                          <a:sym typeface="IBM Plex Sans"/>
                        </a:rPr>
                        <a:t>App/UI design</a:t>
                      </a:r>
                      <a:endParaRPr sz="1100" b="1">
                        <a:latin typeface="IBM Plex Sans"/>
                        <a:ea typeface="IBM Plex Sans"/>
                        <a:cs typeface="IBM Plex Sans"/>
                        <a:sym typeface="IBM Plex Sans"/>
                      </a:endParaRPr>
                    </a:p>
                  </a:txBody>
                  <a:tcPr marL="68575" marR="68575" marT="68575" marB="68575" anchor="ctr">
                    <a:lnL w="9525" cap="flat" cmpd="sng">
                      <a:solidFill>
                        <a:srgbClr val="9E9E9E">
                          <a:alpha val="0"/>
                        </a:srgbClr>
                      </a:solidFill>
                      <a:prstDash val="solid"/>
                      <a:round/>
                      <a:headEnd type="none" w="sm" len="sm"/>
                      <a:tailEnd type="none" w="sm" len="sm"/>
                    </a:lnL>
                    <a:lnR w="381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tcPr>
                </a:tc>
                <a:tc>
                  <a:txBody>
                    <a:bodyPr/>
                    <a:lstStyle/>
                    <a:p>
                      <a:pPr marL="0" lvl="0" indent="0" algn="l" rtl="0">
                        <a:spcBef>
                          <a:spcPts val="0"/>
                        </a:spcBef>
                        <a:spcAft>
                          <a:spcPts val="0"/>
                        </a:spcAft>
                        <a:buNone/>
                      </a:pPr>
                      <a:r>
                        <a:rPr lang="en" sz="900">
                          <a:latin typeface="IBM Plex Sans"/>
                          <a:ea typeface="IBM Plex Sans"/>
                          <a:cs typeface="IBM Plex Sans"/>
                          <a:sym typeface="IBM Plex Sans"/>
                        </a:rPr>
                        <a:t>Choose any UI framework/tool. Mix and max as needed.</a:t>
                      </a:r>
                      <a:endParaRPr sz="900">
                        <a:latin typeface="IBM Plex Sans"/>
                        <a:ea typeface="IBM Plex Sans"/>
                        <a:cs typeface="IBM Plex Sans"/>
                        <a:sym typeface="IBM Plex Sans"/>
                      </a:endParaRPr>
                    </a:p>
                  </a:txBody>
                  <a:tcPr marL="68575" marR="68575" marT="68575" marB="68575" anchor="ctr">
                    <a:lnL w="38100" cap="flat" cmpd="sng">
                      <a:solidFill>
                        <a:srgbClr val="FFFFFF"/>
                      </a:solidFill>
                      <a:prstDash val="solid"/>
                      <a:round/>
                      <a:headEnd type="none" w="sm" len="sm"/>
                      <a:tailEnd type="none" w="sm" len="sm"/>
                    </a:lnL>
                    <a:lnR w="381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tcPr>
                </a:tc>
                <a:tc>
                  <a:txBody>
                    <a:bodyPr/>
                    <a:lstStyle/>
                    <a:p>
                      <a:pPr marL="0" lvl="0" indent="0" algn="l" rtl="0">
                        <a:spcBef>
                          <a:spcPts val="0"/>
                        </a:spcBef>
                        <a:spcAft>
                          <a:spcPts val="0"/>
                        </a:spcAft>
                        <a:buNone/>
                      </a:pPr>
                      <a:r>
                        <a:rPr lang="en" sz="900">
                          <a:latin typeface="IBM Plex Sans"/>
                          <a:ea typeface="IBM Plex Sans"/>
                          <a:cs typeface="IBM Plex Sans"/>
                          <a:sym typeface="IBM Plex Sans"/>
                        </a:rPr>
                        <a:t>Use build-in UI designer of low-code platform</a:t>
                      </a:r>
                      <a:endParaRPr sz="900">
                        <a:latin typeface="IBM Plex Sans"/>
                        <a:ea typeface="IBM Plex Sans"/>
                        <a:cs typeface="IBM Plex Sans"/>
                        <a:sym typeface="IBM Plex Sans"/>
                      </a:endParaRPr>
                    </a:p>
                  </a:txBody>
                  <a:tcPr marL="68575" marR="68575" marT="68575" marB="68575" anchor="ctr">
                    <a:lnL w="38100" cap="flat" cmpd="sng">
                      <a:solidFill>
                        <a:srgbClr val="FFFFFF"/>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381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tcPr>
                </a:tc>
                <a:extLst>
                  <a:ext uri="{0D108BD9-81ED-4DB2-BD59-A6C34878D82A}">
                    <a16:rowId xmlns:a16="http://schemas.microsoft.com/office/drawing/2014/main" val="10004"/>
                  </a:ext>
                </a:extLst>
              </a:tr>
              <a:tr h="330600">
                <a:tc>
                  <a:txBody>
                    <a:bodyPr/>
                    <a:lstStyle/>
                    <a:p>
                      <a:pPr marL="63500" lvl="0" indent="0" algn="l" rtl="0">
                        <a:spcBef>
                          <a:spcPts val="0"/>
                        </a:spcBef>
                        <a:spcAft>
                          <a:spcPts val="0"/>
                        </a:spcAft>
                        <a:buNone/>
                      </a:pPr>
                      <a:r>
                        <a:rPr lang="en" sz="1100" b="1">
                          <a:latin typeface="IBM Plex Sans"/>
                          <a:ea typeface="IBM Plex Sans"/>
                          <a:cs typeface="IBM Plex Sans"/>
                          <a:sym typeface="IBM Plex Sans"/>
                        </a:rPr>
                        <a:t>Architecture</a:t>
                      </a:r>
                      <a:endParaRPr sz="1100" b="1">
                        <a:latin typeface="IBM Plex Sans"/>
                        <a:ea typeface="IBM Plex Sans"/>
                        <a:cs typeface="IBM Plex Sans"/>
                        <a:sym typeface="IBM Plex Sans"/>
                      </a:endParaRPr>
                    </a:p>
                  </a:txBody>
                  <a:tcPr marL="68575" marR="68575" marT="68575" marB="68575" anchor="ctr">
                    <a:lnL w="9525" cap="flat" cmpd="sng">
                      <a:solidFill>
                        <a:srgbClr val="9E9E9E">
                          <a:alpha val="0"/>
                        </a:srgbClr>
                      </a:solidFill>
                      <a:prstDash val="solid"/>
                      <a:round/>
                      <a:headEnd type="none" w="sm" len="sm"/>
                      <a:tailEnd type="none" w="sm" len="sm"/>
                    </a:lnL>
                    <a:lnR w="381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tcPr>
                </a:tc>
                <a:tc>
                  <a:txBody>
                    <a:bodyPr/>
                    <a:lstStyle/>
                    <a:p>
                      <a:pPr marL="0" lvl="0" indent="0" algn="l" rtl="0">
                        <a:spcBef>
                          <a:spcPts val="0"/>
                        </a:spcBef>
                        <a:spcAft>
                          <a:spcPts val="0"/>
                        </a:spcAft>
                        <a:buNone/>
                      </a:pPr>
                      <a:r>
                        <a:rPr lang="en" sz="900">
                          <a:latin typeface="IBM Plex Sans"/>
                          <a:ea typeface="IBM Plex Sans"/>
                          <a:cs typeface="IBM Plex Sans"/>
                          <a:sym typeface="IBM Plex Sans"/>
                        </a:rPr>
                        <a:t>Open</a:t>
                      </a:r>
                      <a:endParaRPr sz="900">
                        <a:latin typeface="IBM Plex Sans"/>
                        <a:ea typeface="IBM Plex Sans"/>
                        <a:cs typeface="IBM Plex Sans"/>
                        <a:sym typeface="IBM Plex Sans"/>
                      </a:endParaRPr>
                    </a:p>
                  </a:txBody>
                  <a:tcPr marL="68575" marR="68575" marT="68575" marB="68575" anchor="ctr">
                    <a:lnL w="38100" cap="flat" cmpd="sng">
                      <a:solidFill>
                        <a:srgbClr val="FFFFFF"/>
                      </a:solidFill>
                      <a:prstDash val="solid"/>
                      <a:round/>
                      <a:headEnd type="none" w="sm" len="sm"/>
                      <a:tailEnd type="none" w="sm" len="sm"/>
                    </a:lnL>
                    <a:lnR w="381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tcPr>
                </a:tc>
                <a:tc>
                  <a:txBody>
                    <a:bodyPr/>
                    <a:lstStyle/>
                    <a:p>
                      <a:pPr marL="0" lvl="0" indent="0" algn="l" rtl="0">
                        <a:spcBef>
                          <a:spcPts val="0"/>
                        </a:spcBef>
                        <a:spcAft>
                          <a:spcPts val="0"/>
                        </a:spcAft>
                        <a:buNone/>
                      </a:pPr>
                      <a:r>
                        <a:rPr lang="en" sz="900">
                          <a:latin typeface="IBM Plex Sans"/>
                          <a:ea typeface="IBM Plex Sans"/>
                          <a:cs typeface="IBM Plex Sans"/>
                          <a:sym typeface="IBM Plex Sans"/>
                        </a:rPr>
                        <a:t>Proprietary (vendor lock-in)</a:t>
                      </a:r>
                      <a:endParaRPr sz="900">
                        <a:latin typeface="IBM Plex Sans"/>
                        <a:ea typeface="IBM Plex Sans"/>
                        <a:cs typeface="IBM Plex Sans"/>
                        <a:sym typeface="IBM Plex Sans"/>
                      </a:endParaRPr>
                    </a:p>
                  </a:txBody>
                  <a:tcPr marL="68575" marR="68575" marT="68575" marB="68575" anchor="ctr">
                    <a:lnL w="38100" cap="flat" cmpd="sng">
                      <a:solidFill>
                        <a:srgbClr val="FFFFFF"/>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381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tcPr>
                </a:tc>
                <a:extLst>
                  <a:ext uri="{0D108BD9-81ED-4DB2-BD59-A6C34878D82A}">
                    <a16:rowId xmlns:a16="http://schemas.microsoft.com/office/drawing/2014/main" val="10005"/>
                  </a:ext>
                </a:extLst>
              </a:tr>
              <a:tr h="330600">
                <a:tc>
                  <a:txBody>
                    <a:bodyPr/>
                    <a:lstStyle/>
                    <a:p>
                      <a:pPr marL="63500" lvl="0" indent="0" algn="l" rtl="0">
                        <a:spcBef>
                          <a:spcPts val="0"/>
                        </a:spcBef>
                        <a:spcAft>
                          <a:spcPts val="0"/>
                        </a:spcAft>
                        <a:buNone/>
                      </a:pPr>
                      <a:r>
                        <a:rPr lang="en" sz="1100" b="1">
                          <a:latin typeface="IBM Plex Sans"/>
                          <a:ea typeface="IBM Plex Sans"/>
                          <a:cs typeface="IBM Plex Sans"/>
                          <a:sym typeface="IBM Plex Sans"/>
                        </a:rPr>
                        <a:t>Typical user</a:t>
                      </a:r>
                      <a:endParaRPr sz="1100" b="1">
                        <a:latin typeface="IBM Plex Sans"/>
                        <a:ea typeface="IBM Plex Sans"/>
                        <a:cs typeface="IBM Plex Sans"/>
                        <a:sym typeface="IBM Plex Sans"/>
                      </a:endParaRPr>
                    </a:p>
                  </a:txBody>
                  <a:tcPr marL="68575" marR="68575" marT="68575" marB="68575" anchor="ctr">
                    <a:lnL w="9525" cap="flat" cmpd="sng">
                      <a:solidFill>
                        <a:srgbClr val="9E9E9E">
                          <a:alpha val="0"/>
                        </a:srgbClr>
                      </a:solidFill>
                      <a:prstDash val="solid"/>
                      <a:round/>
                      <a:headEnd type="none" w="sm" len="sm"/>
                      <a:tailEnd type="none" w="sm" len="sm"/>
                    </a:lnL>
                    <a:lnR w="381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tcPr>
                </a:tc>
                <a:tc>
                  <a:txBody>
                    <a:bodyPr/>
                    <a:lstStyle/>
                    <a:p>
                      <a:pPr marL="0" lvl="0" indent="0" algn="l" rtl="0">
                        <a:spcBef>
                          <a:spcPts val="0"/>
                        </a:spcBef>
                        <a:spcAft>
                          <a:spcPts val="0"/>
                        </a:spcAft>
                        <a:buNone/>
                      </a:pPr>
                      <a:r>
                        <a:rPr lang="en" sz="900">
                          <a:latin typeface="IBM Plex Sans"/>
                          <a:ea typeface="IBM Plex Sans"/>
                          <a:cs typeface="IBM Plex Sans"/>
                          <a:sym typeface="IBM Plex Sans"/>
                        </a:rPr>
                        <a:t>Professional developers of all experience levels</a:t>
                      </a:r>
                      <a:endParaRPr sz="900">
                        <a:latin typeface="IBM Plex Sans"/>
                        <a:ea typeface="IBM Plex Sans"/>
                        <a:cs typeface="IBM Plex Sans"/>
                        <a:sym typeface="IBM Plex Sans"/>
                      </a:endParaRPr>
                    </a:p>
                  </a:txBody>
                  <a:tcPr marL="68575" marR="68575" marT="68575" marB="68575" anchor="ctr">
                    <a:lnL w="38100" cap="flat" cmpd="sng">
                      <a:solidFill>
                        <a:srgbClr val="FFFFFF"/>
                      </a:solidFill>
                      <a:prstDash val="solid"/>
                      <a:round/>
                      <a:headEnd type="none" w="sm" len="sm"/>
                      <a:tailEnd type="none" w="sm" len="sm"/>
                    </a:lnL>
                    <a:lnR w="381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tcPr>
                </a:tc>
                <a:tc>
                  <a:txBody>
                    <a:bodyPr/>
                    <a:lstStyle/>
                    <a:p>
                      <a:pPr marL="0" lvl="0" indent="0" algn="l" rtl="0">
                        <a:spcBef>
                          <a:spcPts val="0"/>
                        </a:spcBef>
                        <a:spcAft>
                          <a:spcPts val="0"/>
                        </a:spcAft>
                        <a:buNone/>
                      </a:pPr>
                      <a:r>
                        <a:rPr lang="en" sz="900">
                          <a:latin typeface="IBM Plex Sans"/>
                          <a:ea typeface="IBM Plex Sans"/>
                          <a:cs typeface="IBM Plex Sans"/>
                          <a:sym typeface="IBM Plex Sans"/>
                        </a:rPr>
                        <a:t>Technical business users and less experienced developers</a:t>
                      </a:r>
                      <a:endParaRPr sz="900">
                        <a:latin typeface="IBM Plex Sans"/>
                        <a:ea typeface="IBM Plex Sans"/>
                        <a:cs typeface="IBM Plex Sans"/>
                        <a:sym typeface="IBM Plex Sans"/>
                      </a:endParaRPr>
                    </a:p>
                  </a:txBody>
                  <a:tcPr marL="68575" marR="68575" marT="68575" marB="68575" anchor="ctr">
                    <a:lnL w="38100" cap="flat" cmpd="sng">
                      <a:solidFill>
                        <a:srgbClr val="FFFFFF"/>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381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tcPr>
                </a:tc>
                <a:extLst>
                  <a:ext uri="{0D108BD9-81ED-4DB2-BD59-A6C34878D82A}">
                    <a16:rowId xmlns:a16="http://schemas.microsoft.com/office/drawing/2014/main" val="10006"/>
                  </a:ext>
                </a:extLst>
              </a:tr>
              <a:tr h="708425">
                <a:tc>
                  <a:txBody>
                    <a:bodyPr/>
                    <a:lstStyle/>
                    <a:p>
                      <a:pPr marL="63500" lvl="0" indent="0" algn="l" rtl="0">
                        <a:spcBef>
                          <a:spcPts val="0"/>
                        </a:spcBef>
                        <a:spcAft>
                          <a:spcPts val="0"/>
                        </a:spcAft>
                        <a:buNone/>
                      </a:pPr>
                      <a:r>
                        <a:rPr lang="en" sz="1100" b="1">
                          <a:latin typeface="IBM Plex Sans"/>
                          <a:ea typeface="IBM Plex Sans"/>
                          <a:cs typeface="IBM Plex Sans"/>
                          <a:sym typeface="IBM Plex Sans"/>
                        </a:rPr>
                        <a:t>Developer learning curve and cost</a:t>
                      </a:r>
                      <a:endParaRPr sz="1100" b="1">
                        <a:latin typeface="IBM Plex Sans"/>
                        <a:ea typeface="IBM Plex Sans"/>
                        <a:cs typeface="IBM Plex Sans"/>
                        <a:sym typeface="IBM Plex Sans"/>
                      </a:endParaRPr>
                    </a:p>
                  </a:txBody>
                  <a:tcPr marL="68575" marR="68575" marT="68575" marB="68575" anchor="ctr">
                    <a:lnL w="9525" cap="flat" cmpd="sng">
                      <a:solidFill>
                        <a:srgbClr val="9E9E9E">
                          <a:alpha val="0"/>
                        </a:srgbClr>
                      </a:solidFill>
                      <a:prstDash val="solid"/>
                      <a:round/>
                      <a:headEnd type="none" w="sm" len="sm"/>
                      <a:tailEnd type="none" w="sm" len="sm"/>
                    </a:lnL>
                    <a:lnR w="381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tcPr>
                </a:tc>
                <a:tc>
                  <a:txBody>
                    <a:bodyPr/>
                    <a:lstStyle/>
                    <a:p>
                      <a:pPr marL="0" lvl="0" indent="0" algn="l" rtl="0">
                        <a:spcBef>
                          <a:spcPts val="0"/>
                        </a:spcBef>
                        <a:spcAft>
                          <a:spcPts val="0"/>
                        </a:spcAft>
                        <a:buNone/>
                      </a:pPr>
                      <a:r>
                        <a:rPr lang="en" sz="900">
                          <a:solidFill>
                            <a:schemeClr val="dk1"/>
                          </a:solidFill>
                          <a:latin typeface="IBM Plex Sans"/>
                          <a:ea typeface="IBM Plex Sans"/>
                          <a:cs typeface="IBM Plex Sans"/>
                          <a:sym typeface="IBM Plex Sans"/>
                        </a:rPr>
                        <a:t>Flat learning curve, standard resources broadly available. </a:t>
                      </a:r>
                      <a:r>
                        <a:rPr lang="en" sz="900">
                          <a:latin typeface="IBM Plex Sans"/>
                          <a:ea typeface="IBM Plex Sans"/>
                          <a:cs typeface="IBM Plex Sans"/>
                          <a:sym typeface="IBM Plex Sans"/>
                        </a:rPr>
                        <a:t>Any professional developer (Java, .Net etc.) can be productive right away. All documentation and community support is publicly available. </a:t>
                      </a:r>
                      <a:endParaRPr sz="900">
                        <a:latin typeface="IBM Plex Sans"/>
                        <a:ea typeface="IBM Plex Sans"/>
                        <a:cs typeface="IBM Plex Sans"/>
                        <a:sym typeface="IBM Plex Sans"/>
                      </a:endParaRPr>
                    </a:p>
                  </a:txBody>
                  <a:tcPr marL="68575" marR="68575" marT="68575" marB="68575" anchor="ctr">
                    <a:lnL w="38100" cap="flat" cmpd="sng">
                      <a:solidFill>
                        <a:srgbClr val="FFFFFF"/>
                      </a:solidFill>
                      <a:prstDash val="solid"/>
                      <a:round/>
                      <a:headEnd type="none" w="sm" len="sm"/>
                      <a:tailEnd type="none" w="sm" len="sm"/>
                    </a:lnL>
                    <a:lnR w="381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tcPr>
                </a:tc>
                <a:tc>
                  <a:txBody>
                    <a:bodyPr/>
                    <a:lstStyle/>
                    <a:p>
                      <a:pPr marL="0" lvl="0" indent="0" algn="l" rtl="0">
                        <a:spcBef>
                          <a:spcPts val="0"/>
                        </a:spcBef>
                        <a:spcAft>
                          <a:spcPts val="0"/>
                        </a:spcAft>
                        <a:buNone/>
                      </a:pPr>
                      <a:r>
                        <a:rPr lang="en" sz="900">
                          <a:latin typeface="IBM Plex Sans"/>
                          <a:ea typeface="IBM Plex Sans"/>
                          <a:cs typeface="IBM Plex Sans"/>
                          <a:sym typeface="IBM Plex Sans"/>
                        </a:rPr>
                        <a:t>Despite the initial simplicity of low-code, users need proprietary training in each low-code platform. This is time consuming, and resources are often scarce and expensive (e.g. certified consultants).</a:t>
                      </a:r>
                      <a:endParaRPr sz="900">
                        <a:latin typeface="IBM Plex Sans"/>
                        <a:ea typeface="IBM Plex Sans"/>
                        <a:cs typeface="IBM Plex Sans"/>
                        <a:sym typeface="IBM Plex Sans"/>
                      </a:endParaRPr>
                    </a:p>
                  </a:txBody>
                  <a:tcPr marL="68575" marR="68575" marT="68575" marB="68575" anchor="ctr">
                    <a:lnL w="38100" cap="flat" cmpd="sng">
                      <a:solidFill>
                        <a:srgbClr val="FFFFFF"/>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381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tcPr>
                </a:tc>
                <a:extLst>
                  <a:ext uri="{0D108BD9-81ED-4DB2-BD59-A6C34878D82A}">
                    <a16:rowId xmlns:a16="http://schemas.microsoft.com/office/drawing/2014/main" val="10007"/>
                  </a:ext>
                </a:extLst>
              </a:tr>
              <a:tr h="610550">
                <a:tc>
                  <a:txBody>
                    <a:bodyPr/>
                    <a:lstStyle/>
                    <a:p>
                      <a:pPr marL="63500" lvl="0" indent="0" algn="l" rtl="0">
                        <a:spcBef>
                          <a:spcPts val="0"/>
                        </a:spcBef>
                        <a:spcAft>
                          <a:spcPts val="0"/>
                        </a:spcAft>
                        <a:buNone/>
                      </a:pPr>
                      <a:r>
                        <a:rPr lang="en" sz="1100" b="1">
                          <a:latin typeface="IBM Plex Sans"/>
                          <a:ea typeface="IBM Plex Sans"/>
                          <a:cs typeface="IBM Plex Sans"/>
                          <a:sym typeface="IBM Plex Sans"/>
                        </a:rPr>
                        <a:t>User experience</a:t>
                      </a:r>
                      <a:endParaRPr sz="1100" b="1">
                        <a:latin typeface="IBM Plex Sans"/>
                        <a:ea typeface="IBM Plex Sans"/>
                        <a:cs typeface="IBM Plex Sans"/>
                        <a:sym typeface="IBM Plex Sans"/>
                      </a:endParaRPr>
                    </a:p>
                  </a:txBody>
                  <a:tcPr marL="68575" marR="68575" marT="68575" marB="68575" anchor="ctr">
                    <a:lnL w="9525" cap="flat" cmpd="sng">
                      <a:solidFill>
                        <a:srgbClr val="9E9E9E">
                          <a:alpha val="0"/>
                        </a:srgbClr>
                      </a:solidFill>
                      <a:prstDash val="solid"/>
                      <a:round/>
                      <a:headEnd type="none" w="sm" len="sm"/>
                      <a:tailEnd type="none" w="sm" len="sm"/>
                    </a:lnL>
                    <a:lnR w="381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tcPr>
                </a:tc>
                <a:tc>
                  <a:txBody>
                    <a:bodyPr/>
                    <a:lstStyle/>
                    <a:p>
                      <a:pPr marL="0" lvl="0" indent="0" algn="l" rtl="0">
                        <a:spcBef>
                          <a:spcPts val="0"/>
                        </a:spcBef>
                        <a:spcAft>
                          <a:spcPts val="0"/>
                        </a:spcAft>
                        <a:buNone/>
                      </a:pPr>
                      <a:r>
                        <a:rPr lang="en" sz="900">
                          <a:latin typeface="IBM Plex Sans"/>
                          <a:ea typeface="IBM Plex Sans"/>
                          <a:cs typeface="IBM Plex Sans"/>
                          <a:sym typeface="IBM Plex Sans"/>
                        </a:rPr>
                        <a:t>User experience optimized for developers. Integral part of professional dev environment. Included “Smart low-code” features save developers work without limiting their flexibility.</a:t>
                      </a:r>
                      <a:endParaRPr sz="900">
                        <a:latin typeface="IBM Plex Sans"/>
                        <a:ea typeface="IBM Plex Sans"/>
                        <a:cs typeface="IBM Plex Sans"/>
                        <a:sym typeface="IBM Plex Sans"/>
                      </a:endParaRPr>
                    </a:p>
                  </a:txBody>
                  <a:tcPr marL="68575" marR="68575" marT="68575" marB="68575" anchor="ctr">
                    <a:lnL w="38100" cap="flat" cmpd="sng">
                      <a:solidFill>
                        <a:srgbClr val="FFFFFF"/>
                      </a:solidFill>
                      <a:prstDash val="solid"/>
                      <a:round/>
                      <a:headEnd type="none" w="sm" len="sm"/>
                      <a:tailEnd type="none" w="sm" len="sm"/>
                    </a:lnL>
                    <a:lnR w="381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tcPr>
                </a:tc>
                <a:tc>
                  <a:txBody>
                    <a:bodyPr/>
                    <a:lstStyle/>
                    <a:p>
                      <a:pPr marL="0" lvl="0" indent="0" algn="l" rtl="0">
                        <a:spcBef>
                          <a:spcPts val="0"/>
                        </a:spcBef>
                        <a:spcAft>
                          <a:spcPts val="0"/>
                        </a:spcAft>
                        <a:buNone/>
                      </a:pPr>
                      <a:r>
                        <a:rPr lang="en" sz="900">
                          <a:latin typeface="IBM Plex Sans"/>
                          <a:ea typeface="IBM Plex Sans"/>
                          <a:cs typeface="IBM Plex Sans"/>
                          <a:sym typeface="IBM Plex Sans"/>
                        </a:rPr>
                        <a:t>Optimized point+click user experience inside the low-code platform. Limited to the capabilities of the platform.</a:t>
                      </a:r>
                      <a:endParaRPr sz="900">
                        <a:latin typeface="IBM Plex Sans"/>
                        <a:ea typeface="IBM Plex Sans"/>
                        <a:cs typeface="IBM Plex Sans"/>
                        <a:sym typeface="IBM Plex Sans"/>
                      </a:endParaRPr>
                    </a:p>
                  </a:txBody>
                  <a:tcPr marL="68575" marR="68575" marT="68575" marB="68575" anchor="ctr">
                    <a:lnL w="38100" cap="flat" cmpd="sng">
                      <a:solidFill>
                        <a:srgbClr val="FFFFFF"/>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381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tcPr>
                </a:tc>
                <a:extLst>
                  <a:ext uri="{0D108BD9-81ED-4DB2-BD59-A6C34878D82A}">
                    <a16:rowId xmlns:a16="http://schemas.microsoft.com/office/drawing/2014/main" val="10008"/>
                  </a:ext>
                </a:extLst>
              </a:tr>
              <a:tr h="731050">
                <a:tc>
                  <a:txBody>
                    <a:bodyPr/>
                    <a:lstStyle/>
                    <a:p>
                      <a:pPr marL="63500" lvl="0" indent="0" algn="l" rtl="0">
                        <a:spcBef>
                          <a:spcPts val="0"/>
                        </a:spcBef>
                        <a:spcAft>
                          <a:spcPts val="0"/>
                        </a:spcAft>
                        <a:buNone/>
                      </a:pPr>
                      <a:r>
                        <a:rPr lang="en" sz="1100" b="1">
                          <a:latin typeface="IBM Plex Sans"/>
                          <a:ea typeface="IBM Plex Sans"/>
                          <a:cs typeface="IBM Plex Sans"/>
                          <a:sym typeface="IBM Plex Sans"/>
                        </a:rPr>
                        <a:t>Product strategy</a:t>
                      </a:r>
                      <a:endParaRPr sz="1100" b="1">
                        <a:latin typeface="IBM Plex Sans"/>
                        <a:ea typeface="IBM Plex Sans"/>
                        <a:cs typeface="IBM Plex Sans"/>
                        <a:sym typeface="IBM Plex Sans"/>
                      </a:endParaRPr>
                    </a:p>
                  </a:txBody>
                  <a:tcPr marL="68575" marR="68575" marT="68575" marB="68575" anchor="ctr">
                    <a:lnL w="9525" cap="flat" cmpd="sng">
                      <a:solidFill>
                        <a:srgbClr val="9E9E9E">
                          <a:alpha val="0"/>
                        </a:srgbClr>
                      </a:solidFill>
                      <a:prstDash val="solid"/>
                      <a:round/>
                      <a:headEnd type="none" w="sm" len="sm"/>
                      <a:tailEnd type="none" w="sm" len="sm"/>
                    </a:lnL>
                    <a:lnR w="381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lvl="0" indent="0" algn="l" rtl="0">
                        <a:spcBef>
                          <a:spcPts val="0"/>
                        </a:spcBef>
                        <a:spcAft>
                          <a:spcPts val="0"/>
                        </a:spcAft>
                        <a:buNone/>
                      </a:pPr>
                      <a:r>
                        <a:rPr lang="en" sz="900">
                          <a:latin typeface="IBM Plex Sans"/>
                          <a:ea typeface="IBM Plex Sans"/>
                          <a:cs typeface="IBM Plex Sans"/>
                          <a:sym typeface="IBM Plex Sans"/>
                        </a:rPr>
                        <a:t>Process automation that powers the digital enterprise. Open architecture, works across all types of technologies and infrastructures to design, automate and improve enterprise processes.</a:t>
                      </a:r>
                      <a:endParaRPr sz="900">
                        <a:latin typeface="IBM Plex Sans"/>
                        <a:ea typeface="IBM Plex Sans"/>
                        <a:cs typeface="IBM Plex Sans"/>
                        <a:sym typeface="IBM Plex Sans"/>
                      </a:endParaRPr>
                    </a:p>
                  </a:txBody>
                  <a:tcPr marL="68575" marR="68575" marT="68575" marB="68575" anchor="ctr">
                    <a:lnL w="38100" cap="flat" cmpd="sng">
                      <a:solidFill>
                        <a:srgbClr val="FFFFFF"/>
                      </a:solidFill>
                      <a:prstDash val="solid"/>
                      <a:round/>
                      <a:headEnd type="none" w="sm" len="sm"/>
                      <a:tailEnd type="none" w="sm" len="sm"/>
                    </a:lnL>
                    <a:lnR w="381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lvl="0" indent="0" algn="l" rtl="0">
                        <a:spcBef>
                          <a:spcPts val="0"/>
                        </a:spcBef>
                        <a:spcAft>
                          <a:spcPts val="0"/>
                        </a:spcAft>
                        <a:buNone/>
                      </a:pPr>
                      <a:r>
                        <a:rPr lang="en" sz="900">
                          <a:latin typeface="IBM Plex Sans"/>
                          <a:ea typeface="IBM Plex Sans"/>
                          <a:cs typeface="IBM Plex Sans"/>
                          <a:sym typeface="IBM Plex Sans"/>
                        </a:rPr>
                        <a:t>All-in-one “walled garden” - provide everything you need in one place to build basic applications typically on a department-level quickly. </a:t>
                      </a:r>
                      <a:endParaRPr sz="900">
                        <a:latin typeface="IBM Plex Sans"/>
                        <a:ea typeface="IBM Plex Sans"/>
                        <a:cs typeface="IBM Plex Sans"/>
                        <a:sym typeface="IBM Plex Sans"/>
                      </a:endParaRPr>
                    </a:p>
                  </a:txBody>
                  <a:tcPr marL="68575" marR="68575" marT="68575" marB="68575" anchor="ctr">
                    <a:lnL w="38100" cap="flat" cmpd="sng">
                      <a:solidFill>
                        <a:srgbClr val="FFFFFF"/>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38100" cap="flat" cmpd="sng">
                      <a:solidFill>
                        <a:srgbClr val="FFFFFF"/>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extLst>
                  <a:ext uri="{0D108BD9-81ED-4DB2-BD59-A6C34878D82A}">
                    <a16:rowId xmlns:a16="http://schemas.microsoft.com/office/drawing/2014/main" val="10009"/>
                  </a:ext>
                </a:extLst>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147"/>
        <p:cNvGrpSpPr/>
        <p:nvPr/>
      </p:nvGrpSpPr>
      <p:grpSpPr>
        <a:xfrm>
          <a:off x="0" y="0"/>
          <a:ext cx="0" cy="0"/>
          <a:chOff x="0" y="0"/>
          <a:chExt cx="0" cy="0"/>
        </a:xfrm>
      </p:grpSpPr>
      <p:sp>
        <p:nvSpPr>
          <p:cNvPr id="2148" name="Google Shape;2148;p124"/>
          <p:cNvSpPr txBox="1">
            <a:spLocks noGrp="1"/>
          </p:cNvSpPr>
          <p:nvPr>
            <p:ph type="title"/>
          </p:nvPr>
        </p:nvSpPr>
        <p:spPr>
          <a:xfrm>
            <a:off x="371475" y="257176"/>
            <a:ext cx="8400900" cy="5490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en"/>
              <a:t>Process Orchestration:</a:t>
            </a:r>
            <a:endParaRPr/>
          </a:p>
          <a:p>
            <a:pPr marL="0" lvl="0" indent="0" algn="l" rtl="0">
              <a:spcBef>
                <a:spcPts val="0"/>
              </a:spcBef>
              <a:spcAft>
                <a:spcPts val="0"/>
              </a:spcAft>
              <a:buNone/>
            </a:pPr>
            <a:r>
              <a:rPr lang="en" sz="2000"/>
              <a:t>Camunda Platform for High Endpoint Diversity</a:t>
            </a:r>
            <a:endParaRPr sz="2000"/>
          </a:p>
        </p:txBody>
      </p:sp>
      <p:sp>
        <p:nvSpPr>
          <p:cNvPr id="2149" name="Google Shape;2149;p124"/>
          <p:cNvSpPr txBox="1">
            <a:spLocks noGrp="1"/>
          </p:cNvSpPr>
          <p:nvPr>
            <p:ph type="ftr" idx="11"/>
          </p:nvPr>
        </p:nvSpPr>
        <p:spPr>
          <a:xfrm>
            <a:off x="742950" y="4838007"/>
            <a:ext cx="6776100" cy="121800"/>
          </a:xfrm>
          <a:prstGeom prst="rect">
            <a:avLst/>
          </a:prstGeom>
        </p:spPr>
        <p:txBody>
          <a:bodyPr spcFirstLastPara="1" wrap="square" lIns="0" tIns="0" rIns="0" bIns="0" anchor="ctr" anchorCtr="0">
            <a:noAutofit/>
          </a:bodyPr>
          <a:lstStyle/>
          <a:p>
            <a:pPr marL="0" lvl="0" indent="0" algn="l" rtl="0">
              <a:spcBef>
                <a:spcPts val="0"/>
              </a:spcBef>
              <a:spcAft>
                <a:spcPts val="0"/>
              </a:spcAft>
              <a:buNone/>
            </a:pPr>
            <a:fld id="{00000000-1234-1234-1234-123412341234}" type="slidenum">
              <a:rPr lang="en"/>
              <a:t>14</a:t>
            </a:fld>
            <a:endParaRPr/>
          </a:p>
        </p:txBody>
      </p:sp>
      <p:sp>
        <p:nvSpPr>
          <p:cNvPr id="2150" name="Google Shape;2150;p124"/>
          <p:cNvSpPr txBox="1"/>
          <p:nvPr/>
        </p:nvSpPr>
        <p:spPr>
          <a:xfrm>
            <a:off x="784163" y="2104720"/>
            <a:ext cx="1620300" cy="215400"/>
          </a:xfrm>
          <a:prstGeom prst="rect">
            <a:avLst/>
          </a:prstGeom>
          <a:noFill/>
          <a:ln>
            <a:noFill/>
          </a:ln>
        </p:spPr>
        <p:txBody>
          <a:bodyPr spcFirstLastPara="1" wrap="square" lIns="0" tIns="0" rIns="0" bIns="0" anchor="t" anchorCtr="0">
            <a:spAutoFit/>
          </a:bodyPr>
          <a:lstStyle/>
          <a:p>
            <a:pPr marL="0" lvl="0" indent="0" algn="ctr" rtl="0">
              <a:spcBef>
                <a:spcPts val="0"/>
              </a:spcBef>
              <a:spcAft>
                <a:spcPts val="0"/>
              </a:spcAft>
              <a:buNone/>
            </a:pPr>
            <a:r>
              <a:rPr lang="en">
                <a:solidFill>
                  <a:schemeClr val="dk2"/>
                </a:solidFill>
                <a:latin typeface="IBM Plex Sans"/>
                <a:ea typeface="IBM Plex Sans"/>
                <a:cs typeface="IBM Plex Sans"/>
                <a:sym typeface="IBM Plex Sans"/>
              </a:rPr>
              <a:t>State handling</a:t>
            </a:r>
            <a:endParaRPr>
              <a:solidFill>
                <a:schemeClr val="dk2"/>
              </a:solidFill>
              <a:latin typeface="IBM Plex Sans"/>
              <a:ea typeface="IBM Plex Sans"/>
              <a:cs typeface="IBM Plex Sans"/>
              <a:sym typeface="IBM Plex Sans"/>
            </a:endParaRPr>
          </a:p>
        </p:txBody>
      </p:sp>
      <p:grpSp>
        <p:nvGrpSpPr>
          <p:cNvPr id="2151" name="Google Shape;2151;p124"/>
          <p:cNvGrpSpPr/>
          <p:nvPr/>
        </p:nvGrpSpPr>
        <p:grpSpPr>
          <a:xfrm>
            <a:off x="1255969" y="1414478"/>
            <a:ext cx="676672" cy="549609"/>
            <a:chOff x="4724300" y="3111375"/>
            <a:chExt cx="361200" cy="295950"/>
          </a:xfrm>
        </p:grpSpPr>
        <p:sp>
          <p:nvSpPr>
            <p:cNvPr id="2152" name="Google Shape;2152;p124"/>
            <p:cNvSpPr/>
            <p:nvPr/>
          </p:nvSpPr>
          <p:spPr>
            <a:xfrm>
              <a:off x="4777075" y="3188275"/>
              <a:ext cx="128375" cy="126775"/>
            </a:xfrm>
            <a:custGeom>
              <a:avLst/>
              <a:gdLst/>
              <a:ahLst/>
              <a:cxnLst/>
              <a:rect l="l" t="t" r="r" b="b"/>
              <a:pathLst>
                <a:path w="5135" h="5071" extrusionOk="0">
                  <a:moveTo>
                    <a:pt x="0" y="0"/>
                  </a:moveTo>
                  <a:lnTo>
                    <a:pt x="0" y="1029"/>
                  </a:lnTo>
                  <a:lnTo>
                    <a:pt x="1029" y="1029"/>
                  </a:lnTo>
                  <a:lnTo>
                    <a:pt x="1029" y="0"/>
                  </a:lnTo>
                  <a:close/>
                  <a:moveTo>
                    <a:pt x="2048" y="0"/>
                  </a:moveTo>
                  <a:lnTo>
                    <a:pt x="2048" y="1029"/>
                  </a:lnTo>
                  <a:lnTo>
                    <a:pt x="3076" y="1029"/>
                  </a:lnTo>
                  <a:lnTo>
                    <a:pt x="3076" y="0"/>
                  </a:lnTo>
                  <a:close/>
                  <a:moveTo>
                    <a:pt x="4105" y="0"/>
                  </a:moveTo>
                  <a:lnTo>
                    <a:pt x="4105" y="1029"/>
                  </a:lnTo>
                  <a:lnTo>
                    <a:pt x="5134" y="1029"/>
                  </a:lnTo>
                  <a:lnTo>
                    <a:pt x="5134" y="0"/>
                  </a:lnTo>
                  <a:close/>
                  <a:moveTo>
                    <a:pt x="0" y="2058"/>
                  </a:moveTo>
                  <a:lnTo>
                    <a:pt x="0" y="3087"/>
                  </a:lnTo>
                  <a:lnTo>
                    <a:pt x="1029" y="3087"/>
                  </a:lnTo>
                  <a:lnTo>
                    <a:pt x="1029" y="2058"/>
                  </a:lnTo>
                  <a:close/>
                  <a:moveTo>
                    <a:pt x="2048" y="2058"/>
                  </a:moveTo>
                  <a:lnTo>
                    <a:pt x="2048" y="3087"/>
                  </a:lnTo>
                  <a:lnTo>
                    <a:pt x="3076" y="3087"/>
                  </a:lnTo>
                  <a:lnTo>
                    <a:pt x="3076" y="2058"/>
                  </a:lnTo>
                  <a:close/>
                  <a:moveTo>
                    <a:pt x="4105" y="2058"/>
                  </a:moveTo>
                  <a:lnTo>
                    <a:pt x="4105" y="3087"/>
                  </a:lnTo>
                  <a:lnTo>
                    <a:pt x="5134" y="3087"/>
                  </a:lnTo>
                  <a:lnTo>
                    <a:pt x="5134" y="2058"/>
                  </a:lnTo>
                  <a:close/>
                  <a:moveTo>
                    <a:pt x="0" y="4042"/>
                  </a:moveTo>
                  <a:lnTo>
                    <a:pt x="0" y="5070"/>
                  </a:lnTo>
                  <a:lnTo>
                    <a:pt x="1029" y="5070"/>
                  </a:lnTo>
                  <a:lnTo>
                    <a:pt x="1029" y="4042"/>
                  </a:lnTo>
                  <a:close/>
                  <a:moveTo>
                    <a:pt x="2048" y="4042"/>
                  </a:moveTo>
                  <a:lnTo>
                    <a:pt x="2048" y="5070"/>
                  </a:lnTo>
                  <a:lnTo>
                    <a:pt x="3076" y="5070"/>
                  </a:lnTo>
                  <a:lnTo>
                    <a:pt x="3076" y="4042"/>
                  </a:lnTo>
                  <a:close/>
                  <a:moveTo>
                    <a:pt x="4105" y="4042"/>
                  </a:moveTo>
                  <a:lnTo>
                    <a:pt x="4105" y="5070"/>
                  </a:lnTo>
                  <a:lnTo>
                    <a:pt x="5134" y="5070"/>
                  </a:lnTo>
                  <a:lnTo>
                    <a:pt x="5134" y="4042"/>
                  </a:lnTo>
                  <a:close/>
                </a:path>
              </a:pathLst>
            </a:custGeom>
            <a:solidFill>
              <a:srgbClr val="FC5D0D"/>
            </a:solidFill>
            <a:ln>
              <a:noFill/>
            </a:ln>
          </p:spPr>
          <p:txBody>
            <a:bodyPr spcFirstLastPara="1" wrap="square" lIns="182850" tIns="182850" rIns="182850" bIns="182850" anchor="ctr" anchorCtr="0">
              <a:noAutofit/>
            </a:bodyPr>
            <a:lstStyle/>
            <a:p>
              <a:pPr marL="0" lvl="0" indent="0" algn="l" rtl="0">
                <a:spcBef>
                  <a:spcPts val="0"/>
                </a:spcBef>
                <a:spcAft>
                  <a:spcPts val="0"/>
                </a:spcAft>
                <a:buNone/>
              </a:pPr>
              <a:endParaRPr sz="1200"/>
            </a:p>
          </p:txBody>
        </p:sp>
        <p:sp>
          <p:nvSpPr>
            <p:cNvPr id="2153" name="Google Shape;2153;p124"/>
            <p:cNvSpPr/>
            <p:nvPr/>
          </p:nvSpPr>
          <p:spPr>
            <a:xfrm>
              <a:off x="4970650" y="3296475"/>
              <a:ext cx="75600" cy="67100"/>
            </a:xfrm>
            <a:custGeom>
              <a:avLst/>
              <a:gdLst/>
              <a:ahLst/>
              <a:cxnLst/>
              <a:rect l="l" t="t" r="r" b="b"/>
              <a:pathLst>
                <a:path w="3024" h="2684" extrusionOk="0">
                  <a:moveTo>
                    <a:pt x="2249" y="0"/>
                  </a:moveTo>
                  <a:lnTo>
                    <a:pt x="1231" y="1241"/>
                  </a:lnTo>
                  <a:lnTo>
                    <a:pt x="658" y="753"/>
                  </a:lnTo>
                  <a:lnTo>
                    <a:pt x="0" y="1538"/>
                  </a:lnTo>
                  <a:lnTo>
                    <a:pt x="1358" y="2684"/>
                  </a:lnTo>
                  <a:lnTo>
                    <a:pt x="3023" y="679"/>
                  </a:lnTo>
                  <a:lnTo>
                    <a:pt x="2249" y="0"/>
                  </a:lnTo>
                  <a:close/>
                </a:path>
              </a:pathLst>
            </a:custGeom>
            <a:solidFill>
              <a:srgbClr val="FC5D0D"/>
            </a:solidFill>
            <a:ln>
              <a:noFill/>
            </a:ln>
          </p:spPr>
          <p:txBody>
            <a:bodyPr spcFirstLastPara="1" wrap="square" lIns="182850" tIns="182850" rIns="182850" bIns="182850" anchor="ctr" anchorCtr="0">
              <a:noAutofit/>
            </a:bodyPr>
            <a:lstStyle/>
            <a:p>
              <a:pPr marL="0" lvl="0" indent="0" algn="l" rtl="0">
                <a:spcBef>
                  <a:spcPts val="0"/>
                </a:spcBef>
                <a:spcAft>
                  <a:spcPts val="0"/>
                </a:spcAft>
                <a:buNone/>
              </a:pPr>
              <a:endParaRPr sz="1200"/>
            </a:p>
          </p:txBody>
        </p:sp>
        <p:sp>
          <p:nvSpPr>
            <p:cNvPr id="2154" name="Google Shape;2154;p124"/>
            <p:cNvSpPr/>
            <p:nvPr/>
          </p:nvSpPr>
          <p:spPr>
            <a:xfrm>
              <a:off x="4724300" y="3111375"/>
              <a:ext cx="361200" cy="295950"/>
            </a:xfrm>
            <a:custGeom>
              <a:avLst/>
              <a:gdLst/>
              <a:ahLst/>
              <a:cxnLst/>
              <a:rect l="l" t="t" r="r" b="b"/>
              <a:pathLst>
                <a:path w="14448" h="11838" extrusionOk="0">
                  <a:moveTo>
                    <a:pt x="12368" y="2058"/>
                  </a:moveTo>
                  <a:lnTo>
                    <a:pt x="12368" y="5845"/>
                  </a:lnTo>
                  <a:lnTo>
                    <a:pt x="12135" y="5781"/>
                  </a:lnTo>
                  <a:lnTo>
                    <a:pt x="11880" y="5728"/>
                  </a:lnTo>
                  <a:lnTo>
                    <a:pt x="11626" y="5696"/>
                  </a:lnTo>
                  <a:lnTo>
                    <a:pt x="11361" y="5675"/>
                  </a:lnTo>
                  <a:lnTo>
                    <a:pt x="11202" y="5686"/>
                  </a:lnTo>
                  <a:lnTo>
                    <a:pt x="11053" y="5696"/>
                  </a:lnTo>
                  <a:lnTo>
                    <a:pt x="10894" y="5718"/>
                  </a:lnTo>
                  <a:lnTo>
                    <a:pt x="10745" y="5739"/>
                  </a:lnTo>
                  <a:lnTo>
                    <a:pt x="10597" y="5781"/>
                  </a:lnTo>
                  <a:lnTo>
                    <a:pt x="10448" y="5824"/>
                  </a:lnTo>
                  <a:lnTo>
                    <a:pt x="10311" y="5866"/>
                  </a:lnTo>
                  <a:lnTo>
                    <a:pt x="10162" y="5919"/>
                  </a:lnTo>
                  <a:lnTo>
                    <a:pt x="10035" y="5983"/>
                  </a:lnTo>
                  <a:lnTo>
                    <a:pt x="9897" y="6057"/>
                  </a:lnTo>
                  <a:lnTo>
                    <a:pt x="9770" y="6131"/>
                  </a:lnTo>
                  <a:lnTo>
                    <a:pt x="9642" y="6205"/>
                  </a:lnTo>
                  <a:lnTo>
                    <a:pt x="9526" y="6290"/>
                  </a:lnTo>
                  <a:lnTo>
                    <a:pt x="9409" y="6386"/>
                  </a:lnTo>
                  <a:lnTo>
                    <a:pt x="9292" y="6481"/>
                  </a:lnTo>
                  <a:lnTo>
                    <a:pt x="9186" y="6577"/>
                  </a:lnTo>
                  <a:lnTo>
                    <a:pt x="9091" y="6693"/>
                  </a:lnTo>
                  <a:lnTo>
                    <a:pt x="8985" y="6799"/>
                  </a:lnTo>
                  <a:lnTo>
                    <a:pt x="8900" y="6916"/>
                  </a:lnTo>
                  <a:lnTo>
                    <a:pt x="8815" y="7033"/>
                  </a:lnTo>
                  <a:lnTo>
                    <a:pt x="8730" y="7160"/>
                  </a:lnTo>
                  <a:lnTo>
                    <a:pt x="8656" y="7287"/>
                  </a:lnTo>
                  <a:lnTo>
                    <a:pt x="8592" y="7425"/>
                  </a:lnTo>
                  <a:lnTo>
                    <a:pt x="8529" y="7563"/>
                  </a:lnTo>
                  <a:lnTo>
                    <a:pt x="8476" y="7701"/>
                  </a:lnTo>
                  <a:lnTo>
                    <a:pt x="8422" y="7839"/>
                  </a:lnTo>
                  <a:lnTo>
                    <a:pt x="8380" y="7987"/>
                  </a:lnTo>
                  <a:lnTo>
                    <a:pt x="8348" y="8136"/>
                  </a:lnTo>
                  <a:lnTo>
                    <a:pt x="8327" y="8284"/>
                  </a:lnTo>
                  <a:lnTo>
                    <a:pt x="8306" y="8443"/>
                  </a:lnTo>
                  <a:lnTo>
                    <a:pt x="8295" y="8603"/>
                  </a:lnTo>
                  <a:lnTo>
                    <a:pt x="8285" y="8762"/>
                  </a:lnTo>
                  <a:lnTo>
                    <a:pt x="8295" y="8953"/>
                  </a:lnTo>
                  <a:lnTo>
                    <a:pt x="8306" y="9144"/>
                  </a:lnTo>
                  <a:lnTo>
                    <a:pt x="8338" y="9324"/>
                  </a:lnTo>
                  <a:lnTo>
                    <a:pt x="8380" y="9515"/>
                  </a:lnTo>
                  <a:lnTo>
                    <a:pt x="8433" y="9695"/>
                  </a:lnTo>
                  <a:lnTo>
                    <a:pt x="8497" y="9865"/>
                  </a:lnTo>
                  <a:lnTo>
                    <a:pt x="8560" y="10034"/>
                  </a:lnTo>
                  <a:lnTo>
                    <a:pt x="8645" y="10194"/>
                  </a:lnTo>
                  <a:lnTo>
                    <a:pt x="1029" y="10194"/>
                  </a:lnTo>
                  <a:lnTo>
                    <a:pt x="1029" y="2058"/>
                  </a:lnTo>
                  <a:close/>
                  <a:moveTo>
                    <a:pt x="11361" y="6704"/>
                  </a:moveTo>
                  <a:lnTo>
                    <a:pt x="11573" y="6715"/>
                  </a:lnTo>
                  <a:lnTo>
                    <a:pt x="11774" y="6746"/>
                  </a:lnTo>
                  <a:lnTo>
                    <a:pt x="11976" y="6799"/>
                  </a:lnTo>
                  <a:lnTo>
                    <a:pt x="12167" y="6863"/>
                  </a:lnTo>
                  <a:lnTo>
                    <a:pt x="12336" y="6959"/>
                  </a:lnTo>
                  <a:lnTo>
                    <a:pt x="12506" y="7054"/>
                  </a:lnTo>
                  <a:lnTo>
                    <a:pt x="12665" y="7171"/>
                  </a:lnTo>
                  <a:lnTo>
                    <a:pt x="12814" y="7309"/>
                  </a:lnTo>
                  <a:lnTo>
                    <a:pt x="12952" y="7457"/>
                  </a:lnTo>
                  <a:lnTo>
                    <a:pt x="13068" y="7616"/>
                  </a:lnTo>
                  <a:lnTo>
                    <a:pt x="13164" y="7786"/>
                  </a:lnTo>
                  <a:lnTo>
                    <a:pt x="13259" y="7956"/>
                  </a:lnTo>
                  <a:lnTo>
                    <a:pt x="13323" y="8146"/>
                  </a:lnTo>
                  <a:lnTo>
                    <a:pt x="13376" y="8348"/>
                  </a:lnTo>
                  <a:lnTo>
                    <a:pt x="13408" y="8550"/>
                  </a:lnTo>
                  <a:lnTo>
                    <a:pt x="13418" y="8762"/>
                  </a:lnTo>
                  <a:lnTo>
                    <a:pt x="13408" y="8963"/>
                  </a:lnTo>
                  <a:lnTo>
                    <a:pt x="13376" y="9175"/>
                  </a:lnTo>
                  <a:lnTo>
                    <a:pt x="13323" y="9366"/>
                  </a:lnTo>
                  <a:lnTo>
                    <a:pt x="13259" y="9557"/>
                  </a:lnTo>
                  <a:lnTo>
                    <a:pt x="13164" y="9737"/>
                  </a:lnTo>
                  <a:lnTo>
                    <a:pt x="13068" y="9907"/>
                  </a:lnTo>
                  <a:lnTo>
                    <a:pt x="12952" y="10066"/>
                  </a:lnTo>
                  <a:lnTo>
                    <a:pt x="12814" y="10204"/>
                  </a:lnTo>
                  <a:lnTo>
                    <a:pt x="12665" y="10342"/>
                  </a:lnTo>
                  <a:lnTo>
                    <a:pt x="12506" y="10459"/>
                  </a:lnTo>
                  <a:lnTo>
                    <a:pt x="12336" y="10565"/>
                  </a:lnTo>
                  <a:lnTo>
                    <a:pt x="12167" y="10650"/>
                  </a:lnTo>
                  <a:lnTo>
                    <a:pt x="11976" y="10713"/>
                  </a:lnTo>
                  <a:lnTo>
                    <a:pt x="11774" y="10766"/>
                  </a:lnTo>
                  <a:lnTo>
                    <a:pt x="11573" y="10798"/>
                  </a:lnTo>
                  <a:lnTo>
                    <a:pt x="11361" y="10809"/>
                  </a:lnTo>
                  <a:lnTo>
                    <a:pt x="11159" y="10798"/>
                  </a:lnTo>
                  <a:lnTo>
                    <a:pt x="10947" y="10766"/>
                  </a:lnTo>
                  <a:lnTo>
                    <a:pt x="10756" y="10713"/>
                  </a:lnTo>
                  <a:lnTo>
                    <a:pt x="10565" y="10650"/>
                  </a:lnTo>
                  <a:lnTo>
                    <a:pt x="10385" y="10565"/>
                  </a:lnTo>
                  <a:lnTo>
                    <a:pt x="10215" y="10459"/>
                  </a:lnTo>
                  <a:lnTo>
                    <a:pt x="10056" y="10342"/>
                  </a:lnTo>
                  <a:lnTo>
                    <a:pt x="9918" y="10204"/>
                  </a:lnTo>
                  <a:lnTo>
                    <a:pt x="9780" y="10066"/>
                  </a:lnTo>
                  <a:lnTo>
                    <a:pt x="9664" y="9907"/>
                  </a:lnTo>
                  <a:lnTo>
                    <a:pt x="9557" y="9737"/>
                  </a:lnTo>
                  <a:lnTo>
                    <a:pt x="9473" y="9557"/>
                  </a:lnTo>
                  <a:lnTo>
                    <a:pt x="9409" y="9366"/>
                  </a:lnTo>
                  <a:lnTo>
                    <a:pt x="9356" y="9175"/>
                  </a:lnTo>
                  <a:lnTo>
                    <a:pt x="9324" y="8963"/>
                  </a:lnTo>
                  <a:lnTo>
                    <a:pt x="9313" y="8762"/>
                  </a:lnTo>
                  <a:lnTo>
                    <a:pt x="9324" y="8550"/>
                  </a:lnTo>
                  <a:lnTo>
                    <a:pt x="9356" y="8348"/>
                  </a:lnTo>
                  <a:lnTo>
                    <a:pt x="9409" y="8146"/>
                  </a:lnTo>
                  <a:lnTo>
                    <a:pt x="9473" y="7956"/>
                  </a:lnTo>
                  <a:lnTo>
                    <a:pt x="9557" y="7786"/>
                  </a:lnTo>
                  <a:lnTo>
                    <a:pt x="9664" y="7616"/>
                  </a:lnTo>
                  <a:lnTo>
                    <a:pt x="9780" y="7457"/>
                  </a:lnTo>
                  <a:lnTo>
                    <a:pt x="9918" y="7309"/>
                  </a:lnTo>
                  <a:lnTo>
                    <a:pt x="10056" y="7171"/>
                  </a:lnTo>
                  <a:lnTo>
                    <a:pt x="10215" y="7054"/>
                  </a:lnTo>
                  <a:lnTo>
                    <a:pt x="10385" y="6959"/>
                  </a:lnTo>
                  <a:lnTo>
                    <a:pt x="10565" y="6863"/>
                  </a:lnTo>
                  <a:lnTo>
                    <a:pt x="10756" y="6799"/>
                  </a:lnTo>
                  <a:lnTo>
                    <a:pt x="10947" y="6746"/>
                  </a:lnTo>
                  <a:lnTo>
                    <a:pt x="11159" y="6715"/>
                  </a:lnTo>
                  <a:lnTo>
                    <a:pt x="11361" y="6704"/>
                  </a:lnTo>
                  <a:close/>
                  <a:moveTo>
                    <a:pt x="1" y="0"/>
                  </a:moveTo>
                  <a:lnTo>
                    <a:pt x="1" y="1029"/>
                  </a:lnTo>
                  <a:lnTo>
                    <a:pt x="1" y="2058"/>
                  </a:lnTo>
                  <a:lnTo>
                    <a:pt x="1" y="11222"/>
                  </a:lnTo>
                  <a:lnTo>
                    <a:pt x="9526" y="11222"/>
                  </a:lnTo>
                  <a:lnTo>
                    <a:pt x="9717" y="11360"/>
                  </a:lnTo>
                  <a:lnTo>
                    <a:pt x="9929" y="11477"/>
                  </a:lnTo>
                  <a:lnTo>
                    <a:pt x="10151" y="11583"/>
                  </a:lnTo>
                  <a:lnTo>
                    <a:pt x="10374" y="11679"/>
                  </a:lnTo>
                  <a:lnTo>
                    <a:pt x="10618" y="11742"/>
                  </a:lnTo>
                  <a:lnTo>
                    <a:pt x="10862" y="11795"/>
                  </a:lnTo>
                  <a:lnTo>
                    <a:pt x="11106" y="11827"/>
                  </a:lnTo>
                  <a:lnTo>
                    <a:pt x="11361" y="11838"/>
                  </a:lnTo>
                  <a:lnTo>
                    <a:pt x="11520" y="11827"/>
                  </a:lnTo>
                  <a:lnTo>
                    <a:pt x="11679" y="11816"/>
                  </a:lnTo>
                  <a:lnTo>
                    <a:pt x="11838" y="11795"/>
                  </a:lnTo>
                  <a:lnTo>
                    <a:pt x="11986" y="11774"/>
                  </a:lnTo>
                  <a:lnTo>
                    <a:pt x="12135" y="11742"/>
                  </a:lnTo>
                  <a:lnTo>
                    <a:pt x="12283" y="11700"/>
                  </a:lnTo>
                  <a:lnTo>
                    <a:pt x="12421" y="11647"/>
                  </a:lnTo>
                  <a:lnTo>
                    <a:pt x="12559" y="11594"/>
                  </a:lnTo>
                  <a:lnTo>
                    <a:pt x="12697" y="11530"/>
                  </a:lnTo>
                  <a:lnTo>
                    <a:pt x="12835" y="11466"/>
                  </a:lnTo>
                  <a:lnTo>
                    <a:pt x="12962" y="11392"/>
                  </a:lnTo>
                  <a:lnTo>
                    <a:pt x="13090" y="11307"/>
                  </a:lnTo>
                  <a:lnTo>
                    <a:pt x="13206" y="11222"/>
                  </a:lnTo>
                  <a:lnTo>
                    <a:pt x="13323" y="11138"/>
                  </a:lnTo>
                  <a:lnTo>
                    <a:pt x="13429" y="11032"/>
                  </a:lnTo>
                  <a:lnTo>
                    <a:pt x="13546" y="10936"/>
                  </a:lnTo>
                  <a:lnTo>
                    <a:pt x="13641" y="10830"/>
                  </a:lnTo>
                  <a:lnTo>
                    <a:pt x="13737" y="10713"/>
                  </a:lnTo>
                  <a:lnTo>
                    <a:pt x="13832" y="10597"/>
                  </a:lnTo>
                  <a:lnTo>
                    <a:pt x="13917" y="10480"/>
                  </a:lnTo>
                  <a:lnTo>
                    <a:pt x="14002" y="10353"/>
                  </a:lnTo>
                  <a:lnTo>
                    <a:pt x="14065" y="10225"/>
                  </a:lnTo>
                  <a:lnTo>
                    <a:pt x="14140" y="10088"/>
                  </a:lnTo>
                  <a:lnTo>
                    <a:pt x="14203" y="9960"/>
                  </a:lnTo>
                  <a:lnTo>
                    <a:pt x="14256" y="9812"/>
                  </a:lnTo>
                  <a:lnTo>
                    <a:pt x="14299" y="9674"/>
                  </a:lnTo>
                  <a:lnTo>
                    <a:pt x="14341" y="9525"/>
                  </a:lnTo>
                  <a:lnTo>
                    <a:pt x="14384" y="9377"/>
                  </a:lnTo>
                  <a:lnTo>
                    <a:pt x="14405" y="9228"/>
                  </a:lnTo>
                  <a:lnTo>
                    <a:pt x="14426" y="9069"/>
                  </a:lnTo>
                  <a:lnTo>
                    <a:pt x="14437" y="8921"/>
                  </a:lnTo>
                  <a:lnTo>
                    <a:pt x="14447" y="8762"/>
                  </a:lnTo>
                  <a:lnTo>
                    <a:pt x="14437" y="8592"/>
                  </a:lnTo>
                  <a:lnTo>
                    <a:pt x="14426" y="8422"/>
                  </a:lnTo>
                  <a:lnTo>
                    <a:pt x="14405" y="8253"/>
                  </a:lnTo>
                  <a:lnTo>
                    <a:pt x="14373" y="8093"/>
                  </a:lnTo>
                  <a:lnTo>
                    <a:pt x="14331" y="7924"/>
                  </a:lnTo>
                  <a:lnTo>
                    <a:pt x="14278" y="7775"/>
                  </a:lnTo>
                  <a:lnTo>
                    <a:pt x="14224" y="7616"/>
                  </a:lnTo>
                  <a:lnTo>
                    <a:pt x="14161" y="7468"/>
                  </a:lnTo>
                  <a:lnTo>
                    <a:pt x="14087" y="7330"/>
                  </a:lnTo>
                  <a:lnTo>
                    <a:pt x="14012" y="7181"/>
                  </a:lnTo>
                  <a:lnTo>
                    <a:pt x="13927" y="7054"/>
                  </a:lnTo>
                  <a:lnTo>
                    <a:pt x="13832" y="6916"/>
                  </a:lnTo>
                  <a:lnTo>
                    <a:pt x="13737" y="6789"/>
                  </a:lnTo>
                  <a:lnTo>
                    <a:pt x="13630" y="6672"/>
                  </a:lnTo>
                  <a:lnTo>
                    <a:pt x="13514" y="6555"/>
                  </a:lnTo>
                  <a:lnTo>
                    <a:pt x="13397" y="6449"/>
                  </a:lnTo>
                  <a:lnTo>
                    <a:pt x="13397" y="1029"/>
                  </a:lnTo>
                  <a:lnTo>
                    <a:pt x="13397" y="0"/>
                  </a:lnTo>
                  <a:close/>
                </a:path>
              </a:pathLst>
            </a:custGeom>
            <a:solidFill>
              <a:srgbClr val="FC5D0D"/>
            </a:solidFill>
            <a:ln>
              <a:noFill/>
            </a:ln>
          </p:spPr>
          <p:txBody>
            <a:bodyPr spcFirstLastPara="1" wrap="square" lIns="182850" tIns="182850" rIns="182850" bIns="182850" anchor="ctr" anchorCtr="0">
              <a:noAutofit/>
            </a:bodyPr>
            <a:lstStyle/>
            <a:p>
              <a:pPr marL="0" lvl="0" indent="0" algn="l" rtl="0">
                <a:spcBef>
                  <a:spcPts val="0"/>
                </a:spcBef>
                <a:spcAft>
                  <a:spcPts val="0"/>
                </a:spcAft>
                <a:buNone/>
              </a:pPr>
              <a:endParaRPr sz="1200"/>
            </a:p>
          </p:txBody>
        </p:sp>
      </p:grpSp>
      <p:sp>
        <p:nvSpPr>
          <p:cNvPr id="2155" name="Google Shape;2155;p124"/>
          <p:cNvSpPr txBox="1"/>
          <p:nvPr/>
        </p:nvSpPr>
        <p:spPr>
          <a:xfrm>
            <a:off x="2625095" y="2104720"/>
            <a:ext cx="1620300" cy="215400"/>
          </a:xfrm>
          <a:prstGeom prst="rect">
            <a:avLst/>
          </a:prstGeom>
          <a:noFill/>
          <a:ln>
            <a:noFill/>
          </a:ln>
        </p:spPr>
        <p:txBody>
          <a:bodyPr spcFirstLastPara="1" wrap="square" lIns="0" tIns="0" rIns="0" bIns="0" anchor="t" anchorCtr="0">
            <a:spAutoFit/>
          </a:bodyPr>
          <a:lstStyle/>
          <a:p>
            <a:pPr marL="0" lvl="0" indent="0" algn="ctr" rtl="0">
              <a:spcBef>
                <a:spcPts val="0"/>
              </a:spcBef>
              <a:spcAft>
                <a:spcPts val="0"/>
              </a:spcAft>
              <a:buNone/>
            </a:pPr>
            <a:r>
              <a:rPr lang="en">
                <a:solidFill>
                  <a:schemeClr val="dk2"/>
                </a:solidFill>
                <a:latin typeface="IBM Plex Sans"/>
                <a:ea typeface="IBM Plex Sans"/>
                <a:cs typeface="IBM Plex Sans"/>
                <a:sym typeface="IBM Plex Sans"/>
              </a:rPr>
              <a:t>Explicit processes</a:t>
            </a:r>
            <a:endParaRPr>
              <a:solidFill>
                <a:schemeClr val="dk2"/>
              </a:solidFill>
              <a:latin typeface="IBM Plex Sans"/>
              <a:ea typeface="IBM Plex Sans"/>
              <a:cs typeface="IBM Plex Sans"/>
              <a:sym typeface="IBM Plex Sans"/>
            </a:endParaRPr>
          </a:p>
        </p:txBody>
      </p:sp>
      <p:grpSp>
        <p:nvGrpSpPr>
          <p:cNvPr id="2156" name="Google Shape;2156;p124"/>
          <p:cNvGrpSpPr/>
          <p:nvPr/>
        </p:nvGrpSpPr>
        <p:grpSpPr>
          <a:xfrm>
            <a:off x="3156247" y="1336260"/>
            <a:ext cx="558011" cy="615497"/>
            <a:chOff x="5654625" y="3738800"/>
            <a:chExt cx="331400" cy="371475"/>
          </a:xfrm>
        </p:grpSpPr>
        <p:sp>
          <p:nvSpPr>
            <p:cNvPr id="2157" name="Google Shape;2157;p124"/>
            <p:cNvSpPr/>
            <p:nvPr/>
          </p:nvSpPr>
          <p:spPr>
            <a:xfrm>
              <a:off x="5736000" y="3940875"/>
              <a:ext cx="169900" cy="169400"/>
            </a:xfrm>
            <a:custGeom>
              <a:avLst/>
              <a:gdLst/>
              <a:ahLst/>
              <a:cxnLst/>
              <a:rect l="l" t="t" r="r" b="b"/>
              <a:pathLst>
                <a:path w="6796" h="6776" extrusionOk="0">
                  <a:moveTo>
                    <a:pt x="3393" y="1515"/>
                  </a:moveTo>
                  <a:lnTo>
                    <a:pt x="3589" y="1524"/>
                  </a:lnTo>
                  <a:lnTo>
                    <a:pt x="3776" y="1554"/>
                  </a:lnTo>
                  <a:lnTo>
                    <a:pt x="3953" y="1603"/>
                  </a:lnTo>
                  <a:lnTo>
                    <a:pt x="4130" y="1662"/>
                  </a:lnTo>
                  <a:lnTo>
                    <a:pt x="4287" y="1741"/>
                  </a:lnTo>
                  <a:lnTo>
                    <a:pt x="4445" y="1839"/>
                  </a:lnTo>
                  <a:lnTo>
                    <a:pt x="4592" y="1947"/>
                  </a:lnTo>
                  <a:lnTo>
                    <a:pt x="4720" y="2065"/>
                  </a:lnTo>
                  <a:lnTo>
                    <a:pt x="4848" y="2193"/>
                  </a:lnTo>
                  <a:lnTo>
                    <a:pt x="4956" y="2341"/>
                  </a:lnTo>
                  <a:lnTo>
                    <a:pt x="5045" y="2498"/>
                  </a:lnTo>
                  <a:lnTo>
                    <a:pt x="5123" y="2665"/>
                  </a:lnTo>
                  <a:lnTo>
                    <a:pt x="5192" y="2832"/>
                  </a:lnTo>
                  <a:lnTo>
                    <a:pt x="5232" y="3009"/>
                  </a:lnTo>
                  <a:lnTo>
                    <a:pt x="5261" y="3196"/>
                  </a:lnTo>
                  <a:lnTo>
                    <a:pt x="5271" y="3393"/>
                  </a:lnTo>
                  <a:lnTo>
                    <a:pt x="5261" y="3580"/>
                  </a:lnTo>
                  <a:lnTo>
                    <a:pt x="5232" y="3766"/>
                  </a:lnTo>
                  <a:lnTo>
                    <a:pt x="5192" y="3953"/>
                  </a:lnTo>
                  <a:lnTo>
                    <a:pt x="5123" y="4120"/>
                  </a:lnTo>
                  <a:lnTo>
                    <a:pt x="5045" y="4288"/>
                  </a:lnTo>
                  <a:lnTo>
                    <a:pt x="4956" y="4445"/>
                  </a:lnTo>
                  <a:lnTo>
                    <a:pt x="4848" y="4583"/>
                  </a:lnTo>
                  <a:lnTo>
                    <a:pt x="4720" y="4720"/>
                  </a:lnTo>
                  <a:lnTo>
                    <a:pt x="4592" y="4838"/>
                  </a:lnTo>
                  <a:lnTo>
                    <a:pt x="4445" y="4946"/>
                  </a:lnTo>
                  <a:lnTo>
                    <a:pt x="4287" y="5045"/>
                  </a:lnTo>
                  <a:lnTo>
                    <a:pt x="4130" y="5123"/>
                  </a:lnTo>
                  <a:lnTo>
                    <a:pt x="3953" y="5182"/>
                  </a:lnTo>
                  <a:lnTo>
                    <a:pt x="3776" y="5232"/>
                  </a:lnTo>
                  <a:lnTo>
                    <a:pt x="3589" y="5261"/>
                  </a:lnTo>
                  <a:lnTo>
                    <a:pt x="3393" y="5271"/>
                  </a:lnTo>
                  <a:lnTo>
                    <a:pt x="3206" y="5261"/>
                  </a:lnTo>
                  <a:lnTo>
                    <a:pt x="3019" y="5232"/>
                  </a:lnTo>
                  <a:lnTo>
                    <a:pt x="2842" y="5182"/>
                  </a:lnTo>
                  <a:lnTo>
                    <a:pt x="2665" y="5123"/>
                  </a:lnTo>
                  <a:lnTo>
                    <a:pt x="2498" y="5045"/>
                  </a:lnTo>
                  <a:lnTo>
                    <a:pt x="2350" y="4946"/>
                  </a:lnTo>
                  <a:lnTo>
                    <a:pt x="2203" y="4838"/>
                  </a:lnTo>
                  <a:lnTo>
                    <a:pt x="2065" y="4720"/>
                  </a:lnTo>
                  <a:lnTo>
                    <a:pt x="1947" y="4583"/>
                  </a:lnTo>
                  <a:lnTo>
                    <a:pt x="1839" y="4445"/>
                  </a:lnTo>
                  <a:lnTo>
                    <a:pt x="1750" y="4288"/>
                  </a:lnTo>
                  <a:lnTo>
                    <a:pt x="1662" y="4120"/>
                  </a:lnTo>
                  <a:lnTo>
                    <a:pt x="1603" y="3953"/>
                  </a:lnTo>
                  <a:lnTo>
                    <a:pt x="1554" y="3766"/>
                  </a:lnTo>
                  <a:lnTo>
                    <a:pt x="1524" y="3580"/>
                  </a:lnTo>
                  <a:lnTo>
                    <a:pt x="1514" y="3393"/>
                  </a:lnTo>
                  <a:lnTo>
                    <a:pt x="1524" y="3196"/>
                  </a:lnTo>
                  <a:lnTo>
                    <a:pt x="1554" y="3009"/>
                  </a:lnTo>
                  <a:lnTo>
                    <a:pt x="1603" y="2832"/>
                  </a:lnTo>
                  <a:lnTo>
                    <a:pt x="1662" y="2665"/>
                  </a:lnTo>
                  <a:lnTo>
                    <a:pt x="1750" y="2498"/>
                  </a:lnTo>
                  <a:lnTo>
                    <a:pt x="1839" y="2341"/>
                  </a:lnTo>
                  <a:lnTo>
                    <a:pt x="1947" y="2193"/>
                  </a:lnTo>
                  <a:lnTo>
                    <a:pt x="2065" y="2065"/>
                  </a:lnTo>
                  <a:lnTo>
                    <a:pt x="2203" y="1947"/>
                  </a:lnTo>
                  <a:lnTo>
                    <a:pt x="2350" y="1839"/>
                  </a:lnTo>
                  <a:lnTo>
                    <a:pt x="2498" y="1741"/>
                  </a:lnTo>
                  <a:lnTo>
                    <a:pt x="2665" y="1662"/>
                  </a:lnTo>
                  <a:lnTo>
                    <a:pt x="2842" y="1603"/>
                  </a:lnTo>
                  <a:lnTo>
                    <a:pt x="3019" y="1554"/>
                  </a:lnTo>
                  <a:lnTo>
                    <a:pt x="3206" y="1524"/>
                  </a:lnTo>
                  <a:lnTo>
                    <a:pt x="3393" y="1515"/>
                  </a:lnTo>
                  <a:close/>
                  <a:moveTo>
                    <a:pt x="2685" y="0"/>
                  </a:moveTo>
                  <a:lnTo>
                    <a:pt x="2685" y="69"/>
                  </a:lnTo>
                  <a:lnTo>
                    <a:pt x="2685" y="767"/>
                  </a:lnTo>
                  <a:lnTo>
                    <a:pt x="2517" y="816"/>
                  </a:lnTo>
                  <a:lnTo>
                    <a:pt x="2360" y="875"/>
                  </a:lnTo>
                  <a:lnTo>
                    <a:pt x="2203" y="944"/>
                  </a:lnTo>
                  <a:lnTo>
                    <a:pt x="2045" y="1023"/>
                  </a:lnTo>
                  <a:lnTo>
                    <a:pt x="1514" y="492"/>
                  </a:lnTo>
                  <a:lnTo>
                    <a:pt x="502" y="1485"/>
                  </a:lnTo>
                  <a:lnTo>
                    <a:pt x="1033" y="2016"/>
                  </a:lnTo>
                  <a:lnTo>
                    <a:pt x="954" y="2173"/>
                  </a:lnTo>
                  <a:lnTo>
                    <a:pt x="885" y="2331"/>
                  </a:lnTo>
                  <a:lnTo>
                    <a:pt x="826" y="2488"/>
                  </a:lnTo>
                  <a:lnTo>
                    <a:pt x="767" y="2655"/>
                  </a:lnTo>
                  <a:lnTo>
                    <a:pt x="49" y="2645"/>
                  </a:lnTo>
                  <a:lnTo>
                    <a:pt x="0" y="2645"/>
                  </a:lnTo>
                  <a:lnTo>
                    <a:pt x="0" y="4061"/>
                  </a:lnTo>
                  <a:lnTo>
                    <a:pt x="98" y="4061"/>
                  </a:lnTo>
                  <a:lnTo>
                    <a:pt x="757" y="4071"/>
                  </a:lnTo>
                  <a:lnTo>
                    <a:pt x="816" y="4238"/>
                  </a:lnTo>
                  <a:lnTo>
                    <a:pt x="875" y="4396"/>
                  </a:lnTo>
                  <a:lnTo>
                    <a:pt x="944" y="4553"/>
                  </a:lnTo>
                  <a:lnTo>
                    <a:pt x="1023" y="4701"/>
                  </a:lnTo>
                  <a:lnTo>
                    <a:pt x="462" y="5261"/>
                  </a:lnTo>
                  <a:lnTo>
                    <a:pt x="1465" y="6264"/>
                  </a:lnTo>
                  <a:lnTo>
                    <a:pt x="2026" y="5713"/>
                  </a:lnTo>
                  <a:lnTo>
                    <a:pt x="2183" y="5792"/>
                  </a:lnTo>
                  <a:lnTo>
                    <a:pt x="2340" y="5861"/>
                  </a:lnTo>
                  <a:lnTo>
                    <a:pt x="2498" y="5930"/>
                  </a:lnTo>
                  <a:lnTo>
                    <a:pt x="2665" y="5979"/>
                  </a:lnTo>
                  <a:lnTo>
                    <a:pt x="2665" y="6776"/>
                  </a:lnTo>
                  <a:lnTo>
                    <a:pt x="4091" y="6776"/>
                  </a:lnTo>
                  <a:lnTo>
                    <a:pt x="4091" y="5989"/>
                  </a:lnTo>
                  <a:lnTo>
                    <a:pt x="4258" y="5940"/>
                  </a:lnTo>
                  <a:lnTo>
                    <a:pt x="4415" y="5881"/>
                  </a:lnTo>
                  <a:lnTo>
                    <a:pt x="4573" y="5802"/>
                  </a:lnTo>
                  <a:lnTo>
                    <a:pt x="4730" y="5723"/>
                  </a:lnTo>
                  <a:lnTo>
                    <a:pt x="5291" y="6284"/>
                  </a:lnTo>
                  <a:lnTo>
                    <a:pt x="6303" y="5291"/>
                  </a:lnTo>
                  <a:lnTo>
                    <a:pt x="5743" y="4730"/>
                  </a:lnTo>
                  <a:lnTo>
                    <a:pt x="5822" y="4573"/>
                  </a:lnTo>
                  <a:lnTo>
                    <a:pt x="5890" y="4425"/>
                  </a:lnTo>
                  <a:lnTo>
                    <a:pt x="5959" y="4258"/>
                  </a:lnTo>
                  <a:lnTo>
                    <a:pt x="6008" y="4101"/>
                  </a:lnTo>
                  <a:lnTo>
                    <a:pt x="6795" y="4101"/>
                  </a:lnTo>
                  <a:lnTo>
                    <a:pt x="6795" y="2685"/>
                  </a:lnTo>
                  <a:lnTo>
                    <a:pt x="6018" y="2675"/>
                  </a:lnTo>
                  <a:lnTo>
                    <a:pt x="5969" y="2518"/>
                  </a:lnTo>
                  <a:lnTo>
                    <a:pt x="5910" y="2350"/>
                  </a:lnTo>
                  <a:lnTo>
                    <a:pt x="5831" y="2193"/>
                  </a:lnTo>
                  <a:lnTo>
                    <a:pt x="5753" y="2046"/>
                  </a:lnTo>
                  <a:lnTo>
                    <a:pt x="6303" y="1505"/>
                  </a:lnTo>
                  <a:lnTo>
                    <a:pt x="5300" y="492"/>
                  </a:lnTo>
                  <a:lnTo>
                    <a:pt x="4750" y="1033"/>
                  </a:lnTo>
                  <a:lnTo>
                    <a:pt x="4602" y="954"/>
                  </a:lnTo>
                  <a:lnTo>
                    <a:pt x="4445" y="885"/>
                  </a:lnTo>
                  <a:lnTo>
                    <a:pt x="4278" y="816"/>
                  </a:lnTo>
                  <a:lnTo>
                    <a:pt x="4110" y="767"/>
                  </a:lnTo>
                  <a:lnTo>
                    <a:pt x="4120" y="118"/>
                  </a:lnTo>
                  <a:lnTo>
                    <a:pt x="4120" y="0"/>
                  </a:lnTo>
                  <a:close/>
                </a:path>
              </a:pathLst>
            </a:custGeom>
            <a:solidFill>
              <a:srgbClr val="888B8D"/>
            </a:solidFill>
            <a:ln>
              <a:noFill/>
            </a:ln>
          </p:spPr>
          <p:txBody>
            <a:bodyPr spcFirstLastPara="1" wrap="square" lIns="182850" tIns="182850" rIns="182850" bIns="182850" anchor="ctr" anchorCtr="0">
              <a:noAutofit/>
            </a:bodyPr>
            <a:lstStyle/>
            <a:p>
              <a:pPr marL="0" lvl="0" indent="0" algn="l" rtl="0">
                <a:spcBef>
                  <a:spcPts val="0"/>
                </a:spcBef>
                <a:spcAft>
                  <a:spcPts val="0"/>
                </a:spcAft>
                <a:buNone/>
              </a:pPr>
              <a:endParaRPr sz="1200"/>
            </a:p>
          </p:txBody>
        </p:sp>
        <p:sp>
          <p:nvSpPr>
            <p:cNvPr id="2158" name="Google Shape;2158;p124"/>
            <p:cNvSpPr/>
            <p:nvPr/>
          </p:nvSpPr>
          <p:spPr>
            <a:xfrm>
              <a:off x="5679200" y="3826075"/>
              <a:ext cx="283225" cy="93425"/>
            </a:xfrm>
            <a:custGeom>
              <a:avLst/>
              <a:gdLst/>
              <a:ahLst/>
              <a:cxnLst/>
              <a:rect l="l" t="t" r="r" b="b"/>
              <a:pathLst>
                <a:path w="11329" h="3737" extrusionOk="0">
                  <a:moveTo>
                    <a:pt x="5173" y="0"/>
                  </a:moveTo>
                  <a:lnTo>
                    <a:pt x="5173" y="1455"/>
                  </a:lnTo>
                  <a:lnTo>
                    <a:pt x="945" y="1455"/>
                  </a:lnTo>
                  <a:lnTo>
                    <a:pt x="945" y="39"/>
                  </a:lnTo>
                  <a:lnTo>
                    <a:pt x="1" y="39"/>
                  </a:lnTo>
                  <a:lnTo>
                    <a:pt x="1" y="2399"/>
                  </a:lnTo>
                  <a:lnTo>
                    <a:pt x="5193" y="2399"/>
                  </a:lnTo>
                  <a:lnTo>
                    <a:pt x="5193" y="3737"/>
                  </a:lnTo>
                  <a:lnTo>
                    <a:pt x="6137" y="3737"/>
                  </a:lnTo>
                  <a:lnTo>
                    <a:pt x="6137" y="2399"/>
                  </a:lnTo>
                  <a:lnTo>
                    <a:pt x="11329" y="2399"/>
                  </a:lnTo>
                  <a:lnTo>
                    <a:pt x="11329" y="0"/>
                  </a:lnTo>
                  <a:lnTo>
                    <a:pt x="10385" y="0"/>
                  </a:lnTo>
                  <a:lnTo>
                    <a:pt x="10385" y="1455"/>
                  </a:lnTo>
                  <a:lnTo>
                    <a:pt x="6156" y="1455"/>
                  </a:lnTo>
                  <a:lnTo>
                    <a:pt x="6156" y="0"/>
                  </a:lnTo>
                  <a:close/>
                </a:path>
              </a:pathLst>
            </a:custGeom>
            <a:solidFill>
              <a:srgbClr val="888B8D"/>
            </a:solidFill>
            <a:ln>
              <a:noFill/>
            </a:ln>
          </p:spPr>
          <p:txBody>
            <a:bodyPr spcFirstLastPara="1" wrap="square" lIns="182850" tIns="182850" rIns="182850" bIns="182850" anchor="ctr" anchorCtr="0">
              <a:noAutofit/>
            </a:bodyPr>
            <a:lstStyle/>
            <a:p>
              <a:pPr marL="0" lvl="0" indent="0" algn="l" rtl="0">
                <a:spcBef>
                  <a:spcPts val="0"/>
                </a:spcBef>
                <a:spcAft>
                  <a:spcPts val="0"/>
                </a:spcAft>
                <a:buNone/>
              </a:pPr>
              <a:endParaRPr sz="1200"/>
            </a:p>
          </p:txBody>
        </p:sp>
        <p:sp>
          <p:nvSpPr>
            <p:cNvPr id="2159" name="Google Shape;2159;p124"/>
            <p:cNvSpPr/>
            <p:nvPr/>
          </p:nvSpPr>
          <p:spPr>
            <a:xfrm>
              <a:off x="5785150" y="3738800"/>
              <a:ext cx="71575" cy="71550"/>
            </a:xfrm>
            <a:custGeom>
              <a:avLst/>
              <a:gdLst/>
              <a:ahLst/>
              <a:cxnLst/>
              <a:rect l="l" t="t" r="r" b="b"/>
              <a:pathLst>
                <a:path w="2863" h="2862" extrusionOk="0">
                  <a:moveTo>
                    <a:pt x="1427" y="0"/>
                  </a:moveTo>
                  <a:lnTo>
                    <a:pt x="1289" y="10"/>
                  </a:lnTo>
                  <a:lnTo>
                    <a:pt x="1141" y="30"/>
                  </a:lnTo>
                  <a:lnTo>
                    <a:pt x="1004" y="59"/>
                  </a:lnTo>
                  <a:lnTo>
                    <a:pt x="876" y="108"/>
                  </a:lnTo>
                  <a:lnTo>
                    <a:pt x="748" y="167"/>
                  </a:lnTo>
                  <a:lnTo>
                    <a:pt x="630" y="246"/>
                  </a:lnTo>
                  <a:lnTo>
                    <a:pt x="522" y="325"/>
                  </a:lnTo>
                  <a:lnTo>
                    <a:pt x="414" y="423"/>
                  </a:lnTo>
                  <a:lnTo>
                    <a:pt x="325" y="521"/>
                  </a:lnTo>
                  <a:lnTo>
                    <a:pt x="247" y="630"/>
                  </a:lnTo>
                  <a:lnTo>
                    <a:pt x="168" y="748"/>
                  </a:lnTo>
                  <a:lnTo>
                    <a:pt x="109" y="875"/>
                  </a:lnTo>
                  <a:lnTo>
                    <a:pt x="60" y="1003"/>
                  </a:lnTo>
                  <a:lnTo>
                    <a:pt x="30" y="1141"/>
                  </a:lnTo>
                  <a:lnTo>
                    <a:pt x="1" y="1288"/>
                  </a:lnTo>
                  <a:lnTo>
                    <a:pt x="1" y="1436"/>
                  </a:lnTo>
                  <a:lnTo>
                    <a:pt x="1" y="1583"/>
                  </a:lnTo>
                  <a:lnTo>
                    <a:pt x="30" y="1721"/>
                  </a:lnTo>
                  <a:lnTo>
                    <a:pt x="60" y="1859"/>
                  </a:lnTo>
                  <a:lnTo>
                    <a:pt x="109" y="1987"/>
                  </a:lnTo>
                  <a:lnTo>
                    <a:pt x="168" y="2114"/>
                  </a:lnTo>
                  <a:lnTo>
                    <a:pt x="247" y="2232"/>
                  </a:lnTo>
                  <a:lnTo>
                    <a:pt x="325" y="2341"/>
                  </a:lnTo>
                  <a:lnTo>
                    <a:pt x="414" y="2449"/>
                  </a:lnTo>
                  <a:lnTo>
                    <a:pt x="522" y="2537"/>
                  </a:lnTo>
                  <a:lnTo>
                    <a:pt x="630" y="2626"/>
                  </a:lnTo>
                  <a:lnTo>
                    <a:pt x="748" y="2695"/>
                  </a:lnTo>
                  <a:lnTo>
                    <a:pt x="876" y="2754"/>
                  </a:lnTo>
                  <a:lnTo>
                    <a:pt x="1004" y="2803"/>
                  </a:lnTo>
                  <a:lnTo>
                    <a:pt x="1141" y="2832"/>
                  </a:lnTo>
                  <a:lnTo>
                    <a:pt x="1289" y="2862"/>
                  </a:lnTo>
                  <a:lnTo>
                    <a:pt x="1574" y="2862"/>
                  </a:lnTo>
                  <a:lnTo>
                    <a:pt x="1722" y="2832"/>
                  </a:lnTo>
                  <a:lnTo>
                    <a:pt x="1859" y="2803"/>
                  </a:lnTo>
                  <a:lnTo>
                    <a:pt x="1987" y="2754"/>
                  </a:lnTo>
                  <a:lnTo>
                    <a:pt x="2115" y="2695"/>
                  </a:lnTo>
                  <a:lnTo>
                    <a:pt x="2233" y="2626"/>
                  </a:lnTo>
                  <a:lnTo>
                    <a:pt x="2341" y="2537"/>
                  </a:lnTo>
                  <a:lnTo>
                    <a:pt x="2439" y="2449"/>
                  </a:lnTo>
                  <a:lnTo>
                    <a:pt x="2538" y="2341"/>
                  </a:lnTo>
                  <a:lnTo>
                    <a:pt x="2616" y="2232"/>
                  </a:lnTo>
                  <a:lnTo>
                    <a:pt x="2695" y="2114"/>
                  </a:lnTo>
                  <a:lnTo>
                    <a:pt x="2754" y="1987"/>
                  </a:lnTo>
                  <a:lnTo>
                    <a:pt x="2803" y="1859"/>
                  </a:lnTo>
                  <a:lnTo>
                    <a:pt x="2833" y="1721"/>
                  </a:lnTo>
                  <a:lnTo>
                    <a:pt x="2852" y="1583"/>
                  </a:lnTo>
                  <a:lnTo>
                    <a:pt x="2862" y="1436"/>
                  </a:lnTo>
                  <a:lnTo>
                    <a:pt x="2852" y="1288"/>
                  </a:lnTo>
                  <a:lnTo>
                    <a:pt x="2833" y="1141"/>
                  </a:lnTo>
                  <a:lnTo>
                    <a:pt x="2803" y="1003"/>
                  </a:lnTo>
                  <a:lnTo>
                    <a:pt x="2754" y="875"/>
                  </a:lnTo>
                  <a:lnTo>
                    <a:pt x="2695" y="748"/>
                  </a:lnTo>
                  <a:lnTo>
                    <a:pt x="2616" y="630"/>
                  </a:lnTo>
                  <a:lnTo>
                    <a:pt x="2538" y="521"/>
                  </a:lnTo>
                  <a:lnTo>
                    <a:pt x="2439" y="423"/>
                  </a:lnTo>
                  <a:lnTo>
                    <a:pt x="2341" y="325"/>
                  </a:lnTo>
                  <a:lnTo>
                    <a:pt x="2233" y="246"/>
                  </a:lnTo>
                  <a:lnTo>
                    <a:pt x="2115" y="167"/>
                  </a:lnTo>
                  <a:lnTo>
                    <a:pt x="1987" y="108"/>
                  </a:lnTo>
                  <a:lnTo>
                    <a:pt x="1859" y="59"/>
                  </a:lnTo>
                  <a:lnTo>
                    <a:pt x="1722" y="30"/>
                  </a:lnTo>
                  <a:lnTo>
                    <a:pt x="1574" y="10"/>
                  </a:lnTo>
                  <a:lnTo>
                    <a:pt x="1427" y="0"/>
                  </a:lnTo>
                  <a:close/>
                </a:path>
              </a:pathLst>
            </a:custGeom>
            <a:solidFill>
              <a:srgbClr val="888B8D"/>
            </a:solidFill>
            <a:ln>
              <a:noFill/>
            </a:ln>
          </p:spPr>
          <p:txBody>
            <a:bodyPr spcFirstLastPara="1" wrap="square" lIns="182850" tIns="182850" rIns="182850" bIns="182850" anchor="ctr" anchorCtr="0">
              <a:noAutofit/>
            </a:bodyPr>
            <a:lstStyle/>
            <a:p>
              <a:pPr marL="0" lvl="0" indent="0" algn="l" rtl="0">
                <a:spcBef>
                  <a:spcPts val="0"/>
                </a:spcBef>
                <a:spcAft>
                  <a:spcPts val="0"/>
                </a:spcAft>
                <a:buNone/>
              </a:pPr>
              <a:endParaRPr sz="1200"/>
            </a:p>
          </p:txBody>
        </p:sp>
        <p:sp>
          <p:nvSpPr>
            <p:cNvPr id="2160" name="Google Shape;2160;p124"/>
            <p:cNvSpPr/>
            <p:nvPr/>
          </p:nvSpPr>
          <p:spPr>
            <a:xfrm>
              <a:off x="5914225" y="3738800"/>
              <a:ext cx="71800" cy="71550"/>
            </a:xfrm>
            <a:custGeom>
              <a:avLst/>
              <a:gdLst/>
              <a:ahLst/>
              <a:cxnLst/>
              <a:rect l="l" t="t" r="r" b="b"/>
              <a:pathLst>
                <a:path w="2872" h="2862" extrusionOk="0">
                  <a:moveTo>
                    <a:pt x="1436" y="0"/>
                  </a:moveTo>
                  <a:lnTo>
                    <a:pt x="1289" y="10"/>
                  </a:lnTo>
                  <a:lnTo>
                    <a:pt x="1151" y="30"/>
                  </a:lnTo>
                  <a:lnTo>
                    <a:pt x="1013" y="59"/>
                  </a:lnTo>
                  <a:lnTo>
                    <a:pt x="876" y="108"/>
                  </a:lnTo>
                  <a:lnTo>
                    <a:pt x="758" y="167"/>
                  </a:lnTo>
                  <a:lnTo>
                    <a:pt x="640" y="246"/>
                  </a:lnTo>
                  <a:lnTo>
                    <a:pt x="522" y="325"/>
                  </a:lnTo>
                  <a:lnTo>
                    <a:pt x="423" y="423"/>
                  </a:lnTo>
                  <a:lnTo>
                    <a:pt x="335" y="521"/>
                  </a:lnTo>
                  <a:lnTo>
                    <a:pt x="246" y="630"/>
                  </a:lnTo>
                  <a:lnTo>
                    <a:pt x="177" y="748"/>
                  </a:lnTo>
                  <a:lnTo>
                    <a:pt x="118" y="875"/>
                  </a:lnTo>
                  <a:lnTo>
                    <a:pt x="69" y="1003"/>
                  </a:lnTo>
                  <a:lnTo>
                    <a:pt x="30" y="1141"/>
                  </a:lnTo>
                  <a:lnTo>
                    <a:pt x="10" y="1288"/>
                  </a:lnTo>
                  <a:lnTo>
                    <a:pt x="0" y="1436"/>
                  </a:lnTo>
                  <a:lnTo>
                    <a:pt x="10" y="1583"/>
                  </a:lnTo>
                  <a:lnTo>
                    <a:pt x="30" y="1721"/>
                  </a:lnTo>
                  <a:lnTo>
                    <a:pt x="69" y="1859"/>
                  </a:lnTo>
                  <a:lnTo>
                    <a:pt x="118" y="1987"/>
                  </a:lnTo>
                  <a:lnTo>
                    <a:pt x="177" y="2114"/>
                  </a:lnTo>
                  <a:lnTo>
                    <a:pt x="246" y="2232"/>
                  </a:lnTo>
                  <a:lnTo>
                    <a:pt x="335" y="2341"/>
                  </a:lnTo>
                  <a:lnTo>
                    <a:pt x="423" y="2449"/>
                  </a:lnTo>
                  <a:lnTo>
                    <a:pt x="522" y="2537"/>
                  </a:lnTo>
                  <a:lnTo>
                    <a:pt x="640" y="2626"/>
                  </a:lnTo>
                  <a:lnTo>
                    <a:pt x="758" y="2695"/>
                  </a:lnTo>
                  <a:lnTo>
                    <a:pt x="876" y="2754"/>
                  </a:lnTo>
                  <a:lnTo>
                    <a:pt x="1013" y="2803"/>
                  </a:lnTo>
                  <a:lnTo>
                    <a:pt x="1151" y="2832"/>
                  </a:lnTo>
                  <a:lnTo>
                    <a:pt x="1289" y="2862"/>
                  </a:lnTo>
                  <a:lnTo>
                    <a:pt x="1584" y="2862"/>
                  </a:lnTo>
                  <a:lnTo>
                    <a:pt x="1731" y="2832"/>
                  </a:lnTo>
                  <a:lnTo>
                    <a:pt x="1859" y="2803"/>
                  </a:lnTo>
                  <a:lnTo>
                    <a:pt x="1997" y="2754"/>
                  </a:lnTo>
                  <a:lnTo>
                    <a:pt x="2124" y="2695"/>
                  </a:lnTo>
                  <a:lnTo>
                    <a:pt x="2242" y="2626"/>
                  </a:lnTo>
                  <a:lnTo>
                    <a:pt x="2351" y="2537"/>
                  </a:lnTo>
                  <a:lnTo>
                    <a:pt x="2449" y="2449"/>
                  </a:lnTo>
                  <a:lnTo>
                    <a:pt x="2547" y="2341"/>
                  </a:lnTo>
                  <a:lnTo>
                    <a:pt x="2626" y="2232"/>
                  </a:lnTo>
                  <a:lnTo>
                    <a:pt x="2695" y="2114"/>
                  </a:lnTo>
                  <a:lnTo>
                    <a:pt x="2754" y="1987"/>
                  </a:lnTo>
                  <a:lnTo>
                    <a:pt x="2803" y="1859"/>
                  </a:lnTo>
                  <a:lnTo>
                    <a:pt x="2842" y="1721"/>
                  </a:lnTo>
                  <a:lnTo>
                    <a:pt x="2862" y="1583"/>
                  </a:lnTo>
                  <a:lnTo>
                    <a:pt x="2872" y="1436"/>
                  </a:lnTo>
                  <a:lnTo>
                    <a:pt x="2862" y="1288"/>
                  </a:lnTo>
                  <a:lnTo>
                    <a:pt x="2842" y="1141"/>
                  </a:lnTo>
                  <a:lnTo>
                    <a:pt x="2803" y="1003"/>
                  </a:lnTo>
                  <a:lnTo>
                    <a:pt x="2754" y="875"/>
                  </a:lnTo>
                  <a:lnTo>
                    <a:pt x="2695" y="748"/>
                  </a:lnTo>
                  <a:lnTo>
                    <a:pt x="2626" y="630"/>
                  </a:lnTo>
                  <a:lnTo>
                    <a:pt x="2547" y="521"/>
                  </a:lnTo>
                  <a:lnTo>
                    <a:pt x="2449" y="423"/>
                  </a:lnTo>
                  <a:lnTo>
                    <a:pt x="2351" y="325"/>
                  </a:lnTo>
                  <a:lnTo>
                    <a:pt x="2242" y="246"/>
                  </a:lnTo>
                  <a:lnTo>
                    <a:pt x="2124" y="167"/>
                  </a:lnTo>
                  <a:lnTo>
                    <a:pt x="1997" y="108"/>
                  </a:lnTo>
                  <a:lnTo>
                    <a:pt x="1859" y="59"/>
                  </a:lnTo>
                  <a:lnTo>
                    <a:pt x="1731" y="30"/>
                  </a:lnTo>
                  <a:lnTo>
                    <a:pt x="1584" y="10"/>
                  </a:lnTo>
                  <a:lnTo>
                    <a:pt x="1436" y="0"/>
                  </a:lnTo>
                  <a:close/>
                </a:path>
              </a:pathLst>
            </a:custGeom>
            <a:solidFill>
              <a:srgbClr val="888B8D"/>
            </a:solidFill>
            <a:ln>
              <a:noFill/>
            </a:ln>
          </p:spPr>
          <p:txBody>
            <a:bodyPr spcFirstLastPara="1" wrap="square" lIns="182850" tIns="182850" rIns="182850" bIns="182850" anchor="ctr" anchorCtr="0">
              <a:noAutofit/>
            </a:bodyPr>
            <a:lstStyle/>
            <a:p>
              <a:pPr marL="0" lvl="0" indent="0" algn="l" rtl="0">
                <a:spcBef>
                  <a:spcPts val="0"/>
                </a:spcBef>
                <a:spcAft>
                  <a:spcPts val="0"/>
                </a:spcAft>
                <a:buNone/>
              </a:pPr>
              <a:endParaRPr sz="1200"/>
            </a:p>
          </p:txBody>
        </p:sp>
        <p:sp>
          <p:nvSpPr>
            <p:cNvPr id="2161" name="Google Shape;2161;p124"/>
            <p:cNvSpPr/>
            <p:nvPr/>
          </p:nvSpPr>
          <p:spPr>
            <a:xfrm>
              <a:off x="5654625" y="3738800"/>
              <a:ext cx="71550" cy="71550"/>
            </a:xfrm>
            <a:custGeom>
              <a:avLst/>
              <a:gdLst/>
              <a:ahLst/>
              <a:cxnLst/>
              <a:rect l="l" t="t" r="r" b="b"/>
              <a:pathLst>
                <a:path w="2862" h="2862" extrusionOk="0">
                  <a:moveTo>
                    <a:pt x="1436" y="0"/>
                  </a:moveTo>
                  <a:lnTo>
                    <a:pt x="1288" y="10"/>
                  </a:lnTo>
                  <a:lnTo>
                    <a:pt x="1141" y="30"/>
                  </a:lnTo>
                  <a:lnTo>
                    <a:pt x="1003" y="59"/>
                  </a:lnTo>
                  <a:lnTo>
                    <a:pt x="875" y="108"/>
                  </a:lnTo>
                  <a:lnTo>
                    <a:pt x="748" y="167"/>
                  </a:lnTo>
                  <a:lnTo>
                    <a:pt x="630" y="246"/>
                  </a:lnTo>
                  <a:lnTo>
                    <a:pt x="521" y="325"/>
                  </a:lnTo>
                  <a:lnTo>
                    <a:pt x="423" y="423"/>
                  </a:lnTo>
                  <a:lnTo>
                    <a:pt x="325" y="521"/>
                  </a:lnTo>
                  <a:lnTo>
                    <a:pt x="246" y="630"/>
                  </a:lnTo>
                  <a:lnTo>
                    <a:pt x="167" y="748"/>
                  </a:lnTo>
                  <a:lnTo>
                    <a:pt x="108" y="875"/>
                  </a:lnTo>
                  <a:lnTo>
                    <a:pt x="59" y="1003"/>
                  </a:lnTo>
                  <a:lnTo>
                    <a:pt x="30" y="1141"/>
                  </a:lnTo>
                  <a:lnTo>
                    <a:pt x="10" y="1288"/>
                  </a:lnTo>
                  <a:lnTo>
                    <a:pt x="0" y="1436"/>
                  </a:lnTo>
                  <a:lnTo>
                    <a:pt x="10" y="1583"/>
                  </a:lnTo>
                  <a:lnTo>
                    <a:pt x="30" y="1721"/>
                  </a:lnTo>
                  <a:lnTo>
                    <a:pt x="59" y="1859"/>
                  </a:lnTo>
                  <a:lnTo>
                    <a:pt x="108" y="1987"/>
                  </a:lnTo>
                  <a:lnTo>
                    <a:pt x="167" y="2114"/>
                  </a:lnTo>
                  <a:lnTo>
                    <a:pt x="246" y="2232"/>
                  </a:lnTo>
                  <a:lnTo>
                    <a:pt x="325" y="2341"/>
                  </a:lnTo>
                  <a:lnTo>
                    <a:pt x="423" y="2449"/>
                  </a:lnTo>
                  <a:lnTo>
                    <a:pt x="521" y="2537"/>
                  </a:lnTo>
                  <a:lnTo>
                    <a:pt x="630" y="2626"/>
                  </a:lnTo>
                  <a:lnTo>
                    <a:pt x="748" y="2695"/>
                  </a:lnTo>
                  <a:lnTo>
                    <a:pt x="875" y="2754"/>
                  </a:lnTo>
                  <a:lnTo>
                    <a:pt x="1003" y="2803"/>
                  </a:lnTo>
                  <a:lnTo>
                    <a:pt x="1141" y="2832"/>
                  </a:lnTo>
                  <a:lnTo>
                    <a:pt x="1288" y="2862"/>
                  </a:lnTo>
                  <a:lnTo>
                    <a:pt x="1583" y="2862"/>
                  </a:lnTo>
                  <a:lnTo>
                    <a:pt x="1721" y="2832"/>
                  </a:lnTo>
                  <a:lnTo>
                    <a:pt x="1859" y="2803"/>
                  </a:lnTo>
                  <a:lnTo>
                    <a:pt x="1987" y="2754"/>
                  </a:lnTo>
                  <a:lnTo>
                    <a:pt x="2114" y="2695"/>
                  </a:lnTo>
                  <a:lnTo>
                    <a:pt x="2232" y="2626"/>
                  </a:lnTo>
                  <a:lnTo>
                    <a:pt x="2341" y="2537"/>
                  </a:lnTo>
                  <a:lnTo>
                    <a:pt x="2449" y="2449"/>
                  </a:lnTo>
                  <a:lnTo>
                    <a:pt x="2537" y="2341"/>
                  </a:lnTo>
                  <a:lnTo>
                    <a:pt x="2626" y="2232"/>
                  </a:lnTo>
                  <a:lnTo>
                    <a:pt x="2695" y="2114"/>
                  </a:lnTo>
                  <a:lnTo>
                    <a:pt x="2754" y="1987"/>
                  </a:lnTo>
                  <a:lnTo>
                    <a:pt x="2803" y="1859"/>
                  </a:lnTo>
                  <a:lnTo>
                    <a:pt x="2832" y="1721"/>
                  </a:lnTo>
                  <a:lnTo>
                    <a:pt x="2862" y="1583"/>
                  </a:lnTo>
                  <a:lnTo>
                    <a:pt x="2862" y="1436"/>
                  </a:lnTo>
                  <a:lnTo>
                    <a:pt x="2862" y="1288"/>
                  </a:lnTo>
                  <a:lnTo>
                    <a:pt x="2832" y="1141"/>
                  </a:lnTo>
                  <a:lnTo>
                    <a:pt x="2803" y="1003"/>
                  </a:lnTo>
                  <a:lnTo>
                    <a:pt x="2754" y="875"/>
                  </a:lnTo>
                  <a:lnTo>
                    <a:pt x="2695" y="748"/>
                  </a:lnTo>
                  <a:lnTo>
                    <a:pt x="2626" y="630"/>
                  </a:lnTo>
                  <a:lnTo>
                    <a:pt x="2537" y="521"/>
                  </a:lnTo>
                  <a:lnTo>
                    <a:pt x="2449" y="423"/>
                  </a:lnTo>
                  <a:lnTo>
                    <a:pt x="2341" y="325"/>
                  </a:lnTo>
                  <a:lnTo>
                    <a:pt x="2232" y="246"/>
                  </a:lnTo>
                  <a:lnTo>
                    <a:pt x="2114" y="167"/>
                  </a:lnTo>
                  <a:lnTo>
                    <a:pt x="1987" y="108"/>
                  </a:lnTo>
                  <a:lnTo>
                    <a:pt x="1859" y="59"/>
                  </a:lnTo>
                  <a:lnTo>
                    <a:pt x="1721" y="30"/>
                  </a:lnTo>
                  <a:lnTo>
                    <a:pt x="1583" y="10"/>
                  </a:lnTo>
                  <a:lnTo>
                    <a:pt x="1436" y="0"/>
                  </a:lnTo>
                  <a:close/>
                </a:path>
              </a:pathLst>
            </a:custGeom>
            <a:solidFill>
              <a:srgbClr val="888B8D"/>
            </a:solidFill>
            <a:ln>
              <a:noFill/>
            </a:ln>
          </p:spPr>
          <p:txBody>
            <a:bodyPr spcFirstLastPara="1" wrap="square" lIns="182850" tIns="182850" rIns="182850" bIns="182850" anchor="ctr" anchorCtr="0">
              <a:noAutofit/>
            </a:bodyPr>
            <a:lstStyle/>
            <a:p>
              <a:pPr marL="0" lvl="0" indent="0" algn="l" rtl="0">
                <a:spcBef>
                  <a:spcPts val="0"/>
                </a:spcBef>
                <a:spcAft>
                  <a:spcPts val="0"/>
                </a:spcAft>
                <a:buNone/>
              </a:pPr>
              <a:endParaRPr sz="1200"/>
            </a:p>
          </p:txBody>
        </p:sp>
      </p:grpSp>
      <p:sp>
        <p:nvSpPr>
          <p:cNvPr id="2162" name="Google Shape;2162;p124"/>
          <p:cNvSpPr txBox="1"/>
          <p:nvPr/>
        </p:nvSpPr>
        <p:spPr>
          <a:xfrm>
            <a:off x="4568022" y="2104720"/>
            <a:ext cx="1620300" cy="431100"/>
          </a:xfrm>
          <a:prstGeom prst="rect">
            <a:avLst/>
          </a:prstGeom>
          <a:noFill/>
          <a:ln>
            <a:noFill/>
          </a:ln>
        </p:spPr>
        <p:txBody>
          <a:bodyPr spcFirstLastPara="1" wrap="square" lIns="0" tIns="0" rIns="0" bIns="0" anchor="t" anchorCtr="0">
            <a:spAutoFit/>
          </a:bodyPr>
          <a:lstStyle/>
          <a:p>
            <a:pPr marL="0" lvl="0" indent="0" algn="ctr" rtl="0">
              <a:spcBef>
                <a:spcPts val="0"/>
              </a:spcBef>
              <a:spcAft>
                <a:spcPts val="0"/>
              </a:spcAft>
              <a:buNone/>
            </a:pPr>
            <a:r>
              <a:rPr lang="en">
                <a:solidFill>
                  <a:schemeClr val="dk2"/>
                </a:solidFill>
                <a:latin typeface="IBM Plex Sans"/>
                <a:ea typeface="IBM Plex Sans"/>
                <a:cs typeface="IBM Plex Sans"/>
                <a:sym typeface="IBM Plex Sans"/>
              </a:rPr>
              <a:t>Message correlation &amp; coordination</a:t>
            </a:r>
            <a:endParaRPr>
              <a:solidFill>
                <a:schemeClr val="dk2"/>
              </a:solidFill>
              <a:latin typeface="IBM Plex Sans"/>
              <a:ea typeface="IBM Plex Sans"/>
              <a:cs typeface="IBM Plex Sans"/>
              <a:sym typeface="IBM Plex Sans"/>
            </a:endParaRPr>
          </a:p>
        </p:txBody>
      </p:sp>
      <p:grpSp>
        <p:nvGrpSpPr>
          <p:cNvPr id="2163" name="Google Shape;2163;p124"/>
          <p:cNvGrpSpPr/>
          <p:nvPr/>
        </p:nvGrpSpPr>
        <p:grpSpPr>
          <a:xfrm>
            <a:off x="5155363" y="1381442"/>
            <a:ext cx="445607" cy="615527"/>
            <a:chOff x="4763025" y="2269475"/>
            <a:chExt cx="273950" cy="382125"/>
          </a:xfrm>
        </p:grpSpPr>
        <p:sp>
          <p:nvSpPr>
            <p:cNvPr id="2164" name="Google Shape;2164;p124"/>
            <p:cNvSpPr/>
            <p:nvPr/>
          </p:nvSpPr>
          <p:spPr>
            <a:xfrm>
              <a:off x="4763025" y="2269475"/>
              <a:ext cx="222500" cy="196250"/>
            </a:xfrm>
            <a:custGeom>
              <a:avLst/>
              <a:gdLst/>
              <a:ahLst/>
              <a:cxnLst/>
              <a:rect l="l" t="t" r="r" b="b"/>
              <a:pathLst>
                <a:path w="8900" h="7850" extrusionOk="0">
                  <a:moveTo>
                    <a:pt x="7743" y="1156"/>
                  </a:moveTo>
                  <a:lnTo>
                    <a:pt x="7743" y="4953"/>
                  </a:lnTo>
                  <a:lnTo>
                    <a:pt x="6608" y="4953"/>
                  </a:lnTo>
                  <a:lnTo>
                    <a:pt x="6608" y="6269"/>
                  </a:lnTo>
                  <a:lnTo>
                    <a:pt x="5261" y="4953"/>
                  </a:lnTo>
                  <a:lnTo>
                    <a:pt x="1146" y="4953"/>
                  </a:lnTo>
                  <a:lnTo>
                    <a:pt x="1146" y="1156"/>
                  </a:lnTo>
                  <a:close/>
                  <a:moveTo>
                    <a:pt x="0" y="0"/>
                  </a:moveTo>
                  <a:lnTo>
                    <a:pt x="0" y="1156"/>
                  </a:lnTo>
                  <a:lnTo>
                    <a:pt x="0" y="4953"/>
                  </a:lnTo>
                  <a:lnTo>
                    <a:pt x="0" y="6110"/>
                  </a:lnTo>
                  <a:lnTo>
                    <a:pt x="4795" y="6110"/>
                  </a:lnTo>
                  <a:lnTo>
                    <a:pt x="5802" y="7096"/>
                  </a:lnTo>
                  <a:lnTo>
                    <a:pt x="6577" y="7849"/>
                  </a:lnTo>
                  <a:lnTo>
                    <a:pt x="7754" y="7849"/>
                  </a:lnTo>
                  <a:lnTo>
                    <a:pt x="7754" y="6269"/>
                  </a:lnTo>
                  <a:lnTo>
                    <a:pt x="7754" y="6110"/>
                  </a:lnTo>
                  <a:lnTo>
                    <a:pt x="8899" y="6110"/>
                  </a:lnTo>
                  <a:lnTo>
                    <a:pt x="8899" y="4953"/>
                  </a:lnTo>
                  <a:lnTo>
                    <a:pt x="8899" y="1156"/>
                  </a:lnTo>
                  <a:lnTo>
                    <a:pt x="8899" y="0"/>
                  </a:lnTo>
                  <a:close/>
                </a:path>
              </a:pathLst>
            </a:custGeom>
            <a:solidFill>
              <a:srgbClr val="26D07C"/>
            </a:solidFill>
            <a:ln>
              <a:noFill/>
            </a:ln>
          </p:spPr>
          <p:txBody>
            <a:bodyPr spcFirstLastPara="1" wrap="square" lIns="182850" tIns="182850" rIns="182850" bIns="182850" anchor="ctr" anchorCtr="0">
              <a:noAutofit/>
            </a:bodyPr>
            <a:lstStyle/>
            <a:p>
              <a:pPr marL="0" lvl="0" indent="0" algn="l" rtl="0">
                <a:spcBef>
                  <a:spcPts val="0"/>
                </a:spcBef>
                <a:spcAft>
                  <a:spcPts val="0"/>
                </a:spcAft>
                <a:buNone/>
              </a:pPr>
              <a:endParaRPr sz="1200"/>
            </a:p>
          </p:txBody>
        </p:sp>
        <p:sp>
          <p:nvSpPr>
            <p:cNvPr id="2165" name="Google Shape;2165;p124"/>
            <p:cNvSpPr/>
            <p:nvPr/>
          </p:nvSpPr>
          <p:spPr>
            <a:xfrm>
              <a:off x="4891625" y="2540200"/>
              <a:ext cx="68175" cy="70300"/>
            </a:xfrm>
            <a:custGeom>
              <a:avLst/>
              <a:gdLst/>
              <a:ahLst/>
              <a:cxnLst/>
              <a:rect l="l" t="t" r="r" b="b"/>
              <a:pathLst>
                <a:path w="2727" h="2812" extrusionOk="0">
                  <a:moveTo>
                    <a:pt x="658" y="1"/>
                  </a:moveTo>
                  <a:lnTo>
                    <a:pt x="1" y="658"/>
                  </a:lnTo>
                  <a:lnTo>
                    <a:pt x="711" y="1411"/>
                  </a:lnTo>
                  <a:lnTo>
                    <a:pt x="1" y="2154"/>
                  </a:lnTo>
                  <a:lnTo>
                    <a:pt x="658" y="2811"/>
                  </a:lnTo>
                  <a:lnTo>
                    <a:pt x="1369" y="2069"/>
                  </a:lnTo>
                  <a:lnTo>
                    <a:pt x="2069" y="2811"/>
                  </a:lnTo>
                  <a:lnTo>
                    <a:pt x="2727" y="2154"/>
                  </a:lnTo>
                  <a:lnTo>
                    <a:pt x="2016" y="1411"/>
                  </a:lnTo>
                  <a:lnTo>
                    <a:pt x="2727" y="658"/>
                  </a:lnTo>
                  <a:lnTo>
                    <a:pt x="2069" y="1"/>
                  </a:lnTo>
                  <a:lnTo>
                    <a:pt x="1369" y="743"/>
                  </a:lnTo>
                  <a:lnTo>
                    <a:pt x="658" y="1"/>
                  </a:lnTo>
                  <a:close/>
                </a:path>
              </a:pathLst>
            </a:custGeom>
            <a:solidFill>
              <a:srgbClr val="26D07C"/>
            </a:solidFill>
            <a:ln>
              <a:noFill/>
            </a:ln>
          </p:spPr>
          <p:txBody>
            <a:bodyPr spcFirstLastPara="1" wrap="square" lIns="182850" tIns="182850" rIns="182850" bIns="182850" anchor="ctr" anchorCtr="0">
              <a:noAutofit/>
            </a:bodyPr>
            <a:lstStyle/>
            <a:p>
              <a:pPr marL="0" lvl="0" indent="0" algn="l" rtl="0">
                <a:spcBef>
                  <a:spcPts val="0"/>
                </a:spcBef>
                <a:spcAft>
                  <a:spcPts val="0"/>
                </a:spcAft>
                <a:buNone/>
              </a:pPr>
              <a:endParaRPr sz="1200"/>
            </a:p>
          </p:txBody>
        </p:sp>
        <p:sp>
          <p:nvSpPr>
            <p:cNvPr id="2166" name="Google Shape;2166;p124"/>
            <p:cNvSpPr/>
            <p:nvPr/>
          </p:nvSpPr>
          <p:spPr>
            <a:xfrm>
              <a:off x="4814450" y="2455350"/>
              <a:ext cx="222525" cy="196250"/>
            </a:xfrm>
            <a:custGeom>
              <a:avLst/>
              <a:gdLst/>
              <a:ahLst/>
              <a:cxnLst/>
              <a:rect l="l" t="t" r="r" b="b"/>
              <a:pathLst>
                <a:path w="8901" h="7850" extrusionOk="0">
                  <a:moveTo>
                    <a:pt x="2292" y="1581"/>
                  </a:moveTo>
                  <a:lnTo>
                    <a:pt x="3639" y="2896"/>
                  </a:lnTo>
                  <a:lnTo>
                    <a:pt x="7755" y="2896"/>
                  </a:lnTo>
                  <a:lnTo>
                    <a:pt x="7755" y="6693"/>
                  </a:lnTo>
                  <a:lnTo>
                    <a:pt x="1157" y="6693"/>
                  </a:lnTo>
                  <a:lnTo>
                    <a:pt x="1157" y="2896"/>
                  </a:lnTo>
                  <a:lnTo>
                    <a:pt x="2292" y="2896"/>
                  </a:lnTo>
                  <a:lnTo>
                    <a:pt x="2292" y="1581"/>
                  </a:lnTo>
                  <a:close/>
                  <a:moveTo>
                    <a:pt x="1147" y="0"/>
                  </a:moveTo>
                  <a:lnTo>
                    <a:pt x="1147" y="1581"/>
                  </a:lnTo>
                  <a:lnTo>
                    <a:pt x="1147" y="1740"/>
                  </a:lnTo>
                  <a:lnTo>
                    <a:pt x="1" y="1740"/>
                  </a:lnTo>
                  <a:lnTo>
                    <a:pt x="1" y="2896"/>
                  </a:lnTo>
                  <a:lnTo>
                    <a:pt x="1" y="6693"/>
                  </a:lnTo>
                  <a:lnTo>
                    <a:pt x="1" y="7849"/>
                  </a:lnTo>
                  <a:lnTo>
                    <a:pt x="8900" y="7849"/>
                  </a:lnTo>
                  <a:lnTo>
                    <a:pt x="8900" y="6693"/>
                  </a:lnTo>
                  <a:lnTo>
                    <a:pt x="8900" y="2896"/>
                  </a:lnTo>
                  <a:lnTo>
                    <a:pt x="8900" y="1740"/>
                  </a:lnTo>
                  <a:lnTo>
                    <a:pt x="4106" y="1740"/>
                  </a:lnTo>
                  <a:lnTo>
                    <a:pt x="3098" y="753"/>
                  </a:lnTo>
                  <a:lnTo>
                    <a:pt x="2324" y="0"/>
                  </a:lnTo>
                  <a:close/>
                </a:path>
              </a:pathLst>
            </a:custGeom>
            <a:solidFill>
              <a:srgbClr val="26D07C"/>
            </a:solidFill>
            <a:ln>
              <a:noFill/>
            </a:ln>
          </p:spPr>
          <p:txBody>
            <a:bodyPr spcFirstLastPara="1" wrap="square" lIns="182850" tIns="182850" rIns="182850" bIns="182850" anchor="ctr" anchorCtr="0">
              <a:noAutofit/>
            </a:bodyPr>
            <a:lstStyle/>
            <a:p>
              <a:pPr marL="0" lvl="0" indent="0" algn="l" rtl="0">
                <a:spcBef>
                  <a:spcPts val="0"/>
                </a:spcBef>
                <a:spcAft>
                  <a:spcPts val="0"/>
                </a:spcAft>
                <a:buNone/>
              </a:pPr>
              <a:endParaRPr sz="1200"/>
            </a:p>
          </p:txBody>
        </p:sp>
        <p:sp>
          <p:nvSpPr>
            <p:cNvPr id="2167" name="Google Shape;2167;p124"/>
            <p:cNvSpPr/>
            <p:nvPr/>
          </p:nvSpPr>
          <p:spPr>
            <a:xfrm>
              <a:off x="4825875" y="2331500"/>
              <a:ext cx="96800" cy="28675"/>
            </a:xfrm>
            <a:custGeom>
              <a:avLst/>
              <a:gdLst/>
              <a:ahLst/>
              <a:cxnLst/>
              <a:rect l="l" t="t" r="r" b="b"/>
              <a:pathLst>
                <a:path w="3872" h="1147" extrusionOk="0">
                  <a:moveTo>
                    <a:pt x="0" y="1"/>
                  </a:moveTo>
                  <a:lnTo>
                    <a:pt x="0" y="1147"/>
                  </a:lnTo>
                  <a:lnTo>
                    <a:pt x="1146" y="1147"/>
                  </a:lnTo>
                  <a:lnTo>
                    <a:pt x="1146" y="1"/>
                  </a:lnTo>
                  <a:close/>
                  <a:moveTo>
                    <a:pt x="2715" y="1"/>
                  </a:moveTo>
                  <a:lnTo>
                    <a:pt x="2715" y="1147"/>
                  </a:lnTo>
                  <a:lnTo>
                    <a:pt x="3872" y="1147"/>
                  </a:lnTo>
                  <a:lnTo>
                    <a:pt x="3872" y="1"/>
                  </a:lnTo>
                  <a:close/>
                </a:path>
              </a:pathLst>
            </a:custGeom>
            <a:solidFill>
              <a:srgbClr val="26D07C"/>
            </a:solidFill>
            <a:ln>
              <a:noFill/>
            </a:ln>
          </p:spPr>
          <p:txBody>
            <a:bodyPr spcFirstLastPara="1" wrap="square" lIns="182850" tIns="182850" rIns="182850" bIns="182850" anchor="ctr" anchorCtr="0">
              <a:noAutofit/>
            </a:bodyPr>
            <a:lstStyle/>
            <a:p>
              <a:pPr marL="0" lvl="0" indent="0" algn="l" rtl="0">
                <a:spcBef>
                  <a:spcPts val="0"/>
                </a:spcBef>
                <a:spcAft>
                  <a:spcPts val="0"/>
                </a:spcAft>
                <a:buNone/>
              </a:pPr>
              <a:endParaRPr sz="1200"/>
            </a:p>
          </p:txBody>
        </p:sp>
      </p:grpSp>
      <p:sp>
        <p:nvSpPr>
          <p:cNvPr id="2168" name="Google Shape;2168;p124"/>
          <p:cNvSpPr txBox="1"/>
          <p:nvPr/>
        </p:nvSpPr>
        <p:spPr>
          <a:xfrm>
            <a:off x="6358548" y="2104720"/>
            <a:ext cx="1620300" cy="431100"/>
          </a:xfrm>
          <a:prstGeom prst="rect">
            <a:avLst/>
          </a:prstGeom>
          <a:noFill/>
          <a:ln>
            <a:noFill/>
          </a:ln>
        </p:spPr>
        <p:txBody>
          <a:bodyPr spcFirstLastPara="1" wrap="square" lIns="0" tIns="0" rIns="0" bIns="0" anchor="t" anchorCtr="0">
            <a:spAutoFit/>
          </a:bodyPr>
          <a:lstStyle/>
          <a:p>
            <a:pPr marL="0" lvl="0" indent="0" algn="ctr" rtl="0">
              <a:spcBef>
                <a:spcPts val="0"/>
              </a:spcBef>
              <a:spcAft>
                <a:spcPts val="0"/>
              </a:spcAft>
              <a:buNone/>
            </a:pPr>
            <a:r>
              <a:rPr lang="en">
                <a:solidFill>
                  <a:schemeClr val="dk2"/>
                </a:solidFill>
                <a:latin typeface="IBM Plex Sans"/>
                <a:ea typeface="IBM Plex Sans"/>
                <a:cs typeface="IBM Plex Sans"/>
                <a:sym typeface="IBM Plex Sans"/>
              </a:rPr>
              <a:t>Compensation </a:t>
            </a:r>
            <a:br>
              <a:rPr lang="en">
                <a:solidFill>
                  <a:schemeClr val="dk2"/>
                </a:solidFill>
                <a:latin typeface="IBM Plex Sans"/>
                <a:ea typeface="IBM Plex Sans"/>
                <a:cs typeface="IBM Plex Sans"/>
                <a:sym typeface="IBM Plex Sans"/>
              </a:rPr>
            </a:br>
            <a:r>
              <a:rPr lang="en">
                <a:solidFill>
                  <a:schemeClr val="dk2"/>
                </a:solidFill>
                <a:latin typeface="IBM Plex Sans"/>
                <a:ea typeface="IBM Plex Sans"/>
                <a:cs typeface="IBM Plex Sans"/>
                <a:sym typeface="IBM Plex Sans"/>
              </a:rPr>
              <a:t>for problems</a:t>
            </a:r>
            <a:endParaRPr>
              <a:solidFill>
                <a:schemeClr val="dk2"/>
              </a:solidFill>
              <a:latin typeface="IBM Plex Sans"/>
              <a:ea typeface="IBM Plex Sans"/>
              <a:cs typeface="IBM Plex Sans"/>
              <a:sym typeface="IBM Plex Sans"/>
            </a:endParaRPr>
          </a:p>
        </p:txBody>
      </p:sp>
      <p:sp>
        <p:nvSpPr>
          <p:cNvPr id="2169" name="Google Shape;2169;p124"/>
          <p:cNvSpPr/>
          <p:nvPr/>
        </p:nvSpPr>
        <p:spPr>
          <a:xfrm>
            <a:off x="6814662" y="1381382"/>
            <a:ext cx="640080" cy="633602"/>
          </a:xfrm>
          <a:custGeom>
            <a:avLst/>
            <a:gdLst/>
            <a:ahLst/>
            <a:cxnLst/>
            <a:rect l="l" t="t" r="r" b="b"/>
            <a:pathLst>
              <a:path w="16800" h="16812" extrusionOk="0">
                <a:moveTo>
                  <a:pt x="11683" y="1144"/>
                </a:moveTo>
                <a:lnTo>
                  <a:pt x="11943" y="1168"/>
                </a:lnTo>
                <a:lnTo>
                  <a:pt x="9184" y="3926"/>
                </a:lnTo>
                <a:lnTo>
                  <a:pt x="12874" y="7616"/>
                </a:lnTo>
                <a:lnTo>
                  <a:pt x="15633" y="4858"/>
                </a:lnTo>
                <a:lnTo>
                  <a:pt x="15656" y="5117"/>
                </a:lnTo>
                <a:lnTo>
                  <a:pt x="15656" y="5376"/>
                </a:lnTo>
                <a:lnTo>
                  <a:pt x="15656" y="5589"/>
                </a:lnTo>
                <a:lnTo>
                  <a:pt x="15645" y="5801"/>
                </a:lnTo>
                <a:lnTo>
                  <a:pt x="15609" y="6013"/>
                </a:lnTo>
                <a:lnTo>
                  <a:pt x="15574" y="6225"/>
                </a:lnTo>
                <a:lnTo>
                  <a:pt x="15527" y="6426"/>
                </a:lnTo>
                <a:lnTo>
                  <a:pt x="15468" y="6626"/>
                </a:lnTo>
                <a:lnTo>
                  <a:pt x="15409" y="6827"/>
                </a:lnTo>
                <a:lnTo>
                  <a:pt x="15326" y="7015"/>
                </a:lnTo>
                <a:lnTo>
                  <a:pt x="15244" y="7204"/>
                </a:lnTo>
                <a:lnTo>
                  <a:pt x="15150" y="7392"/>
                </a:lnTo>
                <a:lnTo>
                  <a:pt x="15043" y="7569"/>
                </a:lnTo>
                <a:lnTo>
                  <a:pt x="14937" y="7734"/>
                </a:lnTo>
                <a:lnTo>
                  <a:pt x="14819" y="7899"/>
                </a:lnTo>
                <a:lnTo>
                  <a:pt x="14690" y="8064"/>
                </a:lnTo>
                <a:lnTo>
                  <a:pt x="14560" y="8218"/>
                </a:lnTo>
                <a:lnTo>
                  <a:pt x="14419" y="8371"/>
                </a:lnTo>
                <a:lnTo>
                  <a:pt x="14277" y="8501"/>
                </a:lnTo>
                <a:lnTo>
                  <a:pt x="14124" y="8642"/>
                </a:lnTo>
                <a:lnTo>
                  <a:pt x="13959" y="8760"/>
                </a:lnTo>
                <a:lnTo>
                  <a:pt x="13794" y="8878"/>
                </a:lnTo>
                <a:lnTo>
                  <a:pt x="13617" y="8996"/>
                </a:lnTo>
                <a:lnTo>
                  <a:pt x="13440" y="9090"/>
                </a:lnTo>
                <a:lnTo>
                  <a:pt x="13263" y="9184"/>
                </a:lnTo>
                <a:lnTo>
                  <a:pt x="13075" y="9279"/>
                </a:lnTo>
                <a:lnTo>
                  <a:pt x="12886" y="9349"/>
                </a:lnTo>
                <a:lnTo>
                  <a:pt x="12686" y="9420"/>
                </a:lnTo>
                <a:lnTo>
                  <a:pt x="12485" y="9479"/>
                </a:lnTo>
                <a:lnTo>
                  <a:pt x="12285" y="9526"/>
                </a:lnTo>
                <a:lnTo>
                  <a:pt x="12072" y="9562"/>
                </a:lnTo>
                <a:lnTo>
                  <a:pt x="11860" y="9585"/>
                </a:lnTo>
                <a:lnTo>
                  <a:pt x="11648" y="9597"/>
                </a:lnTo>
                <a:lnTo>
                  <a:pt x="11424" y="9609"/>
                </a:lnTo>
                <a:lnTo>
                  <a:pt x="11212" y="9597"/>
                </a:lnTo>
                <a:lnTo>
                  <a:pt x="11000" y="9585"/>
                </a:lnTo>
                <a:lnTo>
                  <a:pt x="10787" y="9562"/>
                </a:lnTo>
                <a:lnTo>
                  <a:pt x="10575" y="9526"/>
                </a:lnTo>
                <a:lnTo>
                  <a:pt x="10375" y="9479"/>
                </a:lnTo>
                <a:lnTo>
                  <a:pt x="10174" y="9420"/>
                </a:lnTo>
                <a:lnTo>
                  <a:pt x="9974" y="9349"/>
                </a:lnTo>
                <a:lnTo>
                  <a:pt x="9785" y="9279"/>
                </a:lnTo>
                <a:lnTo>
                  <a:pt x="9597" y="9184"/>
                </a:lnTo>
                <a:lnTo>
                  <a:pt x="9408" y="9090"/>
                </a:lnTo>
                <a:lnTo>
                  <a:pt x="9231" y="8996"/>
                </a:lnTo>
                <a:lnTo>
                  <a:pt x="9066" y="8878"/>
                </a:lnTo>
                <a:lnTo>
                  <a:pt x="8901" y="8760"/>
                </a:lnTo>
                <a:lnTo>
                  <a:pt x="8736" y="8642"/>
                </a:lnTo>
                <a:lnTo>
                  <a:pt x="8583" y="8501"/>
                </a:lnTo>
                <a:lnTo>
                  <a:pt x="8441" y="8371"/>
                </a:lnTo>
                <a:lnTo>
                  <a:pt x="8300" y="8218"/>
                </a:lnTo>
                <a:lnTo>
                  <a:pt x="8158" y="8064"/>
                </a:lnTo>
                <a:lnTo>
                  <a:pt x="8041" y="7899"/>
                </a:lnTo>
                <a:lnTo>
                  <a:pt x="7923" y="7734"/>
                </a:lnTo>
                <a:lnTo>
                  <a:pt x="7805" y="7569"/>
                </a:lnTo>
                <a:lnTo>
                  <a:pt x="7710" y="7392"/>
                </a:lnTo>
                <a:lnTo>
                  <a:pt x="7616" y="7204"/>
                </a:lnTo>
                <a:lnTo>
                  <a:pt x="7534" y="7015"/>
                </a:lnTo>
                <a:lnTo>
                  <a:pt x="7451" y="6827"/>
                </a:lnTo>
                <a:lnTo>
                  <a:pt x="7380" y="6626"/>
                </a:lnTo>
                <a:lnTo>
                  <a:pt x="7333" y="6426"/>
                </a:lnTo>
                <a:lnTo>
                  <a:pt x="7286" y="6225"/>
                </a:lnTo>
                <a:lnTo>
                  <a:pt x="7239" y="6013"/>
                </a:lnTo>
                <a:lnTo>
                  <a:pt x="7215" y="5801"/>
                </a:lnTo>
                <a:lnTo>
                  <a:pt x="7203" y="5589"/>
                </a:lnTo>
                <a:lnTo>
                  <a:pt x="7192" y="5376"/>
                </a:lnTo>
                <a:lnTo>
                  <a:pt x="7203" y="5152"/>
                </a:lnTo>
                <a:lnTo>
                  <a:pt x="7215" y="4940"/>
                </a:lnTo>
                <a:lnTo>
                  <a:pt x="7239" y="4728"/>
                </a:lnTo>
                <a:lnTo>
                  <a:pt x="7286" y="4516"/>
                </a:lnTo>
                <a:lnTo>
                  <a:pt x="7333" y="4315"/>
                </a:lnTo>
                <a:lnTo>
                  <a:pt x="7380" y="4115"/>
                </a:lnTo>
                <a:lnTo>
                  <a:pt x="7451" y="3915"/>
                </a:lnTo>
                <a:lnTo>
                  <a:pt x="7534" y="3726"/>
                </a:lnTo>
                <a:lnTo>
                  <a:pt x="7616" y="3537"/>
                </a:lnTo>
                <a:lnTo>
                  <a:pt x="7710" y="3361"/>
                </a:lnTo>
                <a:lnTo>
                  <a:pt x="7805" y="3184"/>
                </a:lnTo>
                <a:lnTo>
                  <a:pt x="7923" y="3007"/>
                </a:lnTo>
                <a:lnTo>
                  <a:pt x="8041" y="2842"/>
                </a:lnTo>
                <a:lnTo>
                  <a:pt x="8158" y="2677"/>
                </a:lnTo>
                <a:lnTo>
                  <a:pt x="8300" y="2523"/>
                </a:lnTo>
                <a:lnTo>
                  <a:pt x="8441" y="2382"/>
                </a:lnTo>
                <a:lnTo>
                  <a:pt x="8583" y="2241"/>
                </a:lnTo>
                <a:lnTo>
                  <a:pt x="8736" y="2111"/>
                </a:lnTo>
                <a:lnTo>
                  <a:pt x="8901" y="1981"/>
                </a:lnTo>
                <a:lnTo>
                  <a:pt x="9066" y="1863"/>
                </a:lnTo>
                <a:lnTo>
                  <a:pt x="9231" y="1757"/>
                </a:lnTo>
                <a:lnTo>
                  <a:pt x="9408" y="1651"/>
                </a:lnTo>
                <a:lnTo>
                  <a:pt x="9597" y="1557"/>
                </a:lnTo>
                <a:lnTo>
                  <a:pt x="9785" y="1474"/>
                </a:lnTo>
                <a:lnTo>
                  <a:pt x="9974" y="1392"/>
                </a:lnTo>
                <a:lnTo>
                  <a:pt x="10174" y="1333"/>
                </a:lnTo>
                <a:lnTo>
                  <a:pt x="10375" y="1274"/>
                </a:lnTo>
                <a:lnTo>
                  <a:pt x="10575" y="1227"/>
                </a:lnTo>
                <a:lnTo>
                  <a:pt x="10787" y="1191"/>
                </a:lnTo>
                <a:lnTo>
                  <a:pt x="11000" y="1168"/>
                </a:lnTo>
                <a:lnTo>
                  <a:pt x="11212" y="1144"/>
                </a:lnTo>
                <a:close/>
                <a:moveTo>
                  <a:pt x="6590" y="8135"/>
                </a:moveTo>
                <a:lnTo>
                  <a:pt x="8665" y="10210"/>
                </a:lnTo>
                <a:lnTo>
                  <a:pt x="3690" y="15197"/>
                </a:lnTo>
                <a:lnTo>
                  <a:pt x="1604" y="13122"/>
                </a:lnTo>
                <a:lnTo>
                  <a:pt x="6590" y="8135"/>
                </a:lnTo>
                <a:close/>
                <a:moveTo>
                  <a:pt x="11153" y="1"/>
                </a:moveTo>
                <a:lnTo>
                  <a:pt x="10882" y="24"/>
                </a:lnTo>
                <a:lnTo>
                  <a:pt x="10611" y="60"/>
                </a:lnTo>
                <a:lnTo>
                  <a:pt x="10351" y="107"/>
                </a:lnTo>
                <a:lnTo>
                  <a:pt x="10092" y="166"/>
                </a:lnTo>
                <a:lnTo>
                  <a:pt x="9833" y="236"/>
                </a:lnTo>
                <a:lnTo>
                  <a:pt x="9585" y="331"/>
                </a:lnTo>
                <a:lnTo>
                  <a:pt x="9337" y="425"/>
                </a:lnTo>
                <a:lnTo>
                  <a:pt x="9102" y="531"/>
                </a:lnTo>
                <a:lnTo>
                  <a:pt x="8866" y="649"/>
                </a:lnTo>
                <a:lnTo>
                  <a:pt x="8642" y="779"/>
                </a:lnTo>
                <a:lnTo>
                  <a:pt x="8430" y="920"/>
                </a:lnTo>
                <a:lnTo>
                  <a:pt x="8217" y="1073"/>
                </a:lnTo>
                <a:lnTo>
                  <a:pt x="8017" y="1227"/>
                </a:lnTo>
                <a:lnTo>
                  <a:pt x="7817" y="1392"/>
                </a:lnTo>
                <a:lnTo>
                  <a:pt x="7628" y="1580"/>
                </a:lnTo>
                <a:lnTo>
                  <a:pt x="7451" y="1757"/>
                </a:lnTo>
                <a:lnTo>
                  <a:pt x="7286" y="1958"/>
                </a:lnTo>
                <a:lnTo>
                  <a:pt x="7121" y="2158"/>
                </a:lnTo>
                <a:lnTo>
                  <a:pt x="6968" y="2370"/>
                </a:lnTo>
                <a:lnTo>
                  <a:pt x="6838" y="2594"/>
                </a:lnTo>
                <a:lnTo>
                  <a:pt x="6708" y="2818"/>
                </a:lnTo>
                <a:lnTo>
                  <a:pt x="6590" y="3042"/>
                </a:lnTo>
                <a:lnTo>
                  <a:pt x="6473" y="3278"/>
                </a:lnTo>
                <a:lnTo>
                  <a:pt x="6378" y="3526"/>
                </a:lnTo>
                <a:lnTo>
                  <a:pt x="6296" y="3773"/>
                </a:lnTo>
                <a:lnTo>
                  <a:pt x="6225" y="4032"/>
                </a:lnTo>
                <a:lnTo>
                  <a:pt x="6166" y="4292"/>
                </a:lnTo>
                <a:lnTo>
                  <a:pt x="6119" y="4551"/>
                </a:lnTo>
                <a:lnTo>
                  <a:pt x="6084" y="4822"/>
                </a:lnTo>
                <a:lnTo>
                  <a:pt x="6060" y="5094"/>
                </a:lnTo>
                <a:lnTo>
                  <a:pt x="6060" y="5376"/>
                </a:lnTo>
                <a:lnTo>
                  <a:pt x="6072" y="5754"/>
                </a:lnTo>
                <a:lnTo>
                  <a:pt x="6107" y="6131"/>
                </a:lnTo>
                <a:lnTo>
                  <a:pt x="6178" y="6496"/>
                </a:lnTo>
                <a:lnTo>
                  <a:pt x="6260" y="6850"/>
                </a:lnTo>
                <a:lnTo>
                  <a:pt x="0" y="13122"/>
                </a:lnTo>
                <a:lnTo>
                  <a:pt x="3690" y="16812"/>
                </a:lnTo>
                <a:lnTo>
                  <a:pt x="9950" y="10540"/>
                </a:lnTo>
                <a:lnTo>
                  <a:pt x="10304" y="10634"/>
                </a:lnTo>
                <a:lnTo>
                  <a:pt x="10670" y="10693"/>
                </a:lnTo>
                <a:lnTo>
                  <a:pt x="11047" y="10729"/>
                </a:lnTo>
                <a:lnTo>
                  <a:pt x="11424" y="10752"/>
                </a:lnTo>
                <a:lnTo>
                  <a:pt x="11707" y="10741"/>
                </a:lnTo>
                <a:lnTo>
                  <a:pt x="11978" y="10717"/>
                </a:lnTo>
                <a:lnTo>
                  <a:pt x="12249" y="10682"/>
                </a:lnTo>
                <a:lnTo>
                  <a:pt x="12509" y="10634"/>
                </a:lnTo>
                <a:lnTo>
                  <a:pt x="12768" y="10575"/>
                </a:lnTo>
                <a:lnTo>
                  <a:pt x="13027" y="10505"/>
                </a:lnTo>
                <a:lnTo>
                  <a:pt x="13275" y="10422"/>
                </a:lnTo>
                <a:lnTo>
                  <a:pt x="13523" y="10328"/>
                </a:lnTo>
                <a:lnTo>
                  <a:pt x="13758" y="10222"/>
                </a:lnTo>
                <a:lnTo>
                  <a:pt x="13982" y="10092"/>
                </a:lnTo>
                <a:lnTo>
                  <a:pt x="14218" y="9974"/>
                </a:lnTo>
                <a:lnTo>
                  <a:pt x="14430" y="9833"/>
                </a:lnTo>
                <a:lnTo>
                  <a:pt x="14643" y="9680"/>
                </a:lnTo>
                <a:lnTo>
                  <a:pt x="14843" y="9514"/>
                </a:lnTo>
                <a:lnTo>
                  <a:pt x="15043" y="9349"/>
                </a:lnTo>
                <a:lnTo>
                  <a:pt x="15232" y="9173"/>
                </a:lnTo>
                <a:lnTo>
                  <a:pt x="15409" y="8984"/>
                </a:lnTo>
                <a:lnTo>
                  <a:pt x="15574" y="8795"/>
                </a:lnTo>
                <a:lnTo>
                  <a:pt x="15739" y="8583"/>
                </a:lnTo>
                <a:lnTo>
                  <a:pt x="15880" y="8371"/>
                </a:lnTo>
                <a:lnTo>
                  <a:pt x="16022" y="8159"/>
                </a:lnTo>
                <a:lnTo>
                  <a:pt x="16152" y="7935"/>
                </a:lnTo>
                <a:lnTo>
                  <a:pt x="16269" y="7699"/>
                </a:lnTo>
                <a:lnTo>
                  <a:pt x="16376" y="7463"/>
                </a:lnTo>
                <a:lnTo>
                  <a:pt x="16482" y="7216"/>
                </a:lnTo>
                <a:lnTo>
                  <a:pt x="16564" y="6968"/>
                </a:lnTo>
                <a:lnTo>
                  <a:pt x="16635" y="6720"/>
                </a:lnTo>
                <a:lnTo>
                  <a:pt x="16694" y="6449"/>
                </a:lnTo>
                <a:lnTo>
                  <a:pt x="16741" y="6190"/>
                </a:lnTo>
                <a:lnTo>
                  <a:pt x="16776" y="5919"/>
                </a:lnTo>
                <a:lnTo>
                  <a:pt x="16800" y="5648"/>
                </a:lnTo>
                <a:lnTo>
                  <a:pt x="16800" y="5376"/>
                </a:lnTo>
                <a:lnTo>
                  <a:pt x="16788" y="4987"/>
                </a:lnTo>
                <a:lnTo>
                  <a:pt x="16753" y="4622"/>
                </a:lnTo>
                <a:lnTo>
                  <a:pt x="16682" y="4256"/>
                </a:lnTo>
                <a:lnTo>
                  <a:pt x="16600" y="3891"/>
                </a:lnTo>
                <a:lnTo>
                  <a:pt x="16505" y="3596"/>
                </a:lnTo>
                <a:lnTo>
                  <a:pt x="16387" y="3313"/>
                </a:lnTo>
                <a:lnTo>
                  <a:pt x="16269" y="3030"/>
                </a:lnTo>
                <a:lnTo>
                  <a:pt x="16116" y="2759"/>
                </a:lnTo>
                <a:lnTo>
                  <a:pt x="15279" y="3608"/>
                </a:lnTo>
                <a:lnTo>
                  <a:pt x="12874" y="6001"/>
                </a:lnTo>
                <a:lnTo>
                  <a:pt x="10799" y="3926"/>
                </a:lnTo>
                <a:lnTo>
                  <a:pt x="13192" y="1533"/>
                </a:lnTo>
                <a:lnTo>
                  <a:pt x="14041" y="684"/>
                </a:lnTo>
                <a:lnTo>
                  <a:pt x="13770" y="543"/>
                </a:lnTo>
                <a:lnTo>
                  <a:pt x="13487" y="413"/>
                </a:lnTo>
                <a:lnTo>
                  <a:pt x="13204" y="295"/>
                </a:lnTo>
                <a:lnTo>
                  <a:pt x="12910" y="201"/>
                </a:lnTo>
                <a:lnTo>
                  <a:pt x="12544" y="118"/>
                </a:lnTo>
                <a:lnTo>
                  <a:pt x="12179" y="48"/>
                </a:lnTo>
                <a:lnTo>
                  <a:pt x="11813" y="12"/>
                </a:lnTo>
                <a:lnTo>
                  <a:pt x="11424" y="1"/>
                </a:lnTo>
                <a:close/>
              </a:path>
            </a:pathLst>
          </a:custGeom>
          <a:solidFill>
            <a:srgbClr val="00A7B5"/>
          </a:solidFill>
          <a:ln>
            <a:noFill/>
          </a:ln>
        </p:spPr>
        <p:txBody>
          <a:bodyPr spcFirstLastPara="1" wrap="square" lIns="182850" tIns="182850" rIns="182850" bIns="182850" anchor="ctr" anchorCtr="0">
            <a:noAutofit/>
          </a:bodyPr>
          <a:lstStyle/>
          <a:p>
            <a:pPr marL="0" lvl="0" indent="0" algn="l" rtl="0">
              <a:spcBef>
                <a:spcPts val="0"/>
              </a:spcBef>
              <a:spcAft>
                <a:spcPts val="0"/>
              </a:spcAft>
              <a:buNone/>
            </a:pPr>
            <a:endParaRPr sz="1200"/>
          </a:p>
        </p:txBody>
      </p:sp>
      <p:sp>
        <p:nvSpPr>
          <p:cNvPr id="2170" name="Google Shape;2170;p124"/>
          <p:cNvSpPr txBox="1"/>
          <p:nvPr/>
        </p:nvSpPr>
        <p:spPr>
          <a:xfrm>
            <a:off x="853450" y="3835053"/>
            <a:ext cx="1620300" cy="215400"/>
          </a:xfrm>
          <a:prstGeom prst="rect">
            <a:avLst/>
          </a:prstGeom>
          <a:noFill/>
          <a:ln>
            <a:noFill/>
          </a:ln>
        </p:spPr>
        <p:txBody>
          <a:bodyPr spcFirstLastPara="1" wrap="square" lIns="0" tIns="0" rIns="0" bIns="0" anchor="t" anchorCtr="0">
            <a:spAutoFit/>
          </a:bodyPr>
          <a:lstStyle/>
          <a:p>
            <a:pPr marL="0" lvl="0" indent="0" algn="ctr" rtl="0">
              <a:spcBef>
                <a:spcPts val="0"/>
              </a:spcBef>
              <a:spcAft>
                <a:spcPts val="0"/>
              </a:spcAft>
              <a:buNone/>
            </a:pPr>
            <a:r>
              <a:rPr lang="en">
                <a:solidFill>
                  <a:schemeClr val="dk2"/>
                </a:solidFill>
                <a:latin typeface="IBM Plex Sans"/>
                <a:ea typeface="IBM Plex Sans"/>
                <a:cs typeface="IBM Plex Sans"/>
                <a:sym typeface="IBM Plex Sans"/>
              </a:rPr>
              <a:t>Timeout handling</a:t>
            </a:r>
            <a:endParaRPr>
              <a:solidFill>
                <a:schemeClr val="dk2"/>
              </a:solidFill>
              <a:latin typeface="IBM Plex Sans"/>
              <a:ea typeface="IBM Plex Sans"/>
              <a:cs typeface="IBM Plex Sans"/>
              <a:sym typeface="IBM Plex Sans"/>
            </a:endParaRPr>
          </a:p>
        </p:txBody>
      </p:sp>
      <p:grpSp>
        <p:nvGrpSpPr>
          <p:cNvPr id="2171" name="Google Shape;2171;p124"/>
          <p:cNvGrpSpPr/>
          <p:nvPr/>
        </p:nvGrpSpPr>
        <p:grpSpPr>
          <a:xfrm>
            <a:off x="1255969" y="3086763"/>
            <a:ext cx="676675" cy="661261"/>
            <a:chOff x="4357300" y="3081925"/>
            <a:chExt cx="441550" cy="437400"/>
          </a:xfrm>
        </p:grpSpPr>
        <p:sp>
          <p:nvSpPr>
            <p:cNvPr id="2172" name="Google Shape;2172;p124"/>
            <p:cNvSpPr/>
            <p:nvPr/>
          </p:nvSpPr>
          <p:spPr>
            <a:xfrm>
              <a:off x="4578075" y="3145875"/>
              <a:ext cx="220775" cy="226675"/>
            </a:xfrm>
            <a:custGeom>
              <a:avLst/>
              <a:gdLst/>
              <a:ahLst/>
              <a:cxnLst/>
              <a:rect l="l" t="t" r="r" b="b"/>
              <a:pathLst>
                <a:path w="8831" h="9067" extrusionOk="0">
                  <a:moveTo>
                    <a:pt x="7710" y="1"/>
                  </a:moveTo>
                  <a:lnTo>
                    <a:pt x="6590" y="1121"/>
                  </a:lnTo>
                  <a:lnTo>
                    <a:pt x="7710" y="2241"/>
                  </a:lnTo>
                  <a:lnTo>
                    <a:pt x="8830" y="1121"/>
                  </a:lnTo>
                  <a:lnTo>
                    <a:pt x="7710" y="1"/>
                  </a:lnTo>
                  <a:close/>
                  <a:moveTo>
                    <a:pt x="3832" y="4292"/>
                  </a:moveTo>
                  <a:lnTo>
                    <a:pt x="1886" y="6225"/>
                  </a:lnTo>
                  <a:lnTo>
                    <a:pt x="1780" y="6202"/>
                  </a:lnTo>
                  <a:lnTo>
                    <a:pt x="1674" y="6178"/>
                  </a:lnTo>
                  <a:lnTo>
                    <a:pt x="1568" y="6166"/>
                  </a:lnTo>
                  <a:lnTo>
                    <a:pt x="1450" y="6155"/>
                  </a:lnTo>
                  <a:lnTo>
                    <a:pt x="1297" y="6166"/>
                  </a:lnTo>
                  <a:lnTo>
                    <a:pt x="1155" y="6190"/>
                  </a:lnTo>
                  <a:lnTo>
                    <a:pt x="1014" y="6225"/>
                  </a:lnTo>
                  <a:lnTo>
                    <a:pt x="884" y="6273"/>
                  </a:lnTo>
                  <a:lnTo>
                    <a:pt x="755" y="6332"/>
                  </a:lnTo>
                  <a:lnTo>
                    <a:pt x="637" y="6414"/>
                  </a:lnTo>
                  <a:lnTo>
                    <a:pt x="531" y="6497"/>
                  </a:lnTo>
                  <a:lnTo>
                    <a:pt x="424" y="6591"/>
                  </a:lnTo>
                  <a:lnTo>
                    <a:pt x="330" y="6685"/>
                  </a:lnTo>
                  <a:lnTo>
                    <a:pt x="248" y="6803"/>
                  </a:lnTo>
                  <a:lnTo>
                    <a:pt x="177" y="6921"/>
                  </a:lnTo>
                  <a:lnTo>
                    <a:pt x="106" y="7051"/>
                  </a:lnTo>
                  <a:lnTo>
                    <a:pt x="59" y="7180"/>
                  </a:lnTo>
                  <a:lnTo>
                    <a:pt x="24" y="7322"/>
                  </a:lnTo>
                  <a:lnTo>
                    <a:pt x="0" y="7463"/>
                  </a:lnTo>
                  <a:lnTo>
                    <a:pt x="0" y="7617"/>
                  </a:lnTo>
                  <a:lnTo>
                    <a:pt x="0" y="7758"/>
                  </a:lnTo>
                  <a:lnTo>
                    <a:pt x="24" y="7911"/>
                  </a:lnTo>
                  <a:lnTo>
                    <a:pt x="59" y="8041"/>
                  </a:lnTo>
                  <a:lnTo>
                    <a:pt x="106" y="8182"/>
                  </a:lnTo>
                  <a:lnTo>
                    <a:pt x="177" y="8312"/>
                  </a:lnTo>
                  <a:lnTo>
                    <a:pt x="248" y="8430"/>
                  </a:lnTo>
                  <a:lnTo>
                    <a:pt x="330" y="8536"/>
                  </a:lnTo>
                  <a:lnTo>
                    <a:pt x="424" y="8642"/>
                  </a:lnTo>
                  <a:lnTo>
                    <a:pt x="531" y="8736"/>
                  </a:lnTo>
                  <a:lnTo>
                    <a:pt x="637" y="8819"/>
                  </a:lnTo>
                  <a:lnTo>
                    <a:pt x="755" y="8890"/>
                  </a:lnTo>
                  <a:lnTo>
                    <a:pt x="884" y="8949"/>
                  </a:lnTo>
                  <a:lnTo>
                    <a:pt x="1014" y="8996"/>
                  </a:lnTo>
                  <a:lnTo>
                    <a:pt x="1155" y="9043"/>
                  </a:lnTo>
                  <a:lnTo>
                    <a:pt x="1297" y="9055"/>
                  </a:lnTo>
                  <a:lnTo>
                    <a:pt x="1450" y="9067"/>
                  </a:lnTo>
                  <a:lnTo>
                    <a:pt x="1603" y="9055"/>
                  </a:lnTo>
                  <a:lnTo>
                    <a:pt x="1745" y="9043"/>
                  </a:lnTo>
                  <a:lnTo>
                    <a:pt x="1886" y="8996"/>
                  </a:lnTo>
                  <a:lnTo>
                    <a:pt x="2016" y="8949"/>
                  </a:lnTo>
                  <a:lnTo>
                    <a:pt x="2146" y="8890"/>
                  </a:lnTo>
                  <a:lnTo>
                    <a:pt x="2264" y="8819"/>
                  </a:lnTo>
                  <a:lnTo>
                    <a:pt x="2370" y="8736"/>
                  </a:lnTo>
                  <a:lnTo>
                    <a:pt x="2476" y="8642"/>
                  </a:lnTo>
                  <a:lnTo>
                    <a:pt x="2570" y="8536"/>
                  </a:lnTo>
                  <a:lnTo>
                    <a:pt x="2653" y="8430"/>
                  </a:lnTo>
                  <a:lnTo>
                    <a:pt x="2723" y="8312"/>
                  </a:lnTo>
                  <a:lnTo>
                    <a:pt x="2794" y="8182"/>
                  </a:lnTo>
                  <a:lnTo>
                    <a:pt x="2841" y="8041"/>
                  </a:lnTo>
                  <a:lnTo>
                    <a:pt x="2877" y="7911"/>
                  </a:lnTo>
                  <a:lnTo>
                    <a:pt x="2900" y="7758"/>
                  </a:lnTo>
                  <a:lnTo>
                    <a:pt x="2900" y="7617"/>
                  </a:lnTo>
                  <a:lnTo>
                    <a:pt x="2900" y="7499"/>
                  </a:lnTo>
                  <a:lnTo>
                    <a:pt x="2888" y="7393"/>
                  </a:lnTo>
                  <a:lnTo>
                    <a:pt x="2865" y="7286"/>
                  </a:lnTo>
                  <a:lnTo>
                    <a:pt x="2841" y="7180"/>
                  </a:lnTo>
                  <a:lnTo>
                    <a:pt x="4775" y="5235"/>
                  </a:lnTo>
                  <a:lnTo>
                    <a:pt x="3832" y="4292"/>
                  </a:lnTo>
                  <a:close/>
                </a:path>
              </a:pathLst>
            </a:custGeom>
            <a:solidFill>
              <a:srgbClr val="0072CE"/>
            </a:solidFill>
            <a:ln>
              <a:noFill/>
            </a:ln>
          </p:spPr>
          <p:txBody>
            <a:bodyPr spcFirstLastPara="1" wrap="square" lIns="182850" tIns="182850" rIns="182850" bIns="182850" anchor="ctr" anchorCtr="0">
              <a:noAutofit/>
            </a:bodyPr>
            <a:lstStyle/>
            <a:p>
              <a:pPr marL="0" lvl="0" indent="0" algn="l" rtl="0">
                <a:spcBef>
                  <a:spcPts val="0"/>
                </a:spcBef>
                <a:spcAft>
                  <a:spcPts val="0"/>
                </a:spcAft>
                <a:buNone/>
              </a:pPr>
              <a:endParaRPr sz="1200"/>
            </a:p>
          </p:txBody>
        </p:sp>
        <p:sp>
          <p:nvSpPr>
            <p:cNvPr id="2173" name="Google Shape;2173;p124"/>
            <p:cNvSpPr/>
            <p:nvPr/>
          </p:nvSpPr>
          <p:spPr>
            <a:xfrm>
              <a:off x="4357300" y="3246675"/>
              <a:ext cx="181600" cy="181875"/>
            </a:xfrm>
            <a:custGeom>
              <a:avLst/>
              <a:gdLst/>
              <a:ahLst/>
              <a:cxnLst/>
              <a:rect l="l" t="t" r="r" b="b"/>
              <a:pathLst>
                <a:path w="7264" h="7275" extrusionOk="0">
                  <a:moveTo>
                    <a:pt x="1451" y="1"/>
                  </a:moveTo>
                  <a:lnTo>
                    <a:pt x="1451" y="1345"/>
                  </a:lnTo>
                  <a:lnTo>
                    <a:pt x="7263" y="1345"/>
                  </a:lnTo>
                  <a:lnTo>
                    <a:pt x="7263" y="1"/>
                  </a:lnTo>
                  <a:close/>
                  <a:moveTo>
                    <a:pt x="1" y="2971"/>
                  </a:moveTo>
                  <a:lnTo>
                    <a:pt x="1" y="4304"/>
                  </a:lnTo>
                  <a:lnTo>
                    <a:pt x="5813" y="4304"/>
                  </a:lnTo>
                  <a:lnTo>
                    <a:pt x="5813" y="2971"/>
                  </a:lnTo>
                  <a:close/>
                  <a:moveTo>
                    <a:pt x="1451" y="5931"/>
                  </a:moveTo>
                  <a:lnTo>
                    <a:pt x="1451" y="7275"/>
                  </a:lnTo>
                  <a:lnTo>
                    <a:pt x="7263" y="7275"/>
                  </a:lnTo>
                  <a:lnTo>
                    <a:pt x="7263" y="5931"/>
                  </a:lnTo>
                  <a:close/>
                </a:path>
              </a:pathLst>
            </a:custGeom>
            <a:solidFill>
              <a:srgbClr val="0072CE"/>
            </a:solidFill>
            <a:ln>
              <a:noFill/>
            </a:ln>
          </p:spPr>
          <p:txBody>
            <a:bodyPr spcFirstLastPara="1" wrap="square" lIns="182850" tIns="182850" rIns="182850" bIns="182850" anchor="ctr" anchorCtr="0">
              <a:noAutofit/>
            </a:bodyPr>
            <a:lstStyle/>
            <a:p>
              <a:pPr marL="0" lvl="0" indent="0" algn="l" rtl="0">
                <a:spcBef>
                  <a:spcPts val="0"/>
                </a:spcBef>
                <a:spcAft>
                  <a:spcPts val="0"/>
                </a:spcAft>
                <a:buNone/>
              </a:pPr>
              <a:endParaRPr sz="1200"/>
            </a:p>
          </p:txBody>
        </p:sp>
        <p:sp>
          <p:nvSpPr>
            <p:cNvPr id="2174" name="Google Shape;2174;p124"/>
            <p:cNvSpPr/>
            <p:nvPr/>
          </p:nvSpPr>
          <p:spPr>
            <a:xfrm>
              <a:off x="4478150" y="3081925"/>
              <a:ext cx="316575" cy="437400"/>
            </a:xfrm>
            <a:custGeom>
              <a:avLst/>
              <a:gdLst/>
              <a:ahLst/>
              <a:cxnLst/>
              <a:rect l="l" t="t" r="r" b="b"/>
              <a:pathLst>
                <a:path w="12663" h="17496" extrusionOk="0">
                  <a:moveTo>
                    <a:pt x="3879" y="0"/>
                  </a:moveTo>
                  <a:lnTo>
                    <a:pt x="3879" y="1899"/>
                  </a:lnTo>
                  <a:lnTo>
                    <a:pt x="6897" y="1899"/>
                  </a:lnTo>
                  <a:lnTo>
                    <a:pt x="6897" y="0"/>
                  </a:lnTo>
                  <a:close/>
                  <a:moveTo>
                    <a:pt x="5388" y="2960"/>
                  </a:moveTo>
                  <a:lnTo>
                    <a:pt x="4999" y="2971"/>
                  </a:lnTo>
                  <a:lnTo>
                    <a:pt x="4598" y="3007"/>
                  </a:lnTo>
                  <a:lnTo>
                    <a:pt x="4209" y="3054"/>
                  </a:lnTo>
                  <a:lnTo>
                    <a:pt x="3832" y="3125"/>
                  </a:lnTo>
                  <a:lnTo>
                    <a:pt x="3467" y="3219"/>
                  </a:lnTo>
                  <a:lnTo>
                    <a:pt x="3101" y="3337"/>
                  </a:lnTo>
                  <a:lnTo>
                    <a:pt x="2736" y="3466"/>
                  </a:lnTo>
                  <a:lnTo>
                    <a:pt x="2394" y="3608"/>
                  </a:lnTo>
                  <a:lnTo>
                    <a:pt x="2052" y="3773"/>
                  </a:lnTo>
                  <a:lnTo>
                    <a:pt x="1722" y="3962"/>
                  </a:lnTo>
                  <a:lnTo>
                    <a:pt x="1403" y="4150"/>
                  </a:lnTo>
                  <a:lnTo>
                    <a:pt x="1097" y="4362"/>
                  </a:lnTo>
                  <a:lnTo>
                    <a:pt x="802" y="4598"/>
                  </a:lnTo>
                  <a:lnTo>
                    <a:pt x="519" y="4834"/>
                  </a:lnTo>
                  <a:lnTo>
                    <a:pt x="260" y="5093"/>
                  </a:lnTo>
                  <a:lnTo>
                    <a:pt x="0" y="5365"/>
                  </a:lnTo>
                  <a:lnTo>
                    <a:pt x="1816" y="5365"/>
                  </a:lnTo>
                  <a:lnTo>
                    <a:pt x="2016" y="5235"/>
                  </a:lnTo>
                  <a:lnTo>
                    <a:pt x="2205" y="5105"/>
                  </a:lnTo>
                  <a:lnTo>
                    <a:pt x="2405" y="4987"/>
                  </a:lnTo>
                  <a:lnTo>
                    <a:pt x="2618" y="4869"/>
                  </a:lnTo>
                  <a:lnTo>
                    <a:pt x="2818" y="4763"/>
                  </a:lnTo>
                  <a:lnTo>
                    <a:pt x="3042" y="4669"/>
                  </a:lnTo>
                  <a:lnTo>
                    <a:pt x="3254" y="4586"/>
                  </a:lnTo>
                  <a:lnTo>
                    <a:pt x="3478" y="4504"/>
                  </a:lnTo>
                  <a:lnTo>
                    <a:pt x="3702" y="4433"/>
                  </a:lnTo>
                  <a:lnTo>
                    <a:pt x="3938" y="4362"/>
                  </a:lnTo>
                  <a:lnTo>
                    <a:pt x="4174" y="4315"/>
                  </a:lnTo>
                  <a:lnTo>
                    <a:pt x="4410" y="4268"/>
                  </a:lnTo>
                  <a:lnTo>
                    <a:pt x="4657" y="4233"/>
                  </a:lnTo>
                  <a:lnTo>
                    <a:pt x="4893" y="4209"/>
                  </a:lnTo>
                  <a:lnTo>
                    <a:pt x="5141" y="4197"/>
                  </a:lnTo>
                  <a:lnTo>
                    <a:pt x="5388" y="4186"/>
                  </a:lnTo>
                  <a:lnTo>
                    <a:pt x="5706" y="4197"/>
                  </a:lnTo>
                  <a:lnTo>
                    <a:pt x="6013" y="4221"/>
                  </a:lnTo>
                  <a:lnTo>
                    <a:pt x="6308" y="4256"/>
                  </a:lnTo>
                  <a:lnTo>
                    <a:pt x="6602" y="4315"/>
                  </a:lnTo>
                  <a:lnTo>
                    <a:pt x="6897" y="4386"/>
                  </a:lnTo>
                  <a:lnTo>
                    <a:pt x="7180" y="4457"/>
                  </a:lnTo>
                  <a:lnTo>
                    <a:pt x="7463" y="4563"/>
                  </a:lnTo>
                  <a:lnTo>
                    <a:pt x="7734" y="4669"/>
                  </a:lnTo>
                  <a:lnTo>
                    <a:pt x="8005" y="4787"/>
                  </a:lnTo>
                  <a:lnTo>
                    <a:pt x="8265" y="4917"/>
                  </a:lnTo>
                  <a:lnTo>
                    <a:pt x="8524" y="5070"/>
                  </a:lnTo>
                  <a:lnTo>
                    <a:pt x="8760" y="5223"/>
                  </a:lnTo>
                  <a:lnTo>
                    <a:pt x="9007" y="5388"/>
                  </a:lnTo>
                  <a:lnTo>
                    <a:pt x="9231" y="5577"/>
                  </a:lnTo>
                  <a:lnTo>
                    <a:pt x="9444" y="5765"/>
                  </a:lnTo>
                  <a:lnTo>
                    <a:pt x="9656" y="5966"/>
                  </a:lnTo>
                  <a:lnTo>
                    <a:pt x="9856" y="6166"/>
                  </a:lnTo>
                  <a:lnTo>
                    <a:pt x="10045" y="6390"/>
                  </a:lnTo>
                  <a:lnTo>
                    <a:pt x="10234" y="6614"/>
                  </a:lnTo>
                  <a:lnTo>
                    <a:pt x="10399" y="6850"/>
                  </a:lnTo>
                  <a:lnTo>
                    <a:pt x="10552" y="7098"/>
                  </a:lnTo>
                  <a:lnTo>
                    <a:pt x="10693" y="7357"/>
                  </a:lnTo>
                  <a:lnTo>
                    <a:pt x="10835" y="7616"/>
                  </a:lnTo>
                  <a:lnTo>
                    <a:pt x="10953" y="7876"/>
                  </a:lnTo>
                  <a:lnTo>
                    <a:pt x="11059" y="8159"/>
                  </a:lnTo>
                  <a:lnTo>
                    <a:pt x="11153" y="8430"/>
                  </a:lnTo>
                  <a:lnTo>
                    <a:pt x="11236" y="8724"/>
                  </a:lnTo>
                  <a:lnTo>
                    <a:pt x="11306" y="9007"/>
                  </a:lnTo>
                  <a:lnTo>
                    <a:pt x="11354" y="9314"/>
                  </a:lnTo>
                  <a:lnTo>
                    <a:pt x="11401" y="9609"/>
                  </a:lnTo>
                  <a:lnTo>
                    <a:pt x="11424" y="9915"/>
                  </a:lnTo>
                  <a:lnTo>
                    <a:pt x="11424" y="10222"/>
                  </a:lnTo>
                  <a:lnTo>
                    <a:pt x="11424" y="10540"/>
                  </a:lnTo>
                  <a:lnTo>
                    <a:pt x="11401" y="10847"/>
                  </a:lnTo>
                  <a:lnTo>
                    <a:pt x="11354" y="11141"/>
                  </a:lnTo>
                  <a:lnTo>
                    <a:pt x="11306" y="11448"/>
                  </a:lnTo>
                  <a:lnTo>
                    <a:pt x="11236" y="11731"/>
                  </a:lnTo>
                  <a:lnTo>
                    <a:pt x="11153" y="12025"/>
                  </a:lnTo>
                  <a:lnTo>
                    <a:pt x="11059" y="12297"/>
                  </a:lnTo>
                  <a:lnTo>
                    <a:pt x="10953" y="12580"/>
                  </a:lnTo>
                  <a:lnTo>
                    <a:pt x="10835" y="12839"/>
                  </a:lnTo>
                  <a:lnTo>
                    <a:pt x="10693" y="13098"/>
                  </a:lnTo>
                  <a:lnTo>
                    <a:pt x="10552" y="13358"/>
                  </a:lnTo>
                  <a:lnTo>
                    <a:pt x="10399" y="13605"/>
                  </a:lnTo>
                  <a:lnTo>
                    <a:pt x="10234" y="13841"/>
                  </a:lnTo>
                  <a:lnTo>
                    <a:pt x="10045" y="14065"/>
                  </a:lnTo>
                  <a:lnTo>
                    <a:pt x="9856" y="14289"/>
                  </a:lnTo>
                  <a:lnTo>
                    <a:pt x="9656" y="14489"/>
                  </a:lnTo>
                  <a:lnTo>
                    <a:pt x="9444" y="14690"/>
                  </a:lnTo>
                  <a:lnTo>
                    <a:pt x="9231" y="14878"/>
                  </a:lnTo>
                  <a:lnTo>
                    <a:pt x="9007" y="15067"/>
                  </a:lnTo>
                  <a:lnTo>
                    <a:pt x="8760" y="15232"/>
                  </a:lnTo>
                  <a:lnTo>
                    <a:pt x="8524" y="15385"/>
                  </a:lnTo>
                  <a:lnTo>
                    <a:pt x="8265" y="15539"/>
                  </a:lnTo>
                  <a:lnTo>
                    <a:pt x="8005" y="15668"/>
                  </a:lnTo>
                  <a:lnTo>
                    <a:pt x="7734" y="15786"/>
                  </a:lnTo>
                  <a:lnTo>
                    <a:pt x="7463" y="15892"/>
                  </a:lnTo>
                  <a:lnTo>
                    <a:pt x="7180" y="15987"/>
                  </a:lnTo>
                  <a:lnTo>
                    <a:pt x="6897" y="16069"/>
                  </a:lnTo>
                  <a:lnTo>
                    <a:pt x="6602" y="16140"/>
                  </a:lnTo>
                  <a:lnTo>
                    <a:pt x="6308" y="16199"/>
                  </a:lnTo>
                  <a:lnTo>
                    <a:pt x="6013" y="16234"/>
                  </a:lnTo>
                  <a:lnTo>
                    <a:pt x="5706" y="16258"/>
                  </a:lnTo>
                  <a:lnTo>
                    <a:pt x="5388" y="16270"/>
                  </a:lnTo>
                  <a:lnTo>
                    <a:pt x="5164" y="16258"/>
                  </a:lnTo>
                  <a:lnTo>
                    <a:pt x="4952" y="16246"/>
                  </a:lnTo>
                  <a:lnTo>
                    <a:pt x="4728" y="16222"/>
                  </a:lnTo>
                  <a:lnTo>
                    <a:pt x="4516" y="16199"/>
                  </a:lnTo>
                  <a:lnTo>
                    <a:pt x="4304" y="16163"/>
                  </a:lnTo>
                  <a:lnTo>
                    <a:pt x="4091" y="16116"/>
                  </a:lnTo>
                  <a:lnTo>
                    <a:pt x="3879" y="16069"/>
                  </a:lnTo>
                  <a:lnTo>
                    <a:pt x="3679" y="16010"/>
                  </a:lnTo>
                  <a:lnTo>
                    <a:pt x="3467" y="15951"/>
                  </a:lnTo>
                  <a:lnTo>
                    <a:pt x="3266" y="15880"/>
                  </a:lnTo>
                  <a:lnTo>
                    <a:pt x="3077" y="15798"/>
                  </a:lnTo>
                  <a:lnTo>
                    <a:pt x="2877" y="15715"/>
                  </a:lnTo>
                  <a:lnTo>
                    <a:pt x="2688" y="15621"/>
                  </a:lnTo>
                  <a:lnTo>
                    <a:pt x="2512" y="15527"/>
                  </a:lnTo>
                  <a:lnTo>
                    <a:pt x="2323" y="15421"/>
                  </a:lnTo>
                  <a:lnTo>
                    <a:pt x="2146" y="15315"/>
                  </a:lnTo>
                  <a:lnTo>
                    <a:pt x="213" y="15315"/>
                  </a:lnTo>
                  <a:lnTo>
                    <a:pt x="460" y="15562"/>
                  </a:lnTo>
                  <a:lnTo>
                    <a:pt x="731" y="15798"/>
                  </a:lnTo>
                  <a:lnTo>
                    <a:pt x="1003" y="16010"/>
                  </a:lnTo>
                  <a:lnTo>
                    <a:pt x="1285" y="16222"/>
                  </a:lnTo>
                  <a:lnTo>
                    <a:pt x="1592" y="16411"/>
                  </a:lnTo>
                  <a:lnTo>
                    <a:pt x="1899" y="16600"/>
                  </a:lnTo>
                  <a:lnTo>
                    <a:pt x="2205" y="16753"/>
                  </a:lnTo>
                  <a:lnTo>
                    <a:pt x="2535" y="16906"/>
                  </a:lnTo>
                  <a:lnTo>
                    <a:pt x="2865" y="17036"/>
                  </a:lnTo>
                  <a:lnTo>
                    <a:pt x="3207" y="17154"/>
                  </a:lnTo>
                  <a:lnTo>
                    <a:pt x="3561" y="17260"/>
                  </a:lnTo>
                  <a:lnTo>
                    <a:pt x="3915" y="17342"/>
                  </a:lnTo>
                  <a:lnTo>
                    <a:pt x="4268" y="17413"/>
                  </a:lnTo>
                  <a:lnTo>
                    <a:pt x="4645" y="17460"/>
                  </a:lnTo>
                  <a:lnTo>
                    <a:pt x="5011" y="17484"/>
                  </a:lnTo>
                  <a:lnTo>
                    <a:pt x="5388" y="17496"/>
                  </a:lnTo>
                  <a:lnTo>
                    <a:pt x="5765" y="17484"/>
                  </a:lnTo>
                  <a:lnTo>
                    <a:pt x="6131" y="17460"/>
                  </a:lnTo>
                  <a:lnTo>
                    <a:pt x="6496" y="17413"/>
                  </a:lnTo>
                  <a:lnTo>
                    <a:pt x="6850" y="17342"/>
                  </a:lnTo>
                  <a:lnTo>
                    <a:pt x="7204" y="17260"/>
                  </a:lnTo>
                  <a:lnTo>
                    <a:pt x="7546" y="17166"/>
                  </a:lnTo>
                  <a:lnTo>
                    <a:pt x="7888" y="17048"/>
                  </a:lnTo>
                  <a:lnTo>
                    <a:pt x="8218" y="16918"/>
                  </a:lnTo>
                  <a:lnTo>
                    <a:pt x="8536" y="16776"/>
                  </a:lnTo>
                  <a:lnTo>
                    <a:pt x="8854" y="16611"/>
                  </a:lnTo>
                  <a:lnTo>
                    <a:pt x="9161" y="16435"/>
                  </a:lnTo>
                  <a:lnTo>
                    <a:pt x="9455" y="16246"/>
                  </a:lnTo>
                  <a:lnTo>
                    <a:pt x="9738" y="16046"/>
                  </a:lnTo>
                  <a:lnTo>
                    <a:pt x="10010" y="15833"/>
                  </a:lnTo>
                  <a:lnTo>
                    <a:pt x="10281" y="15609"/>
                  </a:lnTo>
                  <a:lnTo>
                    <a:pt x="10528" y="15362"/>
                  </a:lnTo>
                  <a:lnTo>
                    <a:pt x="10764" y="15114"/>
                  </a:lnTo>
                  <a:lnTo>
                    <a:pt x="11000" y="14843"/>
                  </a:lnTo>
                  <a:lnTo>
                    <a:pt x="11212" y="14572"/>
                  </a:lnTo>
                  <a:lnTo>
                    <a:pt x="11413" y="14289"/>
                  </a:lnTo>
                  <a:lnTo>
                    <a:pt x="11601" y="13994"/>
                  </a:lnTo>
                  <a:lnTo>
                    <a:pt x="11778" y="13688"/>
                  </a:lnTo>
                  <a:lnTo>
                    <a:pt x="11943" y="13369"/>
                  </a:lnTo>
                  <a:lnTo>
                    <a:pt x="12085" y="13051"/>
                  </a:lnTo>
                  <a:lnTo>
                    <a:pt x="12214" y="12721"/>
                  </a:lnTo>
                  <a:lnTo>
                    <a:pt x="12332" y="12391"/>
                  </a:lnTo>
                  <a:lnTo>
                    <a:pt x="12426" y="12037"/>
                  </a:lnTo>
                  <a:lnTo>
                    <a:pt x="12509" y="11695"/>
                  </a:lnTo>
                  <a:lnTo>
                    <a:pt x="12580" y="11330"/>
                  </a:lnTo>
                  <a:lnTo>
                    <a:pt x="12627" y="10964"/>
                  </a:lnTo>
                  <a:lnTo>
                    <a:pt x="12650" y="10599"/>
                  </a:lnTo>
                  <a:lnTo>
                    <a:pt x="12662" y="10222"/>
                  </a:lnTo>
                  <a:lnTo>
                    <a:pt x="12650" y="9856"/>
                  </a:lnTo>
                  <a:lnTo>
                    <a:pt x="12627" y="9491"/>
                  </a:lnTo>
                  <a:lnTo>
                    <a:pt x="12580" y="9125"/>
                  </a:lnTo>
                  <a:lnTo>
                    <a:pt x="12509" y="8760"/>
                  </a:lnTo>
                  <a:lnTo>
                    <a:pt x="12426" y="8418"/>
                  </a:lnTo>
                  <a:lnTo>
                    <a:pt x="12332" y="8064"/>
                  </a:lnTo>
                  <a:lnTo>
                    <a:pt x="12214" y="7734"/>
                  </a:lnTo>
                  <a:lnTo>
                    <a:pt x="12085" y="7404"/>
                  </a:lnTo>
                  <a:lnTo>
                    <a:pt x="11943" y="7086"/>
                  </a:lnTo>
                  <a:lnTo>
                    <a:pt x="11778" y="6767"/>
                  </a:lnTo>
                  <a:lnTo>
                    <a:pt x="11601" y="6461"/>
                  </a:lnTo>
                  <a:lnTo>
                    <a:pt x="11413" y="6166"/>
                  </a:lnTo>
                  <a:lnTo>
                    <a:pt x="11212" y="5883"/>
                  </a:lnTo>
                  <a:lnTo>
                    <a:pt x="11000" y="5612"/>
                  </a:lnTo>
                  <a:lnTo>
                    <a:pt x="10764" y="5341"/>
                  </a:lnTo>
                  <a:lnTo>
                    <a:pt x="10528" y="5093"/>
                  </a:lnTo>
                  <a:lnTo>
                    <a:pt x="10281" y="4846"/>
                  </a:lnTo>
                  <a:lnTo>
                    <a:pt x="10010" y="4622"/>
                  </a:lnTo>
                  <a:lnTo>
                    <a:pt x="9738" y="4410"/>
                  </a:lnTo>
                  <a:lnTo>
                    <a:pt x="9455" y="4209"/>
                  </a:lnTo>
                  <a:lnTo>
                    <a:pt x="9161" y="4009"/>
                  </a:lnTo>
                  <a:lnTo>
                    <a:pt x="8854" y="3844"/>
                  </a:lnTo>
                  <a:lnTo>
                    <a:pt x="8536" y="3679"/>
                  </a:lnTo>
                  <a:lnTo>
                    <a:pt x="8218" y="3537"/>
                  </a:lnTo>
                  <a:lnTo>
                    <a:pt x="7888" y="3408"/>
                  </a:lnTo>
                  <a:lnTo>
                    <a:pt x="7546" y="3290"/>
                  </a:lnTo>
                  <a:lnTo>
                    <a:pt x="7204" y="3195"/>
                  </a:lnTo>
                  <a:lnTo>
                    <a:pt x="6850" y="3113"/>
                  </a:lnTo>
                  <a:lnTo>
                    <a:pt x="6496" y="3042"/>
                  </a:lnTo>
                  <a:lnTo>
                    <a:pt x="6131" y="2995"/>
                  </a:lnTo>
                  <a:lnTo>
                    <a:pt x="5765" y="2971"/>
                  </a:lnTo>
                  <a:lnTo>
                    <a:pt x="5388" y="2960"/>
                  </a:lnTo>
                  <a:close/>
                </a:path>
              </a:pathLst>
            </a:custGeom>
            <a:solidFill>
              <a:srgbClr val="0072CE"/>
            </a:solidFill>
            <a:ln>
              <a:noFill/>
            </a:ln>
          </p:spPr>
          <p:txBody>
            <a:bodyPr spcFirstLastPara="1" wrap="square" lIns="182850" tIns="182850" rIns="182850" bIns="182850" anchor="ctr" anchorCtr="0">
              <a:noAutofit/>
            </a:bodyPr>
            <a:lstStyle/>
            <a:p>
              <a:pPr marL="0" lvl="0" indent="0" algn="l" rtl="0">
                <a:spcBef>
                  <a:spcPts val="0"/>
                </a:spcBef>
                <a:spcAft>
                  <a:spcPts val="0"/>
                </a:spcAft>
                <a:buNone/>
              </a:pPr>
              <a:endParaRPr sz="1200"/>
            </a:p>
          </p:txBody>
        </p:sp>
      </p:grpSp>
      <p:sp>
        <p:nvSpPr>
          <p:cNvPr id="2175" name="Google Shape;2175;p124"/>
          <p:cNvSpPr txBox="1"/>
          <p:nvPr/>
        </p:nvSpPr>
        <p:spPr>
          <a:xfrm>
            <a:off x="2625094" y="3835053"/>
            <a:ext cx="1620300" cy="215400"/>
          </a:xfrm>
          <a:prstGeom prst="rect">
            <a:avLst/>
          </a:prstGeom>
          <a:noFill/>
          <a:ln>
            <a:noFill/>
          </a:ln>
        </p:spPr>
        <p:txBody>
          <a:bodyPr spcFirstLastPara="1" wrap="square" lIns="0" tIns="0" rIns="0" bIns="0" anchor="t" anchorCtr="0">
            <a:spAutoFit/>
          </a:bodyPr>
          <a:lstStyle/>
          <a:p>
            <a:pPr marL="0" lvl="0" indent="0" algn="ctr" rtl="0">
              <a:spcBef>
                <a:spcPts val="0"/>
              </a:spcBef>
              <a:spcAft>
                <a:spcPts val="0"/>
              </a:spcAft>
              <a:buNone/>
            </a:pPr>
            <a:r>
              <a:rPr lang="en">
                <a:solidFill>
                  <a:schemeClr val="dk2"/>
                </a:solidFill>
                <a:latin typeface="IBM Plex Sans"/>
                <a:ea typeface="IBM Plex Sans"/>
                <a:cs typeface="IBM Plex Sans"/>
                <a:sym typeface="IBM Plex Sans"/>
              </a:rPr>
              <a:t>Error handling</a:t>
            </a:r>
            <a:endParaRPr>
              <a:solidFill>
                <a:schemeClr val="dk2"/>
              </a:solidFill>
              <a:latin typeface="IBM Plex Sans"/>
              <a:ea typeface="IBM Plex Sans"/>
              <a:cs typeface="IBM Plex Sans"/>
              <a:sym typeface="IBM Plex Sans"/>
            </a:endParaRPr>
          </a:p>
        </p:txBody>
      </p:sp>
      <p:grpSp>
        <p:nvGrpSpPr>
          <p:cNvPr id="2176" name="Google Shape;2176;p124"/>
          <p:cNvGrpSpPr/>
          <p:nvPr/>
        </p:nvGrpSpPr>
        <p:grpSpPr>
          <a:xfrm>
            <a:off x="3097265" y="3086541"/>
            <a:ext cx="675976" cy="667251"/>
            <a:chOff x="2815450" y="3022175"/>
            <a:chExt cx="349125" cy="348125"/>
          </a:xfrm>
        </p:grpSpPr>
        <p:sp>
          <p:nvSpPr>
            <p:cNvPr id="2177" name="Google Shape;2177;p124"/>
            <p:cNvSpPr/>
            <p:nvPr/>
          </p:nvSpPr>
          <p:spPr>
            <a:xfrm>
              <a:off x="2815450" y="3022175"/>
              <a:ext cx="349125" cy="348125"/>
            </a:xfrm>
            <a:custGeom>
              <a:avLst/>
              <a:gdLst/>
              <a:ahLst/>
              <a:cxnLst/>
              <a:rect l="l" t="t" r="r" b="b"/>
              <a:pathLst>
                <a:path w="13965" h="13925" extrusionOk="0">
                  <a:moveTo>
                    <a:pt x="5517" y="1"/>
                  </a:moveTo>
                  <a:lnTo>
                    <a:pt x="5527" y="1555"/>
                  </a:lnTo>
                  <a:lnTo>
                    <a:pt x="5183" y="1663"/>
                  </a:lnTo>
                  <a:lnTo>
                    <a:pt x="4859" y="1781"/>
                  </a:lnTo>
                  <a:lnTo>
                    <a:pt x="4534" y="1928"/>
                  </a:lnTo>
                  <a:lnTo>
                    <a:pt x="4219" y="2086"/>
                  </a:lnTo>
                  <a:lnTo>
                    <a:pt x="3128" y="994"/>
                  </a:lnTo>
                  <a:lnTo>
                    <a:pt x="1043" y="3039"/>
                  </a:lnTo>
                  <a:lnTo>
                    <a:pt x="2135" y="4141"/>
                  </a:lnTo>
                  <a:lnTo>
                    <a:pt x="1968" y="4455"/>
                  </a:lnTo>
                  <a:lnTo>
                    <a:pt x="1820" y="4770"/>
                  </a:lnTo>
                  <a:lnTo>
                    <a:pt x="1751" y="4927"/>
                  </a:lnTo>
                  <a:lnTo>
                    <a:pt x="1692" y="5095"/>
                  </a:lnTo>
                  <a:lnTo>
                    <a:pt x="1584" y="5439"/>
                  </a:lnTo>
                  <a:lnTo>
                    <a:pt x="1" y="5429"/>
                  </a:lnTo>
                  <a:lnTo>
                    <a:pt x="1" y="8340"/>
                  </a:lnTo>
                  <a:lnTo>
                    <a:pt x="1564" y="8349"/>
                  </a:lnTo>
                  <a:lnTo>
                    <a:pt x="1672" y="8694"/>
                  </a:lnTo>
                  <a:lnTo>
                    <a:pt x="1790" y="9018"/>
                  </a:lnTo>
                  <a:lnTo>
                    <a:pt x="1938" y="9343"/>
                  </a:lnTo>
                  <a:lnTo>
                    <a:pt x="2105" y="9657"/>
                  </a:lnTo>
                  <a:lnTo>
                    <a:pt x="955" y="10788"/>
                  </a:lnTo>
                  <a:lnTo>
                    <a:pt x="3010" y="12863"/>
                  </a:lnTo>
                  <a:lnTo>
                    <a:pt x="4160" y="11732"/>
                  </a:lnTo>
                  <a:lnTo>
                    <a:pt x="4485" y="11899"/>
                  </a:lnTo>
                  <a:lnTo>
                    <a:pt x="4800" y="12047"/>
                  </a:lnTo>
                  <a:lnTo>
                    <a:pt x="5134" y="12175"/>
                  </a:lnTo>
                  <a:lnTo>
                    <a:pt x="5478" y="12273"/>
                  </a:lnTo>
                  <a:lnTo>
                    <a:pt x="5478" y="13925"/>
                  </a:lnTo>
                  <a:lnTo>
                    <a:pt x="8408" y="13925"/>
                  </a:lnTo>
                  <a:lnTo>
                    <a:pt x="8408" y="12293"/>
                  </a:lnTo>
                  <a:lnTo>
                    <a:pt x="8753" y="12184"/>
                  </a:lnTo>
                  <a:lnTo>
                    <a:pt x="9087" y="12066"/>
                  </a:lnTo>
                  <a:lnTo>
                    <a:pt x="9411" y="11919"/>
                  </a:lnTo>
                  <a:lnTo>
                    <a:pt x="9726" y="11752"/>
                  </a:lnTo>
                  <a:lnTo>
                    <a:pt x="8497" y="10513"/>
                  </a:lnTo>
                  <a:lnTo>
                    <a:pt x="8320" y="10582"/>
                  </a:lnTo>
                  <a:lnTo>
                    <a:pt x="8143" y="10641"/>
                  </a:lnTo>
                  <a:lnTo>
                    <a:pt x="7956" y="10700"/>
                  </a:lnTo>
                  <a:lnTo>
                    <a:pt x="7769" y="10739"/>
                  </a:lnTo>
                  <a:lnTo>
                    <a:pt x="7573" y="10778"/>
                  </a:lnTo>
                  <a:lnTo>
                    <a:pt x="7386" y="10798"/>
                  </a:lnTo>
                  <a:lnTo>
                    <a:pt x="7179" y="10818"/>
                  </a:lnTo>
                  <a:lnTo>
                    <a:pt x="6786" y="10818"/>
                  </a:lnTo>
                  <a:lnTo>
                    <a:pt x="6589" y="10798"/>
                  </a:lnTo>
                  <a:lnTo>
                    <a:pt x="6393" y="10778"/>
                  </a:lnTo>
                  <a:lnTo>
                    <a:pt x="6206" y="10739"/>
                  </a:lnTo>
                  <a:lnTo>
                    <a:pt x="6019" y="10700"/>
                  </a:lnTo>
                  <a:lnTo>
                    <a:pt x="5832" y="10650"/>
                  </a:lnTo>
                  <a:lnTo>
                    <a:pt x="5655" y="10582"/>
                  </a:lnTo>
                  <a:lnTo>
                    <a:pt x="5478" y="10513"/>
                  </a:lnTo>
                  <a:lnTo>
                    <a:pt x="5311" y="10444"/>
                  </a:lnTo>
                  <a:lnTo>
                    <a:pt x="5144" y="10355"/>
                  </a:lnTo>
                  <a:lnTo>
                    <a:pt x="4986" y="10257"/>
                  </a:lnTo>
                  <a:lnTo>
                    <a:pt x="4829" y="10159"/>
                  </a:lnTo>
                  <a:lnTo>
                    <a:pt x="4672" y="10051"/>
                  </a:lnTo>
                  <a:lnTo>
                    <a:pt x="4524" y="9942"/>
                  </a:lnTo>
                  <a:lnTo>
                    <a:pt x="4387" y="9815"/>
                  </a:lnTo>
                  <a:lnTo>
                    <a:pt x="4259" y="9687"/>
                  </a:lnTo>
                  <a:lnTo>
                    <a:pt x="4131" y="9559"/>
                  </a:lnTo>
                  <a:lnTo>
                    <a:pt x="4003" y="9411"/>
                  </a:lnTo>
                  <a:lnTo>
                    <a:pt x="3895" y="9274"/>
                  </a:lnTo>
                  <a:lnTo>
                    <a:pt x="3787" y="9116"/>
                  </a:lnTo>
                  <a:lnTo>
                    <a:pt x="3679" y="8959"/>
                  </a:lnTo>
                  <a:lnTo>
                    <a:pt x="3590" y="8802"/>
                  </a:lnTo>
                  <a:lnTo>
                    <a:pt x="3502" y="8635"/>
                  </a:lnTo>
                  <a:lnTo>
                    <a:pt x="3423" y="8467"/>
                  </a:lnTo>
                  <a:lnTo>
                    <a:pt x="3354" y="8290"/>
                  </a:lnTo>
                  <a:lnTo>
                    <a:pt x="3295" y="8113"/>
                  </a:lnTo>
                  <a:lnTo>
                    <a:pt x="3246" y="7927"/>
                  </a:lnTo>
                  <a:lnTo>
                    <a:pt x="3207" y="7740"/>
                  </a:lnTo>
                  <a:lnTo>
                    <a:pt x="3167" y="7553"/>
                  </a:lnTo>
                  <a:lnTo>
                    <a:pt x="3148" y="7356"/>
                  </a:lnTo>
                  <a:lnTo>
                    <a:pt x="3128" y="7160"/>
                  </a:lnTo>
                  <a:lnTo>
                    <a:pt x="3128" y="6963"/>
                  </a:lnTo>
                  <a:lnTo>
                    <a:pt x="3128" y="6766"/>
                  </a:lnTo>
                  <a:lnTo>
                    <a:pt x="3148" y="6570"/>
                  </a:lnTo>
                  <a:lnTo>
                    <a:pt x="3167" y="6373"/>
                  </a:lnTo>
                  <a:lnTo>
                    <a:pt x="3207" y="6186"/>
                  </a:lnTo>
                  <a:lnTo>
                    <a:pt x="3246" y="5999"/>
                  </a:lnTo>
                  <a:lnTo>
                    <a:pt x="3295" y="5812"/>
                  </a:lnTo>
                  <a:lnTo>
                    <a:pt x="3354" y="5635"/>
                  </a:lnTo>
                  <a:lnTo>
                    <a:pt x="3423" y="5458"/>
                  </a:lnTo>
                  <a:lnTo>
                    <a:pt x="3502" y="5291"/>
                  </a:lnTo>
                  <a:lnTo>
                    <a:pt x="3590" y="5124"/>
                  </a:lnTo>
                  <a:lnTo>
                    <a:pt x="3679" y="4957"/>
                  </a:lnTo>
                  <a:lnTo>
                    <a:pt x="3787" y="4800"/>
                  </a:lnTo>
                  <a:lnTo>
                    <a:pt x="3895" y="4652"/>
                  </a:lnTo>
                  <a:lnTo>
                    <a:pt x="4003" y="4505"/>
                  </a:lnTo>
                  <a:lnTo>
                    <a:pt x="4131" y="4367"/>
                  </a:lnTo>
                  <a:lnTo>
                    <a:pt x="4259" y="4229"/>
                  </a:lnTo>
                  <a:lnTo>
                    <a:pt x="4387" y="4101"/>
                  </a:lnTo>
                  <a:lnTo>
                    <a:pt x="4524" y="3983"/>
                  </a:lnTo>
                  <a:lnTo>
                    <a:pt x="4672" y="3865"/>
                  </a:lnTo>
                  <a:lnTo>
                    <a:pt x="4829" y="3757"/>
                  </a:lnTo>
                  <a:lnTo>
                    <a:pt x="4986" y="3659"/>
                  </a:lnTo>
                  <a:lnTo>
                    <a:pt x="5144" y="3570"/>
                  </a:lnTo>
                  <a:lnTo>
                    <a:pt x="5311" y="3482"/>
                  </a:lnTo>
                  <a:lnTo>
                    <a:pt x="5478" y="3403"/>
                  </a:lnTo>
                  <a:lnTo>
                    <a:pt x="5655" y="3334"/>
                  </a:lnTo>
                  <a:lnTo>
                    <a:pt x="5832" y="3275"/>
                  </a:lnTo>
                  <a:lnTo>
                    <a:pt x="6019" y="3226"/>
                  </a:lnTo>
                  <a:lnTo>
                    <a:pt x="6206" y="3177"/>
                  </a:lnTo>
                  <a:lnTo>
                    <a:pt x="6393" y="3148"/>
                  </a:lnTo>
                  <a:lnTo>
                    <a:pt x="6589" y="3118"/>
                  </a:lnTo>
                  <a:lnTo>
                    <a:pt x="6786" y="3108"/>
                  </a:lnTo>
                  <a:lnTo>
                    <a:pt x="6983" y="3098"/>
                  </a:lnTo>
                  <a:lnTo>
                    <a:pt x="7179" y="3108"/>
                  </a:lnTo>
                  <a:lnTo>
                    <a:pt x="7376" y="3118"/>
                  </a:lnTo>
                  <a:lnTo>
                    <a:pt x="7573" y="3148"/>
                  </a:lnTo>
                  <a:lnTo>
                    <a:pt x="7759" y="3177"/>
                  </a:lnTo>
                  <a:lnTo>
                    <a:pt x="7946" y="3226"/>
                  </a:lnTo>
                  <a:lnTo>
                    <a:pt x="8133" y="3275"/>
                  </a:lnTo>
                  <a:lnTo>
                    <a:pt x="8310" y="3334"/>
                  </a:lnTo>
                  <a:lnTo>
                    <a:pt x="8487" y="3403"/>
                  </a:lnTo>
                  <a:lnTo>
                    <a:pt x="8654" y="3482"/>
                  </a:lnTo>
                  <a:lnTo>
                    <a:pt x="8821" y="3570"/>
                  </a:lnTo>
                  <a:lnTo>
                    <a:pt x="8989" y="3659"/>
                  </a:lnTo>
                  <a:lnTo>
                    <a:pt x="9146" y="3757"/>
                  </a:lnTo>
                  <a:lnTo>
                    <a:pt x="9293" y="3865"/>
                  </a:lnTo>
                  <a:lnTo>
                    <a:pt x="9441" y="3983"/>
                  </a:lnTo>
                  <a:lnTo>
                    <a:pt x="9579" y="4101"/>
                  </a:lnTo>
                  <a:lnTo>
                    <a:pt x="9716" y="4229"/>
                  </a:lnTo>
                  <a:lnTo>
                    <a:pt x="9844" y="4367"/>
                  </a:lnTo>
                  <a:lnTo>
                    <a:pt x="9962" y="4505"/>
                  </a:lnTo>
                  <a:lnTo>
                    <a:pt x="10080" y="4652"/>
                  </a:lnTo>
                  <a:lnTo>
                    <a:pt x="10188" y="4800"/>
                  </a:lnTo>
                  <a:lnTo>
                    <a:pt x="10287" y="4957"/>
                  </a:lnTo>
                  <a:lnTo>
                    <a:pt x="10375" y="5124"/>
                  </a:lnTo>
                  <a:lnTo>
                    <a:pt x="10464" y="5291"/>
                  </a:lnTo>
                  <a:lnTo>
                    <a:pt x="10542" y="5458"/>
                  </a:lnTo>
                  <a:lnTo>
                    <a:pt x="10611" y="5635"/>
                  </a:lnTo>
                  <a:lnTo>
                    <a:pt x="10670" y="5812"/>
                  </a:lnTo>
                  <a:lnTo>
                    <a:pt x="10719" y="5999"/>
                  </a:lnTo>
                  <a:lnTo>
                    <a:pt x="10768" y="6186"/>
                  </a:lnTo>
                  <a:lnTo>
                    <a:pt x="10798" y="6373"/>
                  </a:lnTo>
                  <a:lnTo>
                    <a:pt x="10827" y="6570"/>
                  </a:lnTo>
                  <a:lnTo>
                    <a:pt x="10837" y="6766"/>
                  </a:lnTo>
                  <a:lnTo>
                    <a:pt x="10847" y="6963"/>
                  </a:lnTo>
                  <a:lnTo>
                    <a:pt x="10837" y="7160"/>
                  </a:lnTo>
                  <a:lnTo>
                    <a:pt x="10827" y="7346"/>
                  </a:lnTo>
                  <a:lnTo>
                    <a:pt x="10798" y="7533"/>
                  </a:lnTo>
                  <a:lnTo>
                    <a:pt x="10768" y="7720"/>
                  </a:lnTo>
                  <a:lnTo>
                    <a:pt x="10729" y="7907"/>
                  </a:lnTo>
                  <a:lnTo>
                    <a:pt x="10680" y="8084"/>
                  </a:lnTo>
                  <a:lnTo>
                    <a:pt x="10621" y="8261"/>
                  </a:lnTo>
                  <a:lnTo>
                    <a:pt x="10552" y="8438"/>
                  </a:lnTo>
                  <a:lnTo>
                    <a:pt x="11811" y="9697"/>
                  </a:lnTo>
                  <a:lnTo>
                    <a:pt x="11968" y="9392"/>
                  </a:lnTo>
                  <a:lnTo>
                    <a:pt x="12116" y="9077"/>
                  </a:lnTo>
                  <a:lnTo>
                    <a:pt x="12243" y="8743"/>
                  </a:lnTo>
                  <a:lnTo>
                    <a:pt x="12352" y="8408"/>
                  </a:lnTo>
                  <a:lnTo>
                    <a:pt x="13964" y="8418"/>
                  </a:lnTo>
                  <a:lnTo>
                    <a:pt x="13964" y="5498"/>
                  </a:lnTo>
                  <a:lnTo>
                    <a:pt x="12371" y="5498"/>
                  </a:lnTo>
                  <a:lnTo>
                    <a:pt x="12263" y="5154"/>
                  </a:lnTo>
                  <a:lnTo>
                    <a:pt x="12145" y="4829"/>
                  </a:lnTo>
                  <a:lnTo>
                    <a:pt x="11998" y="4505"/>
                  </a:lnTo>
                  <a:lnTo>
                    <a:pt x="11830" y="4190"/>
                  </a:lnTo>
                  <a:lnTo>
                    <a:pt x="12961" y="3079"/>
                  </a:lnTo>
                  <a:lnTo>
                    <a:pt x="10896" y="1004"/>
                  </a:lnTo>
                  <a:lnTo>
                    <a:pt x="9765" y="2115"/>
                  </a:lnTo>
                  <a:lnTo>
                    <a:pt x="9451" y="1948"/>
                  </a:lnTo>
                  <a:lnTo>
                    <a:pt x="9136" y="1800"/>
                  </a:lnTo>
                  <a:lnTo>
                    <a:pt x="8802" y="1682"/>
                  </a:lnTo>
                  <a:lnTo>
                    <a:pt x="8458" y="1574"/>
                  </a:lnTo>
                  <a:lnTo>
                    <a:pt x="8467" y="1"/>
                  </a:lnTo>
                  <a:close/>
                </a:path>
              </a:pathLst>
            </a:custGeom>
            <a:solidFill>
              <a:schemeClr val="accent5"/>
            </a:solidFill>
            <a:ln>
              <a:noFill/>
            </a:ln>
          </p:spPr>
          <p:txBody>
            <a:bodyPr spcFirstLastPara="1" wrap="square" lIns="182850" tIns="182850" rIns="182850" bIns="182850" anchor="ctr" anchorCtr="0">
              <a:noAutofit/>
            </a:bodyPr>
            <a:lstStyle/>
            <a:p>
              <a:pPr marL="0" lvl="0" indent="0" algn="l" rtl="0">
                <a:spcBef>
                  <a:spcPts val="0"/>
                </a:spcBef>
                <a:spcAft>
                  <a:spcPts val="0"/>
                </a:spcAft>
                <a:buNone/>
              </a:pPr>
              <a:endParaRPr sz="1200"/>
            </a:p>
          </p:txBody>
        </p:sp>
        <p:sp>
          <p:nvSpPr>
            <p:cNvPr id="2178" name="Google Shape;2178;p124"/>
            <p:cNvSpPr/>
            <p:nvPr/>
          </p:nvSpPr>
          <p:spPr>
            <a:xfrm>
              <a:off x="2953625" y="3159125"/>
              <a:ext cx="203575" cy="203575"/>
            </a:xfrm>
            <a:custGeom>
              <a:avLst/>
              <a:gdLst/>
              <a:ahLst/>
              <a:cxnLst/>
              <a:rect l="l" t="t" r="r" b="b"/>
              <a:pathLst>
                <a:path w="8143" h="8143" extrusionOk="0">
                  <a:moveTo>
                    <a:pt x="1701" y="0"/>
                  </a:moveTo>
                  <a:lnTo>
                    <a:pt x="1524" y="10"/>
                  </a:lnTo>
                  <a:lnTo>
                    <a:pt x="1357" y="30"/>
                  </a:lnTo>
                  <a:lnTo>
                    <a:pt x="1190" y="69"/>
                  </a:lnTo>
                  <a:lnTo>
                    <a:pt x="1043" y="128"/>
                  </a:lnTo>
                  <a:lnTo>
                    <a:pt x="2203" y="1298"/>
                  </a:lnTo>
                  <a:lnTo>
                    <a:pt x="1279" y="2222"/>
                  </a:lnTo>
                  <a:lnTo>
                    <a:pt x="128" y="1072"/>
                  </a:lnTo>
                  <a:lnTo>
                    <a:pt x="69" y="1219"/>
                  </a:lnTo>
                  <a:lnTo>
                    <a:pt x="40" y="1367"/>
                  </a:lnTo>
                  <a:lnTo>
                    <a:pt x="10" y="1524"/>
                  </a:lnTo>
                  <a:lnTo>
                    <a:pt x="0" y="1691"/>
                  </a:lnTo>
                  <a:lnTo>
                    <a:pt x="10" y="1859"/>
                  </a:lnTo>
                  <a:lnTo>
                    <a:pt x="40" y="2036"/>
                  </a:lnTo>
                  <a:lnTo>
                    <a:pt x="79" y="2193"/>
                  </a:lnTo>
                  <a:lnTo>
                    <a:pt x="138" y="2350"/>
                  </a:lnTo>
                  <a:lnTo>
                    <a:pt x="207" y="2498"/>
                  </a:lnTo>
                  <a:lnTo>
                    <a:pt x="295" y="2635"/>
                  </a:lnTo>
                  <a:lnTo>
                    <a:pt x="394" y="2763"/>
                  </a:lnTo>
                  <a:lnTo>
                    <a:pt x="502" y="2891"/>
                  </a:lnTo>
                  <a:lnTo>
                    <a:pt x="620" y="2999"/>
                  </a:lnTo>
                  <a:lnTo>
                    <a:pt x="748" y="3098"/>
                  </a:lnTo>
                  <a:lnTo>
                    <a:pt x="895" y="3176"/>
                  </a:lnTo>
                  <a:lnTo>
                    <a:pt x="1043" y="3255"/>
                  </a:lnTo>
                  <a:lnTo>
                    <a:pt x="1190" y="3304"/>
                  </a:lnTo>
                  <a:lnTo>
                    <a:pt x="1357" y="3353"/>
                  </a:lnTo>
                  <a:lnTo>
                    <a:pt x="1524" y="3373"/>
                  </a:lnTo>
                  <a:lnTo>
                    <a:pt x="1701" y="3383"/>
                  </a:lnTo>
                  <a:lnTo>
                    <a:pt x="1859" y="3373"/>
                  </a:lnTo>
                  <a:lnTo>
                    <a:pt x="2016" y="3353"/>
                  </a:lnTo>
                  <a:lnTo>
                    <a:pt x="2164" y="3314"/>
                  </a:lnTo>
                  <a:lnTo>
                    <a:pt x="2311" y="3275"/>
                  </a:lnTo>
                  <a:lnTo>
                    <a:pt x="4868" y="5831"/>
                  </a:lnTo>
                  <a:lnTo>
                    <a:pt x="4828" y="5979"/>
                  </a:lnTo>
                  <a:lnTo>
                    <a:pt x="4789" y="6126"/>
                  </a:lnTo>
                  <a:lnTo>
                    <a:pt x="4769" y="6284"/>
                  </a:lnTo>
                  <a:lnTo>
                    <a:pt x="4760" y="6441"/>
                  </a:lnTo>
                  <a:lnTo>
                    <a:pt x="4769" y="6618"/>
                  </a:lnTo>
                  <a:lnTo>
                    <a:pt x="4789" y="6785"/>
                  </a:lnTo>
                  <a:lnTo>
                    <a:pt x="4838" y="6952"/>
                  </a:lnTo>
                  <a:lnTo>
                    <a:pt x="4887" y="7100"/>
                  </a:lnTo>
                  <a:lnTo>
                    <a:pt x="4966" y="7247"/>
                  </a:lnTo>
                  <a:lnTo>
                    <a:pt x="5045" y="7395"/>
                  </a:lnTo>
                  <a:lnTo>
                    <a:pt x="5143" y="7523"/>
                  </a:lnTo>
                  <a:lnTo>
                    <a:pt x="5251" y="7641"/>
                  </a:lnTo>
                  <a:lnTo>
                    <a:pt x="5379" y="7749"/>
                  </a:lnTo>
                  <a:lnTo>
                    <a:pt x="5507" y="7847"/>
                  </a:lnTo>
                  <a:lnTo>
                    <a:pt x="5645" y="7936"/>
                  </a:lnTo>
                  <a:lnTo>
                    <a:pt x="5792" y="8004"/>
                  </a:lnTo>
                  <a:lnTo>
                    <a:pt x="5949" y="8063"/>
                  </a:lnTo>
                  <a:lnTo>
                    <a:pt x="6107" y="8103"/>
                  </a:lnTo>
                  <a:lnTo>
                    <a:pt x="6274" y="8132"/>
                  </a:lnTo>
                  <a:lnTo>
                    <a:pt x="6451" y="8142"/>
                  </a:lnTo>
                  <a:lnTo>
                    <a:pt x="6628" y="8132"/>
                  </a:lnTo>
                  <a:lnTo>
                    <a:pt x="6795" y="8103"/>
                  </a:lnTo>
                  <a:lnTo>
                    <a:pt x="6952" y="8063"/>
                  </a:lnTo>
                  <a:lnTo>
                    <a:pt x="7110" y="8004"/>
                  </a:lnTo>
                  <a:lnTo>
                    <a:pt x="5949" y="6844"/>
                  </a:lnTo>
                  <a:lnTo>
                    <a:pt x="6874" y="5920"/>
                  </a:lnTo>
                  <a:lnTo>
                    <a:pt x="8024" y="7070"/>
                  </a:lnTo>
                  <a:lnTo>
                    <a:pt x="8073" y="6923"/>
                  </a:lnTo>
                  <a:lnTo>
                    <a:pt x="8113" y="6765"/>
                  </a:lnTo>
                  <a:lnTo>
                    <a:pt x="8132" y="6608"/>
                  </a:lnTo>
                  <a:lnTo>
                    <a:pt x="8142" y="6441"/>
                  </a:lnTo>
                  <a:lnTo>
                    <a:pt x="8132" y="6274"/>
                  </a:lnTo>
                  <a:lnTo>
                    <a:pt x="8113" y="6107"/>
                  </a:lnTo>
                  <a:lnTo>
                    <a:pt x="8073" y="5939"/>
                  </a:lnTo>
                  <a:lnTo>
                    <a:pt x="8014" y="5782"/>
                  </a:lnTo>
                  <a:lnTo>
                    <a:pt x="7936" y="5635"/>
                  </a:lnTo>
                  <a:lnTo>
                    <a:pt x="7857" y="5497"/>
                  </a:lnTo>
                  <a:lnTo>
                    <a:pt x="7759" y="5369"/>
                  </a:lnTo>
                  <a:lnTo>
                    <a:pt x="7651" y="5251"/>
                  </a:lnTo>
                  <a:lnTo>
                    <a:pt x="7533" y="5133"/>
                  </a:lnTo>
                  <a:lnTo>
                    <a:pt x="7395" y="5045"/>
                  </a:lnTo>
                  <a:lnTo>
                    <a:pt x="7257" y="4956"/>
                  </a:lnTo>
                  <a:lnTo>
                    <a:pt x="7110" y="4887"/>
                  </a:lnTo>
                  <a:lnTo>
                    <a:pt x="6952" y="4828"/>
                  </a:lnTo>
                  <a:lnTo>
                    <a:pt x="6795" y="4789"/>
                  </a:lnTo>
                  <a:lnTo>
                    <a:pt x="6628" y="4759"/>
                  </a:lnTo>
                  <a:lnTo>
                    <a:pt x="6451" y="4750"/>
                  </a:lnTo>
                  <a:lnTo>
                    <a:pt x="6294" y="4759"/>
                  </a:lnTo>
                  <a:lnTo>
                    <a:pt x="6136" y="4779"/>
                  </a:lnTo>
                  <a:lnTo>
                    <a:pt x="5979" y="4818"/>
                  </a:lnTo>
                  <a:lnTo>
                    <a:pt x="5831" y="4868"/>
                  </a:lnTo>
                  <a:lnTo>
                    <a:pt x="3275" y="2311"/>
                  </a:lnTo>
                  <a:lnTo>
                    <a:pt x="3324" y="2163"/>
                  </a:lnTo>
                  <a:lnTo>
                    <a:pt x="3363" y="2006"/>
                  </a:lnTo>
                  <a:lnTo>
                    <a:pt x="3383" y="1849"/>
                  </a:lnTo>
                  <a:lnTo>
                    <a:pt x="3393" y="1691"/>
                  </a:lnTo>
                  <a:lnTo>
                    <a:pt x="3383" y="1514"/>
                  </a:lnTo>
                  <a:lnTo>
                    <a:pt x="3353" y="1347"/>
                  </a:lnTo>
                  <a:lnTo>
                    <a:pt x="3314" y="1190"/>
                  </a:lnTo>
                  <a:lnTo>
                    <a:pt x="3255" y="1033"/>
                  </a:lnTo>
                  <a:lnTo>
                    <a:pt x="3186" y="885"/>
                  </a:lnTo>
                  <a:lnTo>
                    <a:pt x="3098" y="747"/>
                  </a:lnTo>
                  <a:lnTo>
                    <a:pt x="3009" y="610"/>
                  </a:lnTo>
                  <a:lnTo>
                    <a:pt x="2891" y="492"/>
                  </a:lnTo>
                  <a:lnTo>
                    <a:pt x="2773" y="384"/>
                  </a:lnTo>
                  <a:lnTo>
                    <a:pt x="2645" y="285"/>
                  </a:lnTo>
                  <a:lnTo>
                    <a:pt x="2508" y="197"/>
                  </a:lnTo>
                  <a:lnTo>
                    <a:pt x="2360" y="128"/>
                  </a:lnTo>
                  <a:lnTo>
                    <a:pt x="2203" y="69"/>
                  </a:lnTo>
                  <a:lnTo>
                    <a:pt x="2036" y="30"/>
                  </a:lnTo>
                  <a:lnTo>
                    <a:pt x="1869" y="10"/>
                  </a:lnTo>
                  <a:lnTo>
                    <a:pt x="1701" y="0"/>
                  </a:lnTo>
                  <a:close/>
                </a:path>
              </a:pathLst>
            </a:custGeom>
            <a:solidFill>
              <a:schemeClr val="accent5"/>
            </a:solidFill>
            <a:ln>
              <a:noFill/>
            </a:ln>
          </p:spPr>
          <p:txBody>
            <a:bodyPr spcFirstLastPara="1" wrap="square" lIns="182850" tIns="182850" rIns="182850" bIns="182850" anchor="ctr" anchorCtr="0">
              <a:noAutofit/>
            </a:bodyPr>
            <a:lstStyle/>
            <a:p>
              <a:pPr marL="0" lvl="0" indent="0" algn="l" rtl="0">
                <a:spcBef>
                  <a:spcPts val="0"/>
                </a:spcBef>
                <a:spcAft>
                  <a:spcPts val="0"/>
                </a:spcAft>
                <a:buNone/>
              </a:pPr>
              <a:endParaRPr sz="1200"/>
            </a:p>
          </p:txBody>
        </p:sp>
      </p:grpSp>
      <p:sp>
        <p:nvSpPr>
          <p:cNvPr id="2179" name="Google Shape;2179;p124"/>
          <p:cNvSpPr txBox="1"/>
          <p:nvPr/>
        </p:nvSpPr>
        <p:spPr>
          <a:xfrm>
            <a:off x="4568021" y="3835056"/>
            <a:ext cx="1620300" cy="431100"/>
          </a:xfrm>
          <a:prstGeom prst="rect">
            <a:avLst/>
          </a:prstGeom>
          <a:noFill/>
          <a:ln>
            <a:noFill/>
          </a:ln>
        </p:spPr>
        <p:txBody>
          <a:bodyPr spcFirstLastPara="1" wrap="square" lIns="0" tIns="0" rIns="0" bIns="0" anchor="t" anchorCtr="0">
            <a:spAutoFit/>
          </a:bodyPr>
          <a:lstStyle/>
          <a:p>
            <a:pPr marL="0" lvl="0" indent="0" algn="ctr" rtl="0">
              <a:spcBef>
                <a:spcPts val="0"/>
              </a:spcBef>
              <a:spcAft>
                <a:spcPts val="0"/>
              </a:spcAft>
              <a:buNone/>
            </a:pPr>
            <a:r>
              <a:rPr lang="en">
                <a:solidFill>
                  <a:schemeClr val="dk2"/>
                </a:solidFill>
                <a:latin typeface="IBM Plex Sans"/>
                <a:ea typeface="IBM Plex Sans"/>
                <a:cs typeface="IBM Plex Sans"/>
                <a:sym typeface="IBM Plex Sans"/>
              </a:rPr>
              <a:t>Transparency </a:t>
            </a:r>
            <a:br>
              <a:rPr lang="en">
                <a:solidFill>
                  <a:schemeClr val="dk2"/>
                </a:solidFill>
                <a:latin typeface="IBM Plex Sans"/>
                <a:ea typeface="IBM Plex Sans"/>
                <a:cs typeface="IBM Plex Sans"/>
                <a:sym typeface="IBM Plex Sans"/>
              </a:rPr>
            </a:br>
            <a:r>
              <a:rPr lang="en">
                <a:solidFill>
                  <a:schemeClr val="dk2"/>
                </a:solidFill>
                <a:latin typeface="IBM Plex Sans"/>
                <a:ea typeface="IBM Plex Sans"/>
                <a:cs typeface="IBM Plex Sans"/>
                <a:sym typeface="IBM Plex Sans"/>
              </a:rPr>
              <a:t>of status</a:t>
            </a:r>
            <a:endParaRPr>
              <a:solidFill>
                <a:schemeClr val="dk2"/>
              </a:solidFill>
              <a:latin typeface="IBM Plex Sans"/>
              <a:ea typeface="IBM Plex Sans"/>
              <a:cs typeface="IBM Plex Sans"/>
              <a:sym typeface="IBM Plex Sans"/>
            </a:endParaRPr>
          </a:p>
        </p:txBody>
      </p:sp>
      <p:grpSp>
        <p:nvGrpSpPr>
          <p:cNvPr id="2180" name="Google Shape;2180;p124"/>
          <p:cNvGrpSpPr/>
          <p:nvPr/>
        </p:nvGrpSpPr>
        <p:grpSpPr>
          <a:xfrm>
            <a:off x="5005877" y="3086765"/>
            <a:ext cx="676644" cy="669857"/>
            <a:chOff x="1101675" y="2244000"/>
            <a:chExt cx="378775" cy="378750"/>
          </a:xfrm>
        </p:grpSpPr>
        <p:sp>
          <p:nvSpPr>
            <p:cNvPr id="2181" name="Google Shape;2181;p124"/>
            <p:cNvSpPr/>
            <p:nvPr/>
          </p:nvSpPr>
          <p:spPr>
            <a:xfrm>
              <a:off x="1101675" y="2244000"/>
              <a:ext cx="378775" cy="378750"/>
            </a:xfrm>
            <a:custGeom>
              <a:avLst/>
              <a:gdLst/>
              <a:ahLst/>
              <a:cxnLst/>
              <a:rect l="l" t="t" r="r" b="b"/>
              <a:pathLst>
                <a:path w="15151" h="15150" extrusionOk="0">
                  <a:moveTo>
                    <a:pt x="6438" y="1144"/>
                  </a:moveTo>
                  <a:lnTo>
                    <a:pt x="6709" y="1156"/>
                  </a:lnTo>
                  <a:lnTo>
                    <a:pt x="6980" y="1168"/>
                  </a:lnTo>
                  <a:lnTo>
                    <a:pt x="7251" y="1203"/>
                  </a:lnTo>
                  <a:lnTo>
                    <a:pt x="7511" y="1250"/>
                  </a:lnTo>
                  <a:lnTo>
                    <a:pt x="7770" y="1309"/>
                  </a:lnTo>
                  <a:lnTo>
                    <a:pt x="8018" y="1380"/>
                  </a:lnTo>
                  <a:lnTo>
                    <a:pt x="8265" y="1463"/>
                  </a:lnTo>
                  <a:lnTo>
                    <a:pt x="8501" y="1557"/>
                  </a:lnTo>
                  <a:lnTo>
                    <a:pt x="8737" y="1663"/>
                  </a:lnTo>
                  <a:lnTo>
                    <a:pt x="8972" y="1781"/>
                  </a:lnTo>
                  <a:lnTo>
                    <a:pt x="9196" y="1911"/>
                  </a:lnTo>
                  <a:lnTo>
                    <a:pt x="9409" y="2052"/>
                  </a:lnTo>
                  <a:lnTo>
                    <a:pt x="9609" y="2194"/>
                  </a:lnTo>
                  <a:lnTo>
                    <a:pt x="9809" y="2359"/>
                  </a:lnTo>
                  <a:lnTo>
                    <a:pt x="10010" y="2524"/>
                  </a:lnTo>
                  <a:lnTo>
                    <a:pt x="10187" y="2701"/>
                  </a:lnTo>
                  <a:lnTo>
                    <a:pt x="10364" y="2877"/>
                  </a:lnTo>
                  <a:lnTo>
                    <a:pt x="10529" y="3078"/>
                  </a:lnTo>
                  <a:lnTo>
                    <a:pt x="10694" y="3278"/>
                  </a:lnTo>
                  <a:lnTo>
                    <a:pt x="10835" y="3479"/>
                  </a:lnTo>
                  <a:lnTo>
                    <a:pt x="10977" y="3703"/>
                  </a:lnTo>
                  <a:lnTo>
                    <a:pt x="11106" y="3915"/>
                  </a:lnTo>
                  <a:lnTo>
                    <a:pt x="11224" y="4151"/>
                  </a:lnTo>
                  <a:lnTo>
                    <a:pt x="11330" y="4386"/>
                  </a:lnTo>
                  <a:lnTo>
                    <a:pt x="11425" y="4622"/>
                  </a:lnTo>
                  <a:lnTo>
                    <a:pt x="11507" y="4870"/>
                  </a:lnTo>
                  <a:lnTo>
                    <a:pt x="11578" y="5117"/>
                  </a:lnTo>
                  <a:lnTo>
                    <a:pt x="11637" y="5377"/>
                  </a:lnTo>
                  <a:lnTo>
                    <a:pt x="11684" y="5636"/>
                  </a:lnTo>
                  <a:lnTo>
                    <a:pt x="11719" y="5907"/>
                  </a:lnTo>
                  <a:lnTo>
                    <a:pt x="11743" y="6178"/>
                  </a:lnTo>
                  <a:lnTo>
                    <a:pt x="11743" y="6450"/>
                  </a:lnTo>
                  <a:lnTo>
                    <a:pt x="11743" y="6721"/>
                  </a:lnTo>
                  <a:lnTo>
                    <a:pt x="11719" y="6992"/>
                  </a:lnTo>
                  <a:lnTo>
                    <a:pt x="11684" y="7251"/>
                  </a:lnTo>
                  <a:lnTo>
                    <a:pt x="11637" y="7522"/>
                  </a:lnTo>
                  <a:lnTo>
                    <a:pt x="11578" y="7770"/>
                  </a:lnTo>
                  <a:lnTo>
                    <a:pt x="11507" y="8029"/>
                  </a:lnTo>
                  <a:lnTo>
                    <a:pt x="11425" y="8277"/>
                  </a:lnTo>
                  <a:lnTo>
                    <a:pt x="11330" y="8513"/>
                  </a:lnTo>
                  <a:lnTo>
                    <a:pt x="11224" y="8748"/>
                  </a:lnTo>
                  <a:lnTo>
                    <a:pt x="11106" y="8972"/>
                  </a:lnTo>
                  <a:lnTo>
                    <a:pt x="10977" y="9196"/>
                  </a:lnTo>
                  <a:lnTo>
                    <a:pt x="10835" y="9409"/>
                  </a:lnTo>
                  <a:lnTo>
                    <a:pt x="10694" y="9621"/>
                  </a:lnTo>
                  <a:lnTo>
                    <a:pt x="10529" y="9821"/>
                  </a:lnTo>
                  <a:lnTo>
                    <a:pt x="10364" y="10010"/>
                  </a:lnTo>
                  <a:lnTo>
                    <a:pt x="10187" y="10198"/>
                  </a:lnTo>
                  <a:lnTo>
                    <a:pt x="10010" y="10375"/>
                  </a:lnTo>
                  <a:lnTo>
                    <a:pt x="9809" y="10540"/>
                  </a:lnTo>
                  <a:lnTo>
                    <a:pt x="9609" y="10694"/>
                  </a:lnTo>
                  <a:lnTo>
                    <a:pt x="9409" y="10847"/>
                  </a:lnTo>
                  <a:lnTo>
                    <a:pt x="9196" y="10988"/>
                  </a:lnTo>
                  <a:lnTo>
                    <a:pt x="8972" y="11106"/>
                  </a:lnTo>
                  <a:lnTo>
                    <a:pt x="8737" y="11224"/>
                  </a:lnTo>
                  <a:lnTo>
                    <a:pt x="8501" y="11330"/>
                  </a:lnTo>
                  <a:lnTo>
                    <a:pt x="8265" y="11425"/>
                  </a:lnTo>
                  <a:lnTo>
                    <a:pt x="8018" y="11507"/>
                  </a:lnTo>
                  <a:lnTo>
                    <a:pt x="7770" y="11590"/>
                  </a:lnTo>
                  <a:lnTo>
                    <a:pt x="7511" y="11649"/>
                  </a:lnTo>
                  <a:lnTo>
                    <a:pt x="7251" y="11684"/>
                  </a:lnTo>
                  <a:lnTo>
                    <a:pt x="6980" y="11719"/>
                  </a:lnTo>
                  <a:lnTo>
                    <a:pt x="6709" y="11743"/>
                  </a:lnTo>
                  <a:lnTo>
                    <a:pt x="6438" y="11755"/>
                  </a:lnTo>
                  <a:lnTo>
                    <a:pt x="6167" y="11743"/>
                  </a:lnTo>
                  <a:lnTo>
                    <a:pt x="5895" y="11719"/>
                  </a:lnTo>
                  <a:lnTo>
                    <a:pt x="5636" y="11684"/>
                  </a:lnTo>
                  <a:lnTo>
                    <a:pt x="5377" y="11649"/>
                  </a:lnTo>
                  <a:lnTo>
                    <a:pt x="5117" y="11590"/>
                  </a:lnTo>
                  <a:lnTo>
                    <a:pt x="4870" y="11507"/>
                  </a:lnTo>
                  <a:lnTo>
                    <a:pt x="4622" y="11425"/>
                  </a:lnTo>
                  <a:lnTo>
                    <a:pt x="4375" y="11330"/>
                  </a:lnTo>
                  <a:lnTo>
                    <a:pt x="4139" y="11224"/>
                  </a:lnTo>
                  <a:lnTo>
                    <a:pt x="3915" y="11106"/>
                  </a:lnTo>
                  <a:lnTo>
                    <a:pt x="3691" y="10988"/>
                  </a:lnTo>
                  <a:lnTo>
                    <a:pt x="3479" y="10847"/>
                  </a:lnTo>
                  <a:lnTo>
                    <a:pt x="3266" y="10694"/>
                  </a:lnTo>
                  <a:lnTo>
                    <a:pt x="3066" y="10540"/>
                  </a:lnTo>
                  <a:lnTo>
                    <a:pt x="2877" y="10375"/>
                  </a:lnTo>
                  <a:lnTo>
                    <a:pt x="2689" y="10198"/>
                  </a:lnTo>
                  <a:lnTo>
                    <a:pt x="2512" y="10010"/>
                  </a:lnTo>
                  <a:lnTo>
                    <a:pt x="2347" y="9821"/>
                  </a:lnTo>
                  <a:lnTo>
                    <a:pt x="2194" y="9621"/>
                  </a:lnTo>
                  <a:lnTo>
                    <a:pt x="2040" y="9409"/>
                  </a:lnTo>
                  <a:lnTo>
                    <a:pt x="1911" y="9196"/>
                  </a:lnTo>
                  <a:lnTo>
                    <a:pt x="1781" y="8972"/>
                  </a:lnTo>
                  <a:lnTo>
                    <a:pt x="1663" y="8748"/>
                  </a:lnTo>
                  <a:lnTo>
                    <a:pt x="1557" y="8513"/>
                  </a:lnTo>
                  <a:lnTo>
                    <a:pt x="1463" y="8277"/>
                  </a:lnTo>
                  <a:lnTo>
                    <a:pt x="1380" y="8029"/>
                  </a:lnTo>
                  <a:lnTo>
                    <a:pt x="1309" y="7770"/>
                  </a:lnTo>
                  <a:lnTo>
                    <a:pt x="1250" y="7522"/>
                  </a:lnTo>
                  <a:lnTo>
                    <a:pt x="1203" y="7251"/>
                  </a:lnTo>
                  <a:lnTo>
                    <a:pt x="1168" y="6992"/>
                  </a:lnTo>
                  <a:lnTo>
                    <a:pt x="1144" y="6721"/>
                  </a:lnTo>
                  <a:lnTo>
                    <a:pt x="1144" y="6450"/>
                  </a:lnTo>
                  <a:lnTo>
                    <a:pt x="1144" y="6178"/>
                  </a:lnTo>
                  <a:lnTo>
                    <a:pt x="1168" y="5907"/>
                  </a:lnTo>
                  <a:lnTo>
                    <a:pt x="1203" y="5636"/>
                  </a:lnTo>
                  <a:lnTo>
                    <a:pt x="1250" y="5377"/>
                  </a:lnTo>
                  <a:lnTo>
                    <a:pt x="1309" y="5117"/>
                  </a:lnTo>
                  <a:lnTo>
                    <a:pt x="1380" y="4870"/>
                  </a:lnTo>
                  <a:lnTo>
                    <a:pt x="1463" y="4622"/>
                  </a:lnTo>
                  <a:lnTo>
                    <a:pt x="1557" y="4386"/>
                  </a:lnTo>
                  <a:lnTo>
                    <a:pt x="1663" y="4151"/>
                  </a:lnTo>
                  <a:lnTo>
                    <a:pt x="1781" y="3915"/>
                  </a:lnTo>
                  <a:lnTo>
                    <a:pt x="1911" y="3703"/>
                  </a:lnTo>
                  <a:lnTo>
                    <a:pt x="2040" y="3479"/>
                  </a:lnTo>
                  <a:lnTo>
                    <a:pt x="2194" y="3278"/>
                  </a:lnTo>
                  <a:lnTo>
                    <a:pt x="2347" y="3078"/>
                  </a:lnTo>
                  <a:lnTo>
                    <a:pt x="2512" y="2877"/>
                  </a:lnTo>
                  <a:lnTo>
                    <a:pt x="2689" y="2701"/>
                  </a:lnTo>
                  <a:lnTo>
                    <a:pt x="2877" y="2524"/>
                  </a:lnTo>
                  <a:lnTo>
                    <a:pt x="3066" y="2359"/>
                  </a:lnTo>
                  <a:lnTo>
                    <a:pt x="3266" y="2194"/>
                  </a:lnTo>
                  <a:lnTo>
                    <a:pt x="3479" y="2052"/>
                  </a:lnTo>
                  <a:lnTo>
                    <a:pt x="3691" y="1911"/>
                  </a:lnTo>
                  <a:lnTo>
                    <a:pt x="3915" y="1781"/>
                  </a:lnTo>
                  <a:lnTo>
                    <a:pt x="4139" y="1663"/>
                  </a:lnTo>
                  <a:lnTo>
                    <a:pt x="4375" y="1557"/>
                  </a:lnTo>
                  <a:lnTo>
                    <a:pt x="4622" y="1463"/>
                  </a:lnTo>
                  <a:lnTo>
                    <a:pt x="4870" y="1380"/>
                  </a:lnTo>
                  <a:lnTo>
                    <a:pt x="5117" y="1309"/>
                  </a:lnTo>
                  <a:lnTo>
                    <a:pt x="5377" y="1250"/>
                  </a:lnTo>
                  <a:lnTo>
                    <a:pt x="5636" y="1203"/>
                  </a:lnTo>
                  <a:lnTo>
                    <a:pt x="5895" y="1168"/>
                  </a:lnTo>
                  <a:lnTo>
                    <a:pt x="6167" y="1156"/>
                  </a:lnTo>
                  <a:lnTo>
                    <a:pt x="6438" y="1144"/>
                  </a:lnTo>
                  <a:close/>
                  <a:moveTo>
                    <a:pt x="6438" y="1"/>
                  </a:moveTo>
                  <a:lnTo>
                    <a:pt x="6119" y="13"/>
                  </a:lnTo>
                  <a:lnTo>
                    <a:pt x="5801" y="36"/>
                  </a:lnTo>
                  <a:lnTo>
                    <a:pt x="5483" y="72"/>
                  </a:lnTo>
                  <a:lnTo>
                    <a:pt x="5176" y="131"/>
                  </a:lnTo>
                  <a:lnTo>
                    <a:pt x="4870" y="201"/>
                  </a:lnTo>
                  <a:lnTo>
                    <a:pt x="4563" y="284"/>
                  </a:lnTo>
                  <a:lnTo>
                    <a:pt x="4269" y="378"/>
                  </a:lnTo>
                  <a:lnTo>
                    <a:pt x="3974" y="496"/>
                  </a:lnTo>
                  <a:lnTo>
                    <a:pt x="3691" y="614"/>
                  </a:lnTo>
                  <a:lnTo>
                    <a:pt x="3408" y="755"/>
                  </a:lnTo>
                  <a:lnTo>
                    <a:pt x="3137" y="920"/>
                  </a:lnTo>
                  <a:lnTo>
                    <a:pt x="2866" y="1085"/>
                  </a:lnTo>
                  <a:lnTo>
                    <a:pt x="2606" y="1262"/>
                  </a:lnTo>
                  <a:lnTo>
                    <a:pt x="2359" y="1463"/>
                  </a:lnTo>
                  <a:lnTo>
                    <a:pt x="2123" y="1675"/>
                  </a:lnTo>
                  <a:lnTo>
                    <a:pt x="1887" y="1887"/>
                  </a:lnTo>
                  <a:lnTo>
                    <a:pt x="1663" y="2123"/>
                  </a:lnTo>
                  <a:lnTo>
                    <a:pt x="1451" y="2370"/>
                  </a:lnTo>
                  <a:lnTo>
                    <a:pt x="1262" y="2618"/>
                  </a:lnTo>
                  <a:lnTo>
                    <a:pt x="1074" y="2877"/>
                  </a:lnTo>
                  <a:lnTo>
                    <a:pt x="909" y="3137"/>
                  </a:lnTo>
                  <a:lnTo>
                    <a:pt x="755" y="3420"/>
                  </a:lnTo>
                  <a:lnTo>
                    <a:pt x="614" y="3691"/>
                  </a:lnTo>
                  <a:lnTo>
                    <a:pt x="484" y="3986"/>
                  </a:lnTo>
                  <a:lnTo>
                    <a:pt x="378" y="4269"/>
                  </a:lnTo>
                  <a:lnTo>
                    <a:pt x="272" y="4575"/>
                  </a:lnTo>
                  <a:lnTo>
                    <a:pt x="189" y="4870"/>
                  </a:lnTo>
                  <a:lnTo>
                    <a:pt x="119" y="5176"/>
                  </a:lnTo>
                  <a:lnTo>
                    <a:pt x="72" y="5495"/>
                  </a:lnTo>
                  <a:lnTo>
                    <a:pt x="24" y="5813"/>
                  </a:lnTo>
                  <a:lnTo>
                    <a:pt x="1" y="6131"/>
                  </a:lnTo>
                  <a:lnTo>
                    <a:pt x="1" y="6450"/>
                  </a:lnTo>
                  <a:lnTo>
                    <a:pt x="1" y="6768"/>
                  </a:lnTo>
                  <a:lnTo>
                    <a:pt x="24" y="7086"/>
                  </a:lnTo>
                  <a:lnTo>
                    <a:pt x="72" y="7404"/>
                  </a:lnTo>
                  <a:lnTo>
                    <a:pt x="119" y="7711"/>
                  </a:lnTo>
                  <a:lnTo>
                    <a:pt x="189" y="8017"/>
                  </a:lnTo>
                  <a:lnTo>
                    <a:pt x="272" y="8324"/>
                  </a:lnTo>
                  <a:lnTo>
                    <a:pt x="378" y="8619"/>
                  </a:lnTo>
                  <a:lnTo>
                    <a:pt x="484" y="8913"/>
                  </a:lnTo>
                  <a:lnTo>
                    <a:pt x="614" y="9196"/>
                  </a:lnTo>
                  <a:lnTo>
                    <a:pt x="755" y="9479"/>
                  </a:lnTo>
                  <a:lnTo>
                    <a:pt x="909" y="9750"/>
                  </a:lnTo>
                  <a:lnTo>
                    <a:pt x="1074" y="10022"/>
                  </a:lnTo>
                  <a:lnTo>
                    <a:pt x="1262" y="10281"/>
                  </a:lnTo>
                  <a:lnTo>
                    <a:pt x="1451" y="10529"/>
                  </a:lnTo>
                  <a:lnTo>
                    <a:pt x="1663" y="10776"/>
                  </a:lnTo>
                  <a:lnTo>
                    <a:pt x="1887" y="11000"/>
                  </a:lnTo>
                  <a:lnTo>
                    <a:pt x="2123" y="11224"/>
                  </a:lnTo>
                  <a:lnTo>
                    <a:pt x="2359" y="11436"/>
                  </a:lnTo>
                  <a:lnTo>
                    <a:pt x="2606" y="11625"/>
                  </a:lnTo>
                  <a:lnTo>
                    <a:pt x="2866" y="11814"/>
                  </a:lnTo>
                  <a:lnTo>
                    <a:pt x="3137" y="11979"/>
                  </a:lnTo>
                  <a:lnTo>
                    <a:pt x="3408" y="12132"/>
                  </a:lnTo>
                  <a:lnTo>
                    <a:pt x="3691" y="12273"/>
                  </a:lnTo>
                  <a:lnTo>
                    <a:pt x="3974" y="12403"/>
                  </a:lnTo>
                  <a:lnTo>
                    <a:pt x="4269" y="12521"/>
                  </a:lnTo>
                  <a:lnTo>
                    <a:pt x="4563" y="12615"/>
                  </a:lnTo>
                  <a:lnTo>
                    <a:pt x="4870" y="12698"/>
                  </a:lnTo>
                  <a:lnTo>
                    <a:pt x="5176" y="12769"/>
                  </a:lnTo>
                  <a:lnTo>
                    <a:pt x="5483" y="12827"/>
                  </a:lnTo>
                  <a:lnTo>
                    <a:pt x="5801" y="12863"/>
                  </a:lnTo>
                  <a:lnTo>
                    <a:pt x="6119" y="12886"/>
                  </a:lnTo>
                  <a:lnTo>
                    <a:pt x="6685" y="12886"/>
                  </a:lnTo>
                  <a:lnTo>
                    <a:pt x="6933" y="12875"/>
                  </a:lnTo>
                  <a:lnTo>
                    <a:pt x="7180" y="12851"/>
                  </a:lnTo>
                  <a:lnTo>
                    <a:pt x="7428" y="12816"/>
                  </a:lnTo>
                  <a:lnTo>
                    <a:pt x="7676" y="12780"/>
                  </a:lnTo>
                  <a:lnTo>
                    <a:pt x="7911" y="12721"/>
                  </a:lnTo>
                  <a:lnTo>
                    <a:pt x="8147" y="12662"/>
                  </a:lnTo>
                  <a:lnTo>
                    <a:pt x="8383" y="12592"/>
                  </a:lnTo>
                  <a:lnTo>
                    <a:pt x="8607" y="12521"/>
                  </a:lnTo>
                  <a:lnTo>
                    <a:pt x="8843" y="12438"/>
                  </a:lnTo>
                  <a:lnTo>
                    <a:pt x="9055" y="12344"/>
                  </a:lnTo>
                  <a:lnTo>
                    <a:pt x="9279" y="12238"/>
                  </a:lnTo>
                  <a:lnTo>
                    <a:pt x="9491" y="12120"/>
                  </a:lnTo>
                  <a:lnTo>
                    <a:pt x="9703" y="12002"/>
                  </a:lnTo>
                  <a:lnTo>
                    <a:pt x="9916" y="11873"/>
                  </a:lnTo>
                  <a:lnTo>
                    <a:pt x="10116" y="11743"/>
                  </a:lnTo>
                  <a:lnTo>
                    <a:pt x="13535" y="15150"/>
                  </a:lnTo>
                  <a:lnTo>
                    <a:pt x="15150" y="13535"/>
                  </a:lnTo>
                  <a:lnTo>
                    <a:pt x="11731" y="10128"/>
                  </a:lnTo>
                  <a:lnTo>
                    <a:pt x="11873" y="9927"/>
                  </a:lnTo>
                  <a:lnTo>
                    <a:pt x="12002" y="9715"/>
                  </a:lnTo>
                  <a:lnTo>
                    <a:pt x="12120" y="9503"/>
                  </a:lnTo>
                  <a:lnTo>
                    <a:pt x="12226" y="9291"/>
                  </a:lnTo>
                  <a:lnTo>
                    <a:pt x="12332" y="9067"/>
                  </a:lnTo>
                  <a:lnTo>
                    <a:pt x="12427" y="8843"/>
                  </a:lnTo>
                  <a:lnTo>
                    <a:pt x="12509" y="8619"/>
                  </a:lnTo>
                  <a:lnTo>
                    <a:pt x="12592" y="8383"/>
                  </a:lnTo>
                  <a:lnTo>
                    <a:pt x="12663" y="8147"/>
                  </a:lnTo>
                  <a:lnTo>
                    <a:pt x="12721" y="7911"/>
                  </a:lnTo>
                  <a:lnTo>
                    <a:pt x="12769" y="7676"/>
                  </a:lnTo>
                  <a:lnTo>
                    <a:pt x="12816" y="7440"/>
                  </a:lnTo>
                  <a:lnTo>
                    <a:pt x="12839" y="7192"/>
                  </a:lnTo>
                  <a:lnTo>
                    <a:pt x="12863" y="6945"/>
                  </a:lnTo>
                  <a:lnTo>
                    <a:pt x="12875" y="6697"/>
                  </a:lnTo>
                  <a:lnTo>
                    <a:pt x="12887" y="6450"/>
                  </a:lnTo>
                  <a:lnTo>
                    <a:pt x="12875" y="6131"/>
                  </a:lnTo>
                  <a:lnTo>
                    <a:pt x="12851" y="5813"/>
                  </a:lnTo>
                  <a:lnTo>
                    <a:pt x="12816" y="5495"/>
                  </a:lnTo>
                  <a:lnTo>
                    <a:pt x="12757" y="5176"/>
                  </a:lnTo>
                  <a:lnTo>
                    <a:pt x="12698" y="4870"/>
                  </a:lnTo>
                  <a:lnTo>
                    <a:pt x="12604" y="4575"/>
                  </a:lnTo>
                  <a:lnTo>
                    <a:pt x="12509" y="4269"/>
                  </a:lnTo>
                  <a:lnTo>
                    <a:pt x="12403" y="3986"/>
                  </a:lnTo>
                  <a:lnTo>
                    <a:pt x="12273" y="3691"/>
                  </a:lnTo>
                  <a:lnTo>
                    <a:pt x="12132" y="3420"/>
                  </a:lnTo>
                  <a:lnTo>
                    <a:pt x="11979" y="3137"/>
                  </a:lnTo>
                  <a:lnTo>
                    <a:pt x="11802" y="2877"/>
                  </a:lnTo>
                  <a:lnTo>
                    <a:pt x="11625" y="2618"/>
                  </a:lnTo>
                  <a:lnTo>
                    <a:pt x="11425" y="2370"/>
                  </a:lnTo>
                  <a:lnTo>
                    <a:pt x="11224" y="2123"/>
                  </a:lnTo>
                  <a:lnTo>
                    <a:pt x="11000" y="1887"/>
                  </a:lnTo>
                  <a:lnTo>
                    <a:pt x="10764" y="1675"/>
                  </a:lnTo>
                  <a:lnTo>
                    <a:pt x="10529" y="1463"/>
                  </a:lnTo>
                  <a:lnTo>
                    <a:pt x="10269" y="1262"/>
                  </a:lnTo>
                  <a:lnTo>
                    <a:pt x="10010" y="1085"/>
                  </a:lnTo>
                  <a:lnTo>
                    <a:pt x="9751" y="920"/>
                  </a:lnTo>
                  <a:lnTo>
                    <a:pt x="9479" y="755"/>
                  </a:lnTo>
                  <a:lnTo>
                    <a:pt x="9196" y="614"/>
                  </a:lnTo>
                  <a:lnTo>
                    <a:pt x="8914" y="496"/>
                  </a:lnTo>
                  <a:lnTo>
                    <a:pt x="8619" y="378"/>
                  </a:lnTo>
                  <a:lnTo>
                    <a:pt x="8324" y="284"/>
                  </a:lnTo>
                  <a:lnTo>
                    <a:pt x="8018" y="201"/>
                  </a:lnTo>
                  <a:lnTo>
                    <a:pt x="7711" y="131"/>
                  </a:lnTo>
                  <a:lnTo>
                    <a:pt x="7393" y="72"/>
                  </a:lnTo>
                  <a:lnTo>
                    <a:pt x="7086" y="36"/>
                  </a:lnTo>
                  <a:lnTo>
                    <a:pt x="6768" y="13"/>
                  </a:lnTo>
                  <a:lnTo>
                    <a:pt x="6438" y="1"/>
                  </a:lnTo>
                  <a:close/>
                </a:path>
              </a:pathLst>
            </a:custGeom>
            <a:solidFill>
              <a:srgbClr val="BBBCBC"/>
            </a:solidFill>
            <a:ln>
              <a:noFill/>
            </a:ln>
          </p:spPr>
          <p:txBody>
            <a:bodyPr spcFirstLastPara="1" wrap="square" lIns="182850" tIns="182850" rIns="182850" bIns="182850" anchor="ctr" anchorCtr="0">
              <a:noAutofit/>
            </a:bodyPr>
            <a:lstStyle/>
            <a:p>
              <a:pPr marL="0" lvl="0" indent="0" algn="l" rtl="0">
                <a:spcBef>
                  <a:spcPts val="0"/>
                </a:spcBef>
                <a:spcAft>
                  <a:spcPts val="0"/>
                </a:spcAft>
                <a:buNone/>
              </a:pPr>
              <a:endParaRPr sz="1200"/>
            </a:p>
          </p:txBody>
        </p:sp>
        <p:sp>
          <p:nvSpPr>
            <p:cNvPr id="2182" name="Google Shape;2182;p124"/>
            <p:cNvSpPr/>
            <p:nvPr/>
          </p:nvSpPr>
          <p:spPr>
            <a:xfrm>
              <a:off x="1160625" y="2356000"/>
              <a:ext cx="204275" cy="98175"/>
            </a:xfrm>
            <a:custGeom>
              <a:avLst/>
              <a:gdLst/>
              <a:ahLst/>
              <a:cxnLst/>
              <a:rect l="l" t="t" r="r" b="b"/>
              <a:pathLst>
                <a:path w="8171" h="3927" extrusionOk="0">
                  <a:moveTo>
                    <a:pt x="3962" y="1144"/>
                  </a:moveTo>
                  <a:lnTo>
                    <a:pt x="3820" y="1180"/>
                  </a:lnTo>
                  <a:lnTo>
                    <a:pt x="3679" y="1239"/>
                  </a:lnTo>
                  <a:lnTo>
                    <a:pt x="3561" y="1321"/>
                  </a:lnTo>
                  <a:lnTo>
                    <a:pt x="3455" y="1427"/>
                  </a:lnTo>
                  <a:lnTo>
                    <a:pt x="3372" y="1545"/>
                  </a:lnTo>
                  <a:lnTo>
                    <a:pt x="3313" y="1675"/>
                  </a:lnTo>
                  <a:lnTo>
                    <a:pt x="3266" y="1816"/>
                  </a:lnTo>
                  <a:lnTo>
                    <a:pt x="3254" y="1887"/>
                  </a:lnTo>
                  <a:lnTo>
                    <a:pt x="3254" y="1970"/>
                  </a:lnTo>
                  <a:lnTo>
                    <a:pt x="3254" y="2040"/>
                  </a:lnTo>
                  <a:lnTo>
                    <a:pt x="3266" y="2123"/>
                  </a:lnTo>
                  <a:lnTo>
                    <a:pt x="3313" y="2264"/>
                  </a:lnTo>
                  <a:lnTo>
                    <a:pt x="3372" y="2394"/>
                  </a:lnTo>
                  <a:lnTo>
                    <a:pt x="3455" y="2512"/>
                  </a:lnTo>
                  <a:lnTo>
                    <a:pt x="3561" y="2606"/>
                  </a:lnTo>
                  <a:lnTo>
                    <a:pt x="3679" y="2689"/>
                  </a:lnTo>
                  <a:lnTo>
                    <a:pt x="3820" y="2748"/>
                  </a:lnTo>
                  <a:lnTo>
                    <a:pt x="3962" y="2783"/>
                  </a:lnTo>
                  <a:lnTo>
                    <a:pt x="3797" y="2771"/>
                  </a:lnTo>
                  <a:lnTo>
                    <a:pt x="3632" y="2759"/>
                  </a:lnTo>
                  <a:lnTo>
                    <a:pt x="3467" y="2724"/>
                  </a:lnTo>
                  <a:lnTo>
                    <a:pt x="3302" y="2689"/>
                  </a:lnTo>
                  <a:lnTo>
                    <a:pt x="2995" y="2606"/>
                  </a:lnTo>
                  <a:lnTo>
                    <a:pt x="2700" y="2488"/>
                  </a:lnTo>
                  <a:lnTo>
                    <a:pt x="2429" y="2370"/>
                  </a:lnTo>
                  <a:lnTo>
                    <a:pt x="2182" y="2241"/>
                  </a:lnTo>
                  <a:lnTo>
                    <a:pt x="1946" y="2099"/>
                  </a:lnTo>
                  <a:lnTo>
                    <a:pt x="1745" y="1970"/>
                  </a:lnTo>
                  <a:lnTo>
                    <a:pt x="1946" y="1840"/>
                  </a:lnTo>
                  <a:lnTo>
                    <a:pt x="2182" y="1698"/>
                  </a:lnTo>
                  <a:lnTo>
                    <a:pt x="2429" y="1569"/>
                  </a:lnTo>
                  <a:lnTo>
                    <a:pt x="2700" y="1439"/>
                  </a:lnTo>
                  <a:lnTo>
                    <a:pt x="2995" y="1333"/>
                  </a:lnTo>
                  <a:lnTo>
                    <a:pt x="3302" y="1239"/>
                  </a:lnTo>
                  <a:lnTo>
                    <a:pt x="3467" y="1203"/>
                  </a:lnTo>
                  <a:lnTo>
                    <a:pt x="3632" y="1180"/>
                  </a:lnTo>
                  <a:lnTo>
                    <a:pt x="3797" y="1156"/>
                  </a:lnTo>
                  <a:lnTo>
                    <a:pt x="3962" y="1144"/>
                  </a:lnTo>
                  <a:close/>
                  <a:moveTo>
                    <a:pt x="4209" y="1144"/>
                  </a:moveTo>
                  <a:lnTo>
                    <a:pt x="4374" y="1156"/>
                  </a:lnTo>
                  <a:lnTo>
                    <a:pt x="4540" y="1180"/>
                  </a:lnTo>
                  <a:lnTo>
                    <a:pt x="4705" y="1203"/>
                  </a:lnTo>
                  <a:lnTo>
                    <a:pt x="4858" y="1239"/>
                  </a:lnTo>
                  <a:lnTo>
                    <a:pt x="5164" y="1333"/>
                  </a:lnTo>
                  <a:lnTo>
                    <a:pt x="5459" y="1439"/>
                  </a:lnTo>
                  <a:lnTo>
                    <a:pt x="5730" y="1569"/>
                  </a:lnTo>
                  <a:lnTo>
                    <a:pt x="5990" y="1698"/>
                  </a:lnTo>
                  <a:lnTo>
                    <a:pt x="6214" y="1840"/>
                  </a:lnTo>
                  <a:lnTo>
                    <a:pt x="6414" y="1970"/>
                  </a:lnTo>
                  <a:lnTo>
                    <a:pt x="6214" y="2099"/>
                  </a:lnTo>
                  <a:lnTo>
                    <a:pt x="5990" y="2241"/>
                  </a:lnTo>
                  <a:lnTo>
                    <a:pt x="5730" y="2370"/>
                  </a:lnTo>
                  <a:lnTo>
                    <a:pt x="5459" y="2488"/>
                  </a:lnTo>
                  <a:lnTo>
                    <a:pt x="5164" y="2606"/>
                  </a:lnTo>
                  <a:lnTo>
                    <a:pt x="4858" y="2689"/>
                  </a:lnTo>
                  <a:lnTo>
                    <a:pt x="4705" y="2724"/>
                  </a:lnTo>
                  <a:lnTo>
                    <a:pt x="4540" y="2759"/>
                  </a:lnTo>
                  <a:lnTo>
                    <a:pt x="4374" y="2771"/>
                  </a:lnTo>
                  <a:lnTo>
                    <a:pt x="4209" y="2783"/>
                  </a:lnTo>
                  <a:lnTo>
                    <a:pt x="4351" y="2748"/>
                  </a:lnTo>
                  <a:lnTo>
                    <a:pt x="4481" y="2689"/>
                  </a:lnTo>
                  <a:lnTo>
                    <a:pt x="4610" y="2606"/>
                  </a:lnTo>
                  <a:lnTo>
                    <a:pt x="4705" y="2512"/>
                  </a:lnTo>
                  <a:lnTo>
                    <a:pt x="4799" y="2394"/>
                  </a:lnTo>
                  <a:lnTo>
                    <a:pt x="4858" y="2264"/>
                  </a:lnTo>
                  <a:lnTo>
                    <a:pt x="4893" y="2123"/>
                  </a:lnTo>
                  <a:lnTo>
                    <a:pt x="4905" y="2040"/>
                  </a:lnTo>
                  <a:lnTo>
                    <a:pt x="4917" y="1970"/>
                  </a:lnTo>
                  <a:lnTo>
                    <a:pt x="4905" y="1887"/>
                  </a:lnTo>
                  <a:lnTo>
                    <a:pt x="4893" y="1816"/>
                  </a:lnTo>
                  <a:lnTo>
                    <a:pt x="4858" y="1675"/>
                  </a:lnTo>
                  <a:lnTo>
                    <a:pt x="4799" y="1545"/>
                  </a:lnTo>
                  <a:lnTo>
                    <a:pt x="4705" y="1427"/>
                  </a:lnTo>
                  <a:lnTo>
                    <a:pt x="4610" y="1321"/>
                  </a:lnTo>
                  <a:lnTo>
                    <a:pt x="4481" y="1239"/>
                  </a:lnTo>
                  <a:lnTo>
                    <a:pt x="4351" y="1180"/>
                  </a:lnTo>
                  <a:lnTo>
                    <a:pt x="4209" y="1144"/>
                  </a:lnTo>
                  <a:close/>
                  <a:moveTo>
                    <a:pt x="4080" y="1"/>
                  </a:moveTo>
                  <a:lnTo>
                    <a:pt x="3891" y="13"/>
                  </a:lnTo>
                  <a:lnTo>
                    <a:pt x="3714" y="24"/>
                  </a:lnTo>
                  <a:lnTo>
                    <a:pt x="3526" y="36"/>
                  </a:lnTo>
                  <a:lnTo>
                    <a:pt x="3349" y="71"/>
                  </a:lnTo>
                  <a:lnTo>
                    <a:pt x="3007" y="142"/>
                  </a:lnTo>
                  <a:lnTo>
                    <a:pt x="2677" y="237"/>
                  </a:lnTo>
                  <a:lnTo>
                    <a:pt x="2359" y="354"/>
                  </a:lnTo>
                  <a:lnTo>
                    <a:pt x="2064" y="484"/>
                  </a:lnTo>
                  <a:lnTo>
                    <a:pt x="1781" y="614"/>
                  </a:lnTo>
                  <a:lnTo>
                    <a:pt x="1533" y="755"/>
                  </a:lnTo>
                  <a:lnTo>
                    <a:pt x="1297" y="897"/>
                  </a:lnTo>
                  <a:lnTo>
                    <a:pt x="1085" y="1038"/>
                  </a:lnTo>
                  <a:lnTo>
                    <a:pt x="908" y="1168"/>
                  </a:lnTo>
                  <a:lnTo>
                    <a:pt x="743" y="1286"/>
                  </a:lnTo>
                  <a:lnTo>
                    <a:pt x="519" y="1474"/>
                  </a:lnTo>
                  <a:lnTo>
                    <a:pt x="425" y="1557"/>
                  </a:lnTo>
                  <a:lnTo>
                    <a:pt x="1" y="1970"/>
                  </a:lnTo>
                  <a:lnTo>
                    <a:pt x="425" y="2382"/>
                  </a:lnTo>
                  <a:lnTo>
                    <a:pt x="519" y="2465"/>
                  </a:lnTo>
                  <a:lnTo>
                    <a:pt x="743" y="2653"/>
                  </a:lnTo>
                  <a:lnTo>
                    <a:pt x="908" y="2771"/>
                  </a:lnTo>
                  <a:lnTo>
                    <a:pt x="1085" y="2901"/>
                  </a:lnTo>
                  <a:lnTo>
                    <a:pt x="1297" y="3042"/>
                  </a:lnTo>
                  <a:lnTo>
                    <a:pt x="1533" y="3184"/>
                  </a:lnTo>
                  <a:lnTo>
                    <a:pt x="1781" y="3325"/>
                  </a:lnTo>
                  <a:lnTo>
                    <a:pt x="2064" y="3455"/>
                  </a:lnTo>
                  <a:lnTo>
                    <a:pt x="2359" y="3585"/>
                  </a:lnTo>
                  <a:lnTo>
                    <a:pt x="2677" y="3703"/>
                  </a:lnTo>
                  <a:lnTo>
                    <a:pt x="3007" y="3797"/>
                  </a:lnTo>
                  <a:lnTo>
                    <a:pt x="3349" y="3868"/>
                  </a:lnTo>
                  <a:lnTo>
                    <a:pt x="3526" y="3891"/>
                  </a:lnTo>
                  <a:lnTo>
                    <a:pt x="3714" y="3915"/>
                  </a:lnTo>
                  <a:lnTo>
                    <a:pt x="3891" y="3927"/>
                  </a:lnTo>
                  <a:lnTo>
                    <a:pt x="4268" y="3927"/>
                  </a:lnTo>
                  <a:lnTo>
                    <a:pt x="4457" y="3915"/>
                  </a:lnTo>
                  <a:lnTo>
                    <a:pt x="4634" y="3891"/>
                  </a:lnTo>
                  <a:lnTo>
                    <a:pt x="4811" y="3868"/>
                  </a:lnTo>
                  <a:lnTo>
                    <a:pt x="5164" y="3797"/>
                  </a:lnTo>
                  <a:lnTo>
                    <a:pt x="5494" y="3703"/>
                  </a:lnTo>
                  <a:lnTo>
                    <a:pt x="5801" y="3585"/>
                  </a:lnTo>
                  <a:lnTo>
                    <a:pt x="6108" y="3455"/>
                  </a:lnTo>
                  <a:lnTo>
                    <a:pt x="6379" y="3325"/>
                  </a:lnTo>
                  <a:lnTo>
                    <a:pt x="6638" y="3184"/>
                  </a:lnTo>
                  <a:lnTo>
                    <a:pt x="6874" y="3042"/>
                  </a:lnTo>
                  <a:lnTo>
                    <a:pt x="7086" y="2901"/>
                  </a:lnTo>
                  <a:lnTo>
                    <a:pt x="7263" y="2771"/>
                  </a:lnTo>
                  <a:lnTo>
                    <a:pt x="7416" y="2653"/>
                  </a:lnTo>
                  <a:lnTo>
                    <a:pt x="7640" y="2465"/>
                  </a:lnTo>
                  <a:lnTo>
                    <a:pt x="7734" y="2382"/>
                  </a:lnTo>
                  <a:lnTo>
                    <a:pt x="8171" y="1970"/>
                  </a:lnTo>
                  <a:lnTo>
                    <a:pt x="7734" y="1557"/>
                  </a:lnTo>
                  <a:lnTo>
                    <a:pt x="7640" y="1474"/>
                  </a:lnTo>
                  <a:lnTo>
                    <a:pt x="7416" y="1286"/>
                  </a:lnTo>
                  <a:lnTo>
                    <a:pt x="7263" y="1168"/>
                  </a:lnTo>
                  <a:lnTo>
                    <a:pt x="7086" y="1038"/>
                  </a:lnTo>
                  <a:lnTo>
                    <a:pt x="6874" y="897"/>
                  </a:lnTo>
                  <a:lnTo>
                    <a:pt x="6638" y="755"/>
                  </a:lnTo>
                  <a:lnTo>
                    <a:pt x="6379" y="614"/>
                  </a:lnTo>
                  <a:lnTo>
                    <a:pt x="6108" y="484"/>
                  </a:lnTo>
                  <a:lnTo>
                    <a:pt x="5801" y="354"/>
                  </a:lnTo>
                  <a:lnTo>
                    <a:pt x="5494" y="237"/>
                  </a:lnTo>
                  <a:lnTo>
                    <a:pt x="5164" y="142"/>
                  </a:lnTo>
                  <a:lnTo>
                    <a:pt x="4811" y="71"/>
                  </a:lnTo>
                  <a:lnTo>
                    <a:pt x="4634" y="36"/>
                  </a:lnTo>
                  <a:lnTo>
                    <a:pt x="4457" y="24"/>
                  </a:lnTo>
                  <a:lnTo>
                    <a:pt x="4268" y="13"/>
                  </a:lnTo>
                  <a:lnTo>
                    <a:pt x="4080" y="1"/>
                  </a:lnTo>
                  <a:close/>
                </a:path>
              </a:pathLst>
            </a:custGeom>
            <a:solidFill>
              <a:srgbClr val="BBBCBC"/>
            </a:solidFill>
            <a:ln>
              <a:noFill/>
            </a:ln>
          </p:spPr>
          <p:txBody>
            <a:bodyPr spcFirstLastPara="1" wrap="square" lIns="182850" tIns="182850" rIns="182850" bIns="182850" anchor="ctr" anchorCtr="0">
              <a:noAutofit/>
            </a:bodyPr>
            <a:lstStyle/>
            <a:p>
              <a:pPr marL="0" lvl="0" indent="0" algn="l" rtl="0">
                <a:spcBef>
                  <a:spcPts val="0"/>
                </a:spcBef>
                <a:spcAft>
                  <a:spcPts val="0"/>
                </a:spcAft>
                <a:buNone/>
              </a:pPr>
              <a:endParaRPr sz="1200"/>
            </a:p>
          </p:txBody>
        </p:sp>
      </p:grpSp>
      <p:sp>
        <p:nvSpPr>
          <p:cNvPr id="2183" name="Google Shape;2183;p124"/>
          <p:cNvSpPr txBox="1"/>
          <p:nvPr/>
        </p:nvSpPr>
        <p:spPr>
          <a:xfrm>
            <a:off x="6324548" y="3835056"/>
            <a:ext cx="1620300" cy="215400"/>
          </a:xfrm>
          <a:prstGeom prst="rect">
            <a:avLst/>
          </a:prstGeom>
          <a:noFill/>
          <a:ln>
            <a:noFill/>
          </a:ln>
        </p:spPr>
        <p:txBody>
          <a:bodyPr spcFirstLastPara="1" wrap="square" lIns="0" tIns="0" rIns="0" bIns="0" anchor="t" anchorCtr="0">
            <a:spAutoFit/>
          </a:bodyPr>
          <a:lstStyle/>
          <a:p>
            <a:pPr marL="0" lvl="0" indent="0" algn="ctr" rtl="0">
              <a:spcBef>
                <a:spcPts val="0"/>
              </a:spcBef>
              <a:spcAft>
                <a:spcPts val="0"/>
              </a:spcAft>
              <a:buNone/>
            </a:pPr>
            <a:r>
              <a:rPr lang="en">
                <a:solidFill>
                  <a:schemeClr val="dk2"/>
                </a:solidFill>
                <a:latin typeface="IBM Plex Sans"/>
                <a:ea typeface="IBM Plex Sans"/>
                <a:cs typeface="IBM Plex Sans"/>
                <a:sym typeface="IBM Plex Sans"/>
              </a:rPr>
              <a:t>Team collaboration</a:t>
            </a:r>
            <a:endParaRPr>
              <a:solidFill>
                <a:schemeClr val="dk2"/>
              </a:solidFill>
              <a:latin typeface="IBM Plex Sans"/>
              <a:ea typeface="IBM Plex Sans"/>
              <a:cs typeface="IBM Plex Sans"/>
              <a:sym typeface="IBM Plex Sans"/>
            </a:endParaRPr>
          </a:p>
        </p:txBody>
      </p:sp>
      <p:sp>
        <p:nvSpPr>
          <p:cNvPr id="2184" name="Google Shape;2184;p124"/>
          <p:cNvSpPr/>
          <p:nvPr/>
        </p:nvSpPr>
        <p:spPr>
          <a:xfrm>
            <a:off x="6796364" y="3154117"/>
            <a:ext cx="676663" cy="558165"/>
          </a:xfrm>
          <a:custGeom>
            <a:avLst/>
            <a:gdLst/>
            <a:ahLst/>
            <a:cxnLst/>
            <a:rect l="l" t="t" r="r" b="b"/>
            <a:pathLst>
              <a:path w="18282" h="15213" extrusionOk="0">
                <a:moveTo>
                  <a:pt x="3164" y="1"/>
                </a:moveTo>
                <a:lnTo>
                  <a:pt x="2894" y="14"/>
                </a:lnTo>
                <a:lnTo>
                  <a:pt x="2623" y="55"/>
                </a:lnTo>
                <a:lnTo>
                  <a:pt x="2380" y="123"/>
                </a:lnTo>
                <a:lnTo>
                  <a:pt x="2137" y="217"/>
                </a:lnTo>
                <a:lnTo>
                  <a:pt x="1907" y="325"/>
                </a:lnTo>
                <a:lnTo>
                  <a:pt x="1690" y="447"/>
                </a:lnTo>
                <a:lnTo>
                  <a:pt x="1488" y="609"/>
                </a:lnTo>
                <a:lnTo>
                  <a:pt x="1298" y="772"/>
                </a:lnTo>
                <a:lnTo>
                  <a:pt x="1136" y="961"/>
                </a:lnTo>
                <a:lnTo>
                  <a:pt x="987" y="1164"/>
                </a:lnTo>
                <a:lnTo>
                  <a:pt x="852" y="1380"/>
                </a:lnTo>
                <a:lnTo>
                  <a:pt x="744" y="1610"/>
                </a:lnTo>
                <a:lnTo>
                  <a:pt x="649" y="1853"/>
                </a:lnTo>
                <a:lnTo>
                  <a:pt x="582" y="2097"/>
                </a:lnTo>
                <a:lnTo>
                  <a:pt x="541" y="2354"/>
                </a:lnTo>
                <a:lnTo>
                  <a:pt x="528" y="2624"/>
                </a:lnTo>
                <a:lnTo>
                  <a:pt x="541" y="2894"/>
                </a:lnTo>
                <a:lnTo>
                  <a:pt x="582" y="3151"/>
                </a:lnTo>
                <a:lnTo>
                  <a:pt x="649" y="3408"/>
                </a:lnTo>
                <a:lnTo>
                  <a:pt x="744" y="3652"/>
                </a:lnTo>
                <a:lnTo>
                  <a:pt x="852" y="3882"/>
                </a:lnTo>
                <a:lnTo>
                  <a:pt x="987" y="4098"/>
                </a:lnTo>
                <a:lnTo>
                  <a:pt x="1136" y="4301"/>
                </a:lnTo>
                <a:lnTo>
                  <a:pt x="1298" y="4476"/>
                </a:lnTo>
                <a:lnTo>
                  <a:pt x="1488" y="4652"/>
                </a:lnTo>
                <a:lnTo>
                  <a:pt x="1690" y="4801"/>
                </a:lnTo>
                <a:lnTo>
                  <a:pt x="1907" y="4936"/>
                </a:lnTo>
                <a:lnTo>
                  <a:pt x="2137" y="5044"/>
                </a:lnTo>
                <a:lnTo>
                  <a:pt x="2380" y="5139"/>
                </a:lnTo>
                <a:lnTo>
                  <a:pt x="2623" y="5193"/>
                </a:lnTo>
                <a:lnTo>
                  <a:pt x="2894" y="5234"/>
                </a:lnTo>
                <a:lnTo>
                  <a:pt x="3164" y="5247"/>
                </a:lnTo>
                <a:lnTo>
                  <a:pt x="3421" y="5234"/>
                </a:lnTo>
                <a:lnTo>
                  <a:pt x="3692" y="5193"/>
                </a:lnTo>
                <a:lnTo>
                  <a:pt x="3935" y="5139"/>
                </a:lnTo>
                <a:lnTo>
                  <a:pt x="4178" y="5044"/>
                </a:lnTo>
                <a:lnTo>
                  <a:pt x="4408" y="4936"/>
                </a:lnTo>
                <a:lnTo>
                  <a:pt x="4625" y="4801"/>
                </a:lnTo>
                <a:lnTo>
                  <a:pt x="4827" y="4652"/>
                </a:lnTo>
                <a:lnTo>
                  <a:pt x="5017" y="4476"/>
                </a:lnTo>
                <a:lnTo>
                  <a:pt x="5179" y="4301"/>
                </a:lnTo>
                <a:lnTo>
                  <a:pt x="5328" y="4098"/>
                </a:lnTo>
                <a:lnTo>
                  <a:pt x="5463" y="3882"/>
                </a:lnTo>
                <a:lnTo>
                  <a:pt x="5571" y="3652"/>
                </a:lnTo>
                <a:lnTo>
                  <a:pt x="5666" y="3408"/>
                </a:lnTo>
                <a:lnTo>
                  <a:pt x="5733" y="3151"/>
                </a:lnTo>
                <a:lnTo>
                  <a:pt x="5774" y="2894"/>
                </a:lnTo>
                <a:lnTo>
                  <a:pt x="5787" y="2624"/>
                </a:lnTo>
                <a:lnTo>
                  <a:pt x="5774" y="2354"/>
                </a:lnTo>
                <a:lnTo>
                  <a:pt x="5733" y="2097"/>
                </a:lnTo>
                <a:lnTo>
                  <a:pt x="5666" y="1853"/>
                </a:lnTo>
                <a:lnTo>
                  <a:pt x="5571" y="1610"/>
                </a:lnTo>
                <a:lnTo>
                  <a:pt x="5463" y="1380"/>
                </a:lnTo>
                <a:lnTo>
                  <a:pt x="5328" y="1164"/>
                </a:lnTo>
                <a:lnTo>
                  <a:pt x="5179" y="961"/>
                </a:lnTo>
                <a:lnTo>
                  <a:pt x="5017" y="772"/>
                </a:lnTo>
                <a:lnTo>
                  <a:pt x="4827" y="609"/>
                </a:lnTo>
                <a:lnTo>
                  <a:pt x="4625" y="447"/>
                </a:lnTo>
                <a:lnTo>
                  <a:pt x="4408" y="325"/>
                </a:lnTo>
                <a:lnTo>
                  <a:pt x="4178" y="217"/>
                </a:lnTo>
                <a:lnTo>
                  <a:pt x="3935" y="123"/>
                </a:lnTo>
                <a:lnTo>
                  <a:pt x="3692" y="55"/>
                </a:lnTo>
                <a:lnTo>
                  <a:pt x="3421" y="14"/>
                </a:lnTo>
                <a:lnTo>
                  <a:pt x="3164" y="1"/>
                </a:lnTo>
                <a:close/>
                <a:moveTo>
                  <a:pt x="15131" y="1"/>
                </a:moveTo>
                <a:lnTo>
                  <a:pt x="14860" y="14"/>
                </a:lnTo>
                <a:lnTo>
                  <a:pt x="14604" y="55"/>
                </a:lnTo>
                <a:lnTo>
                  <a:pt x="14347" y="123"/>
                </a:lnTo>
                <a:lnTo>
                  <a:pt x="14103" y="217"/>
                </a:lnTo>
                <a:lnTo>
                  <a:pt x="13873" y="325"/>
                </a:lnTo>
                <a:lnTo>
                  <a:pt x="13657" y="447"/>
                </a:lnTo>
                <a:lnTo>
                  <a:pt x="13454" y="609"/>
                </a:lnTo>
                <a:lnTo>
                  <a:pt x="13278" y="772"/>
                </a:lnTo>
                <a:lnTo>
                  <a:pt x="13103" y="961"/>
                </a:lnTo>
                <a:lnTo>
                  <a:pt x="12954" y="1164"/>
                </a:lnTo>
                <a:lnTo>
                  <a:pt x="12819" y="1380"/>
                </a:lnTo>
                <a:lnTo>
                  <a:pt x="12711" y="1610"/>
                </a:lnTo>
                <a:lnTo>
                  <a:pt x="12616" y="1853"/>
                </a:lnTo>
                <a:lnTo>
                  <a:pt x="12562" y="2097"/>
                </a:lnTo>
                <a:lnTo>
                  <a:pt x="12521" y="2354"/>
                </a:lnTo>
                <a:lnTo>
                  <a:pt x="12508" y="2624"/>
                </a:lnTo>
                <a:lnTo>
                  <a:pt x="12521" y="2894"/>
                </a:lnTo>
                <a:lnTo>
                  <a:pt x="12562" y="3151"/>
                </a:lnTo>
                <a:lnTo>
                  <a:pt x="12616" y="3408"/>
                </a:lnTo>
                <a:lnTo>
                  <a:pt x="12711" y="3652"/>
                </a:lnTo>
                <a:lnTo>
                  <a:pt x="12819" y="3882"/>
                </a:lnTo>
                <a:lnTo>
                  <a:pt x="12954" y="4098"/>
                </a:lnTo>
                <a:lnTo>
                  <a:pt x="13103" y="4301"/>
                </a:lnTo>
                <a:lnTo>
                  <a:pt x="13278" y="4476"/>
                </a:lnTo>
                <a:lnTo>
                  <a:pt x="13454" y="4652"/>
                </a:lnTo>
                <a:lnTo>
                  <a:pt x="13657" y="4801"/>
                </a:lnTo>
                <a:lnTo>
                  <a:pt x="13873" y="4936"/>
                </a:lnTo>
                <a:lnTo>
                  <a:pt x="14103" y="5044"/>
                </a:lnTo>
                <a:lnTo>
                  <a:pt x="14347" y="5139"/>
                </a:lnTo>
                <a:lnTo>
                  <a:pt x="14604" y="5193"/>
                </a:lnTo>
                <a:lnTo>
                  <a:pt x="14860" y="5234"/>
                </a:lnTo>
                <a:lnTo>
                  <a:pt x="15131" y="5247"/>
                </a:lnTo>
                <a:lnTo>
                  <a:pt x="15388" y="5234"/>
                </a:lnTo>
                <a:lnTo>
                  <a:pt x="15658" y="5193"/>
                </a:lnTo>
                <a:lnTo>
                  <a:pt x="15902" y="5139"/>
                </a:lnTo>
                <a:lnTo>
                  <a:pt x="16145" y="5044"/>
                </a:lnTo>
                <a:lnTo>
                  <a:pt x="16375" y="4936"/>
                </a:lnTo>
                <a:lnTo>
                  <a:pt x="16591" y="4801"/>
                </a:lnTo>
                <a:lnTo>
                  <a:pt x="16794" y="4652"/>
                </a:lnTo>
                <a:lnTo>
                  <a:pt x="16983" y="4476"/>
                </a:lnTo>
                <a:lnTo>
                  <a:pt x="17146" y="4301"/>
                </a:lnTo>
                <a:lnTo>
                  <a:pt x="17308" y="4098"/>
                </a:lnTo>
                <a:lnTo>
                  <a:pt x="17430" y="3882"/>
                </a:lnTo>
                <a:lnTo>
                  <a:pt x="17538" y="3652"/>
                </a:lnTo>
                <a:lnTo>
                  <a:pt x="17632" y="3408"/>
                </a:lnTo>
                <a:lnTo>
                  <a:pt x="17700" y="3151"/>
                </a:lnTo>
                <a:lnTo>
                  <a:pt x="17741" y="2894"/>
                </a:lnTo>
                <a:lnTo>
                  <a:pt x="17754" y="2624"/>
                </a:lnTo>
                <a:lnTo>
                  <a:pt x="17741" y="2354"/>
                </a:lnTo>
                <a:lnTo>
                  <a:pt x="17700" y="2097"/>
                </a:lnTo>
                <a:lnTo>
                  <a:pt x="17632" y="1853"/>
                </a:lnTo>
                <a:lnTo>
                  <a:pt x="17538" y="1610"/>
                </a:lnTo>
                <a:lnTo>
                  <a:pt x="17430" y="1380"/>
                </a:lnTo>
                <a:lnTo>
                  <a:pt x="17308" y="1164"/>
                </a:lnTo>
                <a:lnTo>
                  <a:pt x="17146" y="961"/>
                </a:lnTo>
                <a:lnTo>
                  <a:pt x="16983" y="772"/>
                </a:lnTo>
                <a:lnTo>
                  <a:pt x="16794" y="609"/>
                </a:lnTo>
                <a:lnTo>
                  <a:pt x="16591" y="447"/>
                </a:lnTo>
                <a:lnTo>
                  <a:pt x="16375" y="325"/>
                </a:lnTo>
                <a:lnTo>
                  <a:pt x="16145" y="217"/>
                </a:lnTo>
                <a:lnTo>
                  <a:pt x="15902" y="123"/>
                </a:lnTo>
                <a:lnTo>
                  <a:pt x="15658" y="55"/>
                </a:lnTo>
                <a:lnTo>
                  <a:pt x="15388" y="14"/>
                </a:lnTo>
                <a:lnTo>
                  <a:pt x="15131" y="1"/>
                </a:lnTo>
                <a:close/>
                <a:moveTo>
                  <a:pt x="798" y="6532"/>
                </a:moveTo>
                <a:lnTo>
                  <a:pt x="0" y="7613"/>
                </a:lnTo>
                <a:lnTo>
                  <a:pt x="0" y="15212"/>
                </a:lnTo>
                <a:lnTo>
                  <a:pt x="6315" y="15212"/>
                </a:lnTo>
                <a:lnTo>
                  <a:pt x="6315" y="10750"/>
                </a:lnTo>
                <a:lnTo>
                  <a:pt x="7424" y="12278"/>
                </a:lnTo>
                <a:lnTo>
                  <a:pt x="10858" y="12278"/>
                </a:lnTo>
                <a:lnTo>
                  <a:pt x="11967" y="10750"/>
                </a:lnTo>
                <a:lnTo>
                  <a:pt x="11967" y="15212"/>
                </a:lnTo>
                <a:lnTo>
                  <a:pt x="18281" y="15212"/>
                </a:lnTo>
                <a:lnTo>
                  <a:pt x="18281" y="7613"/>
                </a:lnTo>
                <a:lnTo>
                  <a:pt x="17497" y="6532"/>
                </a:lnTo>
                <a:lnTo>
                  <a:pt x="12751" y="6532"/>
                </a:lnTo>
                <a:lnTo>
                  <a:pt x="11967" y="7613"/>
                </a:lnTo>
                <a:lnTo>
                  <a:pt x="9925" y="10439"/>
                </a:lnTo>
                <a:lnTo>
                  <a:pt x="8357" y="10439"/>
                </a:lnTo>
                <a:lnTo>
                  <a:pt x="5544" y="6532"/>
                </a:lnTo>
                <a:close/>
              </a:path>
            </a:pathLst>
          </a:custGeom>
          <a:solidFill>
            <a:srgbClr val="FC5D0D"/>
          </a:solidFill>
          <a:ln>
            <a:noFill/>
          </a:ln>
        </p:spPr>
        <p:txBody>
          <a:bodyPr spcFirstLastPara="1" wrap="square" lIns="182850" tIns="182850" rIns="182850" bIns="182850" anchor="ctr" anchorCtr="0">
            <a:noAutofit/>
          </a:bodyPr>
          <a:lstStyle/>
          <a:p>
            <a:pPr marL="0" lvl="0" indent="0" algn="l" rtl="0">
              <a:spcBef>
                <a:spcPts val="0"/>
              </a:spcBef>
              <a:spcAft>
                <a:spcPts val="0"/>
              </a:spcAft>
              <a:buNone/>
            </a:pPr>
            <a:endParaRPr sz="120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740"/>
        <p:cNvGrpSpPr/>
        <p:nvPr/>
      </p:nvGrpSpPr>
      <p:grpSpPr>
        <a:xfrm>
          <a:off x="0" y="0"/>
          <a:ext cx="0" cy="0"/>
          <a:chOff x="0" y="0"/>
          <a:chExt cx="0" cy="0"/>
        </a:xfrm>
      </p:grpSpPr>
      <p:sp>
        <p:nvSpPr>
          <p:cNvPr id="1741" name="Google Shape;1741;p113"/>
          <p:cNvSpPr/>
          <p:nvPr/>
        </p:nvSpPr>
        <p:spPr>
          <a:xfrm>
            <a:off x="4544700" y="-9300"/>
            <a:ext cx="4599300" cy="2646000"/>
          </a:xfrm>
          <a:prstGeom prst="rect">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2" name="Google Shape;1742;p113"/>
          <p:cNvSpPr/>
          <p:nvPr/>
        </p:nvSpPr>
        <p:spPr>
          <a:xfrm>
            <a:off x="75" y="2604600"/>
            <a:ext cx="9144000" cy="25389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3" name="Google Shape;1743;p113"/>
          <p:cNvSpPr/>
          <p:nvPr/>
        </p:nvSpPr>
        <p:spPr>
          <a:xfrm>
            <a:off x="-9300" y="-9300"/>
            <a:ext cx="4554300" cy="26139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4" name="Google Shape;1744;p113"/>
          <p:cNvSpPr/>
          <p:nvPr/>
        </p:nvSpPr>
        <p:spPr>
          <a:xfrm>
            <a:off x="852800" y="3970648"/>
            <a:ext cx="239637" cy="307827"/>
          </a:xfrm>
          <a:custGeom>
            <a:avLst/>
            <a:gdLst/>
            <a:ahLst/>
            <a:cxnLst/>
            <a:rect l="l" t="t" r="r" b="b"/>
            <a:pathLst>
              <a:path w="13442" h="17267" extrusionOk="0">
                <a:moveTo>
                  <a:pt x="6721" y="0"/>
                </a:moveTo>
                <a:lnTo>
                  <a:pt x="6559" y="14"/>
                </a:lnTo>
                <a:lnTo>
                  <a:pt x="6397" y="14"/>
                </a:lnTo>
                <a:lnTo>
                  <a:pt x="6086" y="68"/>
                </a:lnTo>
                <a:lnTo>
                  <a:pt x="5775" y="149"/>
                </a:lnTo>
                <a:lnTo>
                  <a:pt x="5491" y="257"/>
                </a:lnTo>
                <a:lnTo>
                  <a:pt x="5207" y="392"/>
                </a:lnTo>
                <a:lnTo>
                  <a:pt x="4950" y="541"/>
                </a:lnTo>
                <a:lnTo>
                  <a:pt x="4706" y="730"/>
                </a:lnTo>
                <a:lnTo>
                  <a:pt x="4476" y="933"/>
                </a:lnTo>
                <a:lnTo>
                  <a:pt x="4274" y="1163"/>
                </a:lnTo>
                <a:lnTo>
                  <a:pt x="4098" y="1406"/>
                </a:lnTo>
                <a:lnTo>
                  <a:pt x="3936" y="1663"/>
                </a:lnTo>
                <a:lnTo>
                  <a:pt x="3800" y="1947"/>
                </a:lnTo>
                <a:lnTo>
                  <a:pt x="3692" y="2231"/>
                </a:lnTo>
                <a:lnTo>
                  <a:pt x="3611" y="2542"/>
                </a:lnTo>
                <a:lnTo>
                  <a:pt x="3571" y="2853"/>
                </a:lnTo>
                <a:lnTo>
                  <a:pt x="3557" y="3015"/>
                </a:lnTo>
                <a:lnTo>
                  <a:pt x="3544" y="3178"/>
                </a:lnTo>
                <a:lnTo>
                  <a:pt x="3557" y="3340"/>
                </a:lnTo>
                <a:lnTo>
                  <a:pt x="3571" y="3502"/>
                </a:lnTo>
                <a:lnTo>
                  <a:pt x="3611" y="3813"/>
                </a:lnTo>
                <a:lnTo>
                  <a:pt x="3692" y="4124"/>
                </a:lnTo>
                <a:lnTo>
                  <a:pt x="3800" y="4408"/>
                </a:lnTo>
                <a:lnTo>
                  <a:pt x="3936" y="4692"/>
                </a:lnTo>
                <a:lnTo>
                  <a:pt x="4098" y="4949"/>
                </a:lnTo>
                <a:lnTo>
                  <a:pt x="4274" y="5192"/>
                </a:lnTo>
                <a:lnTo>
                  <a:pt x="4476" y="5422"/>
                </a:lnTo>
                <a:lnTo>
                  <a:pt x="4706" y="5625"/>
                </a:lnTo>
                <a:lnTo>
                  <a:pt x="4950" y="5801"/>
                </a:lnTo>
                <a:lnTo>
                  <a:pt x="5207" y="5963"/>
                </a:lnTo>
                <a:lnTo>
                  <a:pt x="5491" y="6098"/>
                </a:lnTo>
                <a:lnTo>
                  <a:pt x="5775" y="6206"/>
                </a:lnTo>
                <a:lnTo>
                  <a:pt x="6086" y="6288"/>
                </a:lnTo>
                <a:lnTo>
                  <a:pt x="6397" y="6328"/>
                </a:lnTo>
                <a:lnTo>
                  <a:pt x="6559" y="6342"/>
                </a:lnTo>
                <a:lnTo>
                  <a:pt x="6721" y="6355"/>
                </a:lnTo>
                <a:lnTo>
                  <a:pt x="6883" y="6342"/>
                </a:lnTo>
                <a:lnTo>
                  <a:pt x="7046" y="6328"/>
                </a:lnTo>
                <a:lnTo>
                  <a:pt x="7357" y="6288"/>
                </a:lnTo>
                <a:lnTo>
                  <a:pt x="7668" y="6206"/>
                </a:lnTo>
                <a:lnTo>
                  <a:pt x="7952" y="6098"/>
                </a:lnTo>
                <a:lnTo>
                  <a:pt x="8235" y="5963"/>
                </a:lnTo>
                <a:lnTo>
                  <a:pt x="8492" y="5801"/>
                </a:lnTo>
                <a:lnTo>
                  <a:pt x="8736" y="5625"/>
                </a:lnTo>
                <a:lnTo>
                  <a:pt x="8966" y="5422"/>
                </a:lnTo>
                <a:lnTo>
                  <a:pt x="9168" y="5192"/>
                </a:lnTo>
                <a:lnTo>
                  <a:pt x="9358" y="4949"/>
                </a:lnTo>
                <a:lnTo>
                  <a:pt x="9506" y="4692"/>
                </a:lnTo>
                <a:lnTo>
                  <a:pt x="9642" y="4408"/>
                </a:lnTo>
                <a:lnTo>
                  <a:pt x="9750" y="4124"/>
                </a:lnTo>
                <a:lnTo>
                  <a:pt x="9831" y="3813"/>
                </a:lnTo>
                <a:lnTo>
                  <a:pt x="9885" y="3502"/>
                </a:lnTo>
                <a:lnTo>
                  <a:pt x="9885" y="3340"/>
                </a:lnTo>
                <a:lnTo>
                  <a:pt x="9899" y="3178"/>
                </a:lnTo>
                <a:lnTo>
                  <a:pt x="9885" y="3015"/>
                </a:lnTo>
                <a:lnTo>
                  <a:pt x="9885" y="2853"/>
                </a:lnTo>
                <a:lnTo>
                  <a:pt x="9831" y="2542"/>
                </a:lnTo>
                <a:lnTo>
                  <a:pt x="9750" y="2231"/>
                </a:lnTo>
                <a:lnTo>
                  <a:pt x="9642" y="1947"/>
                </a:lnTo>
                <a:lnTo>
                  <a:pt x="9506" y="1663"/>
                </a:lnTo>
                <a:lnTo>
                  <a:pt x="9358" y="1406"/>
                </a:lnTo>
                <a:lnTo>
                  <a:pt x="9168" y="1163"/>
                </a:lnTo>
                <a:lnTo>
                  <a:pt x="8966" y="933"/>
                </a:lnTo>
                <a:lnTo>
                  <a:pt x="8736" y="730"/>
                </a:lnTo>
                <a:lnTo>
                  <a:pt x="8492" y="541"/>
                </a:lnTo>
                <a:lnTo>
                  <a:pt x="8235" y="392"/>
                </a:lnTo>
                <a:lnTo>
                  <a:pt x="7952" y="257"/>
                </a:lnTo>
                <a:lnTo>
                  <a:pt x="7668" y="149"/>
                </a:lnTo>
                <a:lnTo>
                  <a:pt x="7357" y="68"/>
                </a:lnTo>
                <a:lnTo>
                  <a:pt x="7046" y="14"/>
                </a:lnTo>
                <a:lnTo>
                  <a:pt x="6883" y="14"/>
                </a:lnTo>
                <a:lnTo>
                  <a:pt x="6721" y="0"/>
                </a:lnTo>
                <a:close/>
                <a:moveTo>
                  <a:pt x="6843" y="12845"/>
                </a:moveTo>
                <a:lnTo>
                  <a:pt x="6964" y="12859"/>
                </a:lnTo>
                <a:lnTo>
                  <a:pt x="7073" y="12886"/>
                </a:lnTo>
                <a:lnTo>
                  <a:pt x="7181" y="12927"/>
                </a:lnTo>
                <a:lnTo>
                  <a:pt x="7289" y="12981"/>
                </a:lnTo>
                <a:lnTo>
                  <a:pt x="7384" y="13048"/>
                </a:lnTo>
                <a:lnTo>
                  <a:pt x="7478" y="13116"/>
                </a:lnTo>
                <a:lnTo>
                  <a:pt x="7559" y="13183"/>
                </a:lnTo>
                <a:lnTo>
                  <a:pt x="7641" y="13265"/>
                </a:lnTo>
                <a:lnTo>
                  <a:pt x="7708" y="13359"/>
                </a:lnTo>
                <a:lnTo>
                  <a:pt x="7762" y="13454"/>
                </a:lnTo>
                <a:lnTo>
                  <a:pt x="7816" y="13562"/>
                </a:lnTo>
                <a:lnTo>
                  <a:pt x="7857" y="13670"/>
                </a:lnTo>
                <a:lnTo>
                  <a:pt x="7884" y="13792"/>
                </a:lnTo>
                <a:lnTo>
                  <a:pt x="7897" y="13900"/>
                </a:lnTo>
                <a:lnTo>
                  <a:pt x="7911" y="14022"/>
                </a:lnTo>
                <a:lnTo>
                  <a:pt x="7897" y="14143"/>
                </a:lnTo>
                <a:lnTo>
                  <a:pt x="7884" y="14265"/>
                </a:lnTo>
                <a:lnTo>
                  <a:pt x="7857" y="14373"/>
                </a:lnTo>
                <a:lnTo>
                  <a:pt x="7816" y="14482"/>
                </a:lnTo>
                <a:lnTo>
                  <a:pt x="7762" y="14590"/>
                </a:lnTo>
                <a:lnTo>
                  <a:pt x="7708" y="14684"/>
                </a:lnTo>
                <a:lnTo>
                  <a:pt x="7641" y="14779"/>
                </a:lnTo>
                <a:lnTo>
                  <a:pt x="7559" y="14860"/>
                </a:lnTo>
                <a:lnTo>
                  <a:pt x="7478" y="14941"/>
                </a:lnTo>
                <a:lnTo>
                  <a:pt x="7384" y="15009"/>
                </a:lnTo>
                <a:lnTo>
                  <a:pt x="7289" y="15063"/>
                </a:lnTo>
                <a:lnTo>
                  <a:pt x="7181" y="15117"/>
                </a:lnTo>
                <a:lnTo>
                  <a:pt x="7073" y="15158"/>
                </a:lnTo>
                <a:lnTo>
                  <a:pt x="6964" y="15185"/>
                </a:lnTo>
                <a:lnTo>
                  <a:pt x="6843" y="15212"/>
                </a:lnTo>
                <a:lnTo>
                  <a:pt x="6599" y="15212"/>
                </a:lnTo>
                <a:lnTo>
                  <a:pt x="6478" y="15185"/>
                </a:lnTo>
                <a:lnTo>
                  <a:pt x="6369" y="15158"/>
                </a:lnTo>
                <a:lnTo>
                  <a:pt x="6261" y="15117"/>
                </a:lnTo>
                <a:lnTo>
                  <a:pt x="6153" y="15063"/>
                </a:lnTo>
                <a:lnTo>
                  <a:pt x="6059" y="15009"/>
                </a:lnTo>
                <a:lnTo>
                  <a:pt x="5964" y="14941"/>
                </a:lnTo>
                <a:lnTo>
                  <a:pt x="5883" y="14860"/>
                </a:lnTo>
                <a:lnTo>
                  <a:pt x="5802" y="14779"/>
                </a:lnTo>
                <a:lnTo>
                  <a:pt x="5734" y="14684"/>
                </a:lnTo>
                <a:lnTo>
                  <a:pt x="5680" y="14590"/>
                </a:lnTo>
                <a:lnTo>
                  <a:pt x="5626" y="14482"/>
                </a:lnTo>
                <a:lnTo>
                  <a:pt x="5585" y="14373"/>
                </a:lnTo>
                <a:lnTo>
                  <a:pt x="5558" y="14265"/>
                </a:lnTo>
                <a:lnTo>
                  <a:pt x="5545" y="14143"/>
                </a:lnTo>
                <a:lnTo>
                  <a:pt x="5531" y="14022"/>
                </a:lnTo>
                <a:lnTo>
                  <a:pt x="5545" y="13900"/>
                </a:lnTo>
                <a:lnTo>
                  <a:pt x="5558" y="13792"/>
                </a:lnTo>
                <a:lnTo>
                  <a:pt x="5585" y="13670"/>
                </a:lnTo>
                <a:lnTo>
                  <a:pt x="5626" y="13562"/>
                </a:lnTo>
                <a:lnTo>
                  <a:pt x="5680" y="13454"/>
                </a:lnTo>
                <a:lnTo>
                  <a:pt x="5734" y="13359"/>
                </a:lnTo>
                <a:lnTo>
                  <a:pt x="5802" y="13265"/>
                </a:lnTo>
                <a:lnTo>
                  <a:pt x="5883" y="13183"/>
                </a:lnTo>
                <a:lnTo>
                  <a:pt x="5964" y="13116"/>
                </a:lnTo>
                <a:lnTo>
                  <a:pt x="6059" y="13048"/>
                </a:lnTo>
                <a:lnTo>
                  <a:pt x="6153" y="12981"/>
                </a:lnTo>
                <a:lnTo>
                  <a:pt x="6261" y="12927"/>
                </a:lnTo>
                <a:lnTo>
                  <a:pt x="6369" y="12886"/>
                </a:lnTo>
                <a:lnTo>
                  <a:pt x="6478" y="12859"/>
                </a:lnTo>
                <a:lnTo>
                  <a:pt x="6599" y="12845"/>
                </a:lnTo>
                <a:close/>
                <a:moveTo>
                  <a:pt x="3868" y="7897"/>
                </a:moveTo>
                <a:lnTo>
                  <a:pt x="2894" y="9208"/>
                </a:lnTo>
                <a:lnTo>
                  <a:pt x="2894" y="10777"/>
                </a:lnTo>
                <a:lnTo>
                  <a:pt x="1" y="10777"/>
                </a:lnTo>
                <a:lnTo>
                  <a:pt x="650" y="17267"/>
                </a:lnTo>
                <a:lnTo>
                  <a:pt x="12792" y="17267"/>
                </a:lnTo>
                <a:lnTo>
                  <a:pt x="13441" y="10777"/>
                </a:lnTo>
                <a:lnTo>
                  <a:pt x="10548" y="10777"/>
                </a:lnTo>
                <a:lnTo>
                  <a:pt x="10548" y="9208"/>
                </a:lnTo>
                <a:lnTo>
                  <a:pt x="9588" y="7897"/>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745" name="Google Shape;1745;p113"/>
          <p:cNvGrpSpPr/>
          <p:nvPr/>
        </p:nvGrpSpPr>
        <p:grpSpPr>
          <a:xfrm>
            <a:off x="5675732" y="4027784"/>
            <a:ext cx="322219" cy="193556"/>
            <a:chOff x="3489775" y="2366300"/>
            <a:chExt cx="366325" cy="220050"/>
          </a:xfrm>
        </p:grpSpPr>
        <p:sp>
          <p:nvSpPr>
            <p:cNvPr id="1746" name="Google Shape;1746;p113"/>
            <p:cNvSpPr/>
            <p:nvPr/>
          </p:nvSpPr>
          <p:spPr>
            <a:xfrm>
              <a:off x="3583200" y="2455525"/>
              <a:ext cx="179500" cy="41575"/>
            </a:xfrm>
            <a:custGeom>
              <a:avLst/>
              <a:gdLst/>
              <a:ahLst/>
              <a:cxnLst/>
              <a:rect l="l" t="t" r="r" b="b"/>
              <a:pathLst>
                <a:path w="7180" h="1663" extrusionOk="0">
                  <a:moveTo>
                    <a:pt x="709" y="1"/>
                  </a:moveTo>
                  <a:lnTo>
                    <a:pt x="610" y="11"/>
                  </a:lnTo>
                  <a:lnTo>
                    <a:pt x="532" y="30"/>
                  </a:lnTo>
                  <a:lnTo>
                    <a:pt x="453" y="50"/>
                  </a:lnTo>
                  <a:lnTo>
                    <a:pt x="374" y="70"/>
                  </a:lnTo>
                  <a:lnTo>
                    <a:pt x="315" y="109"/>
                  </a:lnTo>
                  <a:lnTo>
                    <a:pt x="256" y="148"/>
                  </a:lnTo>
                  <a:lnTo>
                    <a:pt x="197" y="188"/>
                  </a:lnTo>
                  <a:lnTo>
                    <a:pt x="148" y="237"/>
                  </a:lnTo>
                  <a:lnTo>
                    <a:pt x="109" y="286"/>
                  </a:lnTo>
                  <a:lnTo>
                    <a:pt x="79" y="345"/>
                  </a:lnTo>
                  <a:lnTo>
                    <a:pt x="50" y="414"/>
                  </a:lnTo>
                  <a:lnTo>
                    <a:pt x="30" y="483"/>
                  </a:lnTo>
                  <a:lnTo>
                    <a:pt x="10" y="552"/>
                  </a:lnTo>
                  <a:lnTo>
                    <a:pt x="1" y="620"/>
                  </a:lnTo>
                  <a:lnTo>
                    <a:pt x="1" y="709"/>
                  </a:lnTo>
                  <a:lnTo>
                    <a:pt x="1" y="955"/>
                  </a:lnTo>
                  <a:lnTo>
                    <a:pt x="1" y="1033"/>
                  </a:lnTo>
                  <a:lnTo>
                    <a:pt x="10" y="1112"/>
                  </a:lnTo>
                  <a:lnTo>
                    <a:pt x="30" y="1181"/>
                  </a:lnTo>
                  <a:lnTo>
                    <a:pt x="50" y="1250"/>
                  </a:lnTo>
                  <a:lnTo>
                    <a:pt x="79" y="1319"/>
                  </a:lnTo>
                  <a:lnTo>
                    <a:pt x="109" y="1368"/>
                  </a:lnTo>
                  <a:lnTo>
                    <a:pt x="148" y="1427"/>
                  </a:lnTo>
                  <a:lnTo>
                    <a:pt x="197" y="1476"/>
                  </a:lnTo>
                  <a:lnTo>
                    <a:pt x="256" y="1515"/>
                  </a:lnTo>
                  <a:lnTo>
                    <a:pt x="315" y="1555"/>
                  </a:lnTo>
                  <a:lnTo>
                    <a:pt x="374" y="1584"/>
                  </a:lnTo>
                  <a:lnTo>
                    <a:pt x="453" y="1614"/>
                  </a:lnTo>
                  <a:lnTo>
                    <a:pt x="532" y="1633"/>
                  </a:lnTo>
                  <a:lnTo>
                    <a:pt x="610" y="1653"/>
                  </a:lnTo>
                  <a:lnTo>
                    <a:pt x="709" y="1663"/>
                  </a:lnTo>
                  <a:lnTo>
                    <a:pt x="905" y="1663"/>
                  </a:lnTo>
                  <a:lnTo>
                    <a:pt x="1004" y="1653"/>
                  </a:lnTo>
                  <a:lnTo>
                    <a:pt x="1082" y="1633"/>
                  </a:lnTo>
                  <a:lnTo>
                    <a:pt x="1161" y="1614"/>
                  </a:lnTo>
                  <a:lnTo>
                    <a:pt x="1240" y="1584"/>
                  </a:lnTo>
                  <a:lnTo>
                    <a:pt x="1299" y="1555"/>
                  </a:lnTo>
                  <a:lnTo>
                    <a:pt x="1358" y="1515"/>
                  </a:lnTo>
                  <a:lnTo>
                    <a:pt x="1417" y="1476"/>
                  </a:lnTo>
                  <a:lnTo>
                    <a:pt x="1466" y="1427"/>
                  </a:lnTo>
                  <a:lnTo>
                    <a:pt x="1505" y="1368"/>
                  </a:lnTo>
                  <a:lnTo>
                    <a:pt x="1535" y="1319"/>
                  </a:lnTo>
                  <a:lnTo>
                    <a:pt x="1564" y="1250"/>
                  </a:lnTo>
                  <a:lnTo>
                    <a:pt x="1584" y="1181"/>
                  </a:lnTo>
                  <a:lnTo>
                    <a:pt x="1604" y="1112"/>
                  </a:lnTo>
                  <a:lnTo>
                    <a:pt x="1604" y="1033"/>
                  </a:lnTo>
                  <a:lnTo>
                    <a:pt x="1613" y="955"/>
                  </a:lnTo>
                  <a:lnTo>
                    <a:pt x="1613" y="709"/>
                  </a:lnTo>
                  <a:lnTo>
                    <a:pt x="1604" y="620"/>
                  </a:lnTo>
                  <a:lnTo>
                    <a:pt x="1604" y="552"/>
                  </a:lnTo>
                  <a:lnTo>
                    <a:pt x="1584" y="483"/>
                  </a:lnTo>
                  <a:lnTo>
                    <a:pt x="1564" y="414"/>
                  </a:lnTo>
                  <a:lnTo>
                    <a:pt x="1535" y="345"/>
                  </a:lnTo>
                  <a:lnTo>
                    <a:pt x="1505" y="286"/>
                  </a:lnTo>
                  <a:lnTo>
                    <a:pt x="1466" y="237"/>
                  </a:lnTo>
                  <a:lnTo>
                    <a:pt x="1417" y="188"/>
                  </a:lnTo>
                  <a:lnTo>
                    <a:pt x="1358" y="148"/>
                  </a:lnTo>
                  <a:lnTo>
                    <a:pt x="1299" y="109"/>
                  </a:lnTo>
                  <a:lnTo>
                    <a:pt x="1240" y="70"/>
                  </a:lnTo>
                  <a:lnTo>
                    <a:pt x="1161" y="50"/>
                  </a:lnTo>
                  <a:lnTo>
                    <a:pt x="1082" y="30"/>
                  </a:lnTo>
                  <a:lnTo>
                    <a:pt x="1004" y="11"/>
                  </a:lnTo>
                  <a:lnTo>
                    <a:pt x="905" y="1"/>
                  </a:lnTo>
                  <a:close/>
                  <a:moveTo>
                    <a:pt x="3492" y="1"/>
                  </a:moveTo>
                  <a:lnTo>
                    <a:pt x="3403" y="11"/>
                  </a:lnTo>
                  <a:lnTo>
                    <a:pt x="3315" y="30"/>
                  </a:lnTo>
                  <a:lnTo>
                    <a:pt x="3236" y="50"/>
                  </a:lnTo>
                  <a:lnTo>
                    <a:pt x="3167" y="70"/>
                  </a:lnTo>
                  <a:lnTo>
                    <a:pt x="3098" y="109"/>
                  </a:lnTo>
                  <a:lnTo>
                    <a:pt x="3039" y="148"/>
                  </a:lnTo>
                  <a:lnTo>
                    <a:pt x="2980" y="188"/>
                  </a:lnTo>
                  <a:lnTo>
                    <a:pt x="2941" y="237"/>
                  </a:lnTo>
                  <a:lnTo>
                    <a:pt x="2902" y="286"/>
                  </a:lnTo>
                  <a:lnTo>
                    <a:pt x="2862" y="345"/>
                  </a:lnTo>
                  <a:lnTo>
                    <a:pt x="2833" y="414"/>
                  </a:lnTo>
                  <a:lnTo>
                    <a:pt x="2813" y="483"/>
                  </a:lnTo>
                  <a:lnTo>
                    <a:pt x="2803" y="552"/>
                  </a:lnTo>
                  <a:lnTo>
                    <a:pt x="2793" y="620"/>
                  </a:lnTo>
                  <a:lnTo>
                    <a:pt x="2784" y="709"/>
                  </a:lnTo>
                  <a:lnTo>
                    <a:pt x="2784" y="955"/>
                  </a:lnTo>
                  <a:lnTo>
                    <a:pt x="2793" y="1033"/>
                  </a:lnTo>
                  <a:lnTo>
                    <a:pt x="2803" y="1112"/>
                  </a:lnTo>
                  <a:lnTo>
                    <a:pt x="2813" y="1181"/>
                  </a:lnTo>
                  <a:lnTo>
                    <a:pt x="2833" y="1250"/>
                  </a:lnTo>
                  <a:lnTo>
                    <a:pt x="2862" y="1319"/>
                  </a:lnTo>
                  <a:lnTo>
                    <a:pt x="2902" y="1368"/>
                  </a:lnTo>
                  <a:lnTo>
                    <a:pt x="2941" y="1427"/>
                  </a:lnTo>
                  <a:lnTo>
                    <a:pt x="2980" y="1476"/>
                  </a:lnTo>
                  <a:lnTo>
                    <a:pt x="3039" y="1515"/>
                  </a:lnTo>
                  <a:lnTo>
                    <a:pt x="3098" y="1555"/>
                  </a:lnTo>
                  <a:lnTo>
                    <a:pt x="3167" y="1584"/>
                  </a:lnTo>
                  <a:lnTo>
                    <a:pt x="3236" y="1614"/>
                  </a:lnTo>
                  <a:lnTo>
                    <a:pt x="3315" y="1633"/>
                  </a:lnTo>
                  <a:lnTo>
                    <a:pt x="3403" y="1653"/>
                  </a:lnTo>
                  <a:lnTo>
                    <a:pt x="3492" y="1663"/>
                  </a:lnTo>
                  <a:lnTo>
                    <a:pt x="3688" y="1663"/>
                  </a:lnTo>
                  <a:lnTo>
                    <a:pt x="3787" y="1653"/>
                  </a:lnTo>
                  <a:lnTo>
                    <a:pt x="3875" y="1633"/>
                  </a:lnTo>
                  <a:lnTo>
                    <a:pt x="3954" y="1614"/>
                  </a:lnTo>
                  <a:lnTo>
                    <a:pt x="4023" y="1584"/>
                  </a:lnTo>
                  <a:lnTo>
                    <a:pt x="4091" y="1555"/>
                  </a:lnTo>
                  <a:lnTo>
                    <a:pt x="4150" y="1515"/>
                  </a:lnTo>
                  <a:lnTo>
                    <a:pt x="4200" y="1476"/>
                  </a:lnTo>
                  <a:lnTo>
                    <a:pt x="4249" y="1427"/>
                  </a:lnTo>
                  <a:lnTo>
                    <a:pt x="4288" y="1368"/>
                  </a:lnTo>
                  <a:lnTo>
                    <a:pt x="4318" y="1319"/>
                  </a:lnTo>
                  <a:lnTo>
                    <a:pt x="4347" y="1250"/>
                  </a:lnTo>
                  <a:lnTo>
                    <a:pt x="4367" y="1181"/>
                  </a:lnTo>
                  <a:lnTo>
                    <a:pt x="4386" y="1112"/>
                  </a:lnTo>
                  <a:lnTo>
                    <a:pt x="4396" y="1033"/>
                  </a:lnTo>
                  <a:lnTo>
                    <a:pt x="4396" y="955"/>
                  </a:lnTo>
                  <a:lnTo>
                    <a:pt x="4396" y="709"/>
                  </a:lnTo>
                  <a:lnTo>
                    <a:pt x="4396" y="620"/>
                  </a:lnTo>
                  <a:lnTo>
                    <a:pt x="4386" y="552"/>
                  </a:lnTo>
                  <a:lnTo>
                    <a:pt x="4367" y="483"/>
                  </a:lnTo>
                  <a:lnTo>
                    <a:pt x="4347" y="414"/>
                  </a:lnTo>
                  <a:lnTo>
                    <a:pt x="4318" y="345"/>
                  </a:lnTo>
                  <a:lnTo>
                    <a:pt x="4288" y="286"/>
                  </a:lnTo>
                  <a:lnTo>
                    <a:pt x="4249" y="237"/>
                  </a:lnTo>
                  <a:lnTo>
                    <a:pt x="4200" y="188"/>
                  </a:lnTo>
                  <a:lnTo>
                    <a:pt x="4150" y="148"/>
                  </a:lnTo>
                  <a:lnTo>
                    <a:pt x="4091" y="109"/>
                  </a:lnTo>
                  <a:lnTo>
                    <a:pt x="4023" y="70"/>
                  </a:lnTo>
                  <a:lnTo>
                    <a:pt x="3954" y="50"/>
                  </a:lnTo>
                  <a:lnTo>
                    <a:pt x="3875" y="30"/>
                  </a:lnTo>
                  <a:lnTo>
                    <a:pt x="3787" y="11"/>
                  </a:lnTo>
                  <a:lnTo>
                    <a:pt x="3688" y="1"/>
                  </a:lnTo>
                  <a:close/>
                  <a:moveTo>
                    <a:pt x="6274" y="1"/>
                  </a:moveTo>
                  <a:lnTo>
                    <a:pt x="6186" y="11"/>
                  </a:lnTo>
                  <a:lnTo>
                    <a:pt x="6097" y="30"/>
                  </a:lnTo>
                  <a:lnTo>
                    <a:pt x="6019" y="50"/>
                  </a:lnTo>
                  <a:lnTo>
                    <a:pt x="5950" y="70"/>
                  </a:lnTo>
                  <a:lnTo>
                    <a:pt x="5881" y="109"/>
                  </a:lnTo>
                  <a:lnTo>
                    <a:pt x="5822" y="148"/>
                  </a:lnTo>
                  <a:lnTo>
                    <a:pt x="5773" y="188"/>
                  </a:lnTo>
                  <a:lnTo>
                    <a:pt x="5724" y="237"/>
                  </a:lnTo>
                  <a:lnTo>
                    <a:pt x="5684" y="286"/>
                  </a:lnTo>
                  <a:lnTo>
                    <a:pt x="5645" y="345"/>
                  </a:lnTo>
                  <a:lnTo>
                    <a:pt x="5625" y="414"/>
                  </a:lnTo>
                  <a:lnTo>
                    <a:pt x="5606" y="483"/>
                  </a:lnTo>
                  <a:lnTo>
                    <a:pt x="5586" y="552"/>
                  </a:lnTo>
                  <a:lnTo>
                    <a:pt x="5576" y="620"/>
                  </a:lnTo>
                  <a:lnTo>
                    <a:pt x="5576" y="709"/>
                  </a:lnTo>
                  <a:lnTo>
                    <a:pt x="5576" y="955"/>
                  </a:lnTo>
                  <a:lnTo>
                    <a:pt x="5576" y="1033"/>
                  </a:lnTo>
                  <a:lnTo>
                    <a:pt x="5586" y="1112"/>
                  </a:lnTo>
                  <a:lnTo>
                    <a:pt x="5606" y="1181"/>
                  </a:lnTo>
                  <a:lnTo>
                    <a:pt x="5625" y="1250"/>
                  </a:lnTo>
                  <a:lnTo>
                    <a:pt x="5645" y="1319"/>
                  </a:lnTo>
                  <a:lnTo>
                    <a:pt x="5684" y="1368"/>
                  </a:lnTo>
                  <a:lnTo>
                    <a:pt x="5724" y="1427"/>
                  </a:lnTo>
                  <a:lnTo>
                    <a:pt x="5773" y="1476"/>
                  </a:lnTo>
                  <a:lnTo>
                    <a:pt x="5822" y="1515"/>
                  </a:lnTo>
                  <a:lnTo>
                    <a:pt x="5881" y="1555"/>
                  </a:lnTo>
                  <a:lnTo>
                    <a:pt x="5950" y="1584"/>
                  </a:lnTo>
                  <a:lnTo>
                    <a:pt x="6019" y="1614"/>
                  </a:lnTo>
                  <a:lnTo>
                    <a:pt x="6097" y="1633"/>
                  </a:lnTo>
                  <a:lnTo>
                    <a:pt x="6186" y="1653"/>
                  </a:lnTo>
                  <a:lnTo>
                    <a:pt x="6274" y="1663"/>
                  </a:lnTo>
                  <a:lnTo>
                    <a:pt x="6481" y="1663"/>
                  </a:lnTo>
                  <a:lnTo>
                    <a:pt x="6569" y="1653"/>
                  </a:lnTo>
                  <a:lnTo>
                    <a:pt x="6658" y="1633"/>
                  </a:lnTo>
                  <a:lnTo>
                    <a:pt x="6737" y="1614"/>
                  </a:lnTo>
                  <a:lnTo>
                    <a:pt x="6805" y="1584"/>
                  </a:lnTo>
                  <a:lnTo>
                    <a:pt x="6874" y="1555"/>
                  </a:lnTo>
                  <a:lnTo>
                    <a:pt x="6933" y="1515"/>
                  </a:lnTo>
                  <a:lnTo>
                    <a:pt x="6982" y="1476"/>
                  </a:lnTo>
                  <a:lnTo>
                    <a:pt x="7032" y="1427"/>
                  </a:lnTo>
                  <a:lnTo>
                    <a:pt x="7071" y="1368"/>
                  </a:lnTo>
                  <a:lnTo>
                    <a:pt x="7110" y="1319"/>
                  </a:lnTo>
                  <a:lnTo>
                    <a:pt x="7130" y="1250"/>
                  </a:lnTo>
                  <a:lnTo>
                    <a:pt x="7159" y="1181"/>
                  </a:lnTo>
                  <a:lnTo>
                    <a:pt x="7169" y="1112"/>
                  </a:lnTo>
                  <a:lnTo>
                    <a:pt x="7179" y="1033"/>
                  </a:lnTo>
                  <a:lnTo>
                    <a:pt x="7179" y="955"/>
                  </a:lnTo>
                  <a:lnTo>
                    <a:pt x="7179" y="709"/>
                  </a:lnTo>
                  <a:lnTo>
                    <a:pt x="7179" y="620"/>
                  </a:lnTo>
                  <a:lnTo>
                    <a:pt x="7169" y="552"/>
                  </a:lnTo>
                  <a:lnTo>
                    <a:pt x="7159" y="483"/>
                  </a:lnTo>
                  <a:lnTo>
                    <a:pt x="7130" y="414"/>
                  </a:lnTo>
                  <a:lnTo>
                    <a:pt x="7110" y="345"/>
                  </a:lnTo>
                  <a:lnTo>
                    <a:pt x="7071" y="286"/>
                  </a:lnTo>
                  <a:lnTo>
                    <a:pt x="7032" y="237"/>
                  </a:lnTo>
                  <a:lnTo>
                    <a:pt x="6982" y="188"/>
                  </a:lnTo>
                  <a:lnTo>
                    <a:pt x="6933" y="148"/>
                  </a:lnTo>
                  <a:lnTo>
                    <a:pt x="6874" y="109"/>
                  </a:lnTo>
                  <a:lnTo>
                    <a:pt x="6805" y="70"/>
                  </a:lnTo>
                  <a:lnTo>
                    <a:pt x="6737" y="50"/>
                  </a:lnTo>
                  <a:lnTo>
                    <a:pt x="6658" y="30"/>
                  </a:lnTo>
                  <a:lnTo>
                    <a:pt x="6569" y="11"/>
                  </a:lnTo>
                  <a:lnTo>
                    <a:pt x="648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7" name="Google Shape;1747;p113"/>
            <p:cNvSpPr/>
            <p:nvPr/>
          </p:nvSpPr>
          <p:spPr>
            <a:xfrm>
              <a:off x="3489775" y="2366300"/>
              <a:ext cx="366325" cy="220050"/>
            </a:xfrm>
            <a:custGeom>
              <a:avLst/>
              <a:gdLst/>
              <a:ahLst/>
              <a:cxnLst/>
              <a:rect l="l" t="t" r="r" b="b"/>
              <a:pathLst>
                <a:path w="14653" h="8802" extrusionOk="0">
                  <a:moveTo>
                    <a:pt x="1604" y="0"/>
                  </a:moveTo>
                  <a:lnTo>
                    <a:pt x="1515" y="10"/>
                  </a:lnTo>
                  <a:lnTo>
                    <a:pt x="1437" y="30"/>
                  </a:lnTo>
                  <a:lnTo>
                    <a:pt x="1358" y="50"/>
                  </a:lnTo>
                  <a:lnTo>
                    <a:pt x="1279" y="79"/>
                  </a:lnTo>
                  <a:lnTo>
                    <a:pt x="1210" y="118"/>
                  </a:lnTo>
                  <a:lnTo>
                    <a:pt x="1151" y="158"/>
                  </a:lnTo>
                  <a:lnTo>
                    <a:pt x="1092" y="207"/>
                  </a:lnTo>
                  <a:lnTo>
                    <a:pt x="1043" y="266"/>
                  </a:lnTo>
                  <a:lnTo>
                    <a:pt x="994" y="335"/>
                  </a:lnTo>
                  <a:lnTo>
                    <a:pt x="955" y="404"/>
                  </a:lnTo>
                  <a:lnTo>
                    <a:pt x="915" y="482"/>
                  </a:lnTo>
                  <a:lnTo>
                    <a:pt x="896" y="571"/>
                  </a:lnTo>
                  <a:lnTo>
                    <a:pt x="876" y="669"/>
                  </a:lnTo>
                  <a:lnTo>
                    <a:pt x="856" y="767"/>
                  </a:lnTo>
                  <a:lnTo>
                    <a:pt x="856" y="876"/>
                  </a:lnTo>
                  <a:lnTo>
                    <a:pt x="856" y="3098"/>
                  </a:lnTo>
                  <a:lnTo>
                    <a:pt x="856" y="3196"/>
                  </a:lnTo>
                  <a:lnTo>
                    <a:pt x="837" y="3285"/>
                  </a:lnTo>
                  <a:lnTo>
                    <a:pt x="827" y="3363"/>
                  </a:lnTo>
                  <a:lnTo>
                    <a:pt x="797" y="3442"/>
                  </a:lnTo>
                  <a:lnTo>
                    <a:pt x="768" y="3511"/>
                  </a:lnTo>
                  <a:lnTo>
                    <a:pt x="729" y="3570"/>
                  </a:lnTo>
                  <a:lnTo>
                    <a:pt x="679" y="3629"/>
                  </a:lnTo>
                  <a:lnTo>
                    <a:pt x="630" y="3678"/>
                  </a:lnTo>
                  <a:lnTo>
                    <a:pt x="571" y="3727"/>
                  </a:lnTo>
                  <a:lnTo>
                    <a:pt x="502" y="3767"/>
                  </a:lnTo>
                  <a:lnTo>
                    <a:pt x="434" y="3796"/>
                  </a:lnTo>
                  <a:lnTo>
                    <a:pt x="355" y="3826"/>
                  </a:lnTo>
                  <a:lnTo>
                    <a:pt x="276" y="3845"/>
                  </a:lnTo>
                  <a:lnTo>
                    <a:pt x="188" y="3855"/>
                  </a:lnTo>
                  <a:lnTo>
                    <a:pt x="99" y="3865"/>
                  </a:lnTo>
                  <a:lnTo>
                    <a:pt x="1" y="3875"/>
                  </a:lnTo>
                  <a:lnTo>
                    <a:pt x="1" y="4927"/>
                  </a:lnTo>
                  <a:lnTo>
                    <a:pt x="99" y="4937"/>
                  </a:lnTo>
                  <a:lnTo>
                    <a:pt x="188" y="4947"/>
                  </a:lnTo>
                  <a:lnTo>
                    <a:pt x="276" y="4956"/>
                  </a:lnTo>
                  <a:lnTo>
                    <a:pt x="355" y="4976"/>
                  </a:lnTo>
                  <a:lnTo>
                    <a:pt x="434" y="5006"/>
                  </a:lnTo>
                  <a:lnTo>
                    <a:pt x="502" y="5035"/>
                  </a:lnTo>
                  <a:lnTo>
                    <a:pt x="571" y="5074"/>
                  </a:lnTo>
                  <a:lnTo>
                    <a:pt x="630" y="5124"/>
                  </a:lnTo>
                  <a:lnTo>
                    <a:pt x="679" y="5173"/>
                  </a:lnTo>
                  <a:lnTo>
                    <a:pt x="729" y="5232"/>
                  </a:lnTo>
                  <a:lnTo>
                    <a:pt x="768" y="5291"/>
                  </a:lnTo>
                  <a:lnTo>
                    <a:pt x="797" y="5360"/>
                  </a:lnTo>
                  <a:lnTo>
                    <a:pt x="827" y="5438"/>
                  </a:lnTo>
                  <a:lnTo>
                    <a:pt x="837" y="5517"/>
                  </a:lnTo>
                  <a:lnTo>
                    <a:pt x="856" y="5605"/>
                  </a:lnTo>
                  <a:lnTo>
                    <a:pt x="856" y="5704"/>
                  </a:lnTo>
                  <a:lnTo>
                    <a:pt x="856" y="7926"/>
                  </a:lnTo>
                  <a:lnTo>
                    <a:pt x="856" y="8034"/>
                  </a:lnTo>
                  <a:lnTo>
                    <a:pt x="876" y="8133"/>
                  </a:lnTo>
                  <a:lnTo>
                    <a:pt x="896" y="8231"/>
                  </a:lnTo>
                  <a:lnTo>
                    <a:pt x="915" y="8319"/>
                  </a:lnTo>
                  <a:lnTo>
                    <a:pt x="955" y="8398"/>
                  </a:lnTo>
                  <a:lnTo>
                    <a:pt x="994" y="8467"/>
                  </a:lnTo>
                  <a:lnTo>
                    <a:pt x="1043" y="8536"/>
                  </a:lnTo>
                  <a:lnTo>
                    <a:pt x="1092" y="8595"/>
                  </a:lnTo>
                  <a:lnTo>
                    <a:pt x="1151" y="8644"/>
                  </a:lnTo>
                  <a:lnTo>
                    <a:pt x="1210" y="8683"/>
                  </a:lnTo>
                  <a:lnTo>
                    <a:pt x="1279" y="8723"/>
                  </a:lnTo>
                  <a:lnTo>
                    <a:pt x="1358" y="8752"/>
                  </a:lnTo>
                  <a:lnTo>
                    <a:pt x="1437" y="8772"/>
                  </a:lnTo>
                  <a:lnTo>
                    <a:pt x="1515" y="8791"/>
                  </a:lnTo>
                  <a:lnTo>
                    <a:pt x="1604" y="8801"/>
                  </a:lnTo>
                  <a:lnTo>
                    <a:pt x="2715" y="8801"/>
                  </a:lnTo>
                  <a:lnTo>
                    <a:pt x="2715" y="7867"/>
                  </a:lnTo>
                  <a:lnTo>
                    <a:pt x="2056" y="7867"/>
                  </a:lnTo>
                  <a:lnTo>
                    <a:pt x="2056" y="5605"/>
                  </a:lnTo>
                  <a:lnTo>
                    <a:pt x="2046" y="5458"/>
                  </a:lnTo>
                  <a:lnTo>
                    <a:pt x="2027" y="5320"/>
                  </a:lnTo>
                  <a:lnTo>
                    <a:pt x="2007" y="5202"/>
                  </a:lnTo>
                  <a:lnTo>
                    <a:pt x="1968" y="5084"/>
                  </a:lnTo>
                  <a:lnTo>
                    <a:pt x="1918" y="4986"/>
                  </a:lnTo>
                  <a:lnTo>
                    <a:pt x="1859" y="4888"/>
                  </a:lnTo>
                  <a:lnTo>
                    <a:pt x="1791" y="4809"/>
                  </a:lnTo>
                  <a:lnTo>
                    <a:pt x="1712" y="4730"/>
                  </a:lnTo>
                  <a:lnTo>
                    <a:pt x="1623" y="4671"/>
                  </a:lnTo>
                  <a:lnTo>
                    <a:pt x="1525" y="4612"/>
                  </a:lnTo>
                  <a:lnTo>
                    <a:pt x="1417" y="4573"/>
                  </a:lnTo>
                  <a:lnTo>
                    <a:pt x="1299" y="4534"/>
                  </a:lnTo>
                  <a:lnTo>
                    <a:pt x="1171" y="4504"/>
                  </a:lnTo>
                  <a:lnTo>
                    <a:pt x="1033" y="4484"/>
                  </a:lnTo>
                  <a:lnTo>
                    <a:pt x="886" y="4475"/>
                  </a:lnTo>
                  <a:lnTo>
                    <a:pt x="729" y="4465"/>
                  </a:lnTo>
                  <a:lnTo>
                    <a:pt x="729" y="4327"/>
                  </a:lnTo>
                  <a:lnTo>
                    <a:pt x="886" y="4327"/>
                  </a:lnTo>
                  <a:lnTo>
                    <a:pt x="1033" y="4317"/>
                  </a:lnTo>
                  <a:lnTo>
                    <a:pt x="1171" y="4298"/>
                  </a:lnTo>
                  <a:lnTo>
                    <a:pt x="1299" y="4268"/>
                  </a:lnTo>
                  <a:lnTo>
                    <a:pt x="1417" y="4229"/>
                  </a:lnTo>
                  <a:lnTo>
                    <a:pt x="1525" y="4189"/>
                  </a:lnTo>
                  <a:lnTo>
                    <a:pt x="1623" y="4130"/>
                  </a:lnTo>
                  <a:lnTo>
                    <a:pt x="1712" y="4071"/>
                  </a:lnTo>
                  <a:lnTo>
                    <a:pt x="1791" y="3993"/>
                  </a:lnTo>
                  <a:lnTo>
                    <a:pt x="1859" y="3914"/>
                  </a:lnTo>
                  <a:lnTo>
                    <a:pt x="1918" y="3816"/>
                  </a:lnTo>
                  <a:lnTo>
                    <a:pt x="1968" y="3717"/>
                  </a:lnTo>
                  <a:lnTo>
                    <a:pt x="2007" y="3599"/>
                  </a:lnTo>
                  <a:lnTo>
                    <a:pt x="2027" y="3481"/>
                  </a:lnTo>
                  <a:lnTo>
                    <a:pt x="2046" y="3344"/>
                  </a:lnTo>
                  <a:lnTo>
                    <a:pt x="2056" y="3196"/>
                  </a:lnTo>
                  <a:lnTo>
                    <a:pt x="2056" y="935"/>
                  </a:lnTo>
                  <a:lnTo>
                    <a:pt x="2715" y="935"/>
                  </a:lnTo>
                  <a:lnTo>
                    <a:pt x="2715" y="0"/>
                  </a:lnTo>
                  <a:close/>
                  <a:moveTo>
                    <a:pt x="11939" y="0"/>
                  </a:moveTo>
                  <a:lnTo>
                    <a:pt x="11939" y="935"/>
                  </a:lnTo>
                  <a:lnTo>
                    <a:pt x="12607" y="935"/>
                  </a:lnTo>
                  <a:lnTo>
                    <a:pt x="12607" y="3196"/>
                  </a:lnTo>
                  <a:lnTo>
                    <a:pt x="12607" y="3344"/>
                  </a:lnTo>
                  <a:lnTo>
                    <a:pt x="12627" y="3481"/>
                  </a:lnTo>
                  <a:lnTo>
                    <a:pt x="12657" y="3599"/>
                  </a:lnTo>
                  <a:lnTo>
                    <a:pt x="12696" y="3717"/>
                  </a:lnTo>
                  <a:lnTo>
                    <a:pt x="12735" y="3816"/>
                  </a:lnTo>
                  <a:lnTo>
                    <a:pt x="12794" y="3914"/>
                  </a:lnTo>
                  <a:lnTo>
                    <a:pt x="12863" y="3993"/>
                  </a:lnTo>
                  <a:lnTo>
                    <a:pt x="12942" y="4071"/>
                  </a:lnTo>
                  <a:lnTo>
                    <a:pt x="13030" y="4130"/>
                  </a:lnTo>
                  <a:lnTo>
                    <a:pt x="13129" y="4189"/>
                  </a:lnTo>
                  <a:lnTo>
                    <a:pt x="13237" y="4229"/>
                  </a:lnTo>
                  <a:lnTo>
                    <a:pt x="13355" y="4268"/>
                  </a:lnTo>
                  <a:lnTo>
                    <a:pt x="13492" y="4298"/>
                  </a:lnTo>
                  <a:lnTo>
                    <a:pt x="13630" y="4317"/>
                  </a:lnTo>
                  <a:lnTo>
                    <a:pt x="13778" y="4327"/>
                  </a:lnTo>
                  <a:lnTo>
                    <a:pt x="13935" y="4327"/>
                  </a:lnTo>
                  <a:lnTo>
                    <a:pt x="13935" y="4465"/>
                  </a:lnTo>
                  <a:lnTo>
                    <a:pt x="13778" y="4475"/>
                  </a:lnTo>
                  <a:lnTo>
                    <a:pt x="13630" y="4484"/>
                  </a:lnTo>
                  <a:lnTo>
                    <a:pt x="13492" y="4504"/>
                  </a:lnTo>
                  <a:lnTo>
                    <a:pt x="13355" y="4534"/>
                  </a:lnTo>
                  <a:lnTo>
                    <a:pt x="13237" y="4573"/>
                  </a:lnTo>
                  <a:lnTo>
                    <a:pt x="13129" y="4612"/>
                  </a:lnTo>
                  <a:lnTo>
                    <a:pt x="13030" y="4671"/>
                  </a:lnTo>
                  <a:lnTo>
                    <a:pt x="12942" y="4730"/>
                  </a:lnTo>
                  <a:lnTo>
                    <a:pt x="12863" y="4809"/>
                  </a:lnTo>
                  <a:lnTo>
                    <a:pt x="12794" y="4888"/>
                  </a:lnTo>
                  <a:lnTo>
                    <a:pt x="12735" y="4986"/>
                  </a:lnTo>
                  <a:lnTo>
                    <a:pt x="12696" y="5084"/>
                  </a:lnTo>
                  <a:lnTo>
                    <a:pt x="12657" y="5202"/>
                  </a:lnTo>
                  <a:lnTo>
                    <a:pt x="12627" y="5320"/>
                  </a:lnTo>
                  <a:lnTo>
                    <a:pt x="12607" y="5458"/>
                  </a:lnTo>
                  <a:lnTo>
                    <a:pt x="12607" y="5605"/>
                  </a:lnTo>
                  <a:lnTo>
                    <a:pt x="12607" y="7867"/>
                  </a:lnTo>
                  <a:lnTo>
                    <a:pt x="11939" y="7867"/>
                  </a:lnTo>
                  <a:lnTo>
                    <a:pt x="11939" y="8801"/>
                  </a:lnTo>
                  <a:lnTo>
                    <a:pt x="13060" y="8801"/>
                  </a:lnTo>
                  <a:lnTo>
                    <a:pt x="13138" y="8791"/>
                  </a:lnTo>
                  <a:lnTo>
                    <a:pt x="13227" y="8772"/>
                  </a:lnTo>
                  <a:lnTo>
                    <a:pt x="13306" y="8752"/>
                  </a:lnTo>
                  <a:lnTo>
                    <a:pt x="13374" y="8723"/>
                  </a:lnTo>
                  <a:lnTo>
                    <a:pt x="13443" y="8683"/>
                  </a:lnTo>
                  <a:lnTo>
                    <a:pt x="13512" y="8644"/>
                  </a:lnTo>
                  <a:lnTo>
                    <a:pt x="13571" y="8595"/>
                  </a:lnTo>
                  <a:lnTo>
                    <a:pt x="13620" y="8536"/>
                  </a:lnTo>
                  <a:lnTo>
                    <a:pt x="13669" y="8467"/>
                  </a:lnTo>
                  <a:lnTo>
                    <a:pt x="13709" y="8398"/>
                  </a:lnTo>
                  <a:lnTo>
                    <a:pt x="13738" y="8319"/>
                  </a:lnTo>
                  <a:lnTo>
                    <a:pt x="13768" y="8231"/>
                  </a:lnTo>
                  <a:lnTo>
                    <a:pt x="13787" y="8133"/>
                  </a:lnTo>
                  <a:lnTo>
                    <a:pt x="13797" y="8034"/>
                  </a:lnTo>
                  <a:lnTo>
                    <a:pt x="13807" y="7926"/>
                  </a:lnTo>
                  <a:lnTo>
                    <a:pt x="13807" y="5704"/>
                  </a:lnTo>
                  <a:lnTo>
                    <a:pt x="13807" y="5605"/>
                  </a:lnTo>
                  <a:lnTo>
                    <a:pt x="13817" y="5517"/>
                  </a:lnTo>
                  <a:lnTo>
                    <a:pt x="13837" y="5438"/>
                  </a:lnTo>
                  <a:lnTo>
                    <a:pt x="13866" y="5360"/>
                  </a:lnTo>
                  <a:lnTo>
                    <a:pt x="13896" y="5291"/>
                  </a:lnTo>
                  <a:lnTo>
                    <a:pt x="13935" y="5232"/>
                  </a:lnTo>
                  <a:lnTo>
                    <a:pt x="13974" y="5173"/>
                  </a:lnTo>
                  <a:lnTo>
                    <a:pt x="14033" y="5124"/>
                  </a:lnTo>
                  <a:lnTo>
                    <a:pt x="14092" y="5074"/>
                  </a:lnTo>
                  <a:lnTo>
                    <a:pt x="14151" y="5035"/>
                  </a:lnTo>
                  <a:lnTo>
                    <a:pt x="14220" y="5006"/>
                  </a:lnTo>
                  <a:lnTo>
                    <a:pt x="14299" y="4976"/>
                  </a:lnTo>
                  <a:lnTo>
                    <a:pt x="14377" y="4956"/>
                  </a:lnTo>
                  <a:lnTo>
                    <a:pt x="14466" y="4947"/>
                  </a:lnTo>
                  <a:lnTo>
                    <a:pt x="14564" y="4937"/>
                  </a:lnTo>
                  <a:lnTo>
                    <a:pt x="14653" y="4927"/>
                  </a:lnTo>
                  <a:lnTo>
                    <a:pt x="14653" y="3875"/>
                  </a:lnTo>
                  <a:lnTo>
                    <a:pt x="14564" y="3865"/>
                  </a:lnTo>
                  <a:lnTo>
                    <a:pt x="14466" y="3855"/>
                  </a:lnTo>
                  <a:lnTo>
                    <a:pt x="14377" y="3845"/>
                  </a:lnTo>
                  <a:lnTo>
                    <a:pt x="14299" y="3826"/>
                  </a:lnTo>
                  <a:lnTo>
                    <a:pt x="14220" y="3796"/>
                  </a:lnTo>
                  <a:lnTo>
                    <a:pt x="14151" y="3767"/>
                  </a:lnTo>
                  <a:lnTo>
                    <a:pt x="14092" y="3727"/>
                  </a:lnTo>
                  <a:lnTo>
                    <a:pt x="14033" y="3678"/>
                  </a:lnTo>
                  <a:lnTo>
                    <a:pt x="13974" y="3629"/>
                  </a:lnTo>
                  <a:lnTo>
                    <a:pt x="13935" y="3570"/>
                  </a:lnTo>
                  <a:lnTo>
                    <a:pt x="13896" y="3511"/>
                  </a:lnTo>
                  <a:lnTo>
                    <a:pt x="13866" y="3442"/>
                  </a:lnTo>
                  <a:lnTo>
                    <a:pt x="13837" y="3363"/>
                  </a:lnTo>
                  <a:lnTo>
                    <a:pt x="13817" y="3285"/>
                  </a:lnTo>
                  <a:lnTo>
                    <a:pt x="13807" y="3196"/>
                  </a:lnTo>
                  <a:lnTo>
                    <a:pt x="13807" y="3098"/>
                  </a:lnTo>
                  <a:lnTo>
                    <a:pt x="13807" y="876"/>
                  </a:lnTo>
                  <a:lnTo>
                    <a:pt x="13797" y="767"/>
                  </a:lnTo>
                  <a:lnTo>
                    <a:pt x="13787" y="669"/>
                  </a:lnTo>
                  <a:lnTo>
                    <a:pt x="13768" y="571"/>
                  </a:lnTo>
                  <a:lnTo>
                    <a:pt x="13738" y="482"/>
                  </a:lnTo>
                  <a:lnTo>
                    <a:pt x="13709" y="404"/>
                  </a:lnTo>
                  <a:lnTo>
                    <a:pt x="13669" y="335"/>
                  </a:lnTo>
                  <a:lnTo>
                    <a:pt x="13620" y="266"/>
                  </a:lnTo>
                  <a:lnTo>
                    <a:pt x="13571" y="207"/>
                  </a:lnTo>
                  <a:lnTo>
                    <a:pt x="13512" y="158"/>
                  </a:lnTo>
                  <a:lnTo>
                    <a:pt x="13443" y="118"/>
                  </a:lnTo>
                  <a:lnTo>
                    <a:pt x="13374" y="79"/>
                  </a:lnTo>
                  <a:lnTo>
                    <a:pt x="13306" y="50"/>
                  </a:lnTo>
                  <a:lnTo>
                    <a:pt x="13227" y="30"/>
                  </a:lnTo>
                  <a:lnTo>
                    <a:pt x="13138" y="10"/>
                  </a:lnTo>
                  <a:lnTo>
                    <a:pt x="1306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748" name="Google Shape;1748;p113"/>
          <p:cNvSpPr/>
          <p:nvPr/>
        </p:nvSpPr>
        <p:spPr>
          <a:xfrm>
            <a:off x="3672889" y="3968971"/>
            <a:ext cx="335413" cy="311180"/>
          </a:xfrm>
          <a:custGeom>
            <a:avLst/>
            <a:gdLst/>
            <a:ahLst/>
            <a:cxnLst/>
            <a:rect l="l" t="t" r="r" b="b"/>
            <a:pathLst>
              <a:path w="15253" h="14151" extrusionOk="0">
                <a:moveTo>
                  <a:pt x="10080" y="954"/>
                </a:moveTo>
                <a:lnTo>
                  <a:pt x="10886" y="2360"/>
                </a:lnTo>
                <a:lnTo>
                  <a:pt x="10483" y="3068"/>
                </a:lnTo>
                <a:lnTo>
                  <a:pt x="10080" y="3776"/>
                </a:lnTo>
                <a:lnTo>
                  <a:pt x="8448" y="3776"/>
                </a:lnTo>
                <a:lnTo>
                  <a:pt x="8044" y="3068"/>
                </a:lnTo>
                <a:lnTo>
                  <a:pt x="7631" y="2360"/>
                </a:lnTo>
                <a:lnTo>
                  <a:pt x="8448" y="954"/>
                </a:lnTo>
                <a:close/>
                <a:moveTo>
                  <a:pt x="6805" y="2842"/>
                </a:moveTo>
                <a:lnTo>
                  <a:pt x="7218" y="3540"/>
                </a:lnTo>
                <a:lnTo>
                  <a:pt x="7622" y="4248"/>
                </a:lnTo>
                <a:lnTo>
                  <a:pt x="7218" y="4956"/>
                </a:lnTo>
                <a:lnTo>
                  <a:pt x="6805" y="5654"/>
                </a:lnTo>
                <a:lnTo>
                  <a:pt x="5183" y="5654"/>
                </a:lnTo>
                <a:lnTo>
                  <a:pt x="4780" y="4956"/>
                </a:lnTo>
                <a:lnTo>
                  <a:pt x="4367" y="4248"/>
                </a:lnTo>
                <a:lnTo>
                  <a:pt x="5183" y="2842"/>
                </a:lnTo>
                <a:close/>
                <a:moveTo>
                  <a:pt x="13345" y="2842"/>
                </a:moveTo>
                <a:lnTo>
                  <a:pt x="14151" y="4248"/>
                </a:lnTo>
                <a:lnTo>
                  <a:pt x="13345" y="5654"/>
                </a:lnTo>
                <a:lnTo>
                  <a:pt x="11712" y="5654"/>
                </a:lnTo>
                <a:lnTo>
                  <a:pt x="11309" y="4956"/>
                </a:lnTo>
                <a:lnTo>
                  <a:pt x="10896" y="4248"/>
                </a:lnTo>
                <a:lnTo>
                  <a:pt x="11309" y="3540"/>
                </a:lnTo>
                <a:lnTo>
                  <a:pt x="11712" y="2842"/>
                </a:lnTo>
                <a:close/>
                <a:moveTo>
                  <a:pt x="3541" y="4720"/>
                </a:moveTo>
                <a:lnTo>
                  <a:pt x="3954" y="5428"/>
                </a:lnTo>
                <a:lnTo>
                  <a:pt x="4357" y="6136"/>
                </a:lnTo>
                <a:lnTo>
                  <a:pt x="3954" y="6834"/>
                </a:lnTo>
                <a:lnTo>
                  <a:pt x="3541" y="7542"/>
                </a:lnTo>
                <a:lnTo>
                  <a:pt x="1918" y="7542"/>
                </a:lnTo>
                <a:lnTo>
                  <a:pt x="1102" y="6136"/>
                </a:lnTo>
                <a:lnTo>
                  <a:pt x="1918" y="4720"/>
                </a:lnTo>
                <a:close/>
                <a:moveTo>
                  <a:pt x="10080" y="4720"/>
                </a:moveTo>
                <a:lnTo>
                  <a:pt x="10483" y="5428"/>
                </a:lnTo>
                <a:lnTo>
                  <a:pt x="10886" y="6136"/>
                </a:lnTo>
                <a:lnTo>
                  <a:pt x="10483" y="6834"/>
                </a:lnTo>
                <a:lnTo>
                  <a:pt x="10080" y="7542"/>
                </a:lnTo>
                <a:lnTo>
                  <a:pt x="8448" y="7542"/>
                </a:lnTo>
                <a:lnTo>
                  <a:pt x="8044" y="6834"/>
                </a:lnTo>
                <a:lnTo>
                  <a:pt x="7631" y="6136"/>
                </a:lnTo>
                <a:lnTo>
                  <a:pt x="8044" y="5428"/>
                </a:lnTo>
                <a:lnTo>
                  <a:pt x="8448" y="4720"/>
                </a:lnTo>
                <a:close/>
                <a:moveTo>
                  <a:pt x="13345" y="6608"/>
                </a:moveTo>
                <a:lnTo>
                  <a:pt x="14151" y="8024"/>
                </a:lnTo>
                <a:lnTo>
                  <a:pt x="13345" y="9430"/>
                </a:lnTo>
                <a:lnTo>
                  <a:pt x="11712" y="9430"/>
                </a:lnTo>
                <a:lnTo>
                  <a:pt x="11309" y="8722"/>
                </a:lnTo>
                <a:lnTo>
                  <a:pt x="10896" y="8024"/>
                </a:lnTo>
                <a:lnTo>
                  <a:pt x="11309" y="7316"/>
                </a:lnTo>
                <a:lnTo>
                  <a:pt x="11712" y="6608"/>
                </a:lnTo>
                <a:close/>
                <a:moveTo>
                  <a:pt x="10080" y="8496"/>
                </a:moveTo>
                <a:lnTo>
                  <a:pt x="10483" y="9204"/>
                </a:lnTo>
                <a:lnTo>
                  <a:pt x="10886" y="9902"/>
                </a:lnTo>
                <a:lnTo>
                  <a:pt x="10080" y="11318"/>
                </a:lnTo>
                <a:lnTo>
                  <a:pt x="8448" y="11318"/>
                </a:lnTo>
                <a:lnTo>
                  <a:pt x="8044" y="10610"/>
                </a:lnTo>
                <a:lnTo>
                  <a:pt x="7631" y="9902"/>
                </a:lnTo>
                <a:lnTo>
                  <a:pt x="8044" y="9204"/>
                </a:lnTo>
                <a:lnTo>
                  <a:pt x="8448" y="8496"/>
                </a:lnTo>
                <a:close/>
                <a:moveTo>
                  <a:pt x="6805" y="10384"/>
                </a:moveTo>
                <a:lnTo>
                  <a:pt x="7218" y="11082"/>
                </a:lnTo>
                <a:lnTo>
                  <a:pt x="7622" y="11790"/>
                </a:lnTo>
                <a:lnTo>
                  <a:pt x="6805" y="13197"/>
                </a:lnTo>
                <a:lnTo>
                  <a:pt x="5183" y="13197"/>
                </a:lnTo>
                <a:lnTo>
                  <a:pt x="4367" y="11790"/>
                </a:lnTo>
                <a:lnTo>
                  <a:pt x="5183" y="10384"/>
                </a:lnTo>
                <a:close/>
                <a:moveTo>
                  <a:pt x="7897" y="0"/>
                </a:moveTo>
                <a:lnTo>
                  <a:pt x="6805" y="1888"/>
                </a:lnTo>
                <a:lnTo>
                  <a:pt x="4632" y="1888"/>
                </a:lnTo>
                <a:lnTo>
                  <a:pt x="3541" y="3776"/>
                </a:lnTo>
                <a:lnTo>
                  <a:pt x="1367" y="3776"/>
                </a:lnTo>
                <a:lnTo>
                  <a:pt x="1" y="6136"/>
                </a:lnTo>
                <a:lnTo>
                  <a:pt x="1367" y="8496"/>
                </a:lnTo>
                <a:lnTo>
                  <a:pt x="3541" y="8496"/>
                </a:lnTo>
                <a:lnTo>
                  <a:pt x="4357" y="9902"/>
                </a:lnTo>
                <a:lnTo>
                  <a:pt x="3265" y="11790"/>
                </a:lnTo>
                <a:lnTo>
                  <a:pt x="4632" y="14150"/>
                </a:lnTo>
                <a:lnTo>
                  <a:pt x="7356" y="14150"/>
                </a:lnTo>
                <a:lnTo>
                  <a:pt x="8448" y="12262"/>
                </a:lnTo>
                <a:lnTo>
                  <a:pt x="10621" y="12262"/>
                </a:lnTo>
                <a:lnTo>
                  <a:pt x="11712" y="10384"/>
                </a:lnTo>
                <a:lnTo>
                  <a:pt x="13885" y="10384"/>
                </a:lnTo>
                <a:lnTo>
                  <a:pt x="15252" y="8024"/>
                </a:lnTo>
                <a:lnTo>
                  <a:pt x="14161" y="6136"/>
                </a:lnTo>
                <a:lnTo>
                  <a:pt x="15252" y="4248"/>
                </a:lnTo>
                <a:lnTo>
                  <a:pt x="13885" y="1888"/>
                </a:lnTo>
                <a:lnTo>
                  <a:pt x="11712" y="1888"/>
                </a:lnTo>
                <a:lnTo>
                  <a:pt x="1062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749" name="Google Shape;1749;p113"/>
          <p:cNvGrpSpPr/>
          <p:nvPr/>
        </p:nvGrpSpPr>
        <p:grpSpPr>
          <a:xfrm>
            <a:off x="4671826" y="3963133"/>
            <a:ext cx="340383" cy="322857"/>
            <a:chOff x="3479450" y="1575950"/>
            <a:chExt cx="386975" cy="367050"/>
          </a:xfrm>
        </p:grpSpPr>
        <p:sp>
          <p:nvSpPr>
            <p:cNvPr id="1750" name="Google Shape;1750;p113"/>
            <p:cNvSpPr/>
            <p:nvPr/>
          </p:nvSpPr>
          <p:spPr>
            <a:xfrm>
              <a:off x="3626475" y="1835050"/>
              <a:ext cx="92950" cy="23625"/>
            </a:xfrm>
            <a:custGeom>
              <a:avLst/>
              <a:gdLst/>
              <a:ahLst/>
              <a:cxnLst/>
              <a:rect l="l" t="t" r="r" b="b"/>
              <a:pathLst>
                <a:path w="3718" h="945" extrusionOk="0">
                  <a:moveTo>
                    <a:pt x="0" y="0"/>
                  </a:moveTo>
                  <a:lnTo>
                    <a:pt x="0" y="944"/>
                  </a:lnTo>
                  <a:lnTo>
                    <a:pt x="3717" y="944"/>
                  </a:lnTo>
                  <a:lnTo>
                    <a:pt x="3717"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1" name="Google Shape;1751;p113"/>
            <p:cNvSpPr/>
            <p:nvPr/>
          </p:nvSpPr>
          <p:spPr>
            <a:xfrm>
              <a:off x="3479450" y="1575950"/>
              <a:ext cx="386975" cy="367050"/>
            </a:xfrm>
            <a:custGeom>
              <a:avLst/>
              <a:gdLst/>
              <a:ahLst/>
              <a:cxnLst/>
              <a:rect l="l" t="t" r="r" b="b"/>
              <a:pathLst>
                <a:path w="15479" h="14682" extrusionOk="0">
                  <a:moveTo>
                    <a:pt x="7858" y="954"/>
                  </a:moveTo>
                  <a:lnTo>
                    <a:pt x="7976" y="974"/>
                  </a:lnTo>
                  <a:lnTo>
                    <a:pt x="8084" y="1003"/>
                  </a:lnTo>
                  <a:lnTo>
                    <a:pt x="8182" y="1042"/>
                  </a:lnTo>
                  <a:lnTo>
                    <a:pt x="8291" y="1092"/>
                  </a:lnTo>
                  <a:lnTo>
                    <a:pt x="8379" y="1151"/>
                  </a:lnTo>
                  <a:lnTo>
                    <a:pt x="8468" y="1210"/>
                  </a:lnTo>
                  <a:lnTo>
                    <a:pt x="8546" y="1288"/>
                  </a:lnTo>
                  <a:lnTo>
                    <a:pt x="8625" y="1367"/>
                  </a:lnTo>
                  <a:lnTo>
                    <a:pt x="8694" y="1455"/>
                  </a:lnTo>
                  <a:lnTo>
                    <a:pt x="8743" y="1554"/>
                  </a:lnTo>
                  <a:lnTo>
                    <a:pt x="8792" y="1652"/>
                  </a:lnTo>
                  <a:lnTo>
                    <a:pt x="8831" y="1750"/>
                  </a:lnTo>
                  <a:lnTo>
                    <a:pt x="8861" y="1868"/>
                  </a:lnTo>
                  <a:lnTo>
                    <a:pt x="8881" y="1977"/>
                  </a:lnTo>
                  <a:lnTo>
                    <a:pt x="8881" y="2095"/>
                  </a:lnTo>
                  <a:lnTo>
                    <a:pt x="8881" y="2213"/>
                  </a:lnTo>
                  <a:lnTo>
                    <a:pt x="8861" y="2321"/>
                  </a:lnTo>
                  <a:lnTo>
                    <a:pt x="8831" y="2429"/>
                  </a:lnTo>
                  <a:lnTo>
                    <a:pt x="8792" y="2537"/>
                  </a:lnTo>
                  <a:lnTo>
                    <a:pt x="8743" y="2635"/>
                  </a:lnTo>
                  <a:lnTo>
                    <a:pt x="8694" y="2734"/>
                  </a:lnTo>
                  <a:lnTo>
                    <a:pt x="8625" y="2822"/>
                  </a:lnTo>
                  <a:lnTo>
                    <a:pt x="8546" y="2901"/>
                  </a:lnTo>
                  <a:lnTo>
                    <a:pt x="8468" y="2980"/>
                  </a:lnTo>
                  <a:lnTo>
                    <a:pt x="8379" y="3039"/>
                  </a:lnTo>
                  <a:lnTo>
                    <a:pt x="8291" y="3098"/>
                  </a:lnTo>
                  <a:lnTo>
                    <a:pt x="8182" y="3147"/>
                  </a:lnTo>
                  <a:lnTo>
                    <a:pt x="8084" y="3186"/>
                  </a:lnTo>
                  <a:lnTo>
                    <a:pt x="7976" y="3216"/>
                  </a:lnTo>
                  <a:lnTo>
                    <a:pt x="7858" y="3235"/>
                  </a:lnTo>
                  <a:lnTo>
                    <a:pt x="7622" y="3235"/>
                  </a:lnTo>
                  <a:lnTo>
                    <a:pt x="7514" y="3216"/>
                  </a:lnTo>
                  <a:lnTo>
                    <a:pt x="7406" y="3186"/>
                  </a:lnTo>
                  <a:lnTo>
                    <a:pt x="7297" y="3147"/>
                  </a:lnTo>
                  <a:lnTo>
                    <a:pt x="7199" y="3098"/>
                  </a:lnTo>
                  <a:lnTo>
                    <a:pt x="7101" y="3039"/>
                  </a:lnTo>
                  <a:lnTo>
                    <a:pt x="7012" y="2980"/>
                  </a:lnTo>
                  <a:lnTo>
                    <a:pt x="6934" y="2901"/>
                  </a:lnTo>
                  <a:lnTo>
                    <a:pt x="6865" y="2822"/>
                  </a:lnTo>
                  <a:lnTo>
                    <a:pt x="6796" y="2734"/>
                  </a:lnTo>
                  <a:lnTo>
                    <a:pt x="6737" y="2635"/>
                  </a:lnTo>
                  <a:lnTo>
                    <a:pt x="6688" y="2537"/>
                  </a:lnTo>
                  <a:lnTo>
                    <a:pt x="6648" y="2429"/>
                  </a:lnTo>
                  <a:lnTo>
                    <a:pt x="6629" y="2321"/>
                  </a:lnTo>
                  <a:lnTo>
                    <a:pt x="6609" y="2213"/>
                  </a:lnTo>
                  <a:lnTo>
                    <a:pt x="6599" y="2095"/>
                  </a:lnTo>
                  <a:lnTo>
                    <a:pt x="6609" y="1977"/>
                  </a:lnTo>
                  <a:lnTo>
                    <a:pt x="6629" y="1868"/>
                  </a:lnTo>
                  <a:lnTo>
                    <a:pt x="6648" y="1750"/>
                  </a:lnTo>
                  <a:lnTo>
                    <a:pt x="6688" y="1652"/>
                  </a:lnTo>
                  <a:lnTo>
                    <a:pt x="6737" y="1554"/>
                  </a:lnTo>
                  <a:lnTo>
                    <a:pt x="6796" y="1455"/>
                  </a:lnTo>
                  <a:lnTo>
                    <a:pt x="6865" y="1367"/>
                  </a:lnTo>
                  <a:lnTo>
                    <a:pt x="6934" y="1288"/>
                  </a:lnTo>
                  <a:lnTo>
                    <a:pt x="7012" y="1210"/>
                  </a:lnTo>
                  <a:lnTo>
                    <a:pt x="7101" y="1151"/>
                  </a:lnTo>
                  <a:lnTo>
                    <a:pt x="7199" y="1092"/>
                  </a:lnTo>
                  <a:lnTo>
                    <a:pt x="7297" y="1042"/>
                  </a:lnTo>
                  <a:lnTo>
                    <a:pt x="7406" y="1003"/>
                  </a:lnTo>
                  <a:lnTo>
                    <a:pt x="7514" y="974"/>
                  </a:lnTo>
                  <a:lnTo>
                    <a:pt x="7622" y="954"/>
                  </a:lnTo>
                  <a:close/>
                  <a:moveTo>
                    <a:pt x="8025" y="4169"/>
                  </a:moveTo>
                  <a:lnTo>
                    <a:pt x="8025" y="4661"/>
                  </a:lnTo>
                  <a:lnTo>
                    <a:pt x="7465" y="4661"/>
                  </a:lnTo>
                  <a:lnTo>
                    <a:pt x="7465" y="4169"/>
                  </a:lnTo>
                  <a:lnTo>
                    <a:pt x="7602" y="4179"/>
                  </a:lnTo>
                  <a:lnTo>
                    <a:pt x="7740" y="4189"/>
                  </a:lnTo>
                  <a:lnTo>
                    <a:pt x="7887" y="4179"/>
                  </a:lnTo>
                  <a:lnTo>
                    <a:pt x="8025" y="4169"/>
                  </a:lnTo>
                  <a:close/>
                  <a:moveTo>
                    <a:pt x="1427" y="7031"/>
                  </a:moveTo>
                  <a:lnTo>
                    <a:pt x="1427" y="10364"/>
                  </a:lnTo>
                  <a:lnTo>
                    <a:pt x="955" y="10364"/>
                  </a:lnTo>
                  <a:lnTo>
                    <a:pt x="955" y="7031"/>
                  </a:lnTo>
                  <a:close/>
                  <a:moveTo>
                    <a:pt x="14535" y="7031"/>
                  </a:moveTo>
                  <a:lnTo>
                    <a:pt x="14535" y="10364"/>
                  </a:lnTo>
                  <a:lnTo>
                    <a:pt x="14053" y="10364"/>
                  </a:lnTo>
                  <a:lnTo>
                    <a:pt x="14053" y="7031"/>
                  </a:lnTo>
                  <a:close/>
                  <a:moveTo>
                    <a:pt x="13109" y="5615"/>
                  </a:moveTo>
                  <a:lnTo>
                    <a:pt x="13109" y="12125"/>
                  </a:lnTo>
                  <a:lnTo>
                    <a:pt x="2381" y="12125"/>
                  </a:lnTo>
                  <a:lnTo>
                    <a:pt x="2381" y="5615"/>
                  </a:lnTo>
                  <a:close/>
                  <a:moveTo>
                    <a:pt x="9598" y="13078"/>
                  </a:moveTo>
                  <a:lnTo>
                    <a:pt x="9598" y="13737"/>
                  </a:lnTo>
                  <a:lnTo>
                    <a:pt x="5881" y="13737"/>
                  </a:lnTo>
                  <a:lnTo>
                    <a:pt x="5881" y="13078"/>
                  </a:lnTo>
                  <a:close/>
                  <a:moveTo>
                    <a:pt x="7740" y="0"/>
                  </a:moveTo>
                  <a:lnTo>
                    <a:pt x="7533" y="10"/>
                  </a:lnTo>
                  <a:lnTo>
                    <a:pt x="7317" y="39"/>
                  </a:lnTo>
                  <a:lnTo>
                    <a:pt x="7120" y="98"/>
                  </a:lnTo>
                  <a:lnTo>
                    <a:pt x="6924" y="167"/>
                  </a:lnTo>
                  <a:lnTo>
                    <a:pt x="6747" y="256"/>
                  </a:lnTo>
                  <a:lnTo>
                    <a:pt x="6570" y="354"/>
                  </a:lnTo>
                  <a:lnTo>
                    <a:pt x="6412" y="482"/>
                  </a:lnTo>
                  <a:lnTo>
                    <a:pt x="6265" y="620"/>
                  </a:lnTo>
                  <a:lnTo>
                    <a:pt x="6127" y="767"/>
                  </a:lnTo>
                  <a:lnTo>
                    <a:pt x="6009" y="924"/>
                  </a:lnTo>
                  <a:lnTo>
                    <a:pt x="5901" y="1101"/>
                  </a:lnTo>
                  <a:lnTo>
                    <a:pt x="5813" y="1278"/>
                  </a:lnTo>
                  <a:lnTo>
                    <a:pt x="5744" y="1475"/>
                  </a:lnTo>
                  <a:lnTo>
                    <a:pt x="5695" y="1672"/>
                  </a:lnTo>
                  <a:lnTo>
                    <a:pt x="5655" y="1878"/>
                  </a:lnTo>
                  <a:lnTo>
                    <a:pt x="5645" y="2095"/>
                  </a:lnTo>
                  <a:lnTo>
                    <a:pt x="5655" y="2222"/>
                  </a:lnTo>
                  <a:lnTo>
                    <a:pt x="5665" y="2350"/>
                  </a:lnTo>
                  <a:lnTo>
                    <a:pt x="5685" y="2478"/>
                  </a:lnTo>
                  <a:lnTo>
                    <a:pt x="5714" y="2596"/>
                  </a:lnTo>
                  <a:lnTo>
                    <a:pt x="5744" y="2714"/>
                  </a:lnTo>
                  <a:lnTo>
                    <a:pt x="5783" y="2832"/>
                  </a:lnTo>
                  <a:lnTo>
                    <a:pt x="5832" y="2950"/>
                  </a:lnTo>
                  <a:lnTo>
                    <a:pt x="5881" y="3058"/>
                  </a:lnTo>
                  <a:lnTo>
                    <a:pt x="5940" y="3166"/>
                  </a:lnTo>
                  <a:lnTo>
                    <a:pt x="6009" y="3265"/>
                  </a:lnTo>
                  <a:lnTo>
                    <a:pt x="6078" y="3363"/>
                  </a:lnTo>
                  <a:lnTo>
                    <a:pt x="6157" y="3461"/>
                  </a:lnTo>
                  <a:lnTo>
                    <a:pt x="6235" y="3550"/>
                  </a:lnTo>
                  <a:lnTo>
                    <a:pt x="6324" y="3638"/>
                  </a:lnTo>
                  <a:lnTo>
                    <a:pt x="6412" y="3717"/>
                  </a:lnTo>
                  <a:lnTo>
                    <a:pt x="6511" y="3786"/>
                  </a:lnTo>
                  <a:lnTo>
                    <a:pt x="6511" y="4661"/>
                  </a:lnTo>
                  <a:lnTo>
                    <a:pt x="1427" y="4661"/>
                  </a:lnTo>
                  <a:lnTo>
                    <a:pt x="1427" y="4995"/>
                  </a:lnTo>
                  <a:lnTo>
                    <a:pt x="1427" y="5615"/>
                  </a:lnTo>
                  <a:lnTo>
                    <a:pt x="1427" y="6077"/>
                  </a:lnTo>
                  <a:lnTo>
                    <a:pt x="1" y="6077"/>
                  </a:lnTo>
                  <a:lnTo>
                    <a:pt x="1" y="11308"/>
                  </a:lnTo>
                  <a:lnTo>
                    <a:pt x="1427" y="11308"/>
                  </a:lnTo>
                  <a:lnTo>
                    <a:pt x="1427" y="13078"/>
                  </a:lnTo>
                  <a:lnTo>
                    <a:pt x="4937" y="13078"/>
                  </a:lnTo>
                  <a:lnTo>
                    <a:pt x="4937" y="14681"/>
                  </a:lnTo>
                  <a:lnTo>
                    <a:pt x="10552" y="14681"/>
                  </a:lnTo>
                  <a:lnTo>
                    <a:pt x="10552" y="13078"/>
                  </a:lnTo>
                  <a:lnTo>
                    <a:pt x="14053" y="13078"/>
                  </a:lnTo>
                  <a:lnTo>
                    <a:pt x="14053" y="11308"/>
                  </a:lnTo>
                  <a:lnTo>
                    <a:pt x="15479" y="11308"/>
                  </a:lnTo>
                  <a:lnTo>
                    <a:pt x="15479" y="6077"/>
                  </a:lnTo>
                  <a:lnTo>
                    <a:pt x="14053" y="6077"/>
                  </a:lnTo>
                  <a:lnTo>
                    <a:pt x="14053" y="4661"/>
                  </a:lnTo>
                  <a:lnTo>
                    <a:pt x="8969" y="4661"/>
                  </a:lnTo>
                  <a:lnTo>
                    <a:pt x="8969" y="3786"/>
                  </a:lnTo>
                  <a:lnTo>
                    <a:pt x="9067" y="3717"/>
                  </a:lnTo>
                  <a:lnTo>
                    <a:pt x="9156" y="3638"/>
                  </a:lnTo>
                  <a:lnTo>
                    <a:pt x="9244" y="3550"/>
                  </a:lnTo>
                  <a:lnTo>
                    <a:pt x="9333" y="3461"/>
                  </a:lnTo>
                  <a:lnTo>
                    <a:pt x="9402" y="3363"/>
                  </a:lnTo>
                  <a:lnTo>
                    <a:pt x="9480" y="3265"/>
                  </a:lnTo>
                  <a:lnTo>
                    <a:pt x="9539" y="3166"/>
                  </a:lnTo>
                  <a:lnTo>
                    <a:pt x="9598" y="3058"/>
                  </a:lnTo>
                  <a:lnTo>
                    <a:pt x="9657" y="2950"/>
                  </a:lnTo>
                  <a:lnTo>
                    <a:pt x="9697" y="2832"/>
                  </a:lnTo>
                  <a:lnTo>
                    <a:pt x="9746" y="2714"/>
                  </a:lnTo>
                  <a:lnTo>
                    <a:pt x="9775" y="2596"/>
                  </a:lnTo>
                  <a:lnTo>
                    <a:pt x="9805" y="2478"/>
                  </a:lnTo>
                  <a:lnTo>
                    <a:pt x="9825" y="2350"/>
                  </a:lnTo>
                  <a:lnTo>
                    <a:pt x="9834" y="2222"/>
                  </a:lnTo>
                  <a:lnTo>
                    <a:pt x="9834" y="2095"/>
                  </a:lnTo>
                  <a:lnTo>
                    <a:pt x="9825" y="1878"/>
                  </a:lnTo>
                  <a:lnTo>
                    <a:pt x="9795" y="1672"/>
                  </a:lnTo>
                  <a:lnTo>
                    <a:pt x="9746" y="1475"/>
                  </a:lnTo>
                  <a:lnTo>
                    <a:pt x="9667" y="1278"/>
                  </a:lnTo>
                  <a:lnTo>
                    <a:pt x="9579" y="1101"/>
                  </a:lnTo>
                  <a:lnTo>
                    <a:pt x="9480" y="924"/>
                  </a:lnTo>
                  <a:lnTo>
                    <a:pt x="9362" y="767"/>
                  </a:lnTo>
                  <a:lnTo>
                    <a:pt x="9225" y="620"/>
                  </a:lnTo>
                  <a:lnTo>
                    <a:pt x="9077" y="482"/>
                  </a:lnTo>
                  <a:lnTo>
                    <a:pt x="8910" y="354"/>
                  </a:lnTo>
                  <a:lnTo>
                    <a:pt x="8743" y="256"/>
                  </a:lnTo>
                  <a:lnTo>
                    <a:pt x="8556" y="167"/>
                  </a:lnTo>
                  <a:lnTo>
                    <a:pt x="8369" y="98"/>
                  </a:lnTo>
                  <a:lnTo>
                    <a:pt x="8163" y="39"/>
                  </a:lnTo>
                  <a:lnTo>
                    <a:pt x="7956" y="10"/>
                  </a:lnTo>
                  <a:lnTo>
                    <a:pt x="774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2" name="Google Shape;1752;p113"/>
            <p:cNvSpPr/>
            <p:nvPr/>
          </p:nvSpPr>
          <p:spPr>
            <a:xfrm>
              <a:off x="3559100" y="1738925"/>
              <a:ext cx="227675" cy="82875"/>
            </a:xfrm>
            <a:custGeom>
              <a:avLst/>
              <a:gdLst/>
              <a:ahLst/>
              <a:cxnLst/>
              <a:rect l="l" t="t" r="r" b="b"/>
              <a:pathLst>
                <a:path w="9107" h="3315" extrusionOk="0">
                  <a:moveTo>
                    <a:pt x="1732" y="954"/>
                  </a:moveTo>
                  <a:lnTo>
                    <a:pt x="1800" y="964"/>
                  </a:lnTo>
                  <a:lnTo>
                    <a:pt x="1869" y="984"/>
                  </a:lnTo>
                  <a:lnTo>
                    <a:pt x="1938" y="1004"/>
                  </a:lnTo>
                  <a:lnTo>
                    <a:pt x="1997" y="1033"/>
                  </a:lnTo>
                  <a:lnTo>
                    <a:pt x="2056" y="1072"/>
                  </a:lnTo>
                  <a:lnTo>
                    <a:pt x="2115" y="1112"/>
                  </a:lnTo>
                  <a:lnTo>
                    <a:pt x="2164" y="1161"/>
                  </a:lnTo>
                  <a:lnTo>
                    <a:pt x="2204" y="1210"/>
                  </a:lnTo>
                  <a:lnTo>
                    <a:pt x="2243" y="1259"/>
                  </a:lnTo>
                  <a:lnTo>
                    <a:pt x="2282" y="1318"/>
                  </a:lnTo>
                  <a:lnTo>
                    <a:pt x="2312" y="1387"/>
                  </a:lnTo>
                  <a:lnTo>
                    <a:pt x="2341" y="1446"/>
                  </a:lnTo>
                  <a:lnTo>
                    <a:pt x="2351" y="1515"/>
                  </a:lnTo>
                  <a:lnTo>
                    <a:pt x="2361" y="1584"/>
                  </a:lnTo>
                  <a:lnTo>
                    <a:pt x="2371" y="1662"/>
                  </a:lnTo>
                  <a:lnTo>
                    <a:pt x="2361" y="1731"/>
                  </a:lnTo>
                  <a:lnTo>
                    <a:pt x="2351" y="1800"/>
                  </a:lnTo>
                  <a:lnTo>
                    <a:pt x="2341" y="1869"/>
                  </a:lnTo>
                  <a:lnTo>
                    <a:pt x="2312" y="1928"/>
                  </a:lnTo>
                  <a:lnTo>
                    <a:pt x="2282" y="1997"/>
                  </a:lnTo>
                  <a:lnTo>
                    <a:pt x="2243" y="2056"/>
                  </a:lnTo>
                  <a:lnTo>
                    <a:pt x="2204" y="2105"/>
                  </a:lnTo>
                  <a:lnTo>
                    <a:pt x="2164" y="2154"/>
                  </a:lnTo>
                  <a:lnTo>
                    <a:pt x="2115" y="2203"/>
                  </a:lnTo>
                  <a:lnTo>
                    <a:pt x="2056" y="2243"/>
                  </a:lnTo>
                  <a:lnTo>
                    <a:pt x="1997" y="2282"/>
                  </a:lnTo>
                  <a:lnTo>
                    <a:pt x="1938" y="2311"/>
                  </a:lnTo>
                  <a:lnTo>
                    <a:pt x="1869" y="2331"/>
                  </a:lnTo>
                  <a:lnTo>
                    <a:pt x="1800" y="2351"/>
                  </a:lnTo>
                  <a:lnTo>
                    <a:pt x="1732" y="2361"/>
                  </a:lnTo>
                  <a:lnTo>
                    <a:pt x="1594" y="2361"/>
                  </a:lnTo>
                  <a:lnTo>
                    <a:pt x="1515" y="2351"/>
                  </a:lnTo>
                  <a:lnTo>
                    <a:pt x="1456" y="2331"/>
                  </a:lnTo>
                  <a:lnTo>
                    <a:pt x="1387" y="2311"/>
                  </a:lnTo>
                  <a:lnTo>
                    <a:pt x="1328" y="2282"/>
                  </a:lnTo>
                  <a:lnTo>
                    <a:pt x="1269" y="2243"/>
                  </a:lnTo>
                  <a:lnTo>
                    <a:pt x="1210" y="2203"/>
                  </a:lnTo>
                  <a:lnTo>
                    <a:pt x="1161" y="2154"/>
                  </a:lnTo>
                  <a:lnTo>
                    <a:pt x="1122" y="2105"/>
                  </a:lnTo>
                  <a:lnTo>
                    <a:pt x="1073" y="2056"/>
                  </a:lnTo>
                  <a:lnTo>
                    <a:pt x="1043" y="1997"/>
                  </a:lnTo>
                  <a:lnTo>
                    <a:pt x="1014" y="1928"/>
                  </a:lnTo>
                  <a:lnTo>
                    <a:pt x="984" y="1869"/>
                  </a:lnTo>
                  <a:lnTo>
                    <a:pt x="974" y="1800"/>
                  </a:lnTo>
                  <a:lnTo>
                    <a:pt x="955" y="1731"/>
                  </a:lnTo>
                  <a:lnTo>
                    <a:pt x="955" y="1662"/>
                  </a:lnTo>
                  <a:lnTo>
                    <a:pt x="955" y="1584"/>
                  </a:lnTo>
                  <a:lnTo>
                    <a:pt x="974" y="1515"/>
                  </a:lnTo>
                  <a:lnTo>
                    <a:pt x="984" y="1446"/>
                  </a:lnTo>
                  <a:lnTo>
                    <a:pt x="1014" y="1387"/>
                  </a:lnTo>
                  <a:lnTo>
                    <a:pt x="1043" y="1318"/>
                  </a:lnTo>
                  <a:lnTo>
                    <a:pt x="1073" y="1259"/>
                  </a:lnTo>
                  <a:lnTo>
                    <a:pt x="1122" y="1210"/>
                  </a:lnTo>
                  <a:lnTo>
                    <a:pt x="1161" y="1161"/>
                  </a:lnTo>
                  <a:lnTo>
                    <a:pt x="1210" y="1112"/>
                  </a:lnTo>
                  <a:lnTo>
                    <a:pt x="1269" y="1072"/>
                  </a:lnTo>
                  <a:lnTo>
                    <a:pt x="1328" y="1033"/>
                  </a:lnTo>
                  <a:lnTo>
                    <a:pt x="1387" y="1004"/>
                  </a:lnTo>
                  <a:lnTo>
                    <a:pt x="1456" y="984"/>
                  </a:lnTo>
                  <a:lnTo>
                    <a:pt x="1515" y="964"/>
                  </a:lnTo>
                  <a:lnTo>
                    <a:pt x="1594" y="954"/>
                  </a:lnTo>
                  <a:close/>
                  <a:moveTo>
                    <a:pt x="7524" y="954"/>
                  </a:moveTo>
                  <a:lnTo>
                    <a:pt x="7592" y="964"/>
                  </a:lnTo>
                  <a:lnTo>
                    <a:pt x="7661" y="984"/>
                  </a:lnTo>
                  <a:lnTo>
                    <a:pt x="7730" y="1004"/>
                  </a:lnTo>
                  <a:lnTo>
                    <a:pt x="7789" y="1033"/>
                  </a:lnTo>
                  <a:lnTo>
                    <a:pt x="7848" y="1072"/>
                  </a:lnTo>
                  <a:lnTo>
                    <a:pt x="7897" y="1112"/>
                  </a:lnTo>
                  <a:lnTo>
                    <a:pt x="7946" y="1161"/>
                  </a:lnTo>
                  <a:lnTo>
                    <a:pt x="7996" y="1210"/>
                  </a:lnTo>
                  <a:lnTo>
                    <a:pt x="8035" y="1259"/>
                  </a:lnTo>
                  <a:lnTo>
                    <a:pt x="8074" y="1318"/>
                  </a:lnTo>
                  <a:lnTo>
                    <a:pt x="8104" y="1387"/>
                  </a:lnTo>
                  <a:lnTo>
                    <a:pt x="8123" y="1446"/>
                  </a:lnTo>
                  <a:lnTo>
                    <a:pt x="8143" y="1515"/>
                  </a:lnTo>
                  <a:lnTo>
                    <a:pt x="8153" y="1584"/>
                  </a:lnTo>
                  <a:lnTo>
                    <a:pt x="8153" y="1662"/>
                  </a:lnTo>
                  <a:lnTo>
                    <a:pt x="8153" y="1731"/>
                  </a:lnTo>
                  <a:lnTo>
                    <a:pt x="8143" y="1800"/>
                  </a:lnTo>
                  <a:lnTo>
                    <a:pt x="8123" y="1869"/>
                  </a:lnTo>
                  <a:lnTo>
                    <a:pt x="8104" y="1928"/>
                  </a:lnTo>
                  <a:lnTo>
                    <a:pt x="8074" y="1997"/>
                  </a:lnTo>
                  <a:lnTo>
                    <a:pt x="8035" y="2056"/>
                  </a:lnTo>
                  <a:lnTo>
                    <a:pt x="7996" y="2105"/>
                  </a:lnTo>
                  <a:lnTo>
                    <a:pt x="7946" y="2154"/>
                  </a:lnTo>
                  <a:lnTo>
                    <a:pt x="7897" y="2203"/>
                  </a:lnTo>
                  <a:lnTo>
                    <a:pt x="7848" y="2243"/>
                  </a:lnTo>
                  <a:lnTo>
                    <a:pt x="7789" y="2282"/>
                  </a:lnTo>
                  <a:lnTo>
                    <a:pt x="7730" y="2311"/>
                  </a:lnTo>
                  <a:lnTo>
                    <a:pt x="7661" y="2331"/>
                  </a:lnTo>
                  <a:lnTo>
                    <a:pt x="7592" y="2351"/>
                  </a:lnTo>
                  <a:lnTo>
                    <a:pt x="7524" y="2361"/>
                  </a:lnTo>
                  <a:lnTo>
                    <a:pt x="7376" y="2361"/>
                  </a:lnTo>
                  <a:lnTo>
                    <a:pt x="7307" y="2351"/>
                  </a:lnTo>
                  <a:lnTo>
                    <a:pt x="7238" y="2331"/>
                  </a:lnTo>
                  <a:lnTo>
                    <a:pt x="7179" y="2311"/>
                  </a:lnTo>
                  <a:lnTo>
                    <a:pt x="7111" y="2282"/>
                  </a:lnTo>
                  <a:lnTo>
                    <a:pt x="7061" y="2243"/>
                  </a:lnTo>
                  <a:lnTo>
                    <a:pt x="7002" y="2203"/>
                  </a:lnTo>
                  <a:lnTo>
                    <a:pt x="6953" y="2154"/>
                  </a:lnTo>
                  <a:lnTo>
                    <a:pt x="6904" y="2105"/>
                  </a:lnTo>
                  <a:lnTo>
                    <a:pt x="6865" y="2056"/>
                  </a:lnTo>
                  <a:lnTo>
                    <a:pt x="6835" y="1997"/>
                  </a:lnTo>
                  <a:lnTo>
                    <a:pt x="6796" y="1928"/>
                  </a:lnTo>
                  <a:lnTo>
                    <a:pt x="6776" y="1869"/>
                  </a:lnTo>
                  <a:lnTo>
                    <a:pt x="6757" y="1800"/>
                  </a:lnTo>
                  <a:lnTo>
                    <a:pt x="6747" y="1731"/>
                  </a:lnTo>
                  <a:lnTo>
                    <a:pt x="6747" y="1662"/>
                  </a:lnTo>
                  <a:lnTo>
                    <a:pt x="6747" y="1584"/>
                  </a:lnTo>
                  <a:lnTo>
                    <a:pt x="6757" y="1515"/>
                  </a:lnTo>
                  <a:lnTo>
                    <a:pt x="6776" y="1446"/>
                  </a:lnTo>
                  <a:lnTo>
                    <a:pt x="6796" y="1387"/>
                  </a:lnTo>
                  <a:lnTo>
                    <a:pt x="6835" y="1318"/>
                  </a:lnTo>
                  <a:lnTo>
                    <a:pt x="6865" y="1259"/>
                  </a:lnTo>
                  <a:lnTo>
                    <a:pt x="6904" y="1210"/>
                  </a:lnTo>
                  <a:lnTo>
                    <a:pt x="6953" y="1161"/>
                  </a:lnTo>
                  <a:lnTo>
                    <a:pt x="7002" y="1112"/>
                  </a:lnTo>
                  <a:lnTo>
                    <a:pt x="7061" y="1072"/>
                  </a:lnTo>
                  <a:lnTo>
                    <a:pt x="7111" y="1033"/>
                  </a:lnTo>
                  <a:lnTo>
                    <a:pt x="7179" y="1004"/>
                  </a:lnTo>
                  <a:lnTo>
                    <a:pt x="7238" y="984"/>
                  </a:lnTo>
                  <a:lnTo>
                    <a:pt x="7307" y="964"/>
                  </a:lnTo>
                  <a:lnTo>
                    <a:pt x="7376" y="954"/>
                  </a:lnTo>
                  <a:close/>
                  <a:moveTo>
                    <a:pt x="1663" y="1"/>
                  </a:moveTo>
                  <a:lnTo>
                    <a:pt x="1496" y="10"/>
                  </a:lnTo>
                  <a:lnTo>
                    <a:pt x="1328" y="30"/>
                  </a:lnTo>
                  <a:lnTo>
                    <a:pt x="1171" y="79"/>
                  </a:lnTo>
                  <a:lnTo>
                    <a:pt x="1014" y="128"/>
                  </a:lnTo>
                  <a:lnTo>
                    <a:pt x="876" y="197"/>
                  </a:lnTo>
                  <a:lnTo>
                    <a:pt x="738" y="286"/>
                  </a:lnTo>
                  <a:lnTo>
                    <a:pt x="611" y="374"/>
                  </a:lnTo>
                  <a:lnTo>
                    <a:pt x="493" y="482"/>
                  </a:lnTo>
                  <a:lnTo>
                    <a:pt x="384" y="600"/>
                  </a:lnTo>
                  <a:lnTo>
                    <a:pt x="286" y="728"/>
                  </a:lnTo>
                  <a:lnTo>
                    <a:pt x="207" y="866"/>
                  </a:lnTo>
                  <a:lnTo>
                    <a:pt x="139" y="1013"/>
                  </a:lnTo>
                  <a:lnTo>
                    <a:pt x="80" y="1161"/>
                  </a:lnTo>
                  <a:lnTo>
                    <a:pt x="40" y="1328"/>
                  </a:lnTo>
                  <a:lnTo>
                    <a:pt x="11" y="1485"/>
                  </a:lnTo>
                  <a:lnTo>
                    <a:pt x="1" y="1662"/>
                  </a:lnTo>
                  <a:lnTo>
                    <a:pt x="11" y="1830"/>
                  </a:lnTo>
                  <a:lnTo>
                    <a:pt x="40" y="1987"/>
                  </a:lnTo>
                  <a:lnTo>
                    <a:pt x="80" y="2154"/>
                  </a:lnTo>
                  <a:lnTo>
                    <a:pt x="139" y="2302"/>
                  </a:lnTo>
                  <a:lnTo>
                    <a:pt x="207" y="2449"/>
                  </a:lnTo>
                  <a:lnTo>
                    <a:pt x="286" y="2587"/>
                  </a:lnTo>
                  <a:lnTo>
                    <a:pt x="384" y="2715"/>
                  </a:lnTo>
                  <a:lnTo>
                    <a:pt x="493" y="2833"/>
                  </a:lnTo>
                  <a:lnTo>
                    <a:pt x="611" y="2941"/>
                  </a:lnTo>
                  <a:lnTo>
                    <a:pt x="738" y="3029"/>
                  </a:lnTo>
                  <a:lnTo>
                    <a:pt x="876" y="3118"/>
                  </a:lnTo>
                  <a:lnTo>
                    <a:pt x="1014" y="3187"/>
                  </a:lnTo>
                  <a:lnTo>
                    <a:pt x="1171" y="3246"/>
                  </a:lnTo>
                  <a:lnTo>
                    <a:pt x="1328" y="3285"/>
                  </a:lnTo>
                  <a:lnTo>
                    <a:pt x="1496" y="3305"/>
                  </a:lnTo>
                  <a:lnTo>
                    <a:pt x="1663" y="3314"/>
                  </a:lnTo>
                  <a:lnTo>
                    <a:pt x="1830" y="3305"/>
                  </a:lnTo>
                  <a:lnTo>
                    <a:pt x="1997" y="3285"/>
                  </a:lnTo>
                  <a:lnTo>
                    <a:pt x="2155" y="3246"/>
                  </a:lnTo>
                  <a:lnTo>
                    <a:pt x="2312" y="3187"/>
                  </a:lnTo>
                  <a:lnTo>
                    <a:pt x="2450" y="3118"/>
                  </a:lnTo>
                  <a:lnTo>
                    <a:pt x="2587" y="3029"/>
                  </a:lnTo>
                  <a:lnTo>
                    <a:pt x="2715" y="2941"/>
                  </a:lnTo>
                  <a:lnTo>
                    <a:pt x="2833" y="2833"/>
                  </a:lnTo>
                  <a:lnTo>
                    <a:pt x="2941" y="2715"/>
                  </a:lnTo>
                  <a:lnTo>
                    <a:pt x="3040" y="2587"/>
                  </a:lnTo>
                  <a:lnTo>
                    <a:pt x="3118" y="2449"/>
                  </a:lnTo>
                  <a:lnTo>
                    <a:pt x="3187" y="2302"/>
                  </a:lnTo>
                  <a:lnTo>
                    <a:pt x="3246" y="2154"/>
                  </a:lnTo>
                  <a:lnTo>
                    <a:pt x="3285" y="1987"/>
                  </a:lnTo>
                  <a:lnTo>
                    <a:pt x="3315" y="1830"/>
                  </a:lnTo>
                  <a:lnTo>
                    <a:pt x="3325" y="1662"/>
                  </a:lnTo>
                  <a:lnTo>
                    <a:pt x="3315" y="1485"/>
                  </a:lnTo>
                  <a:lnTo>
                    <a:pt x="3285" y="1328"/>
                  </a:lnTo>
                  <a:lnTo>
                    <a:pt x="3246" y="1161"/>
                  </a:lnTo>
                  <a:lnTo>
                    <a:pt x="3187" y="1013"/>
                  </a:lnTo>
                  <a:lnTo>
                    <a:pt x="3118" y="866"/>
                  </a:lnTo>
                  <a:lnTo>
                    <a:pt x="3040" y="728"/>
                  </a:lnTo>
                  <a:lnTo>
                    <a:pt x="2941" y="600"/>
                  </a:lnTo>
                  <a:lnTo>
                    <a:pt x="2833" y="482"/>
                  </a:lnTo>
                  <a:lnTo>
                    <a:pt x="2715" y="374"/>
                  </a:lnTo>
                  <a:lnTo>
                    <a:pt x="2587" y="286"/>
                  </a:lnTo>
                  <a:lnTo>
                    <a:pt x="2450" y="197"/>
                  </a:lnTo>
                  <a:lnTo>
                    <a:pt x="2312" y="128"/>
                  </a:lnTo>
                  <a:lnTo>
                    <a:pt x="2155" y="79"/>
                  </a:lnTo>
                  <a:lnTo>
                    <a:pt x="1997" y="30"/>
                  </a:lnTo>
                  <a:lnTo>
                    <a:pt x="1830" y="10"/>
                  </a:lnTo>
                  <a:lnTo>
                    <a:pt x="1663" y="1"/>
                  </a:lnTo>
                  <a:close/>
                  <a:moveTo>
                    <a:pt x="7455" y="1"/>
                  </a:moveTo>
                  <a:lnTo>
                    <a:pt x="7278" y="10"/>
                  </a:lnTo>
                  <a:lnTo>
                    <a:pt x="7120" y="30"/>
                  </a:lnTo>
                  <a:lnTo>
                    <a:pt x="6963" y="79"/>
                  </a:lnTo>
                  <a:lnTo>
                    <a:pt x="6806" y="128"/>
                  </a:lnTo>
                  <a:lnTo>
                    <a:pt x="6658" y="197"/>
                  </a:lnTo>
                  <a:lnTo>
                    <a:pt x="6521" y="286"/>
                  </a:lnTo>
                  <a:lnTo>
                    <a:pt x="6393" y="374"/>
                  </a:lnTo>
                  <a:lnTo>
                    <a:pt x="6285" y="482"/>
                  </a:lnTo>
                  <a:lnTo>
                    <a:pt x="6176" y="600"/>
                  </a:lnTo>
                  <a:lnTo>
                    <a:pt x="6078" y="728"/>
                  </a:lnTo>
                  <a:lnTo>
                    <a:pt x="5990" y="866"/>
                  </a:lnTo>
                  <a:lnTo>
                    <a:pt x="5921" y="1013"/>
                  </a:lnTo>
                  <a:lnTo>
                    <a:pt x="5872" y="1161"/>
                  </a:lnTo>
                  <a:lnTo>
                    <a:pt x="5822" y="1328"/>
                  </a:lnTo>
                  <a:lnTo>
                    <a:pt x="5803" y="1485"/>
                  </a:lnTo>
                  <a:lnTo>
                    <a:pt x="5793" y="1662"/>
                  </a:lnTo>
                  <a:lnTo>
                    <a:pt x="5803" y="1830"/>
                  </a:lnTo>
                  <a:lnTo>
                    <a:pt x="5822" y="1987"/>
                  </a:lnTo>
                  <a:lnTo>
                    <a:pt x="5872" y="2154"/>
                  </a:lnTo>
                  <a:lnTo>
                    <a:pt x="5921" y="2302"/>
                  </a:lnTo>
                  <a:lnTo>
                    <a:pt x="5990" y="2449"/>
                  </a:lnTo>
                  <a:lnTo>
                    <a:pt x="6078" y="2587"/>
                  </a:lnTo>
                  <a:lnTo>
                    <a:pt x="6176" y="2715"/>
                  </a:lnTo>
                  <a:lnTo>
                    <a:pt x="6285" y="2833"/>
                  </a:lnTo>
                  <a:lnTo>
                    <a:pt x="6393" y="2941"/>
                  </a:lnTo>
                  <a:lnTo>
                    <a:pt x="6521" y="3029"/>
                  </a:lnTo>
                  <a:lnTo>
                    <a:pt x="6658" y="3118"/>
                  </a:lnTo>
                  <a:lnTo>
                    <a:pt x="6806" y="3187"/>
                  </a:lnTo>
                  <a:lnTo>
                    <a:pt x="6963" y="3246"/>
                  </a:lnTo>
                  <a:lnTo>
                    <a:pt x="7120" y="3285"/>
                  </a:lnTo>
                  <a:lnTo>
                    <a:pt x="7278" y="3305"/>
                  </a:lnTo>
                  <a:lnTo>
                    <a:pt x="7455" y="3314"/>
                  </a:lnTo>
                  <a:lnTo>
                    <a:pt x="7622" y="3305"/>
                  </a:lnTo>
                  <a:lnTo>
                    <a:pt x="7789" y="3285"/>
                  </a:lnTo>
                  <a:lnTo>
                    <a:pt x="7946" y="3246"/>
                  </a:lnTo>
                  <a:lnTo>
                    <a:pt x="8094" y="3187"/>
                  </a:lnTo>
                  <a:lnTo>
                    <a:pt x="8241" y="3118"/>
                  </a:lnTo>
                  <a:lnTo>
                    <a:pt x="8379" y="3029"/>
                  </a:lnTo>
                  <a:lnTo>
                    <a:pt x="8507" y="2941"/>
                  </a:lnTo>
                  <a:lnTo>
                    <a:pt x="8625" y="2833"/>
                  </a:lnTo>
                  <a:lnTo>
                    <a:pt x="8733" y="2715"/>
                  </a:lnTo>
                  <a:lnTo>
                    <a:pt x="8822" y="2587"/>
                  </a:lnTo>
                  <a:lnTo>
                    <a:pt x="8910" y="2449"/>
                  </a:lnTo>
                  <a:lnTo>
                    <a:pt x="8979" y="2302"/>
                  </a:lnTo>
                  <a:lnTo>
                    <a:pt x="9038" y="2154"/>
                  </a:lnTo>
                  <a:lnTo>
                    <a:pt x="9077" y="1987"/>
                  </a:lnTo>
                  <a:lnTo>
                    <a:pt x="9097" y="1830"/>
                  </a:lnTo>
                  <a:lnTo>
                    <a:pt x="9107" y="1662"/>
                  </a:lnTo>
                  <a:lnTo>
                    <a:pt x="9097" y="1485"/>
                  </a:lnTo>
                  <a:lnTo>
                    <a:pt x="9077" y="1328"/>
                  </a:lnTo>
                  <a:lnTo>
                    <a:pt x="9038" y="1161"/>
                  </a:lnTo>
                  <a:lnTo>
                    <a:pt x="8979" y="1013"/>
                  </a:lnTo>
                  <a:lnTo>
                    <a:pt x="8910" y="866"/>
                  </a:lnTo>
                  <a:lnTo>
                    <a:pt x="8822" y="728"/>
                  </a:lnTo>
                  <a:lnTo>
                    <a:pt x="8733" y="600"/>
                  </a:lnTo>
                  <a:lnTo>
                    <a:pt x="8625" y="482"/>
                  </a:lnTo>
                  <a:lnTo>
                    <a:pt x="8507" y="374"/>
                  </a:lnTo>
                  <a:lnTo>
                    <a:pt x="8379" y="286"/>
                  </a:lnTo>
                  <a:lnTo>
                    <a:pt x="8241" y="197"/>
                  </a:lnTo>
                  <a:lnTo>
                    <a:pt x="8094" y="128"/>
                  </a:lnTo>
                  <a:lnTo>
                    <a:pt x="7946" y="79"/>
                  </a:lnTo>
                  <a:lnTo>
                    <a:pt x="7789" y="30"/>
                  </a:lnTo>
                  <a:lnTo>
                    <a:pt x="7622" y="10"/>
                  </a:lnTo>
                  <a:lnTo>
                    <a:pt x="7455"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753" name="Google Shape;1753;p113"/>
          <p:cNvSpPr txBox="1"/>
          <p:nvPr/>
        </p:nvSpPr>
        <p:spPr>
          <a:xfrm>
            <a:off x="1205251" y="232975"/>
            <a:ext cx="3339600" cy="677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Clr>
                <a:schemeClr val="dk1"/>
              </a:buClr>
              <a:buSzPts val="1100"/>
              <a:buFont typeface="Arial"/>
              <a:buNone/>
            </a:pPr>
            <a:r>
              <a:rPr lang="en" sz="1600" b="1">
                <a:solidFill>
                  <a:schemeClr val="dk1"/>
                </a:solidFill>
                <a:latin typeface="IBM Plex Sans"/>
                <a:ea typeface="IBM Plex Sans"/>
                <a:cs typeface="IBM Plex Sans"/>
                <a:sym typeface="IBM Plex Sans"/>
              </a:rPr>
              <a:t>Code + deploy in your preferred language and tooling.</a:t>
            </a:r>
            <a:endParaRPr sz="1600" b="1">
              <a:solidFill>
                <a:schemeClr val="dk1"/>
              </a:solidFill>
              <a:latin typeface="IBM Plex Sans"/>
              <a:ea typeface="IBM Plex Sans"/>
              <a:cs typeface="IBM Plex Sans"/>
              <a:sym typeface="IBM Plex Sans"/>
            </a:endParaRPr>
          </a:p>
        </p:txBody>
      </p:sp>
      <p:sp>
        <p:nvSpPr>
          <p:cNvPr id="1754" name="Google Shape;1754;p113"/>
          <p:cNvSpPr txBox="1"/>
          <p:nvPr/>
        </p:nvSpPr>
        <p:spPr>
          <a:xfrm>
            <a:off x="2657943" y="3156900"/>
            <a:ext cx="3832500" cy="5232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2200" b="1">
                <a:solidFill>
                  <a:schemeClr val="lt1"/>
                </a:solidFill>
                <a:latin typeface="IBM Plex Sans"/>
                <a:ea typeface="IBM Plex Sans"/>
                <a:cs typeface="IBM Plex Sans"/>
                <a:sym typeface="IBM Plex Sans"/>
              </a:rPr>
              <a:t>Across all endpoints.</a:t>
            </a:r>
            <a:endParaRPr sz="2200" b="1">
              <a:solidFill>
                <a:schemeClr val="lt1"/>
              </a:solidFill>
              <a:latin typeface="IBM Plex Sans"/>
              <a:ea typeface="IBM Plex Sans"/>
              <a:cs typeface="IBM Plex Sans"/>
              <a:sym typeface="IBM Plex Sans"/>
            </a:endParaRPr>
          </a:p>
        </p:txBody>
      </p:sp>
      <p:sp>
        <p:nvSpPr>
          <p:cNvPr id="1755" name="Google Shape;1755;p113"/>
          <p:cNvSpPr txBox="1"/>
          <p:nvPr/>
        </p:nvSpPr>
        <p:spPr>
          <a:xfrm>
            <a:off x="5667439" y="232950"/>
            <a:ext cx="2232900" cy="677100"/>
          </a:xfrm>
          <a:prstGeom prst="rect">
            <a:avLst/>
          </a:prstGeom>
          <a:noFill/>
          <a:ln>
            <a:noFill/>
          </a:ln>
        </p:spPr>
        <p:txBody>
          <a:bodyPr spcFirstLastPara="1" wrap="square" lIns="91425" tIns="91425" rIns="91425" bIns="91425" anchor="t" anchorCtr="0">
            <a:spAutoFit/>
          </a:bodyPr>
          <a:lstStyle/>
          <a:p>
            <a:pPr marL="0" lvl="0" indent="0" algn="r" rtl="0">
              <a:spcBef>
                <a:spcPts val="0"/>
              </a:spcBef>
              <a:spcAft>
                <a:spcPts val="0"/>
              </a:spcAft>
              <a:buNone/>
            </a:pPr>
            <a:r>
              <a:rPr lang="en" sz="1600" b="1">
                <a:solidFill>
                  <a:schemeClr val="lt1"/>
                </a:solidFill>
                <a:latin typeface="IBM Plex Sans"/>
                <a:ea typeface="IBM Plex Sans"/>
                <a:cs typeface="IBM Plex Sans"/>
                <a:sym typeface="IBM Plex Sans"/>
              </a:rPr>
              <a:t>Run on your preferred platforms.</a:t>
            </a:r>
            <a:endParaRPr sz="1600" b="1">
              <a:solidFill>
                <a:schemeClr val="lt1"/>
              </a:solidFill>
              <a:latin typeface="IBM Plex Sans"/>
              <a:ea typeface="IBM Plex Sans"/>
              <a:cs typeface="IBM Plex Sans"/>
              <a:sym typeface="IBM Plex Sans"/>
            </a:endParaRPr>
          </a:p>
        </p:txBody>
      </p:sp>
      <p:sp>
        <p:nvSpPr>
          <p:cNvPr id="1756" name="Google Shape;1756;p113"/>
          <p:cNvSpPr txBox="1"/>
          <p:nvPr/>
        </p:nvSpPr>
        <p:spPr>
          <a:xfrm>
            <a:off x="690762" y="4324862"/>
            <a:ext cx="563700" cy="330900"/>
          </a:xfrm>
          <a:prstGeom prst="rect">
            <a:avLst/>
          </a:prstGeom>
          <a:noFill/>
          <a:ln>
            <a:noFill/>
          </a:ln>
        </p:spPr>
        <p:txBody>
          <a:bodyPr spcFirstLastPara="1" wrap="square" lIns="57150" tIns="57150" rIns="57150" bIns="57150" anchor="t" anchorCtr="0">
            <a:spAutoFit/>
          </a:bodyPr>
          <a:lstStyle/>
          <a:p>
            <a:pPr marL="0" lvl="0" indent="0" algn="ctr" rtl="0">
              <a:spcBef>
                <a:spcPts val="0"/>
              </a:spcBef>
              <a:spcAft>
                <a:spcPts val="0"/>
              </a:spcAft>
              <a:buNone/>
            </a:pPr>
            <a:r>
              <a:rPr lang="en" sz="700">
                <a:solidFill>
                  <a:schemeClr val="lt1"/>
                </a:solidFill>
                <a:latin typeface="IBM Plex Sans Medium"/>
                <a:ea typeface="IBM Plex Sans Medium"/>
                <a:cs typeface="IBM Plex Sans Medium"/>
                <a:sym typeface="IBM Plex Sans Medium"/>
              </a:rPr>
              <a:t>Human Work</a:t>
            </a:r>
            <a:endParaRPr sz="700">
              <a:solidFill>
                <a:schemeClr val="lt1"/>
              </a:solidFill>
              <a:latin typeface="IBM Plex Sans Medium"/>
              <a:ea typeface="IBM Plex Sans Medium"/>
              <a:cs typeface="IBM Plex Sans Medium"/>
              <a:sym typeface="IBM Plex Sans Medium"/>
            </a:endParaRPr>
          </a:p>
        </p:txBody>
      </p:sp>
      <p:sp>
        <p:nvSpPr>
          <p:cNvPr id="1757" name="Google Shape;1757;p113"/>
          <p:cNvSpPr txBox="1"/>
          <p:nvPr/>
        </p:nvSpPr>
        <p:spPr>
          <a:xfrm>
            <a:off x="2567008" y="4324862"/>
            <a:ext cx="649500" cy="330900"/>
          </a:xfrm>
          <a:prstGeom prst="rect">
            <a:avLst/>
          </a:prstGeom>
          <a:noFill/>
          <a:ln>
            <a:noFill/>
          </a:ln>
        </p:spPr>
        <p:txBody>
          <a:bodyPr spcFirstLastPara="1" wrap="square" lIns="57150" tIns="57150" rIns="57150" bIns="57150" anchor="t" anchorCtr="0">
            <a:spAutoFit/>
          </a:bodyPr>
          <a:lstStyle/>
          <a:p>
            <a:pPr marL="0" lvl="0" indent="0" algn="ctr" rtl="0">
              <a:spcBef>
                <a:spcPts val="0"/>
              </a:spcBef>
              <a:spcAft>
                <a:spcPts val="0"/>
              </a:spcAft>
              <a:buNone/>
            </a:pPr>
            <a:r>
              <a:rPr lang="en" sz="700">
                <a:solidFill>
                  <a:schemeClr val="lt1"/>
                </a:solidFill>
                <a:latin typeface="IBM Plex Sans Medium"/>
                <a:ea typeface="IBM Plex Sans Medium"/>
                <a:cs typeface="IBM Plex Sans Medium"/>
                <a:sym typeface="IBM Plex Sans Medium"/>
              </a:rPr>
              <a:t>Business Rules</a:t>
            </a:r>
            <a:endParaRPr sz="700">
              <a:solidFill>
                <a:schemeClr val="lt1"/>
              </a:solidFill>
              <a:latin typeface="IBM Plex Sans Medium"/>
              <a:ea typeface="IBM Plex Sans Medium"/>
              <a:cs typeface="IBM Plex Sans Medium"/>
              <a:sym typeface="IBM Plex Sans Medium"/>
            </a:endParaRPr>
          </a:p>
        </p:txBody>
      </p:sp>
      <p:sp>
        <p:nvSpPr>
          <p:cNvPr id="1758" name="Google Shape;1758;p113"/>
          <p:cNvSpPr txBox="1"/>
          <p:nvPr/>
        </p:nvSpPr>
        <p:spPr>
          <a:xfrm>
            <a:off x="3427803" y="4378712"/>
            <a:ext cx="825600" cy="223200"/>
          </a:xfrm>
          <a:prstGeom prst="rect">
            <a:avLst/>
          </a:prstGeom>
          <a:noFill/>
          <a:ln>
            <a:noFill/>
          </a:ln>
        </p:spPr>
        <p:txBody>
          <a:bodyPr spcFirstLastPara="1" wrap="square" lIns="57150" tIns="57150" rIns="57150" bIns="57150" anchor="t" anchorCtr="0">
            <a:spAutoFit/>
          </a:bodyPr>
          <a:lstStyle/>
          <a:p>
            <a:pPr marL="0" lvl="0" indent="0" algn="ctr" rtl="0">
              <a:spcBef>
                <a:spcPts val="0"/>
              </a:spcBef>
              <a:spcAft>
                <a:spcPts val="0"/>
              </a:spcAft>
              <a:buNone/>
            </a:pPr>
            <a:r>
              <a:rPr lang="en" sz="700">
                <a:solidFill>
                  <a:schemeClr val="lt1"/>
                </a:solidFill>
                <a:latin typeface="IBM Plex Sans Medium"/>
                <a:ea typeface="IBM Plex Sans Medium"/>
                <a:cs typeface="IBM Plex Sans Medium"/>
                <a:sym typeface="IBM Plex Sans Medium"/>
              </a:rPr>
              <a:t>Microservices</a:t>
            </a:r>
            <a:endParaRPr sz="700">
              <a:solidFill>
                <a:schemeClr val="lt1"/>
              </a:solidFill>
              <a:latin typeface="IBM Plex Sans Medium"/>
              <a:ea typeface="IBM Plex Sans Medium"/>
              <a:cs typeface="IBM Plex Sans Medium"/>
              <a:sym typeface="IBM Plex Sans Medium"/>
            </a:endParaRPr>
          </a:p>
        </p:txBody>
      </p:sp>
      <p:sp>
        <p:nvSpPr>
          <p:cNvPr id="1759" name="Google Shape;1759;p113"/>
          <p:cNvSpPr txBox="1"/>
          <p:nvPr/>
        </p:nvSpPr>
        <p:spPr>
          <a:xfrm>
            <a:off x="5423283" y="4378712"/>
            <a:ext cx="825600" cy="223200"/>
          </a:xfrm>
          <a:prstGeom prst="rect">
            <a:avLst/>
          </a:prstGeom>
          <a:noFill/>
          <a:ln>
            <a:noFill/>
          </a:ln>
        </p:spPr>
        <p:txBody>
          <a:bodyPr spcFirstLastPara="1" wrap="square" lIns="57150" tIns="57150" rIns="57150" bIns="57150" anchor="t" anchorCtr="0">
            <a:spAutoFit/>
          </a:bodyPr>
          <a:lstStyle/>
          <a:p>
            <a:pPr marL="0" lvl="0" indent="0" algn="ctr" rtl="0">
              <a:spcBef>
                <a:spcPts val="0"/>
              </a:spcBef>
              <a:spcAft>
                <a:spcPts val="0"/>
              </a:spcAft>
              <a:buNone/>
            </a:pPr>
            <a:r>
              <a:rPr lang="en" sz="700">
                <a:solidFill>
                  <a:schemeClr val="lt1"/>
                </a:solidFill>
                <a:latin typeface="IBM Plex Sans Medium"/>
                <a:ea typeface="IBM Plex Sans Medium"/>
                <a:cs typeface="IBM Plex Sans Medium"/>
                <a:sym typeface="IBM Plex Sans Medium"/>
              </a:rPr>
              <a:t>API</a:t>
            </a:r>
            <a:endParaRPr sz="700">
              <a:solidFill>
                <a:schemeClr val="lt1"/>
              </a:solidFill>
              <a:latin typeface="IBM Plex Sans Medium"/>
              <a:ea typeface="IBM Plex Sans Medium"/>
              <a:cs typeface="IBM Plex Sans Medium"/>
              <a:sym typeface="IBM Plex Sans Medium"/>
            </a:endParaRPr>
          </a:p>
        </p:txBody>
      </p:sp>
      <p:sp>
        <p:nvSpPr>
          <p:cNvPr id="1760" name="Google Shape;1760;p113"/>
          <p:cNvSpPr txBox="1"/>
          <p:nvPr/>
        </p:nvSpPr>
        <p:spPr>
          <a:xfrm>
            <a:off x="1651421" y="4378712"/>
            <a:ext cx="563700" cy="223200"/>
          </a:xfrm>
          <a:prstGeom prst="rect">
            <a:avLst/>
          </a:prstGeom>
          <a:noFill/>
          <a:ln>
            <a:noFill/>
          </a:ln>
        </p:spPr>
        <p:txBody>
          <a:bodyPr spcFirstLastPara="1" wrap="square" lIns="57150" tIns="57150" rIns="57150" bIns="57150" anchor="t" anchorCtr="0">
            <a:spAutoFit/>
          </a:bodyPr>
          <a:lstStyle/>
          <a:p>
            <a:pPr marL="0" lvl="0" indent="0" algn="ctr" rtl="0">
              <a:spcBef>
                <a:spcPts val="0"/>
              </a:spcBef>
              <a:spcAft>
                <a:spcPts val="0"/>
              </a:spcAft>
              <a:buNone/>
            </a:pPr>
            <a:r>
              <a:rPr lang="en" sz="700">
                <a:solidFill>
                  <a:schemeClr val="lt1"/>
                </a:solidFill>
                <a:latin typeface="IBM Plex Sans Medium"/>
                <a:ea typeface="IBM Plex Sans Medium"/>
                <a:cs typeface="IBM Plex Sans Medium"/>
                <a:sym typeface="IBM Plex Sans Medium"/>
              </a:rPr>
              <a:t>AI</a:t>
            </a:r>
            <a:endParaRPr sz="700">
              <a:solidFill>
                <a:schemeClr val="lt1"/>
              </a:solidFill>
              <a:latin typeface="IBM Plex Sans Medium"/>
              <a:ea typeface="IBM Plex Sans Medium"/>
              <a:cs typeface="IBM Plex Sans Medium"/>
              <a:sym typeface="IBM Plex Sans Medium"/>
            </a:endParaRPr>
          </a:p>
        </p:txBody>
      </p:sp>
      <p:sp>
        <p:nvSpPr>
          <p:cNvPr id="1761" name="Google Shape;1761;p113"/>
          <p:cNvSpPr txBox="1"/>
          <p:nvPr/>
        </p:nvSpPr>
        <p:spPr>
          <a:xfrm>
            <a:off x="4560158" y="4378712"/>
            <a:ext cx="563700" cy="223200"/>
          </a:xfrm>
          <a:prstGeom prst="rect">
            <a:avLst/>
          </a:prstGeom>
          <a:noFill/>
          <a:ln>
            <a:noFill/>
          </a:ln>
        </p:spPr>
        <p:txBody>
          <a:bodyPr spcFirstLastPara="1" wrap="square" lIns="57150" tIns="57150" rIns="57150" bIns="57150" anchor="t" anchorCtr="0">
            <a:spAutoFit/>
          </a:bodyPr>
          <a:lstStyle/>
          <a:p>
            <a:pPr marL="0" lvl="0" indent="0" algn="ctr" rtl="0">
              <a:spcBef>
                <a:spcPts val="0"/>
              </a:spcBef>
              <a:spcAft>
                <a:spcPts val="0"/>
              </a:spcAft>
              <a:buNone/>
            </a:pPr>
            <a:r>
              <a:rPr lang="en" sz="700">
                <a:solidFill>
                  <a:schemeClr val="lt1"/>
                </a:solidFill>
                <a:latin typeface="IBM Plex Sans Medium"/>
                <a:ea typeface="IBM Plex Sans Medium"/>
                <a:cs typeface="IBM Plex Sans Medium"/>
                <a:sym typeface="IBM Plex Sans Medium"/>
              </a:rPr>
              <a:t>RPA</a:t>
            </a:r>
            <a:endParaRPr sz="700">
              <a:solidFill>
                <a:schemeClr val="lt1"/>
              </a:solidFill>
              <a:latin typeface="IBM Plex Sans Medium"/>
              <a:ea typeface="IBM Plex Sans Medium"/>
              <a:cs typeface="IBM Plex Sans Medium"/>
              <a:sym typeface="IBM Plex Sans Medium"/>
            </a:endParaRPr>
          </a:p>
        </p:txBody>
      </p:sp>
      <p:sp>
        <p:nvSpPr>
          <p:cNvPr id="1762" name="Google Shape;1762;p113"/>
          <p:cNvSpPr txBox="1"/>
          <p:nvPr/>
        </p:nvSpPr>
        <p:spPr>
          <a:xfrm>
            <a:off x="6416482" y="4378712"/>
            <a:ext cx="825600" cy="223200"/>
          </a:xfrm>
          <a:prstGeom prst="rect">
            <a:avLst/>
          </a:prstGeom>
          <a:noFill/>
          <a:ln>
            <a:noFill/>
          </a:ln>
        </p:spPr>
        <p:txBody>
          <a:bodyPr spcFirstLastPara="1" wrap="square" lIns="57150" tIns="57150" rIns="57150" bIns="57150" anchor="t" anchorCtr="0">
            <a:spAutoFit/>
          </a:bodyPr>
          <a:lstStyle/>
          <a:p>
            <a:pPr marL="0" lvl="0" indent="0" algn="ctr" rtl="0">
              <a:spcBef>
                <a:spcPts val="0"/>
              </a:spcBef>
              <a:spcAft>
                <a:spcPts val="0"/>
              </a:spcAft>
              <a:buNone/>
            </a:pPr>
            <a:r>
              <a:rPr lang="en" sz="700">
                <a:solidFill>
                  <a:schemeClr val="lt1"/>
                </a:solidFill>
                <a:latin typeface="IBM Plex Sans Medium"/>
                <a:ea typeface="IBM Plex Sans Medium"/>
                <a:cs typeface="IBM Plex Sans Medium"/>
                <a:sym typeface="IBM Plex Sans Medium"/>
              </a:rPr>
              <a:t>IoT</a:t>
            </a:r>
            <a:endParaRPr sz="700">
              <a:solidFill>
                <a:schemeClr val="lt1"/>
              </a:solidFill>
              <a:latin typeface="IBM Plex Sans Medium"/>
              <a:ea typeface="IBM Plex Sans Medium"/>
              <a:cs typeface="IBM Plex Sans Medium"/>
              <a:sym typeface="IBM Plex Sans Medium"/>
            </a:endParaRPr>
          </a:p>
        </p:txBody>
      </p:sp>
      <p:pic>
        <p:nvPicPr>
          <p:cNvPr id="1763" name="Google Shape;1763;p113"/>
          <p:cNvPicPr preferRelativeResize="0"/>
          <p:nvPr/>
        </p:nvPicPr>
        <p:blipFill>
          <a:blip r:embed="rId3">
            <a:alphaModFix/>
          </a:blip>
          <a:stretch>
            <a:fillRect/>
          </a:stretch>
        </p:blipFill>
        <p:spPr>
          <a:xfrm>
            <a:off x="941855" y="1652097"/>
            <a:ext cx="283748" cy="283748"/>
          </a:xfrm>
          <a:prstGeom prst="rect">
            <a:avLst/>
          </a:prstGeom>
          <a:noFill/>
          <a:ln>
            <a:noFill/>
          </a:ln>
        </p:spPr>
      </p:pic>
      <p:pic>
        <p:nvPicPr>
          <p:cNvPr id="1764" name="Google Shape;1764;p113"/>
          <p:cNvPicPr preferRelativeResize="0"/>
          <p:nvPr/>
        </p:nvPicPr>
        <p:blipFill>
          <a:blip r:embed="rId4">
            <a:alphaModFix/>
          </a:blip>
          <a:stretch>
            <a:fillRect/>
          </a:stretch>
        </p:blipFill>
        <p:spPr>
          <a:xfrm>
            <a:off x="2814398" y="1142895"/>
            <a:ext cx="299799" cy="299797"/>
          </a:xfrm>
          <a:prstGeom prst="rect">
            <a:avLst/>
          </a:prstGeom>
          <a:noFill/>
          <a:ln>
            <a:noFill/>
          </a:ln>
        </p:spPr>
      </p:pic>
      <p:pic>
        <p:nvPicPr>
          <p:cNvPr id="1765" name="Google Shape;1765;p113"/>
          <p:cNvPicPr preferRelativeResize="0"/>
          <p:nvPr/>
        </p:nvPicPr>
        <p:blipFill>
          <a:blip r:embed="rId5">
            <a:alphaModFix/>
          </a:blip>
          <a:stretch>
            <a:fillRect/>
          </a:stretch>
        </p:blipFill>
        <p:spPr>
          <a:xfrm>
            <a:off x="2232545" y="1638951"/>
            <a:ext cx="283748" cy="283745"/>
          </a:xfrm>
          <a:prstGeom prst="rect">
            <a:avLst/>
          </a:prstGeom>
          <a:noFill/>
          <a:ln>
            <a:noFill/>
          </a:ln>
        </p:spPr>
      </p:pic>
      <p:pic>
        <p:nvPicPr>
          <p:cNvPr id="1766" name="Google Shape;1766;p113"/>
          <p:cNvPicPr preferRelativeResize="0"/>
          <p:nvPr/>
        </p:nvPicPr>
        <p:blipFill>
          <a:blip r:embed="rId6">
            <a:alphaModFix/>
          </a:blip>
          <a:stretch>
            <a:fillRect/>
          </a:stretch>
        </p:blipFill>
        <p:spPr>
          <a:xfrm>
            <a:off x="2779011" y="1712571"/>
            <a:ext cx="446803" cy="136499"/>
          </a:xfrm>
          <a:prstGeom prst="rect">
            <a:avLst/>
          </a:prstGeom>
          <a:noFill/>
          <a:ln>
            <a:noFill/>
          </a:ln>
        </p:spPr>
      </p:pic>
      <p:pic>
        <p:nvPicPr>
          <p:cNvPr id="1767" name="Google Shape;1767;p113"/>
          <p:cNvPicPr preferRelativeResize="0"/>
          <p:nvPr/>
        </p:nvPicPr>
        <p:blipFill rotWithShape="1">
          <a:blip r:embed="rId7">
            <a:alphaModFix/>
          </a:blip>
          <a:srcRect/>
          <a:stretch/>
        </p:blipFill>
        <p:spPr>
          <a:xfrm>
            <a:off x="5578559" y="1330361"/>
            <a:ext cx="444900" cy="444900"/>
          </a:xfrm>
          <a:prstGeom prst="roundRect">
            <a:avLst>
              <a:gd name="adj" fmla="val 17339"/>
            </a:avLst>
          </a:prstGeom>
          <a:noFill/>
          <a:ln>
            <a:noFill/>
          </a:ln>
        </p:spPr>
      </p:pic>
      <p:pic>
        <p:nvPicPr>
          <p:cNvPr id="1768" name="Google Shape;1768;p113"/>
          <p:cNvPicPr preferRelativeResize="0"/>
          <p:nvPr/>
        </p:nvPicPr>
        <p:blipFill rotWithShape="1">
          <a:blip r:embed="rId8">
            <a:alphaModFix/>
          </a:blip>
          <a:srcRect/>
          <a:stretch/>
        </p:blipFill>
        <p:spPr>
          <a:xfrm>
            <a:off x="7505367" y="1330361"/>
            <a:ext cx="444900" cy="444900"/>
          </a:xfrm>
          <a:prstGeom prst="roundRect">
            <a:avLst>
              <a:gd name="adj" fmla="val 16667"/>
            </a:avLst>
          </a:prstGeom>
          <a:noFill/>
          <a:ln>
            <a:noFill/>
          </a:ln>
        </p:spPr>
      </p:pic>
      <p:pic>
        <p:nvPicPr>
          <p:cNvPr id="1769" name="Google Shape;1769;p113"/>
          <p:cNvPicPr preferRelativeResize="0"/>
          <p:nvPr/>
        </p:nvPicPr>
        <p:blipFill rotWithShape="1">
          <a:blip r:embed="rId9">
            <a:alphaModFix/>
          </a:blip>
          <a:srcRect/>
          <a:stretch/>
        </p:blipFill>
        <p:spPr>
          <a:xfrm>
            <a:off x="6863098" y="1330361"/>
            <a:ext cx="444900" cy="444900"/>
          </a:xfrm>
          <a:prstGeom prst="roundRect">
            <a:avLst>
              <a:gd name="adj" fmla="val 16667"/>
            </a:avLst>
          </a:prstGeom>
          <a:noFill/>
          <a:ln>
            <a:noFill/>
          </a:ln>
        </p:spPr>
      </p:pic>
      <p:pic>
        <p:nvPicPr>
          <p:cNvPr id="1770" name="Google Shape;1770;p113"/>
          <p:cNvPicPr preferRelativeResize="0"/>
          <p:nvPr/>
        </p:nvPicPr>
        <p:blipFill rotWithShape="1">
          <a:blip r:embed="rId10">
            <a:alphaModFix/>
          </a:blip>
          <a:srcRect/>
          <a:stretch/>
        </p:blipFill>
        <p:spPr>
          <a:xfrm>
            <a:off x="6220829" y="1330361"/>
            <a:ext cx="444900" cy="444900"/>
          </a:xfrm>
          <a:prstGeom prst="roundRect">
            <a:avLst>
              <a:gd name="adj" fmla="val 16667"/>
            </a:avLst>
          </a:prstGeom>
          <a:noFill/>
          <a:ln>
            <a:noFill/>
          </a:ln>
        </p:spPr>
      </p:pic>
      <p:cxnSp>
        <p:nvCxnSpPr>
          <p:cNvPr id="1771" name="Google Shape;1771;p113"/>
          <p:cNvCxnSpPr/>
          <p:nvPr/>
        </p:nvCxnSpPr>
        <p:spPr>
          <a:xfrm rot="10800000">
            <a:off x="474275" y="567425"/>
            <a:ext cx="669900" cy="0"/>
          </a:xfrm>
          <a:prstGeom prst="straightConnector1">
            <a:avLst/>
          </a:prstGeom>
          <a:noFill/>
          <a:ln w="19050" cap="flat" cmpd="sng">
            <a:solidFill>
              <a:schemeClr val="dk2"/>
            </a:solidFill>
            <a:prstDash val="dash"/>
            <a:round/>
            <a:headEnd type="none" w="med" len="med"/>
            <a:tailEnd type="none" w="med" len="med"/>
          </a:ln>
        </p:spPr>
      </p:cxnSp>
      <p:cxnSp>
        <p:nvCxnSpPr>
          <p:cNvPr id="1772" name="Google Shape;1772;p113"/>
          <p:cNvCxnSpPr/>
          <p:nvPr/>
        </p:nvCxnSpPr>
        <p:spPr>
          <a:xfrm>
            <a:off x="474398" y="555797"/>
            <a:ext cx="0" cy="2037300"/>
          </a:xfrm>
          <a:prstGeom prst="straightConnector1">
            <a:avLst/>
          </a:prstGeom>
          <a:noFill/>
          <a:ln w="19050" cap="flat" cmpd="sng">
            <a:solidFill>
              <a:schemeClr val="dk2"/>
            </a:solidFill>
            <a:prstDash val="dash"/>
            <a:round/>
            <a:headEnd type="none" w="med" len="med"/>
            <a:tailEnd type="none" w="med" len="med"/>
          </a:ln>
        </p:spPr>
      </p:cxnSp>
      <p:cxnSp>
        <p:nvCxnSpPr>
          <p:cNvPr id="1773" name="Google Shape;1773;p113"/>
          <p:cNvCxnSpPr/>
          <p:nvPr/>
        </p:nvCxnSpPr>
        <p:spPr>
          <a:xfrm>
            <a:off x="474400" y="2612975"/>
            <a:ext cx="0" cy="807600"/>
          </a:xfrm>
          <a:prstGeom prst="straightConnector1">
            <a:avLst/>
          </a:prstGeom>
          <a:noFill/>
          <a:ln w="19050" cap="flat" cmpd="sng">
            <a:solidFill>
              <a:schemeClr val="accent1"/>
            </a:solidFill>
            <a:prstDash val="dash"/>
            <a:round/>
            <a:headEnd type="none" w="med" len="med"/>
            <a:tailEnd type="none" w="med" len="med"/>
          </a:ln>
        </p:spPr>
      </p:cxnSp>
      <p:cxnSp>
        <p:nvCxnSpPr>
          <p:cNvPr id="1774" name="Google Shape;1774;p113"/>
          <p:cNvCxnSpPr>
            <a:endCxn id="1754" idx="1"/>
          </p:cNvCxnSpPr>
          <p:nvPr/>
        </p:nvCxnSpPr>
        <p:spPr>
          <a:xfrm rot="10800000" flipH="1">
            <a:off x="465243" y="3418500"/>
            <a:ext cx="2192700" cy="2400"/>
          </a:xfrm>
          <a:prstGeom prst="straightConnector1">
            <a:avLst/>
          </a:prstGeom>
          <a:noFill/>
          <a:ln w="19050" cap="flat" cmpd="sng">
            <a:solidFill>
              <a:schemeClr val="accent1"/>
            </a:solidFill>
            <a:prstDash val="dash"/>
            <a:round/>
            <a:headEnd type="none" w="med" len="med"/>
            <a:tailEnd type="none" w="med" len="med"/>
          </a:ln>
        </p:spPr>
      </p:cxnSp>
      <p:cxnSp>
        <p:nvCxnSpPr>
          <p:cNvPr id="1775" name="Google Shape;1775;p113"/>
          <p:cNvCxnSpPr/>
          <p:nvPr/>
        </p:nvCxnSpPr>
        <p:spPr>
          <a:xfrm rot="10800000">
            <a:off x="7902177" y="567425"/>
            <a:ext cx="748800" cy="0"/>
          </a:xfrm>
          <a:prstGeom prst="straightConnector1">
            <a:avLst/>
          </a:prstGeom>
          <a:noFill/>
          <a:ln w="19050" cap="flat" cmpd="sng">
            <a:solidFill>
              <a:schemeClr val="lt1"/>
            </a:solidFill>
            <a:prstDash val="dash"/>
            <a:round/>
            <a:headEnd type="none" w="med" len="med"/>
            <a:tailEnd type="none" w="med" len="med"/>
          </a:ln>
        </p:spPr>
      </p:cxnSp>
      <p:cxnSp>
        <p:nvCxnSpPr>
          <p:cNvPr id="1776" name="Google Shape;1776;p113"/>
          <p:cNvCxnSpPr/>
          <p:nvPr/>
        </p:nvCxnSpPr>
        <p:spPr>
          <a:xfrm>
            <a:off x="8641048" y="562946"/>
            <a:ext cx="0" cy="2037300"/>
          </a:xfrm>
          <a:prstGeom prst="straightConnector1">
            <a:avLst/>
          </a:prstGeom>
          <a:noFill/>
          <a:ln w="19050" cap="flat" cmpd="sng">
            <a:solidFill>
              <a:schemeClr val="lt1"/>
            </a:solidFill>
            <a:prstDash val="dash"/>
            <a:round/>
            <a:headEnd type="none" w="med" len="med"/>
            <a:tailEnd type="none" w="med" len="med"/>
          </a:ln>
        </p:spPr>
      </p:cxnSp>
      <p:cxnSp>
        <p:nvCxnSpPr>
          <p:cNvPr id="1777" name="Google Shape;1777;p113"/>
          <p:cNvCxnSpPr/>
          <p:nvPr/>
        </p:nvCxnSpPr>
        <p:spPr>
          <a:xfrm>
            <a:off x="8641050" y="2645925"/>
            <a:ext cx="0" cy="774900"/>
          </a:xfrm>
          <a:prstGeom prst="straightConnector1">
            <a:avLst/>
          </a:prstGeom>
          <a:noFill/>
          <a:ln w="19050" cap="flat" cmpd="sng">
            <a:solidFill>
              <a:schemeClr val="accent1"/>
            </a:solidFill>
            <a:prstDash val="dash"/>
            <a:round/>
            <a:headEnd type="none" w="med" len="med"/>
            <a:tailEnd type="none" w="med" len="med"/>
          </a:ln>
        </p:spPr>
      </p:cxnSp>
      <p:cxnSp>
        <p:nvCxnSpPr>
          <p:cNvPr id="1778" name="Google Shape;1778;p113"/>
          <p:cNvCxnSpPr>
            <a:stCxn id="1754" idx="3"/>
          </p:cNvCxnSpPr>
          <p:nvPr/>
        </p:nvCxnSpPr>
        <p:spPr>
          <a:xfrm>
            <a:off x="6490443" y="3418500"/>
            <a:ext cx="2160000" cy="6000"/>
          </a:xfrm>
          <a:prstGeom prst="straightConnector1">
            <a:avLst/>
          </a:prstGeom>
          <a:noFill/>
          <a:ln w="19050" cap="flat" cmpd="sng">
            <a:solidFill>
              <a:schemeClr val="accent1"/>
            </a:solidFill>
            <a:prstDash val="dash"/>
            <a:round/>
            <a:headEnd type="none" w="med" len="med"/>
            <a:tailEnd type="none" w="med" len="med"/>
          </a:ln>
        </p:spPr>
      </p:cxnSp>
      <p:pic>
        <p:nvPicPr>
          <p:cNvPr id="1779" name="Google Shape;1779;p113"/>
          <p:cNvPicPr preferRelativeResize="0"/>
          <p:nvPr/>
        </p:nvPicPr>
        <p:blipFill>
          <a:blip r:embed="rId11">
            <a:alphaModFix/>
          </a:blip>
          <a:stretch>
            <a:fillRect/>
          </a:stretch>
        </p:blipFill>
        <p:spPr>
          <a:xfrm>
            <a:off x="826075" y="1028711"/>
            <a:ext cx="483293" cy="483286"/>
          </a:xfrm>
          <a:prstGeom prst="rect">
            <a:avLst/>
          </a:prstGeom>
          <a:noFill/>
          <a:ln>
            <a:noFill/>
          </a:ln>
        </p:spPr>
      </p:pic>
      <p:pic>
        <p:nvPicPr>
          <p:cNvPr id="1780" name="Google Shape;1780;p113"/>
          <p:cNvPicPr preferRelativeResize="0"/>
          <p:nvPr/>
        </p:nvPicPr>
        <p:blipFill rotWithShape="1">
          <a:blip r:embed="rId12">
            <a:alphaModFix/>
          </a:blip>
          <a:srcRect t="35267" b="29696"/>
          <a:stretch/>
        </p:blipFill>
        <p:spPr>
          <a:xfrm>
            <a:off x="1466321" y="1693749"/>
            <a:ext cx="572074" cy="200431"/>
          </a:xfrm>
          <a:prstGeom prst="rect">
            <a:avLst/>
          </a:prstGeom>
          <a:noFill/>
          <a:ln>
            <a:noFill/>
          </a:ln>
        </p:spPr>
      </p:pic>
      <p:pic>
        <p:nvPicPr>
          <p:cNvPr id="1781" name="Google Shape;1781;p113"/>
          <p:cNvPicPr preferRelativeResize="0"/>
          <p:nvPr/>
        </p:nvPicPr>
        <p:blipFill>
          <a:blip r:embed="rId13">
            <a:alphaModFix/>
          </a:blip>
          <a:stretch>
            <a:fillRect/>
          </a:stretch>
        </p:blipFill>
        <p:spPr>
          <a:xfrm>
            <a:off x="1612004" y="1149875"/>
            <a:ext cx="283747" cy="282629"/>
          </a:xfrm>
          <a:prstGeom prst="rect">
            <a:avLst/>
          </a:prstGeom>
          <a:noFill/>
          <a:ln>
            <a:noFill/>
          </a:ln>
        </p:spPr>
      </p:pic>
      <p:pic>
        <p:nvPicPr>
          <p:cNvPr id="1782" name="Google Shape;1782;p113"/>
          <p:cNvPicPr preferRelativeResize="0"/>
          <p:nvPr/>
        </p:nvPicPr>
        <p:blipFill>
          <a:blip r:embed="rId14">
            <a:alphaModFix/>
          </a:blip>
          <a:stretch>
            <a:fillRect/>
          </a:stretch>
        </p:blipFill>
        <p:spPr>
          <a:xfrm>
            <a:off x="3380627" y="1121180"/>
            <a:ext cx="519898" cy="300986"/>
          </a:xfrm>
          <a:prstGeom prst="rect">
            <a:avLst/>
          </a:prstGeom>
          <a:noFill/>
          <a:ln>
            <a:noFill/>
          </a:ln>
        </p:spPr>
      </p:pic>
      <p:pic>
        <p:nvPicPr>
          <p:cNvPr id="1783" name="Google Shape;1783;p113"/>
          <p:cNvPicPr preferRelativeResize="0"/>
          <p:nvPr/>
        </p:nvPicPr>
        <p:blipFill>
          <a:blip r:embed="rId15">
            <a:alphaModFix/>
          </a:blip>
          <a:stretch>
            <a:fillRect/>
          </a:stretch>
        </p:blipFill>
        <p:spPr>
          <a:xfrm>
            <a:off x="2132774" y="1030021"/>
            <a:ext cx="483291" cy="483286"/>
          </a:xfrm>
          <a:prstGeom prst="rect">
            <a:avLst/>
          </a:prstGeom>
          <a:noFill/>
          <a:ln>
            <a:noFill/>
          </a:ln>
        </p:spPr>
      </p:pic>
      <p:pic>
        <p:nvPicPr>
          <p:cNvPr id="1784" name="Google Shape;1784;p113"/>
          <p:cNvPicPr preferRelativeResize="0"/>
          <p:nvPr/>
        </p:nvPicPr>
        <p:blipFill>
          <a:blip r:embed="rId16">
            <a:alphaModFix/>
          </a:blip>
          <a:stretch>
            <a:fillRect/>
          </a:stretch>
        </p:blipFill>
        <p:spPr>
          <a:xfrm>
            <a:off x="3488532" y="1566266"/>
            <a:ext cx="283812" cy="391901"/>
          </a:xfrm>
          <a:prstGeom prst="rect">
            <a:avLst/>
          </a:prstGeom>
          <a:noFill/>
          <a:ln>
            <a:noFill/>
          </a:ln>
        </p:spPr>
      </p:pic>
      <p:sp>
        <p:nvSpPr>
          <p:cNvPr id="1785" name="Google Shape;1785;p113"/>
          <p:cNvSpPr/>
          <p:nvPr/>
        </p:nvSpPr>
        <p:spPr>
          <a:xfrm>
            <a:off x="3711275" y="2230652"/>
            <a:ext cx="1692900" cy="677100"/>
          </a:xfrm>
          <a:prstGeom prst="roundRect">
            <a:avLst>
              <a:gd name="adj" fmla="val 16667"/>
            </a:avLst>
          </a:prstGeom>
          <a:solidFill>
            <a:schemeClr val="lt2"/>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6" name="Google Shape;1786;p113"/>
          <p:cNvSpPr/>
          <p:nvPr/>
        </p:nvSpPr>
        <p:spPr>
          <a:xfrm rot="5400000">
            <a:off x="2710000" y="3354445"/>
            <a:ext cx="150900" cy="130500"/>
          </a:xfrm>
          <a:prstGeom prst="triangle">
            <a:avLst>
              <a:gd name="adj" fmla="val 48542"/>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7" name="Google Shape;1787;p113"/>
          <p:cNvSpPr/>
          <p:nvPr/>
        </p:nvSpPr>
        <p:spPr>
          <a:xfrm rot="-5400000">
            <a:off x="6292050" y="3353245"/>
            <a:ext cx="150900" cy="130500"/>
          </a:xfrm>
          <a:prstGeom prst="triangle">
            <a:avLst>
              <a:gd name="adj" fmla="val 48542"/>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788" name="Google Shape;1788;p113"/>
          <p:cNvGrpSpPr/>
          <p:nvPr/>
        </p:nvGrpSpPr>
        <p:grpSpPr>
          <a:xfrm>
            <a:off x="4091368" y="2403744"/>
            <a:ext cx="965667" cy="330915"/>
            <a:chOff x="9633597" y="2586299"/>
            <a:chExt cx="3355340" cy="1149808"/>
          </a:xfrm>
        </p:grpSpPr>
        <p:sp>
          <p:nvSpPr>
            <p:cNvPr id="1789" name="Google Shape;1789;p113"/>
            <p:cNvSpPr/>
            <p:nvPr/>
          </p:nvSpPr>
          <p:spPr>
            <a:xfrm>
              <a:off x="9633597" y="2586299"/>
              <a:ext cx="859789" cy="819785"/>
            </a:xfrm>
            <a:custGeom>
              <a:avLst/>
              <a:gdLst/>
              <a:ahLst/>
              <a:cxnLst/>
              <a:rect l="l" t="t" r="r" b="b"/>
              <a:pathLst>
                <a:path w="859789" h="819785" extrusionOk="0">
                  <a:moveTo>
                    <a:pt x="375729" y="201587"/>
                  </a:moveTo>
                  <a:lnTo>
                    <a:pt x="371856" y="150063"/>
                  </a:lnTo>
                  <a:lnTo>
                    <a:pt x="360210" y="105587"/>
                  </a:lnTo>
                  <a:lnTo>
                    <a:pt x="340880" y="68465"/>
                  </a:lnTo>
                  <a:lnTo>
                    <a:pt x="313931" y="39027"/>
                  </a:lnTo>
                  <a:lnTo>
                    <a:pt x="279450" y="17589"/>
                  </a:lnTo>
                  <a:lnTo>
                    <a:pt x="237515" y="4470"/>
                  </a:lnTo>
                  <a:lnTo>
                    <a:pt x="188214" y="0"/>
                  </a:lnTo>
                  <a:lnTo>
                    <a:pt x="138887" y="4394"/>
                  </a:lnTo>
                  <a:lnTo>
                    <a:pt x="96939" y="17437"/>
                  </a:lnTo>
                  <a:lnTo>
                    <a:pt x="62420" y="38823"/>
                  </a:lnTo>
                  <a:lnTo>
                    <a:pt x="35420" y="68211"/>
                  </a:lnTo>
                  <a:lnTo>
                    <a:pt x="16027" y="105295"/>
                  </a:lnTo>
                  <a:lnTo>
                    <a:pt x="4305" y="149758"/>
                  </a:lnTo>
                  <a:lnTo>
                    <a:pt x="355" y="201269"/>
                  </a:lnTo>
                  <a:lnTo>
                    <a:pt x="0" y="617829"/>
                  </a:lnTo>
                  <a:lnTo>
                    <a:pt x="3860" y="669340"/>
                  </a:lnTo>
                  <a:lnTo>
                    <a:pt x="15506" y="713828"/>
                  </a:lnTo>
                  <a:lnTo>
                    <a:pt x="34836" y="750938"/>
                  </a:lnTo>
                  <a:lnTo>
                    <a:pt x="61785" y="780376"/>
                  </a:lnTo>
                  <a:lnTo>
                    <a:pt x="96266" y="801814"/>
                  </a:lnTo>
                  <a:lnTo>
                    <a:pt x="138201" y="814933"/>
                  </a:lnTo>
                  <a:lnTo>
                    <a:pt x="187515" y="819404"/>
                  </a:lnTo>
                  <a:lnTo>
                    <a:pt x="236829" y="815009"/>
                  </a:lnTo>
                  <a:lnTo>
                    <a:pt x="278777" y="801966"/>
                  </a:lnTo>
                  <a:lnTo>
                    <a:pt x="313296" y="780592"/>
                  </a:lnTo>
                  <a:lnTo>
                    <a:pt x="340296" y="751205"/>
                  </a:lnTo>
                  <a:lnTo>
                    <a:pt x="359689" y="714121"/>
                  </a:lnTo>
                  <a:lnTo>
                    <a:pt x="371411" y="669658"/>
                  </a:lnTo>
                  <a:lnTo>
                    <a:pt x="375373" y="618147"/>
                  </a:lnTo>
                  <a:lnTo>
                    <a:pt x="375462" y="511708"/>
                  </a:lnTo>
                  <a:lnTo>
                    <a:pt x="256451" y="511619"/>
                  </a:lnTo>
                  <a:lnTo>
                    <a:pt x="256349" y="626059"/>
                  </a:lnTo>
                  <a:lnTo>
                    <a:pt x="251752" y="662355"/>
                  </a:lnTo>
                  <a:lnTo>
                    <a:pt x="238696" y="686409"/>
                  </a:lnTo>
                  <a:lnTo>
                    <a:pt x="218135" y="699731"/>
                  </a:lnTo>
                  <a:lnTo>
                    <a:pt x="191046" y="703821"/>
                  </a:lnTo>
                  <a:lnTo>
                    <a:pt x="163957" y="699681"/>
                  </a:lnTo>
                  <a:lnTo>
                    <a:pt x="143433" y="686320"/>
                  </a:lnTo>
                  <a:lnTo>
                    <a:pt x="130416" y="662241"/>
                  </a:lnTo>
                  <a:lnTo>
                    <a:pt x="125882" y="625944"/>
                  </a:lnTo>
                  <a:lnTo>
                    <a:pt x="126250" y="193357"/>
                  </a:lnTo>
                  <a:lnTo>
                    <a:pt x="130835" y="156883"/>
                  </a:lnTo>
                  <a:lnTo>
                    <a:pt x="143891" y="132435"/>
                  </a:lnTo>
                  <a:lnTo>
                    <a:pt x="164452" y="118719"/>
                  </a:lnTo>
                  <a:lnTo>
                    <a:pt x="191541" y="114452"/>
                  </a:lnTo>
                  <a:lnTo>
                    <a:pt x="218630" y="118770"/>
                  </a:lnTo>
                  <a:lnTo>
                    <a:pt x="239166" y="132511"/>
                  </a:lnTo>
                  <a:lnTo>
                    <a:pt x="252183" y="156984"/>
                  </a:lnTo>
                  <a:lnTo>
                    <a:pt x="256717" y="193471"/>
                  </a:lnTo>
                  <a:lnTo>
                    <a:pt x="256641" y="279311"/>
                  </a:lnTo>
                  <a:lnTo>
                    <a:pt x="375653" y="279400"/>
                  </a:lnTo>
                  <a:lnTo>
                    <a:pt x="375729" y="201587"/>
                  </a:lnTo>
                  <a:close/>
                </a:path>
                <a:path w="859789" h="819785" extrusionOk="0">
                  <a:moveTo>
                    <a:pt x="859269" y="810818"/>
                  </a:moveTo>
                  <a:lnTo>
                    <a:pt x="836104" y="665226"/>
                  </a:lnTo>
                  <a:lnTo>
                    <a:pt x="818819" y="556615"/>
                  </a:lnTo>
                  <a:lnTo>
                    <a:pt x="754341" y="151447"/>
                  </a:lnTo>
                  <a:lnTo>
                    <a:pt x="731774" y="9626"/>
                  </a:lnTo>
                  <a:lnTo>
                    <a:pt x="693534" y="9601"/>
                  </a:lnTo>
                  <a:lnTo>
                    <a:pt x="693534" y="556615"/>
                  </a:lnTo>
                  <a:lnTo>
                    <a:pt x="572236" y="556514"/>
                  </a:lnTo>
                  <a:lnTo>
                    <a:pt x="633234" y="151447"/>
                  </a:lnTo>
                  <a:lnTo>
                    <a:pt x="693534" y="556615"/>
                  </a:lnTo>
                  <a:lnTo>
                    <a:pt x="693534" y="9601"/>
                  </a:lnTo>
                  <a:lnTo>
                    <a:pt x="547522" y="9474"/>
                  </a:lnTo>
                  <a:lnTo>
                    <a:pt x="418668" y="810450"/>
                  </a:lnTo>
                  <a:lnTo>
                    <a:pt x="534250" y="810539"/>
                  </a:lnTo>
                  <a:lnTo>
                    <a:pt x="556120" y="665226"/>
                  </a:lnTo>
                  <a:lnTo>
                    <a:pt x="710615" y="665353"/>
                  </a:lnTo>
                  <a:lnTo>
                    <a:pt x="732231" y="810717"/>
                  </a:lnTo>
                  <a:lnTo>
                    <a:pt x="859269" y="810818"/>
                  </a:lnTo>
                  <a:close/>
                </a:path>
              </a:pathLst>
            </a:custGeom>
            <a:solidFill>
              <a:srgbClr val="000000"/>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100"/>
            </a:p>
          </p:txBody>
        </p:sp>
        <p:sp>
          <p:nvSpPr>
            <p:cNvPr id="1790" name="Google Shape;1790;p113"/>
            <p:cNvSpPr/>
            <p:nvPr/>
          </p:nvSpPr>
          <p:spPr>
            <a:xfrm>
              <a:off x="10550097" y="2596072"/>
              <a:ext cx="529589" cy="802005"/>
            </a:xfrm>
            <a:custGeom>
              <a:avLst/>
              <a:gdLst/>
              <a:ahLst/>
              <a:cxnLst/>
              <a:rect l="l" t="t" r="r" b="b"/>
              <a:pathLst>
                <a:path w="529589" h="802005" extrusionOk="0">
                  <a:moveTo>
                    <a:pt x="673" y="0"/>
                  </a:moveTo>
                  <a:lnTo>
                    <a:pt x="0" y="801090"/>
                  </a:lnTo>
                  <a:lnTo>
                    <a:pt x="109854" y="801179"/>
                  </a:lnTo>
                  <a:lnTo>
                    <a:pt x="110337" y="234696"/>
                  </a:lnTo>
                  <a:lnTo>
                    <a:pt x="203695" y="801268"/>
                  </a:lnTo>
                  <a:lnTo>
                    <a:pt x="322719" y="801370"/>
                  </a:lnTo>
                  <a:lnTo>
                    <a:pt x="410184" y="226949"/>
                  </a:lnTo>
                  <a:lnTo>
                    <a:pt x="409689" y="801433"/>
                  </a:lnTo>
                  <a:lnTo>
                    <a:pt x="528700" y="801535"/>
                  </a:lnTo>
                  <a:lnTo>
                    <a:pt x="529386" y="457"/>
                  </a:lnTo>
                  <a:lnTo>
                    <a:pt x="354291" y="304"/>
                  </a:lnTo>
                  <a:lnTo>
                    <a:pt x="267982" y="568998"/>
                  </a:lnTo>
                  <a:lnTo>
                    <a:pt x="175767" y="152"/>
                  </a:lnTo>
                  <a:lnTo>
                    <a:pt x="673" y="0"/>
                  </a:lnTo>
                  <a:close/>
                </a:path>
              </a:pathLst>
            </a:custGeom>
            <a:solidFill>
              <a:srgbClr val="000000"/>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100"/>
            </a:p>
          </p:txBody>
        </p:sp>
        <p:sp>
          <p:nvSpPr>
            <p:cNvPr id="1791" name="Google Shape;1791;p113"/>
            <p:cNvSpPr/>
            <p:nvPr/>
          </p:nvSpPr>
          <p:spPr>
            <a:xfrm>
              <a:off x="11164777" y="2596598"/>
              <a:ext cx="375920" cy="812164"/>
            </a:xfrm>
            <a:custGeom>
              <a:avLst/>
              <a:gdLst/>
              <a:ahLst/>
              <a:cxnLst/>
              <a:rect l="l" t="t" r="r" b="b"/>
              <a:pathLst>
                <a:path w="375920" h="812164" extrusionOk="0">
                  <a:moveTo>
                    <a:pt x="126403" y="101"/>
                  </a:moveTo>
                  <a:lnTo>
                    <a:pt x="520" y="0"/>
                  </a:lnTo>
                  <a:lnTo>
                    <a:pt x="0" y="609968"/>
                  </a:lnTo>
                  <a:lnTo>
                    <a:pt x="3869" y="661485"/>
                  </a:lnTo>
                  <a:lnTo>
                    <a:pt x="15510" y="705963"/>
                  </a:lnTo>
                  <a:lnTo>
                    <a:pt x="34844" y="743081"/>
                  </a:lnTo>
                  <a:lnTo>
                    <a:pt x="61791" y="772519"/>
                  </a:lnTo>
                  <a:lnTo>
                    <a:pt x="96271" y="793956"/>
                  </a:lnTo>
                  <a:lnTo>
                    <a:pt x="138206" y="807070"/>
                  </a:lnTo>
                  <a:lnTo>
                    <a:pt x="187515" y="811542"/>
                  </a:lnTo>
                  <a:lnTo>
                    <a:pt x="236832" y="807153"/>
                  </a:lnTo>
                  <a:lnTo>
                    <a:pt x="278789" y="794110"/>
                  </a:lnTo>
                  <a:lnTo>
                    <a:pt x="313306" y="772733"/>
                  </a:lnTo>
                  <a:lnTo>
                    <a:pt x="340304" y="743343"/>
                  </a:lnTo>
                  <a:lnTo>
                    <a:pt x="359701" y="706258"/>
                  </a:lnTo>
                  <a:lnTo>
                    <a:pt x="371417" y="661799"/>
                  </a:lnTo>
                  <a:lnTo>
                    <a:pt x="375373" y="610285"/>
                  </a:lnTo>
                  <a:lnTo>
                    <a:pt x="375894" y="330"/>
                  </a:lnTo>
                  <a:lnTo>
                    <a:pt x="256870" y="215"/>
                  </a:lnTo>
                  <a:lnTo>
                    <a:pt x="256349" y="618197"/>
                  </a:lnTo>
                  <a:lnTo>
                    <a:pt x="251757" y="654495"/>
                  </a:lnTo>
                  <a:lnTo>
                    <a:pt x="238699" y="678553"/>
                  </a:lnTo>
                  <a:lnTo>
                    <a:pt x="218141" y="691873"/>
                  </a:lnTo>
                  <a:lnTo>
                    <a:pt x="191046" y="695960"/>
                  </a:lnTo>
                  <a:lnTo>
                    <a:pt x="163958" y="691821"/>
                  </a:lnTo>
                  <a:lnTo>
                    <a:pt x="143424" y="678462"/>
                  </a:lnTo>
                  <a:lnTo>
                    <a:pt x="130409" y="654383"/>
                  </a:lnTo>
                  <a:lnTo>
                    <a:pt x="125882" y="618083"/>
                  </a:lnTo>
                  <a:lnTo>
                    <a:pt x="126403" y="101"/>
                  </a:lnTo>
                  <a:close/>
                </a:path>
              </a:pathLst>
            </a:custGeom>
            <a:solidFill>
              <a:srgbClr val="000000"/>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100"/>
            </a:p>
          </p:txBody>
        </p:sp>
        <p:sp>
          <p:nvSpPr>
            <p:cNvPr id="1792" name="Google Shape;1792;p113"/>
            <p:cNvSpPr/>
            <p:nvPr/>
          </p:nvSpPr>
          <p:spPr>
            <a:xfrm>
              <a:off x="11624674" y="2596989"/>
              <a:ext cx="400685" cy="802005"/>
            </a:xfrm>
            <a:custGeom>
              <a:avLst/>
              <a:gdLst/>
              <a:ahLst/>
              <a:cxnLst/>
              <a:rect l="l" t="t" r="r" b="b"/>
              <a:pathLst>
                <a:path w="400685" h="802005" extrusionOk="0">
                  <a:moveTo>
                    <a:pt x="673" y="0"/>
                  </a:moveTo>
                  <a:lnTo>
                    <a:pt x="0" y="801090"/>
                  </a:lnTo>
                  <a:lnTo>
                    <a:pt x="113284" y="801179"/>
                  </a:lnTo>
                  <a:lnTo>
                    <a:pt x="113779" y="220967"/>
                  </a:lnTo>
                  <a:lnTo>
                    <a:pt x="270065" y="801319"/>
                  </a:lnTo>
                  <a:lnTo>
                    <a:pt x="399389" y="801433"/>
                  </a:lnTo>
                  <a:lnTo>
                    <a:pt x="400062" y="342"/>
                  </a:lnTo>
                  <a:lnTo>
                    <a:pt x="287909" y="253"/>
                  </a:lnTo>
                  <a:lnTo>
                    <a:pt x="287515" y="479742"/>
                  </a:lnTo>
                  <a:lnTo>
                    <a:pt x="158597" y="139"/>
                  </a:lnTo>
                  <a:lnTo>
                    <a:pt x="673" y="0"/>
                  </a:lnTo>
                  <a:close/>
                </a:path>
              </a:pathLst>
            </a:custGeom>
            <a:solidFill>
              <a:srgbClr val="000000"/>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100"/>
            </a:p>
          </p:txBody>
        </p:sp>
        <p:sp>
          <p:nvSpPr>
            <p:cNvPr id="1793" name="Google Shape;1793;p113"/>
            <p:cNvSpPr/>
            <p:nvPr/>
          </p:nvSpPr>
          <p:spPr>
            <a:xfrm>
              <a:off x="12114450" y="2597402"/>
              <a:ext cx="387350" cy="801369"/>
            </a:xfrm>
            <a:custGeom>
              <a:avLst/>
              <a:gdLst/>
              <a:ahLst/>
              <a:cxnLst/>
              <a:rect l="l" t="t" r="r" b="b"/>
              <a:pathLst>
                <a:path w="387350" h="801369" extrusionOk="0">
                  <a:moveTo>
                    <a:pt x="685" y="0"/>
                  </a:moveTo>
                  <a:lnTo>
                    <a:pt x="0" y="801090"/>
                  </a:lnTo>
                  <a:lnTo>
                    <a:pt x="199136" y="801255"/>
                  </a:lnTo>
                  <a:lnTo>
                    <a:pt x="249171" y="797056"/>
                  </a:lnTo>
                  <a:lnTo>
                    <a:pt x="291407" y="784503"/>
                  </a:lnTo>
                  <a:lnTo>
                    <a:pt x="325882" y="763797"/>
                  </a:lnTo>
                  <a:lnTo>
                    <a:pt x="352636" y="735138"/>
                  </a:lnTo>
                  <a:lnTo>
                    <a:pt x="371711" y="698725"/>
                  </a:lnTo>
                  <a:lnTo>
                    <a:pt x="374808" y="686815"/>
                  </a:lnTo>
                  <a:lnTo>
                    <a:pt x="196938" y="686815"/>
                  </a:lnTo>
                  <a:lnTo>
                    <a:pt x="125984" y="686765"/>
                  </a:lnTo>
                  <a:lnTo>
                    <a:pt x="126479" y="114553"/>
                  </a:lnTo>
                  <a:lnTo>
                    <a:pt x="375202" y="114553"/>
                  </a:lnTo>
                  <a:lnTo>
                    <a:pt x="372220" y="103002"/>
                  </a:lnTo>
                  <a:lnTo>
                    <a:pt x="353206" y="66554"/>
                  </a:lnTo>
                  <a:lnTo>
                    <a:pt x="326499" y="37847"/>
                  </a:lnTo>
                  <a:lnTo>
                    <a:pt x="292059" y="17082"/>
                  </a:lnTo>
                  <a:lnTo>
                    <a:pt x="249846" y="4459"/>
                  </a:lnTo>
                  <a:lnTo>
                    <a:pt x="199821" y="177"/>
                  </a:lnTo>
                  <a:lnTo>
                    <a:pt x="685" y="0"/>
                  </a:lnTo>
                  <a:close/>
                </a:path>
                <a:path w="387350" h="801369" extrusionOk="0">
                  <a:moveTo>
                    <a:pt x="375202" y="114553"/>
                  </a:moveTo>
                  <a:lnTo>
                    <a:pt x="126479" y="114553"/>
                  </a:lnTo>
                  <a:lnTo>
                    <a:pt x="197421" y="114617"/>
                  </a:lnTo>
                  <a:lnTo>
                    <a:pt x="224330" y="118754"/>
                  </a:lnTo>
                  <a:lnTo>
                    <a:pt x="244471" y="132110"/>
                  </a:lnTo>
                  <a:lnTo>
                    <a:pt x="257093" y="156188"/>
                  </a:lnTo>
                  <a:lnTo>
                    <a:pt x="261442" y="192493"/>
                  </a:lnTo>
                  <a:lnTo>
                    <a:pt x="261086" y="609053"/>
                  </a:lnTo>
                  <a:lnTo>
                    <a:pt x="256674" y="645344"/>
                  </a:lnTo>
                  <a:lnTo>
                    <a:pt x="244014" y="669399"/>
                  </a:lnTo>
                  <a:lnTo>
                    <a:pt x="223853" y="682722"/>
                  </a:lnTo>
                  <a:lnTo>
                    <a:pt x="196938" y="686815"/>
                  </a:lnTo>
                  <a:lnTo>
                    <a:pt x="374808" y="686815"/>
                  </a:lnTo>
                  <a:lnTo>
                    <a:pt x="383146" y="654759"/>
                  </a:lnTo>
                  <a:lnTo>
                    <a:pt x="386981" y="603440"/>
                  </a:lnTo>
                  <a:lnTo>
                    <a:pt x="387324" y="198323"/>
                  </a:lnTo>
                  <a:lnTo>
                    <a:pt x="383579" y="146992"/>
                  </a:lnTo>
                  <a:lnTo>
                    <a:pt x="375202" y="114553"/>
                  </a:lnTo>
                  <a:close/>
                </a:path>
              </a:pathLst>
            </a:custGeom>
            <a:solidFill>
              <a:srgbClr val="000000"/>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100"/>
            </a:p>
          </p:txBody>
        </p:sp>
        <p:sp>
          <p:nvSpPr>
            <p:cNvPr id="1794" name="Google Shape;1794;p113"/>
            <p:cNvSpPr/>
            <p:nvPr/>
          </p:nvSpPr>
          <p:spPr>
            <a:xfrm>
              <a:off x="12548173" y="2597887"/>
              <a:ext cx="440690" cy="801370"/>
            </a:xfrm>
            <a:custGeom>
              <a:avLst/>
              <a:gdLst/>
              <a:ahLst/>
              <a:cxnLst/>
              <a:rect l="l" t="t" r="r" b="b"/>
              <a:pathLst>
                <a:path w="440690" h="801370" extrusionOk="0">
                  <a:moveTo>
                    <a:pt x="417432" y="655751"/>
                  </a:moveTo>
                  <a:lnTo>
                    <a:pt x="137452" y="655751"/>
                  </a:lnTo>
                  <a:lnTo>
                    <a:pt x="291947" y="655878"/>
                  </a:lnTo>
                  <a:lnTo>
                    <a:pt x="313562" y="801243"/>
                  </a:lnTo>
                  <a:lnTo>
                    <a:pt x="440601" y="801344"/>
                  </a:lnTo>
                  <a:lnTo>
                    <a:pt x="417432" y="655751"/>
                  </a:lnTo>
                  <a:close/>
                </a:path>
                <a:path w="440690" h="801370" extrusionOk="0">
                  <a:moveTo>
                    <a:pt x="128854" y="0"/>
                  </a:moveTo>
                  <a:lnTo>
                    <a:pt x="0" y="800976"/>
                  </a:lnTo>
                  <a:lnTo>
                    <a:pt x="115582" y="801065"/>
                  </a:lnTo>
                  <a:lnTo>
                    <a:pt x="137452" y="655751"/>
                  </a:lnTo>
                  <a:lnTo>
                    <a:pt x="417432" y="655751"/>
                  </a:lnTo>
                  <a:lnTo>
                    <a:pt x="400149" y="547141"/>
                  </a:lnTo>
                  <a:lnTo>
                    <a:pt x="274878" y="547141"/>
                  </a:lnTo>
                  <a:lnTo>
                    <a:pt x="153568" y="547039"/>
                  </a:lnTo>
                  <a:lnTo>
                    <a:pt x="214566" y="141973"/>
                  </a:lnTo>
                  <a:lnTo>
                    <a:pt x="335674" y="141973"/>
                  </a:lnTo>
                  <a:lnTo>
                    <a:pt x="313105" y="152"/>
                  </a:lnTo>
                  <a:lnTo>
                    <a:pt x="128854" y="0"/>
                  </a:lnTo>
                  <a:close/>
                </a:path>
                <a:path w="440690" h="801370" extrusionOk="0">
                  <a:moveTo>
                    <a:pt x="335674" y="141973"/>
                  </a:moveTo>
                  <a:lnTo>
                    <a:pt x="214566" y="141973"/>
                  </a:lnTo>
                  <a:lnTo>
                    <a:pt x="274878" y="547141"/>
                  </a:lnTo>
                  <a:lnTo>
                    <a:pt x="400149" y="547141"/>
                  </a:lnTo>
                  <a:lnTo>
                    <a:pt x="335674" y="141973"/>
                  </a:lnTo>
                  <a:close/>
                </a:path>
              </a:pathLst>
            </a:custGeom>
            <a:solidFill>
              <a:srgbClr val="000000"/>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100"/>
            </a:p>
          </p:txBody>
        </p:sp>
        <p:sp>
          <p:nvSpPr>
            <p:cNvPr id="1795" name="Google Shape;1795;p113"/>
            <p:cNvSpPr/>
            <p:nvPr/>
          </p:nvSpPr>
          <p:spPr>
            <a:xfrm>
              <a:off x="9633597" y="3523382"/>
              <a:ext cx="3355340" cy="212725"/>
            </a:xfrm>
            <a:custGeom>
              <a:avLst/>
              <a:gdLst/>
              <a:ahLst/>
              <a:cxnLst/>
              <a:rect l="l" t="t" r="r" b="b"/>
              <a:pathLst>
                <a:path w="3355340" h="212725" extrusionOk="0">
                  <a:moveTo>
                    <a:pt x="3355174" y="0"/>
                  </a:moveTo>
                  <a:lnTo>
                    <a:pt x="0" y="0"/>
                  </a:lnTo>
                  <a:lnTo>
                    <a:pt x="0" y="212216"/>
                  </a:lnTo>
                  <a:lnTo>
                    <a:pt x="3355174" y="212216"/>
                  </a:lnTo>
                  <a:lnTo>
                    <a:pt x="3355174" y="0"/>
                  </a:lnTo>
                  <a:close/>
                </a:path>
              </a:pathLst>
            </a:custGeom>
            <a:solidFill>
              <a:srgbClr val="000000"/>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100"/>
            </a:p>
          </p:txBody>
        </p:sp>
      </p:grpSp>
      <p:grpSp>
        <p:nvGrpSpPr>
          <p:cNvPr id="1796" name="Google Shape;1796;p113"/>
          <p:cNvGrpSpPr/>
          <p:nvPr/>
        </p:nvGrpSpPr>
        <p:grpSpPr>
          <a:xfrm>
            <a:off x="2729836" y="3964735"/>
            <a:ext cx="322226" cy="321413"/>
            <a:chOff x="3339436" y="4040935"/>
            <a:chExt cx="322226" cy="321413"/>
          </a:xfrm>
        </p:grpSpPr>
        <p:sp>
          <p:nvSpPr>
            <p:cNvPr id="1797" name="Google Shape;1797;p113"/>
            <p:cNvSpPr/>
            <p:nvPr/>
          </p:nvSpPr>
          <p:spPr>
            <a:xfrm>
              <a:off x="3454163" y="4161920"/>
              <a:ext cx="92735" cy="79429"/>
            </a:xfrm>
            <a:custGeom>
              <a:avLst/>
              <a:gdLst/>
              <a:ahLst/>
              <a:cxnLst/>
              <a:rect l="l" t="t" r="r" b="b"/>
              <a:pathLst>
                <a:path w="4732" h="4053" extrusionOk="0">
                  <a:moveTo>
                    <a:pt x="3947" y="1"/>
                  </a:moveTo>
                  <a:lnTo>
                    <a:pt x="1762" y="2610"/>
                  </a:lnTo>
                  <a:lnTo>
                    <a:pt x="659" y="1677"/>
                  </a:lnTo>
                  <a:lnTo>
                    <a:pt x="1" y="2472"/>
                  </a:lnTo>
                  <a:lnTo>
                    <a:pt x="1889" y="4053"/>
                  </a:lnTo>
                  <a:lnTo>
                    <a:pt x="2557" y="3268"/>
                  </a:lnTo>
                  <a:lnTo>
                    <a:pt x="2547" y="3268"/>
                  </a:lnTo>
                  <a:lnTo>
                    <a:pt x="4732" y="669"/>
                  </a:lnTo>
                  <a:lnTo>
                    <a:pt x="3947"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8" name="Google Shape;1798;p113"/>
            <p:cNvSpPr/>
            <p:nvPr/>
          </p:nvSpPr>
          <p:spPr>
            <a:xfrm>
              <a:off x="3339436" y="4040935"/>
              <a:ext cx="322226" cy="321413"/>
            </a:xfrm>
            <a:custGeom>
              <a:avLst/>
              <a:gdLst/>
              <a:ahLst/>
              <a:cxnLst/>
              <a:rect l="l" t="t" r="r" b="b"/>
              <a:pathLst>
                <a:path w="14272" h="14236" extrusionOk="0">
                  <a:moveTo>
                    <a:pt x="7344" y="3172"/>
                  </a:moveTo>
                  <a:lnTo>
                    <a:pt x="7547" y="3196"/>
                  </a:lnTo>
                  <a:lnTo>
                    <a:pt x="7738" y="3219"/>
                  </a:lnTo>
                  <a:lnTo>
                    <a:pt x="7929" y="3255"/>
                  </a:lnTo>
                  <a:lnTo>
                    <a:pt x="8119" y="3291"/>
                  </a:lnTo>
                  <a:lnTo>
                    <a:pt x="8310" y="3351"/>
                  </a:lnTo>
                  <a:lnTo>
                    <a:pt x="8501" y="3410"/>
                  </a:lnTo>
                  <a:lnTo>
                    <a:pt x="8680" y="3482"/>
                  </a:lnTo>
                  <a:lnTo>
                    <a:pt x="8847" y="3565"/>
                  </a:lnTo>
                  <a:lnTo>
                    <a:pt x="9026" y="3649"/>
                  </a:lnTo>
                  <a:lnTo>
                    <a:pt x="9180" y="3744"/>
                  </a:lnTo>
                  <a:lnTo>
                    <a:pt x="9347" y="3839"/>
                  </a:lnTo>
                  <a:lnTo>
                    <a:pt x="9502" y="3959"/>
                  </a:lnTo>
                  <a:lnTo>
                    <a:pt x="9645" y="4078"/>
                  </a:lnTo>
                  <a:lnTo>
                    <a:pt x="9789" y="4197"/>
                  </a:lnTo>
                  <a:lnTo>
                    <a:pt x="9932" y="4328"/>
                  </a:lnTo>
                  <a:lnTo>
                    <a:pt x="10063" y="4459"/>
                  </a:lnTo>
                  <a:lnTo>
                    <a:pt x="10182" y="4602"/>
                  </a:lnTo>
                  <a:lnTo>
                    <a:pt x="10301" y="4757"/>
                  </a:lnTo>
                  <a:lnTo>
                    <a:pt x="10408" y="4912"/>
                  </a:lnTo>
                  <a:lnTo>
                    <a:pt x="10516" y="5067"/>
                  </a:lnTo>
                  <a:lnTo>
                    <a:pt x="10611" y="5234"/>
                  </a:lnTo>
                  <a:lnTo>
                    <a:pt x="10695" y="5401"/>
                  </a:lnTo>
                  <a:lnTo>
                    <a:pt x="10778" y="5580"/>
                  </a:lnTo>
                  <a:lnTo>
                    <a:pt x="10850" y="5759"/>
                  </a:lnTo>
                  <a:lnTo>
                    <a:pt x="10909" y="5938"/>
                  </a:lnTo>
                  <a:lnTo>
                    <a:pt x="10957" y="6128"/>
                  </a:lnTo>
                  <a:lnTo>
                    <a:pt x="11005" y="6319"/>
                  </a:lnTo>
                  <a:lnTo>
                    <a:pt x="11040" y="6510"/>
                  </a:lnTo>
                  <a:lnTo>
                    <a:pt x="11064" y="6713"/>
                  </a:lnTo>
                  <a:lnTo>
                    <a:pt x="11076" y="6915"/>
                  </a:lnTo>
                  <a:lnTo>
                    <a:pt x="11088" y="7118"/>
                  </a:lnTo>
                  <a:lnTo>
                    <a:pt x="11076" y="7321"/>
                  </a:lnTo>
                  <a:lnTo>
                    <a:pt x="11064" y="7523"/>
                  </a:lnTo>
                  <a:lnTo>
                    <a:pt x="11040" y="7714"/>
                  </a:lnTo>
                  <a:lnTo>
                    <a:pt x="11005" y="7917"/>
                  </a:lnTo>
                  <a:lnTo>
                    <a:pt x="10957" y="8107"/>
                  </a:lnTo>
                  <a:lnTo>
                    <a:pt x="10909" y="8286"/>
                  </a:lnTo>
                  <a:lnTo>
                    <a:pt x="10850" y="8477"/>
                  </a:lnTo>
                  <a:lnTo>
                    <a:pt x="10778" y="8656"/>
                  </a:lnTo>
                  <a:lnTo>
                    <a:pt x="10695" y="8823"/>
                  </a:lnTo>
                  <a:lnTo>
                    <a:pt x="10611" y="9002"/>
                  </a:lnTo>
                  <a:lnTo>
                    <a:pt x="10516" y="9157"/>
                  </a:lnTo>
                  <a:lnTo>
                    <a:pt x="10408" y="9323"/>
                  </a:lnTo>
                  <a:lnTo>
                    <a:pt x="10301" y="9478"/>
                  </a:lnTo>
                  <a:lnTo>
                    <a:pt x="10182" y="9622"/>
                  </a:lnTo>
                  <a:lnTo>
                    <a:pt x="10063" y="9765"/>
                  </a:lnTo>
                  <a:lnTo>
                    <a:pt x="9932" y="9908"/>
                  </a:lnTo>
                  <a:lnTo>
                    <a:pt x="9789" y="10039"/>
                  </a:lnTo>
                  <a:lnTo>
                    <a:pt x="9645" y="10158"/>
                  </a:lnTo>
                  <a:lnTo>
                    <a:pt x="9502" y="10277"/>
                  </a:lnTo>
                  <a:lnTo>
                    <a:pt x="9347" y="10385"/>
                  </a:lnTo>
                  <a:lnTo>
                    <a:pt x="9180" y="10492"/>
                  </a:lnTo>
                  <a:lnTo>
                    <a:pt x="9026" y="10587"/>
                  </a:lnTo>
                  <a:lnTo>
                    <a:pt x="8847" y="10671"/>
                  </a:lnTo>
                  <a:lnTo>
                    <a:pt x="8680" y="10754"/>
                  </a:lnTo>
                  <a:lnTo>
                    <a:pt x="8501" y="10826"/>
                  </a:lnTo>
                  <a:lnTo>
                    <a:pt x="8310" y="10885"/>
                  </a:lnTo>
                  <a:lnTo>
                    <a:pt x="8119" y="10933"/>
                  </a:lnTo>
                  <a:lnTo>
                    <a:pt x="7929" y="10981"/>
                  </a:lnTo>
                  <a:lnTo>
                    <a:pt x="7738" y="11016"/>
                  </a:lnTo>
                  <a:lnTo>
                    <a:pt x="7547" y="11040"/>
                  </a:lnTo>
                  <a:lnTo>
                    <a:pt x="7344" y="11052"/>
                  </a:lnTo>
                  <a:lnTo>
                    <a:pt x="7142" y="11064"/>
                  </a:lnTo>
                  <a:lnTo>
                    <a:pt x="6939" y="11052"/>
                  </a:lnTo>
                  <a:lnTo>
                    <a:pt x="6736" y="11040"/>
                  </a:lnTo>
                  <a:lnTo>
                    <a:pt x="6534" y="11016"/>
                  </a:lnTo>
                  <a:lnTo>
                    <a:pt x="6343" y="10981"/>
                  </a:lnTo>
                  <a:lnTo>
                    <a:pt x="6152" y="10933"/>
                  </a:lnTo>
                  <a:lnTo>
                    <a:pt x="5962" y="10885"/>
                  </a:lnTo>
                  <a:lnTo>
                    <a:pt x="5783" y="10826"/>
                  </a:lnTo>
                  <a:lnTo>
                    <a:pt x="5604" y="10754"/>
                  </a:lnTo>
                  <a:lnTo>
                    <a:pt x="5425" y="10671"/>
                  </a:lnTo>
                  <a:lnTo>
                    <a:pt x="5258" y="10587"/>
                  </a:lnTo>
                  <a:lnTo>
                    <a:pt x="5091" y="10492"/>
                  </a:lnTo>
                  <a:lnTo>
                    <a:pt x="4936" y="10385"/>
                  </a:lnTo>
                  <a:lnTo>
                    <a:pt x="4781" y="10277"/>
                  </a:lnTo>
                  <a:lnTo>
                    <a:pt x="4626" y="10158"/>
                  </a:lnTo>
                  <a:lnTo>
                    <a:pt x="4483" y="10039"/>
                  </a:lnTo>
                  <a:lnTo>
                    <a:pt x="4352" y="9908"/>
                  </a:lnTo>
                  <a:lnTo>
                    <a:pt x="4221" y="9765"/>
                  </a:lnTo>
                  <a:lnTo>
                    <a:pt x="4090" y="9622"/>
                  </a:lnTo>
                  <a:lnTo>
                    <a:pt x="3982" y="9478"/>
                  </a:lnTo>
                  <a:lnTo>
                    <a:pt x="3863" y="9323"/>
                  </a:lnTo>
                  <a:lnTo>
                    <a:pt x="3768" y="9157"/>
                  </a:lnTo>
                  <a:lnTo>
                    <a:pt x="3672" y="9002"/>
                  </a:lnTo>
                  <a:lnTo>
                    <a:pt x="3577" y="8823"/>
                  </a:lnTo>
                  <a:lnTo>
                    <a:pt x="3506" y="8656"/>
                  </a:lnTo>
                  <a:lnTo>
                    <a:pt x="3434" y="8477"/>
                  </a:lnTo>
                  <a:lnTo>
                    <a:pt x="3374" y="8286"/>
                  </a:lnTo>
                  <a:lnTo>
                    <a:pt x="3315" y="8107"/>
                  </a:lnTo>
                  <a:lnTo>
                    <a:pt x="3279" y="7917"/>
                  </a:lnTo>
                  <a:lnTo>
                    <a:pt x="3243" y="7714"/>
                  </a:lnTo>
                  <a:lnTo>
                    <a:pt x="3219" y="7523"/>
                  </a:lnTo>
                  <a:lnTo>
                    <a:pt x="3196" y="7321"/>
                  </a:lnTo>
                  <a:lnTo>
                    <a:pt x="3196" y="7118"/>
                  </a:lnTo>
                  <a:lnTo>
                    <a:pt x="3196" y="6915"/>
                  </a:lnTo>
                  <a:lnTo>
                    <a:pt x="3219" y="6713"/>
                  </a:lnTo>
                  <a:lnTo>
                    <a:pt x="3243" y="6510"/>
                  </a:lnTo>
                  <a:lnTo>
                    <a:pt x="3279" y="6319"/>
                  </a:lnTo>
                  <a:lnTo>
                    <a:pt x="3315" y="6128"/>
                  </a:lnTo>
                  <a:lnTo>
                    <a:pt x="3374" y="5938"/>
                  </a:lnTo>
                  <a:lnTo>
                    <a:pt x="3434" y="5759"/>
                  </a:lnTo>
                  <a:lnTo>
                    <a:pt x="3506" y="5580"/>
                  </a:lnTo>
                  <a:lnTo>
                    <a:pt x="3577" y="5401"/>
                  </a:lnTo>
                  <a:lnTo>
                    <a:pt x="3672" y="5234"/>
                  </a:lnTo>
                  <a:lnTo>
                    <a:pt x="3768" y="5067"/>
                  </a:lnTo>
                  <a:lnTo>
                    <a:pt x="3863" y="4912"/>
                  </a:lnTo>
                  <a:lnTo>
                    <a:pt x="3982" y="4757"/>
                  </a:lnTo>
                  <a:lnTo>
                    <a:pt x="4090" y="4602"/>
                  </a:lnTo>
                  <a:lnTo>
                    <a:pt x="4221" y="4459"/>
                  </a:lnTo>
                  <a:lnTo>
                    <a:pt x="4352" y="4328"/>
                  </a:lnTo>
                  <a:lnTo>
                    <a:pt x="4483" y="4197"/>
                  </a:lnTo>
                  <a:lnTo>
                    <a:pt x="4626" y="4078"/>
                  </a:lnTo>
                  <a:lnTo>
                    <a:pt x="4781" y="3959"/>
                  </a:lnTo>
                  <a:lnTo>
                    <a:pt x="4936" y="3839"/>
                  </a:lnTo>
                  <a:lnTo>
                    <a:pt x="5091" y="3744"/>
                  </a:lnTo>
                  <a:lnTo>
                    <a:pt x="5258" y="3649"/>
                  </a:lnTo>
                  <a:lnTo>
                    <a:pt x="5425" y="3565"/>
                  </a:lnTo>
                  <a:lnTo>
                    <a:pt x="5604" y="3482"/>
                  </a:lnTo>
                  <a:lnTo>
                    <a:pt x="5783" y="3410"/>
                  </a:lnTo>
                  <a:lnTo>
                    <a:pt x="5962" y="3351"/>
                  </a:lnTo>
                  <a:lnTo>
                    <a:pt x="6152" y="3291"/>
                  </a:lnTo>
                  <a:lnTo>
                    <a:pt x="6343" y="3255"/>
                  </a:lnTo>
                  <a:lnTo>
                    <a:pt x="6534" y="3219"/>
                  </a:lnTo>
                  <a:lnTo>
                    <a:pt x="6736" y="3196"/>
                  </a:lnTo>
                  <a:lnTo>
                    <a:pt x="6939" y="3172"/>
                  </a:lnTo>
                  <a:close/>
                  <a:moveTo>
                    <a:pt x="5640" y="0"/>
                  </a:moveTo>
                  <a:lnTo>
                    <a:pt x="5640" y="132"/>
                  </a:lnTo>
                  <a:lnTo>
                    <a:pt x="5652" y="1598"/>
                  </a:lnTo>
                  <a:lnTo>
                    <a:pt x="5306" y="1693"/>
                  </a:lnTo>
                  <a:lnTo>
                    <a:pt x="4960" y="1825"/>
                  </a:lnTo>
                  <a:lnTo>
                    <a:pt x="4626" y="1968"/>
                  </a:lnTo>
                  <a:lnTo>
                    <a:pt x="4304" y="2134"/>
                  </a:lnTo>
                  <a:lnTo>
                    <a:pt x="3196" y="1014"/>
                  </a:lnTo>
                  <a:lnTo>
                    <a:pt x="1062" y="3112"/>
                  </a:lnTo>
                  <a:lnTo>
                    <a:pt x="2182" y="4233"/>
                  </a:lnTo>
                  <a:lnTo>
                    <a:pt x="2003" y="4555"/>
                  </a:lnTo>
                  <a:lnTo>
                    <a:pt x="1860" y="4877"/>
                  </a:lnTo>
                  <a:lnTo>
                    <a:pt x="1729" y="5210"/>
                  </a:lnTo>
                  <a:lnTo>
                    <a:pt x="1622" y="5556"/>
                  </a:lnTo>
                  <a:lnTo>
                    <a:pt x="108" y="5544"/>
                  </a:lnTo>
                  <a:lnTo>
                    <a:pt x="0" y="5544"/>
                  </a:lnTo>
                  <a:lnTo>
                    <a:pt x="0" y="8525"/>
                  </a:lnTo>
                  <a:lnTo>
                    <a:pt x="215" y="8525"/>
                  </a:lnTo>
                  <a:lnTo>
                    <a:pt x="1598" y="8537"/>
                  </a:lnTo>
                  <a:lnTo>
                    <a:pt x="1705" y="8882"/>
                  </a:lnTo>
                  <a:lnTo>
                    <a:pt x="1836" y="9228"/>
                  </a:lnTo>
                  <a:lnTo>
                    <a:pt x="1980" y="9550"/>
                  </a:lnTo>
                  <a:lnTo>
                    <a:pt x="2146" y="9872"/>
                  </a:lnTo>
                  <a:lnTo>
                    <a:pt x="966" y="11028"/>
                  </a:lnTo>
                  <a:lnTo>
                    <a:pt x="3076" y="13150"/>
                  </a:lnTo>
                  <a:lnTo>
                    <a:pt x="4257" y="11994"/>
                  </a:lnTo>
                  <a:lnTo>
                    <a:pt x="4579" y="12161"/>
                  </a:lnTo>
                  <a:lnTo>
                    <a:pt x="4912" y="12316"/>
                  </a:lnTo>
                  <a:lnTo>
                    <a:pt x="5246" y="12447"/>
                  </a:lnTo>
                  <a:lnTo>
                    <a:pt x="5592" y="12554"/>
                  </a:lnTo>
                  <a:lnTo>
                    <a:pt x="5592" y="14235"/>
                  </a:lnTo>
                  <a:lnTo>
                    <a:pt x="8596" y="14235"/>
                  </a:lnTo>
                  <a:lnTo>
                    <a:pt x="8596" y="12566"/>
                  </a:lnTo>
                  <a:lnTo>
                    <a:pt x="8942" y="12459"/>
                  </a:lnTo>
                  <a:lnTo>
                    <a:pt x="9288" y="12340"/>
                  </a:lnTo>
                  <a:lnTo>
                    <a:pt x="9610" y="12185"/>
                  </a:lnTo>
                  <a:lnTo>
                    <a:pt x="9932" y="12018"/>
                  </a:lnTo>
                  <a:lnTo>
                    <a:pt x="11112" y="13186"/>
                  </a:lnTo>
                  <a:lnTo>
                    <a:pt x="13246" y="11100"/>
                  </a:lnTo>
                  <a:lnTo>
                    <a:pt x="12066" y="9920"/>
                  </a:lnTo>
                  <a:lnTo>
                    <a:pt x="12233" y="9610"/>
                  </a:lnTo>
                  <a:lnTo>
                    <a:pt x="12388" y="9276"/>
                  </a:lnTo>
                  <a:lnTo>
                    <a:pt x="12519" y="8942"/>
                  </a:lnTo>
                  <a:lnTo>
                    <a:pt x="12626" y="8596"/>
                  </a:lnTo>
                  <a:lnTo>
                    <a:pt x="14271" y="8596"/>
                  </a:lnTo>
                  <a:lnTo>
                    <a:pt x="14271" y="5616"/>
                  </a:lnTo>
                  <a:lnTo>
                    <a:pt x="12638" y="5616"/>
                  </a:lnTo>
                  <a:lnTo>
                    <a:pt x="12543" y="5270"/>
                  </a:lnTo>
                  <a:lnTo>
                    <a:pt x="12411" y="4936"/>
                  </a:lnTo>
                  <a:lnTo>
                    <a:pt x="12268" y="4602"/>
                  </a:lnTo>
                  <a:lnTo>
                    <a:pt x="12089" y="4280"/>
                  </a:lnTo>
                  <a:lnTo>
                    <a:pt x="13246" y="3148"/>
                  </a:lnTo>
                  <a:lnTo>
                    <a:pt x="11136" y="1026"/>
                  </a:lnTo>
                  <a:lnTo>
                    <a:pt x="9991" y="2170"/>
                  </a:lnTo>
                  <a:lnTo>
                    <a:pt x="9669" y="1991"/>
                  </a:lnTo>
                  <a:lnTo>
                    <a:pt x="9335" y="1848"/>
                  </a:lnTo>
                  <a:lnTo>
                    <a:pt x="9002" y="1717"/>
                  </a:lnTo>
                  <a:lnTo>
                    <a:pt x="8644" y="1610"/>
                  </a:lnTo>
                  <a:lnTo>
                    <a:pt x="8656" y="239"/>
                  </a:lnTo>
                  <a:lnTo>
                    <a:pt x="865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799" name="Google Shape;1799;p113"/>
          <p:cNvGrpSpPr/>
          <p:nvPr/>
        </p:nvGrpSpPr>
        <p:grpSpPr>
          <a:xfrm>
            <a:off x="7660609" y="3970658"/>
            <a:ext cx="237922" cy="364199"/>
            <a:chOff x="8227870" y="3802403"/>
            <a:chExt cx="275788" cy="422211"/>
          </a:xfrm>
        </p:grpSpPr>
        <p:grpSp>
          <p:nvGrpSpPr>
            <p:cNvPr id="1800" name="Google Shape;1800;p113"/>
            <p:cNvGrpSpPr/>
            <p:nvPr/>
          </p:nvGrpSpPr>
          <p:grpSpPr>
            <a:xfrm>
              <a:off x="8438454" y="3805893"/>
              <a:ext cx="65203" cy="132254"/>
              <a:chOff x="8496750" y="3865075"/>
              <a:chExt cx="76909" cy="155978"/>
            </a:xfrm>
          </p:grpSpPr>
          <p:sp>
            <p:nvSpPr>
              <p:cNvPr id="1801" name="Google Shape;1801;p113"/>
              <p:cNvSpPr/>
              <p:nvPr/>
            </p:nvSpPr>
            <p:spPr>
              <a:xfrm>
                <a:off x="8503266" y="3865075"/>
                <a:ext cx="63877" cy="63877"/>
              </a:xfrm>
              <a:custGeom>
                <a:avLst/>
                <a:gdLst/>
                <a:ahLst/>
                <a:cxnLst/>
                <a:rect l="l" t="t" r="r" b="b"/>
                <a:pathLst>
                  <a:path w="2892" h="2892" extrusionOk="0">
                    <a:moveTo>
                      <a:pt x="1299" y="1"/>
                    </a:moveTo>
                    <a:lnTo>
                      <a:pt x="1161" y="30"/>
                    </a:lnTo>
                    <a:lnTo>
                      <a:pt x="1023" y="60"/>
                    </a:lnTo>
                    <a:lnTo>
                      <a:pt x="886" y="109"/>
                    </a:lnTo>
                    <a:lnTo>
                      <a:pt x="758" y="168"/>
                    </a:lnTo>
                    <a:lnTo>
                      <a:pt x="640" y="247"/>
                    </a:lnTo>
                    <a:lnTo>
                      <a:pt x="532" y="325"/>
                    </a:lnTo>
                    <a:lnTo>
                      <a:pt x="423" y="424"/>
                    </a:lnTo>
                    <a:lnTo>
                      <a:pt x="335" y="522"/>
                    </a:lnTo>
                    <a:lnTo>
                      <a:pt x="246" y="630"/>
                    </a:lnTo>
                    <a:lnTo>
                      <a:pt x="178" y="758"/>
                    </a:lnTo>
                    <a:lnTo>
                      <a:pt x="119" y="876"/>
                    </a:lnTo>
                    <a:lnTo>
                      <a:pt x="69" y="1014"/>
                    </a:lnTo>
                    <a:lnTo>
                      <a:pt x="30" y="1151"/>
                    </a:lnTo>
                    <a:lnTo>
                      <a:pt x="10" y="1299"/>
                    </a:lnTo>
                    <a:lnTo>
                      <a:pt x="1" y="1446"/>
                    </a:lnTo>
                    <a:lnTo>
                      <a:pt x="10" y="1594"/>
                    </a:lnTo>
                    <a:lnTo>
                      <a:pt x="30" y="1731"/>
                    </a:lnTo>
                    <a:lnTo>
                      <a:pt x="69" y="1869"/>
                    </a:lnTo>
                    <a:lnTo>
                      <a:pt x="119" y="2007"/>
                    </a:lnTo>
                    <a:lnTo>
                      <a:pt x="178" y="2135"/>
                    </a:lnTo>
                    <a:lnTo>
                      <a:pt x="246" y="2253"/>
                    </a:lnTo>
                    <a:lnTo>
                      <a:pt x="335" y="2361"/>
                    </a:lnTo>
                    <a:lnTo>
                      <a:pt x="423" y="2459"/>
                    </a:lnTo>
                    <a:lnTo>
                      <a:pt x="532" y="2557"/>
                    </a:lnTo>
                    <a:lnTo>
                      <a:pt x="640" y="2636"/>
                    </a:lnTo>
                    <a:lnTo>
                      <a:pt x="758" y="2715"/>
                    </a:lnTo>
                    <a:lnTo>
                      <a:pt x="886" y="2774"/>
                    </a:lnTo>
                    <a:lnTo>
                      <a:pt x="1023" y="2823"/>
                    </a:lnTo>
                    <a:lnTo>
                      <a:pt x="1161" y="2862"/>
                    </a:lnTo>
                    <a:lnTo>
                      <a:pt x="1299" y="2882"/>
                    </a:lnTo>
                    <a:lnTo>
                      <a:pt x="1446" y="2892"/>
                    </a:lnTo>
                    <a:lnTo>
                      <a:pt x="1594" y="2882"/>
                    </a:lnTo>
                    <a:lnTo>
                      <a:pt x="1741" y="2862"/>
                    </a:lnTo>
                    <a:lnTo>
                      <a:pt x="1879" y="2823"/>
                    </a:lnTo>
                    <a:lnTo>
                      <a:pt x="2007" y="2774"/>
                    </a:lnTo>
                    <a:lnTo>
                      <a:pt x="2134" y="2715"/>
                    </a:lnTo>
                    <a:lnTo>
                      <a:pt x="2252" y="2636"/>
                    </a:lnTo>
                    <a:lnTo>
                      <a:pt x="2370" y="2557"/>
                    </a:lnTo>
                    <a:lnTo>
                      <a:pt x="2469" y="2459"/>
                    </a:lnTo>
                    <a:lnTo>
                      <a:pt x="2567" y="2361"/>
                    </a:lnTo>
                    <a:lnTo>
                      <a:pt x="2646" y="2253"/>
                    </a:lnTo>
                    <a:lnTo>
                      <a:pt x="2715" y="2135"/>
                    </a:lnTo>
                    <a:lnTo>
                      <a:pt x="2783" y="2007"/>
                    </a:lnTo>
                    <a:lnTo>
                      <a:pt x="2833" y="1869"/>
                    </a:lnTo>
                    <a:lnTo>
                      <a:pt x="2862" y="1731"/>
                    </a:lnTo>
                    <a:lnTo>
                      <a:pt x="2882" y="1594"/>
                    </a:lnTo>
                    <a:lnTo>
                      <a:pt x="2892" y="1446"/>
                    </a:lnTo>
                    <a:lnTo>
                      <a:pt x="2882" y="1299"/>
                    </a:lnTo>
                    <a:lnTo>
                      <a:pt x="2862" y="1151"/>
                    </a:lnTo>
                    <a:lnTo>
                      <a:pt x="2833" y="1014"/>
                    </a:lnTo>
                    <a:lnTo>
                      <a:pt x="2783" y="876"/>
                    </a:lnTo>
                    <a:lnTo>
                      <a:pt x="2715" y="758"/>
                    </a:lnTo>
                    <a:lnTo>
                      <a:pt x="2646" y="630"/>
                    </a:lnTo>
                    <a:lnTo>
                      <a:pt x="2567" y="522"/>
                    </a:lnTo>
                    <a:lnTo>
                      <a:pt x="2469" y="424"/>
                    </a:lnTo>
                    <a:lnTo>
                      <a:pt x="2370" y="325"/>
                    </a:lnTo>
                    <a:lnTo>
                      <a:pt x="2252" y="247"/>
                    </a:lnTo>
                    <a:lnTo>
                      <a:pt x="2134" y="168"/>
                    </a:lnTo>
                    <a:lnTo>
                      <a:pt x="2007" y="109"/>
                    </a:lnTo>
                    <a:lnTo>
                      <a:pt x="1879" y="60"/>
                    </a:lnTo>
                    <a:lnTo>
                      <a:pt x="1741" y="30"/>
                    </a:lnTo>
                    <a:lnTo>
                      <a:pt x="159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2" name="Google Shape;1802;p113"/>
              <p:cNvSpPr/>
              <p:nvPr/>
            </p:nvSpPr>
            <p:spPr>
              <a:xfrm>
                <a:off x="8496750" y="3944344"/>
                <a:ext cx="76909" cy="76710"/>
              </a:xfrm>
              <a:custGeom>
                <a:avLst/>
                <a:gdLst/>
                <a:ahLst/>
                <a:cxnLst/>
                <a:rect l="l" t="t" r="r" b="b"/>
                <a:pathLst>
                  <a:path w="3482" h="3473" extrusionOk="0">
                    <a:moveTo>
                      <a:pt x="443" y="1"/>
                    </a:moveTo>
                    <a:lnTo>
                      <a:pt x="1" y="601"/>
                    </a:lnTo>
                    <a:lnTo>
                      <a:pt x="1" y="3472"/>
                    </a:lnTo>
                    <a:lnTo>
                      <a:pt x="3482" y="3472"/>
                    </a:lnTo>
                    <a:lnTo>
                      <a:pt x="3482" y="601"/>
                    </a:lnTo>
                    <a:lnTo>
                      <a:pt x="3049"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1803" name="Google Shape;1803;p113"/>
            <p:cNvPicPr preferRelativeResize="0"/>
            <p:nvPr/>
          </p:nvPicPr>
          <p:blipFill>
            <a:blip r:embed="rId17">
              <a:alphaModFix/>
            </a:blip>
            <a:stretch>
              <a:fillRect/>
            </a:stretch>
          </p:blipFill>
          <p:spPr>
            <a:xfrm>
              <a:off x="8227870" y="3802403"/>
              <a:ext cx="155974" cy="155974"/>
            </a:xfrm>
            <a:prstGeom prst="rect">
              <a:avLst/>
            </a:prstGeom>
            <a:noFill/>
            <a:ln>
              <a:noFill/>
            </a:ln>
          </p:spPr>
        </p:pic>
        <p:grpSp>
          <p:nvGrpSpPr>
            <p:cNvPr id="1804" name="Google Shape;1804;p113"/>
            <p:cNvGrpSpPr/>
            <p:nvPr/>
          </p:nvGrpSpPr>
          <p:grpSpPr>
            <a:xfrm>
              <a:off x="8284038" y="4037650"/>
              <a:ext cx="219267" cy="186963"/>
              <a:chOff x="1485475" y="3908425"/>
              <a:chExt cx="245375" cy="209225"/>
            </a:xfrm>
          </p:grpSpPr>
          <p:sp>
            <p:nvSpPr>
              <p:cNvPr id="1805" name="Google Shape;1805;p113"/>
              <p:cNvSpPr/>
              <p:nvPr/>
            </p:nvSpPr>
            <p:spPr>
              <a:xfrm>
                <a:off x="1513025" y="3908425"/>
                <a:ext cx="190300" cy="106700"/>
              </a:xfrm>
              <a:custGeom>
                <a:avLst/>
                <a:gdLst/>
                <a:ahLst/>
                <a:cxnLst/>
                <a:rect l="l" t="t" r="r" b="b"/>
                <a:pathLst>
                  <a:path w="7612" h="4268" extrusionOk="0">
                    <a:moveTo>
                      <a:pt x="3334" y="0"/>
                    </a:moveTo>
                    <a:lnTo>
                      <a:pt x="3334" y="1898"/>
                    </a:lnTo>
                    <a:lnTo>
                      <a:pt x="0" y="1898"/>
                    </a:lnTo>
                    <a:lnTo>
                      <a:pt x="0" y="4268"/>
                    </a:lnTo>
                    <a:lnTo>
                      <a:pt x="954" y="4268"/>
                    </a:lnTo>
                    <a:lnTo>
                      <a:pt x="954" y="2852"/>
                    </a:lnTo>
                    <a:lnTo>
                      <a:pt x="6667" y="2852"/>
                    </a:lnTo>
                    <a:lnTo>
                      <a:pt x="6667" y="4268"/>
                    </a:lnTo>
                    <a:lnTo>
                      <a:pt x="7611" y="4268"/>
                    </a:lnTo>
                    <a:lnTo>
                      <a:pt x="7611" y="1898"/>
                    </a:lnTo>
                    <a:lnTo>
                      <a:pt x="4288" y="1898"/>
                    </a:lnTo>
                    <a:lnTo>
                      <a:pt x="428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6" name="Google Shape;1806;p113"/>
              <p:cNvSpPr/>
              <p:nvPr/>
            </p:nvSpPr>
            <p:spPr>
              <a:xfrm>
                <a:off x="1485475" y="4038950"/>
                <a:ext cx="78700" cy="78700"/>
              </a:xfrm>
              <a:custGeom>
                <a:avLst/>
                <a:gdLst/>
                <a:ahLst/>
                <a:cxnLst/>
                <a:rect l="l" t="t" r="r" b="b"/>
                <a:pathLst>
                  <a:path w="3148" h="3148" extrusionOk="0">
                    <a:moveTo>
                      <a:pt x="1574" y="1"/>
                    </a:moveTo>
                    <a:lnTo>
                      <a:pt x="1417" y="11"/>
                    </a:lnTo>
                    <a:lnTo>
                      <a:pt x="1260" y="30"/>
                    </a:lnTo>
                    <a:lnTo>
                      <a:pt x="1112" y="70"/>
                    </a:lnTo>
                    <a:lnTo>
                      <a:pt x="965" y="129"/>
                    </a:lnTo>
                    <a:lnTo>
                      <a:pt x="827" y="197"/>
                    </a:lnTo>
                    <a:lnTo>
                      <a:pt x="699" y="276"/>
                    </a:lnTo>
                    <a:lnTo>
                      <a:pt x="581" y="365"/>
                    </a:lnTo>
                    <a:lnTo>
                      <a:pt x="463" y="463"/>
                    </a:lnTo>
                    <a:lnTo>
                      <a:pt x="365" y="571"/>
                    </a:lnTo>
                    <a:lnTo>
                      <a:pt x="276" y="699"/>
                    </a:lnTo>
                    <a:lnTo>
                      <a:pt x="198" y="827"/>
                    </a:lnTo>
                    <a:lnTo>
                      <a:pt x="129" y="964"/>
                    </a:lnTo>
                    <a:lnTo>
                      <a:pt x="80" y="1112"/>
                    </a:lnTo>
                    <a:lnTo>
                      <a:pt x="40" y="1259"/>
                    </a:lnTo>
                    <a:lnTo>
                      <a:pt x="11" y="1417"/>
                    </a:lnTo>
                    <a:lnTo>
                      <a:pt x="1" y="1574"/>
                    </a:lnTo>
                    <a:lnTo>
                      <a:pt x="11" y="1731"/>
                    </a:lnTo>
                    <a:lnTo>
                      <a:pt x="40" y="1889"/>
                    </a:lnTo>
                    <a:lnTo>
                      <a:pt x="80" y="2046"/>
                    </a:lnTo>
                    <a:lnTo>
                      <a:pt x="129" y="2184"/>
                    </a:lnTo>
                    <a:lnTo>
                      <a:pt x="198" y="2321"/>
                    </a:lnTo>
                    <a:lnTo>
                      <a:pt x="276" y="2449"/>
                    </a:lnTo>
                    <a:lnTo>
                      <a:pt x="365" y="2577"/>
                    </a:lnTo>
                    <a:lnTo>
                      <a:pt x="463" y="2685"/>
                    </a:lnTo>
                    <a:lnTo>
                      <a:pt x="581" y="2784"/>
                    </a:lnTo>
                    <a:lnTo>
                      <a:pt x="699" y="2882"/>
                    </a:lnTo>
                    <a:lnTo>
                      <a:pt x="827" y="2961"/>
                    </a:lnTo>
                    <a:lnTo>
                      <a:pt x="965" y="3020"/>
                    </a:lnTo>
                    <a:lnTo>
                      <a:pt x="1112" y="3079"/>
                    </a:lnTo>
                    <a:lnTo>
                      <a:pt x="1260" y="3118"/>
                    </a:lnTo>
                    <a:lnTo>
                      <a:pt x="1417" y="3138"/>
                    </a:lnTo>
                    <a:lnTo>
                      <a:pt x="1574" y="3148"/>
                    </a:lnTo>
                    <a:lnTo>
                      <a:pt x="1741" y="3138"/>
                    </a:lnTo>
                    <a:lnTo>
                      <a:pt x="1889" y="3118"/>
                    </a:lnTo>
                    <a:lnTo>
                      <a:pt x="2046" y="3079"/>
                    </a:lnTo>
                    <a:lnTo>
                      <a:pt x="2184" y="3020"/>
                    </a:lnTo>
                    <a:lnTo>
                      <a:pt x="2322" y="2961"/>
                    </a:lnTo>
                    <a:lnTo>
                      <a:pt x="2459" y="2882"/>
                    </a:lnTo>
                    <a:lnTo>
                      <a:pt x="2577" y="2784"/>
                    </a:lnTo>
                    <a:lnTo>
                      <a:pt x="2685" y="2685"/>
                    </a:lnTo>
                    <a:lnTo>
                      <a:pt x="2794" y="2577"/>
                    </a:lnTo>
                    <a:lnTo>
                      <a:pt x="2882" y="2449"/>
                    </a:lnTo>
                    <a:lnTo>
                      <a:pt x="2961" y="2321"/>
                    </a:lnTo>
                    <a:lnTo>
                      <a:pt x="3030" y="2184"/>
                    </a:lnTo>
                    <a:lnTo>
                      <a:pt x="3079" y="2046"/>
                    </a:lnTo>
                    <a:lnTo>
                      <a:pt x="3118" y="1889"/>
                    </a:lnTo>
                    <a:lnTo>
                      <a:pt x="3138" y="1731"/>
                    </a:lnTo>
                    <a:lnTo>
                      <a:pt x="3148" y="1574"/>
                    </a:lnTo>
                    <a:lnTo>
                      <a:pt x="3138" y="1417"/>
                    </a:lnTo>
                    <a:lnTo>
                      <a:pt x="3118" y="1259"/>
                    </a:lnTo>
                    <a:lnTo>
                      <a:pt x="3079" y="1112"/>
                    </a:lnTo>
                    <a:lnTo>
                      <a:pt x="3030" y="964"/>
                    </a:lnTo>
                    <a:lnTo>
                      <a:pt x="2961" y="827"/>
                    </a:lnTo>
                    <a:lnTo>
                      <a:pt x="2882" y="699"/>
                    </a:lnTo>
                    <a:lnTo>
                      <a:pt x="2794" y="571"/>
                    </a:lnTo>
                    <a:lnTo>
                      <a:pt x="2685" y="463"/>
                    </a:lnTo>
                    <a:lnTo>
                      <a:pt x="2577" y="365"/>
                    </a:lnTo>
                    <a:lnTo>
                      <a:pt x="2459" y="276"/>
                    </a:lnTo>
                    <a:lnTo>
                      <a:pt x="2322" y="197"/>
                    </a:lnTo>
                    <a:lnTo>
                      <a:pt x="2184" y="129"/>
                    </a:lnTo>
                    <a:lnTo>
                      <a:pt x="2046" y="70"/>
                    </a:lnTo>
                    <a:lnTo>
                      <a:pt x="1889" y="30"/>
                    </a:lnTo>
                    <a:lnTo>
                      <a:pt x="1741" y="11"/>
                    </a:lnTo>
                    <a:lnTo>
                      <a:pt x="157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7" name="Google Shape;1807;p113"/>
              <p:cNvSpPr/>
              <p:nvPr/>
            </p:nvSpPr>
            <p:spPr>
              <a:xfrm>
                <a:off x="1652150" y="4038950"/>
                <a:ext cx="78700" cy="78700"/>
              </a:xfrm>
              <a:custGeom>
                <a:avLst/>
                <a:gdLst/>
                <a:ahLst/>
                <a:cxnLst/>
                <a:rect l="l" t="t" r="r" b="b"/>
                <a:pathLst>
                  <a:path w="3148" h="3148" extrusionOk="0">
                    <a:moveTo>
                      <a:pt x="1574" y="1"/>
                    </a:moveTo>
                    <a:lnTo>
                      <a:pt x="1417" y="11"/>
                    </a:lnTo>
                    <a:lnTo>
                      <a:pt x="1260" y="30"/>
                    </a:lnTo>
                    <a:lnTo>
                      <a:pt x="1112" y="70"/>
                    </a:lnTo>
                    <a:lnTo>
                      <a:pt x="965" y="129"/>
                    </a:lnTo>
                    <a:lnTo>
                      <a:pt x="827" y="197"/>
                    </a:lnTo>
                    <a:lnTo>
                      <a:pt x="699" y="276"/>
                    </a:lnTo>
                    <a:lnTo>
                      <a:pt x="571" y="365"/>
                    </a:lnTo>
                    <a:lnTo>
                      <a:pt x="463" y="463"/>
                    </a:lnTo>
                    <a:lnTo>
                      <a:pt x="365" y="571"/>
                    </a:lnTo>
                    <a:lnTo>
                      <a:pt x="276" y="699"/>
                    </a:lnTo>
                    <a:lnTo>
                      <a:pt x="198" y="827"/>
                    </a:lnTo>
                    <a:lnTo>
                      <a:pt x="129" y="964"/>
                    </a:lnTo>
                    <a:lnTo>
                      <a:pt x="70" y="1112"/>
                    </a:lnTo>
                    <a:lnTo>
                      <a:pt x="30" y="1259"/>
                    </a:lnTo>
                    <a:lnTo>
                      <a:pt x="11" y="1417"/>
                    </a:lnTo>
                    <a:lnTo>
                      <a:pt x="1" y="1574"/>
                    </a:lnTo>
                    <a:lnTo>
                      <a:pt x="11" y="1731"/>
                    </a:lnTo>
                    <a:lnTo>
                      <a:pt x="30" y="1889"/>
                    </a:lnTo>
                    <a:lnTo>
                      <a:pt x="70" y="2046"/>
                    </a:lnTo>
                    <a:lnTo>
                      <a:pt x="129" y="2184"/>
                    </a:lnTo>
                    <a:lnTo>
                      <a:pt x="198" y="2321"/>
                    </a:lnTo>
                    <a:lnTo>
                      <a:pt x="276" y="2449"/>
                    </a:lnTo>
                    <a:lnTo>
                      <a:pt x="365" y="2577"/>
                    </a:lnTo>
                    <a:lnTo>
                      <a:pt x="463" y="2685"/>
                    </a:lnTo>
                    <a:lnTo>
                      <a:pt x="571" y="2784"/>
                    </a:lnTo>
                    <a:lnTo>
                      <a:pt x="699" y="2882"/>
                    </a:lnTo>
                    <a:lnTo>
                      <a:pt x="827" y="2961"/>
                    </a:lnTo>
                    <a:lnTo>
                      <a:pt x="965" y="3020"/>
                    </a:lnTo>
                    <a:lnTo>
                      <a:pt x="1112" y="3079"/>
                    </a:lnTo>
                    <a:lnTo>
                      <a:pt x="1260" y="3118"/>
                    </a:lnTo>
                    <a:lnTo>
                      <a:pt x="1417" y="3138"/>
                    </a:lnTo>
                    <a:lnTo>
                      <a:pt x="1574" y="3148"/>
                    </a:lnTo>
                    <a:lnTo>
                      <a:pt x="1732" y="3138"/>
                    </a:lnTo>
                    <a:lnTo>
                      <a:pt x="1889" y="3118"/>
                    </a:lnTo>
                    <a:lnTo>
                      <a:pt x="2046" y="3079"/>
                    </a:lnTo>
                    <a:lnTo>
                      <a:pt x="2184" y="3020"/>
                    </a:lnTo>
                    <a:lnTo>
                      <a:pt x="2322" y="2961"/>
                    </a:lnTo>
                    <a:lnTo>
                      <a:pt x="2449" y="2882"/>
                    </a:lnTo>
                    <a:lnTo>
                      <a:pt x="2577" y="2784"/>
                    </a:lnTo>
                    <a:lnTo>
                      <a:pt x="2685" y="2685"/>
                    </a:lnTo>
                    <a:lnTo>
                      <a:pt x="2784" y="2577"/>
                    </a:lnTo>
                    <a:lnTo>
                      <a:pt x="2882" y="2449"/>
                    </a:lnTo>
                    <a:lnTo>
                      <a:pt x="2961" y="2321"/>
                    </a:lnTo>
                    <a:lnTo>
                      <a:pt x="3020" y="2184"/>
                    </a:lnTo>
                    <a:lnTo>
                      <a:pt x="3079" y="2046"/>
                    </a:lnTo>
                    <a:lnTo>
                      <a:pt x="3118" y="1889"/>
                    </a:lnTo>
                    <a:lnTo>
                      <a:pt x="3138" y="1731"/>
                    </a:lnTo>
                    <a:lnTo>
                      <a:pt x="3148" y="1574"/>
                    </a:lnTo>
                    <a:lnTo>
                      <a:pt x="3138" y="1417"/>
                    </a:lnTo>
                    <a:lnTo>
                      <a:pt x="3118" y="1259"/>
                    </a:lnTo>
                    <a:lnTo>
                      <a:pt x="3079" y="1112"/>
                    </a:lnTo>
                    <a:lnTo>
                      <a:pt x="3020" y="964"/>
                    </a:lnTo>
                    <a:lnTo>
                      <a:pt x="2961" y="827"/>
                    </a:lnTo>
                    <a:lnTo>
                      <a:pt x="2882" y="699"/>
                    </a:lnTo>
                    <a:lnTo>
                      <a:pt x="2784" y="571"/>
                    </a:lnTo>
                    <a:lnTo>
                      <a:pt x="2685" y="463"/>
                    </a:lnTo>
                    <a:lnTo>
                      <a:pt x="2577" y="365"/>
                    </a:lnTo>
                    <a:lnTo>
                      <a:pt x="2449" y="276"/>
                    </a:lnTo>
                    <a:lnTo>
                      <a:pt x="2322" y="197"/>
                    </a:lnTo>
                    <a:lnTo>
                      <a:pt x="2184" y="129"/>
                    </a:lnTo>
                    <a:lnTo>
                      <a:pt x="2046" y="70"/>
                    </a:lnTo>
                    <a:lnTo>
                      <a:pt x="1889" y="30"/>
                    </a:lnTo>
                    <a:lnTo>
                      <a:pt x="1732" y="11"/>
                    </a:lnTo>
                    <a:lnTo>
                      <a:pt x="157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808" name="Google Shape;1808;p113"/>
            <p:cNvSpPr/>
            <p:nvPr/>
          </p:nvSpPr>
          <p:spPr>
            <a:xfrm rot="10800000">
              <a:off x="8308644" y="3963825"/>
              <a:ext cx="170052" cy="95347"/>
            </a:xfrm>
            <a:custGeom>
              <a:avLst/>
              <a:gdLst/>
              <a:ahLst/>
              <a:cxnLst/>
              <a:rect l="l" t="t" r="r" b="b"/>
              <a:pathLst>
                <a:path w="7612" h="4268" extrusionOk="0">
                  <a:moveTo>
                    <a:pt x="3334" y="0"/>
                  </a:moveTo>
                  <a:lnTo>
                    <a:pt x="3334" y="1898"/>
                  </a:lnTo>
                  <a:lnTo>
                    <a:pt x="0" y="1898"/>
                  </a:lnTo>
                  <a:lnTo>
                    <a:pt x="0" y="4268"/>
                  </a:lnTo>
                  <a:lnTo>
                    <a:pt x="954" y="4268"/>
                  </a:lnTo>
                  <a:lnTo>
                    <a:pt x="954" y="2852"/>
                  </a:lnTo>
                  <a:lnTo>
                    <a:pt x="6667" y="2852"/>
                  </a:lnTo>
                  <a:lnTo>
                    <a:pt x="6667" y="4268"/>
                  </a:lnTo>
                  <a:lnTo>
                    <a:pt x="7611" y="4268"/>
                  </a:lnTo>
                  <a:lnTo>
                    <a:pt x="7611" y="1898"/>
                  </a:lnTo>
                  <a:lnTo>
                    <a:pt x="4288" y="1898"/>
                  </a:lnTo>
                  <a:lnTo>
                    <a:pt x="428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809" name="Google Shape;1809;p113"/>
          <p:cNvSpPr txBox="1"/>
          <p:nvPr/>
        </p:nvSpPr>
        <p:spPr>
          <a:xfrm>
            <a:off x="7366769" y="4378712"/>
            <a:ext cx="825600" cy="300300"/>
          </a:xfrm>
          <a:prstGeom prst="rect">
            <a:avLst/>
          </a:prstGeom>
          <a:noFill/>
          <a:ln>
            <a:noFill/>
          </a:ln>
        </p:spPr>
        <p:txBody>
          <a:bodyPr spcFirstLastPara="1" wrap="square" lIns="57150" tIns="57150" rIns="57150" bIns="57150" anchor="t" anchorCtr="0">
            <a:spAutoFit/>
          </a:bodyPr>
          <a:lstStyle/>
          <a:p>
            <a:pPr marL="0" lvl="0" indent="0" algn="ctr" rtl="0">
              <a:spcBef>
                <a:spcPts val="0"/>
              </a:spcBef>
              <a:spcAft>
                <a:spcPts val="0"/>
              </a:spcAft>
              <a:buNone/>
            </a:pPr>
            <a:r>
              <a:rPr lang="en" sz="700">
                <a:solidFill>
                  <a:schemeClr val="lt1"/>
                </a:solidFill>
                <a:latin typeface="IBM Plex Sans Medium"/>
                <a:ea typeface="IBM Plex Sans Medium"/>
                <a:cs typeface="IBM Plex Sans Medium"/>
                <a:sym typeface="IBM Plex Sans Medium"/>
              </a:rPr>
              <a:t>Systems</a:t>
            </a:r>
            <a:br>
              <a:rPr lang="en" sz="700">
                <a:solidFill>
                  <a:schemeClr val="lt1"/>
                </a:solidFill>
                <a:latin typeface="IBM Plex Sans Medium"/>
                <a:ea typeface="IBM Plex Sans Medium"/>
                <a:cs typeface="IBM Plex Sans Medium"/>
                <a:sym typeface="IBM Plex Sans Medium"/>
              </a:rPr>
            </a:br>
            <a:r>
              <a:rPr lang="en" sz="500">
                <a:solidFill>
                  <a:schemeClr val="lt1"/>
                </a:solidFill>
                <a:latin typeface="IBM Plex Sans Medium"/>
                <a:ea typeface="IBM Plex Sans Medium"/>
                <a:cs typeface="IBM Plex Sans Medium"/>
                <a:sym typeface="IBM Plex Sans Medium"/>
              </a:rPr>
              <a:t>(legacy + homegrown)</a:t>
            </a:r>
            <a:endParaRPr sz="500">
              <a:solidFill>
                <a:schemeClr val="lt1"/>
              </a:solidFill>
              <a:latin typeface="IBM Plex Sans Medium"/>
              <a:ea typeface="IBM Plex Sans Medium"/>
              <a:cs typeface="IBM Plex Sans Medium"/>
              <a:sym typeface="IBM Plex Sans Medium"/>
            </a:endParaRPr>
          </a:p>
        </p:txBody>
      </p:sp>
      <p:grpSp>
        <p:nvGrpSpPr>
          <p:cNvPr id="1810" name="Google Shape;1810;p113"/>
          <p:cNvGrpSpPr/>
          <p:nvPr/>
        </p:nvGrpSpPr>
        <p:grpSpPr>
          <a:xfrm>
            <a:off x="6655326" y="4016108"/>
            <a:ext cx="354633" cy="309628"/>
            <a:chOff x="725125" y="2301150"/>
            <a:chExt cx="403175" cy="352050"/>
          </a:xfrm>
        </p:grpSpPr>
        <p:sp>
          <p:nvSpPr>
            <p:cNvPr id="1811" name="Google Shape;1811;p113"/>
            <p:cNvSpPr/>
            <p:nvPr/>
          </p:nvSpPr>
          <p:spPr>
            <a:xfrm>
              <a:off x="908750" y="2458475"/>
              <a:ext cx="35925" cy="35675"/>
            </a:xfrm>
            <a:custGeom>
              <a:avLst/>
              <a:gdLst/>
              <a:ahLst/>
              <a:cxnLst/>
              <a:rect l="l" t="t" r="r" b="b"/>
              <a:pathLst>
                <a:path w="1437" h="1427" extrusionOk="0">
                  <a:moveTo>
                    <a:pt x="650" y="1"/>
                  </a:moveTo>
                  <a:lnTo>
                    <a:pt x="571" y="11"/>
                  </a:lnTo>
                  <a:lnTo>
                    <a:pt x="502" y="30"/>
                  </a:lnTo>
                  <a:lnTo>
                    <a:pt x="443" y="60"/>
                  </a:lnTo>
                  <a:lnTo>
                    <a:pt x="374" y="89"/>
                  </a:lnTo>
                  <a:lnTo>
                    <a:pt x="315" y="119"/>
                  </a:lnTo>
                  <a:lnTo>
                    <a:pt x="266" y="158"/>
                  </a:lnTo>
                  <a:lnTo>
                    <a:pt x="217" y="207"/>
                  </a:lnTo>
                  <a:lnTo>
                    <a:pt x="168" y="257"/>
                  </a:lnTo>
                  <a:lnTo>
                    <a:pt x="128" y="316"/>
                  </a:lnTo>
                  <a:lnTo>
                    <a:pt x="89" y="375"/>
                  </a:lnTo>
                  <a:lnTo>
                    <a:pt x="60" y="434"/>
                  </a:lnTo>
                  <a:lnTo>
                    <a:pt x="40" y="502"/>
                  </a:lnTo>
                  <a:lnTo>
                    <a:pt x="20" y="571"/>
                  </a:lnTo>
                  <a:lnTo>
                    <a:pt x="10" y="640"/>
                  </a:lnTo>
                  <a:lnTo>
                    <a:pt x="1" y="709"/>
                  </a:lnTo>
                  <a:lnTo>
                    <a:pt x="10" y="788"/>
                  </a:lnTo>
                  <a:lnTo>
                    <a:pt x="20" y="856"/>
                  </a:lnTo>
                  <a:lnTo>
                    <a:pt x="40" y="925"/>
                  </a:lnTo>
                  <a:lnTo>
                    <a:pt x="60" y="994"/>
                  </a:lnTo>
                  <a:lnTo>
                    <a:pt x="89" y="1053"/>
                  </a:lnTo>
                  <a:lnTo>
                    <a:pt x="128" y="1112"/>
                  </a:lnTo>
                  <a:lnTo>
                    <a:pt x="168" y="1171"/>
                  </a:lnTo>
                  <a:lnTo>
                    <a:pt x="217" y="1220"/>
                  </a:lnTo>
                  <a:lnTo>
                    <a:pt x="266" y="1260"/>
                  </a:lnTo>
                  <a:lnTo>
                    <a:pt x="315" y="1309"/>
                  </a:lnTo>
                  <a:lnTo>
                    <a:pt x="374" y="1338"/>
                  </a:lnTo>
                  <a:lnTo>
                    <a:pt x="443" y="1368"/>
                  </a:lnTo>
                  <a:lnTo>
                    <a:pt x="502" y="1397"/>
                  </a:lnTo>
                  <a:lnTo>
                    <a:pt x="571" y="1417"/>
                  </a:lnTo>
                  <a:lnTo>
                    <a:pt x="650" y="1427"/>
                  </a:lnTo>
                  <a:lnTo>
                    <a:pt x="787" y="1427"/>
                  </a:lnTo>
                  <a:lnTo>
                    <a:pt x="866" y="1417"/>
                  </a:lnTo>
                  <a:lnTo>
                    <a:pt x="935" y="1397"/>
                  </a:lnTo>
                  <a:lnTo>
                    <a:pt x="994" y="1368"/>
                  </a:lnTo>
                  <a:lnTo>
                    <a:pt x="1063" y="1338"/>
                  </a:lnTo>
                  <a:lnTo>
                    <a:pt x="1122" y="1309"/>
                  </a:lnTo>
                  <a:lnTo>
                    <a:pt x="1171" y="1260"/>
                  </a:lnTo>
                  <a:lnTo>
                    <a:pt x="1220" y="1220"/>
                  </a:lnTo>
                  <a:lnTo>
                    <a:pt x="1269" y="1171"/>
                  </a:lnTo>
                  <a:lnTo>
                    <a:pt x="1308" y="1112"/>
                  </a:lnTo>
                  <a:lnTo>
                    <a:pt x="1348" y="1053"/>
                  </a:lnTo>
                  <a:lnTo>
                    <a:pt x="1377" y="994"/>
                  </a:lnTo>
                  <a:lnTo>
                    <a:pt x="1397" y="925"/>
                  </a:lnTo>
                  <a:lnTo>
                    <a:pt x="1417" y="856"/>
                  </a:lnTo>
                  <a:lnTo>
                    <a:pt x="1426" y="788"/>
                  </a:lnTo>
                  <a:lnTo>
                    <a:pt x="1436" y="709"/>
                  </a:lnTo>
                  <a:lnTo>
                    <a:pt x="1426" y="640"/>
                  </a:lnTo>
                  <a:lnTo>
                    <a:pt x="1417" y="571"/>
                  </a:lnTo>
                  <a:lnTo>
                    <a:pt x="1397" y="502"/>
                  </a:lnTo>
                  <a:lnTo>
                    <a:pt x="1377" y="434"/>
                  </a:lnTo>
                  <a:lnTo>
                    <a:pt x="1348" y="375"/>
                  </a:lnTo>
                  <a:lnTo>
                    <a:pt x="1308" y="316"/>
                  </a:lnTo>
                  <a:lnTo>
                    <a:pt x="1269" y="257"/>
                  </a:lnTo>
                  <a:lnTo>
                    <a:pt x="1220" y="207"/>
                  </a:lnTo>
                  <a:lnTo>
                    <a:pt x="1171" y="158"/>
                  </a:lnTo>
                  <a:lnTo>
                    <a:pt x="1122" y="119"/>
                  </a:lnTo>
                  <a:lnTo>
                    <a:pt x="1063" y="89"/>
                  </a:lnTo>
                  <a:lnTo>
                    <a:pt x="994" y="60"/>
                  </a:lnTo>
                  <a:lnTo>
                    <a:pt x="935" y="30"/>
                  </a:lnTo>
                  <a:lnTo>
                    <a:pt x="866" y="11"/>
                  </a:lnTo>
                  <a:lnTo>
                    <a:pt x="78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2" name="Google Shape;1812;p113"/>
            <p:cNvSpPr/>
            <p:nvPr/>
          </p:nvSpPr>
          <p:spPr>
            <a:xfrm>
              <a:off x="752650" y="2305325"/>
              <a:ext cx="348125" cy="341975"/>
            </a:xfrm>
            <a:custGeom>
              <a:avLst/>
              <a:gdLst/>
              <a:ahLst/>
              <a:cxnLst/>
              <a:rect l="l" t="t" r="r" b="b"/>
              <a:pathLst>
                <a:path w="13925" h="13679" extrusionOk="0">
                  <a:moveTo>
                    <a:pt x="4996" y="1"/>
                  </a:moveTo>
                  <a:lnTo>
                    <a:pt x="5035" y="129"/>
                  </a:lnTo>
                  <a:lnTo>
                    <a:pt x="5065" y="266"/>
                  </a:lnTo>
                  <a:lnTo>
                    <a:pt x="5084" y="404"/>
                  </a:lnTo>
                  <a:lnTo>
                    <a:pt x="5084" y="542"/>
                  </a:lnTo>
                  <a:lnTo>
                    <a:pt x="5084" y="650"/>
                  </a:lnTo>
                  <a:lnTo>
                    <a:pt x="5074" y="748"/>
                  </a:lnTo>
                  <a:lnTo>
                    <a:pt x="5055" y="846"/>
                  </a:lnTo>
                  <a:lnTo>
                    <a:pt x="5035" y="945"/>
                  </a:lnTo>
                  <a:lnTo>
                    <a:pt x="8890" y="945"/>
                  </a:lnTo>
                  <a:lnTo>
                    <a:pt x="8870" y="846"/>
                  </a:lnTo>
                  <a:lnTo>
                    <a:pt x="8850" y="748"/>
                  </a:lnTo>
                  <a:lnTo>
                    <a:pt x="8841" y="650"/>
                  </a:lnTo>
                  <a:lnTo>
                    <a:pt x="8841" y="542"/>
                  </a:lnTo>
                  <a:lnTo>
                    <a:pt x="8841" y="404"/>
                  </a:lnTo>
                  <a:lnTo>
                    <a:pt x="8860" y="266"/>
                  </a:lnTo>
                  <a:lnTo>
                    <a:pt x="8890" y="129"/>
                  </a:lnTo>
                  <a:lnTo>
                    <a:pt x="8929" y="1"/>
                  </a:lnTo>
                  <a:close/>
                  <a:moveTo>
                    <a:pt x="2105" y="1564"/>
                  </a:moveTo>
                  <a:lnTo>
                    <a:pt x="0" y="5222"/>
                  </a:lnTo>
                  <a:lnTo>
                    <a:pt x="118" y="5252"/>
                  </a:lnTo>
                  <a:lnTo>
                    <a:pt x="227" y="5291"/>
                  </a:lnTo>
                  <a:lnTo>
                    <a:pt x="345" y="5340"/>
                  </a:lnTo>
                  <a:lnTo>
                    <a:pt x="443" y="5399"/>
                  </a:lnTo>
                  <a:lnTo>
                    <a:pt x="551" y="5468"/>
                  </a:lnTo>
                  <a:lnTo>
                    <a:pt x="649" y="5537"/>
                  </a:lnTo>
                  <a:lnTo>
                    <a:pt x="738" y="5616"/>
                  </a:lnTo>
                  <a:lnTo>
                    <a:pt x="817" y="5694"/>
                  </a:lnTo>
                  <a:lnTo>
                    <a:pt x="2882" y="2125"/>
                  </a:lnTo>
                  <a:lnTo>
                    <a:pt x="2773" y="2076"/>
                  </a:lnTo>
                  <a:lnTo>
                    <a:pt x="2655" y="2026"/>
                  </a:lnTo>
                  <a:lnTo>
                    <a:pt x="2557" y="1967"/>
                  </a:lnTo>
                  <a:lnTo>
                    <a:pt x="2449" y="1899"/>
                  </a:lnTo>
                  <a:lnTo>
                    <a:pt x="2360" y="1830"/>
                  </a:lnTo>
                  <a:lnTo>
                    <a:pt x="2272" y="1741"/>
                  </a:lnTo>
                  <a:lnTo>
                    <a:pt x="2183" y="1663"/>
                  </a:lnTo>
                  <a:lnTo>
                    <a:pt x="2105" y="1564"/>
                  </a:lnTo>
                  <a:close/>
                  <a:moveTo>
                    <a:pt x="11820" y="1564"/>
                  </a:moveTo>
                  <a:lnTo>
                    <a:pt x="11742" y="1663"/>
                  </a:lnTo>
                  <a:lnTo>
                    <a:pt x="11653" y="1741"/>
                  </a:lnTo>
                  <a:lnTo>
                    <a:pt x="11565" y="1830"/>
                  </a:lnTo>
                  <a:lnTo>
                    <a:pt x="11476" y="1899"/>
                  </a:lnTo>
                  <a:lnTo>
                    <a:pt x="11368" y="1967"/>
                  </a:lnTo>
                  <a:lnTo>
                    <a:pt x="11270" y="2026"/>
                  </a:lnTo>
                  <a:lnTo>
                    <a:pt x="11152" y="2076"/>
                  </a:lnTo>
                  <a:lnTo>
                    <a:pt x="11043" y="2125"/>
                  </a:lnTo>
                  <a:lnTo>
                    <a:pt x="13108" y="5694"/>
                  </a:lnTo>
                  <a:lnTo>
                    <a:pt x="13187" y="5616"/>
                  </a:lnTo>
                  <a:lnTo>
                    <a:pt x="13276" y="5537"/>
                  </a:lnTo>
                  <a:lnTo>
                    <a:pt x="13374" y="5468"/>
                  </a:lnTo>
                  <a:lnTo>
                    <a:pt x="13482" y="5399"/>
                  </a:lnTo>
                  <a:lnTo>
                    <a:pt x="13580" y="5340"/>
                  </a:lnTo>
                  <a:lnTo>
                    <a:pt x="13698" y="5291"/>
                  </a:lnTo>
                  <a:lnTo>
                    <a:pt x="13807" y="5252"/>
                  </a:lnTo>
                  <a:lnTo>
                    <a:pt x="13925" y="5222"/>
                  </a:lnTo>
                  <a:lnTo>
                    <a:pt x="11820" y="1564"/>
                  </a:lnTo>
                  <a:close/>
                  <a:moveTo>
                    <a:pt x="817" y="7985"/>
                  </a:moveTo>
                  <a:lnTo>
                    <a:pt x="738" y="8064"/>
                  </a:lnTo>
                  <a:lnTo>
                    <a:pt x="649" y="8143"/>
                  </a:lnTo>
                  <a:lnTo>
                    <a:pt x="551" y="8212"/>
                  </a:lnTo>
                  <a:lnTo>
                    <a:pt x="443" y="8280"/>
                  </a:lnTo>
                  <a:lnTo>
                    <a:pt x="345" y="8339"/>
                  </a:lnTo>
                  <a:lnTo>
                    <a:pt x="227" y="8389"/>
                  </a:lnTo>
                  <a:lnTo>
                    <a:pt x="118" y="8428"/>
                  </a:lnTo>
                  <a:lnTo>
                    <a:pt x="0" y="8457"/>
                  </a:lnTo>
                  <a:lnTo>
                    <a:pt x="2134" y="12155"/>
                  </a:lnTo>
                  <a:lnTo>
                    <a:pt x="2213" y="12066"/>
                  </a:lnTo>
                  <a:lnTo>
                    <a:pt x="2292" y="11978"/>
                  </a:lnTo>
                  <a:lnTo>
                    <a:pt x="2390" y="11899"/>
                  </a:lnTo>
                  <a:lnTo>
                    <a:pt x="2488" y="11830"/>
                  </a:lnTo>
                  <a:lnTo>
                    <a:pt x="2587" y="11761"/>
                  </a:lnTo>
                  <a:lnTo>
                    <a:pt x="2695" y="11712"/>
                  </a:lnTo>
                  <a:lnTo>
                    <a:pt x="2803" y="11663"/>
                  </a:lnTo>
                  <a:lnTo>
                    <a:pt x="2921" y="11614"/>
                  </a:lnTo>
                  <a:lnTo>
                    <a:pt x="817" y="7985"/>
                  </a:lnTo>
                  <a:close/>
                  <a:moveTo>
                    <a:pt x="13108" y="7985"/>
                  </a:moveTo>
                  <a:lnTo>
                    <a:pt x="11004" y="11614"/>
                  </a:lnTo>
                  <a:lnTo>
                    <a:pt x="11122" y="11663"/>
                  </a:lnTo>
                  <a:lnTo>
                    <a:pt x="11230" y="11712"/>
                  </a:lnTo>
                  <a:lnTo>
                    <a:pt x="11338" y="11761"/>
                  </a:lnTo>
                  <a:lnTo>
                    <a:pt x="11437" y="11830"/>
                  </a:lnTo>
                  <a:lnTo>
                    <a:pt x="11535" y="11899"/>
                  </a:lnTo>
                  <a:lnTo>
                    <a:pt x="11633" y="11978"/>
                  </a:lnTo>
                  <a:lnTo>
                    <a:pt x="11712" y="12066"/>
                  </a:lnTo>
                  <a:lnTo>
                    <a:pt x="11791" y="12155"/>
                  </a:lnTo>
                  <a:lnTo>
                    <a:pt x="13925" y="8457"/>
                  </a:lnTo>
                  <a:lnTo>
                    <a:pt x="13807" y="8428"/>
                  </a:lnTo>
                  <a:lnTo>
                    <a:pt x="13698" y="8389"/>
                  </a:lnTo>
                  <a:lnTo>
                    <a:pt x="13580" y="8339"/>
                  </a:lnTo>
                  <a:lnTo>
                    <a:pt x="13482" y="8280"/>
                  </a:lnTo>
                  <a:lnTo>
                    <a:pt x="13374" y="8212"/>
                  </a:lnTo>
                  <a:lnTo>
                    <a:pt x="13276" y="8143"/>
                  </a:lnTo>
                  <a:lnTo>
                    <a:pt x="13187" y="8064"/>
                  </a:lnTo>
                  <a:lnTo>
                    <a:pt x="13108" y="7985"/>
                  </a:lnTo>
                  <a:close/>
                  <a:moveTo>
                    <a:pt x="5015" y="12725"/>
                  </a:moveTo>
                  <a:lnTo>
                    <a:pt x="5045" y="12843"/>
                  </a:lnTo>
                  <a:lnTo>
                    <a:pt x="5065" y="12961"/>
                  </a:lnTo>
                  <a:lnTo>
                    <a:pt x="5084" y="13079"/>
                  </a:lnTo>
                  <a:lnTo>
                    <a:pt x="5084" y="13207"/>
                  </a:lnTo>
                  <a:lnTo>
                    <a:pt x="5084" y="13325"/>
                  </a:lnTo>
                  <a:lnTo>
                    <a:pt x="5065" y="13453"/>
                  </a:lnTo>
                  <a:lnTo>
                    <a:pt x="5045" y="13571"/>
                  </a:lnTo>
                  <a:lnTo>
                    <a:pt x="5015" y="13679"/>
                  </a:lnTo>
                  <a:lnTo>
                    <a:pt x="8909" y="13679"/>
                  </a:lnTo>
                  <a:lnTo>
                    <a:pt x="8880" y="13571"/>
                  </a:lnTo>
                  <a:lnTo>
                    <a:pt x="8860" y="13453"/>
                  </a:lnTo>
                  <a:lnTo>
                    <a:pt x="8841" y="13325"/>
                  </a:lnTo>
                  <a:lnTo>
                    <a:pt x="8841" y="13207"/>
                  </a:lnTo>
                  <a:lnTo>
                    <a:pt x="8841" y="13079"/>
                  </a:lnTo>
                  <a:lnTo>
                    <a:pt x="8860" y="12961"/>
                  </a:lnTo>
                  <a:lnTo>
                    <a:pt x="8880" y="12843"/>
                  </a:lnTo>
                  <a:lnTo>
                    <a:pt x="8909" y="12725"/>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3" name="Google Shape;1813;p113"/>
            <p:cNvSpPr/>
            <p:nvPr/>
          </p:nvSpPr>
          <p:spPr>
            <a:xfrm>
              <a:off x="725125" y="2301150"/>
              <a:ext cx="403175" cy="352050"/>
            </a:xfrm>
            <a:custGeom>
              <a:avLst/>
              <a:gdLst/>
              <a:ahLst/>
              <a:cxnLst/>
              <a:rect l="l" t="t" r="r" b="b"/>
              <a:pathLst>
                <a:path w="16127" h="14082" extrusionOk="0">
                  <a:moveTo>
                    <a:pt x="4455" y="1"/>
                  </a:moveTo>
                  <a:lnTo>
                    <a:pt x="4376" y="10"/>
                  </a:lnTo>
                  <a:lnTo>
                    <a:pt x="4307" y="30"/>
                  </a:lnTo>
                  <a:lnTo>
                    <a:pt x="4248" y="60"/>
                  </a:lnTo>
                  <a:lnTo>
                    <a:pt x="4179" y="89"/>
                  </a:lnTo>
                  <a:lnTo>
                    <a:pt x="4120" y="119"/>
                  </a:lnTo>
                  <a:lnTo>
                    <a:pt x="4071" y="158"/>
                  </a:lnTo>
                  <a:lnTo>
                    <a:pt x="4022" y="207"/>
                  </a:lnTo>
                  <a:lnTo>
                    <a:pt x="3973" y="256"/>
                  </a:lnTo>
                  <a:lnTo>
                    <a:pt x="3933" y="315"/>
                  </a:lnTo>
                  <a:lnTo>
                    <a:pt x="3894" y="374"/>
                  </a:lnTo>
                  <a:lnTo>
                    <a:pt x="3865" y="433"/>
                  </a:lnTo>
                  <a:lnTo>
                    <a:pt x="3845" y="502"/>
                  </a:lnTo>
                  <a:lnTo>
                    <a:pt x="3825" y="571"/>
                  </a:lnTo>
                  <a:lnTo>
                    <a:pt x="3815" y="640"/>
                  </a:lnTo>
                  <a:lnTo>
                    <a:pt x="3806" y="709"/>
                  </a:lnTo>
                  <a:lnTo>
                    <a:pt x="3815" y="787"/>
                  </a:lnTo>
                  <a:lnTo>
                    <a:pt x="3825" y="856"/>
                  </a:lnTo>
                  <a:lnTo>
                    <a:pt x="3845" y="925"/>
                  </a:lnTo>
                  <a:lnTo>
                    <a:pt x="3865" y="994"/>
                  </a:lnTo>
                  <a:lnTo>
                    <a:pt x="3894" y="1053"/>
                  </a:lnTo>
                  <a:lnTo>
                    <a:pt x="3933" y="1112"/>
                  </a:lnTo>
                  <a:lnTo>
                    <a:pt x="3973" y="1171"/>
                  </a:lnTo>
                  <a:lnTo>
                    <a:pt x="4022" y="1220"/>
                  </a:lnTo>
                  <a:lnTo>
                    <a:pt x="4071" y="1259"/>
                  </a:lnTo>
                  <a:lnTo>
                    <a:pt x="4120" y="1308"/>
                  </a:lnTo>
                  <a:lnTo>
                    <a:pt x="4179" y="1338"/>
                  </a:lnTo>
                  <a:lnTo>
                    <a:pt x="4248" y="1367"/>
                  </a:lnTo>
                  <a:lnTo>
                    <a:pt x="4307" y="1397"/>
                  </a:lnTo>
                  <a:lnTo>
                    <a:pt x="4376" y="1417"/>
                  </a:lnTo>
                  <a:lnTo>
                    <a:pt x="4455" y="1426"/>
                  </a:lnTo>
                  <a:lnTo>
                    <a:pt x="4592" y="1426"/>
                  </a:lnTo>
                  <a:lnTo>
                    <a:pt x="4671" y="1417"/>
                  </a:lnTo>
                  <a:lnTo>
                    <a:pt x="4740" y="1397"/>
                  </a:lnTo>
                  <a:lnTo>
                    <a:pt x="4799" y="1367"/>
                  </a:lnTo>
                  <a:lnTo>
                    <a:pt x="4868" y="1338"/>
                  </a:lnTo>
                  <a:lnTo>
                    <a:pt x="4927" y="1308"/>
                  </a:lnTo>
                  <a:lnTo>
                    <a:pt x="4976" y="1259"/>
                  </a:lnTo>
                  <a:lnTo>
                    <a:pt x="5025" y="1220"/>
                  </a:lnTo>
                  <a:lnTo>
                    <a:pt x="5074" y="1171"/>
                  </a:lnTo>
                  <a:lnTo>
                    <a:pt x="5113" y="1112"/>
                  </a:lnTo>
                  <a:lnTo>
                    <a:pt x="5153" y="1053"/>
                  </a:lnTo>
                  <a:lnTo>
                    <a:pt x="5182" y="994"/>
                  </a:lnTo>
                  <a:lnTo>
                    <a:pt x="5202" y="925"/>
                  </a:lnTo>
                  <a:lnTo>
                    <a:pt x="5222" y="856"/>
                  </a:lnTo>
                  <a:lnTo>
                    <a:pt x="5231" y="787"/>
                  </a:lnTo>
                  <a:lnTo>
                    <a:pt x="5241" y="709"/>
                  </a:lnTo>
                  <a:lnTo>
                    <a:pt x="5231" y="640"/>
                  </a:lnTo>
                  <a:lnTo>
                    <a:pt x="5222" y="571"/>
                  </a:lnTo>
                  <a:lnTo>
                    <a:pt x="5202" y="502"/>
                  </a:lnTo>
                  <a:lnTo>
                    <a:pt x="5182" y="433"/>
                  </a:lnTo>
                  <a:lnTo>
                    <a:pt x="5153" y="374"/>
                  </a:lnTo>
                  <a:lnTo>
                    <a:pt x="5113" y="315"/>
                  </a:lnTo>
                  <a:lnTo>
                    <a:pt x="5074" y="256"/>
                  </a:lnTo>
                  <a:lnTo>
                    <a:pt x="5025" y="207"/>
                  </a:lnTo>
                  <a:lnTo>
                    <a:pt x="4976" y="158"/>
                  </a:lnTo>
                  <a:lnTo>
                    <a:pt x="4927" y="119"/>
                  </a:lnTo>
                  <a:lnTo>
                    <a:pt x="4868" y="89"/>
                  </a:lnTo>
                  <a:lnTo>
                    <a:pt x="4799" y="60"/>
                  </a:lnTo>
                  <a:lnTo>
                    <a:pt x="4740" y="30"/>
                  </a:lnTo>
                  <a:lnTo>
                    <a:pt x="4671" y="10"/>
                  </a:lnTo>
                  <a:lnTo>
                    <a:pt x="4592" y="1"/>
                  </a:lnTo>
                  <a:close/>
                  <a:moveTo>
                    <a:pt x="11535" y="1"/>
                  </a:moveTo>
                  <a:lnTo>
                    <a:pt x="11456" y="10"/>
                  </a:lnTo>
                  <a:lnTo>
                    <a:pt x="11387" y="30"/>
                  </a:lnTo>
                  <a:lnTo>
                    <a:pt x="11328" y="60"/>
                  </a:lnTo>
                  <a:lnTo>
                    <a:pt x="11259" y="89"/>
                  </a:lnTo>
                  <a:lnTo>
                    <a:pt x="11200" y="119"/>
                  </a:lnTo>
                  <a:lnTo>
                    <a:pt x="11151" y="158"/>
                  </a:lnTo>
                  <a:lnTo>
                    <a:pt x="11102" y="207"/>
                  </a:lnTo>
                  <a:lnTo>
                    <a:pt x="11053" y="256"/>
                  </a:lnTo>
                  <a:lnTo>
                    <a:pt x="11014" y="315"/>
                  </a:lnTo>
                  <a:lnTo>
                    <a:pt x="10974" y="374"/>
                  </a:lnTo>
                  <a:lnTo>
                    <a:pt x="10945" y="433"/>
                  </a:lnTo>
                  <a:lnTo>
                    <a:pt x="10925" y="502"/>
                  </a:lnTo>
                  <a:lnTo>
                    <a:pt x="10905" y="571"/>
                  </a:lnTo>
                  <a:lnTo>
                    <a:pt x="10896" y="640"/>
                  </a:lnTo>
                  <a:lnTo>
                    <a:pt x="10886" y="709"/>
                  </a:lnTo>
                  <a:lnTo>
                    <a:pt x="10896" y="787"/>
                  </a:lnTo>
                  <a:lnTo>
                    <a:pt x="10905" y="856"/>
                  </a:lnTo>
                  <a:lnTo>
                    <a:pt x="10925" y="925"/>
                  </a:lnTo>
                  <a:lnTo>
                    <a:pt x="10945" y="994"/>
                  </a:lnTo>
                  <a:lnTo>
                    <a:pt x="10974" y="1053"/>
                  </a:lnTo>
                  <a:lnTo>
                    <a:pt x="11014" y="1112"/>
                  </a:lnTo>
                  <a:lnTo>
                    <a:pt x="11053" y="1171"/>
                  </a:lnTo>
                  <a:lnTo>
                    <a:pt x="11102" y="1220"/>
                  </a:lnTo>
                  <a:lnTo>
                    <a:pt x="11151" y="1259"/>
                  </a:lnTo>
                  <a:lnTo>
                    <a:pt x="11200" y="1308"/>
                  </a:lnTo>
                  <a:lnTo>
                    <a:pt x="11259" y="1338"/>
                  </a:lnTo>
                  <a:lnTo>
                    <a:pt x="11328" y="1367"/>
                  </a:lnTo>
                  <a:lnTo>
                    <a:pt x="11387" y="1397"/>
                  </a:lnTo>
                  <a:lnTo>
                    <a:pt x="11456" y="1417"/>
                  </a:lnTo>
                  <a:lnTo>
                    <a:pt x="11535" y="1426"/>
                  </a:lnTo>
                  <a:lnTo>
                    <a:pt x="11672" y="1426"/>
                  </a:lnTo>
                  <a:lnTo>
                    <a:pt x="11751" y="1417"/>
                  </a:lnTo>
                  <a:lnTo>
                    <a:pt x="11820" y="1397"/>
                  </a:lnTo>
                  <a:lnTo>
                    <a:pt x="11879" y="1367"/>
                  </a:lnTo>
                  <a:lnTo>
                    <a:pt x="11948" y="1338"/>
                  </a:lnTo>
                  <a:lnTo>
                    <a:pt x="12007" y="1308"/>
                  </a:lnTo>
                  <a:lnTo>
                    <a:pt x="12056" y="1259"/>
                  </a:lnTo>
                  <a:lnTo>
                    <a:pt x="12105" y="1220"/>
                  </a:lnTo>
                  <a:lnTo>
                    <a:pt x="12154" y="1171"/>
                  </a:lnTo>
                  <a:lnTo>
                    <a:pt x="12194" y="1112"/>
                  </a:lnTo>
                  <a:lnTo>
                    <a:pt x="12233" y="1053"/>
                  </a:lnTo>
                  <a:lnTo>
                    <a:pt x="12262" y="994"/>
                  </a:lnTo>
                  <a:lnTo>
                    <a:pt x="12282" y="925"/>
                  </a:lnTo>
                  <a:lnTo>
                    <a:pt x="12302" y="856"/>
                  </a:lnTo>
                  <a:lnTo>
                    <a:pt x="12312" y="787"/>
                  </a:lnTo>
                  <a:lnTo>
                    <a:pt x="12321" y="709"/>
                  </a:lnTo>
                  <a:lnTo>
                    <a:pt x="12312" y="640"/>
                  </a:lnTo>
                  <a:lnTo>
                    <a:pt x="12302" y="571"/>
                  </a:lnTo>
                  <a:lnTo>
                    <a:pt x="12282" y="502"/>
                  </a:lnTo>
                  <a:lnTo>
                    <a:pt x="12262" y="433"/>
                  </a:lnTo>
                  <a:lnTo>
                    <a:pt x="12233" y="374"/>
                  </a:lnTo>
                  <a:lnTo>
                    <a:pt x="12194" y="315"/>
                  </a:lnTo>
                  <a:lnTo>
                    <a:pt x="12154" y="256"/>
                  </a:lnTo>
                  <a:lnTo>
                    <a:pt x="12105" y="207"/>
                  </a:lnTo>
                  <a:lnTo>
                    <a:pt x="12056" y="158"/>
                  </a:lnTo>
                  <a:lnTo>
                    <a:pt x="12007" y="119"/>
                  </a:lnTo>
                  <a:lnTo>
                    <a:pt x="11948" y="89"/>
                  </a:lnTo>
                  <a:lnTo>
                    <a:pt x="11879" y="60"/>
                  </a:lnTo>
                  <a:lnTo>
                    <a:pt x="11820" y="30"/>
                  </a:lnTo>
                  <a:lnTo>
                    <a:pt x="11751" y="10"/>
                  </a:lnTo>
                  <a:lnTo>
                    <a:pt x="11672" y="1"/>
                  </a:lnTo>
                  <a:close/>
                  <a:moveTo>
                    <a:pt x="639" y="6294"/>
                  </a:moveTo>
                  <a:lnTo>
                    <a:pt x="570" y="6304"/>
                  </a:lnTo>
                  <a:lnTo>
                    <a:pt x="502" y="6323"/>
                  </a:lnTo>
                  <a:lnTo>
                    <a:pt x="433" y="6353"/>
                  </a:lnTo>
                  <a:lnTo>
                    <a:pt x="374" y="6382"/>
                  </a:lnTo>
                  <a:lnTo>
                    <a:pt x="315" y="6412"/>
                  </a:lnTo>
                  <a:lnTo>
                    <a:pt x="256" y="6451"/>
                  </a:lnTo>
                  <a:lnTo>
                    <a:pt x="207" y="6500"/>
                  </a:lnTo>
                  <a:lnTo>
                    <a:pt x="157" y="6550"/>
                  </a:lnTo>
                  <a:lnTo>
                    <a:pt x="118" y="6609"/>
                  </a:lnTo>
                  <a:lnTo>
                    <a:pt x="89" y="6668"/>
                  </a:lnTo>
                  <a:lnTo>
                    <a:pt x="59" y="6727"/>
                  </a:lnTo>
                  <a:lnTo>
                    <a:pt x="30" y="6795"/>
                  </a:lnTo>
                  <a:lnTo>
                    <a:pt x="10" y="6864"/>
                  </a:lnTo>
                  <a:lnTo>
                    <a:pt x="0" y="6933"/>
                  </a:lnTo>
                  <a:lnTo>
                    <a:pt x="0" y="7002"/>
                  </a:lnTo>
                  <a:lnTo>
                    <a:pt x="0" y="7081"/>
                  </a:lnTo>
                  <a:lnTo>
                    <a:pt x="10" y="7149"/>
                  </a:lnTo>
                  <a:lnTo>
                    <a:pt x="30" y="7218"/>
                  </a:lnTo>
                  <a:lnTo>
                    <a:pt x="59" y="7287"/>
                  </a:lnTo>
                  <a:lnTo>
                    <a:pt x="89" y="7346"/>
                  </a:lnTo>
                  <a:lnTo>
                    <a:pt x="118" y="7405"/>
                  </a:lnTo>
                  <a:lnTo>
                    <a:pt x="157" y="7464"/>
                  </a:lnTo>
                  <a:lnTo>
                    <a:pt x="207" y="7513"/>
                  </a:lnTo>
                  <a:lnTo>
                    <a:pt x="256" y="7553"/>
                  </a:lnTo>
                  <a:lnTo>
                    <a:pt x="315" y="7602"/>
                  </a:lnTo>
                  <a:lnTo>
                    <a:pt x="374" y="7631"/>
                  </a:lnTo>
                  <a:lnTo>
                    <a:pt x="433" y="7661"/>
                  </a:lnTo>
                  <a:lnTo>
                    <a:pt x="502" y="7690"/>
                  </a:lnTo>
                  <a:lnTo>
                    <a:pt x="570" y="7710"/>
                  </a:lnTo>
                  <a:lnTo>
                    <a:pt x="639" y="7720"/>
                  </a:lnTo>
                  <a:lnTo>
                    <a:pt x="787" y="7720"/>
                  </a:lnTo>
                  <a:lnTo>
                    <a:pt x="856" y="7710"/>
                  </a:lnTo>
                  <a:lnTo>
                    <a:pt x="924" y="7690"/>
                  </a:lnTo>
                  <a:lnTo>
                    <a:pt x="993" y="7661"/>
                  </a:lnTo>
                  <a:lnTo>
                    <a:pt x="1052" y="7631"/>
                  </a:lnTo>
                  <a:lnTo>
                    <a:pt x="1111" y="7602"/>
                  </a:lnTo>
                  <a:lnTo>
                    <a:pt x="1170" y="7553"/>
                  </a:lnTo>
                  <a:lnTo>
                    <a:pt x="1219" y="7513"/>
                  </a:lnTo>
                  <a:lnTo>
                    <a:pt x="1259" y="7464"/>
                  </a:lnTo>
                  <a:lnTo>
                    <a:pt x="1308" y="7405"/>
                  </a:lnTo>
                  <a:lnTo>
                    <a:pt x="1337" y="7346"/>
                  </a:lnTo>
                  <a:lnTo>
                    <a:pt x="1367" y="7287"/>
                  </a:lnTo>
                  <a:lnTo>
                    <a:pt x="1396" y="7218"/>
                  </a:lnTo>
                  <a:lnTo>
                    <a:pt x="1416" y="7149"/>
                  </a:lnTo>
                  <a:lnTo>
                    <a:pt x="1426" y="7081"/>
                  </a:lnTo>
                  <a:lnTo>
                    <a:pt x="1426" y="7002"/>
                  </a:lnTo>
                  <a:lnTo>
                    <a:pt x="1426" y="6933"/>
                  </a:lnTo>
                  <a:lnTo>
                    <a:pt x="1416" y="6864"/>
                  </a:lnTo>
                  <a:lnTo>
                    <a:pt x="1396" y="6795"/>
                  </a:lnTo>
                  <a:lnTo>
                    <a:pt x="1367" y="6727"/>
                  </a:lnTo>
                  <a:lnTo>
                    <a:pt x="1337" y="6668"/>
                  </a:lnTo>
                  <a:lnTo>
                    <a:pt x="1308" y="6609"/>
                  </a:lnTo>
                  <a:lnTo>
                    <a:pt x="1259" y="6550"/>
                  </a:lnTo>
                  <a:lnTo>
                    <a:pt x="1219" y="6500"/>
                  </a:lnTo>
                  <a:lnTo>
                    <a:pt x="1170" y="6451"/>
                  </a:lnTo>
                  <a:lnTo>
                    <a:pt x="1111" y="6412"/>
                  </a:lnTo>
                  <a:lnTo>
                    <a:pt x="1052" y="6382"/>
                  </a:lnTo>
                  <a:lnTo>
                    <a:pt x="993" y="6353"/>
                  </a:lnTo>
                  <a:lnTo>
                    <a:pt x="924" y="6323"/>
                  </a:lnTo>
                  <a:lnTo>
                    <a:pt x="856" y="6304"/>
                  </a:lnTo>
                  <a:lnTo>
                    <a:pt x="787" y="6294"/>
                  </a:lnTo>
                  <a:close/>
                  <a:moveTo>
                    <a:pt x="15340" y="6294"/>
                  </a:moveTo>
                  <a:lnTo>
                    <a:pt x="15271" y="6304"/>
                  </a:lnTo>
                  <a:lnTo>
                    <a:pt x="15203" y="6323"/>
                  </a:lnTo>
                  <a:lnTo>
                    <a:pt x="15134" y="6353"/>
                  </a:lnTo>
                  <a:lnTo>
                    <a:pt x="15075" y="6382"/>
                  </a:lnTo>
                  <a:lnTo>
                    <a:pt x="15016" y="6412"/>
                  </a:lnTo>
                  <a:lnTo>
                    <a:pt x="14957" y="6451"/>
                  </a:lnTo>
                  <a:lnTo>
                    <a:pt x="14908" y="6500"/>
                  </a:lnTo>
                  <a:lnTo>
                    <a:pt x="14868" y="6550"/>
                  </a:lnTo>
                  <a:lnTo>
                    <a:pt x="14819" y="6609"/>
                  </a:lnTo>
                  <a:lnTo>
                    <a:pt x="14790" y="6668"/>
                  </a:lnTo>
                  <a:lnTo>
                    <a:pt x="14760" y="6727"/>
                  </a:lnTo>
                  <a:lnTo>
                    <a:pt x="14731" y="6795"/>
                  </a:lnTo>
                  <a:lnTo>
                    <a:pt x="14711" y="6864"/>
                  </a:lnTo>
                  <a:lnTo>
                    <a:pt x="14701" y="6933"/>
                  </a:lnTo>
                  <a:lnTo>
                    <a:pt x="14701" y="7002"/>
                  </a:lnTo>
                  <a:lnTo>
                    <a:pt x="14701" y="7081"/>
                  </a:lnTo>
                  <a:lnTo>
                    <a:pt x="14711" y="7149"/>
                  </a:lnTo>
                  <a:lnTo>
                    <a:pt x="14731" y="7218"/>
                  </a:lnTo>
                  <a:lnTo>
                    <a:pt x="14760" y="7287"/>
                  </a:lnTo>
                  <a:lnTo>
                    <a:pt x="14790" y="7346"/>
                  </a:lnTo>
                  <a:lnTo>
                    <a:pt x="14819" y="7405"/>
                  </a:lnTo>
                  <a:lnTo>
                    <a:pt x="14868" y="7464"/>
                  </a:lnTo>
                  <a:lnTo>
                    <a:pt x="14908" y="7513"/>
                  </a:lnTo>
                  <a:lnTo>
                    <a:pt x="14957" y="7553"/>
                  </a:lnTo>
                  <a:lnTo>
                    <a:pt x="15016" y="7602"/>
                  </a:lnTo>
                  <a:lnTo>
                    <a:pt x="15075" y="7631"/>
                  </a:lnTo>
                  <a:lnTo>
                    <a:pt x="15134" y="7661"/>
                  </a:lnTo>
                  <a:lnTo>
                    <a:pt x="15203" y="7690"/>
                  </a:lnTo>
                  <a:lnTo>
                    <a:pt x="15271" y="7710"/>
                  </a:lnTo>
                  <a:lnTo>
                    <a:pt x="15340" y="7720"/>
                  </a:lnTo>
                  <a:lnTo>
                    <a:pt x="15488" y="7720"/>
                  </a:lnTo>
                  <a:lnTo>
                    <a:pt x="15557" y="7710"/>
                  </a:lnTo>
                  <a:lnTo>
                    <a:pt x="15625" y="7690"/>
                  </a:lnTo>
                  <a:lnTo>
                    <a:pt x="15694" y="7661"/>
                  </a:lnTo>
                  <a:lnTo>
                    <a:pt x="15753" y="7631"/>
                  </a:lnTo>
                  <a:lnTo>
                    <a:pt x="15812" y="7602"/>
                  </a:lnTo>
                  <a:lnTo>
                    <a:pt x="15871" y="7553"/>
                  </a:lnTo>
                  <a:lnTo>
                    <a:pt x="15920" y="7513"/>
                  </a:lnTo>
                  <a:lnTo>
                    <a:pt x="15970" y="7464"/>
                  </a:lnTo>
                  <a:lnTo>
                    <a:pt x="16009" y="7405"/>
                  </a:lnTo>
                  <a:lnTo>
                    <a:pt x="16038" y="7346"/>
                  </a:lnTo>
                  <a:lnTo>
                    <a:pt x="16068" y="7287"/>
                  </a:lnTo>
                  <a:lnTo>
                    <a:pt x="16097" y="7218"/>
                  </a:lnTo>
                  <a:lnTo>
                    <a:pt x="16117" y="7149"/>
                  </a:lnTo>
                  <a:lnTo>
                    <a:pt x="16127" y="7081"/>
                  </a:lnTo>
                  <a:lnTo>
                    <a:pt x="16127" y="7002"/>
                  </a:lnTo>
                  <a:lnTo>
                    <a:pt x="16127" y="6933"/>
                  </a:lnTo>
                  <a:lnTo>
                    <a:pt x="16117" y="6864"/>
                  </a:lnTo>
                  <a:lnTo>
                    <a:pt x="16097" y="6795"/>
                  </a:lnTo>
                  <a:lnTo>
                    <a:pt x="16068" y="6727"/>
                  </a:lnTo>
                  <a:lnTo>
                    <a:pt x="16038" y="6668"/>
                  </a:lnTo>
                  <a:lnTo>
                    <a:pt x="16009" y="6609"/>
                  </a:lnTo>
                  <a:lnTo>
                    <a:pt x="15970" y="6550"/>
                  </a:lnTo>
                  <a:lnTo>
                    <a:pt x="15920" y="6500"/>
                  </a:lnTo>
                  <a:lnTo>
                    <a:pt x="15871" y="6451"/>
                  </a:lnTo>
                  <a:lnTo>
                    <a:pt x="15812" y="6412"/>
                  </a:lnTo>
                  <a:lnTo>
                    <a:pt x="15753" y="6382"/>
                  </a:lnTo>
                  <a:lnTo>
                    <a:pt x="15694" y="6353"/>
                  </a:lnTo>
                  <a:lnTo>
                    <a:pt x="15625" y="6323"/>
                  </a:lnTo>
                  <a:lnTo>
                    <a:pt x="15557" y="6304"/>
                  </a:lnTo>
                  <a:lnTo>
                    <a:pt x="15488" y="6294"/>
                  </a:lnTo>
                  <a:close/>
                  <a:moveTo>
                    <a:pt x="4523" y="12656"/>
                  </a:moveTo>
                  <a:lnTo>
                    <a:pt x="4455" y="12666"/>
                  </a:lnTo>
                  <a:lnTo>
                    <a:pt x="4376" y="12676"/>
                  </a:lnTo>
                  <a:lnTo>
                    <a:pt x="4307" y="12695"/>
                  </a:lnTo>
                  <a:lnTo>
                    <a:pt x="4248" y="12715"/>
                  </a:lnTo>
                  <a:lnTo>
                    <a:pt x="4179" y="12745"/>
                  </a:lnTo>
                  <a:lnTo>
                    <a:pt x="4120" y="12784"/>
                  </a:lnTo>
                  <a:lnTo>
                    <a:pt x="4071" y="12823"/>
                  </a:lnTo>
                  <a:lnTo>
                    <a:pt x="4022" y="12872"/>
                  </a:lnTo>
                  <a:lnTo>
                    <a:pt x="3973" y="12922"/>
                  </a:lnTo>
                  <a:lnTo>
                    <a:pt x="3933" y="12971"/>
                  </a:lnTo>
                  <a:lnTo>
                    <a:pt x="3894" y="13030"/>
                  </a:lnTo>
                  <a:lnTo>
                    <a:pt x="3865" y="13099"/>
                  </a:lnTo>
                  <a:lnTo>
                    <a:pt x="3845" y="13158"/>
                  </a:lnTo>
                  <a:lnTo>
                    <a:pt x="3825" y="13226"/>
                  </a:lnTo>
                  <a:lnTo>
                    <a:pt x="3815" y="13295"/>
                  </a:lnTo>
                  <a:lnTo>
                    <a:pt x="3806" y="13374"/>
                  </a:lnTo>
                  <a:lnTo>
                    <a:pt x="3815" y="13443"/>
                  </a:lnTo>
                  <a:lnTo>
                    <a:pt x="3825" y="13512"/>
                  </a:lnTo>
                  <a:lnTo>
                    <a:pt x="3845" y="13580"/>
                  </a:lnTo>
                  <a:lnTo>
                    <a:pt x="3865" y="13649"/>
                  </a:lnTo>
                  <a:lnTo>
                    <a:pt x="3894" y="13708"/>
                  </a:lnTo>
                  <a:lnTo>
                    <a:pt x="3933" y="13767"/>
                  </a:lnTo>
                  <a:lnTo>
                    <a:pt x="3973" y="13826"/>
                  </a:lnTo>
                  <a:lnTo>
                    <a:pt x="4022" y="13875"/>
                  </a:lnTo>
                  <a:lnTo>
                    <a:pt x="4071" y="13925"/>
                  </a:lnTo>
                  <a:lnTo>
                    <a:pt x="4120" y="13964"/>
                  </a:lnTo>
                  <a:lnTo>
                    <a:pt x="4179" y="14003"/>
                  </a:lnTo>
                  <a:lnTo>
                    <a:pt x="4248" y="14033"/>
                  </a:lnTo>
                  <a:lnTo>
                    <a:pt x="4307" y="14052"/>
                  </a:lnTo>
                  <a:lnTo>
                    <a:pt x="4376" y="14072"/>
                  </a:lnTo>
                  <a:lnTo>
                    <a:pt x="4455" y="14082"/>
                  </a:lnTo>
                  <a:lnTo>
                    <a:pt x="4592" y="14082"/>
                  </a:lnTo>
                  <a:lnTo>
                    <a:pt x="4671" y="14072"/>
                  </a:lnTo>
                  <a:lnTo>
                    <a:pt x="4740" y="14052"/>
                  </a:lnTo>
                  <a:lnTo>
                    <a:pt x="4799" y="14033"/>
                  </a:lnTo>
                  <a:lnTo>
                    <a:pt x="4868" y="14003"/>
                  </a:lnTo>
                  <a:lnTo>
                    <a:pt x="4927" y="13964"/>
                  </a:lnTo>
                  <a:lnTo>
                    <a:pt x="4976" y="13925"/>
                  </a:lnTo>
                  <a:lnTo>
                    <a:pt x="5025" y="13875"/>
                  </a:lnTo>
                  <a:lnTo>
                    <a:pt x="5074" y="13826"/>
                  </a:lnTo>
                  <a:lnTo>
                    <a:pt x="5113" y="13767"/>
                  </a:lnTo>
                  <a:lnTo>
                    <a:pt x="5153" y="13708"/>
                  </a:lnTo>
                  <a:lnTo>
                    <a:pt x="5182" y="13649"/>
                  </a:lnTo>
                  <a:lnTo>
                    <a:pt x="5202" y="13580"/>
                  </a:lnTo>
                  <a:lnTo>
                    <a:pt x="5222" y="13512"/>
                  </a:lnTo>
                  <a:lnTo>
                    <a:pt x="5231" y="13443"/>
                  </a:lnTo>
                  <a:lnTo>
                    <a:pt x="5241" y="13374"/>
                  </a:lnTo>
                  <a:lnTo>
                    <a:pt x="5231" y="13295"/>
                  </a:lnTo>
                  <a:lnTo>
                    <a:pt x="5222" y="13226"/>
                  </a:lnTo>
                  <a:lnTo>
                    <a:pt x="5202" y="13158"/>
                  </a:lnTo>
                  <a:lnTo>
                    <a:pt x="5182" y="13099"/>
                  </a:lnTo>
                  <a:lnTo>
                    <a:pt x="5153" y="13030"/>
                  </a:lnTo>
                  <a:lnTo>
                    <a:pt x="5113" y="12971"/>
                  </a:lnTo>
                  <a:lnTo>
                    <a:pt x="5074" y="12922"/>
                  </a:lnTo>
                  <a:lnTo>
                    <a:pt x="5025" y="12872"/>
                  </a:lnTo>
                  <a:lnTo>
                    <a:pt x="4976" y="12823"/>
                  </a:lnTo>
                  <a:lnTo>
                    <a:pt x="4927" y="12784"/>
                  </a:lnTo>
                  <a:lnTo>
                    <a:pt x="4868" y="12745"/>
                  </a:lnTo>
                  <a:lnTo>
                    <a:pt x="4799" y="12715"/>
                  </a:lnTo>
                  <a:lnTo>
                    <a:pt x="4740" y="12695"/>
                  </a:lnTo>
                  <a:lnTo>
                    <a:pt x="4671" y="12676"/>
                  </a:lnTo>
                  <a:lnTo>
                    <a:pt x="4592" y="12666"/>
                  </a:lnTo>
                  <a:lnTo>
                    <a:pt x="4523" y="12656"/>
                  </a:lnTo>
                  <a:close/>
                  <a:moveTo>
                    <a:pt x="11604" y="12656"/>
                  </a:moveTo>
                  <a:lnTo>
                    <a:pt x="11535" y="12666"/>
                  </a:lnTo>
                  <a:lnTo>
                    <a:pt x="11456" y="12676"/>
                  </a:lnTo>
                  <a:lnTo>
                    <a:pt x="11387" y="12695"/>
                  </a:lnTo>
                  <a:lnTo>
                    <a:pt x="11328" y="12715"/>
                  </a:lnTo>
                  <a:lnTo>
                    <a:pt x="11259" y="12745"/>
                  </a:lnTo>
                  <a:lnTo>
                    <a:pt x="11200" y="12784"/>
                  </a:lnTo>
                  <a:lnTo>
                    <a:pt x="11151" y="12823"/>
                  </a:lnTo>
                  <a:lnTo>
                    <a:pt x="11102" y="12872"/>
                  </a:lnTo>
                  <a:lnTo>
                    <a:pt x="11053" y="12922"/>
                  </a:lnTo>
                  <a:lnTo>
                    <a:pt x="11014" y="12971"/>
                  </a:lnTo>
                  <a:lnTo>
                    <a:pt x="10974" y="13030"/>
                  </a:lnTo>
                  <a:lnTo>
                    <a:pt x="10945" y="13099"/>
                  </a:lnTo>
                  <a:lnTo>
                    <a:pt x="10925" y="13158"/>
                  </a:lnTo>
                  <a:lnTo>
                    <a:pt x="10905" y="13226"/>
                  </a:lnTo>
                  <a:lnTo>
                    <a:pt x="10896" y="13295"/>
                  </a:lnTo>
                  <a:lnTo>
                    <a:pt x="10886" y="13374"/>
                  </a:lnTo>
                  <a:lnTo>
                    <a:pt x="10896" y="13443"/>
                  </a:lnTo>
                  <a:lnTo>
                    <a:pt x="10905" y="13512"/>
                  </a:lnTo>
                  <a:lnTo>
                    <a:pt x="10925" y="13580"/>
                  </a:lnTo>
                  <a:lnTo>
                    <a:pt x="10945" y="13649"/>
                  </a:lnTo>
                  <a:lnTo>
                    <a:pt x="10974" y="13708"/>
                  </a:lnTo>
                  <a:lnTo>
                    <a:pt x="11014" y="13767"/>
                  </a:lnTo>
                  <a:lnTo>
                    <a:pt x="11053" y="13826"/>
                  </a:lnTo>
                  <a:lnTo>
                    <a:pt x="11102" y="13875"/>
                  </a:lnTo>
                  <a:lnTo>
                    <a:pt x="11151" y="13925"/>
                  </a:lnTo>
                  <a:lnTo>
                    <a:pt x="11200" y="13964"/>
                  </a:lnTo>
                  <a:lnTo>
                    <a:pt x="11259" y="14003"/>
                  </a:lnTo>
                  <a:lnTo>
                    <a:pt x="11328" y="14033"/>
                  </a:lnTo>
                  <a:lnTo>
                    <a:pt x="11387" y="14052"/>
                  </a:lnTo>
                  <a:lnTo>
                    <a:pt x="11456" y="14072"/>
                  </a:lnTo>
                  <a:lnTo>
                    <a:pt x="11535" y="14082"/>
                  </a:lnTo>
                  <a:lnTo>
                    <a:pt x="11672" y="14082"/>
                  </a:lnTo>
                  <a:lnTo>
                    <a:pt x="11751" y="14072"/>
                  </a:lnTo>
                  <a:lnTo>
                    <a:pt x="11820" y="14052"/>
                  </a:lnTo>
                  <a:lnTo>
                    <a:pt x="11879" y="14033"/>
                  </a:lnTo>
                  <a:lnTo>
                    <a:pt x="11948" y="14003"/>
                  </a:lnTo>
                  <a:lnTo>
                    <a:pt x="12007" y="13964"/>
                  </a:lnTo>
                  <a:lnTo>
                    <a:pt x="12056" y="13925"/>
                  </a:lnTo>
                  <a:lnTo>
                    <a:pt x="12105" y="13875"/>
                  </a:lnTo>
                  <a:lnTo>
                    <a:pt x="12154" y="13826"/>
                  </a:lnTo>
                  <a:lnTo>
                    <a:pt x="12194" y="13767"/>
                  </a:lnTo>
                  <a:lnTo>
                    <a:pt x="12233" y="13708"/>
                  </a:lnTo>
                  <a:lnTo>
                    <a:pt x="12262" y="13649"/>
                  </a:lnTo>
                  <a:lnTo>
                    <a:pt x="12282" y="13580"/>
                  </a:lnTo>
                  <a:lnTo>
                    <a:pt x="12302" y="13512"/>
                  </a:lnTo>
                  <a:lnTo>
                    <a:pt x="12312" y="13443"/>
                  </a:lnTo>
                  <a:lnTo>
                    <a:pt x="12321" y="13374"/>
                  </a:lnTo>
                  <a:lnTo>
                    <a:pt x="12312" y="13295"/>
                  </a:lnTo>
                  <a:lnTo>
                    <a:pt x="12302" y="13226"/>
                  </a:lnTo>
                  <a:lnTo>
                    <a:pt x="12282" y="13158"/>
                  </a:lnTo>
                  <a:lnTo>
                    <a:pt x="12262" y="13099"/>
                  </a:lnTo>
                  <a:lnTo>
                    <a:pt x="12233" y="13030"/>
                  </a:lnTo>
                  <a:lnTo>
                    <a:pt x="12194" y="12971"/>
                  </a:lnTo>
                  <a:lnTo>
                    <a:pt x="12154" y="12922"/>
                  </a:lnTo>
                  <a:lnTo>
                    <a:pt x="12105" y="12872"/>
                  </a:lnTo>
                  <a:lnTo>
                    <a:pt x="12056" y="12823"/>
                  </a:lnTo>
                  <a:lnTo>
                    <a:pt x="12007" y="12784"/>
                  </a:lnTo>
                  <a:lnTo>
                    <a:pt x="11948" y="12745"/>
                  </a:lnTo>
                  <a:lnTo>
                    <a:pt x="11879" y="12715"/>
                  </a:lnTo>
                  <a:lnTo>
                    <a:pt x="11820" y="12695"/>
                  </a:lnTo>
                  <a:lnTo>
                    <a:pt x="11751" y="12676"/>
                  </a:lnTo>
                  <a:lnTo>
                    <a:pt x="11672" y="12666"/>
                  </a:lnTo>
                  <a:lnTo>
                    <a:pt x="11604" y="12656"/>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4" name="Google Shape;1814;p113"/>
            <p:cNvSpPr/>
            <p:nvPr/>
          </p:nvSpPr>
          <p:spPr>
            <a:xfrm>
              <a:off x="808450" y="2357950"/>
              <a:ext cx="236525" cy="236750"/>
            </a:xfrm>
            <a:custGeom>
              <a:avLst/>
              <a:gdLst/>
              <a:ahLst/>
              <a:cxnLst/>
              <a:rect l="l" t="t" r="r" b="b"/>
              <a:pathLst>
                <a:path w="9461" h="9470" extrusionOk="0">
                  <a:moveTo>
                    <a:pt x="5232" y="0"/>
                  </a:moveTo>
                  <a:lnTo>
                    <a:pt x="4966" y="10"/>
                  </a:lnTo>
                  <a:lnTo>
                    <a:pt x="4701" y="30"/>
                  </a:lnTo>
                  <a:lnTo>
                    <a:pt x="4435" y="69"/>
                  </a:lnTo>
                  <a:lnTo>
                    <a:pt x="4180" y="108"/>
                  </a:lnTo>
                  <a:lnTo>
                    <a:pt x="3924" y="167"/>
                  </a:lnTo>
                  <a:lnTo>
                    <a:pt x="3678" y="236"/>
                  </a:lnTo>
                  <a:lnTo>
                    <a:pt x="3432" y="325"/>
                  </a:lnTo>
                  <a:lnTo>
                    <a:pt x="3196" y="413"/>
                  </a:lnTo>
                  <a:lnTo>
                    <a:pt x="2970" y="521"/>
                  </a:lnTo>
                  <a:lnTo>
                    <a:pt x="2744" y="639"/>
                  </a:lnTo>
                  <a:lnTo>
                    <a:pt x="2518" y="767"/>
                  </a:lnTo>
                  <a:lnTo>
                    <a:pt x="2311" y="895"/>
                  </a:lnTo>
                  <a:lnTo>
                    <a:pt x="2105" y="1042"/>
                  </a:lnTo>
                  <a:lnTo>
                    <a:pt x="1908" y="1200"/>
                  </a:lnTo>
                  <a:lnTo>
                    <a:pt x="1721" y="1367"/>
                  </a:lnTo>
                  <a:lnTo>
                    <a:pt x="1535" y="1544"/>
                  </a:lnTo>
                  <a:lnTo>
                    <a:pt x="1358" y="1721"/>
                  </a:lnTo>
                  <a:lnTo>
                    <a:pt x="1200" y="1908"/>
                  </a:lnTo>
                  <a:lnTo>
                    <a:pt x="1043" y="2104"/>
                  </a:lnTo>
                  <a:lnTo>
                    <a:pt x="895" y="2311"/>
                  </a:lnTo>
                  <a:lnTo>
                    <a:pt x="758" y="2527"/>
                  </a:lnTo>
                  <a:lnTo>
                    <a:pt x="630" y="2744"/>
                  </a:lnTo>
                  <a:lnTo>
                    <a:pt x="522" y="2970"/>
                  </a:lnTo>
                  <a:lnTo>
                    <a:pt x="414" y="3206"/>
                  </a:lnTo>
                  <a:lnTo>
                    <a:pt x="315" y="3442"/>
                  </a:lnTo>
                  <a:lnTo>
                    <a:pt x="237" y="3688"/>
                  </a:lnTo>
                  <a:lnTo>
                    <a:pt x="168" y="3933"/>
                  </a:lnTo>
                  <a:lnTo>
                    <a:pt x="109" y="4189"/>
                  </a:lnTo>
                  <a:lnTo>
                    <a:pt x="60" y="4445"/>
                  </a:lnTo>
                  <a:lnTo>
                    <a:pt x="30" y="4700"/>
                  </a:lnTo>
                  <a:lnTo>
                    <a:pt x="10" y="4966"/>
                  </a:lnTo>
                  <a:lnTo>
                    <a:pt x="1" y="5241"/>
                  </a:lnTo>
                  <a:lnTo>
                    <a:pt x="954" y="5241"/>
                  </a:lnTo>
                  <a:lnTo>
                    <a:pt x="954" y="5015"/>
                  </a:lnTo>
                  <a:lnTo>
                    <a:pt x="974" y="4799"/>
                  </a:lnTo>
                  <a:lnTo>
                    <a:pt x="1004" y="4592"/>
                  </a:lnTo>
                  <a:lnTo>
                    <a:pt x="1043" y="4376"/>
                  </a:lnTo>
                  <a:lnTo>
                    <a:pt x="1082" y="4169"/>
                  </a:lnTo>
                  <a:lnTo>
                    <a:pt x="1141" y="3963"/>
                  </a:lnTo>
                  <a:lnTo>
                    <a:pt x="1210" y="3766"/>
                  </a:lnTo>
                  <a:lnTo>
                    <a:pt x="1289" y="3570"/>
                  </a:lnTo>
                  <a:lnTo>
                    <a:pt x="1377" y="3383"/>
                  </a:lnTo>
                  <a:lnTo>
                    <a:pt x="1466" y="3196"/>
                  </a:lnTo>
                  <a:lnTo>
                    <a:pt x="1574" y="3019"/>
                  </a:lnTo>
                  <a:lnTo>
                    <a:pt x="1682" y="2842"/>
                  </a:lnTo>
                  <a:lnTo>
                    <a:pt x="1800" y="2675"/>
                  </a:lnTo>
                  <a:lnTo>
                    <a:pt x="1928" y="2517"/>
                  </a:lnTo>
                  <a:lnTo>
                    <a:pt x="2066" y="2360"/>
                  </a:lnTo>
                  <a:lnTo>
                    <a:pt x="2203" y="2213"/>
                  </a:lnTo>
                  <a:lnTo>
                    <a:pt x="2361" y="2075"/>
                  </a:lnTo>
                  <a:lnTo>
                    <a:pt x="2508" y="1937"/>
                  </a:lnTo>
                  <a:lnTo>
                    <a:pt x="2675" y="1809"/>
                  </a:lnTo>
                  <a:lnTo>
                    <a:pt x="2842" y="1691"/>
                  </a:lnTo>
                  <a:lnTo>
                    <a:pt x="3019" y="1573"/>
                  </a:lnTo>
                  <a:lnTo>
                    <a:pt x="3196" y="1475"/>
                  </a:lnTo>
                  <a:lnTo>
                    <a:pt x="3383" y="1377"/>
                  </a:lnTo>
                  <a:lnTo>
                    <a:pt x="3570" y="1288"/>
                  </a:lnTo>
                  <a:lnTo>
                    <a:pt x="3767" y="1219"/>
                  </a:lnTo>
                  <a:lnTo>
                    <a:pt x="3963" y="1151"/>
                  </a:lnTo>
                  <a:lnTo>
                    <a:pt x="4170" y="1092"/>
                  </a:lnTo>
                  <a:lnTo>
                    <a:pt x="4376" y="1042"/>
                  </a:lnTo>
                  <a:lnTo>
                    <a:pt x="4583" y="1003"/>
                  </a:lnTo>
                  <a:lnTo>
                    <a:pt x="4799" y="974"/>
                  </a:lnTo>
                  <a:lnTo>
                    <a:pt x="5016" y="964"/>
                  </a:lnTo>
                  <a:lnTo>
                    <a:pt x="5232" y="954"/>
                  </a:lnTo>
                  <a:lnTo>
                    <a:pt x="5232" y="0"/>
                  </a:lnTo>
                  <a:close/>
                  <a:moveTo>
                    <a:pt x="5065" y="1908"/>
                  </a:moveTo>
                  <a:lnTo>
                    <a:pt x="4898" y="1927"/>
                  </a:lnTo>
                  <a:lnTo>
                    <a:pt x="4730" y="1947"/>
                  </a:lnTo>
                  <a:lnTo>
                    <a:pt x="4563" y="1977"/>
                  </a:lnTo>
                  <a:lnTo>
                    <a:pt x="4406" y="2016"/>
                  </a:lnTo>
                  <a:lnTo>
                    <a:pt x="4249" y="2055"/>
                  </a:lnTo>
                  <a:lnTo>
                    <a:pt x="4091" y="2114"/>
                  </a:lnTo>
                  <a:lnTo>
                    <a:pt x="3944" y="2173"/>
                  </a:lnTo>
                  <a:lnTo>
                    <a:pt x="3796" y="2232"/>
                  </a:lnTo>
                  <a:lnTo>
                    <a:pt x="3649" y="2311"/>
                  </a:lnTo>
                  <a:lnTo>
                    <a:pt x="3511" y="2390"/>
                  </a:lnTo>
                  <a:lnTo>
                    <a:pt x="3373" y="2478"/>
                  </a:lnTo>
                  <a:lnTo>
                    <a:pt x="3246" y="2567"/>
                  </a:lnTo>
                  <a:lnTo>
                    <a:pt x="3118" y="2665"/>
                  </a:lnTo>
                  <a:lnTo>
                    <a:pt x="3000" y="2773"/>
                  </a:lnTo>
                  <a:lnTo>
                    <a:pt x="2882" y="2881"/>
                  </a:lnTo>
                  <a:lnTo>
                    <a:pt x="2774" y="2999"/>
                  </a:lnTo>
                  <a:lnTo>
                    <a:pt x="2665" y="3117"/>
                  </a:lnTo>
                  <a:lnTo>
                    <a:pt x="2567" y="3245"/>
                  </a:lnTo>
                  <a:lnTo>
                    <a:pt x="2469" y="3383"/>
                  </a:lnTo>
                  <a:lnTo>
                    <a:pt x="2390" y="3511"/>
                  </a:lnTo>
                  <a:lnTo>
                    <a:pt x="2311" y="3648"/>
                  </a:lnTo>
                  <a:lnTo>
                    <a:pt x="2233" y="3796"/>
                  </a:lnTo>
                  <a:lnTo>
                    <a:pt x="2164" y="3943"/>
                  </a:lnTo>
                  <a:lnTo>
                    <a:pt x="2105" y="4091"/>
                  </a:lnTo>
                  <a:lnTo>
                    <a:pt x="2056" y="4248"/>
                  </a:lnTo>
                  <a:lnTo>
                    <a:pt x="2007" y="4405"/>
                  </a:lnTo>
                  <a:lnTo>
                    <a:pt x="1967" y="4573"/>
                  </a:lnTo>
                  <a:lnTo>
                    <a:pt x="1938" y="4730"/>
                  </a:lnTo>
                  <a:lnTo>
                    <a:pt x="1918" y="4897"/>
                  </a:lnTo>
                  <a:lnTo>
                    <a:pt x="1908" y="5064"/>
                  </a:lnTo>
                  <a:lnTo>
                    <a:pt x="1908" y="5241"/>
                  </a:lnTo>
                  <a:lnTo>
                    <a:pt x="2852" y="5241"/>
                  </a:lnTo>
                  <a:lnTo>
                    <a:pt x="2862" y="5113"/>
                  </a:lnTo>
                  <a:lnTo>
                    <a:pt x="2872" y="4995"/>
                  </a:lnTo>
                  <a:lnTo>
                    <a:pt x="2882" y="4877"/>
                  </a:lnTo>
                  <a:lnTo>
                    <a:pt x="2901" y="4759"/>
                  </a:lnTo>
                  <a:lnTo>
                    <a:pt x="2931" y="4641"/>
                  </a:lnTo>
                  <a:lnTo>
                    <a:pt x="2960" y="4533"/>
                  </a:lnTo>
                  <a:lnTo>
                    <a:pt x="3039" y="4317"/>
                  </a:lnTo>
                  <a:lnTo>
                    <a:pt x="3147" y="4110"/>
                  </a:lnTo>
                  <a:lnTo>
                    <a:pt x="3265" y="3914"/>
                  </a:lnTo>
                  <a:lnTo>
                    <a:pt x="3403" y="3727"/>
                  </a:lnTo>
                  <a:lnTo>
                    <a:pt x="3550" y="3560"/>
                  </a:lnTo>
                  <a:lnTo>
                    <a:pt x="3727" y="3402"/>
                  </a:lnTo>
                  <a:lnTo>
                    <a:pt x="3904" y="3265"/>
                  </a:lnTo>
                  <a:lnTo>
                    <a:pt x="4101" y="3147"/>
                  </a:lnTo>
                  <a:lnTo>
                    <a:pt x="4308" y="3048"/>
                  </a:lnTo>
                  <a:lnTo>
                    <a:pt x="4524" y="2970"/>
                  </a:lnTo>
                  <a:lnTo>
                    <a:pt x="4642" y="2930"/>
                  </a:lnTo>
                  <a:lnTo>
                    <a:pt x="4760" y="2911"/>
                  </a:lnTo>
                  <a:lnTo>
                    <a:pt x="4878" y="2891"/>
                  </a:lnTo>
                  <a:lnTo>
                    <a:pt x="4996" y="2871"/>
                  </a:lnTo>
                  <a:lnTo>
                    <a:pt x="5114" y="2862"/>
                  </a:lnTo>
                  <a:lnTo>
                    <a:pt x="5232" y="2862"/>
                  </a:lnTo>
                  <a:lnTo>
                    <a:pt x="5232" y="1908"/>
                  </a:lnTo>
                  <a:close/>
                  <a:moveTo>
                    <a:pt x="6609" y="4228"/>
                  </a:moveTo>
                  <a:lnTo>
                    <a:pt x="6599" y="4356"/>
                  </a:lnTo>
                  <a:lnTo>
                    <a:pt x="6589" y="4474"/>
                  </a:lnTo>
                  <a:lnTo>
                    <a:pt x="6579" y="4592"/>
                  </a:lnTo>
                  <a:lnTo>
                    <a:pt x="6559" y="4710"/>
                  </a:lnTo>
                  <a:lnTo>
                    <a:pt x="6530" y="4818"/>
                  </a:lnTo>
                  <a:lnTo>
                    <a:pt x="6500" y="4936"/>
                  </a:lnTo>
                  <a:lnTo>
                    <a:pt x="6422" y="5153"/>
                  </a:lnTo>
                  <a:lnTo>
                    <a:pt x="6314" y="5359"/>
                  </a:lnTo>
                  <a:lnTo>
                    <a:pt x="6196" y="5556"/>
                  </a:lnTo>
                  <a:lnTo>
                    <a:pt x="6058" y="5743"/>
                  </a:lnTo>
                  <a:lnTo>
                    <a:pt x="5910" y="5910"/>
                  </a:lnTo>
                  <a:lnTo>
                    <a:pt x="5733" y="6067"/>
                  </a:lnTo>
                  <a:lnTo>
                    <a:pt x="5556" y="6205"/>
                  </a:lnTo>
                  <a:lnTo>
                    <a:pt x="5360" y="6323"/>
                  </a:lnTo>
                  <a:lnTo>
                    <a:pt x="5153" y="6421"/>
                  </a:lnTo>
                  <a:lnTo>
                    <a:pt x="4927" y="6500"/>
                  </a:lnTo>
                  <a:lnTo>
                    <a:pt x="4819" y="6529"/>
                  </a:lnTo>
                  <a:lnTo>
                    <a:pt x="4701" y="6559"/>
                  </a:lnTo>
                  <a:lnTo>
                    <a:pt x="4583" y="6579"/>
                  </a:lnTo>
                  <a:lnTo>
                    <a:pt x="4465" y="6598"/>
                  </a:lnTo>
                  <a:lnTo>
                    <a:pt x="4347" y="6608"/>
                  </a:lnTo>
                  <a:lnTo>
                    <a:pt x="4229" y="6608"/>
                  </a:lnTo>
                  <a:lnTo>
                    <a:pt x="4229" y="7562"/>
                  </a:lnTo>
                  <a:lnTo>
                    <a:pt x="4396" y="7552"/>
                  </a:lnTo>
                  <a:lnTo>
                    <a:pt x="4563" y="7542"/>
                  </a:lnTo>
                  <a:lnTo>
                    <a:pt x="4730" y="7523"/>
                  </a:lnTo>
                  <a:lnTo>
                    <a:pt x="4898" y="7493"/>
                  </a:lnTo>
                  <a:lnTo>
                    <a:pt x="5055" y="7454"/>
                  </a:lnTo>
                  <a:lnTo>
                    <a:pt x="5212" y="7414"/>
                  </a:lnTo>
                  <a:lnTo>
                    <a:pt x="5370" y="7355"/>
                  </a:lnTo>
                  <a:lnTo>
                    <a:pt x="5517" y="7296"/>
                  </a:lnTo>
                  <a:lnTo>
                    <a:pt x="5665" y="7228"/>
                  </a:lnTo>
                  <a:lnTo>
                    <a:pt x="5812" y="7159"/>
                  </a:lnTo>
                  <a:lnTo>
                    <a:pt x="5950" y="7080"/>
                  </a:lnTo>
                  <a:lnTo>
                    <a:pt x="6087" y="6992"/>
                  </a:lnTo>
                  <a:lnTo>
                    <a:pt x="6215" y="6903"/>
                  </a:lnTo>
                  <a:lnTo>
                    <a:pt x="6343" y="6795"/>
                  </a:lnTo>
                  <a:lnTo>
                    <a:pt x="6461" y="6697"/>
                  </a:lnTo>
                  <a:lnTo>
                    <a:pt x="6579" y="6588"/>
                  </a:lnTo>
                  <a:lnTo>
                    <a:pt x="6687" y="6470"/>
                  </a:lnTo>
                  <a:lnTo>
                    <a:pt x="6795" y="6343"/>
                  </a:lnTo>
                  <a:lnTo>
                    <a:pt x="6894" y="6225"/>
                  </a:lnTo>
                  <a:lnTo>
                    <a:pt x="6982" y="6087"/>
                  </a:lnTo>
                  <a:lnTo>
                    <a:pt x="7071" y="5959"/>
                  </a:lnTo>
                  <a:lnTo>
                    <a:pt x="7150" y="5812"/>
                  </a:lnTo>
                  <a:lnTo>
                    <a:pt x="7228" y="5674"/>
                  </a:lnTo>
                  <a:lnTo>
                    <a:pt x="7297" y="5526"/>
                  </a:lnTo>
                  <a:lnTo>
                    <a:pt x="7356" y="5369"/>
                  </a:lnTo>
                  <a:lnTo>
                    <a:pt x="7405" y="5222"/>
                  </a:lnTo>
                  <a:lnTo>
                    <a:pt x="7454" y="5064"/>
                  </a:lnTo>
                  <a:lnTo>
                    <a:pt x="7494" y="4897"/>
                  </a:lnTo>
                  <a:lnTo>
                    <a:pt x="7523" y="4740"/>
                  </a:lnTo>
                  <a:lnTo>
                    <a:pt x="7543" y="4573"/>
                  </a:lnTo>
                  <a:lnTo>
                    <a:pt x="7553" y="4396"/>
                  </a:lnTo>
                  <a:lnTo>
                    <a:pt x="7553" y="4228"/>
                  </a:lnTo>
                  <a:close/>
                  <a:moveTo>
                    <a:pt x="8507" y="4228"/>
                  </a:moveTo>
                  <a:lnTo>
                    <a:pt x="8507" y="4445"/>
                  </a:lnTo>
                  <a:lnTo>
                    <a:pt x="8487" y="4671"/>
                  </a:lnTo>
                  <a:lnTo>
                    <a:pt x="8457" y="4877"/>
                  </a:lnTo>
                  <a:lnTo>
                    <a:pt x="8418" y="5094"/>
                  </a:lnTo>
                  <a:lnTo>
                    <a:pt x="8379" y="5300"/>
                  </a:lnTo>
                  <a:lnTo>
                    <a:pt x="8320" y="5497"/>
                  </a:lnTo>
                  <a:lnTo>
                    <a:pt x="8251" y="5703"/>
                  </a:lnTo>
                  <a:lnTo>
                    <a:pt x="8172" y="5890"/>
                  </a:lnTo>
                  <a:lnTo>
                    <a:pt x="8084" y="6087"/>
                  </a:lnTo>
                  <a:lnTo>
                    <a:pt x="7995" y="6274"/>
                  </a:lnTo>
                  <a:lnTo>
                    <a:pt x="7887" y="6451"/>
                  </a:lnTo>
                  <a:lnTo>
                    <a:pt x="7779" y="6618"/>
                  </a:lnTo>
                  <a:lnTo>
                    <a:pt x="7661" y="6795"/>
                  </a:lnTo>
                  <a:lnTo>
                    <a:pt x="7533" y="6952"/>
                  </a:lnTo>
                  <a:lnTo>
                    <a:pt x="7395" y="7110"/>
                  </a:lnTo>
                  <a:lnTo>
                    <a:pt x="7258" y="7257"/>
                  </a:lnTo>
                  <a:lnTo>
                    <a:pt x="7100" y="7395"/>
                  </a:lnTo>
                  <a:lnTo>
                    <a:pt x="6953" y="7532"/>
                  </a:lnTo>
                  <a:lnTo>
                    <a:pt x="6786" y="7660"/>
                  </a:lnTo>
                  <a:lnTo>
                    <a:pt x="6618" y="7778"/>
                  </a:lnTo>
                  <a:lnTo>
                    <a:pt x="6441" y="7896"/>
                  </a:lnTo>
                  <a:lnTo>
                    <a:pt x="6264" y="7995"/>
                  </a:lnTo>
                  <a:lnTo>
                    <a:pt x="6078" y="8093"/>
                  </a:lnTo>
                  <a:lnTo>
                    <a:pt x="5891" y="8172"/>
                  </a:lnTo>
                  <a:lnTo>
                    <a:pt x="5694" y="8250"/>
                  </a:lnTo>
                  <a:lnTo>
                    <a:pt x="5497" y="8319"/>
                  </a:lnTo>
                  <a:lnTo>
                    <a:pt x="5291" y="8378"/>
                  </a:lnTo>
                  <a:lnTo>
                    <a:pt x="5084" y="8427"/>
                  </a:lnTo>
                  <a:lnTo>
                    <a:pt x="4878" y="8467"/>
                  </a:lnTo>
                  <a:lnTo>
                    <a:pt x="4662" y="8486"/>
                  </a:lnTo>
                  <a:lnTo>
                    <a:pt x="4445" y="8506"/>
                  </a:lnTo>
                  <a:lnTo>
                    <a:pt x="4229" y="8516"/>
                  </a:lnTo>
                  <a:lnTo>
                    <a:pt x="4229" y="9470"/>
                  </a:lnTo>
                  <a:lnTo>
                    <a:pt x="4494" y="9460"/>
                  </a:lnTo>
                  <a:lnTo>
                    <a:pt x="4760" y="9440"/>
                  </a:lnTo>
                  <a:lnTo>
                    <a:pt x="5025" y="9401"/>
                  </a:lnTo>
                  <a:lnTo>
                    <a:pt x="5281" y="9361"/>
                  </a:lnTo>
                  <a:lnTo>
                    <a:pt x="5537" y="9302"/>
                  </a:lnTo>
                  <a:lnTo>
                    <a:pt x="5783" y="9234"/>
                  </a:lnTo>
                  <a:lnTo>
                    <a:pt x="6019" y="9145"/>
                  </a:lnTo>
                  <a:lnTo>
                    <a:pt x="6264" y="9057"/>
                  </a:lnTo>
                  <a:lnTo>
                    <a:pt x="6491" y="8948"/>
                  </a:lnTo>
                  <a:lnTo>
                    <a:pt x="6717" y="8830"/>
                  </a:lnTo>
                  <a:lnTo>
                    <a:pt x="6933" y="8703"/>
                  </a:lnTo>
                  <a:lnTo>
                    <a:pt x="7150" y="8565"/>
                  </a:lnTo>
                  <a:lnTo>
                    <a:pt x="7356" y="8427"/>
                  </a:lnTo>
                  <a:lnTo>
                    <a:pt x="7553" y="8270"/>
                  </a:lnTo>
                  <a:lnTo>
                    <a:pt x="7740" y="8103"/>
                  </a:lnTo>
                  <a:lnTo>
                    <a:pt x="7926" y="7926"/>
                  </a:lnTo>
                  <a:lnTo>
                    <a:pt x="8103" y="7749"/>
                  </a:lnTo>
                  <a:lnTo>
                    <a:pt x="8261" y="7562"/>
                  </a:lnTo>
                  <a:lnTo>
                    <a:pt x="8418" y="7355"/>
                  </a:lnTo>
                  <a:lnTo>
                    <a:pt x="8566" y="7159"/>
                  </a:lnTo>
                  <a:lnTo>
                    <a:pt x="8703" y="6942"/>
                  </a:lnTo>
                  <a:lnTo>
                    <a:pt x="8831" y="6726"/>
                  </a:lnTo>
                  <a:lnTo>
                    <a:pt x="8939" y="6500"/>
                  </a:lnTo>
                  <a:lnTo>
                    <a:pt x="9047" y="6264"/>
                  </a:lnTo>
                  <a:lnTo>
                    <a:pt x="9146" y="6028"/>
                  </a:lnTo>
                  <a:lnTo>
                    <a:pt x="9224" y="5782"/>
                  </a:lnTo>
                  <a:lnTo>
                    <a:pt x="9293" y="5536"/>
                  </a:lnTo>
                  <a:lnTo>
                    <a:pt x="9352" y="5281"/>
                  </a:lnTo>
                  <a:lnTo>
                    <a:pt x="9401" y="5025"/>
                  </a:lnTo>
                  <a:lnTo>
                    <a:pt x="9431" y="4759"/>
                  </a:lnTo>
                  <a:lnTo>
                    <a:pt x="9451" y="4494"/>
                  </a:lnTo>
                  <a:lnTo>
                    <a:pt x="9460" y="4228"/>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815" name="Google Shape;1815;p113"/>
          <p:cNvGrpSpPr/>
          <p:nvPr/>
        </p:nvGrpSpPr>
        <p:grpSpPr>
          <a:xfrm>
            <a:off x="1751786" y="3987015"/>
            <a:ext cx="386663" cy="356033"/>
            <a:chOff x="2099100" y="2300650"/>
            <a:chExt cx="381550" cy="351325"/>
          </a:xfrm>
        </p:grpSpPr>
        <p:sp>
          <p:nvSpPr>
            <p:cNvPr id="1816" name="Google Shape;1816;p113"/>
            <p:cNvSpPr/>
            <p:nvPr/>
          </p:nvSpPr>
          <p:spPr>
            <a:xfrm>
              <a:off x="2235050" y="2421600"/>
              <a:ext cx="109400" cy="109175"/>
            </a:xfrm>
            <a:custGeom>
              <a:avLst/>
              <a:gdLst/>
              <a:ahLst/>
              <a:cxnLst/>
              <a:rect l="l" t="t" r="r" b="b"/>
              <a:pathLst>
                <a:path w="4376" h="4367" extrusionOk="0">
                  <a:moveTo>
                    <a:pt x="2193" y="974"/>
                  </a:moveTo>
                  <a:lnTo>
                    <a:pt x="2311" y="984"/>
                  </a:lnTo>
                  <a:lnTo>
                    <a:pt x="2439" y="1004"/>
                  </a:lnTo>
                  <a:lnTo>
                    <a:pt x="2547" y="1033"/>
                  </a:lnTo>
                  <a:lnTo>
                    <a:pt x="2665" y="1073"/>
                  </a:lnTo>
                  <a:lnTo>
                    <a:pt x="2763" y="1122"/>
                  </a:lnTo>
                  <a:lnTo>
                    <a:pt x="2871" y="1181"/>
                  </a:lnTo>
                  <a:lnTo>
                    <a:pt x="2960" y="1250"/>
                  </a:lnTo>
                  <a:lnTo>
                    <a:pt x="3048" y="1328"/>
                  </a:lnTo>
                  <a:lnTo>
                    <a:pt x="3127" y="1417"/>
                  </a:lnTo>
                  <a:lnTo>
                    <a:pt x="3196" y="1505"/>
                  </a:lnTo>
                  <a:lnTo>
                    <a:pt x="3255" y="1604"/>
                  </a:lnTo>
                  <a:lnTo>
                    <a:pt x="3304" y="1712"/>
                  </a:lnTo>
                  <a:lnTo>
                    <a:pt x="3343" y="1820"/>
                  </a:lnTo>
                  <a:lnTo>
                    <a:pt x="3373" y="1938"/>
                  </a:lnTo>
                  <a:lnTo>
                    <a:pt x="3393" y="2056"/>
                  </a:lnTo>
                  <a:lnTo>
                    <a:pt x="3402" y="2184"/>
                  </a:lnTo>
                  <a:lnTo>
                    <a:pt x="3393" y="2312"/>
                  </a:lnTo>
                  <a:lnTo>
                    <a:pt x="3373" y="2430"/>
                  </a:lnTo>
                  <a:lnTo>
                    <a:pt x="3343" y="2548"/>
                  </a:lnTo>
                  <a:lnTo>
                    <a:pt x="3304" y="2656"/>
                  </a:lnTo>
                  <a:lnTo>
                    <a:pt x="3255" y="2764"/>
                  </a:lnTo>
                  <a:lnTo>
                    <a:pt x="3196" y="2862"/>
                  </a:lnTo>
                  <a:lnTo>
                    <a:pt x="3127" y="2951"/>
                  </a:lnTo>
                  <a:lnTo>
                    <a:pt x="3048" y="3039"/>
                  </a:lnTo>
                  <a:lnTo>
                    <a:pt x="2960" y="3118"/>
                  </a:lnTo>
                  <a:lnTo>
                    <a:pt x="2871" y="3187"/>
                  </a:lnTo>
                  <a:lnTo>
                    <a:pt x="2763" y="3246"/>
                  </a:lnTo>
                  <a:lnTo>
                    <a:pt x="2665" y="3295"/>
                  </a:lnTo>
                  <a:lnTo>
                    <a:pt x="2547" y="3334"/>
                  </a:lnTo>
                  <a:lnTo>
                    <a:pt x="2439" y="3364"/>
                  </a:lnTo>
                  <a:lnTo>
                    <a:pt x="2311" y="3384"/>
                  </a:lnTo>
                  <a:lnTo>
                    <a:pt x="2193" y="3393"/>
                  </a:lnTo>
                  <a:lnTo>
                    <a:pt x="2065" y="3384"/>
                  </a:lnTo>
                  <a:lnTo>
                    <a:pt x="1947" y="3364"/>
                  </a:lnTo>
                  <a:lnTo>
                    <a:pt x="1829" y="3334"/>
                  </a:lnTo>
                  <a:lnTo>
                    <a:pt x="1721" y="3295"/>
                  </a:lnTo>
                  <a:lnTo>
                    <a:pt x="1613" y="3246"/>
                  </a:lnTo>
                  <a:lnTo>
                    <a:pt x="1514" y="3187"/>
                  </a:lnTo>
                  <a:lnTo>
                    <a:pt x="1426" y="3118"/>
                  </a:lnTo>
                  <a:lnTo>
                    <a:pt x="1337" y="3039"/>
                  </a:lnTo>
                  <a:lnTo>
                    <a:pt x="1259" y="2951"/>
                  </a:lnTo>
                  <a:lnTo>
                    <a:pt x="1190" y="2862"/>
                  </a:lnTo>
                  <a:lnTo>
                    <a:pt x="1131" y="2764"/>
                  </a:lnTo>
                  <a:lnTo>
                    <a:pt x="1082" y="2656"/>
                  </a:lnTo>
                  <a:lnTo>
                    <a:pt x="1033" y="2548"/>
                  </a:lnTo>
                  <a:lnTo>
                    <a:pt x="1003" y="2430"/>
                  </a:lnTo>
                  <a:lnTo>
                    <a:pt x="993" y="2312"/>
                  </a:lnTo>
                  <a:lnTo>
                    <a:pt x="983" y="2184"/>
                  </a:lnTo>
                  <a:lnTo>
                    <a:pt x="993" y="2056"/>
                  </a:lnTo>
                  <a:lnTo>
                    <a:pt x="1003" y="1938"/>
                  </a:lnTo>
                  <a:lnTo>
                    <a:pt x="1033" y="1820"/>
                  </a:lnTo>
                  <a:lnTo>
                    <a:pt x="1082" y="1712"/>
                  </a:lnTo>
                  <a:lnTo>
                    <a:pt x="1131" y="1604"/>
                  </a:lnTo>
                  <a:lnTo>
                    <a:pt x="1190" y="1505"/>
                  </a:lnTo>
                  <a:lnTo>
                    <a:pt x="1259" y="1417"/>
                  </a:lnTo>
                  <a:lnTo>
                    <a:pt x="1337" y="1328"/>
                  </a:lnTo>
                  <a:lnTo>
                    <a:pt x="1426" y="1250"/>
                  </a:lnTo>
                  <a:lnTo>
                    <a:pt x="1514" y="1181"/>
                  </a:lnTo>
                  <a:lnTo>
                    <a:pt x="1613" y="1122"/>
                  </a:lnTo>
                  <a:lnTo>
                    <a:pt x="1721" y="1073"/>
                  </a:lnTo>
                  <a:lnTo>
                    <a:pt x="1829" y="1033"/>
                  </a:lnTo>
                  <a:lnTo>
                    <a:pt x="1947" y="1004"/>
                  </a:lnTo>
                  <a:lnTo>
                    <a:pt x="2065" y="984"/>
                  </a:lnTo>
                  <a:lnTo>
                    <a:pt x="2193" y="974"/>
                  </a:lnTo>
                  <a:close/>
                  <a:moveTo>
                    <a:pt x="1731" y="1"/>
                  </a:moveTo>
                  <a:lnTo>
                    <a:pt x="1731" y="493"/>
                  </a:lnTo>
                  <a:lnTo>
                    <a:pt x="1632" y="522"/>
                  </a:lnTo>
                  <a:lnTo>
                    <a:pt x="1524" y="561"/>
                  </a:lnTo>
                  <a:lnTo>
                    <a:pt x="1426" y="611"/>
                  </a:lnTo>
                  <a:lnTo>
                    <a:pt x="1328" y="660"/>
                  </a:lnTo>
                  <a:lnTo>
                    <a:pt x="983" y="316"/>
                  </a:lnTo>
                  <a:lnTo>
                    <a:pt x="334" y="955"/>
                  </a:lnTo>
                  <a:lnTo>
                    <a:pt x="669" y="1299"/>
                  </a:lnTo>
                  <a:lnTo>
                    <a:pt x="620" y="1397"/>
                  </a:lnTo>
                  <a:lnTo>
                    <a:pt x="570" y="1496"/>
                  </a:lnTo>
                  <a:lnTo>
                    <a:pt x="531" y="1604"/>
                  </a:lnTo>
                  <a:lnTo>
                    <a:pt x="502" y="1702"/>
                  </a:lnTo>
                  <a:lnTo>
                    <a:pt x="0" y="1702"/>
                  </a:lnTo>
                  <a:lnTo>
                    <a:pt x="0" y="2617"/>
                  </a:lnTo>
                  <a:lnTo>
                    <a:pt x="492" y="2617"/>
                  </a:lnTo>
                  <a:lnTo>
                    <a:pt x="531" y="2725"/>
                  </a:lnTo>
                  <a:lnTo>
                    <a:pt x="570" y="2833"/>
                  </a:lnTo>
                  <a:lnTo>
                    <a:pt x="610" y="2931"/>
                  </a:lnTo>
                  <a:lnTo>
                    <a:pt x="659" y="3030"/>
                  </a:lnTo>
                  <a:lnTo>
                    <a:pt x="305" y="3384"/>
                  </a:lnTo>
                  <a:lnTo>
                    <a:pt x="944" y="4033"/>
                  </a:lnTo>
                  <a:lnTo>
                    <a:pt x="1308" y="3679"/>
                  </a:lnTo>
                  <a:lnTo>
                    <a:pt x="1406" y="3728"/>
                  </a:lnTo>
                  <a:lnTo>
                    <a:pt x="1505" y="3777"/>
                  </a:lnTo>
                  <a:lnTo>
                    <a:pt x="1613" y="3816"/>
                  </a:lnTo>
                  <a:lnTo>
                    <a:pt x="1721" y="3846"/>
                  </a:lnTo>
                  <a:lnTo>
                    <a:pt x="1721" y="4367"/>
                  </a:lnTo>
                  <a:lnTo>
                    <a:pt x="2635" y="4367"/>
                  </a:lnTo>
                  <a:lnTo>
                    <a:pt x="2635" y="3856"/>
                  </a:lnTo>
                  <a:lnTo>
                    <a:pt x="2744" y="3826"/>
                  </a:lnTo>
                  <a:lnTo>
                    <a:pt x="2852" y="3787"/>
                  </a:lnTo>
                  <a:lnTo>
                    <a:pt x="2950" y="3738"/>
                  </a:lnTo>
                  <a:lnTo>
                    <a:pt x="3048" y="3688"/>
                  </a:lnTo>
                  <a:lnTo>
                    <a:pt x="3412" y="4042"/>
                  </a:lnTo>
                  <a:lnTo>
                    <a:pt x="4061" y="3403"/>
                  </a:lnTo>
                  <a:lnTo>
                    <a:pt x="3697" y="3039"/>
                  </a:lnTo>
                  <a:lnTo>
                    <a:pt x="3756" y="2951"/>
                  </a:lnTo>
                  <a:lnTo>
                    <a:pt x="3796" y="2843"/>
                  </a:lnTo>
                  <a:lnTo>
                    <a:pt x="3835" y="2744"/>
                  </a:lnTo>
                  <a:lnTo>
                    <a:pt x="3874" y="2636"/>
                  </a:lnTo>
                  <a:lnTo>
                    <a:pt x="4376" y="2636"/>
                  </a:lnTo>
                  <a:lnTo>
                    <a:pt x="4376" y="1722"/>
                  </a:lnTo>
                  <a:lnTo>
                    <a:pt x="3874" y="1722"/>
                  </a:lnTo>
                  <a:lnTo>
                    <a:pt x="3845" y="1623"/>
                  </a:lnTo>
                  <a:lnTo>
                    <a:pt x="3806" y="1515"/>
                  </a:lnTo>
                  <a:lnTo>
                    <a:pt x="3756" y="1417"/>
                  </a:lnTo>
                  <a:lnTo>
                    <a:pt x="3707" y="1319"/>
                  </a:lnTo>
                  <a:lnTo>
                    <a:pt x="4061" y="965"/>
                  </a:lnTo>
                  <a:lnTo>
                    <a:pt x="3412" y="316"/>
                  </a:lnTo>
                  <a:lnTo>
                    <a:pt x="3068" y="670"/>
                  </a:lnTo>
                  <a:lnTo>
                    <a:pt x="2960" y="611"/>
                  </a:lnTo>
                  <a:lnTo>
                    <a:pt x="2862" y="571"/>
                  </a:lnTo>
                  <a:lnTo>
                    <a:pt x="2763" y="532"/>
                  </a:lnTo>
                  <a:lnTo>
                    <a:pt x="2655" y="493"/>
                  </a:lnTo>
                  <a:lnTo>
                    <a:pt x="265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7" name="Google Shape;1817;p113"/>
            <p:cNvSpPr/>
            <p:nvPr/>
          </p:nvSpPr>
          <p:spPr>
            <a:xfrm>
              <a:off x="2099100" y="2300650"/>
              <a:ext cx="381550" cy="351325"/>
            </a:xfrm>
            <a:custGeom>
              <a:avLst/>
              <a:gdLst/>
              <a:ahLst/>
              <a:cxnLst/>
              <a:rect l="l" t="t" r="r" b="b"/>
              <a:pathLst>
                <a:path w="15262" h="14053" extrusionOk="0">
                  <a:moveTo>
                    <a:pt x="10955" y="3688"/>
                  </a:moveTo>
                  <a:lnTo>
                    <a:pt x="10955" y="10355"/>
                  </a:lnTo>
                  <a:lnTo>
                    <a:pt x="4297" y="10355"/>
                  </a:lnTo>
                  <a:lnTo>
                    <a:pt x="4297" y="3688"/>
                  </a:lnTo>
                  <a:close/>
                  <a:moveTo>
                    <a:pt x="3344" y="1"/>
                  </a:moveTo>
                  <a:lnTo>
                    <a:pt x="3245" y="11"/>
                  </a:lnTo>
                  <a:lnTo>
                    <a:pt x="3147" y="21"/>
                  </a:lnTo>
                  <a:lnTo>
                    <a:pt x="3058" y="50"/>
                  </a:lnTo>
                  <a:lnTo>
                    <a:pt x="2970" y="80"/>
                  </a:lnTo>
                  <a:lnTo>
                    <a:pt x="2891" y="119"/>
                  </a:lnTo>
                  <a:lnTo>
                    <a:pt x="2813" y="168"/>
                  </a:lnTo>
                  <a:lnTo>
                    <a:pt x="2734" y="217"/>
                  </a:lnTo>
                  <a:lnTo>
                    <a:pt x="2675" y="286"/>
                  </a:lnTo>
                  <a:lnTo>
                    <a:pt x="2606" y="355"/>
                  </a:lnTo>
                  <a:lnTo>
                    <a:pt x="2557" y="424"/>
                  </a:lnTo>
                  <a:lnTo>
                    <a:pt x="2508" y="502"/>
                  </a:lnTo>
                  <a:lnTo>
                    <a:pt x="2468" y="581"/>
                  </a:lnTo>
                  <a:lnTo>
                    <a:pt x="2439" y="670"/>
                  </a:lnTo>
                  <a:lnTo>
                    <a:pt x="2409" y="768"/>
                  </a:lnTo>
                  <a:lnTo>
                    <a:pt x="2400" y="856"/>
                  </a:lnTo>
                  <a:lnTo>
                    <a:pt x="2390" y="955"/>
                  </a:lnTo>
                  <a:lnTo>
                    <a:pt x="2400" y="1053"/>
                  </a:lnTo>
                  <a:lnTo>
                    <a:pt x="2409" y="1151"/>
                  </a:lnTo>
                  <a:lnTo>
                    <a:pt x="2439" y="1240"/>
                  </a:lnTo>
                  <a:lnTo>
                    <a:pt x="2468" y="1328"/>
                  </a:lnTo>
                  <a:lnTo>
                    <a:pt x="2508" y="1407"/>
                  </a:lnTo>
                  <a:lnTo>
                    <a:pt x="2557" y="1486"/>
                  </a:lnTo>
                  <a:lnTo>
                    <a:pt x="2606" y="1564"/>
                  </a:lnTo>
                  <a:lnTo>
                    <a:pt x="2675" y="1623"/>
                  </a:lnTo>
                  <a:lnTo>
                    <a:pt x="2734" y="1692"/>
                  </a:lnTo>
                  <a:lnTo>
                    <a:pt x="2813" y="1741"/>
                  </a:lnTo>
                  <a:lnTo>
                    <a:pt x="2891" y="1791"/>
                  </a:lnTo>
                  <a:lnTo>
                    <a:pt x="2970" y="1830"/>
                  </a:lnTo>
                  <a:lnTo>
                    <a:pt x="3058" y="1859"/>
                  </a:lnTo>
                  <a:lnTo>
                    <a:pt x="3147" y="1889"/>
                  </a:lnTo>
                  <a:lnTo>
                    <a:pt x="3245" y="1899"/>
                  </a:lnTo>
                  <a:lnTo>
                    <a:pt x="3344" y="1909"/>
                  </a:lnTo>
                  <a:lnTo>
                    <a:pt x="3471" y="1899"/>
                  </a:lnTo>
                  <a:lnTo>
                    <a:pt x="3599" y="1869"/>
                  </a:lnTo>
                  <a:lnTo>
                    <a:pt x="3717" y="1830"/>
                  </a:lnTo>
                  <a:lnTo>
                    <a:pt x="3825" y="1771"/>
                  </a:lnTo>
                  <a:lnTo>
                    <a:pt x="3924" y="1702"/>
                  </a:lnTo>
                  <a:lnTo>
                    <a:pt x="4022" y="1623"/>
                  </a:lnTo>
                  <a:lnTo>
                    <a:pt x="4101" y="1535"/>
                  </a:lnTo>
                  <a:lnTo>
                    <a:pt x="4170" y="1427"/>
                  </a:lnTo>
                  <a:lnTo>
                    <a:pt x="5241" y="1427"/>
                  </a:lnTo>
                  <a:lnTo>
                    <a:pt x="5241" y="2744"/>
                  </a:lnTo>
                  <a:lnTo>
                    <a:pt x="3344" y="2744"/>
                  </a:lnTo>
                  <a:lnTo>
                    <a:pt x="3344" y="4642"/>
                  </a:lnTo>
                  <a:lnTo>
                    <a:pt x="1770" y="4642"/>
                  </a:lnTo>
                  <a:lnTo>
                    <a:pt x="1701" y="4544"/>
                  </a:lnTo>
                  <a:lnTo>
                    <a:pt x="1623" y="4446"/>
                  </a:lnTo>
                  <a:lnTo>
                    <a:pt x="1534" y="4367"/>
                  </a:lnTo>
                  <a:lnTo>
                    <a:pt x="1436" y="4298"/>
                  </a:lnTo>
                  <a:lnTo>
                    <a:pt x="1318" y="4239"/>
                  </a:lnTo>
                  <a:lnTo>
                    <a:pt x="1200" y="4200"/>
                  </a:lnTo>
                  <a:lnTo>
                    <a:pt x="1082" y="4180"/>
                  </a:lnTo>
                  <a:lnTo>
                    <a:pt x="944" y="4170"/>
                  </a:lnTo>
                  <a:lnTo>
                    <a:pt x="856" y="4170"/>
                  </a:lnTo>
                  <a:lnTo>
                    <a:pt x="757" y="4190"/>
                  </a:lnTo>
                  <a:lnTo>
                    <a:pt x="669" y="4210"/>
                  </a:lnTo>
                  <a:lnTo>
                    <a:pt x="580" y="4239"/>
                  </a:lnTo>
                  <a:lnTo>
                    <a:pt x="492" y="4278"/>
                  </a:lnTo>
                  <a:lnTo>
                    <a:pt x="413" y="4328"/>
                  </a:lnTo>
                  <a:lnTo>
                    <a:pt x="344" y="4387"/>
                  </a:lnTo>
                  <a:lnTo>
                    <a:pt x="275" y="4446"/>
                  </a:lnTo>
                  <a:lnTo>
                    <a:pt x="216" y="4514"/>
                  </a:lnTo>
                  <a:lnTo>
                    <a:pt x="157" y="4583"/>
                  </a:lnTo>
                  <a:lnTo>
                    <a:pt x="108" y="4662"/>
                  </a:lnTo>
                  <a:lnTo>
                    <a:pt x="69" y="4750"/>
                  </a:lnTo>
                  <a:lnTo>
                    <a:pt x="39" y="4839"/>
                  </a:lnTo>
                  <a:lnTo>
                    <a:pt x="20" y="4927"/>
                  </a:lnTo>
                  <a:lnTo>
                    <a:pt x="0" y="5026"/>
                  </a:lnTo>
                  <a:lnTo>
                    <a:pt x="0" y="5124"/>
                  </a:lnTo>
                  <a:lnTo>
                    <a:pt x="0" y="5213"/>
                  </a:lnTo>
                  <a:lnTo>
                    <a:pt x="20" y="5311"/>
                  </a:lnTo>
                  <a:lnTo>
                    <a:pt x="39" y="5399"/>
                  </a:lnTo>
                  <a:lnTo>
                    <a:pt x="69" y="5488"/>
                  </a:lnTo>
                  <a:lnTo>
                    <a:pt x="108" y="5576"/>
                  </a:lnTo>
                  <a:lnTo>
                    <a:pt x="157" y="5655"/>
                  </a:lnTo>
                  <a:lnTo>
                    <a:pt x="216" y="5724"/>
                  </a:lnTo>
                  <a:lnTo>
                    <a:pt x="275" y="5793"/>
                  </a:lnTo>
                  <a:lnTo>
                    <a:pt x="344" y="5852"/>
                  </a:lnTo>
                  <a:lnTo>
                    <a:pt x="413" y="5911"/>
                  </a:lnTo>
                  <a:lnTo>
                    <a:pt x="492" y="5960"/>
                  </a:lnTo>
                  <a:lnTo>
                    <a:pt x="580" y="5999"/>
                  </a:lnTo>
                  <a:lnTo>
                    <a:pt x="669" y="6029"/>
                  </a:lnTo>
                  <a:lnTo>
                    <a:pt x="757" y="6048"/>
                  </a:lnTo>
                  <a:lnTo>
                    <a:pt x="856" y="6068"/>
                  </a:lnTo>
                  <a:lnTo>
                    <a:pt x="944" y="6068"/>
                  </a:lnTo>
                  <a:lnTo>
                    <a:pt x="1082" y="6058"/>
                  </a:lnTo>
                  <a:lnTo>
                    <a:pt x="1200" y="6039"/>
                  </a:lnTo>
                  <a:lnTo>
                    <a:pt x="1318" y="5999"/>
                  </a:lnTo>
                  <a:lnTo>
                    <a:pt x="1436" y="5940"/>
                  </a:lnTo>
                  <a:lnTo>
                    <a:pt x="1534" y="5871"/>
                  </a:lnTo>
                  <a:lnTo>
                    <a:pt x="1623" y="5793"/>
                  </a:lnTo>
                  <a:lnTo>
                    <a:pt x="1701" y="5694"/>
                  </a:lnTo>
                  <a:lnTo>
                    <a:pt x="1770" y="5596"/>
                  </a:lnTo>
                  <a:lnTo>
                    <a:pt x="3344" y="5596"/>
                  </a:lnTo>
                  <a:lnTo>
                    <a:pt x="3344" y="8448"/>
                  </a:lnTo>
                  <a:lnTo>
                    <a:pt x="1770" y="8448"/>
                  </a:lnTo>
                  <a:lnTo>
                    <a:pt x="1701" y="8349"/>
                  </a:lnTo>
                  <a:lnTo>
                    <a:pt x="1623" y="8251"/>
                  </a:lnTo>
                  <a:lnTo>
                    <a:pt x="1534" y="8172"/>
                  </a:lnTo>
                  <a:lnTo>
                    <a:pt x="1436" y="8104"/>
                  </a:lnTo>
                  <a:lnTo>
                    <a:pt x="1318" y="8045"/>
                  </a:lnTo>
                  <a:lnTo>
                    <a:pt x="1200" y="8005"/>
                  </a:lnTo>
                  <a:lnTo>
                    <a:pt x="1082" y="7986"/>
                  </a:lnTo>
                  <a:lnTo>
                    <a:pt x="944" y="7976"/>
                  </a:lnTo>
                  <a:lnTo>
                    <a:pt x="856" y="7976"/>
                  </a:lnTo>
                  <a:lnTo>
                    <a:pt x="757" y="7995"/>
                  </a:lnTo>
                  <a:lnTo>
                    <a:pt x="669" y="8015"/>
                  </a:lnTo>
                  <a:lnTo>
                    <a:pt x="580" y="8045"/>
                  </a:lnTo>
                  <a:lnTo>
                    <a:pt x="492" y="8084"/>
                  </a:lnTo>
                  <a:lnTo>
                    <a:pt x="413" y="8133"/>
                  </a:lnTo>
                  <a:lnTo>
                    <a:pt x="344" y="8192"/>
                  </a:lnTo>
                  <a:lnTo>
                    <a:pt x="275" y="8251"/>
                  </a:lnTo>
                  <a:lnTo>
                    <a:pt x="216" y="8320"/>
                  </a:lnTo>
                  <a:lnTo>
                    <a:pt x="157" y="8389"/>
                  </a:lnTo>
                  <a:lnTo>
                    <a:pt x="108" y="8467"/>
                  </a:lnTo>
                  <a:lnTo>
                    <a:pt x="69" y="8556"/>
                  </a:lnTo>
                  <a:lnTo>
                    <a:pt x="39" y="8644"/>
                  </a:lnTo>
                  <a:lnTo>
                    <a:pt x="20" y="8733"/>
                  </a:lnTo>
                  <a:lnTo>
                    <a:pt x="0" y="8831"/>
                  </a:lnTo>
                  <a:lnTo>
                    <a:pt x="0" y="8930"/>
                  </a:lnTo>
                  <a:lnTo>
                    <a:pt x="0" y="9018"/>
                  </a:lnTo>
                  <a:lnTo>
                    <a:pt x="20" y="9116"/>
                  </a:lnTo>
                  <a:lnTo>
                    <a:pt x="39" y="9205"/>
                  </a:lnTo>
                  <a:lnTo>
                    <a:pt x="69" y="9293"/>
                  </a:lnTo>
                  <a:lnTo>
                    <a:pt x="108" y="9382"/>
                  </a:lnTo>
                  <a:lnTo>
                    <a:pt x="157" y="9461"/>
                  </a:lnTo>
                  <a:lnTo>
                    <a:pt x="216" y="9529"/>
                  </a:lnTo>
                  <a:lnTo>
                    <a:pt x="275" y="9598"/>
                  </a:lnTo>
                  <a:lnTo>
                    <a:pt x="344" y="9657"/>
                  </a:lnTo>
                  <a:lnTo>
                    <a:pt x="413" y="9716"/>
                  </a:lnTo>
                  <a:lnTo>
                    <a:pt x="492" y="9765"/>
                  </a:lnTo>
                  <a:lnTo>
                    <a:pt x="580" y="9805"/>
                  </a:lnTo>
                  <a:lnTo>
                    <a:pt x="669" y="9834"/>
                  </a:lnTo>
                  <a:lnTo>
                    <a:pt x="757" y="9854"/>
                  </a:lnTo>
                  <a:lnTo>
                    <a:pt x="856" y="9874"/>
                  </a:lnTo>
                  <a:lnTo>
                    <a:pt x="944" y="9874"/>
                  </a:lnTo>
                  <a:lnTo>
                    <a:pt x="1082" y="9864"/>
                  </a:lnTo>
                  <a:lnTo>
                    <a:pt x="1200" y="9844"/>
                  </a:lnTo>
                  <a:lnTo>
                    <a:pt x="1318" y="9805"/>
                  </a:lnTo>
                  <a:lnTo>
                    <a:pt x="1436" y="9746"/>
                  </a:lnTo>
                  <a:lnTo>
                    <a:pt x="1534" y="9677"/>
                  </a:lnTo>
                  <a:lnTo>
                    <a:pt x="1623" y="9598"/>
                  </a:lnTo>
                  <a:lnTo>
                    <a:pt x="1701" y="9500"/>
                  </a:lnTo>
                  <a:lnTo>
                    <a:pt x="1770" y="9402"/>
                  </a:lnTo>
                  <a:lnTo>
                    <a:pt x="3344" y="9402"/>
                  </a:lnTo>
                  <a:lnTo>
                    <a:pt x="3344" y="11299"/>
                  </a:lnTo>
                  <a:lnTo>
                    <a:pt x="5241" y="11299"/>
                  </a:lnTo>
                  <a:lnTo>
                    <a:pt x="5241" y="12617"/>
                  </a:lnTo>
                  <a:lnTo>
                    <a:pt x="4170" y="12617"/>
                  </a:lnTo>
                  <a:lnTo>
                    <a:pt x="4101" y="12519"/>
                  </a:lnTo>
                  <a:lnTo>
                    <a:pt x="4022" y="12430"/>
                  </a:lnTo>
                  <a:lnTo>
                    <a:pt x="3924" y="12342"/>
                  </a:lnTo>
                  <a:lnTo>
                    <a:pt x="3825" y="12273"/>
                  </a:lnTo>
                  <a:lnTo>
                    <a:pt x="3717" y="12224"/>
                  </a:lnTo>
                  <a:lnTo>
                    <a:pt x="3599" y="12184"/>
                  </a:lnTo>
                  <a:lnTo>
                    <a:pt x="3471" y="12155"/>
                  </a:lnTo>
                  <a:lnTo>
                    <a:pt x="3344" y="12145"/>
                  </a:lnTo>
                  <a:lnTo>
                    <a:pt x="3245" y="12155"/>
                  </a:lnTo>
                  <a:lnTo>
                    <a:pt x="3147" y="12165"/>
                  </a:lnTo>
                  <a:lnTo>
                    <a:pt x="3058" y="12184"/>
                  </a:lnTo>
                  <a:lnTo>
                    <a:pt x="2970" y="12224"/>
                  </a:lnTo>
                  <a:lnTo>
                    <a:pt x="2891" y="12263"/>
                  </a:lnTo>
                  <a:lnTo>
                    <a:pt x="2813" y="12312"/>
                  </a:lnTo>
                  <a:lnTo>
                    <a:pt x="2734" y="12361"/>
                  </a:lnTo>
                  <a:lnTo>
                    <a:pt x="2675" y="12420"/>
                  </a:lnTo>
                  <a:lnTo>
                    <a:pt x="2606" y="12489"/>
                  </a:lnTo>
                  <a:lnTo>
                    <a:pt x="2557" y="12568"/>
                  </a:lnTo>
                  <a:lnTo>
                    <a:pt x="2508" y="12647"/>
                  </a:lnTo>
                  <a:lnTo>
                    <a:pt x="2468" y="12725"/>
                  </a:lnTo>
                  <a:lnTo>
                    <a:pt x="2439" y="12814"/>
                  </a:lnTo>
                  <a:lnTo>
                    <a:pt x="2409" y="12902"/>
                  </a:lnTo>
                  <a:lnTo>
                    <a:pt x="2400" y="13001"/>
                  </a:lnTo>
                  <a:lnTo>
                    <a:pt x="2390" y="13099"/>
                  </a:lnTo>
                  <a:lnTo>
                    <a:pt x="2400" y="13197"/>
                  </a:lnTo>
                  <a:lnTo>
                    <a:pt x="2409" y="13286"/>
                  </a:lnTo>
                  <a:lnTo>
                    <a:pt x="2439" y="13384"/>
                  </a:lnTo>
                  <a:lnTo>
                    <a:pt x="2468" y="13473"/>
                  </a:lnTo>
                  <a:lnTo>
                    <a:pt x="2508" y="13551"/>
                  </a:lnTo>
                  <a:lnTo>
                    <a:pt x="2557" y="13630"/>
                  </a:lnTo>
                  <a:lnTo>
                    <a:pt x="2606" y="13699"/>
                  </a:lnTo>
                  <a:lnTo>
                    <a:pt x="2675" y="13768"/>
                  </a:lnTo>
                  <a:lnTo>
                    <a:pt x="2734" y="13836"/>
                  </a:lnTo>
                  <a:lnTo>
                    <a:pt x="2813" y="13886"/>
                  </a:lnTo>
                  <a:lnTo>
                    <a:pt x="2891" y="13935"/>
                  </a:lnTo>
                  <a:lnTo>
                    <a:pt x="2970" y="13974"/>
                  </a:lnTo>
                  <a:lnTo>
                    <a:pt x="3058" y="14004"/>
                  </a:lnTo>
                  <a:lnTo>
                    <a:pt x="3147" y="14033"/>
                  </a:lnTo>
                  <a:lnTo>
                    <a:pt x="3245" y="14043"/>
                  </a:lnTo>
                  <a:lnTo>
                    <a:pt x="3344" y="14053"/>
                  </a:lnTo>
                  <a:lnTo>
                    <a:pt x="3471" y="14043"/>
                  </a:lnTo>
                  <a:lnTo>
                    <a:pt x="3599" y="14013"/>
                  </a:lnTo>
                  <a:lnTo>
                    <a:pt x="3717" y="13974"/>
                  </a:lnTo>
                  <a:lnTo>
                    <a:pt x="3825" y="13915"/>
                  </a:lnTo>
                  <a:lnTo>
                    <a:pt x="3924" y="13846"/>
                  </a:lnTo>
                  <a:lnTo>
                    <a:pt x="4022" y="13768"/>
                  </a:lnTo>
                  <a:lnTo>
                    <a:pt x="4101" y="13679"/>
                  </a:lnTo>
                  <a:lnTo>
                    <a:pt x="4170" y="13571"/>
                  </a:lnTo>
                  <a:lnTo>
                    <a:pt x="6195" y="13571"/>
                  </a:lnTo>
                  <a:lnTo>
                    <a:pt x="6195" y="12617"/>
                  </a:lnTo>
                  <a:lnTo>
                    <a:pt x="6195" y="11299"/>
                  </a:lnTo>
                  <a:lnTo>
                    <a:pt x="9057" y="11299"/>
                  </a:lnTo>
                  <a:lnTo>
                    <a:pt x="9057" y="12617"/>
                  </a:lnTo>
                  <a:lnTo>
                    <a:pt x="9057" y="13571"/>
                  </a:lnTo>
                  <a:lnTo>
                    <a:pt x="11082" y="13571"/>
                  </a:lnTo>
                  <a:lnTo>
                    <a:pt x="11151" y="13679"/>
                  </a:lnTo>
                  <a:lnTo>
                    <a:pt x="11230" y="13768"/>
                  </a:lnTo>
                  <a:lnTo>
                    <a:pt x="11328" y="13846"/>
                  </a:lnTo>
                  <a:lnTo>
                    <a:pt x="11427" y="13915"/>
                  </a:lnTo>
                  <a:lnTo>
                    <a:pt x="11535" y="13974"/>
                  </a:lnTo>
                  <a:lnTo>
                    <a:pt x="11653" y="14013"/>
                  </a:lnTo>
                  <a:lnTo>
                    <a:pt x="11781" y="14043"/>
                  </a:lnTo>
                  <a:lnTo>
                    <a:pt x="11908" y="14053"/>
                  </a:lnTo>
                  <a:lnTo>
                    <a:pt x="12007" y="14043"/>
                  </a:lnTo>
                  <a:lnTo>
                    <a:pt x="12095" y="14033"/>
                  </a:lnTo>
                  <a:lnTo>
                    <a:pt x="12194" y="14004"/>
                  </a:lnTo>
                  <a:lnTo>
                    <a:pt x="12282" y="13974"/>
                  </a:lnTo>
                  <a:lnTo>
                    <a:pt x="12361" y="13935"/>
                  </a:lnTo>
                  <a:lnTo>
                    <a:pt x="12439" y="13886"/>
                  </a:lnTo>
                  <a:lnTo>
                    <a:pt x="12508" y="13836"/>
                  </a:lnTo>
                  <a:lnTo>
                    <a:pt x="12577" y="13768"/>
                  </a:lnTo>
                  <a:lnTo>
                    <a:pt x="12646" y="13699"/>
                  </a:lnTo>
                  <a:lnTo>
                    <a:pt x="12695" y="13630"/>
                  </a:lnTo>
                  <a:lnTo>
                    <a:pt x="12744" y="13551"/>
                  </a:lnTo>
                  <a:lnTo>
                    <a:pt x="12784" y="13473"/>
                  </a:lnTo>
                  <a:lnTo>
                    <a:pt x="12813" y="13384"/>
                  </a:lnTo>
                  <a:lnTo>
                    <a:pt x="12843" y="13286"/>
                  </a:lnTo>
                  <a:lnTo>
                    <a:pt x="12852" y="13197"/>
                  </a:lnTo>
                  <a:lnTo>
                    <a:pt x="12862" y="13099"/>
                  </a:lnTo>
                  <a:lnTo>
                    <a:pt x="12852" y="13001"/>
                  </a:lnTo>
                  <a:lnTo>
                    <a:pt x="12843" y="12902"/>
                  </a:lnTo>
                  <a:lnTo>
                    <a:pt x="12813" y="12814"/>
                  </a:lnTo>
                  <a:lnTo>
                    <a:pt x="12784" y="12725"/>
                  </a:lnTo>
                  <a:lnTo>
                    <a:pt x="12744" y="12647"/>
                  </a:lnTo>
                  <a:lnTo>
                    <a:pt x="12695" y="12568"/>
                  </a:lnTo>
                  <a:lnTo>
                    <a:pt x="12646" y="12489"/>
                  </a:lnTo>
                  <a:lnTo>
                    <a:pt x="12577" y="12420"/>
                  </a:lnTo>
                  <a:lnTo>
                    <a:pt x="12508" y="12361"/>
                  </a:lnTo>
                  <a:lnTo>
                    <a:pt x="12439" y="12312"/>
                  </a:lnTo>
                  <a:lnTo>
                    <a:pt x="12361" y="12263"/>
                  </a:lnTo>
                  <a:lnTo>
                    <a:pt x="12282" y="12224"/>
                  </a:lnTo>
                  <a:lnTo>
                    <a:pt x="12194" y="12184"/>
                  </a:lnTo>
                  <a:lnTo>
                    <a:pt x="12095" y="12165"/>
                  </a:lnTo>
                  <a:lnTo>
                    <a:pt x="12007" y="12155"/>
                  </a:lnTo>
                  <a:lnTo>
                    <a:pt x="11908" y="12145"/>
                  </a:lnTo>
                  <a:lnTo>
                    <a:pt x="11781" y="12155"/>
                  </a:lnTo>
                  <a:lnTo>
                    <a:pt x="11653" y="12184"/>
                  </a:lnTo>
                  <a:lnTo>
                    <a:pt x="11535" y="12224"/>
                  </a:lnTo>
                  <a:lnTo>
                    <a:pt x="11427" y="12273"/>
                  </a:lnTo>
                  <a:lnTo>
                    <a:pt x="11328" y="12342"/>
                  </a:lnTo>
                  <a:lnTo>
                    <a:pt x="11230" y="12430"/>
                  </a:lnTo>
                  <a:lnTo>
                    <a:pt x="11151" y="12519"/>
                  </a:lnTo>
                  <a:lnTo>
                    <a:pt x="11082" y="12617"/>
                  </a:lnTo>
                  <a:lnTo>
                    <a:pt x="10011" y="12617"/>
                  </a:lnTo>
                  <a:lnTo>
                    <a:pt x="10011" y="11299"/>
                  </a:lnTo>
                  <a:lnTo>
                    <a:pt x="11908" y="11299"/>
                  </a:lnTo>
                  <a:lnTo>
                    <a:pt x="11908" y="9402"/>
                  </a:lnTo>
                  <a:lnTo>
                    <a:pt x="13482" y="9402"/>
                  </a:lnTo>
                  <a:lnTo>
                    <a:pt x="13551" y="9500"/>
                  </a:lnTo>
                  <a:lnTo>
                    <a:pt x="13629" y="9598"/>
                  </a:lnTo>
                  <a:lnTo>
                    <a:pt x="13718" y="9677"/>
                  </a:lnTo>
                  <a:lnTo>
                    <a:pt x="13826" y="9746"/>
                  </a:lnTo>
                  <a:lnTo>
                    <a:pt x="13934" y="9805"/>
                  </a:lnTo>
                  <a:lnTo>
                    <a:pt x="14052" y="9844"/>
                  </a:lnTo>
                  <a:lnTo>
                    <a:pt x="14180" y="9864"/>
                  </a:lnTo>
                  <a:lnTo>
                    <a:pt x="14308" y="9874"/>
                  </a:lnTo>
                  <a:lnTo>
                    <a:pt x="14406" y="9874"/>
                  </a:lnTo>
                  <a:lnTo>
                    <a:pt x="14495" y="9854"/>
                  </a:lnTo>
                  <a:lnTo>
                    <a:pt x="14593" y="9834"/>
                  </a:lnTo>
                  <a:lnTo>
                    <a:pt x="14672" y="9805"/>
                  </a:lnTo>
                  <a:lnTo>
                    <a:pt x="14760" y="9765"/>
                  </a:lnTo>
                  <a:lnTo>
                    <a:pt x="14839" y="9716"/>
                  </a:lnTo>
                  <a:lnTo>
                    <a:pt x="14908" y="9657"/>
                  </a:lnTo>
                  <a:lnTo>
                    <a:pt x="14976" y="9598"/>
                  </a:lnTo>
                  <a:lnTo>
                    <a:pt x="15035" y="9529"/>
                  </a:lnTo>
                  <a:lnTo>
                    <a:pt x="15094" y="9461"/>
                  </a:lnTo>
                  <a:lnTo>
                    <a:pt x="15144" y="9382"/>
                  </a:lnTo>
                  <a:lnTo>
                    <a:pt x="15183" y="9293"/>
                  </a:lnTo>
                  <a:lnTo>
                    <a:pt x="15212" y="9205"/>
                  </a:lnTo>
                  <a:lnTo>
                    <a:pt x="15242" y="9116"/>
                  </a:lnTo>
                  <a:lnTo>
                    <a:pt x="15252" y="9018"/>
                  </a:lnTo>
                  <a:lnTo>
                    <a:pt x="15262" y="8930"/>
                  </a:lnTo>
                  <a:lnTo>
                    <a:pt x="15252" y="8831"/>
                  </a:lnTo>
                  <a:lnTo>
                    <a:pt x="15242" y="8733"/>
                  </a:lnTo>
                  <a:lnTo>
                    <a:pt x="15212" y="8644"/>
                  </a:lnTo>
                  <a:lnTo>
                    <a:pt x="15183" y="8556"/>
                  </a:lnTo>
                  <a:lnTo>
                    <a:pt x="15144" y="8467"/>
                  </a:lnTo>
                  <a:lnTo>
                    <a:pt x="15094" y="8389"/>
                  </a:lnTo>
                  <a:lnTo>
                    <a:pt x="15035" y="8320"/>
                  </a:lnTo>
                  <a:lnTo>
                    <a:pt x="14976" y="8251"/>
                  </a:lnTo>
                  <a:lnTo>
                    <a:pt x="14908" y="8192"/>
                  </a:lnTo>
                  <a:lnTo>
                    <a:pt x="14839" y="8133"/>
                  </a:lnTo>
                  <a:lnTo>
                    <a:pt x="14760" y="8084"/>
                  </a:lnTo>
                  <a:lnTo>
                    <a:pt x="14672" y="8045"/>
                  </a:lnTo>
                  <a:lnTo>
                    <a:pt x="14593" y="8015"/>
                  </a:lnTo>
                  <a:lnTo>
                    <a:pt x="14495" y="7995"/>
                  </a:lnTo>
                  <a:lnTo>
                    <a:pt x="14406" y="7976"/>
                  </a:lnTo>
                  <a:lnTo>
                    <a:pt x="14308" y="7976"/>
                  </a:lnTo>
                  <a:lnTo>
                    <a:pt x="14180" y="7986"/>
                  </a:lnTo>
                  <a:lnTo>
                    <a:pt x="14052" y="8005"/>
                  </a:lnTo>
                  <a:lnTo>
                    <a:pt x="13934" y="8045"/>
                  </a:lnTo>
                  <a:lnTo>
                    <a:pt x="13826" y="8104"/>
                  </a:lnTo>
                  <a:lnTo>
                    <a:pt x="13718" y="8172"/>
                  </a:lnTo>
                  <a:lnTo>
                    <a:pt x="13629" y="8251"/>
                  </a:lnTo>
                  <a:lnTo>
                    <a:pt x="13551" y="8349"/>
                  </a:lnTo>
                  <a:lnTo>
                    <a:pt x="13482" y="8448"/>
                  </a:lnTo>
                  <a:lnTo>
                    <a:pt x="11908" y="8448"/>
                  </a:lnTo>
                  <a:lnTo>
                    <a:pt x="11908" y="5596"/>
                  </a:lnTo>
                  <a:lnTo>
                    <a:pt x="13482" y="5596"/>
                  </a:lnTo>
                  <a:lnTo>
                    <a:pt x="13551" y="5694"/>
                  </a:lnTo>
                  <a:lnTo>
                    <a:pt x="13629" y="5793"/>
                  </a:lnTo>
                  <a:lnTo>
                    <a:pt x="13718" y="5871"/>
                  </a:lnTo>
                  <a:lnTo>
                    <a:pt x="13826" y="5940"/>
                  </a:lnTo>
                  <a:lnTo>
                    <a:pt x="13934" y="5999"/>
                  </a:lnTo>
                  <a:lnTo>
                    <a:pt x="14052" y="6039"/>
                  </a:lnTo>
                  <a:lnTo>
                    <a:pt x="14180" y="6058"/>
                  </a:lnTo>
                  <a:lnTo>
                    <a:pt x="14308" y="6068"/>
                  </a:lnTo>
                  <a:lnTo>
                    <a:pt x="14406" y="6068"/>
                  </a:lnTo>
                  <a:lnTo>
                    <a:pt x="14495" y="6048"/>
                  </a:lnTo>
                  <a:lnTo>
                    <a:pt x="14593" y="6029"/>
                  </a:lnTo>
                  <a:lnTo>
                    <a:pt x="14672" y="5999"/>
                  </a:lnTo>
                  <a:lnTo>
                    <a:pt x="14760" y="5960"/>
                  </a:lnTo>
                  <a:lnTo>
                    <a:pt x="14839" y="5911"/>
                  </a:lnTo>
                  <a:lnTo>
                    <a:pt x="14908" y="5852"/>
                  </a:lnTo>
                  <a:lnTo>
                    <a:pt x="14976" y="5793"/>
                  </a:lnTo>
                  <a:lnTo>
                    <a:pt x="15035" y="5724"/>
                  </a:lnTo>
                  <a:lnTo>
                    <a:pt x="15094" y="5655"/>
                  </a:lnTo>
                  <a:lnTo>
                    <a:pt x="15144" y="5576"/>
                  </a:lnTo>
                  <a:lnTo>
                    <a:pt x="15183" y="5488"/>
                  </a:lnTo>
                  <a:lnTo>
                    <a:pt x="15212" y="5399"/>
                  </a:lnTo>
                  <a:lnTo>
                    <a:pt x="15242" y="5311"/>
                  </a:lnTo>
                  <a:lnTo>
                    <a:pt x="15252" y="5213"/>
                  </a:lnTo>
                  <a:lnTo>
                    <a:pt x="15262" y="5124"/>
                  </a:lnTo>
                  <a:lnTo>
                    <a:pt x="15252" y="5026"/>
                  </a:lnTo>
                  <a:lnTo>
                    <a:pt x="15242" y="4927"/>
                  </a:lnTo>
                  <a:lnTo>
                    <a:pt x="15212" y="4839"/>
                  </a:lnTo>
                  <a:lnTo>
                    <a:pt x="15183" y="4750"/>
                  </a:lnTo>
                  <a:lnTo>
                    <a:pt x="15144" y="4662"/>
                  </a:lnTo>
                  <a:lnTo>
                    <a:pt x="15094" y="4583"/>
                  </a:lnTo>
                  <a:lnTo>
                    <a:pt x="15035" y="4514"/>
                  </a:lnTo>
                  <a:lnTo>
                    <a:pt x="14976" y="4446"/>
                  </a:lnTo>
                  <a:lnTo>
                    <a:pt x="14908" y="4387"/>
                  </a:lnTo>
                  <a:lnTo>
                    <a:pt x="14839" y="4328"/>
                  </a:lnTo>
                  <a:lnTo>
                    <a:pt x="14760" y="4278"/>
                  </a:lnTo>
                  <a:lnTo>
                    <a:pt x="14672" y="4239"/>
                  </a:lnTo>
                  <a:lnTo>
                    <a:pt x="14593" y="4210"/>
                  </a:lnTo>
                  <a:lnTo>
                    <a:pt x="14495" y="4190"/>
                  </a:lnTo>
                  <a:lnTo>
                    <a:pt x="14406" y="4170"/>
                  </a:lnTo>
                  <a:lnTo>
                    <a:pt x="14308" y="4170"/>
                  </a:lnTo>
                  <a:lnTo>
                    <a:pt x="14180" y="4180"/>
                  </a:lnTo>
                  <a:lnTo>
                    <a:pt x="14052" y="4200"/>
                  </a:lnTo>
                  <a:lnTo>
                    <a:pt x="13934" y="4239"/>
                  </a:lnTo>
                  <a:lnTo>
                    <a:pt x="13826" y="4298"/>
                  </a:lnTo>
                  <a:lnTo>
                    <a:pt x="13718" y="4367"/>
                  </a:lnTo>
                  <a:lnTo>
                    <a:pt x="13629" y="4446"/>
                  </a:lnTo>
                  <a:lnTo>
                    <a:pt x="13551" y="4544"/>
                  </a:lnTo>
                  <a:lnTo>
                    <a:pt x="13482" y="4642"/>
                  </a:lnTo>
                  <a:lnTo>
                    <a:pt x="11908" y="4642"/>
                  </a:lnTo>
                  <a:lnTo>
                    <a:pt x="11908" y="2744"/>
                  </a:lnTo>
                  <a:lnTo>
                    <a:pt x="10011" y="2744"/>
                  </a:lnTo>
                  <a:lnTo>
                    <a:pt x="10011" y="1427"/>
                  </a:lnTo>
                  <a:lnTo>
                    <a:pt x="11082" y="1427"/>
                  </a:lnTo>
                  <a:lnTo>
                    <a:pt x="11151" y="1535"/>
                  </a:lnTo>
                  <a:lnTo>
                    <a:pt x="11230" y="1623"/>
                  </a:lnTo>
                  <a:lnTo>
                    <a:pt x="11328" y="1702"/>
                  </a:lnTo>
                  <a:lnTo>
                    <a:pt x="11427" y="1771"/>
                  </a:lnTo>
                  <a:lnTo>
                    <a:pt x="11535" y="1830"/>
                  </a:lnTo>
                  <a:lnTo>
                    <a:pt x="11653" y="1869"/>
                  </a:lnTo>
                  <a:lnTo>
                    <a:pt x="11781" y="1899"/>
                  </a:lnTo>
                  <a:lnTo>
                    <a:pt x="11908" y="1909"/>
                  </a:lnTo>
                  <a:lnTo>
                    <a:pt x="12007" y="1899"/>
                  </a:lnTo>
                  <a:lnTo>
                    <a:pt x="12095" y="1889"/>
                  </a:lnTo>
                  <a:lnTo>
                    <a:pt x="12194" y="1859"/>
                  </a:lnTo>
                  <a:lnTo>
                    <a:pt x="12282" y="1830"/>
                  </a:lnTo>
                  <a:lnTo>
                    <a:pt x="12361" y="1791"/>
                  </a:lnTo>
                  <a:lnTo>
                    <a:pt x="12439" y="1741"/>
                  </a:lnTo>
                  <a:lnTo>
                    <a:pt x="12508" y="1692"/>
                  </a:lnTo>
                  <a:lnTo>
                    <a:pt x="12577" y="1623"/>
                  </a:lnTo>
                  <a:lnTo>
                    <a:pt x="12646" y="1564"/>
                  </a:lnTo>
                  <a:lnTo>
                    <a:pt x="12695" y="1486"/>
                  </a:lnTo>
                  <a:lnTo>
                    <a:pt x="12744" y="1407"/>
                  </a:lnTo>
                  <a:lnTo>
                    <a:pt x="12784" y="1328"/>
                  </a:lnTo>
                  <a:lnTo>
                    <a:pt x="12813" y="1240"/>
                  </a:lnTo>
                  <a:lnTo>
                    <a:pt x="12843" y="1151"/>
                  </a:lnTo>
                  <a:lnTo>
                    <a:pt x="12852" y="1053"/>
                  </a:lnTo>
                  <a:lnTo>
                    <a:pt x="12862" y="955"/>
                  </a:lnTo>
                  <a:lnTo>
                    <a:pt x="12852" y="856"/>
                  </a:lnTo>
                  <a:lnTo>
                    <a:pt x="12843" y="768"/>
                  </a:lnTo>
                  <a:lnTo>
                    <a:pt x="12813" y="670"/>
                  </a:lnTo>
                  <a:lnTo>
                    <a:pt x="12784" y="581"/>
                  </a:lnTo>
                  <a:lnTo>
                    <a:pt x="12744" y="502"/>
                  </a:lnTo>
                  <a:lnTo>
                    <a:pt x="12695" y="424"/>
                  </a:lnTo>
                  <a:lnTo>
                    <a:pt x="12646" y="355"/>
                  </a:lnTo>
                  <a:lnTo>
                    <a:pt x="12577" y="286"/>
                  </a:lnTo>
                  <a:lnTo>
                    <a:pt x="12508" y="217"/>
                  </a:lnTo>
                  <a:lnTo>
                    <a:pt x="12439" y="168"/>
                  </a:lnTo>
                  <a:lnTo>
                    <a:pt x="12361" y="119"/>
                  </a:lnTo>
                  <a:lnTo>
                    <a:pt x="12282" y="80"/>
                  </a:lnTo>
                  <a:lnTo>
                    <a:pt x="12194" y="50"/>
                  </a:lnTo>
                  <a:lnTo>
                    <a:pt x="12095" y="21"/>
                  </a:lnTo>
                  <a:lnTo>
                    <a:pt x="12007" y="11"/>
                  </a:lnTo>
                  <a:lnTo>
                    <a:pt x="11908" y="1"/>
                  </a:lnTo>
                  <a:lnTo>
                    <a:pt x="11781" y="11"/>
                  </a:lnTo>
                  <a:lnTo>
                    <a:pt x="11653" y="40"/>
                  </a:lnTo>
                  <a:lnTo>
                    <a:pt x="11535" y="80"/>
                  </a:lnTo>
                  <a:lnTo>
                    <a:pt x="11427" y="139"/>
                  </a:lnTo>
                  <a:lnTo>
                    <a:pt x="11328" y="207"/>
                  </a:lnTo>
                  <a:lnTo>
                    <a:pt x="11230" y="286"/>
                  </a:lnTo>
                  <a:lnTo>
                    <a:pt x="11151" y="375"/>
                  </a:lnTo>
                  <a:lnTo>
                    <a:pt x="11082" y="483"/>
                  </a:lnTo>
                  <a:lnTo>
                    <a:pt x="9057" y="483"/>
                  </a:lnTo>
                  <a:lnTo>
                    <a:pt x="9057" y="1427"/>
                  </a:lnTo>
                  <a:lnTo>
                    <a:pt x="9057" y="2744"/>
                  </a:lnTo>
                  <a:lnTo>
                    <a:pt x="6195" y="2744"/>
                  </a:lnTo>
                  <a:lnTo>
                    <a:pt x="6195" y="483"/>
                  </a:lnTo>
                  <a:lnTo>
                    <a:pt x="4170" y="483"/>
                  </a:lnTo>
                  <a:lnTo>
                    <a:pt x="4101" y="375"/>
                  </a:lnTo>
                  <a:lnTo>
                    <a:pt x="4022" y="286"/>
                  </a:lnTo>
                  <a:lnTo>
                    <a:pt x="3924" y="207"/>
                  </a:lnTo>
                  <a:lnTo>
                    <a:pt x="3825" y="139"/>
                  </a:lnTo>
                  <a:lnTo>
                    <a:pt x="3717" y="80"/>
                  </a:lnTo>
                  <a:lnTo>
                    <a:pt x="3599" y="40"/>
                  </a:lnTo>
                  <a:lnTo>
                    <a:pt x="3471" y="11"/>
                  </a:lnTo>
                  <a:lnTo>
                    <a:pt x="334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Shape 1821"/>
        <p:cNvGrpSpPr/>
        <p:nvPr/>
      </p:nvGrpSpPr>
      <p:grpSpPr>
        <a:xfrm>
          <a:off x="0" y="0"/>
          <a:ext cx="0" cy="0"/>
          <a:chOff x="0" y="0"/>
          <a:chExt cx="0" cy="0"/>
        </a:xfrm>
      </p:grpSpPr>
      <p:sp>
        <p:nvSpPr>
          <p:cNvPr id="1822" name="Google Shape;1822;p114"/>
          <p:cNvSpPr/>
          <p:nvPr/>
        </p:nvSpPr>
        <p:spPr>
          <a:xfrm flipH="1">
            <a:off x="-6375" y="2518390"/>
            <a:ext cx="9144000" cy="2617500"/>
          </a:xfrm>
          <a:prstGeom prst="rtTriangle">
            <a:avLst/>
          </a:prstGeom>
          <a:solidFill>
            <a:srgbClr val="00396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1823" name="Google Shape;1823;p114"/>
          <p:cNvSpPr txBox="1">
            <a:spLocks noGrp="1"/>
          </p:cNvSpPr>
          <p:nvPr>
            <p:ph type="sldNum" idx="12"/>
          </p:nvPr>
        </p:nvSpPr>
        <p:spPr>
          <a:xfrm>
            <a:off x="8366700" y="4805546"/>
            <a:ext cx="548700" cy="215400"/>
          </a:xfrm>
          <a:prstGeom prst="rect">
            <a:avLst/>
          </a:prstGeom>
          <a:noFill/>
          <a:ln>
            <a:noFill/>
          </a:ln>
        </p:spPr>
        <p:txBody>
          <a:bodyPr spcFirstLastPara="1" wrap="square" lIns="0" tIns="0" rIns="0" bIns="0" anchor="b" anchorCtr="0">
            <a:normAutofit/>
          </a:bodyPr>
          <a:lstStyle/>
          <a:p>
            <a:pPr marL="0" lvl="0" indent="0" algn="l" rtl="0">
              <a:spcBef>
                <a:spcPts val="0"/>
              </a:spcBef>
              <a:spcAft>
                <a:spcPts val="0"/>
              </a:spcAft>
              <a:buNone/>
            </a:pPr>
            <a:fld id="{00000000-1234-1234-1234-123412341234}" type="slidenum">
              <a:rPr lang="en"/>
              <a:t>16</a:t>
            </a:fld>
            <a:endParaRPr/>
          </a:p>
        </p:txBody>
      </p:sp>
      <p:sp>
        <p:nvSpPr>
          <p:cNvPr id="1824" name="Google Shape;1824;p114"/>
          <p:cNvSpPr txBox="1"/>
          <p:nvPr/>
        </p:nvSpPr>
        <p:spPr>
          <a:xfrm>
            <a:off x="457200" y="114300"/>
            <a:ext cx="8229600" cy="7239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SzPts val="1100"/>
              <a:buNone/>
            </a:pPr>
            <a:r>
              <a:rPr lang="en" sz="2900" b="1">
                <a:solidFill>
                  <a:schemeClr val="lt1"/>
                </a:solidFill>
                <a:latin typeface="IBM Plex Sans"/>
                <a:ea typeface="IBM Plex Sans"/>
                <a:cs typeface="IBM Plex Sans"/>
                <a:sym typeface="IBM Plex Sans"/>
              </a:rPr>
              <a:t>Project Types and Skill Levels </a:t>
            </a:r>
            <a:endParaRPr sz="2400" b="1">
              <a:solidFill>
                <a:schemeClr val="lt1"/>
              </a:solidFill>
              <a:latin typeface="IBM Plex Sans"/>
              <a:ea typeface="IBM Plex Sans"/>
              <a:cs typeface="IBM Plex Sans"/>
              <a:sym typeface="IBM Plex Sans"/>
            </a:endParaRPr>
          </a:p>
        </p:txBody>
      </p:sp>
      <p:sp>
        <p:nvSpPr>
          <p:cNvPr id="1825" name="Google Shape;1825;p114"/>
          <p:cNvSpPr txBox="1"/>
          <p:nvPr/>
        </p:nvSpPr>
        <p:spPr>
          <a:xfrm>
            <a:off x="7707197" y="1844790"/>
            <a:ext cx="852900" cy="4002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000"/>
              <a:buFont typeface="Arial"/>
              <a:buNone/>
            </a:pPr>
            <a:r>
              <a:rPr lang="en" sz="900" b="1">
                <a:solidFill>
                  <a:schemeClr val="lt1"/>
                </a:solidFill>
                <a:latin typeface="IBM Plex Sans"/>
                <a:ea typeface="IBM Plex Sans"/>
                <a:cs typeface="IBM Plex Sans"/>
                <a:sym typeface="IBM Plex Sans"/>
              </a:rPr>
              <a:t>Principal</a:t>
            </a:r>
            <a:r>
              <a:rPr lang="en" sz="900" b="1" i="0" u="none" strike="noStrike" cap="none">
                <a:solidFill>
                  <a:schemeClr val="lt1"/>
                </a:solidFill>
                <a:latin typeface="IBM Plex Sans"/>
                <a:ea typeface="IBM Plex Sans"/>
                <a:cs typeface="IBM Plex Sans"/>
                <a:sym typeface="IBM Plex Sans"/>
              </a:rPr>
              <a:t> Developer</a:t>
            </a:r>
            <a:endParaRPr sz="900" b="1" i="0" u="none" strike="noStrike" cap="none">
              <a:solidFill>
                <a:schemeClr val="lt1"/>
              </a:solidFill>
              <a:latin typeface="IBM Plex Sans"/>
              <a:ea typeface="IBM Plex Sans"/>
              <a:cs typeface="IBM Plex Sans"/>
              <a:sym typeface="IBM Plex Sans"/>
            </a:endParaRPr>
          </a:p>
        </p:txBody>
      </p:sp>
      <p:sp>
        <p:nvSpPr>
          <p:cNvPr id="1826" name="Google Shape;1826;p114"/>
          <p:cNvSpPr txBox="1"/>
          <p:nvPr/>
        </p:nvSpPr>
        <p:spPr>
          <a:xfrm>
            <a:off x="376048" y="1844790"/>
            <a:ext cx="852900" cy="4002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000"/>
              <a:buFont typeface="Arial"/>
              <a:buNone/>
            </a:pPr>
            <a:r>
              <a:rPr lang="en" sz="900" b="1" i="0" u="none" strike="noStrike" cap="none">
                <a:solidFill>
                  <a:schemeClr val="lt1"/>
                </a:solidFill>
                <a:latin typeface="IBM Plex Sans"/>
                <a:ea typeface="IBM Plex Sans"/>
                <a:cs typeface="IBM Plex Sans"/>
                <a:sym typeface="IBM Plex Sans"/>
              </a:rPr>
              <a:t>Business </a:t>
            </a:r>
            <a:r>
              <a:rPr lang="en" sz="900" b="1">
                <a:solidFill>
                  <a:schemeClr val="lt1"/>
                </a:solidFill>
                <a:latin typeface="IBM Plex Sans"/>
                <a:ea typeface="IBM Plex Sans"/>
                <a:cs typeface="IBM Plex Sans"/>
                <a:sym typeface="IBM Plex Sans"/>
              </a:rPr>
              <a:t>P</a:t>
            </a:r>
            <a:r>
              <a:rPr lang="en" sz="900" b="1" i="0" u="none" strike="noStrike" cap="none">
                <a:solidFill>
                  <a:schemeClr val="lt1"/>
                </a:solidFill>
                <a:latin typeface="IBM Plex Sans"/>
                <a:ea typeface="IBM Plex Sans"/>
                <a:cs typeface="IBM Plex Sans"/>
                <a:sym typeface="IBM Plex Sans"/>
              </a:rPr>
              <a:t>erson</a:t>
            </a:r>
            <a:endParaRPr sz="900" b="1" i="0" u="none" strike="noStrike" cap="none">
              <a:solidFill>
                <a:schemeClr val="lt1"/>
              </a:solidFill>
              <a:latin typeface="IBM Plex Sans"/>
              <a:ea typeface="IBM Plex Sans"/>
              <a:cs typeface="IBM Plex Sans"/>
              <a:sym typeface="IBM Plex Sans"/>
            </a:endParaRPr>
          </a:p>
        </p:txBody>
      </p:sp>
      <p:sp>
        <p:nvSpPr>
          <p:cNvPr id="1827" name="Google Shape;1827;p114"/>
          <p:cNvSpPr txBox="1"/>
          <p:nvPr/>
        </p:nvSpPr>
        <p:spPr>
          <a:xfrm>
            <a:off x="6659900" y="1844812"/>
            <a:ext cx="852900" cy="8619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000"/>
              <a:buFont typeface="Arial"/>
              <a:buNone/>
            </a:pPr>
            <a:r>
              <a:rPr lang="en" sz="900" b="1" i="0" u="none" strike="noStrike" cap="none">
                <a:solidFill>
                  <a:schemeClr val="lt1"/>
                </a:solidFill>
                <a:latin typeface="IBM Plex Sans"/>
                <a:ea typeface="IBM Plex Sans"/>
                <a:cs typeface="IBM Plex Sans"/>
                <a:sym typeface="IBM Plex Sans"/>
              </a:rPr>
              <a:t>Senior Developer</a:t>
            </a:r>
            <a:endParaRPr sz="900" b="1" i="0" u="none" strike="noStrike" cap="none">
              <a:solidFill>
                <a:schemeClr val="lt1"/>
              </a:solidFill>
              <a:latin typeface="IBM Plex Sans"/>
              <a:ea typeface="IBM Plex Sans"/>
              <a:cs typeface="IBM Plex Sans"/>
              <a:sym typeface="IBM Plex Sans"/>
            </a:endParaRPr>
          </a:p>
          <a:p>
            <a:pPr marL="0" lvl="0" indent="0" algn="ctr" rtl="0">
              <a:spcBef>
                <a:spcPts val="0"/>
              </a:spcBef>
              <a:spcAft>
                <a:spcPts val="0"/>
              </a:spcAft>
              <a:buClr>
                <a:schemeClr val="dk1"/>
              </a:buClr>
              <a:buSzPts val="1000"/>
              <a:buFont typeface="Arial"/>
              <a:buNone/>
            </a:pPr>
            <a:r>
              <a:rPr lang="en" sz="900">
                <a:solidFill>
                  <a:schemeClr val="lt1"/>
                </a:solidFill>
                <a:latin typeface="IBM Plex Sans Light"/>
                <a:ea typeface="IBM Plex Sans Light"/>
                <a:cs typeface="IBM Plex Sans Light"/>
                <a:sym typeface="IBM Plex Sans Light"/>
              </a:rPr>
              <a:t>or</a:t>
            </a:r>
            <a:endParaRPr sz="900">
              <a:solidFill>
                <a:schemeClr val="lt1"/>
              </a:solidFill>
              <a:latin typeface="IBM Plex Sans Light"/>
              <a:ea typeface="IBM Plex Sans Light"/>
              <a:cs typeface="IBM Plex Sans Light"/>
              <a:sym typeface="IBM Plex Sans Light"/>
            </a:endParaRPr>
          </a:p>
          <a:p>
            <a:pPr marL="0" lvl="0" indent="0" algn="ctr" rtl="0">
              <a:spcBef>
                <a:spcPts val="0"/>
              </a:spcBef>
              <a:spcAft>
                <a:spcPts val="0"/>
              </a:spcAft>
              <a:buClr>
                <a:schemeClr val="dk1"/>
              </a:buClr>
              <a:buSzPts val="1000"/>
              <a:buFont typeface="Arial"/>
              <a:buNone/>
            </a:pPr>
            <a:r>
              <a:rPr lang="en" sz="900" b="1">
                <a:solidFill>
                  <a:schemeClr val="lt1"/>
                </a:solidFill>
                <a:latin typeface="IBM Plex Sans"/>
                <a:ea typeface="IBM Plex Sans"/>
                <a:cs typeface="IBM Plex Sans"/>
                <a:sym typeface="IBM Plex Sans"/>
              </a:rPr>
              <a:t>Camunda</a:t>
            </a:r>
            <a:endParaRPr sz="900" b="1">
              <a:solidFill>
                <a:schemeClr val="lt1"/>
              </a:solidFill>
              <a:latin typeface="IBM Plex Sans"/>
              <a:ea typeface="IBM Plex Sans"/>
              <a:cs typeface="IBM Plex Sans"/>
              <a:sym typeface="IBM Plex Sans"/>
            </a:endParaRPr>
          </a:p>
          <a:p>
            <a:pPr marL="0" lvl="0" indent="0" algn="ctr" rtl="0">
              <a:spcBef>
                <a:spcPts val="0"/>
              </a:spcBef>
              <a:spcAft>
                <a:spcPts val="0"/>
              </a:spcAft>
              <a:buClr>
                <a:schemeClr val="dk1"/>
              </a:buClr>
              <a:buSzPts val="1000"/>
              <a:buFont typeface="Arial"/>
              <a:buNone/>
            </a:pPr>
            <a:r>
              <a:rPr lang="en" sz="900" b="1">
                <a:solidFill>
                  <a:schemeClr val="lt1"/>
                </a:solidFill>
                <a:latin typeface="IBM Plex Sans"/>
                <a:ea typeface="IBM Plex Sans"/>
                <a:cs typeface="IBM Plex Sans"/>
                <a:sym typeface="IBM Plex Sans"/>
              </a:rPr>
              <a:t>Co-founder</a:t>
            </a:r>
            <a:endParaRPr sz="900" b="1">
              <a:solidFill>
                <a:schemeClr val="lt1"/>
              </a:solidFill>
              <a:latin typeface="IBM Plex Sans"/>
              <a:ea typeface="IBM Plex Sans"/>
              <a:cs typeface="IBM Plex Sans"/>
              <a:sym typeface="IBM Plex Sans"/>
            </a:endParaRPr>
          </a:p>
        </p:txBody>
      </p:sp>
      <p:sp>
        <p:nvSpPr>
          <p:cNvPr id="1828" name="Google Shape;1828;p114"/>
          <p:cNvSpPr txBox="1"/>
          <p:nvPr/>
        </p:nvSpPr>
        <p:spPr>
          <a:xfrm>
            <a:off x="1403862" y="1844790"/>
            <a:ext cx="852900" cy="554100"/>
          </a:xfrm>
          <a:prstGeom prst="rect">
            <a:avLst/>
          </a:prstGeom>
          <a:noFill/>
          <a:ln>
            <a:noFill/>
          </a:ln>
        </p:spPr>
        <p:txBody>
          <a:bodyPr spcFirstLastPara="1" wrap="square" lIns="91425" tIns="45700" rIns="91425" bIns="45700" anchor="t" anchorCtr="0">
            <a:noAutofit/>
          </a:bodyPr>
          <a:lstStyle/>
          <a:p>
            <a:pPr marL="0" lvl="0" indent="0" algn="ctr" rtl="0">
              <a:spcBef>
                <a:spcPts val="0"/>
              </a:spcBef>
              <a:spcAft>
                <a:spcPts val="0"/>
              </a:spcAft>
              <a:buClr>
                <a:schemeClr val="dk1"/>
              </a:buClr>
              <a:buSzPts val="1000"/>
              <a:buFont typeface="Arial"/>
              <a:buNone/>
            </a:pPr>
            <a:r>
              <a:rPr lang="en" sz="900" b="1">
                <a:solidFill>
                  <a:schemeClr val="lt1"/>
                </a:solidFill>
                <a:latin typeface="IBM Plex Sans"/>
                <a:ea typeface="IBM Plex Sans"/>
                <a:cs typeface="IBM Plex Sans"/>
                <a:sym typeface="IBM Plex Sans"/>
              </a:rPr>
              <a:t>Citizen Developer</a:t>
            </a:r>
            <a:endParaRPr sz="900" b="1" i="0" u="none" strike="noStrike" cap="none">
              <a:solidFill>
                <a:schemeClr val="lt1"/>
              </a:solidFill>
              <a:latin typeface="IBM Plex Sans"/>
              <a:ea typeface="IBM Plex Sans"/>
              <a:cs typeface="IBM Plex Sans"/>
              <a:sym typeface="IBM Plex Sans"/>
            </a:endParaRPr>
          </a:p>
        </p:txBody>
      </p:sp>
      <p:sp>
        <p:nvSpPr>
          <p:cNvPr id="1829" name="Google Shape;1829;p114"/>
          <p:cNvSpPr txBox="1"/>
          <p:nvPr/>
        </p:nvSpPr>
        <p:spPr>
          <a:xfrm>
            <a:off x="5612583" y="1844790"/>
            <a:ext cx="852900" cy="8619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000"/>
              <a:buFont typeface="Arial"/>
              <a:buNone/>
            </a:pPr>
            <a:r>
              <a:rPr lang="en" sz="900" b="1" i="0" u="none" strike="noStrike" cap="none">
                <a:solidFill>
                  <a:schemeClr val="lt1"/>
                </a:solidFill>
                <a:latin typeface="IBM Plex Sans"/>
                <a:ea typeface="IBM Plex Sans"/>
                <a:cs typeface="IBM Plex Sans"/>
                <a:sym typeface="IBM Plex Sans"/>
              </a:rPr>
              <a:t>Junior Developer </a:t>
            </a:r>
            <a:r>
              <a:rPr lang="en" sz="900" i="0" u="none" strike="noStrike" cap="none">
                <a:solidFill>
                  <a:schemeClr val="lt1"/>
                </a:solidFill>
                <a:latin typeface="IBM Plex Sans Light"/>
                <a:ea typeface="IBM Plex Sans Light"/>
                <a:cs typeface="IBM Plex Sans Light"/>
                <a:sym typeface="IBM Plex Sans Light"/>
              </a:rPr>
              <a:t>or</a:t>
            </a:r>
            <a:endParaRPr sz="900">
              <a:solidFill>
                <a:schemeClr val="lt1"/>
              </a:solidFill>
              <a:latin typeface="IBM Plex Sans Light"/>
              <a:ea typeface="IBM Plex Sans Light"/>
              <a:cs typeface="IBM Plex Sans Light"/>
              <a:sym typeface="IBM Plex Sans Light"/>
            </a:endParaRPr>
          </a:p>
          <a:p>
            <a:pPr marL="0" marR="0" lvl="0" indent="0" algn="ctr" rtl="0">
              <a:lnSpc>
                <a:spcPct val="100000"/>
              </a:lnSpc>
              <a:spcBef>
                <a:spcPts val="0"/>
              </a:spcBef>
              <a:spcAft>
                <a:spcPts val="0"/>
              </a:spcAft>
              <a:buClr>
                <a:srgbClr val="000000"/>
              </a:buClr>
              <a:buSzPts val="1000"/>
              <a:buFont typeface="Arial"/>
              <a:buNone/>
            </a:pPr>
            <a:r>
              <a:rPr lang="en" sz="900" b="1" i="0" u="none" strike="noStrike" cap="none">
                <a:solidFill>
                  <a:schemeClr val="lt1"/>
                </a:solidFill>
                <a:latin typeface="IBM Plex Sans"/>
                <a:ea typeface="IBM Plex Sans"/>
                <a:cs typeface="IBM Plex Sans"/>
                <a:sym typeface="IBM Plex Sans"/>
              </a:rPr>
              <a:t>Career Changer</a:t>
            </a:r>
            <a:endParaRPr sz="900" b="1" i="0" u="none" strike="noStrike" cap="none">
              <a:solidFill>
                <a:schemeClr val="lt1"/>
              </a:solidFill>
              <a:latin typeface="IBM Plex Sans"/>
              <a:ea typeface="IBM Plex Sans"/>
              <a:cs typeface="IBM Plex Sans"/>
              <a:sym typeface="IBM Plex Sans"/>
            </a:endParaRPr>
          </a:p>
        </p:txBody>
      </p:sp>
      <p:sp>
        <p:nvSpPr>
          <p:cNvPr id="1830" name="Google Shape;1830;p114"/>
          <p:cNvSpPr txBox="1"/>
          <p:nvPr/>
        </p:nvSpPr>
        <p:spPr>
          <a:xfrm>
            <a:off x="2490155" y="1844790"/>
            <a:ext cx="852900" cy="400200"/>
          </a:xfrm>
          <a:prstGeom prst="rect">
            <a:avLst/>
          </a:prstGeom>
          <a:noFill/>
          <a:ln>
            <a:noFill/>
          </a:ln>
        </p:spPr>
        <p:txBody>
          <a:bodyPr spcFirstLastPara="1" wrap="square" lIns="91425" tIns="45700" rIns="91425" bIns="45700" anchor="t" anchorCtr="0">
            <a:noAutofit/>
          </a:bodyPr>
          <a:lstStyle/>
          <a:p>
            <a:pPr marL="0" lvl="0" indent="0" algn="ctr" rtl="0">
              <a:spcBef>
                <a:spcPts val="0"/>
              </a:spcBef>
              <a:spcAft>
                <a:spcPts val="0"/>
              </a:spcAft>
              <a:buClr>
                <a:schemeClr val="dk1"/>
              </a:buClr>
              <a:buSzPts val="1000"/>
              <a:buFont typeface="Arial"/>
              <a:buNone/>
            </a:pPr>
            <a:r>
              <a:rPr lang="en" sz="900" b="1">
                <a:solidFill>
                  <a:schemeClr val="lt1"/>
                </a:solidFill>
                <a:latin typeface="IBM Plex Sans"/>
                <a:ea typeface="IBM Plex Sans"/>
                <a:cs typeface="IBM Plex Sans"/>
                <a:sym typeface="IBM Plex Sans"/>
              </a:rPr>
              <a:t>Consultant </a:t>
            </a:r>
            <a:r>
              <a:rPr lang="en" sz="900">
                <a:solidFill>
                  <a:schemeClr val="lt1"/>
                </a:solidFill>
                <a:latin typeface="IBM Plex Sans Light"/>
                <a:ea typeface="IBM Plex Sans Light"/>
                <a:cs typeface="IBM Plex Sans Light"/>
                <a:sym typeface="IBM Plex Sans Light"/>
              </a:rPr>
              <a:t>or </a:t>
            </a:r>
            <a:endParaRPr sz="900">
              <a:solidFill>
                <a:schemeClr val="lt1"/>
              </a:solidFill>
              <a:latin typeface="IBM Plex Sans Light"/>
              <a:ea typeface="IBM Plex Sans Light"/>
              <a:cs typeface="IBM Plex Sans Light"/>
              <a:sym typeface="IBM Plex Sans Light"/>
            </a:endParaRPr>
          </a:p>
          <a:p>
            <a:pPr marL="0" lvl="0" indent="0" algn="ctr" rtl="0">
              <a:spcBef>
                <a:spcPts val="0"/>
              </a:spcBef>
              <a:spcAft>
                <a:spcPts val="0"/>
              </a:spcAft>
              <a:buClr>
                <a:schemeClr val="dk1"/>
              </a:buClr>
              <a:buSzPts val="1000"/>
              <a:buFont typeface="Arial"/>
              <a:buNone/>
            </a:pPr>
            <a:r>
              <a:rPr lang="en" sz="900" b="1">
                <a:solidFill>
                  <a:schemeClr val="lt1"/>
                </a:solidFill>
                <a:latin typeface="IBM Plex Sans"/>
                <a:ea typeface="IBM Plex Sans"/>
                <a:cs typeface="IBM Plex Sans"/>
                <a:sym typeface="IBM Plex Sans"/>
              </a:rPr>
              <a:t>Power User</a:t>
            </a:r>
            <a:endParaRPr sz="900" b="1">
              <a:solidFill>
                <a:schemeClr val="lt1"/>
              </a:solidFill>
              <a:latin typeface="IBM Plex Sans"/>
              <a:ea typeface="IBM Plex Sans"/>
              <a:cs typeface="IBM Plex Sans"/>
              <a:sym typeface="IBM Plex Sans"/>
            </a:endParaRPr>
          </a:p>
          <a:p>
            <a:pPr marL="0" marR="0" lvl="0" indent="0" algn="ctr" rtl="0">
              <a:lnSpc>
                <a:spcPct val="100000"/>
              </a:lnSpc>
              <a:spcBef>
                <a:spcPts val="0"/>
              </a:spcBef>
              <a:spcAft>
                <a:spcPts val="0"/>
              </a:spcAft>
              <a:buClr>
                <a:srgbClr val="000000"/>
              </a:buClr>
              <a:buSzPts val="1000"/>
              <a:buFont typeface="Arial"/>
              <a:buNone/>
            </a:pPr>
            <a:endParaRPr sz="900" b="1" i="0" u="none" strike="noStrike" cap="none">
              <a:solidFill>
                <a:schemeClr val="lt1"/>
              </a:solidFill>
              <a:latin typeface="IBM Plex Sans"/>
              <a:ea typeface="IBM Plex Sans"/>
              <a:cs typeface="IBM Plex Sans"/>
              <a:sym typeface="IBM Plex Sans"/>
            </a:endParaRPr>
          </a:p>
        </p:txBody>
      </p:sp>
      <p:sp>
        <p:nvSpPr>
          <p:cNvPr id="1831" name="Google Shape;1831;p114"/>
          <p:cNvSpPr txBox="1"/>
          <p:nvPr/>
        </p:nvSpPr>
        <p:spPr>
          <a:xfrm>
            <a:off x="3517969" y="1844790"/>
            <a:ext cx="852900" cy="4002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000"/>
              <a:buFont typeface="Arial"/>
              <a:buNone/>
            </a:pPr>
            <a:r>
              <a:rPr lang="en" sz="900" b="1" i="0" u="none" strike="noStrike" cap="none">
                <a:solidFill>
                  <a:schemeClr val="lt1"/>
                </a:solidFill>
                <a:latin typeface="IBM Plex Sans"/>
                <a:ea typeface="IBM Plex Sans"/>
                <a:cs typeface="IBM Plex Sans"/>
                <a:sym typeface="IBM Plex Sans"/>
              </a:rPr>
              <a:t>Bot Developer</a:t>
            </a:r>
            <a:endParaRPr sz="900" b="1" i="0" u="none" strike="noStrike" cap="none">
              <a:solidFill>
                <a:schemeClr val="lt1"/>
              </a:solidFill>
              <a:latin typeface="IBM Plex Sans"/>
              <a:ea typeface="IBM Plex Sans"/>
              <a:cs typeface="IBM Plex Sans"/>
              <a:sym typeface="IBM Plex Sans"/>
            </a:endParaRPr>
          </a:p>
        </p:txBody>
      </p:sp>
      <p:grpSp>
        <p:nvGrpSpPr>
          <p:cNvPr id="1832" name="Google Shape;1832;p114"/>
          <p:cNvGrpSpPr/>
          <p:nvPr/>
        </p:nvGrpSpPr>
        <p:grpSpPr>
          <a:xfrm>
            <a:off x="3811898" y="1037611"/>
            <a:ext cx="279504" cy="706506"/>
            <a:chOff x="1066800" y="1496225"/>
            <a:chExt cx="692183" cy="1749643"/>
          </a:xfrm>
        </p:grpSpPr>
        <p:sp>
          <p:nvSpPr>
            <p:cNvPr id="1833" name="Google Shape;1833;p114"/>
            <p:cNvSpPr/>
            <p:nvPr/>
          </p:nvSpPr>
          <p:spPr>
            <a:xfrm>
              <a:off x="1066800" y="1496225"/>
              <a:ext cx="692100" cy="692100"/>
            </a:xfrm>
            <a:prstGeom prst="ellipse">
              <a:avLst/>
            </a:prstGeom>
            <a:solidFill>
              <a:srgbClr val="BBBCB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4" name="Google Shape;1834;p114"/>
            <p:cNvSpPr/>
            <p:nvPr/>
          </p:nvSpPr>
          <p:spPr>
            <a:xfrm>
              <a:off x="1066862" y="1496225"/>
              <a:ext cx="692100" cy="692100"/>
            </a:xfrm>
            <a:prstGeom prst="blockArc">
              <a:avLst>
                <a:gd name="adj1" fmla="val 10800000"/>
                <a:gd name="adj2" fmla="val 0"/>
                <a:gd name="adj3" fmla="val 25000"/>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5" name="Google Shape;1835;p114"/>
            <p:cNvSpPr/>
            <p:nvPr/>
          </p:nvSpPr>
          <p:spPr>
            <a:xfrm>
              <a:off x="1066800" y="2194203"/>
              <a:ext cx="692100" cy="692100"/>
            </a:xfrm>
            <a:prstGeom prst="ellipse">
              <a:avLst/>
            </a:prstGeom>
            <a:solidFill>
              <a:srgbClr val="4343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6" name="Google Shape;1836;p114"/>
            <p:cNvSpPr/>
            <p:nvPr/>
          </p:nvSpPr>
          <p:spPr>
            <a:xfrm>
              <a:off x="1066883" y="2553768"/>
              <a:ext cx="692100" cy="692100"/>
            </a:xfrm>
            <a:prstGeom prst="rect">
              <a:avLst/>
            </a:prstGeom>
            <a:solidFill>
              <a:srgbClr val="BBBCB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7" name="Google Shape;1837;p114"/>
            <p:cNvSpPr/>
            <p:nvPr/>
          </p:nvSpPr>
          <p:spPr>
            <a:xfrm>
              <a:off x="1215643" y="1660725"/>
              <a:ext cx="423000" cy="1812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838" name="Google Shape;1838;p114"/>
          <p:cNvGrpSpPr/>
          <p:nvPr/>
        </p:nvGrpSpPr>
        <p:grpSpPr>
          <a:xfrm>
            <a:off x="7996372" y="1037611"/>
            <a:ext cx="279504" cy="706506"/>
            <a:chOff x="-714950" y="1841925"/>
            <a:chExt cx="692183" cy="1749643"/>
          </a:xfrm>
        </p:grpSpPr>
        <p:sp>
          <p:nvSpPr>
            <p:cNvPr id="1839" name="Google Shape;1839;p114"/>
            <p:cNvSpPr/>
            <p:nvPr/>
          </p:nvSpPr>
          <p:spPr>
            <a:xfrm>
              <a:off x="-714950" y="1841925"/>
              <a:ext cx="692100" cy="692100"/>
            </a:xfrm>
            <a:prstGeom prst="ellipse">
              <a:avLst/>
            </a:prstGeom>
            <a:solidFill>
              <a:srgbClr val="00A7B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0" name="Google Shape;1840;p114"/>
            <p:cNvSpPr/>
            <p:nvPr/>
          </p:nvSpPr>
          <p:spPr>
            <a:xfrm>
              <a:off x="-714888" y="1841925"/>
              <a:ext cx="692100" cy="692100"/>
            </a:xfrm>
            <a:prstGeom prst="blockArc">
              <a:avLst>
                <a:gd name="adj1" fmla="val 10800000"/>
                <a:gd name="adj2" fmla="val 0"/>
                <a:gd name="adj3" fmla="val 25000"/>
              </a:avLst>
            </a:prstGeom>
            <a:solidFill>
              <a:srgbClr val="888B8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1" name="Google Shape;1841;p114"/>
            <p:cNvSpPr/>
            <p:nvPr/>
          </p:nvSpPr>
          <p:spPr>
            <a:xfrm>
              <a:off x="-714950" y="2539903"/>
              <a:ext cx="692100" cy="692100"/>
            </a:xfrm>
            <a:prstGeom prst="ellipse">
              <a:avLst/>
            </a:prstGeom>
            <a:solidFill>
              <a:srgbClr val="FC5D0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2" name="Google Shape;1842;p114"/>
            <p:cNvSpPr/>
            <p:nvPr/>
          </p:nvSpPr>
          <p:spPr>
            <a:xfrm>
              <a:off x="-714867" y="2899468"/>
              <a:ext cx="692100" cy="6921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3" name="Google Shape;1843;p114"/>
            <p:cNvSpPr/>
            <p:nvPr/>
          </p:nvSpPr>
          <p:spPr>
            <a:xfrm>
              <a:off x="-566107" y="2006425"/>
              <a:ext cx="423000" cy="181200"/>
            </a:xfrm>
            <a:prstGeom prst="rect">
              <a:avLst/>
            </a:prstGeom>
            <a:solidFill>
              <a:srgbClr val="888B8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844" name="Google Shape;1844;p114"/>
          <p:cNvGrpSpPr/>
          <p:nvPr/>
        </p:nvGrpSpPr>
        <p:grpSpPr>
          <a:xfrm>
            <a:off x="1703862" y="1037611"/>
            <a:ext cx="279504" cy="706506"/>
            <a:chOff x="1066800" y="1496225"/>
            <a:chExt cx="692183" cy="1749643"/>
          </a:xfrm>
        </p:grpSpPr>
        <p:sp>
          <p:nvSpPr>
            <p:cNvPr id="1845" name="Google Shape;1845;p114"/>
            <p:cNvSpPr/>
            <p:nvPr/>
          </p:nvSpPr>
          <p:spPr>
            <a:xfrm>
              <a:off x="1066800" y="1496225"/>
              <a:ext cx="692100" cy="692100"/>
            </a:xfrm>
            <a:prstGeom prst="ellipse">
              <a:avLst/>
            </a:prstGeom>
            <a:solidFill>
              <a:srgbClr val="BBBCB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6" name="Google Shape;1846;p114"/>
            <p:cNvSpPr/>
            <p:nvPr/>
          </p:nvSpPr>
          <p:spPr>
            <a:xfrm>
              <a:off x="1066862" y="1496225"/>
              <a:ext cx="692100" cy="692100"/>
            </a:xfrm>
            <a:prstGeom prst="blockArc">
              <a:avLst>
                <a:gd name="adj1" fmla="val 10800000"/>
                <a:gd name="adj2" fmla="val 0"/>
                <a:gd name="adj3" fmla="val 25000"/>
              </a:avLst>
            </a:prstGeom>
            <a:solidFill>
              <a:srgbClr val="26D07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7" name="Google Shape;1847;p114"/>
            <p:cNvSpPr/>
            <p:nvPr/>
          </p:nvSpPr>
          <p:spPr>
            <a:xfrm>
              <a:off x="1066800" y="2194203"/>
              <a:ext cx="692100" cy="692100"/>
            </a:xfrm>
            <a:prstGeom prst="ellipse">
              <a:avLst/>
            </a:prstGeom>
            <a:solidFill>
              <a:srgbClr val="4343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8" name="Google Shape;1848;p114"/>
            <p:cNvSpPr/>
            <p:nvPr/>
          </p:nvSpPr>
          <p:spPr>
            <a:xfrm>
              <a:off x="1066883" y="2553768"/>
              <a:ext cx="692100" cy="692100"/>
            </a:xfrm>
            <a:prstGeom prst="rect">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9" name="Google Shape;1849;p114"/>
            <p:cNvSpPr/>
            <p:nvPr/>
          </p:nvSpPr>
          <p:spPr>
            <a:xfrm>
              <a:off x="1215643" y="1660725"/>
              <a:ext cx="423000" cy="181200"/>
            </a:xfrm>
            <a:prstGeom prst="rect">
              <a:avLst/>
            </a:prstGeom>
            <a:solidFill>
              <a:srgbClr val="26D07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850" name="Google Shape;1850;p114"/>
          <p:cNvGrpSpPr/>
          <p:nvPr/>
        </p:nvGrpSpPr>
        <p:grpSpPr>
          <a:xfrm>
            <a:off x="2779813" y="1037611"/>
            <a:ext cx="279504" cy="706506"/>
            <a:chOff x="1066800" y="1496225"/>
            <a:chExt cx="692183" cy="1749643"/>
          </a:xfrm>
        </p:grpSpPr>
        <p:sp>
          <p:nvSpPr>
            <p:cNvPr id="1851" name="Google Shape;1851;p114"/>
            <p:cNvSpPr/>
            <p:nvPr/>
          </p:nvSpPr>
          <p:spPr>
            <a:xfrm>
              <a:off x="1066800" y="1496225"/>
              <a:ext cx="692100" cy="692100"/>
            </a:xfrm>
            <a:prstGeom prst="ellipse">
              <a:avLst/>
            </a:prstGeom>
            <a:solidFill>
              <a:srgbClr val="BBBCB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2" name="Google Shape;1852;p114"/>
            <p:cNvSpPr/>
            <p:nvPr/>
          </p:nvSpPr>
          <p:spPr>
            <a:xfrm>
              <a:off x="1066862" y="1496225"/>
              <a:ext cx="692100" cy="692100"/>
            </a:xfrm>
            <a:prstGeom prst="blockArc">
              <a:avLst>
                <a:gd name="adj1" fmla="val 10800000"/>
                <a:gd name="adj2" fmla="val 0"/>
                <a:gd name="adj3" fmla="val 25000"/>
              </a:avLst>
            </a:prstGeom>
            <a:solidFill>
              <a:srgbClr val="26D07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3" name="Google Shape;1853;p114"/>
            <p:cNvSpPr/>
            <p:nvPr/>
          </p:nvSpPr>
          <p:spPr>
            <a:xfrm>
              <a:off x="1066800" y="2194203"/>
              <a:ext cx="692100" cy="692100"/>
            </a:xfrm>
            <a:prstGeom prst="ellipse">
              <a:avLst/>
            </a:prstGeom>
            <a:solidFill>
              <a:srgbClr val="4343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4" name="Google Shape;1854;p114"/>
            <p:cNvSpPr/>
            <p:nvPr/>
          </p:nvSpPr>
          <p:spPr>
            <a:xfrm>
              <a:off x="1066883" y="2553768"/>
              <a:ext cx="692100" cy="692100"/>
            </a:xfrm>
            <a:prstGeom prst="rect">
              <a:avLst/>
            </a:prstGeom>
            <a:solidFill>
              <a:srgbClr val="BBBCB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5" name="Google Shape;1855;p114"/>
            <p:cNvSpPr/>
            <p:nvPr/>
          </p:nvSpPr>
          <p:spPr>
            <a:xfrm>
              <a:off x="1215643" y="1660725"/>
              <a:ext cx="423000" cy="181200"/>
            </a:xfrm>
            <a:prstGeom prst="rect">
              <a:avLst/>
            </a:prstGeom>
            <a:solidFill>
              <a:srgbClr val="26D07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856" name="Google Shape;1856;p114"/>
          <p:cNvGrpSpPr/>
          <p:nvPr/>
        </p:nvGrpSpPr>
        <p:grpSpPr>
          <a:xfrm>
            <a:off x="5898652" y="1037611"/>
            <a:ext cx="279504" cy="706506"/>
            <a:chOff x="-714950" y="1841925"/>
            <a:chExt cx="692183" cy="1749643"/>
          </a:xfrm>
        </p:grpSpPr>
        <p:sp>
          <p:nvSpPr>
            <p:cNvPr id="1857" name="Google Shape;1857;p114"/>
            <p:cNvSpPr/>
            <p:nvPr/>
          </p:nvSpPr>
          <p:spPr>
            <a:xfrm>
              <a:off x="-714950" y="1841925"/>
              <a:ext cx="692100" cy="692100"/>
            </a:xfrm>
            <a:prstGeom prst="ellipse">
              <a:avLst/>
            </a:prstGeom>
            <a:solidFill>
              <a:srgbClr val="00A7B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8" name="Google Shape;1858;p114"/>
            <p:cNvSpPr/>
            <p:nvPr/>
          </p:nvSpPr>
          <p:spPr>
            <a:xfrm>
              <a:off x="-714888" y="1841925"/>
              <a:ext cx="692100" cy="692100"/>
            </a:xfrm>
            <a:prstGeom prst="blockArc">
              <a:avLst>
                <a:gd name="adj1" fmla="val 10800000"/>
                <a:gd name="adj2" fmla="val 0"/>
                <a:gd name="adj3" fmla="val 25000"/>
              </a:avLst>
            </a:prstGeom>
            <a:solidFill>
              <a:srgbClr val="888B8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9" name="Google Shape;1859;p114"/>
            <p:cNvSpPr/>
            <p:nvPr/>
          </p:nvSpPr>
          <p:spPr>
            <a:xfrm>
              <a:off x="-714950" y="2539903"/>
              <a:ext cx="692100" cy="692100"/>
            </a:xfrm>
            <a:prstGeom prst="ellipse">
              <a:avLst/>
            </a:prstGeom>
            <a:solidFill>
              <a:srgbClr val="FC5D0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0" name="Google Shape;1860;p114"/>
            <p:cNvSpPr/>
            <p:nvPr/>
          </p:nvSpPr>
          <p:spPr>
            <a:xfrm>
              <a:off x="-714867" y="2899468"/>
              <a:ext cx="692100" cy="6921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1" name="Google Shape;1861;p114"/>
            <p:cNvSpPr/>
            <p:nvPr/>
          </p:nvSpPr>
          <p:spPr>
            <a:xfrm>
              <a:off x="-566107" y="2006425"/>
              <a:ext cx="423000" cy="181200"/>
            </a:xfrm>
            <a:prstGeom prst="rect">
              <a:avLst/>
            </a:prstGeom>
            <a:solidFill>
              <a:srgbClr val="888B8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862" name="Google Shape;1862;p114"/>
          <p:cNvGrpSpPr/>
          <p:nvPr/>
        </p:nvGrpSpPr>
        <p:grpSpPr>
          <a:xfrm>
            <a:off x="662329" y="1037611"/>
            <a:ext cx="279504" cy="706506"/>
            <a:chOff x="1066800" y="1496225"/>
            <a:chExt cx="692183" cy="1749643"/>
          </a:xfrm>
        </p:grpSpPr>
        <p:sp>
          <p:nvSpPr>
            <p:cNvPr id="1863" name="Google Shape;1863;p114"/>
            <p:cNvSpPr/>
            <p:nvPr/>
          </p:nvSpPr>
          <p:spPr>
            <a:xfrm>
              <a:off x="1066800" y="1496225"/>
              <a:ext cx="692100" cy="692100"/>
            </a:xfrm>
            <a:prstGeom prst="ellipse">
              <a:avLst/>
            </a:prstGeom>
            <a:solidFill>
              <a:srgbClr val="BBBCB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4" name="Google Shape;1864;p114"/>
            <p:cNvSpPr/>
            <p:nvPr/>
          </p:nvSpPr>
          <p:spPr>
            <a:xfrm>
              <a:off x="1066862" y="1496225"/>
              <a:ext cx="692100" cy="692100"/>
            </a:xfrm>
            <a:prstGeom prst="blockArc">
              <a:avLst>
                <a:gd name="adj1" fmla="val 10800000"/>
                <a:gd name="adj2" fmla="val 0"/>
                <a:gd name="adj3" fmla="val 25000"/>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5" name="Google Shape;1865;p114"/>
            <p:cNvSpPr/>
            <p:nvPr/>
          </p:nvSpPr>
          <p:spPr>
            <a:xfrm>
              <a:off x="1066800" y="2194203"/>
              <a:ext cx="692100" cy="692100"/>
            </a:xfrm>
            <a:prstGeom prst="ellipse">
              <a:avLst/>
            </a:prstGeom>
            <a:solidFill>
              <a:srgbClr val="4343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6" name="Google Shape;1866;p114"/>
            <p:cNvSpPr/>
            <p:nvPr/>
          </p:nvSpPr>
          <p:spPr>
            <a:xfrm>
              <a:off x="1066883" y="2553768"/>
              <a:ext cx="692100" cy="692100"/>
            </a:xfrm>
            <a:prstGeom prst="rect">
              <a:avLst/>
            </a:prstGeom>
            <a:solidFill>
              <a:srgbClr val="BBBCB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7" name="Google Shape;1867;p114"/>
            <p:cNvSpPr/>
            <p:nvPr/>
          </p:nvSpPr>
          <p:spPr>
            <a:xfrm>
              <a:off x="1215643" y="1660725"/>
              <a:ext cx="423000" cy="181200"/>
            </a:xfrm>
            <a:prstGeom prst="rect">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868" name="Google Shape;1868;p114"/>
          <p:cNvGrpSpPr/>
          <p:nvPr/>
        </p:nvGrpSpPr>
        <p:grpSpPr>
          <a:xfrm>
            <a:off x="6942016" y="599050"/>
            <a:ext cx="682420" cy="1145300"/>
            <a:chOff x="6872456" y="599050"/>
            <a:chExt cx="682420" cy="1145300"/>
          </a:xfrm>
        </p:grpSpPr>
        <p:sp>
          <p:nvSpPr>
            <p:cNvPr id="1869" name="Google Shape;1869;p114"/>
            <p:cNvSpPr/>
            <p:nvPr/>
          </p:nvSpPr>
          <p:spPr>
            <a:xfrm>
              <a:off x="6872456" y="1026407"/>
              <a:ext cx="323100" cy="323100"/>
            </a:xfrm>
            <a:prstGeom prst="ellipse">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0" name="Google Shape;1870;p114"/>
            <p:cNvSpPr/>
            <p:nvPr/>
          </p:nvSpPr>
          <p:spPr>
            <a:xfrm>
              <a:off x="6948610" y="1244652"/>
              <a:ext cx="169800" cy="169800"/>
            </a:xfrm>
            <a:prstGeom prst="ellipse">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871" name="Google Shape;1871;p114"/>
            <p:cNvGrpSpPr/>
            <p:nvPr/>
          </p:nvGrpSpPr>
          <p:grpSpPr>
            <a:xfrm>
              <a:off x="6893756" y="1037611"/>
              <a:ext cx="279504" cy="706506"/>
              <a:chOff x="1066800" y="1496225"/>
              <a:chExt cx="692183" cy="1749643"/>
            </a:xfrm>
          </p:grpSpPr>
          <p:sp>
            <p:nvSpPr>
              <p:cNvPr id="1872" name="Google Shape;1872;p114"/>
              <p:cNvSpPr/>
              <p:nvPr/>
            </p:nvSpPr>
            <p:spPr>
              <a:xfrm>
                <a:off x="1066800" y="1496225"/>
                <a:ext cx="692100" cy="692100"/>
              </a:xfrm>
              <a:prstGeom prst="ellipse">
                <a:avLst/>
              </a:prstGeom>
              <a:solidFill>
                <a:srgbClr val="BBBCB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3" name="Google Shape;1873;p114"/>
              <p:cNvSpPr/>
              <p:nvPr/>
            </p:nvSpPr>
            <p:spPr>
              <a:xfrm>
                <a:off x="1066862" y="1496225"/>
                <a:ext cx="692100" cy="692100"/>
              </a:xfrm>
              <a:prstGeom prst="blockArc">
                <a:avLst>
                  <a:gd name="adj1" fmla="val 10800000"/>
                  <a:gd name="adj2" fmla="val 0"/>
                  <a:gd name="adj3" fmla="val 25000"/>
                </a:avLst>
              </a:prstGeom>
              <a:solidFill>
                <a:srgbClr val="2F1B0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4" name="Google Shape;1874;p114"/>
              <p:cNvSpPr/>
              <p:nvPr/>
            </p:nvSpPr>
            <p:spPr>
              <a:xfrm>
                <a:off x="1066800" y="2194203"/>
                <a:ext cx="692100" cy="692100"/>
              </a:xfrm>
              <a:prstGeom prst="ellipse">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5" name="Google Shape;1875;p114"/>
              <p:cNvSpPr/>
              <p:nvPr/>
            </p:nvSpPr>
            <p:spPr>
              <a:xfrm>
                <a:off x="1066883" y="2553768"/>
                <a:ext cx="692100" cy="692100"/>
              </a:xfrm>
              <a:prstGeom prst="rect">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6" name="Google Shape;1876;p114"/>
              <p:cNvSpPr/>
              <p:nvPr/>
            </p:nvSpPr>
            <p:spPr>
              <a:xfrm>
                <a:off x="1215643" y="1660725"/>
                <a:ext cx="423000" cy="181200"/>
              </a:xfrm>
              <a:prstGeom prst="rect">
                <a:avLst/>
              </a:prstGeom>
              <a:solidFill>
                <a:srgbClr val="2F1B0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877" name="Google Shape;1877;p114"/>
            <p:cNvSpPr/>
            <p:nvPr/>
          </p:nvSpPr>
          <p:spPr>
            <a:xfrm>
              <a:off x="6893713" y="1591950"/>
              <a:ext cx="279600" cy="1524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8" name="Google Shape;1878;p114"/>
            <p:cNvSpPr/>
            <p:nvPr/>
          </p:nvSpPr>
          <p:spPr>
            <a:xfrm>
              <a:off x="6959109" y="1157337"/>
              <a:ext cx="66000" cy="40500"/>
            </a:xfrm>
            <a:prstGeom prst="roundRect">
              <a:avLst>
                <a:gd name="adj" fmla="val 16667"/>
              </a:avLst>
            </a:prstGeom>
            <a:solidFill>
              <a:schemeClr val="accent5"/>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9" name="Google Shape;1879;p114"/>
            <p:cNvSpPr/>
            <p:nvPr/>
          </p:nvSpPr>
          <p:spPr>
            <a:xfrm>
              <a:off x="7049420" y="1157337"/>
              <a:ext cx="66000" cy="40500"/>
            </a:xfrm>
            <a:prstGeom prst="roundRect">
              <a:avLst>
                <a:gd name="adj" fmla="val 16667"/>
              </a:avLst>
            </a:prstGeom>
            <a:solidFill>
              <a:schemeClr val="accent5"/>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880" name="Google Shape;1880;p114"/>
            <p:cNvGrpSpPr/>
            <p:nvPr/>
          </p:nvGrpSpPr>
          <p:grpSpPr>
            <a:xfrm>
              <a:off x="7061419" y="1401888"/>
              <a:ext cx="65986" cy="65836"/>
              <a:chOff x="1721775" y="1901200"/>
              <a:chExt cx="352300" cy="351500"/>
            </a:xfrm>
          </p:grpSpPr>
          <p:sp>
            <p:nvSpPr>
              <p:cNvPr id="1881" name="Google Shape;1881;p114"/>
              <p:cNvSpPr/>
              <p:nvPr/>
            </p:nvSpPr>
            <p:spPr>
              <a:xfrm>
                <a:off x="1721775" y="1901200"/>
                <a:ext cx="258925" cy="257050"/>
              </a:xfrm>
              <a:custGeom>
                <a:avLst/>
                <a:gdLst/>
                <a:ahLst/>
                <a:cxnLst/>
                <a:rect l="l" t="t" r="r" b="b"/>
                <a:pathLst>
                  <a:path w="10357" h="10282" extrusionOk="0">
                    <a:moveTo>
                      <a:pt x="4404" y="0"/>
                    </a:moveTo>
                    <a:lnTo>
                      <a:pt x="4415" y="1242"/>
                    </a:lnTo>
                    <a:lnTo>
                      <a:pt x="4139" y="1326"/>
                    </a:lnTo>
                    <a:lnTo>
                      <a:pt x="3873" y="1422"/>
                    </a:lnTo>
                    <a:lnTo>
                      <a:pt x="3619" y="1539"/>
                    </a:lnTo>
                    <a:lnTo>
                      <a:pt x="3364" y="1666"/>
                    </a:lnTo>
                    <a:lnTo>
                      <a:pt x="2494" y="796"/>
                    </a:lnTo>
                    <a:lnTo>
                      <a:pt x="828" y="2430"/>
                    </a:lnTo>
                    <a:lnTo>
                      <a:pt x="1698" y="3311"/>
                    </a:lnTo>
                    <a:lnTo>
                      <a:pt x="1560" y="3555"/>
                    </a:lnTo>
                    <a:lnTo>
                      <a:pt x="1444" y="3809"/>
                    </a:lnTo>
                    <a:lnTo>
                      <a:pt x="1348" y="4075"/>
                    </a:lnTo>
                    <a:lnTo>
                      <a:pt x="1263" y="4340"/>
                    </a:lnTo>
                    <a:lnTo>
                      <a:pt x="0" y="4340"/>
                    </a:lnTo>
                    <a:lnTo>
                      <a:pt x="0" y="6664"/>
                    </a:lnTo>
                    <a:lnTo>
                      <a:pt x="1253" y="6674"/>
                    </a:lnTo>
                    <a:lnTo>
                      <a:pt x="1327" y="6950"/>
                    </a:lnTo>
                    <a:lnTo>
                      <a:pt x="1433" y="7215"/>
                    </a:lnTo>
                    <a:lnTo>
                      <a:pt x="1539" y="7470"/>
                    </a:lnTo>
                    <a:lnTo>
                      <a:pt x="1677" y="7714"/>
                    </a:lnTo>
                    <a:lnTo>
                      <a:pt x="754" y="8627"/>
                    </a:lnTo>
                    <a:lnTo>
                      <a:pt x="2398" y="10282"/>
                    </a:lnTo>
                    <a:lnTo>
                      <a:pt x="3099" y="9603"/>
                    </a:lnTo>
                    <a:lnTo>
                      <a:pt x="2929" y="9592"/>
                    </a:lnTo>
                    <a:lnTo>
                      <a:pt x="2929" y="7268"/>
                    </a:lnTo>
                    <a:lnTo>
                      <a:pt x="3003" y="7268"/>
                    </a:lnTo>
                    <a:lnTo>
                      <a:pt x="2887" y="7077"/>
                    </a:lnTo>
                    <a:lnTo>
                      <a:pt x="2791" y="6887"/>
                    </a:lnTo>
                    <a:lnTo>
                      <a:pt x="2706" y="6685"/>
                    </a:lnTo>
                    <a:lnTo>
                      <a:pt x="2632" y="6473"/>
                    </a:lnTo>
                    <a:lnTo>
                      <a:pt x="2568" y="6250"/>
                    </a:lnTo>
                    <a:lnTo>
                      <a:pt x="2526" y="6027"/>
                    </a:lnTo>
                    <a:lnTo>
                      <a:pt x="2505" y="5794"/>
                    </a:lnTo>
                    <a:lnTo>
                      <a:pt x="2494" y="5560"/>
                    </a:lnTo>
                    <a:lnTo>
                      <a:pt x="2494" y="5401"/>
                    </a:lnTo>
                    <a:lnTo>
                      <a:pt x="2505" y="5242"/>
                    </a:lnTo>
                    <a:lnTo>
                      <a:pt x="2526" y="5093"/>
                    </a:lnTo>
                    <a:lnTo>
                      <a:pt x="2558" y="4945"/>
                    </a:lnTo>
                    <a:lnTo>
                      <a:pt x="2589" y="4796"/>
                    </a:lnTo>
                    <a:lnTo>
                      <a:pt x="2632" y="4648"/>
                    </a:lnTo>
                    <a:lnTo>
                      <a:pt x="2674" y="4499"/>
                    </a:lnTo>
                    <a:lnTo>
                      <a:pt x="2738" y="4361"/>
                    </a:lnTo>
                    <a:lnTo>
                      <a:pt x="2791" y="4223"/>
                    </a:lnTo>
                    <a:lnTo>
                      <a:pt x="2865" y="4096"/>
                    </a:lnTo>
                    <a:lnTo>
                      <a:pt x="2940" y="3958"/>
                    </a:lnTo>
                    <a:lnTo>
                      <a:pt x="3014" y="3841"/>
                    </a:lnTo>
                    <a:lnTo>
                      <a:pt x="3109" y="3714"/>
                    </a:lnTo>
                    <a:lnTo>
                      <a:pt x="3194" y="3597"/>
                    </a:lnTo>
                    <a:lnTo>
                      <a:pt x="3290" y="3491"/>
                    </a:lnTo>
                    <a:lnTo>
                      <a:pt x="3396" y="3385"/>
                    </a:lnTo>
                    <a:lnTo>
                      <a:pt x="3502" y="3279"/>
                    </a:lnTo>
                    <a:lnTo>
                      <a:pt x="3619" y="3183"/>
                    </a:lnTo>
                    <a:lnTo>
                      <a:pt x="3735" y="3088"/>
                    </a:lnTo>
                    <a:lnTo>
                      <a:pt x="3852" y="3003"/>
                    </a:lnTo>
                    <a:lnTo>
                      <a:pt x="3980" y="2929"/>
                    </a:lnTo>
                    <a:lnTo>
                      <a:pt x="4107" y="2854"/>
                    </a:lnTo>
                    <a:lnTo>
                      <a:pt x="4245" y="2780"/>
                    </a:lnTo>
                    <a:lnTo>
                      <a:pt x="4372" y="2716"/>
                    </a:lnTo>
                    <a:lnTo>
                      <a:pt x="4521" y="2663"/>
                    </a:lnTo>
                    <a:lnTo>
                      <a:pt x="4659" y="2621"/>
                    </a:lnTo>
                    <a:lnTo>
                      <a:pt x="4807" y="2579"/>
                    </a:lnTo>
                    <a:lnTo>
                      <a:pt x="4956" y="2536"/>
                    </a:lnTo>
                    <a:lnTo>
                      <a:pt x="5104" y="2515"/>
                    </a:lnTo>
                    <a:lnTo>
                      <a:pt x="5263" y="2494"/>
                    </a:lnTo>
                    <a:lnTo>
                      <a:pt x="5423" y="2483"/>
                    </a:lnTo>
                    <a:lnTo>
                      <a:pt x="5582" y="2472"/>
                    </a:lnTo>
                    <a:lnTo>
                      <a:pt x="5815" y="2483"/>
                    </a:lnTo>
                    <a:lnTo>
                      <a:pt x="6059" y="2515"/>
                    </a:lnTo>
                    <a:lnTo>
                      <a:pt x="6293" y="2557"/>
                    </a:lnTo>
                    <a:lnTo>
                      <a:pt x="6516" y="2621"/>
                    </a:lnTo>
                    <a:lnTo>
                      <a:pt x="6728" y="2706"/>
                    </a:lnTo>
                    <a:lnTo>
                      <a:pt x="6940" y="2801"/>
                    </a:lnTo>
                    <a:lnTo>
                      <a:pt x="7142" y="2907"/>
                    </a:lnTo>
                    <a:lnTo>
                      <a:pt x="7333" y="3035"/>
                    </a:lnTo>
                    <a:lnTo>
                      <a:pt x="7333" y="2929"/>
                    </a:lnTo>
                    <a:lnTo>
                      <a:pt x="9688" y="2929"/>
                    </a:lnTo>
                    <a:lnTo>
                      <a:pt x="9688" y="3109"/>
                    </a:lnTo>
                    <a:lnTo>
                      <a:pt x="10357" y="2462"/>
                    </a:lnTo>
                    <a:lnTo>
                      <a:pt x="8701" y="796"/>
                    </a:lnTo>
                    <a:lnTo>
                      <a:pt x="7799" y="1687"/>
                    </a:lnTo>
                    <a:lnTo>
                      <a:pt x="7555" y="1560"/>
                    </a:lnTo>
                    <a:lnTo>
                      <a:pt x="7290" y="1443"/>
                    </a:lnTo>
                    <a:lnTo>
                      <a:pt x="7035" y="1337"/>
                    </a:lnTo>
                    <a:lnTo>
                      <a:pt x="6760" y="1252"/>
                    </a:lnTo>
                    <a:lnTo>
                      <a:pt x="676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2" name="Google Shape;1882;p114"/>
              <p:cNvSpPr/>
              <p:nvPr/>
            </p:nvSpPr>
            <p:spPr>
              <a:xfrm>
                <a:off x="1795000" y="1974400"/>
                <a:ext cx="279075" cy="278300"/>
              </a:xfrm>
              <a:custGeom>
                <a:avLst/>
                <a:gdLst/>
                <a:ahLst/>
                <a:cxnLst/>
                <a:rect l="l" t="t" r="r" b="b"/>
                <a:pathLst>
                  <a:path w="11163" h="11132" extrusionOk="0">
                    <a:moveTo>
                      <a:pt x="5741" y="2484"/>
                    </a:moveTo>
                    <a:lnTo>
                      <a:pt x="5889" y="2494"/>
                    </a:lnTo>
                    <a:lnTo>
                      <a:pt x="6048" y="2515"/>
                    </a:lnTo>
                    <a:lnTo>
                      <a:pt x="6197" y="2547"/>
                    </a:lnTo>
                    <a:lnTo>
                      <a:pt x="6345" y="2579"/>
                    </a:lnTo>
                    <a:lnTo>
                      <a:pt x="6494" y="2622"/>
                    </a:lnTo>
                    <a:lnTo>
                      <a:pt x="6642" y="2664"/>
                    </a:lnTo>
                    <a:lnTo>
                      <a:pt x="6780" y="2728"/>
                    </a:lnTo>
                    <a:lnTo>
                      <a:pt x="6918" y="2781"/>
                    </a:lnTo>
                    <a:lnTo>
                      <a:pt x="7046" y="2855"/>
                    </a:lnTo>
                    <a:lnTo>
                      <a:pt x="7184" y="2929"/>
                    </a:lnTo>
                    <a:lnTo>
                      <a:pt x="7300" y="3004"/>
                    </a:lnTo>
                    <a:lnTo>
                      <a:pt x="7428" y="3088"/>
                    </a:lnTo>
                    <a:lnTo>
                      <a:pt x="7544" y="3184"/>
                    </a:lnTo>
                    <a:lnTo>
                      <a:pt x="7650" y="3279"/>
                    </a:lnTo>
                    <a:lnTo>
                      <a:pt x="7757" y="3386"/>
                    </a:lnTo>
                    <a:lnTo>
                      <a:pt x="7863" y="3492"/>
                    </a:lnTo>
                    <a:lnTo>
                      <a:pt x="7958" y="3598"/>
                    </a:lnTo>
                    <a:lnTo>
                      <a:pt x="8054" y="3714"/>
                    </a:lnTo>
                    <a:lnTo>
                      <a:pt x="8139" y="3842"/>
                    </a:lnTo>
                    <a:lnTo>
                      <a:pt x="8213" y="3969"/>
                    </a:lnTo>
                    <a:lnTo>
                      <a:pt x="8287" y="4096"/>
                    </a:lnTo>
                    <a:lnTo>
                      <a:pt x="8361" y="4224"/>
                    </a:lnTo>
                    <a:lnTo>
                      <a:pt x="8425" y="4362"/>
                    </a:lnTo>
                    <a:lnTo>
                      <a:pt x="8478" y="4500"/>
                    </a:lnTo>
                    <a:lnTo>
                      <a:pt x="8521" y="4648"/>
                    </a:lnTo>
                    <a:lnTo>
                      <a:pt x="8563" y="4797"/>
                    </a:lnTo>
                    <a:lnTo>
                      <a:pt x="8605" y="4945"/>
                    </a:lnTo>
                    <a:lnTo>
                      <a:pt x="8627" y="5094"/>
                    </a:lnTo>
                    <a:lnTo>
                      <a:pt x="8648" y="5253"/>
                    </a:lnTo>
                    <a:lnTo>
                      <a:pt x="8658" y="5402"/>
                    </a:lnTo>
                    <a:lnTo>
                      <a:pt x="8669" y="5561"/>
                    </a:lnTo>
                    <a:lnTo>
                      <a:pt x="8658" y="5720"/>
                    </a:lnTo>
                    <a:lnTo>
                      <a:pt x="8648" y="5879"/>
                    </a:lnTo>
                    <a:lnTo>
                      <a:pt x="8627" y="6038"/>
                    </a:lnTo>
                    <a:lnTo>
                      <a:pt x="8605" y="6187"/>
                    </a:lnTo>
                    <a:lnTo>
                      <a:pt x="8563" y="6335"/>
                    </a:lnTo>
                    <a:lnTo>
                      <a:pt x="8521" y="6484"/>
                    </a:lnTo>
                    <a:lnTo>
                      <a:pt x="8478" y="6622"/>
                    </a:lnTo>
                    <a:lnTo>
                      <a:pt x="8425" y="6770"/>
                    </a:lnTo>
                    <a:lnTo>
                      <a:pt x="8361" y="6898"/>
                    </a:lnTo>
                    <a:lnTo>
                      <a:pt x="8287" y="7036"/>
                    </a:lnTo>
                    <a:lnTo>
                      <a:pt x="8213" y="7163"/>
                    </a:lnTo>
                    <a:lnTo>
                      <a:pt x="8139" y="7290"/>
                    </a:lnTo>
                    <a:lnTo>
                      <a:pt x="8054" y="7407"/>
                    </a:lnTo>
                    <a:lnTo>
                      <a:pt x="7958" y="7524"/>
                    </a:lnTo>
                    <a:lnTo>
                      <a:pt x="7863" y="7640"/>
                    </a:lnTo>
                    <a:lnTo>
                      <a:pt x="7757" y="7747"/>
                    </a:lnTo>
                    <a:lnTo>
                      <a:pt x="7650" y="7853"/>
                    </a:lnTo>
                    <a:lnTo>
                      <a:pt x="7544" y="7948"/>
                    </a:lnTo>
                    <a:lnTo>
                      <a:pt x="7428" y="8033"/>
                    </a:lnTo>
                    <a:lnTo>
                      <a:pt x="7300" y="8129"/>
                    </a:lnTo>
                    <a:lnTo>
                      <a:pt x="7184" y="8203"/>
                    </a:lnTo>
                    <a:lnTo>
                      <a:pt x="7046" y="8277"/>
                    </a:lnTo>
                    <a:lnTo>
                      <a:pt x="6918" y="8341"/>
                    </a:lnTo>
                    <a:lnTo>
                      <a:pt x="6780" y="8404"/>
                    </a:lnTo>
                    <a:lnTo>
                      <a:pt x="6642" y="8468"/>
                    </a:lnTo>
                    <a:lnTo>
                      <a:pt x="6494" y="8511"/>
                    </a:lnTo>
                    <a:lnTo>
                      <a:pt x="6345" y="8553"/>
                    </a:lnTo>
                    <a:lnTo>
                      <a:pt x="6197" y="8585"/>
                    </a:lnTo>
                    <a:lnTo>
                      <a:pt x="6048" y="8617"/>
                    </a:lnTo>
                    <a:lnTo>
                      <a:pt x="5889" y="8638"/>
                    </a:lnTo>
                    <a:lnTo>
                      <a:pt x="5741" y="8648"/>
                    </a:lnTo>
                    <a:lnTo>
                      <a:pt x="5422" y="8648"/>
                    </a:lnTo>
                    <a:lnTo>
                      <a:pt x="5263" y="8638"/>
                    </a:lnTo>
                    <a:lnTo>
                      <a:pt x="5104" y="8617"/>
                    </a:lnTo>
                    <a:lnTo>
                      <a:pt x="4955" y="8585"/>
                    </a:lnTo>
                    <a:lnTo>
                      <a:pt x="4807" y="8553"/>
                    </a:lnTo>
                    <a:lnTo>
                      <a:pt x="4658" y="8511"/>
                    </a:lnTo>
                    <a:lnTo>
                      <a:pt x="4520" y="8468"/>
                    </a:lnTo>
                    <a:lnTo>
                      <a:pt x="4382" y="8404"/>
                    </a:lnTo>
                    <a:lnTo>
                      <a:pt x="4244" y="8341"/>
                    </a:lnTo>
                    <a:lnTo>
                      <a:pt x="4106" y="8277"/>
                    </a:lnTo>
                    <a:lnTo>
                      <a:pt x="3979" y="8203"/>
                    </a:lnTo>
                    <a:lnTo>
                      <a:pt x="3852" y="8129"/>
                    </a:lnTo>
                    <a:lnTo>
                      <a:pt x="3735" y="8033"/>
                    </a:lnTo>
                    <a:lnTo>
                      <a:pt x="3618" y="7948"/>
                    </a:lnTo>
                    <a:lnTo>
                      <a:pt x="3502" y="7853"/>
                    </a:lnTo>
                    <a:lnTo>
                      <a:pt x="3396" y="7747"/>
                    </a:lnTo>
                    <a:lnTo>
                      <a:pt x="3300" y="7640"/>
                    </a:lnTo>
                    <a:lnTo>
                      <a:pt x="3194" y="7524"/>
                    </a:lnTo>
                    <a:lnTo>
                      <a:pt x="3109" y="7407"/>
                    </a:lnTo>
                    <a:lnTo>
                      <a:pt x="3024" y="7290"/>
                    </a:lnTo>
                    <a:lnTo>
                      <a:pt x="2939" y="7163"/>
                    </a:lnTo>
                    <a:lnTo>
                      <a:pt x="2865" y="7036"/>
                    </a:lnTo>
                    <a:lnTo>
                      <a:pt x="2801" y="6898"/>
                    </a:lnTo>
                    <a:lnTo>
                      <a:pt x="2738" y="6770"/>
                    </a:lnTo>
                    <a:lnTo>
                      <a:pt x="2685" y="6622"/>
                    </a:lnTo>
                    <a:lnTo>
                      <a:pt x="2632" y="6484"/>
                    </a:lnTo>
                    <a:lnTo>
                      <a:pt x="2589" y="6335"/>
                    </a:lnTo>
                    <a:lnTo>
                      <a:pt x="2557" y="6187"/>
                    </a:lnTo>
                    <a:lnTo>
                      <a:pt x="2525" y="6038"/>
                    </a:lnTo>
                    <a:lnTo>
                      <a:pt x="2515" y="5879"/>
                    </a:lnTo>
                    <a:lnTo>
                      <a:pt x="2494" y="5720"/>
                    </a:lnTo>
                    <a:lnTo>
                      <a:pt x="2494" y="5561"/>
                    </a:lnTo>
                    <a:lnTo>
                      <a:pt x="2494" y="5402"/>
                    </a:lnTo>
                    <a:lnTo>
                      <a:pt x="2515" y="5253"/>
                    </a:lnTo>
                    <a:lnTo>
                      <a:pt x="2525" y="5094"/>
                    </a:lnTo>
                    <a:lnTo>
                      <a:pt x="2557" y="4945"/>
                    </a:lnTo>
                    <a:lnTo>
                      <a:pt x="2589" y="4797"/>
                    </a:lnTo>
                    <a:lnTo>
                      <a:pt x="2632" y="4648"/>
                    </a:lnTo>
                    <a:lnTo>
                      <a:pt x="2685" y="4500"/>
                    </a:lnTo>
                    <a:lnTo>
                      <a:pt x="2738" y="4362"/>
                    </a:lnTo>
                    <a:lnTo>
                      <a:pt x="2801" y="4224"/>
                    </a:lnTo>
                    <a:lnTo>
                      <a:pt x="2865" y="4096"/>
                    </a:lnTo>
                    <a:lnTo>
                      <a:pt x="2939" y="3969"/>
                    </a:lnTo>
                    <a:lnTo>
                      <a:pt x="3024" y="3842"/>
                    </a:lnTo>
                    <a:lnTo>
                      <a:pt x="3109" y="3714"/>
                    </a:lnTo>
                    <a:lnTo>
                      <a:pt x="3194" y="3598"/>
                    </a:lnTo>
                    <a:lnTo>
                      <a:pt x="3300" y="3492"/>
                    </a:lnTo>
                    <a:lnTo>
                      <a:pt x="3396" y="3386"/>
                    </a:lnTo>
                    <a:lnTo>
                      <a:pt x="3502" y="3279"/>
                    </a:lnTo>
                    <a:lnTo>
                      <a:pt x="3618" y="3184"/>
                    </a:lnTo>
                    <a:lnTo>
                      <a:pt x="3735" y="3088"/>
                    </a:lnTo>
                    <a:lnTo>
                      <a:pt x="3852" y="3004"/>
                    </a:lnTo>
                    <a:lnTo>
                      <a:pt x="3979" y="2929"/>
                    </a:lnTo>
                    <a:lnTo>
                      <a:pt x="4106" y="2855"/>
                    </a:lnTo>
                    <a:lnTo>
                      <a:pt x="4244" y="2781"/>
                    </a:lnTo>
                    <a:lnTo>
                      <a:pt x="4382" y="2728"/>
                    </a:lnTo>
                    <a:lnTo>
                      <a:pt x="4520" y="2664"/>
                    </a:lnTo>
                    <a:lnTo>
                      <a:pt x="4658" y="2622"/>
                    </a:lnTo>
                    <a:lnTo>
                      <a:pt x="4807" y="2579"/>
                    </a:lnTo>
                    <a:lnTo>
                      <a:pt x="4955" y="2547"/>
                    </a:lnTo>
                    <a:lnTo>
                      <a:pt x="5104" y="2515"/>
                    </a:lnTo>
                    <a:lnTo>
                      <a:pt x="5263" y="2494"/>
                    </a:lnTo>
                    <a:lnTo>
                      <a:pt x="5422" y="2484"/>
                    </a:lnTo>
                    <a:close/>
                    <a:moveTo>
                      <a:pt x="4404" y="1"/>
                    </a:moveTo>
                    <a:lnTo>
                      <a:pt x="4404" y="107"/>
                    </a:lnTo>
                    <a:lnTo>
                      <a:pt x="4414" y="1242"/>
                    </a:lnTo>
                    <a:lnTo>
                      <a:pt x="4138" y="1327"/>
                    </a:lnTo>
                    <a:lnTo>
                      <a:pt x="3873" y="1423"/>
                    </a:lnTo>
                    <a:lnTo>
                      <a:pt x="3618" y="1539"/>
                    </a:lnTo>
                    <a:lnTo>
                      <a:pt x="3364" y="1667"/>
                    </a:lnTo>
                    <a:lnTo>
                      <a:pt x="2494" y="796"/>
                    </a:lnTo>
                    <a:lnTo>
                      <a:pt x="828" y="2431"/>
                    </a:lnTo>
                    <a:lnTo>
                      <a:pt x="1698" y="3311"/>
                    </a:lnTo>
                    <a:lnTo>
                      <a:pt x="1570" y="3555"/>
                    </a:lnTo>
                    <a:lnTo>
                      <a:pt x="1454" y="3810"/>
                    </a:lnTo>
                    <a:lnTo>
                      <a:pt x="1348" y="4075"/>
                    </a:lnTo>
                    <a:lnTo>
                      <a:pt x="1263" y="4351"/>
                    </a:lnTo>
                    <a:lnTo>
                      <a:pt x="74" y="4340"/>
                    </a:lnTo>
                    <a:lnTo>
                      <a:pt x="0" y="4340"/>
                    </a:lnTo>
                    <a:lnTo>
                      <a:pt x="0" y="6664"/>
                    </a:lnTo>
                    <a:lnTo>
                      <a:pt x="170" y="6675"/>
                    </a:lnTo>
                    <a:lnTo>
                      <a:pt x="1252" y="6675"/>
                    </a:lnTo>
                    <a:lnTo>
                      <a:pt x="1326" y="6951"/>
                    </a:lnTo>
                    <a:lnTo>
                      <a:pt x="1433" y="7216"/>
                    </a:lnTo>
                    <a:lnTo>
                      <a:pt x="1549" y="7471"/>
                    </a:lnTo>
                    <a:lnTo>
                      <a:pt x="1677" y="7725"/>
                    </a:lnTo>
                    <a:lnTo>
                      <a:pt x="753" y="8627"/>
                    </a:lnTo>
                    <a:lnTo>
                      <a:pt x="2409" y="10283"/>
                    </a:lnTo>
                    <a:lnTo>
                      <a:pt x="3321" y="9381"/>
                    </a:lnTo>
                    <a:lnTo>
                      <a:pt x="3576" y="9508"/>
                    </a:lnTo>
                    <a:lnTo>
                      <a:pt x="3831" y="9625"/>
                    </a:lnTo>
                    <a:lnTo>
                      <a:pt x="4106" y="9731"/>
                    </a:lnTo>
                    <a:lnTo>
                      <a:pt x="4372" y="9816"/>
                    </a:lnTo>
                    <a:lnTo>
                      <a:pt x="4372" y="11131"/>
                    </a:lnTo>
                    <a:lnTo>
                      <a:pt x="6717" y="11131"/>
                    </a:lnTo>
                    <a:lnTo>
                      <a:pt x="6717" y="9826"/>
                    </a:lnTo>
                    <a:lnTo>
                      <a:pt x="6993" y="9741"/>
                    </a:lnTo>
                    <a:lnTo>
                      <a:pt x="7258" y="9646"/>
                    </a:lnTo>
                    <a:lnTo>
                      <a:pt x="7513" y="9529"/>
                    </a:lnTo>
                    <a:lnTo>
                      <a:pt x="7767" y="9402"/>
                    </a:lnTo>
                    <a:lnTo>
                      <a:pt x="8690" y="10314"/>
                    </a:lnTo>
                    <a:lnTo>
                      <a:pt x="10356" y="8680"/>
                    </a:lnTo>
                    <a:lnTo>
                      <a:pt x="9433" y="7757"/>
                    </a:lnTo>
                    <a:lnTo>
                      <a:pt x="9560" y="7513"/>
                    </a:lnTo>
                    <a:lnTo>
                      <a:pt x="9677" y="7258"/>
                    </a:lnTo>
                    <a:lnTo>
                      <a:pt x="9783" y="6993"/>
                    </a:lnTo>
                    <a:lnTo>
                      <a:pt x="9868" y="6728"/>
                    </a:lnTo>
                    <a:lnTo>
                      <a:pt x="11163" y="6728"/>
                    </a:lnTo>
                    <a:lnTo>
                      <a:pt x="11163" y="4394"/>
                    </a:lnTo>
                    <a:lnTo>
                      <a:pt x="9879" y="4394"/>
                    </a:lnTo>
                    <a:lnTo>
                      <a:pt x="9804" y="4118"/>
                    </a:lnTo>
                    <a:lnTo>
                      <a:pt x="9698" y="3863"/>
                    </a:lnTo>
                    <a:lnTo>
                      <a:pt x="9582" y="3598"/>
                    </a:lnTo>
                    <a:lnTo>
                      <a:pt x="9454" y="3354"/>
                    </a:lnTo>
                    <a:lnTo>
                      <a:pt x="10356" y="2462"/>
                    </a:lnTo>
                    <a:lnTo>
                      <a:pt x="8712" y="807"/>
                    </a:lnTo>
                    <a:lnTo>
                      <a:pt x="7810" y="1698"/>
                    </a:lnTo>
                    <a:lnTo>
                      <a:pt x="7555" y="1560"/>
                    </a:lnTo>
                    <a:lnTo>
                      <a:pt x="7300" y="1444"/>
                    </a:lnTo>
                    <a:lnTo>
                      <a:pt x="7035" y="1338"/>
                    </a:lnTo>
                    <a:lnTo>
                      <a:pt x="6759" y="1253"/>
                    </a:lnTo>
                    <a:lnTo>
                      <a:pt x="6759" y="181"/>
                    </a:lnTo>
                    <a:lnTo>
                      <a:pt x="6759"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883" name="Google Shape;1883;p114"/>
            <p:cNvGrpSpPr/>
            <p:nvPr/>
          </p:nvGrpSpPr>
          <p:grpSpPr>
            <a:xfrm>
              <a:off x="7020276" y="599050"/>
              <a:ext cx="534600" cy="492600"/>
              <a:chOff x="6486876" y="599050"/>
              <a:chExt cx="534600" cy="492600"/>
            </a:xfrm>
          </p:grpSpPr>
          <p:sp>
            <p:nvSpPr>
              <p:cNvPr id="1884" name="Google Shape;1884;p114"/>
              <p:cNvSpPr/>
              <p:nvPr/>
            </p:nvSpPr>
            <p:spPr>
              <a:xfrm>
                <a:off x="6509750" y="637400"/>
                <a:ext cx="488100" cy="323100"/>
              </a:xfrm>
              <a:prstGeom prst="wedgeRoundRectCallout">
                <a:avLst>
                  <a:gd name="adj1" fmla="val -20833"/>
                  <a:gd name="adj2" fmla="val 62500"/>
                  <a:gd name="adj3" fmla="val 0"/>
                </a:avLst>
              </a:prstGeom>
              <a:noFill/>
              <a:ln w="9525" cap="flat" cmpd="sng">
                <a:solidFill>
                  <a:schemeClr val="lt1"/>
                </a:solidFill>
                <a:prstDash val="dot"/>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5" name="Google Shape;1885;p114"/>
              <p:cNvSpPr txBox="1"/>
              <p:nvPr/>
            </p:nvSpPr>
            <p:spPr>
              <a:xfrm>
                <a:off x="6486876" y="599050"/>
                <a:ext cx="534600" cy="492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500">
                    <a:solidFill>
                      <a:schemeClr val="lt1"/>
                    </a:solidFill>
                    <a:latin typeface="IBM Plex Mono Medium"/>
                    <a:ea typeface="IBM Plex Mono Medium"/>
                    <a:cs typeface="IBM Plex Mono Medium"/>
                    <a:sym typeface="IBM Plex Mono Medium"/>
                  </a:rPr>
                  <a:t>Just code in Spring Boot!</a:t>
                </a:r>
                <a:endParaRPr sz="500">
                  <a:solidFill>
                    <a:schemeClr val="lt1"/>
                  </a:solidFill>
                  <a:latin typeface="IBM Plex Mono Medium"/>
                  <a:ea typeface="IBM Plex Mono Medium"/>
                  <a:cs typeface="IBM Plex Mono Medium"/>
                  <a:sym typeface="IBM Plex Mono Medium"/>
                </a:endParaRPr>
              </a:p>
              <a:p>
                <a:pPr marL="0" lvl="0" indent="0" algn="l" rtl="0">
                  <a:spcBef>
                    <a:spcPts val="0"/>
                  </a:spcBef>
                  <a:spcAft>
                    <a:spcPts val="0"/>
                  </a:spcAft>
                  <a:buNone/>
                </a:pPr>
                <a:endParaRPr sz="500">
                  <a:latin typeface="IBM Plex Mono Medium"/>
                  <a:ea typeface="IBM Plex Mono Medium"/>
                  <a:cs typeface="IBM Plex Mono Medium"/>
                  <a:sym typeface="IBM Plex Mono Medium"/>
                </a:endParaRPr>
              </a:p>
            </p:txBody>
          </p:sp>
        </p:grpSp>
      </p:grpSp>
      <p:sp>
        <p:nvSpPr>
          <p:cNvPr id="1886" name="Google Shape;1886;p114"/>
          <p:cNvSpPr txBox="1"/>
          <p:nvPr/>
        </p:nvSpPr>
        <p:spPr>
          <a:xfrm>
            <a:off x="4565276" y="1844790"/>
            <a:ext cx="852900" cy="4002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000"/>
              <a:buFont typeface="Arial"/>
              <a:buNone/>
            </a:pPr>
            <a:r>
              <a:rPr lang="en" sz="900" b="1">
                <a:solidFill>
                  <a:schemeClr val="lt1"/>
                </a:solidFill>
                <a:latin typeface="IBM Plex Sans"/>
                <a:ea typeface="IBM Plex Sans"/>
                <a:cs typeface="IBM Plex Sans"/>
                <a:sym typeface="IBM Plex Sans"/>
              </a:rPr>
              <a:t>Low-code Developer</a:t>
            </a:r>
            <a:endParaRPr sz="900" b="1" i="0" u="none" strike="noStrike" cap="none">
              <a:solidFill>
                <a:schemeClr val="lt1"/>
              </a:solidFill>
              <a:latin typeface="IBM Plex Sans"/>
              <a:ea typeface="IBM Plex Sans"/>
              <a:cs typeface="IBM Plex Sans"/>
              <a:sym typeface="IBM Plex Sans"/>
            </a:endParaRPr>
          </a:p>
        </p:txBody>
      </p:sp>
      <p:grpSp>
        <p:nvGrpSpPr>
          <p:cNvPr id="1887" name="Google Shape;1887;p114"/>
          <p:cNvGrpSpPr/>
          <p:nvPr/>
        </p:nvGrpSpPr>
        <p:grpSpPr>
          <a:xfrm>
            <a:off x="4846689" y="1037611"/>
            <a:ext cx="279504" cy="706506"/>
            <a:chOff x="1066800" y="1496225"/>
            <a:chExt cx="692183" cy="1749643"/>
          </a:xfrm>
        </p:grpSpPr>
        <p:sp>
          <p:nvSpPr>
            <p:cNvPr id="1888" name="Google Shape;1888;p114"/>
            <p:cNvSpPr/>
            <p:nvPr/>
          </p:nvSpPr>
          <p:spPr>
            <a:xfrm>
              <a:off x="1066800" y="1496225"/>
              <a:ext cx="692100" cy="692100"/>
            </a:xfrm>
            <a:prstGeom prst="ellipse">
              <a:avLst/>
            </a:prstGeom>
            <a:solidFill>
              <a:srgbClr val="BBBCB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9" name="Google Shape;1889;p114"/>
            <p:cNvSpPr/>
            <p:nvPr/>
          </p:nvSpPr>
          <p:spPr>
            <a:xfrm>
              <a:off x="1066862" y="1496225"/>
              <a:ext cx="692100" cy="692100"/>
            </a:xfrm>
            <a:prstGeom prst="blockArc">
              <a:avLst>
                <a:gd name="adj1" fmla="val 10800000"/>
                <a:gd name="adj2" fmla="val 0"/>
                <a:gd name="adj3" fmla="val 25000"/>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0" name="Google Shape;1890;p114"/>
            <p:cNvSpPr/>
            <p:nvPr/>
          </p:nvSpPr>
          <p:spPr>
            <a:xfrm>
              <a:off x="1066800" y="2194203"/>
              <a:ext cx="692100" cy="692100"/>
            </a:xfrm>
            <a:prstGeom prst="ellipse">
              <a:avLst/>
            </a:prstGeom>
            <a:solidFill>
              <a:srgbClr val="4343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1" name="Google Shape;1891;p114"/>
            <p:cNvSpPr/>
            <p:nvPr/>
          </p:nvSpPr>
          <p:spPr>
            <a:xfrm>
              <a:off x="1066883" y="2553768"/>
              <a:ext cx="692100" cy="692100"/>
            </a:xfrm>
            <a:prstGeom prst="rect">
              <a:avLst/>
            </a:prstGeom>
            <a:solidFill>
              <a:srgbClr val="BBBCB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2" name="Google Shape;1892;p114"/>
            <p:cNvSpPr/>
            <p:nvPr/>
          </p:nvSpPr>
          <p:spPr>
            <a:xfrm>
              <a:off x="1215643" y="1660725"/>
              <a:ext cx="423000" cy="181200"/>
            </a:xfrm>
            <a:prstGeom prst="rect">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893" name="Google Shape;1893;p114"/>
          <p:cNvSpPr/>
          <p:nvPr/>
        </p:nvSpPr>
        <p:spPr>
          <a:xfrm flipH="1">
            <a:off x="-6375" y="2518390"/>
            <a:ext cx="9144000" cy="2617500"/>
          </a:xfrm>
          <a:prstGeom prst="rtTriangle">
            <a:avLst/>
          </a:prstGeom>
          <a:solidFill>
            <a:srgbClr val="00396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1894" name="Google Shape;1894;p114"/>
          <p:cNvSpPr txBox="1"/>
          <p:nvPr/>
        </p:nvSpPr>
        <p:spPr>
          <a:xfrm>
            <a:off x="8044201" y="2816800"/>
            <a:ext cx="1017600" cy="369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200" b="1">
                <a:solidFill>
                  <a:schemeClr val="lt1"/>
                </a:solidFill>
                <a:latin typeface="IBM Plex Sans"/>
                <a:ea typeface="IBM Plex Sans"/>
                <a:cs typeface="IBM Plex Sans"/>
                <a:sym typeface="IBM Plex Sans"/>
              </a:rPr>
              <a:t>Complexity</a:t>
            </a:r>
            <a:endParaRPr sz="1200" b="1">
              <a:solidFill>
                <a:schemeClr val="lt1"/>
              </a:solidFill>
              <a:latin typeface="IBM Plex Sans"/>
              <a:ea typeface="IBM Plex Sans"/>
              <a:cs typeface="IBM Plex Sans"/>
              <a:sym typeface="IBM Plex Sans"/>
            </a:endParaRPr>
          </a:p>
        </p:txBody>
      </p:sp>
      <p:sp>
        <p:nvSpPr>
          <p:cNvPr id="1895" name="Google Shape;1895;p114"/>
          <p:cNvSpPr txBox="1"/>
          <p:nvPr/>
        </p:nvSpPr>
        <p:spPr>
          <a:xfrm>
            <a:off x="298259" y="3051370"/>
            <a:ext cx="37362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b="1">
                <a:solidFill>
                  <a:schemeClr val="lt1"/>
                </a:solidFill>
                <a:latin typeface="IBM Plex Sans"/>
                <a:ea typeface="IBM Plex Sans"/>
                <a:cs typeface="IBM Plex Sans"/>
                <a:sym typeface="IBM Plex Sans"/>
              </a:rPr>
              <a:t>Solution/project types:</a:t>
            </a:r>
            <a:endParaRPr b="1">
              <a:solidFill>
                <a:schemeClr val="lt1"/>
              </a:solidFill>
              <a:latin typeface="IBM Plex Sans"/>
              <a:ea typeface="IBM Plex Sans"/>
              <a:cs typeface="IBM Plex Sans"/>
              <a:sym typeface="IBM Plex Sans"/>
            </a:endParaRPr>
          </a:p>
        </p:txBody>
      </p:sp>
      <p:cxnSp>
        <p:nvCxnSpPr>
          <p:cNvPr id="1896" name="Google Shape;1896;p114"/>
          <p:cNvCxnSpPr/>
          <p:nvPr/>
        </p:nvCxnSpPr>
        <p:spPr>
          <a:xfrm>
            <a:off x="336500" y="2890196"/>
            <a:ext cx="7638900" cy="0"/>
          </a:xfrm>
          <a:prstGeom prst="straightConnector1">
            <a:avLst/>
          </a:prstGeom>
          <a:noFill/>
          <a:ln w="28575" cap="flat" cmpd="sng">
            <a:solidFill>
              <a:schemeClr val="lt1"/>
            </a:solidFill>
            <a:prstDash val="solid"/>
            <a:round/>
            <a:headEnd type="none" w="med" len="med"/>
            <a:tailEnd type="triangle" w="med" len="med"/>
          </a:ln>
        </p:spPr>
      </p:cxnSp>
      <p:sp>
        <p:nvSpPr>
          <p:cNvPr id="1897" name="Google Shape;1897;p114"/>
          <p:cNvSpPr txBox="1"/>
          <p:nvPr/>
        </p:nvSpPr>
        <p:spPr>
          <a:xfrm>
            <a:off x="554498" y="3572200"/>
            <a:ext cx="2197500" cy="1015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 sz="1200" i="0" u="none" strike="noStrike" cap="none">
                <a:solidFill>
                  <a:schemeClr val="lt1"/>
                </a:solidFill>
                <a:latin typeface="IBM Plex Sans Light"/>
                <a:ea typeface="IBM Plex Sans Light"/>
                <a:cs typeface="IBM Plex Sans Light"/>
                <a:sym typeface="IBM Plex Sans Light"/>
              </a:rPr>
              <a:t>Local automations or individuals automating parts of their job</a:t>
            </a:r>
            <a:endParaRPr sz="1200">
              <a:latin typeface="IBM Plex Sans Light"/>
              <a:ea typeface="IBM Plex Sans Light"/>
              <a:cs typeface="IBM Plex Sans Light"/>
              <a:sym typeface="IBM Plex Sans Light"/>
            </a:endParaRPr>
          </a:p>
          <a:p>
            <a:pPr marL="0" marR="0" lvl="0" indent="0" algn="l" rtl="0">
              <a:lnSpc>
                <a:spcPct val="100000"/>
              </a:lnSpc>
              <a:spcBef>
                <a:spcPts val="0"/>
              </a:spcBef>
              <a:spcAft>
                <a:spcPts val="0"/>
              </a:spcAft>
              <a:buNone/>
            </a:pPr>
            <a:endParaRPr sz="1200" i="0" u="none" strike="noStrike" cap="none">
              <a:solidFill>
                <a:schemeClr val="lt1"/>
              </a:solidFill>
              <a:latin typeface="IBM Plex Sans Light"/>
              <a:ea typeface="IBM Plex Sans Light"/>
              <a:cs typeface="IBM Plex Sans Light"/>
              <a:sym typeface="IBM Plex Sans Light"/>
            </a:endParaRPr>
          </a:p>
          <a:p>
            <a:pPr marL="0" marR="0" lvl="0" indent="0" algn="l" rtl="0">
              <a:lnSpc>
                <a:spcPct val="100000"/>
              </a:lnSpc>
              <a:spcBef>
                <a:spcPts val="0"/>
              </a:spcBef>
              <a:spcAft>
                <a:spcPts val="0"/>
              </a:spcAft>
              <a:buNone/>
            </a:pPr>
            <a:r>
              <a:rPr lang="en" sz="1200" i="0" u="none" strike="noStrike" cap="none">
                <a:solidFill>
                  <a:schemeClr val="lt1"/>
                </a:solidFill>
                <a:latin typeface="IBM Plex Sans Light"/>
                <a:ea typeface="IBM Plex Sans Light"/>
                <a:cs typeface="IBM Plex Sans Light"/>
                <a:sym typeface="IBM Plex Sans Light"/>
              </a:rPr>
              <a:t>No IT project</a:t>
            </a:r>
            <a:endParaRPr sz="1200" i="0" u="none" strike="noStrike" cap="none">
              <a:solidFill>
                <a:schemeClr val="lt1"/>
              </a:solidFill>
              <a:latin typeface="IBM Plex Sans Light"/>
              <a:ea typeface="IBM Plex Sans Light"/>
              <a:cs typeface="IBM Plex Sans Light"/>
              <a:sym typeface="IBM Plex Sans Light"/>
            </a:endParaRPr>
          </a:p>
        </p:txBody>
      </p:sp>
      <p:sp>
        <p:nvSpPr>
          <p:cNvPr id="1898" name="Google Shape;1898;p114"/>
          <p:cNvSpPr txBox="1"/>
          <p:nvPr/>
        </p:nvSpPr>
        <p:spPr>
          <a:xfrm>
            <a:off x="6038683" y="3574925"/>
            <a:ext cx="2455500" cy="1015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 sz="1200" i="0" u="none" strike="noStrike" cap="none">
                <a:solidFill>
                  <a:schemeClr val="lt1"/>
                </a:solidFill>
                <a:latin typeface="IBM Plex Sans Light"/>
                <a:ea typeface="IBM Plex Sans Light"/>
                <a:cs typeface="IBM Plex Sans Light"/>
                <a:sym typeface="IBM Plex Sans Light"/>
              </a:rPr>
              <a:t>Organizations automate their most critical core processes</a:t>
            </a:r>
            <a:endParaRPr sz="1200">
              <a:latin typeface="IBM Plex Sans Light"/>
              <a:ea typeface="IBM Plex Sans Light"/>
              <a:cs typeface="IBM Plex Sans Light"/>
              <a:sym typeface="IBM Plex Sans Light"/>
            </a:endParaRPr>
          </a:p>
          <a:p>
            <a:pPr marL="0" marR="0" lvl="0" indent="0" algn="l" rtl="0">
              <a:lnSpc>
                <a:spcPct val="100000"/>
              </a:lnSpc>
              <a:spcBef>
                <a:spcPts val="0"/>
              </a:spcBef>
              <a:spcAft>
                <a:spcPts val="0"/>
              </a:spcAft>
              <a:buNone/>
            </a:pPr>
            <a:endParaRPr sz="1200" i="0" u="none" strike="noStrike" cap="none">
              <a:solidFill>
                <a:schemeClr val="lt1"/>
              </a:solidFill>
              <a:latin typeface="IBM Plex Sans Light"/>
              <a:ea typeface="IBM Plex Sans Light"/>
              <a:cs typeface="IBM Plex Sans Light"/>
              <a:sym typeface="IBM Plex Sans Light"/>
            </a:endParaRPr>
          </a:p>
          <a:p>
            <a:pPr marL="0" marR="0" lvl="0" indent="0" algn="l" rtl="0">
              <a:lnSpc>
                <a:spcPct val="100000"/>
              </a:lnSpc>
              <a:spcBef>
                <a:spcPts val="0"/>
              </a:spcBef>
              <a:spcAft>
                <a:spcPts val="0"/>
              </a:spcAft>
              <a:buNone/>
            </a:pPr>
            <a:r>
              <a:rPr lang="en" sz="1200" i="0" u="none" strike="noStrike" cap="none">
                <a:solidFill>
                  <a:schemeClr val="lt1"/>
                </a:solidFill>
                <a:latin typeface="IBM Plex Sans Light"/>
                <a:ea typeface="IBM Plex Sans Light"/>
                <a:cs typeface="IBM Plex Sans Light"/>
                <a:sym typeface="IBM Plex Sans Light"/>
              </a:rPr>
              <a:t>Full IT projects, Continuous Delivery</a:t>
            </a:r>
            <a:endParaRPr sz="1200" i="0" u="none" strike="noStrike" cap="none">
              <a:solidFill>
                <a:schemeClr val="lt1"/>
              </a:solidFill>
              <a:latin typeface="IBM Plex Sans Light"/>
              <a:ea typeface="IBM Plex Sans Light"/>
              <a:cs typeface="IBM Plex Sans Light"/>
              <a:sym typeface="IBM Plex Sans Light"/>
            </a:endParaRPr>
          </a:p>
        </p:txBody>
      </p:sp>
      <p:sp>
        <p:nvSpPr>
          <p:cNvPr id="1899" name="Google Shape;1899;p114"/>
          <p:cNvSpPr txBox="1"/>
          <p:nvPr/>
        </p:nvSpPr>
        <p:spPr>
          <a:xfrm>
            <a:off x="3149513" y="3574925"/>
            <a:ext cx="2736900" cy="8310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 sz="1200" i="0" u="none" strike="noStrike" cap="none">
                <a:solidFill>
                  <a:schemeClr val="lt1"/>
                </a:solidFill>
                <a:latin typeface="IBM Plex Sans Light"/>
                <a:ea typeface="IBM Plex Sans Light"/>
                <a:cs typeface="IBM Plex Sans Light"/>
                <a:sym typeface="IBM Plex Sans Light"/>
              </a:rPr>
              <a:t>Smaller, probably department internal processes</a:t>
            </a:r>
            <a:endParaRPr sz="1200">
              <a:latin typeface="IBM Plex Sans Light"/>
              <a:ea typeface="IBM Plex Sans Light"/>
              <a:cs typeface="IBM Plex Sans Light"/>
              <a:sym typeface="IBM Plex Sans Light"/>
            </a:endParaRPr>
          </a:p>
          <a:p>
            <a:pPr marL="0" marR="0" lvl="0" indent="0" algn="l" rtl="0">
              <a:lnSpc>
                <a:spcPct val="100000"/>
              </a:lnSpc>
              <a:spcBef>
                <a:spcPts val="0"/>
              </a:spcBef>
              <a:spcAft>
                <a:spcPts val="0"/>
              </a:spcAft>
              <a:buNone/>
            </a:pPr>
            <a:endParaRPr sz="1200" i="0" u="none" strike="noStrike" cap="none">
              <a:solidFill>
                <a:schemeClr val="lt1"/>
              </a:solidFill>
              <a:latin typeface="IBM Plex Sans Light"/>
              <a:ea typeface="IBM Plex Sans Light"/>
              <a:cs typeface="IBM Plex Sans Light"/>
              <a:sym typeface="IBM Plex Sans Light"/>
            </a:endParaRPr>
          </a:p>
          <a:p>
            <a:pPr marL="0" marR="0" lvl="0" indent="0" algn="l" rtl="0">
              <a:lnSpc>
                <a:spcPct val="100000"/>
              </a:lnSpc>
              <a:spcBef>
                <a:spcPts val="0"/>
              </a:spcBef>
              <a:spcAft>
                <a:spcPts val="0"/>
              </a:spcAft>
              <a:buNone/>
            </a:pPr>
            <a:r>
              <a:rPr lang="en" sz="1200" i="0" u="none" strike="noStrike" cap="none">
                <a:solidFill>
                  <a:schemeClr val="lt1"/>
                </a:solidFill>
                <a:latin typeface="IBM Plex Sans Light"/>
                <a:ea typeface="IBM Plex Sans Light"/>
                <a:cs typeface="IBM Plex Sans Light"/>
                <a:sym typeface="IBM Plex Sans Light"/>
              </a:rPr>
              <a:t>IT project often hard to justify</a:t>
            </a:r>
            <a:endParaRPr sz="1200" i="0" u="none" strike="noStrike" cap="none">
              <a:solidFill>
                <a:schemeClr val="lt1"/>
              </a:solidFill>
              <a:latin typeface="IBM Plex Sans Light"/>
              <a:ea typeface="IBM Plex Sans Light"/>
              <a:cs typeface="IBM Plex Sans Light"/>
              <a:sym typeface="IBM Plex Sans Light"/>
            </a:endParaRPr>
          </a:p>
        </p:txBody>
      </p:sp>
      <p:sp>
        <p:nvSpPr>
          <p:cNvPr id="1900" name="Google Shape;1900;p114"/>
          <p:cNvSpPr/>
          <p:nvPr/>
        </p:nvSpPr>
        <p:spPr>
          <a:xfrm>
            <a:off x="384912" y="3680523"/>
            <a:ext cx="81000" cy="810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1" name="Google Shape;1901;p114"/>
          <p:cNvSpPr/>
          <p:nvPr/>
        </p:nvSpPr>
        <p:spPr>
          <a:xfrm>
            <a:off x="384912" y="4410155"/>
            <a:ext cx="81000" cy="810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2" name="Google Shape;1902;p114"/>
          <p:cNvSpPr/>
          <p:nvPr/>
        </p:nvSpPr>
        <p:spPr>
          <a:xfrm>
            <a:off x="2975712" y="3680523"/>
            <a:ext cx="81000" cy="810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3" name="Google Shape;1903;p114"/>
          <p:cNvSpPr/>
          <p:nvPr/>
        </p:nvSpPr>
        <p:spPr>
          <a:xfrm>
            <a:off x="2975712" y="4213923"/>
            <a:ext cx="81000" cy="810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4" name="Google Shape;1904;p114"/>
          <p:cNvSpPr/>
          <p:nvPr/>
        </p:nvSpPr>
        <p:spPr>
          <a:xfrm>
            <a:off x="5871312" y="3680523"/>
            <a:ext cx="81000" cy="810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5" name="Google Shape;1905;p114"/>
          <p:cNvSpPr/>
          <p:nvPr/>
        </p:nvSpPr>
        <p:spPr>
          <a:xfrm>
            <a:off x="5871312" y="4213923"/>
            <a:ext cx="81000" cy="810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6" name="Google Shape;1906;p114"/>
          <p:cNvSpPr/>
          <p:nvPr/>
        </p:nvSpPr>
        <p:spPr>
          <a:xfrm>
            <a:off x="2600975" y="571500"/>
            <a:ext cx="6384900" cy="4233900"/>
          </a:xfrm>
          <a:prstGeom prst="roundRect">
            <a:avLst>
              <a:gd name="adj" fmla="val 16667"/>
            </a:avLst>
          </a:prstGeom>
          <a:noFill/>
          <a:ln w="9525" cap="flat" cmpd="sng">
            <a:solidFill>
              <a:schemeClr val="lt1"/>
            </a:solidFill>
            <a:prstDash val="dash"/>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7" name="Google Shape;1907;p114"/>
          <p:cNvSpPr txBox="1"/>
          <p:nvPr/>
        </p:nvSpPr>
        <p:spPr>
          <a:xfrm>
            <a:off x="5368175" y="4752675"/>
            <a:ext cx="30780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b="1">
                <a:solidFill>
                  <a:schemeClr val="lt1"/>
                </a:solidFill>
                <a:latin typeface="IBM Plex Sans"/>
                <a:ea typeface="IBM Plex Sans"/>
                <a:cs typeface="IBM Plex Sans"/>
                <a:sym typeface="IBM Plex Sans"/>
              </a:rPr>
              <a:t>Camunda’s Focus</a:t>
            </a:r>
            <a:endParaRPr b="1">
              <a:solidFill>
                <a:schemeClr val="lt1"/>
              </a:solidFill>
              <a:latin typeface="IBM Plex Sans"/>
              <a:ea typeface="IBM Plex Sans"/>
              <a:cs typeface="IBM Plex Sans"/>
              <a:sym typeface="IBM Plex San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826"/>
                                        </p:tgtEl>
                                        <p:attrNameLst>
                                          <p:attrName>style.visibility</p:attrName>
                                        </p:attrNameLst>
                                      </p:cBhvr>
                                      <p:to>
                                        <p:strVal val="visible"/>
                                      </p:to>
                                    </p:set>
                                    <p:animEffect transition="in" filter="fade">
                                      <p:cBhvr>
                                        <p:cTn id="7" dur="1000"/>
                                        <p:tgtEl>
                                          <p:spTgt spid="1826"/>
                                        </p:tgtEl>
                                      </p:cBhvr>
                                    </p:animEffect>
                                  </p:childTnLst>
                                </p:cTn>
                              </p:par>
                              <p:par>
                                <p:cTn id="8" presetID="10" presetClass="entr" presetSubtype="0" fill="hold" nodeType="withEffect">
                                  <p:stCondLst>
                                    <p:cond delay="0"/>
                                  </p:stCondLst>
                                  <p:childTnLst>
                                    <p:set>
                                      <p:cBhvr>
                                        <p:cTn id="9" dur="1" fill="hold">
                                          <p:stCondLst>
                                            <p:cond delay="0"/>
                                          </p:stCondLst>
                                        </p:cTn>
                                        <p:tgtEl>
                                          <p:spTgt spid="1827"/>
                                        </p:tgtEl>
                                        <p:attrNameLst>
                                          <p:attrName>style.visibility</p:attrName>
                                        </p:attrNameLst>
                                      </p:cBhvr>
                                      <p:to>
                                        <p:strVal val="visible"/>
                                      </p:to>
                                    </p:set>
                                    <p:animEffect transition="in" filter="fade">
                                      <p:cBhvr>
                                        <p:cTn id="10" dur="1000"/>
                                        <p:tgtEl>
                                          <p:spTgt spid="1827"/>
                                        </p:tgtEl>
                                      </p:cBhvr>
                                    </p:animEffect>
                                  </p:childTnLst>
                                </p:cTn>
                              </p:par>
                              <p:par>
                                <p:cTn id="11" presetID="10" presetClass="entr" presetSubtype="0" fill="hold" nodeType="withEffect">
                                  <p:stCondLst>
                                    <p:cond delay="0"/>
                                  </p:stCondLst>
                                  <p:childTnLst>
                                    <p:set>
                                      <p:cBhvr>
                                        <p:cTn id="12" dur="1" fill="hold">
                                          <p:stCondLst>
                                            <p:cond delay="0"/>
                                          </p:stCondLst>
                                        </p:cTn>
                                        <p:tgtEl>
                                          <p:spTgt spid="1828"/>
                                        </p:tgtEl>
                                        <p:attrNameLst>
                                          <p:attrName>style.visibility</p:attrName>
                                        </p:attrNameLst>
                                      </p:cBhvr>
                                      <p:to>
                                        <p:strVal val="visible"/>
                                      </p:to>
                                    </p:set>
                                    <p:animEffect transition="in" filter="fade">
                                      <p:cBhvr>
                                        <p:cTn id="13" dur="1000"/>
                                        <p:tgtEl>
                                          <p:spTgt spid="1828"/>
                                        </p:tgtEl>
                                      </p:cBhvr>
                                    </p:animEffect>
                                  </p:childTnLst>
                                </p:cTn>
                              </p:par>
                              <p:par>
                                <p:cTn id="14" presetID="10" presetClass="entr" presetSubtype="0" fill="hold" nodeType="withEffect">
                                  <p:stCondLst>
                                    <p:cond delay="0"/>
                                  </p:stCondLst>
                                  <p:childTnLst>
                                    <p:set>
                                      <p:cBhvr>
                                        <p:cTn id="15" dur="1" fill="hold">
                                          <p:stCondLst>
                                            <p:cond delay="0"/>
                                          </p:stCondLst>
                                        </p:cTn>
                                        <p:tgtEl>
                                          <p:spTgt spid="1829"/>
                                        </p:tgtEl>
                                        <p:attrNameLst>
                                          <p:attrName>style.visibility</p:attrName>
                                        </p:attrNameLst>
                                      </p:cBhvr>
                                      <p:to>
                                        <p:strVal val="visible"/>
                                      </p:to>
                                    </p:set>
                                    <p:animEffect transition="in" filter="fade">
                                      <p:cBhvr>
                                        <p:cTn id="16" dur="1000"/>
                                        <p:tgtEl>
                                          <p:spTgt spid="1829"/>
                                        </p:tgtEl>
                                      </p:cBhvr>
                                    </p:animEffect>
                                  </p:childTnLst>
                                </p:cTn>
                              </p:par>
                              <p:par>
                                <p:cTn id="17" presetID="10" presetClass="entr" presetSubtype="0" fill="hold" nodeType="withEffect">
                                  <p:stCondLst>
                                    <p:cond delay="0"/>
                                  </p:stCondLst>
                                  <p:childTnLst>
                                    <p:set>
                                      <p:cBhvr>
                                        <p:cTn id="18" dur="1" fill="hold">
                                          <p:stCondLst>
                                            <p:cond delay="0"/>
                                          </p:stCondLst>
                                        </p:cTn>
                                        <p:tgtEl>
                                          <p:spTgt spid="1830"/>
                                        </p:tgtEl>
                                        <p:attrNameLst>
                                          <p:attrName>style.visibility</p:attrName>
                                        </p:attrNameLst>
                                      </p:cBhvr>
                                      <p:to>
                                        <p:strVal val="visible"/>
                                      </p:to>
                                    </p:set>
                                    <p:animEffect transition="in" filter="fade">
                                      <p:cBhvr>
                                        <p:cTn id="19" dur="1000"/>
                                        <p:tgtEl>
                                          <p:spTgt spid="1830"/>
                                        </p:tgtEl>
                                      </p:cBhvr>
                                    </p:animEffect>
                                  </p:childTnLst>
                                </p:cTn>
                              </p:par>
                              <p:par>
                                <p:cTn id="20" presetID="10" presetClass="entr" presetSubtype="0" fill="hold" nodeType="withEffect">
                                  <p:stCondLst>
                                    <p:cond delay="0"/>
                                  </p:stCondLst>
                                  <p:childTnLst>
                                    <p:set>
                                      <p:cBhvr>
                                        <p:cTn id="21" dur="1" fill="hold">
                                          <p:stCondLst>
                                            <p:cond delay="0"/>
                                          </p:stCondLst>
                                        </p:cTn>
                                        <p:tgtEl>
                                          <p:spTgt spid="1831"/>
                                        </p:tgtEl>
                                        <p:attrNameLst>
                                          <p:attrName>style.visibility</p:attrName>
                                        </p:attrNameLst>
                                      </p:cBhvr>
                                      <p:to>
                                        <p:strVal val="visible"/>
                                      </p:to>
                                    </p:set>
                                    <p:animEffect transition="in" filter="fade">
                                      <p:cBhvr>
                                        <p:cTn id="22" dur="1000"/>
                                        <p:tgtEl>
                                          <p:spTgt spid="1831"/>
                                        </p:tgtEl>
                                      </p:cBhvr>
                                    </p:animEffect>
                                  </p:childTnLst>
                                </p:cTn>
                              </p:par>
                              <p:par>
                                <p:cTn id="23" presetID="10" presetClass="entr" presetSubtype="0" fill="hold" nodeType="withEffect">
                                  <p:stCondLst>
                                    <p:cond delay="0"/>
                                  </p:stCondLst>
                                  <p:childTnLst>
                                    <p:set>
                                      <p:cBhvr>
                                        <p:cTn id="24" dur="1" fill="hold">
                                          <p:stCondLst>
                                            <p:cond delay="0"/>
                                          </p:stCondLst>
                                        </p:cTn>
                                        <p:tgtEl>
                                          <p:spTgt spid="1832"/>
                                        </p:tgtEl>
                                        <p:attrNameLst>
                                          <p:attrName>style.visibility</p:attrName>
                                        </p:attrNameLst>
                                      </p:cBhvr>
                                      <p:to>
                                        <p:strVal val="visible"/>
                                      </p:to>
                                    </p:set>
                                    <p:animEffect transition="in" filter="fade">
                                      <p:cBhvr>
                                        <p:cTn id="25" dur="1000"/>
                                        <p:tgtEl>
                                          <p:spTgt spid="1832"/>
                                        </p:tgtEl>
                                      </p:cBhvr>
                                    </p:animEffect>
                                  </p:childTnLst>
                                </p:cTn>
                              </p:par>
                              <p:par>
                                <p:cTn id="26" presetID="10" presetClass="entr" presetSubtype="0" fill="hold" nodeType="withEffect">
                                  <p:stCondLst>
                                    <p:cond delay="0"/>
                                  </p:stCondLst>
                                  <p:childTnLst>
                                    <p:set>
                                      <p:cBhvr>
                                        <p:cTn id="27" dur="1" fill="hold">
                                          <p:stCondLst>
                                            <p:cond delay="0"/>
                                          </p:stCondLst>
                                        </p:cTn>
                                        <p:tgtEl>
                                          <p:spTgt spid="1838"/>
                                        </p:tgtEl>
                                        <p:attrNameLst>
                                          <p:attrName>style.visibility</p:attrName>
                                        </p:attrNameLst>
                                      </p:cBhvr>
                                      <p:to>
                                        <p:strVal val="visible"/>
                                      </p:to>
                                    </p:set>
                                    <p:animEffect transition="in" filter="fade">
                                      <p:cBhvr>
                                        <p:cTn id="28" dur="1000"/>
                                        <p:tgtEl>
                                          <p:spTgt spid="1838"/>
                                        </p:tgtEl>
                                      </p:cBhvr>
                                    </p:animEffect>
                                  </p:childTnLst>
                                </p:cTn>
                              </p:par>
                              <p:par>
                                <p:cTn id="29" presetID="10" presetClass="entr" presetSubtype="0" fill="hold" nodeType="withEffect">
                                  <p:stCondLst>
                                    <p:cond delay="0"/>
                                  </p:stCondLst>
                                  <p:childTnLst>
                                    <p:set>
                                      <p:cBhvr>
                                        <p:cTn id="30" dur="1" fill="hold">
                                          <p:stCondLst>
                                            <p:cond delay="0"/>
                                          </p:stCondLst>
                                        </p:cTn>
                                        <p:tgtEl>
                                          <p:spTgt spid="1844"/>
                                        </p:tgtEl>
                                        <p:attrNameLst>
                                          <p:attrName>style.visibility</p:attrName>
                                        </p:attrNameLst>
                                      </p:cBhvr>
                                      <p:to>
                                        <p:strVal val="visible"/>
                                      </p:to>
                                    </p:set>
                                    <p:animEffect transition="in" filter="fade">
                                      <p:cBhvr>
                                        <p:cTn id="31" dur="1000"/>
                                        <p:tgtEl>
                                          <p:spTgt spid="1844"/>
                                        </p:tgtEl>
                                      </p:cBhvr>
                                    </p:animEffect>
                                  </p:childTnLst>
                                </p:cTn>
                              </p:par>
                              <p:par>
                                <p:cTn id="32" presetID="10" presetClass="entr" presetSubtype="0" fill="hold" nodeType="withEffect">
                                  <p:stCondLst>
                                    <p:cond delay="0"/>
                                  </p:stCondLst>
                                  <p:childTnLst>
                                    <p:set>
                                      <p:cBhvr>
                                        <p:cTn id="33" dur="1" fill="hold">
                                          <p:stCondLst>
                                            <p:cond delay="0"/>
                                          </p:stCondLst>
                                        </p:cTn>
                                        <p:tgtEl>
                                          <p:spTgt spid="1850"/>
                                        </p:tgtEl>
                                        <p:attrNameLst>
                                          <p:attrName>style.visibility</p:attrName>
                                        </p:attrNameLst>
                                      </p:cBhvr>
                                      <p:to>
                                        <p:strVal val="visible"/>
                                      </p:to>
                                    </p:set>
                                    <p:animEffect transition="in" filter="fade">
                                      <p:cBhvr>
                                        <p:cTn id="34" dur="1000"/>
                                        <p:tgtEl>
                                          <p:spTgt spid="1850"/>
                                        </p:tgtEl>
                                      </p:cBhvr>
                                    </p:animEffect>
                                  </p:childTnLst>
                                </p:cTn>
                              </p:par>
                              <p:par>
                                <p:cTn id="35" presetID="10" presetClass="entr" presetSubtype="0" fill="hold" nodeType="withEffect">
                                  <p:stCondLst>
                                    <p:cond delay="0"/>
                                  </p:stCondLst>
                                  <p:childTnLst>
                                    <p:set>
                                      <p:cBhvr>
                                        <p:cTn id="36" dur="1" fill="hold">
                                          <p:stCondLst>
                                            <p:cond delay="0"/>
                                          </p:stCondLst>
                                        </p:cTn>
                                        <p:tgtEl>
                                          <p:spTgt spid="1856"/>
                                        </p:tgtEl>
                                        <p:attrNameLst>
                                          <p:attrName>style.visibility</p:attrName>
                                        </p:attrNameLst>
                                      </p:cBhvr>
                                      <p:to>
                                        <p:strVal val="visible"/>
                                      </p:to>
                                    </p:set>
                                    <p:animEffect transition="in" filter="fade">
                                      <p:cBhvr>
                                        <p:cTn id="37" dur="1000"/>
                                        <p:tgtEl>
                                          <p:spTgt spid="1856"/>
                                        </p:tgtEl>
                                      </p:cBhvr>
                                    </p:animEffect>
                                  </p:childTnLst>
                                </p:cTn>
                              </p:par>
                              <p:par>
                                <p:cTn id="38" presetID="10" presetClass="entr" presetSubtype="0" fill="hold" nodeType="withEffect">
                                  <p:stCondLst>
                                    <p:cond delay="0"/>
                                  </p:stCondLst>
                                  <p:childTnLst>
                                    <p:set>
                                      <p:cBhvr>
                                        <p:cTn id="39" dur="1" fill="hold">
                                          <p:stCondLst>
                                            <p:cond delay="0"/>
                                          </p:stCondLst>
                                        </p:cTn>
                                        <p:tgtEl>
                                          <p:spTgt spid="1862"/>
                                        </p:tgtEl>
                                        <p:attrNameLst>
                                          <p:attrName>style.visibility</p:attrName>
                                        </p:attrNameLst>
                                      </p:cBhvr>
                                      <p:to>
                                        <p:strVal val="visible"/>
                                      </p:to>
                                    </p:set>
                                    <p:animEffect transition="in" filter="fade">
                                      <p:cBhvr>
                                        <p:cTn id="40" dur="1000"/>
                                        <p:tgtEl>
                                          <p:spTgt spid="1862"/>
                                        </p:tgtEl>
                                      </p:cBhvr>
                                    </p:animEffect>
                                  </p:childTnLst>
                                </p:cTn>
                              </p:par>
                              <p:par>
                                <p:cTn id="41" presetID="10" presetClass="entr" presetSubtype="0" fill="hold" nodeType="withEffect">
                                  <p:stCondLst>
                                    <p:cond delay="0"/>
                                  </p:stCondLst>
                                  <p:childTnLst>
                                    <p:set>
                                      <p:cBhvr>
                                        <p:cTn id="42" dur="1" fill="hold">
                                          <p:stCondLst>
                                            <p:cond delay="0"/>
                                          </p:stCondLst>
                                        </p:cTn>
                                        <p:tgtEl>
                                          <p:spTgt spid="1868"/>
                                        </p:tgtEl>
                                        <p:attrNameLst>
                                          <p:attrName>style.visibility</p:attrName>
                                        </p:attrNameLst>
                                      </p:cBhvr>
                                      <p:to>
                                        <p:strVal val="visible"/>
                                      </p:to>
                                    </p:set>
                                    <p:animEffect transition="in" filter="fade">
                                      <p:cBhvr>
                                        <p:cTn id="43" dur="1000"/>
                                        <p:tgtEl>
                                          <p:spTgt spid="1868"/>
                                        </p:tgtEl>
                                      </p:cBhvr>
                                    </p:animEffect>
                                  </p:childTnLst>
                                </p:cTn>
                              </p:par>
                              <p:par>
                                <p:cTn id="44" presetID="10" presetClass="entr" presetSubtype="0" fill="hold" nodeType="withEffect">
                                  <p:stCondLst>
                                    <p:cond delay="0"/>
                                  </p:stCondLst>
                                  <p:childTnLst>
                                    <p:set>
                                      <p:cBhvr>
                                        <p:cTn id="45" dur="1" fill="hold">
                                          <p:stCondLst>
                                            <p:cond delay="0"/>
                                          </p:stCondLst>
                                        </p:cTn>
                                        <p:tgtEl>
                                          <p:spTgt spid="1886"/>
                                        </p:tgtEl>
                                        <p:attrNameLst>
                                          <p:attrName>style.visibility</p:attrName>
                                        </p:attrNameLst>
                                      </p:cBhvr>
                                      <p:to>
                                        <p:strVal val="visible"/>
                                      </p:to>
                                    </p:set>
                                    <p:animEffect transition="in" filter="fade">
                                      <p:cBhvr>
                                        <p:cTn id="46" dur="1000"/>
                                        <p:tgtEl>
                                          <p:spTgt spid="1886"/>
                                        </p:tgtEl>
                                      </p:cBhvr>
                                    </p:animEffect>
                                  </p:childTnLst>
                                </p:cTn>
                              </p:par>
                              <p:par>
                                <p:cTn id="47" presetID="10" presetClass="entr" presetSubtype="0" fill="hold" nodeType="withEffect">
                                  <p:stCondLst>
                                    <p:cond delay="0"/>
                                  </p:stCondLst>
                                  <p:childTnLst>
                                    <p:set>
                                      <p:cBhvr>
                                        <p:cTn id="48" dur="1" fill="hold">
                                          <p:stCondLst>
                                            <p:cond delay="0"/>
                                          </p:stCondLst>
                                        </p:cTn>
                                        <p:tgtEl>
                                          <p:spTgt spid="1887"/>
                                        </p:tgtEl>
                                        <p:attrNameLst>
                                          <p:attrName>style.visibility</p:attrName>
                                        </p:attrNameLst>
                                      </p:cBhvr>
                                      <p:to>
                                        <p:strVal val="visible"/>
                                      </p:to>
                                    </p:set>
                                    <p:animEffect transition="in" filter="fade">
                                      <p:cBhvr>
                                        <p:cTn id="49" dur="1000"/>
                                        <p:tgtEl>
                                          <p:spTgt spid="1887"/>
                                        </p:tgtEl>
                                      </p:cBhvr>
                                    </p:animEffect>
                                  </p:childTnLst>
                                </p:cTn>
                              </p:par>
                              <p:par>
                                <p:cTn id="50" presetID="10" presetClass="entr" presetSubtype="0" fill="hold" nodeType="withEffect">
                                  <p:stCondLst>
                                    <p:cond delay="0"/>
                                  </p:stCondLst>
                                  <p:childTnLst>
                                    <p:set>
                                      <p:cBhvr>
                                        <p:cTn id="51" dur="1" fill="hold">
                                          <p:stCondLst>
                                            <p:cond delay="0"/>
                                          </p:stCondLst>
                                        </p:cTn>
                                        <p:tgtEl>
                                          <p:spTgt spid="1825"/>
                                        </p:tgtEl>
                                        <p:attrNameLst>
                                          <p:attrName>style.visibility</p:attrName>
                                        </p:attrNameLst>
                                      </p:cBhvr>
                                      <p:to>
                                        <p:strVal val="visible"/>
                                      </p:to>
                                    </p:set>
                                    <p:animEffect transition="in" filter="fade">
                                      <p:cBhvr>
                                        <p:cTn id="52" dur="1000"/>
                                        <p:tgtEl>
                                          <p:spTgt spid="18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911"/>
        <p:cNvGrpSpPr/>
        <p:nvPr/>
      </p:nvGrpSpPr>
      <p:grpSpPr>
        <a:xfrm>
          <a:off x="0" y="0"/>
          <a:ext cx="0" cy="0"/>
          <a:chOff x="0" y="0"/>
          <a:chExt cx="0" cy="0"/>
        </a:xfrm>
      </p:grpSpPr>
      <p:sp>
        <p:nvSpPr>
          <p:cNvPr id="1912" name="Google Shape;1912;p115"/>
          <p:cNvSpPr txBox="1">
            <a:spLocks noGrp="1"/>
          </p:cNvSpPr>
          <p:nvPr>
            <p:ph type="sldNum" idx="12"/>
          </p:nvPr>
        </p:nvSpPr>
        <p:spPr>
          <a:xfrm>
            <a:off x="8366700" y="4805546"/>
            <a:ext cx="548700" cy="2154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fld id="{00000000-1234-1234-1234-123412341234}" type="slidenum">
              <a:rPr lang="en"/>
              <a:t>17</a:t>
            </a:fld>
            <a:endParaRPr/>
          </a:p>
        </p:txBody>
      </p:sp>
      <p:sp>
        <p:nvSpPr>
          <p:cNvPr id="1913" name="Google Shape;1913;p115"/>
          <p:cNvSpPr txBox="1">
            <a:spLocks noGrp="1"/>
          </p:cNvSpPr>
          <p:nvPr>
            <p:ph type="title" idx="4294967295"/>
          </p:nvPr>
        </p:nvSpPr>
        <p:spPr>
          <a:xfrm>
            <a:off x="457200" y="148875"/>
            <a:ext cx="8229600" cy="9033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en">
                <a:solidFill>
                  <a:schemeClr val="lt1"/>
                </a:solidFill>
              </a:rPr>
              <a:t>Camunda Platform - Investment Priorities</a:t>
            </a:r>
            <a:endParaRPr>
              <a:solidFill>
                <a:schemeClr val="lt1"/>
              </a:solidFill>
            </a:endParaRPr>
          </a:p>
        </p:txBody>
      </p:sp>
      <p:grpSp>
        <p:nvGrpSpPr>
          <p:cNvPr id="1914" name="Google Shape;1914;p115"/>
          <p:cNvGrpSpPr/>
          <p:nvPr/>
        </p:nvGrpSpPr>
        <p:grpSpPr>
          <a:xfrm>
            <a:off x="1091794" y="4487625"/>
            <a:ext cx="1707081" cy="338700"/>
            <a:chOff x="1091794" y="4563825"/>
            <a:chExt cx="1707081" cy="338700"/>
          </a:xfrm>
        </p:grpSpPr>
        <p:sp>
          <p:nvSpPr>
            <p:cNvPr id="1915" name="Google Shape;1915;p115"/>
            <p:cNvSpPr/>
            <p:nvPr/>
          </p:nvSpPr>
          <p:spPr>
            <a:xfrm>
              <a:off x="1091794" y="4598782"/>
              <a:ext cx="268800" cy="268800"/>
            </a:xfrm>
            <a:prstGeom prst="ellipse">
              <a:avLst/>
            </a:prstGeom>
            <a:solidFill>
              <a:srgbClr val="9900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6" name="Google Shape;1916;p115"/>
            <p:cNvSpPr txBox="1"/>
            <p:nvPr/>
          </p:nvSpPr>
          <p:spPr>
            <a:xfrm>
              <a:off x="1351975" y="4563825"/>
              <a:ext cx="1446900" cy="338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000">
                  <a:solidFill>
                    <a:schemeClr val="lt1"/>
                  </a:solidFill>
                  <a:latin typeface="IBM Plex Mono Light"/>
                  <a:ea typeface="IBM Plex Mono Light"/>
                  <a:cs typeface="IBM Plex Mono Light"/>
                  <a:sym typeface="IBM Plex Mono Light"/>
                </a:rPr>
                <a:t>Investment Focus</a:t>
              </a:r>
              <a:endParaRPr sz="1000">
                <a:solidFill>
                  <a:schemeClr val="lt1"/>
                </a:solidFill>
                <a:latin typeface="IBM Plex Mono Light"/>
                <a:ea typeface="IBM Plex Mono Light"/>
                <a:cs typeface="IBM Plex Mono Light"/>
                <a:sym typeface="IBM Plex Mono Light"/>
              </a:endParaRPr>
            </a:p>
          </p:txBody>
        </p:sp>
      </p:grpSp>
      <p:grpSp>
        <p:nvGrpSpPr>
          <p:cNvPr id="1917" name="Google Shape;1917;p115"/>
          <p:cNvGrpSpPr/>
          <p:nvPr/>
        </p:nvGrpSpPr>
        <p:grpSpPr>
          <a:xfrm>
            <a:off x="5663794" y="4487625"/>
            <a:ext cx="2439681" cy="338700"/>
            <a:chOff x="5663794" y="4563825"/>
            <a:chExt cx="2439681" cy="338700"/>
          </a:xfrm>
        </p:grpSpPr>
        <p:sp>
          <p:nvSpPr>
            <p:cNvPr id="1918" name="Google Shape;1918;p115"/>
            <p:cNvSpPr/>
            <p:nvPr/>
          </p:nvSpPr>
          <p:spPr>
            <a:xfrm>
              <a:off x="5663794" y="4598782"/>
              <a:ext cx="268800" cy="268800"/>
            </a:xfrm>
            <a:prstGeom prst="ellipse">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9" name="Google Shape;1919;p115"/>
            <p:cNvSpPr txBox="1"/>
            <p:nvPr/>
          </p:nvSpPr>
          <p:spPr>
            <a:xfrm>
              <a:off x="5923975" y="4563825"/>
              <a:ext cx="2179500" cy="338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000">
                  <a:solidFill>
                    <a:schemeClr val="lt1"/>
                  </a:solidFill>
                  <a:latin typeface="IBM Plex Mono Light"/>
                  <a:ea typeface="IBM Plex Mono Light"/>
                  <a:cs typeface="IBM Plex Mono Light"/>
                  <a:sym typeface="IBM Plex Mono Light"/>
                </a:rPr>
                <a:t>Partnerships</a:t>
              </a:r>
              <a:endParaRPr sz="1000">
                <a:solidFill>
                  <a:schemeClr val="lt1"/>
                </a:solidFill>
                <a:latin typeface="IBM Plex Mono Light"/>
                <a:ea typeface="IBM Plex Mono Light"/>
                <a:cs typeface="IBM Plex Mono Light"/>
                <a:sym typeface="IBM Plex Mono Light"/>
              </a:endParaRPr>
            </a:p>
          </p:txBody>
        </p:sp>
      </p:grpSp>
      <p:grpSp>
        <p:nvGrpSpPr>
          <p:cNvPr id="1920" name="Google Shape;1920;p115"/>
          <p:cNvGrpSpPr/>
          <p:nvPr/>
        </p:nvGrpSpPr>
        <p:grpSpPr>
          <a:xfrm>
            <a:off x="3225394" y="4487625"/>
            <a:ext cx="2439681" cy="338700"/>
            <a:chOff x="3225394" y="4563825"/>
            <a:chExt cx="2439681" cy="338700"/>
          </a:xfrm>
        </p:grpSpPr>
        <p:sp>
          <p:nvSpPr>
            <p:cNvPr id="1921" name="Google Shape;1921;p115"/>
            <p:cNvSpPr/>
            <p:nvPr/>
          </p:nvSpPr>
          <p:spPr>
            <a:xfrm>
              <a:off x="3225394" y="4598782"/>
              <a:ext cx="268800" cy="268800"/>
            </a:xfrm>
            <a:prstGeom prst="ellipse">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2" name="Google Shape;1922;p115"/>
            <p:cNvSpPr txBox="1"/>
            <p:nvPr/>
          </p:nvSpPr>
          <p:spPr>
            <a:xfrm>
              <a:off x="3485575" y="4563825"/>
              <a:ext cx="2179500" cy="338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000">
                  <a:solidFill>
                    <a:schemeClr val="lt1"/>
                  </a:solidFill>
                  <a:latin typeface="IBM Plex Mono Light"/>
                  <a:ea typeface="IBM Plex Mono Light"/>
                  <a:cs typeface="IBM Plex Mono Light"/>
                  <a:sym typeface="IBM Plex Mono Light"/>
                </a:rPr>
                <a:t>Continuous Investment</a:t>
              </a:r>
              <a:endParaRPr sz="1000">
                <a:solidFill>
                  <a:schemeClr val="lt1"/>
                </a:solidFill>
                <a:latin typeface="IBM Plex Mono Light"/>
                <a:ea typeface="IBM Plex Mono Light"/>
                <a:cs typeface="IBM Plex Mono Light"/>
                <a:sym typeface="IBM Plex Mono Light"/>
              </a:endParaRPr>
            </a:p>
          </p:txBody>
        </p:sp>
      </p:grpSp>
      <p:sp>
        <p:nvSpPr>
          <p:cNvPr id="1923" name="Google Shape;1923;p115"/>
          <p:cNvSpPr/>
          <p:nvPr/>
        </p:nvSpPr>
        <p:spPr>
          <a:xfrm>
            <a:off x="425700" y="847675"/>
            <a:ext cx="8256000" cy="3438300"/>
          </a:xfrm>
          <a:prstGeom prst="roundRect">
            <a:avLst>
              <a:gd name="adj" fmla="val 4901"/>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924" name="Google Shape;1924;p115"/>
          <p:cNvGrpSpPr/>
          <p:nvPr/>
        </p:nvGrpSpPr>
        <p:grpSpPr>
          <a:xfrm>
            <a:off x="558407" y="999800"/>
            <a:ext cx="1446796" cy="497100"/>
            <a:chOff x="482200" y="1076000"/>
            <a:chExt cx="1923675" cy="497100"/>
          </a:xfrm>
        </p:grpSpPr>
        <p:sp>
          <p:nvSpPr>
            <p:cNvPr id="1925" name="Google Shape;1925;p115"/>
            <p:cNvSpPr/>
            <p:nvPr/>
          </p:nvSpPr>
          <p:spPr>
            <a:xfrm>
              <a:off x="482200" y="1076000"/>
              <a:ext cx="1565100" cy="497100"/>
            </a:xfrm>
            <a:prstGeom prst="roundRect">
              <a:avLst>
                <a:gd name="adj" fmla="val 16667"/>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6" name="Google Shape;1926;p115"/>
            <p:cNvSpPr/>
            <p:nvPr/>
          </p:nvSpPr>
          <p:spPr>
            <a:xfrm rot="5400000">
              <a:off x="1948525" y="1115504"/>
              <a:ext cx="490200" cy="424500"/>
            </a:xfrm>
            <a:prstGeom prst="triangle">
              <a:avLst>
                <a:gd name="adj" fmla="val 50000"/>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927" name="Google Shape;1927;p115"/>
          <p:cNvGrpSpPr/>
          <p:nvPr/>
        </p:nvGrpSpPr>
        <p:grpSpPr>
          <a:xfrm>
            <a:off x="2200839" y="999800"/>
            <a:ext cx="1446796" cy="497100"/>
            <a:chOff x="482200" y="1076000"/>
            <a:chExt cx="1923675" cy="497100"/>
          </a:xfrm>
        </p:grpSpPr>
        <p:sp>
          <p:nvSpPr>
            <p:cNvPr id="1928" name="Google Shape;1928;p115"/>
            <p:cNvSpPr/>
            <p:nvPr/>
          </p:nvSpPr>
          <p:spPr>
            <a:xfrm>
              <a:off x="482200" y="1076000"/>
              <a:ext cx="1565100" cy="497100"/>
            </a:xfrm>
            <a:prstGeom prst="roundRect">
              <a:avLst>
                <a:gd name="adj" fmla="val 16667"/>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9" name="Google Shape;1929;p115"/>
            <p:cNvSpPr/>
            <p:nvPr/>
          </p:nvSpPr>
          <p:spPr>
            <a:xfrm rot="5400000">
              <a:off x="1948525" y="1115504"/>
              <a:ext cx="490200" cy="424500"/>
            </a:xfrm>
            <a:prstGeom prst="triangle">
              <a:avLst>
                <a:gd name="adj" fmla="val 50000"/>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930" name="Google Shape;1930;p115"/>
          <p:cNvGrpSpPr/>
          <p:nvPr/>
        </p:nvGrpSpPr>
        <p:grpSpPr>
          <a:xfrm>
            <a:off x="6918601" y="999800"/>
            <a:ext cx="1575568" cy="497100"/>
            <a:chOff x="482217" y="1076000"/>
            <a:chExt cx="2094891" cy="497100"/>
          </a:xfrm>
        </p:grpSpPr>
        <p:sp>
          <p:nvSpPr>
            <p:cNvPr id="1931" name="Google Shape;1931;p115"/>
            <p:cNvSpPr/>
            <p:nvPr/>
          </p:nvSpPr>
          <p:spPr>
            <a:xfrm>
              <a:off x="482217" y="1076000"/>
              <a:ext cx="1748400" cy="497100"/>
            </a:xfrm>
            <a:prstGeom prst="roundRect">
              <a:avLst>
                <a:gd name="adj" fmla="val 16667"/>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2" name="Google Shape;1932;p115"/>
            <p:cNvSpPr/>
            <p:nvPr/>
          </p:nvSpPr>
          <p:spPr>
            <a:xfrm rot="5400000">
              <a:off x="2119758" y="1115504"/>
              <a:ext cx="490200" cy="424500"/>
            </a:xfrm>
            <a:prstGeom prst="triangle">
              <a:avLst>
                <a:gd name="adj" fmla="val 50000"/>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933" name="Google Shape;1933;p115"/>
          <p:cNvGrpSpPr/>
          <p:nvPr/>
        </p:nvGrpSpPr>
        <p:grpSpPr>
          <a:xfrm>
            <a:off x="3975287" y="999800"/>
            <a:ext cx="2666414" cy="497100"/>
            <a:chOff x="482230" y="1076000"/>
            <a:chExt cx="3545292" cy="497100"/>
          </a:xfrm>
        </p:grpSpPr>
        <p:sp>
          <p:nvSpPr>
            <p:cNvPr id="1934" name="Google Shape;1934;p115"/>
            <p:cNvSpPr/>
            <p:nvPr/>
          </p:nvSpPr>
          <p:spPr>
            <a:xfrm>
              <a:off x="482230" y="1076000"/>
              <a:ext cx="3198600" cy="497100"/>
            </a:xfrm>
            <a:prstGeom prst="roundRect">
              <a:avLst>
                <a:gd name="adj" fmla="val 16667"/>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5" name="Google Shape;1935;p115"/>
            <p:cNvSpPr/>
            <p:nvPr/>
          </p:nvSpPr>
          <p:spPr>
            <a:xfrm rot="5400000">
              <a:off x="3570173" y="1112304"/>
              <a:ext cx="490200" cy="424500"/>
            </a:xfrm>
            <a:prstGeom prst="triangle">
              <a:avLst>
                <a:gd name="adj" fmla="val 50000"/>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936" name="Google Shape;1936;p115"/>
          <p:cNvSpPr/>
          <p:nvPr/>
        </p:nvSpPr>
        <p:spPr>
          <a:xfrm>
            <a:off x="2200850" y="1736600"/>
            <a:ext cx="1446900" cy="619800"/>
          </a:xfrm>
          <a:prstGeom prst="roundRect">
            <a:avLst>
              <a:gd name="adj" fmla="val 16667"/>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7" name="Google Shape;1937;p115"/>
          <p:cNvSpPr/>
          <p:nvPr/>
        </p:nvSpPr>
        <p:spPr>
          <a:xfrm>
            <a:off x="558350" y="1736600"/>
            <a:ext cx="1446900" cy="619800"/>
          </a:xfrm>
          <a:prstGeom prst="roundRect">
            <a:avLst>
              <a:gd name="adj" fmla="val 16667"/>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8" name="Google Shape;1938;p115"/>
          <p:cNvSpPr/>
          <p:nvPr/>
        </p:nvSpPr>
        <p:spPr>
          <a:xfrm>
            <a:off x="6918551" y="1736600"/>
            <a:ext cx="1575600" cy="619800"/>
          </a:xfrm>
          <a:prstGeom prst="roundRect">
            <a:avLst>
              <a:gd name="adj" fmla="val 16667"/>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9" name="Google Shape;1939;p115"/>
          <p:cNvSpPr txBox="1"/>
          <p:nvPr/>
        </p:nvSpPr>
        <p:spPr>
          <a:xfrm>
            <a:off x="558395" y="1041575"/>
            <a:ext cx="1314900" cy="3849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300" b="1">
                <a:solidFill>
                  <a:schemeClr val="lt1"/>
                </a:solidFill>
                <a:latin typeface="IBM Plex Sans"/>
                <a:ea typeface="IBM Plex Sans"/>
                <a:cs typeface="IBM Plex Sans"/>
                <a:sym typeface="IBM Plex Sans"/>
              </a:rPr>
              <a:t>Discovery</a:t>
            </a:r>
            <a:endParaRPr sz="1300" b="1">
              <a:solidFill>
                <a:schemeClr val="lt1"/>
              </a:solidFill>
              <a:latin typeface="IBM Plex Sans"/>
              <a:ea typeface="IBM Plex Sans"/>
              <a:cs typeface="IBM Plex Sans"/>
              <a:sym typeface="IBM Plex Sans"/>
            </a:endParaRPr>
          </a:p>
        </p:txBody>
      </p:sp>
      <p:sp>
        <p:nvSpPr>
          <p:cNvPr id="1940" name="Google Shape;1940;p115"/>
          <p:cNvSpPr txBox="1"/>
          <p:nvPr/>
        </p:nvSpPr>
        <p:spPr>
          <a:xfrm>
            <a:off x="2200964" y="1041575"/>
            <a:ext cx="1314900" cy="3849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300" b="1">
                <a:solidFill>
                  <a:schemeClr val="lt1"/>
                </a:solidFill>
                <a:latin typeface="IBM Plex Sans"/>
                <a:ea typeface="IBM Plex Sans"/>
                <a:cs typeface="IBM Plex Sans"/>
                <a:sym typeface="IBM Plex Sans"/>
              </a:rPr>
              <a:t>Design</a:t>
            </a:r>
            <a:endParaRPr sz="1300" b="1">
              <a:solidFill>
                <a:schemeClr val="lt1"/>
              </a:solidFill>
              <a:latin typeface="IBM Plex Sans"/>
              <a:ea typeface="IBM Plex Sans"/>
              <a:cs typeface="IBM Plex Sans"/>
              <a:sym typeface="IBM Plex Sans"/>
            </a:endParaRPr>
          </a:p>
        </p:txBody>
      </p:sp>
      <p:sp>
        <p:nvSpPr>
          <p:cNvPr id="1941" name="Google Shape;1941;p115"/>
          <p:cNvSpPr txBox="1"/>
          <p:nvPr/>
        </p:nvSpPr>
        <p:spPr>
          <a:xfrm>
            <a:off x="3987350" y="1041575"/>
            <a:ext cx="2630400" cy="3849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300" b="1">
                <a:solidFill>
                  <a:schemeClr val="lt1"/>
                </a:solidFill>
                <a:latin typeface="IBM Plex Sans"/>
                <a:ea typeface="IBM Plex Sans"/>
                <a:cs typeface="IBM Plex Sans"/>
                <a:sym typeface="IBM Plex Sans"/>
              </a:rPr>
              <a:t>Automation</a:t>
            </a:r>
            <a:endParaRPr sz="1300" b="1">
              <a:solidFill>
                <a:schemeClr val="lt1"/>
              </a:solidFill>
              <a:latin typeface="IBM Plex Sans"/>
              <a:ea typeface="IBM Plex Sans"/>
              <a:cs typeface="IBM Plex Sans"/>
              <a:sym typeface="IBM Plex Sans"/>
            </a:endParaRPr>
          </a:p>
        </p:txBody>
      </p:sp>
      <p:sp>
        <p:nvSpPr>
          <p:cNvPr id="1942" name="Google Shape;1942;p115"/>
          <p:cNvSpPr txBox="1"/>
          <p:nvPr/>
        </p:nvSpPr>
        <p:spPr>
          <a:xfrm>
            <a:off x="6918600" y="1041575"/>
            <a:ext cx="1550700" cy="3849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300" b="1">
                <a:solidFill>
                  <a:schemeClr val="lt1"/>
                </a:solidFill>
                <a:latin typeface="IBM Plex Sans"/>
                <a:ea typeface="IBM Plex Sans"/>
                <a:cs typeface="IBM Plex Sans"/>
                <a:sym typeface="IBM Plex Sans"/>
              </a:rPr>
              <a:t>Improvement</a:t>
            </a:r>
            <a:endParaRPr sz="1300" b="1">
              <a:solidFill>
                <a:schemeClr val="lt1"/>
              </a:solidFill>
              <a:latin typeface="IBM Plex Sans"/>
              <a:ea typeface="IBM Plex Sans"/>
              <a:cs typeface="IBM Plex Sans"/>
              <a:sym typeface="IBM Plex Sans"/>
            </a:endParaRPr>
          </a:p>
        </p:txBody>
      </p:sp>
      <p:sp>
        <p:nvSpPr>
          <p:cNvPr id="1943" name="Google Shape;1943;p115"/>
          <p:cNvSpPr txBox="1"/>
          <p:nvPr/>
        </p:nvSpPr>
        <p:spPr>
          <a:xfrm>
            <a:off x="558350" y="1754050"/>
            <a:ext cx="1446900" cy="5850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300" b="1">
                <a:solidFill>
                  <a:schemeClr val="dk1"/>
                </a:solidFill>
                <a:latin typeface="IBM Plex Sans"/>
                <a:ea typeface="IBM Plex Sans"/>
                <a:cs typeface="IBM Plex Sans"/>
                <a:sym typeface="IBM Plex Sans"/>
              </a:rPr>
              <a:t>Process</a:t>
            </a:r>
            <a:endParaRPr sz="1300" b="1">
              <a:solidFill>
                <a:schemeClr val="dk1"/>
              </a:solidFill>
              <a:latin typeface="IBM Plex Sans"/>
              <a:ea typeface="IBM Plex Sans"/>
              <a:cs typeface="IBM Plex Sans"/>
              <a:sym typeface="IBM Plex Sans"/>
            </a:endParaRPr>
          </a:p>
          <a:p>
            <a:pPr marL="0" lvl="0" indent="0" algn="ctr" rtl="0">
              <a:spcBef>
                <a:spcPts val="0"/>
              </a:spcBef>
              <a:spcAft>
                <a:spcPts val="0"/>
              </a:spcAft>
              <a:buNone/>
            </a:pPr>
            <a:r>
              <a:rPr lang="en" sz="1300" b="1">
                <a:solidFill>
                  <a:schemeClr val="dk1"/>
                </a:solidFill>
                <a:latin typeface="IBM Plex Sans"/>
                <a:ea typeface="IBM Plex Sans"/>
                <a:cs typeface="IBM Plex Sans"/>
                <a:sym typeface="IBM Plex Sans"/>
              </a:rPr>
              <a:t>Mining</a:t>
            </a:r>
            <a:endParaRPr sz="1300" b="1">
              <a:solidFill>
                <a:schemeClr val="dk1"/>
              </a:solidFill>
              <a:latin typeface="IBM Plex Sans"/>
              <a:ea typeface="IBM Plex Sans"/>
              <a:cs typeface="IBM Plex Sans"/>
              <a:sym typeface="IBM Plex Sans"/>
            </a:endParaRPr>
          </a:p>
        </p:txBody>
      </p:sp>
      <p:sp>
        <p:nvSpPr>
          <p:cNvPr id="1944" name="Google Shape;1944;p115"/>
          <p:cNvSpPr txBox="1"/>
          <p:nvPr/>
        </p:nvSpPr>
        <p:spPr>
          <a:xfrm>
            <a:off x="2200850" y="1754050"/>
            <a:ext cx="1446900" cy="5850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300" b="1">
                <a:solidFill>
                  <a:schemeClr val="dk1"/>
                </a:solidFill>
                <a:latin typeface="IBM Plex Sans"/>
                <a:ea typeface="IBM Plex Sans"/>
                <a:cs typeface="IBM Plex Sans"/>
                <a:sym typeface="IBM Plex Sans"/>
              </a:rPr>
              <a:t>Process Modeling</a:t>
            </a:r>
            <a:endParaRPr sz="1300" b="1">
              <a:solidFill>
                <a:schemeClr val="dk1"/>
              </a:solidFill>
              <a:latin typeface="IBM Plex Sans"/>
              <a:ea typeface="IBM Plex Sans"/>
              <a:cs typeface="IBM Plex Sans"/>
              <a:sym typeface="IBM Plex Sans"/>
            </a:endParaRPr>
          </a:p>
        </p:txBody>
      </p:sp>
      <p:sp>
        <p:nvSpPr>
          <p:cNvPr id="1945" name="Google Shape;1945;p115"/>
          <p:cNvSpPr txBox="1"/>
          <p:nvPr/>
        </p:nvSpPr>
        <p:spPr>
          <a:xfrm>
            <a:off x="6918600" y="1754050"/>
            <a:ext cx="1575600" cy="5850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300" b="1">
                <a:solidFill>
                  <a:schemeClr val="dk1"/>
                </a:solidFill>
                <a:latin typeface="IBM Plex Sans"/>
                <a:ea typeface="IBM Plex Sans"/>
                <a:cs typeface="IBM Plex Sans"/>
                <a:sym typeface="IBM Plex Sans"/>
              </a:rPr>
              <a:t>Business Intelligence</a:t>
            </a:r>
            <a:endParaRPr sz="1300" b="1">
              <a:solidFill>
                <a:schemeClr val="dk1"/>
              </a:solidFill>
              <a:latin typeface="IBM Plex Sans"/>
              <a:ea typeface="IBM Plex Sans"/>
              <a:cs typeface="IBM Plex Sans"/>
              <a:sym typeface="IBM Plex Sans"/>
            </a:endParaRPr>
          </a:p>
        </p:txBody>
      </p:sp>
      <p:grpSp>
        <p:nvGrpSpPr>
          <p:cNvPr id="1946" name="Google Shape;1946;p115"/>
          <p:cNvGrpSpPr/>
          <p:nvPr/>
        </p:nvGrpSpPr>
        <p:grpSpPr>
          <a:xfrm>
            <a:off x="5155665" y="3816744"/>
            <a:ext cx="268663" cy="161407"/>
            <a:chOff x="3489775" y="2366300"/>
            <a:chExt cx="366325" cy="220050"/>
          </a:xfrm>
        </p:grpSpPr>
        <p:sp>
          <p:nvSpPr>
            <p:cNvPr id="1947" name="Google Shape;1947;p115"/>
            <p:cNvSpPr/>
            <p:nvPr/>
          </p:nvSpPr>
          <p:spPr>
            <a:xfrm>
              <a:off x="3583200" y="2455525"/>
              <a:ext cx="179500" cy="41575"/>
            </a:xfrm>
            <a:custGeom>
              <a:avLst/>
              <a:gdLst/>
              <a:ahLst/>
              <a:cxnLst/>
              <a:rect l="l" t="t" r="r" b="b"/>
              <a:pathLst>
                <a:path w="7180" h="1663" extrusionOk="0">
                  <a:moveTo>
                    <a:pt x="709" y="1"/>
                  </a:moveTo>
                  <a:lnTo>
                    <a:pt x="610" y="11"/>
                  </a:lnTo>
                  <a:lnTo>
                    <a:pt x="532" y="30"/>
                  </a:lnTo>
                  <a:lnTo>
                    <a:pt x="453" y="50"/>
                  </a:lnTo>
                  <a:lnTo>
                    <a:pt x="374" y="70"/>
                  </a:lnTo>
                  <a:lnTo>
                    <a:pt x="315" y="109"/>
                  </a:lnTo>
                  <a:lnTo>
                    <a:pt x="256" y="148"/>
                  </a:lnTo>
                  <a:lnTo>
                    <a:pt x="197" y="188"/>
                  </a:lnTo>
                  <a:lnTo>
                    <a:pt x="148" y="237"/>
                  </a:lnTo>
                  <a:lnTo>
                    <a:pt x="109" y="286"/>
                  </a:lnTo>
                  <a:lnTo>
                    <a:pt x="79" y="345"/>
                  </a:lnTo>
                  <a:lnTo>
                    <a:pt x="50" y="414"/>
                  </a:lnTo>
                  <a:lnTo>
                    <a:pt x="30" y="483"/>
                  </a:lnTo>
                  <a:lnTo>
                    <a:pt x="10" y="552"/>
                  </a:lnTo>
                  <a:lnTo>
                    <a:pt x="1" y="620"/>
                  </a:lnTo>
                  <a:lnTo>
                    <a:pt x="1" y="709"/>
                  </a:lnTo>
                  <a:lnTo>
                    <a:pt x="1" y="955"/>
                  </a:lnTo>
                  <a:lnTo>
                    <a:pt x="1" y="1033"/>
                  </a:lnTo>
                  <a:lnTo>
                    <a:pt x="10" y="1112"/>
                  </a:lnTo>
                  <a:lnTo>
                    <a:pt x="30" y="1181"/>
                  </a:lnTo>
                  <a:lnTo>
                    <a:pt x="50" y="1250"/>
                  </a:lnTo>
                  <a:lnTo>
                    <a:pt x="79" y="1319"/>
                  </a:lnTo>
                  <a:lnTo>
                    <a:pt x="109" y="1368"/>
                  </a:lnTo>
                  <a:lnTo>
                    <a:pt x="148" y="1427"/>
                  </a:lnTo>
                  <a:lnTo>
                    <a:pt x="197" y="1476"/>
                  </a:lnTo>
                  <a:lnTo>
                    <a:pt x="256" y="1515"/>
                  </a:lnTo>
                  <a:lnTo>
                    <a:pt x="315" y="1555"/>
                  </a:lnTo>
                  <a:lnTo>
                    <a:pt x="374" y="1584"/>
                  </a:lnTo>
                  <a:lnTo>
                    <a:pt x="453" y="1614"/>
                  </a:lnTo>
                  <a:lnTo>
                    <a:pt x="532" y="1633"/>
                  </a:lnTo>
                  <a:lnTo>
                    <a:pt x="610" y="1653"/>
                  </a:lnTo>
                  <a:lnTo>
                    <a:pt x="709" y="1663"/>
                  </a:lnTo>
                  <a:lnTo>
                    <a:pt x="905" y="1663"/>
                  </a:lnTo>
                  <a:lnTo>
                    <a:pt x="1004" y="1653"/>
                  </a:lnTo>
                  <a:lnTo>
                    <a:pt x="1082" y="1633"/>
                  </a:lnTo>
                  <a:lnTo>
                    <a:pt x="1161" y="1614"/>
                  </a:lnTo>
                  <a:lnTo>
                    <a:pt x="1240" y="1584"/>
                  </a:lnTo>
                  <a:lnTo>
                    <a:pt x="1299" y="1555"/>
                  </a:lnTo>
                  <a:lnTo>
                    <a:pt x="1358" y="1515"/>
                  </a:lnTo>
                  <a:lnTo>
                    <a:pt x="1417" y="1476"/>
                  </a:lnTo>
                  <a:lnTo>
                    <a:pt x="1466" y="1427"/>
                  </a:lnTo>
                  <a:lnTo>
                    <a:pt x="1505" y="1368"/>
                  </a:lnTo>
                  <a:lnTo>
                    <a:pt x="1535" y="1319"/>
                  </a:lnTo>
                  <a:lnTo>
                    <a:pt x="1564" y="1250"/>
                  </a:lnTo>
                  <a:lnTo>
                    <a:pt x="1584" y="1181"/>
                  </a:lnTo>
                  <a:lnTo>
                    <a:pt x="1604" y="1112"/>
                  </a:lnTo>
                  <a:lnTo>
                    <a:pt x="1604" y="1033"/>
                  </a:lnTo>
                  <a:lnTo>
                    <a:pt x="1613" y="955"/>
                  </a:lnTo>
                  <a:lnTo>
                    <a:pt x="1613" y="709"/>
                  </a:lnTo>
                  <a:lnTo>
                    <a:pt x="1604" y="620"/>
                  </a:lnTo>
                  <a:lnTo>
                    <a:pt x="1604" y="552"/>
                  </a:lnTo>
                  <a:lnTo>
                    <a:pt x="1584" y="483"/>
                  </a:lnTo>
                  <a:lnTo>
                    <a:pt x="1564" y="414"/>
                  </a:lnTo>
                  <a:lnTo>
                    <a:pt x="1535" y="345"/>
                  </a:lnTo>
                  <a:lnTo>
                    <a:pt x="1505" y="286"/>
                  </a:lnTo>
                  <a:lnTo>
                    <a:pt x="1466" y="237"/>
                  </a:lnTo>
                  <a:lnTo>
                    <a:pt x="1417" y="188"/>
                  </a:lnTo>
                  <a:lnTo>
                    <a:pt x="1358" y="148"/>
                  </a:lnTo>
                  <a:lnTo>
                    <a:pt x="1299" y="109"/>
                  </a:lnTo>
                  <a:lnTo>
                    <a:pt x="1240" y="70"/>
                  </a:lnTo>
                  <a:lnTo>
                    <a:pt x="1161" y="50"/>
                  </a:lnTo>
                  <a:lnTo>
                    <a:pt x="1082" y="30"/>
                  </a:lnTo>
                  <a:lnTo>
                    <a:pt x="1004" y="11"/>
                  </a:lnTo>
                  <a:lnTo>
                    <a:pt x="905" y="1"/>
                  </a:lnTo>
                  <a:close/>
                  <a:moveTo>
                    <a:pt x="3492" y="1"/>
                  </a:moveTo>
                  <a:lnTo>
                    <a:pt x="3403" y="11"/>
                  </a:lnTo>
                  <a:lnTo>
                    <a:pt x="3315" y="30"/>
                  </a:lnTo>
                  <a:lnTo>
                    <a:pt x="3236" y="50"/>
                  </a:lnTo>
                  <a:lnTo>
                    <a:pt x="3167" y="70"/>
                  </a:lnTo>
                  <a:lnTo>
                    <a:pt x="3098" y="109"/>
                  </a:lnTo>
                  <a:lnTo>
                    <a:pt x="3039" y="148"/>
                  </a:lnTo>
                  <a:lnTo>
                    <a:pt x="2980" y="188"/>
                  </a:lnTo>
                  <a:lnTo>
                    <a:pt x="2941" y="237"/>
                  </a:lnTo>
                  <a:lnTo>
                    <a:pt x="2902" y="286"/>
                  </a:lnTo>
                  <a:lnTo>
                    <a:pt x="2862" y="345"/>
                  </a:lnTo>
                  <a:lnTo>
                    <a:pt x="2833" y="414"/>
                  </a:lnTo>
                  <a:lnTo>
                    <a:pt x="2813" y="483"/>
                  </a:lnTo>
                  <a:lnTo>
                    <a:pt x="2803" y="552"/>
                  </a:lnTo>
                  <a:lnTo>
                    <a:pt x="2793" y="620"/>
                  </a:lnTo>
                  <a:lnTo>
                    <a:pt x="2784" y="709"/>
                  </a:lnTo>
                  <a:lnTo>
                    <a:pt x="2784" y="955"/>
                  </a:lnTo>
                  <a:lnTo>
                    <a:pt x="2793" y="1033"/>
                  </a:lnTo>
                  <a:lnTo>
                    <a:pt x="2803" y="1112"/>
                  </a:lnTo>
                  <a:lnTo>
                    <a:pt x="2813" y="1181"/>
                  </a:lnTo>
                  <a:lnTo>
                    <a:pt x="2833" y="1250"/>
                  </a:lnTo>
                  <a:lnTo>
                    <a:pt x="2862" y="1319"/>
                  </a:lnTo>
                  <a:lnTo>
                    <a:pt x="2902" y="1368"/>
                  </a:lnTo>
                  <a:lnTo>
                    <a:pt x="2941" y="1427"/>
                  </a:lnTo>
                  <a:lnTo>
                    <a:pt x="2980" y="1476"/>
                  </a:lnTo>
                  <a:lnTo>
                    <a:pt x="3039" y="1515"/>
                  </a:lnTo>
                  <a:lnTo>
                    <a:pt x="3098" y="1555"/>
                  </a:lnTo>
                  <a:lnTo>
                    <a:pt x="3167" y="1584"/>
                  </a:lnTo>
                  <a:lnTo>
                    <a:pt x="3236" y="1614"/>
                  </a:lnTo>
                  <a:lnTo>
                    <a:pt x="3315" y="1633"/>
                  </a:lnTo>
                  <a:lnTo>
                    <a:pt x="3403" y="1653"/>
                  </a:lnTo>
                  <a:lnTo>
                    <a:pt x="3492" y="1663"/>
                  </a:lnTo>
                  <a:lnTo>
                    <a:pt x="3688" y="1663"/>
                  </a:lnTo>
                  <a:lnTo>
                    <a:pt x="3787" y="1653"/>
                  </a:lnTo>
                  <a:lnTo>
                    <a:pt x="3875" y="1633"/>
                  </a:lnTo>
                  <a:lnTo>
                    <a:pt x="3954" y="1614"/>
                  </a:lnTo>
                  <a:lnTo>
                    <a:pt x="4023" y="1584"/>
                  </a:lnTo>
                  <a:lnTo>
                    <a:pt x="4091" y="1555"/>
                  </a:lnTo>
                  <a:lnTo>
                    <a:pt x="4150" y="1515"/>
                  </a:lnTo>
                  <a:lnTo>
                    <a:pt x="4200" y="1476"/>
                  </a:lnTo>
                  <a:lnTo>
                    <a:pt x="4249" y="1427"/>
                  </a:lnTo>
                  <a:lnTo>
                    <a:pt x="4288" y="1368"/>
                  </a:lnTo>
                  <a:lnTo>
                    <a:pt x="4318" y="1319"/>
                  </a:lnTo>
                  <a:lnTo>
                    <a:pt x="4347" y="1250"/>
                  </a:lnTo>
                  <a:lnTo>
                    <a:pt x="4367" y="1181"/>
                  </a:lnTo>
                  <a:lnTo>
                    <a:pt x="4386" y="1112"/>
                  </a:lnTo>
                  <a:lnTo>
                    <a:pt x="4396" y="1033"/>
                  </a:lnTo>
                  <a:lnTo>
                    <a:pt x="4396" y="955"/>
                  </a:lnTo>
                  <a:lnTo>
                    <a:pt x="4396" y="709"/>
                  </a:lnTo>
                  <a:lnTo>
                    <a:pt x="4396" y="620"/>
                  </a:lnTo>
                  <a:lnTo>
                    <a:pt x="4386" y="552"/>
                  </a:lnTo>
                  <a:lnTo>
                    <a:pt x="4367" y="483"/>
                  </a:lnTo>
                  <a:lnTo>
                    <a:pt x="4347" y="414"/>
                  </a:lnTo>
                  <a:lnTo>
                    <a:pt x="4318" y="345"/>
                  </a:lnTo>
                  <a:lnTo>
                    <a:pt x="4288" y="286"/>
                  </a:lnTo>
                  <a:lnTo>
                    <a:pt x="4249" y="237"/>
                  </a:lnTo>
                  <a:lnTo>
                    <a:pt x="4200" y="188"/>
                  </a:lnTo>
                  <a:lnTo>
                    <a:pt x="4150" y="148"/>
                  </a:lnTo>
                  <a:lnTo>
                    <a:pt x="4091" y="109"/>
                  </a:lnTo>
                  <a:lnTo>
                    <a:pt x="4023" y="70"/>
                  </a:lnTo>
                  <a:lnTo>
                    <a:pt x="3954" y="50"/>
                  </a:lnTo>
                  <a:lnTo>
                    <a:pt x="3875" y="30"/>
                  </a:lnTo>
                  <a:lnTo>
                    <a:pt x="3787" y="11"/>
                  </a:lnTo>
                  <a:lnTo>
                    <a:pt x="3688" y="1"/>
                  </a:lnTo>
                  <a:close/>
                  <a:moveTo>
                    <a:pt x="6274" y="1"/>
                  </a:moveTo>
                  <a:lnTo>
                    <a:pt x="6186" y="11"/>
                  </a:lnTo>
                  <a:lnTo>
                    <a:pt x="6097" y="30"/>
                  </a:lnTo>
                  <a:lnTo>
                    <a:pt x="6019" y="50"/>
                  </a:lnTo>
                  <a:lnTo>
                    <a:pt x="5950" y="70"/>
                  </a:lnTo>
                  <a:lnTo>
                    <a:pt x="5881" y="109"/>
                  </a:lnTo>
                  <a:lnTo>
                    <a:pt x="5822" y="148"/>
                  </a:lnTo>
                  <a:lnTo>
                    <a:pt x="5773" y="188"/>
                  </a:lnTo>
                  <a:lnTo>
                    <a:pt x="5724" y="237"/>
                  </a:lnTo>
                  <a:lnTo>
                    <a:pt x="5684" y="286"/>
                  </a:lnTo>
                  <a:lnTo>
                    <a:pt x="5645" y="345"/>
                  </a:lnTo>
                  <a:lnTo>
                    <a:pt x="5625" y="414"/>
                  </a:lnTo>
                  <a:lnTo>
                    <a:pt x="5606" y="483"/>
                  </a:lnTo>
                  <a:lnTo>
                    <a:pt x="5586" y="552"/>
                  </a:lnTo>
                  <a:lnTo>
                    <a:pt x="5576" y="620"/>
                  </a:lnTo>
                  <a:lnTo>
                    <a:pt x="5576" y="709"/>
                  </a:lnTo>
                  <a:lnTo>
                    <a:pt x="5576" y="955"/>
                  </a:lnTo>
                  <a:lnTo>
                    <a:pt x="5576" y="1033"/>
                  </a:lnTo>
                  <a:lnTo>
                    <a:pt x="5586" y="1112"/>
                  </a:lnTo>
                  <a:lnTo>
                    <a:pt x="5606" y="1181"/>
                  </a:lnTo>
                  <a:lnTo>
                    <a:pt x="5625" y="1250"/>
                  </a:lnTo>
                  <a:lnTo>
                    <a:pt x="5645" y="1319"/>
                  </a:lnTo>
                  <a:lnTo>
                    <a:pt x="5684" y="1368"/>
                  </a:lnTo>
                  <a:lnTo>
                    <a:pt x="5724" y="1427"/>
                  </a:lnTo>
                  <a:lnTo>
                    <a:pt x="5773" y="1476"/>
                  </a:lnTo>
                  <a:lnTo>
                    <a:pt x="5822" y="1515"/>
                  </a:lnTo>
                  <a:lnTo>
                    <a:pt x="5881" y="1555"/>
                  </a:lnTo>
                  <a:lnTo>
                    <a:pt x="5950" y="1584"/>
                  </a:lnTo>
                  <a:lnTo>
                    <a:pt x="6019" y="1614"/>
                  </a:lnTo>
                  <a:lnTo>
                    <a:pt x="6097" y="1633"/>
                  </a:lnTo>
                  <a:lnTo>
                    <a:pt x="6186" y="1653"/>
                  </a:lnTo>
                  <a:lnTo>
                    <a:pt x="6274" y="1663"/>
                  </a:lnTo>
                  <a:lnTo>
                    <a:pt x="6481" y="1663"/>
                  </a:lnTo>
                  <a:lnTo>
                    <a:pt x="6569" y="1653"/>
                  </a:lnTo>
                  <a:lnTo>
                    <a:pt x="6658" y="1633"/>
                  </a:lnTo>
                  <a:lnTo>
                    <a:pt x="6737" y="1614"/>
                  </a:lnTo>
                  <a:lnTo>
                    <a:pt x="6805" y="1584"/>
                  </a:lnTo>
                  <a:lnTo>
                    <a:pt x="6874" y="1555"/>
                  </a:lnTo>
                  <a:lnTo>
                    <a:pt x="6933" y="1515"/>
                  </a:lnTo>
                  <a:lnTo>
                    <a:pt x="6982" y="1476"/>
                  </a:lnTo>
                  <a:lnTo>
                    <a:pt x="7032" y="1427"/>
                  </a:lnTo>
                  <a:lnTo>
                    <a:pt x="7071" y="1368"/>
                  </a:lnTo>
                  <a:lnTo>
                    <a:pt x="7110" y="1319"/>
                  </a:lnTo>
                  <a:lnTo>
                    <a:pt x="7130" y="1250"/>
                  </a:lnTo>
                  <a:lnTo>
                    <a:pt x="7159" y="1181"/>
                  </a:lnTo>
                  <a:lnTo>
                    <a:pt x="7169" y="1112"/>
                  </a:lnTo>
                  <a:lnTo>
                    <a:pt x="7179" y="1033"/>
                  </a:lnTo>
                  <a:lnTo>
                    <a:pt x="7179" y="955"/>
                  </a:lnTo>
                  <a:lnTo>
                    <a:pt x="7179" y="709"/>
                  </a:lnTo>
                  <a:lnTo>
                    <a:pt x="7179" y="620"/>
                  </a:lnTo>
                  <a:lnTo>
                    <a:pt x="7169" y="552"/>
                  </a:lnTo>
                  <a:lnTo>
                    <a:pt x="7159" y="483"/>
                  </a:lnTo>
                  <a:lnTo>
                    <a:pt x="7130" y="414"/>
                  </a:lnTo>
                  <a:lnTo>
                    <a:pt x="7110" y="345"/>
                  </a:lnTo>
                  <a:lnTo>
                    <a:pt x="7071" y="286"/>
                  </a:lnTo>
                  <a:lnTo>
                    <a:pt x="7032" y="237"/>
                  </a:lnTo>
                  <a:lnTo>
                    <a:pt x="6982" y="188"/>
                  </a:lnTo>
                  <a:lnTo>
                    <a:pt x="6933" y="148"/>
                  </a:lnTo>
                  <a:lnTo>
                    <a:pt x="6874" y="109"/>
                  </a:lnTo>
                  <a:lnTo>
                    <a:pt x="6805" y="70"/>
                  </a:lnTo>
                  <a:lnTo>
                    <a:pt x="6737" y="50"/>
                  </a:lnTo>
                  <a:lnTo>
                    <a:pt x="6658" y="30"/>
                  </a:lnTo>
                  <a:lnTo>
                    <a:pt x="6569" y="11"/>
                  </a:lnTo>
                  <a:lnTo>
                    <a:pt x="6481"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8" name="Google Shape;1948;p115"/>
            <p:cNvSpPr/>
            <p:nvPr/>
          </p:nvSpPr>
          <p:spPr>
            <a:xfrm>
              <a:off x="3489775" y="2366300"/>
              <a:ext cx="366325" cy="220050"/>
            </a:xfrm>
            <a:custGeom>
              <a:avLst/>
              <a:gdLst/>
              <a:ahLst/>
              <a:cxnLst/>
              <a:rect l="l" t="t" r="r" b="b"/>
              <a:pathLst>
                <a:path w="14653" h="8802" extrusionOk="0">
                  <a:moveTo>
                    <a:pt x="1604" y="0"/>
                  </a:moveTo>
                  <a:lnTo>
                    <a:pt x="1515" y="10"/>
                  </a:lnTo>
                  <a:lnTo>
                    <a:pt x="1437" y="30"/>
                  </a:lnTo>
                  <a:lnTo>
                    <a:pt x="1358" y="50"/>
                  </a:lnTo>
                  <a:lnTo>
                    <a:pt x="1279" y="79"/>
                  </a:lnTo>
                  <a:lnTo>
                    <a:pt x="1210" y="118"/>
                  </a:lnTo>
                  <a:lnTo>
                    <a:pt x="1151" y="158"/>
                  </a:lnTo>
                  <a:lnTo>
                    <a:pt x="1092" y="207"/>
                  </a:lnTo>
                  <a:lnTo>
                    <a:pt x="1043" y="266"/>
                  </a:lnTo>
                  <a:lnTo>
                    <a:pt x="994" y="335"/>
                  </a:lnTo>
                  <a:lnTo>
                    <a:pt x="955" y="404"/>
                  </a:lnTo>
                  <a:lnTo>
                    <a:pt x="915" y="482"/>
                  </a:lnTo>
                  <a:lnTo>
                    <a:pt x="896" y="571"/>
                  </a:lnTo>
                  <a:lnTo>
                    <a:pt x="876" y="669"/>
                  </a:lnTo>
                  <a:lnTo>
                    <a:pt x="856" y="767"/>
                  </a:lnTo>
                  <a:lnTo>
                    <a:pt x="856" y="876"/>
                  </a:lnTo>
                  <a:lnTo>
                    <a:pt x="856" y="3098"/>
                  </a:lnTo>
                  <a:lnTo>
                    <a:pt x="856" y="3196"/>
                  </a:lnTo>
                  <a:lnTo>
                    <a:pt x="837" y="3285"/>
                  </a:lnTo>
                  <a:lnTo>
                    <a:pt x="827" y="3363"/>
                  </a:lnTo>
                  <a:lnTo>
                    <a:pt x="797" y="3442"/>
                  </a:lnTo>
                  <a:lnTo>
                    <a:pt x="768" y="3511"/>
                  </a:lnTo>
                  <a:lnTo>
                    <a:pt x="729" y="3570"/>
                  </a:lnTo>
                  <a:lnTo>
                    <a:pt x="679" y="3629"/>
                  </a:lnTo>
                  <a:lnTo>
                    <a:pt x="630" y="3678"/>
                  </a:lnTo>
                  <a:lnTo>
                    <a:pt x="571" y="3727"/>
                  </a:lnTo>
                  <a:lnTo>
                    <a:pt x="502" y="3767"/>
                  </a:lnTo>
                  <a:lnTo>
                    <a:pt x="434" y="3796"/>
                  </a:lnTo>
                  <a:lnTo>
                    <a:pt x="355" y="3826"/>
                  </a:lnTo>
                  <a:lnTo>
                    <a:pt x="276" y="3845"/>
                  </a:lnTo>
                  <a:lnTo>
                    <a:pt x="188" y="3855"/>
                  </a:lnTo>
                  <a:lnTo>
                    <a:pt x="99" y="3865"/>
                  </a:lnTo>
                  <a:lnTo>
                    <a:pt x="1" y="3875"/>
                  </a:lnTo>
                  <a:lnTo>
                    <a:pt x="1" y="4927"/>
                  </a:lnTo>
                  <a:lnTo>
                    <a:pt x="99" y="4937"/>
                  </a:lnTo>
                  <a:lnTo>
                    <a:pt x="188" y="4947"/>
                  </a:lnTo>
                  <a:lnTo>
                    <a:pt x="276" y="4956"/>
                  </a:lnTo>
                  <a:lnTo>
                    <a:pt x="355" y="4976"/>
                  </a:lnTo>
                  <a:lnTo>
                    <a:pt x="434" y="5006"/>
                  </a:lnTo>
                  <a:lnTo>
                    <a:pt x="502" y="5035"/>
                  </a:lnTo>
                  <a:lnTo>
                    <a:pt x="571" y="5074"/>
                  </a:lnTo>
                  <a:lnTo>
                    <a:pt x="630" y="5124"/>
                  </a:lnTo>
                  <a:lnTo>
                    <a:pt x="679" y="5173"/>
                  </a:lnTo>
                  <a:lnTo>
                    <a:pt x="729" y="5232"/>
                  </a:lnTo>
                  <a:lnTo>
                    <a:pt x="768" y="5291"/>
                  </a:lnTo>
                  <a:lnTo>
                    <a:pt x="797" y="5360"/>
                  </a:lnTo>
                  <a:lnTo>
                    <a:pt x="827" y="5438"/>
                  </a:lnTo>
                  <a:lnTo>
                    <a:pt x="837" y="5517"/>
                  </a:lnTo>
                  <a:lnTo>
                    <a:pt x="856" y="5605"/>
                  </a:lnTo>
                  <a:lnTo>
                    <a:pt x="856" y="5704"/>
                  </a:lnTo>
                  <a:lnTo>
                    <a:pt x="856" y="7926"/>
                  </a:lnTo>
                  <a:lnTo>
                    <a:pt x="856" y="8034"/>
                  </a:lnTo>
                  <a:lnTo>
                    <a:pt x="876" y="8133"/>
                  </a:lnTo>
                  <a:lnTo>
                    <a:pt x="896" y="8231"/>
                  </a:lnTo>
                  <a:lnTo>
                    <a:pt x="915" y="8319"/>
                  </a:lnTo>
                  <a:lnTo>
                    <a:pt x="955" y="8398"/>
                  </a:lnTo>
                  <a:lnTo>
                    <a:pt x="994" y="8467"/>
                  </a:lnTo>
                  <a:lnTo>
                    <a:pt x="1043" y="8536"/>
                  </a:lnTo>
                  <a:lnTo>
                    <a:pt x="1092" y="8595"/>
                  </a:lnTo>
                  <a:lnTo>
                    <a:pt x="1151" y="8644"/>
                  </a:lnTo>
                  <a:lnTo>
                    <a:pt x="1210" y="8683"/>
                  </a:lnTo>
                  <a:lnTo>
                    <a:pt x="1279" y="8723"/>
                  </a:lnTo>
                  <a:lnTo>
                    <a:pt x="1358" y="8752"/>
                  </a:lnTo>
                  <a:lnTo>
                    <a:pt x="1437" y="8772"/>
                  </a:lnTo>
                  <a:lnTo>
                    <a:pt x="1515" y="8791"/>
                  </a:lnTo>
                  <a:lnTo>
                    <a:pt x="1604" y="8801"/>
                  </a:lnTo>
                  <a:lnTo>
                    <a:pt x="2715" y="8801"/>
                  </a:lnTo>
                  <a:lnTo>
                    <a:pt x="2715" y="7867"/>
                  </a:lnTo>
                  <a:lnTo>
                    <a:pt x="2056" y="7867"/>
                  </a:lnTo>
                  <a:lnTo>
                    <a:pt x="2056" y="5605"/>
                  </a:lnTo>
                  <a:lnTo>
                    <a:pt x="2046" y="5458"/>
                  </a:lnTo>
                  <a:lnTo>
                    <a:pt x="2027" y="5320"/>
                  </a:lnTo>
                  <a:lnTo>
                    <a:pt x="2007" y="5202"/>
                  </a:lnTo>
                  <a:lnTo>
                    <a:pt x="1968" y="5084"/>
                  </a:lnTo>
                  <a:lnTo>
                    <a:pt x="1918" y="4986"/>
                  </a:lnTo>
                  <a:lnTo>
                    <a:pt x="1859" y="4888"/>
                  </a:lnTo>
                  <a:lnTo>
                    <a:pt x="1791" y="4809"/>
                  </a:lnTo>
                  <a:lnTo>
                    <a:pt x="1712" y="4730"/>
                  </a:lnTo>
                  <a:lnTo>
                    <a:pt x="1623" y="4671"/>
                  </a:lnTo>
                  <a:lnTo>
                    <a:pt x="1525" y="4612"/>
                  </a:lnTo>
                  <a:lnTo>
                    <a:pt x="1417" y="4573"/>
                  </a:lnTo>
                  <a:lnTo>
                    <a:pt x="1299" y="4534"/>
                  </a:lnTo>
                  <a:lnTo>
                    <a:pt x="1171" y="4504"/>
                  </a:lnTo>
                  <a:lnTo>
                    <a:pt x="1033" y="4484"/>
                  </a:lnTo>
                  <a:lnTo>
                    <a:pt x="886" y="4475"/>
                  </a:lnTo>
                  <a:lnTo>
                    <a:pt x="729" y="4465"/>
                  </a:lnTo>
                  <a:lnTo>
                    <a:pt x="729" y="4327"/>
                  </a:lnTo>
                  <a:lnTo>
                    <a:pt x="886" y="4327"/>
                  </a:lnTo>
                  <a:lnTo>
                    <a:pt x="1033" y="4317"/>
                  </a:lnTo>
                  <a:lnTo>
                    <a:pt x="1171" y="4298"/>
                  </a:lnTo>
                  <a:lnTo>
                    <a:pt x="1299" y="4268"/>
                  </a:lnTo>
                  <a:lnTo>
                    <a:pt x="1417" y="4229"/>
                  </a:lnTo>
                  <a:lnTo>
                    <a:pt x="1525" y="4189"/>
                  </a:lnTo>
                  <a:lnTo>
                    <a:pt x="1623" y="4130"/>
                  </a:lnTo>
                  <a:lnTo>
                    <a:pt x="1712" y="4071"/>
                  </a:lnTo>
                  <a:lnTo>
                    <a:pt x="1791" y="3993"/>
                  </a:lnTo>
                  <a:lnTo>
                    <a:pt x="1859" y="3914"/>
                  </a:lnTo>
                  <a:lnTo>
                    <a:pt x="1918" y="3816"/>
                  </a:lnTo>
                  <a:lnTo>
                    <a:pt x="1968" y="3717"/>
                  </a:lnTo>
                  <a:lnTo>
                    <a:pt x="2007" y="3599"/>
                  </a:lnTo>
                  <a:lnTo>
                    <a:pt x="2027" y="3481"/>
                  </a:lnTo>
                  <a:lnTo>
                    <a:pt x="2046" y="3344"/>
                  </a:lnTo>
                  <a:lnTo>
                    <a:pt x="2056" y="3196"/>
                  </a:lnTo>
                  <a:lnTo>
                    <a:pt x="2056" y="935"/>
                  </a:lnTo>
                  <a:lnTo>
                    <a:pt x="2715" y="935"/>
                  </a:lnTo>
                  <a:lnTo>
                    <a:pt x="2715" y="0"/>
                  </a:lnTo>
                  <a:close/>
                  <a:moveTo>
                    <a:pt x="11939" y="0"/>
                  </a:moveTo>
                  <a:lnTo>
                    <a:pt x="11939" y="935"/>
                  </a:lnTo>
                  <a:lnTo>
                    <a:pt x="12607" y="935"/>
                  </a:lnTo>
                  <a:lnTo>
                    <a:pt x="12607" y="3196"/>
                  </a:lnTo>
                  <a:lnTo>
                    <a:pt x="12607" y="3344"/>
                  </a:lnTo>
                  <a:lnTo>
                    <a:pt x="12627" y="3481"/>
                  </a:lnTo>
                  <a:lnTo>
                    <a:pt x="12657" y="3599"/>
                  </a:lnTo>
                  <a:lnTo>
                    <a:pt x="12696" y="3717"/>
                  </a:lnTo>
                  <a:lnTo>
                    <a:pt x="12735" y="3816"/>
                  </a:lnTo>
                  <a:lnTo>
                    <a:pt x="12794" y="3914"/>
                  </a:lnTo>
                  <a:lnTo>
                    <a:pt x="12863" y="3993"/>
                  </a:lnTo>
                  <a:lnTo>
                    <a:pt x="12942" y="4071"/>
                  </a:lnTo>
                  <a:lnTo>
                    <a:pt x="13030" y="4130"/>
                  </a:lnTo>
                  <a:lnTo>
                    <a:pt x="13129" y="4189"/>
                  </a:lnTo>
                  <a:lnTo>
                    <a:pt x="13237" y="4229"/>
                  </a:lnTo>
                  <a:lnTo>
                    <a:pt x="13355" y="4268"/>
                  </a:lnTo>
                  <a:lnTo>
                    <a:pt x="13492" y="4298"/>
                  </a:lnTo>
                  <a:lnTo>
                    <a:pt x="13630" y="4317"/>
                  </a:lnTo>
                  <a:lnTo>
                    <a:pt x="13778" y="4327"/>
                  </a:lnTo>
                  <a:lnTo>
                    <a:pt x="13935" y="4327"/>
                  </a:lnTo>
                  <a:lnTo>
                    <a:pt x="13935" y="4465"/>
                  </a:lnTo>
                  <a:lnTo>
                    <a:pt x="13778" y="4475"/>
                  </a:lnTo>
                  <a:lnTo>
                    <a:pt x="13630" y="4484"/>
                  </a:lnTo>
                  <a:lnTo>
                    <a:pt x="13492" y="4504"/>
                  </a:lnTo>
                  <a:lnTo>
                    <a:pt x="13355" y="4534"/>
                  </a:lnTo>
                  <a:lnTo>
                    <a:pt x="13237" y="4573"/>
                  </a:lnTo>
                  <a:lnTo>
                    <a:pt x="13129" y="4612"/>
                  </a:lnTo>
                  <a:lnTo>
                    <a:pt x="13030" y="4671"/>
                  </a:lnTo>
                  <a:lnTo>
                    <a:pt x="12942" y="4730"/>
                  </a:lnTo>
                  <a:lnTo>
                    <a:pt x="12863" y="4809"/>
                  </a:lnTo>
                  <a:lnTo>
                    <a:pt x="12794" y="4888"/>
                  </a:lnTo>
                  <a:lnTo>
                    <a:pt x="12735" y="4986"/>
                  </a:lnTo>
                  <a:lnTo>
                    <a:pt x="12696" y="5084"/>
                  </a:lnTo>
                  <a:lnTo>
                    <a:pt x="12657" y="5202"/>
                  </a:lnTo>
                  <a:lnTo>
                    <a:pt x="12627" y="5320"/>
                  </a:lnTo>
                  <a:lnTo>
                    <a:pt x="12607" y="5458"/>
                  </a:lnTo>
                  <a:lnTo>
                    <a:pt x="12607" y="5605"/>
                  </a:lnTo>
                  <a:lnTo>
                    <a:pt x="12607" y="7867"/>
                  </a:lnTo>
                  <a:lnTo>
                    <a:pt x="11939" y="7867"/>
                  </a:lnTo>
                  <a:lnTo>
                    <a:pt x="11939" y="8801"/>
                  </a:lnTo>
                  <a:lnTo>
                    <a:pt x="13060" y="8801"/>
                  </a:lnTo>
                  <a:lnTo>
                    <a:pt x="13138" y="8791"/>
                  </a:lnTo>
                  <a:lnTo>
                    <a:pt x="13227" y="8772"/>
                  </a:lnTo>
                  <a:lnTo>
                    <a:pt x="13306" y="8752"/>
                  </a:lnTo>
                  <a:lnTo>
                    <a:pt x="13374" y="8723"/>
                  </a:lnTo>
                  <a:lnTo>
                    <a:pt x="13443" y="8683"/>
                  </a:lnTo>
                  <a:lnTo>
                    <a:pt x="13512" y="8644"/>
                  </a:lnTo>
                  <a:lnTo>
                    <a:pt x="13571" y="8595"/>
                  </a:lnTo>
                  <a:lnTo>
                    <a:pt x="13620" y="8536"/>
                  </a:lnTo>
                  <a:lnTo>
                    <a:pt x="13669" y="8467"/>
                  </a:lnTo>
                  <a:lnTo>
                    <a:pt x="13709" y="8398"/>
                  </a:lnTo>
                  <a:lnTo>
                    <a:pt x="13738" y="8319"/>
                  </a:lnTo>
                  <a:lnTo>
                    <a:pt x="13768" y="8231"/>
                  </a:lnTo>
                  <a:lnTo>
                    <a:pt x="13787" y="8133"/>
                  </a:lnTo>
                  <a:lnTo>
                    <a:pt x="13797" y="8034"/>
                  </a:lnTo>
                  <a:lnTo>
                    <a:pt x="13807" y="7926"/>
                  </a:lnTo>
                  <a:lnTo>
                    <a:pt x="13807" y="5704"/>
                  </a:lnTo>
                  <a:lnTo>
                    <a:pt x="13807" y="5605"/>
                  </a:lnTo>
                  <a:lnTo>
                    <a:pt x="13817" y="5517"/>
                  </a:lnTo>
                  <a:lnTo>
                    <a:pt x="13837" y="5438"/>
                  </a:lnTo>
                  <a:lnTo>
                    <a:pt x="13866" y="5360"/>
                  </a:lnTo>
                  <a:lnTo>
                    <a:pt x="13896" y="5291"/>
                  </a:lnTo>
                  <a:lnTo>
                    <a:pt x="13935" y="5232"/>
                  </a:lnTo>
                  <a:lnTo>
                    <a:pt x="13974" y="5173"/>
                  </a:lnTo>
                  <a:lnTo>
                    <a:pt x="14033" y="5124"/>
                  </a:lnTo>
                  <a:lnTo>
                    <a:pt x="14092" y="5074"/>
                  </a:lnTo>
                  <a:lnTo>
                    <a:pt x="14151" y="5035"/>
                  </a:lnTo>
                  <a:lnTo>
                    <a:pt x="14220" y="5006"/>
                  </a:lnTo>
                  <a:lnTo>
                    <a:pt x="14299" y="4976"/>
                  </a:lnTo>
                  <a:lnTo>
                    <a:pt x="14377" y="4956"/>
                  </a:lnTo>
                  <a:lnTo>
                    <a:pt x="14466" y="4947"/>
                  </a:lnTo>
                  <a:lnTo>
                    <a:pt x="14564" y="4937"/>
                  </a:lnTo>
                  <a:lnTo>
                    <a:pt x="14653" y="4927"/>
                  </a:lnTo>
                  <a:lnTo>
                    <a:pt x="14653" y="3875"/>
                  </a:lnTo>
                  <a:lnTo>
                    <a:pt x="14564" y="3865"/>
                  </a:lnTo>
                  <a:lnTo>
                    <a:pt x="14466" y="3855"/>
                  </a:lnTo>
                  <a:lnTo>
                    <a:pt x="14377" y="3845"/>
                  </a:lnTo>
                  <a:lnTo>
                    <a:pt x="14299" y="3826"/>
                  </a:lnTo>
                  <a:lnTo>
                    <a:pt x="14220" y="3796"/>
                  </a:lnTo>
                  <a:lnTo>
                    <a:pt x="14151" y="3767"/>
                  </a:lnTo>
                  <a:lnTo>
                    <a:pt x="14092" y="3727"/>
                  </a:lnTo>
                  <a:lnTo>
                    <a:pt x="14033" y="3678"/>
                  </a:lnTo>
                  <a:lnTo>
                    <a:pt x="13974" y="3629"/>
                  </a:lnTo>
                  <a:lnTo>
                    <a:pt x="13935" y="3570"/>
                  </a:lnTo>
                  <a:lnTo>
                    <a:pt x="13896" y="3511"/>
                  </a:lnTo>
                  <a:lnTo>
                    <a:pt x="13866" y="3442"/>
                  </a:lnTo>
                  <a:lnTo>
                    <a:pt x="13837" y="3363"/>
                  </a:lnTo>
                  <a:lnTo>
                    <a:pt x="13817" y="3285"/>
                  </a:lnTo>
                  <a:lnTo>
                    <a:pt x="13807" y="3196"/>
                  </a:lnTo>
                  <a:lnTo>
                    <a:pt x="13807" y="3098"/>
                  </a:lnTo>
                  <a:lnTo>
                    <a:pt x="13807" y="876"/>
                  </a:lnTo>
                  <a:lnTo>
                    <a:pt x="13797" y="767"/>
                  </a:lnTo>
                  <a:lnTo>
                    <a:pt x="13787" y="669"/>
                  </a:lnTo>
                  <a:lnTo>
                    <a:pt x="13768" y="571"/>
                  </a:lnTo>
                  <a:lnTo>
                    <a:pt x="13738" y="482"/>
                  </a:lnTo>
                  <a:lnTo>
                    <a:pt x="13709" y="404"/>
                  </a:lnTo>
                  <a:lnTo>
                    <a:pt x="13669" y="335"/>
                  </a:lnTo>
                  <a:lnTo>
                    <a:pt x="13620" y="266"/>
                  </a:lnTo>
                  <a:lnTo>
                    <a:pt x="13571" y="207"/>
                  </a:lnTo>
                  <a:lnTo>
                    <a:pt x="13512" y="158"/>
                  </a:lnTo>
                  <a:lnTo>
                    <a:pt x="13443" y="118"/>
                  </a:lnTo>
                  <a:lnTo>
                    <a:pt x="13374" y="79"/>
                  </a:lnTo>
                  <a:lnTo>
                    <a:pt x="13306" y="50"/>
                  </a:lnTo>
                  <a:lnTo>
                    <a:pt x="13227" y="30"/>
                  </a:lnTo>
                  <a:lnTo>
                    <a:pt x="13138" y="10"/>
                  </a:lnTo>
                  <a:lnTo>
                    <a:pt x="1306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949" name="Google Shape;1949;p115"/>
          <p:cNvGrpSpPr/>
          <p:nvPr/>
        </p:nvGrpSpPr>
        <p:grpSpPr>
          <a:xfrm>
            <a:off x="7281709" y="3768598"/>
            <a:ext cx="279829" cy="257697"/>
            <a:chOff x="2099100" y="2300650"/>
            <a:chExt cx="381550" cy="351325"/>
          </a:xfrm>
        </p:grpSpPr>
        <p:sp>
          <p:nvSpPr>
            <p:cNvPr id="1950" name="Google Shape;1950;p115"/>
            <p:cNvSpPr/>
            <p:nvPr/>
          </p:nvSpPr>
          <p:spPr>
            <a:xfrm>
              <a:off x="2235050" y="2421600"/>
              <a:ext cx="109400" cy="109175"/>
            </a:xfrm>
            <a:custGeom>
              <a:avLst/>
              <a:gdLst/>
              <a:ahLst/>
              <a:cxnLst/>
              <a:rect l="l" t="t" r="r" b="b"/>
              <a:pathLst>
                <a:path w="4376" h="4367" extrusionOk="0">
                  <a:moveTo>
                    <a:pt x="2193" y="974"/>
                  </a:moveTo>
                  <a:lnTo>
                    <a:pt x="2311" y="984"/>
                  </a:lnTo>
                  <a:lnTo>
                    <a:pt x="2439" y="1004"/>
                  </a:lnTo>
                  <a:lnTo>
                    <a:pt x="2547" y="1033"/>
                  </a:lnTo>
                  <a:lnTo>
                    <a:pt x="2665" y="1073"/>
                  </a:lnTo>
                  <a:lnTo>
                    <a:pt x="2763" y="1122"/>
                  </a:lnTo>
                  <a:lnTo>
                    <a:pt x="2871" y="1181"/>
                  </a:lnTo>
                  <a:lnTo>
                    <a:pt x="2960" y="1250"/>
                  </a:lnTo>
                  <a:lnTo>
                    <a:pt x="3048" y="1328"/>
                  </a:lnTo>
                  <a:lnTo>
                    <a:pt x="3127" y="1417"/>
                  </a:lnTo>
                  <a:lnTo>
                    <a:pt x="3196" y="1505"/>
                  </a:lnTo>
                  <a:lnTo>
                    <a:pt x="3255" y="1604"/>
                  </a:lnTo>
                  <a:lnTo>
                    <a:pt x="3304" y="1712"/>
                  </a:lnTo>
                  <a:lnTo>
                    <a:pt x="3343" y="1820"/>
                  </a:lnTo>
                  <a:lnTo>
                    <a:pt x="3373" y="1938"/>
                  </a:lnTo>
                  <a:lnTo>
                    <a:pt x="3393" y="2056"/>
                  </a:lnTo>
                  <a:lnTo>
                    <a:pt x="3402" y="2184"/>
                  </a:lnTo>
                  <a:lnTo>
                    <a:pt x="3393" y="2312"/>
                  </a:lnTo>
                  <a:lnTo>
                    <a:pt x="3373" y="2430"/>
                  </a:lnTo>
                  <a:lnTo>
                    <a:pt x="3343" y="2548"/>
                  </a:lnTo>
                  <a:lnTo>
                    <a:pt x="3304" y="2656"/>
                  </a:lnTo>
                  <a:lnTo>
                    <a:pt x="3255" y="2764"/>
                  </a:lnTo>
                  <a:lnTo>
                    <a:pt x="3196" y="2862"/>
                  </a:lnTo>
                  <a:lnTo>
                    <a:pt x="3127" y="2951"/>
                  </a:lnTo>
                  <a:lnTo>
                    <a:pt x="3048" y="3039"/>
                  </a:lnTo>
                  <a:lnTo>
                    <a:pt x="2960" y="3118"/>
                  </a:lnTo>
                  <a:lnTo>
                    <a:pt x="2871" y="3187"/>
                  </a:lnTo>
                  <a:lnTo>
                    <a:pt x="2763" y="3246"/>
                  </a:lnTo>
                  <a:lnTo>
                    <a:pt x="2665" y="3295"/>
                  </a:lnTo>
                  <a:lnTo>
                    <a:pt x="2547" y="3334"/>
                  </a:lnTo>
                  <a:lnTo>
                    <a:pt x="2439" y="3364"/>
                  </a:lnTo>
                  <a:lnTo>
                    <a:pt x="2311" y="3384"/>
                  </a:lnTo>
                  <a:lnTo>
                    <a:pt x="2193" y="3393"/>
                  </a:lnTo>
                  <a:lnTo>
                    <a:pt x="2065" y="3384"/>
                  </a:lnTo>
                  <a:lnTo>
                    <a:pt x="1947" y="3364"/>
                  </a:lnTo>
                  <a:lnTo>
                    <a:pt x="1829" y="3334"/>
                  </a:lnTo>
                  <a:lnTo>
                    <a:pt x="1721" y="3295"/>
                  </a:lnTo>
                  <a:lnTo>
                    <a:pt x="1613" y="3246"/>
                  </a:lnTo>
                  <a:lnTo>
                    <a:pt x="1514" y="3187"/>
                  </a:lnTo>
                  <a:lnTo>
                    <a:pt x="1426" y="3118"/>
                  </a:lnTo>
                  <a:lnTo>
                    <a:pt x="1337" y="3039"/>
                  </a:lnTo>
                  <a:lnTo>
                    <a:pt x="1259" y="2951"/>
                  </a:lnTo>
                  <a:lnTo>
                    <a:pt x="1190" y="2862"/>
                  </a:lnTo>
                  <a:lnTo>
                    <a:pt x="1131" y="2764"/>
                  </a:lnTo>
                  <a:lnTo>
                    <a:pt x="1082" y="2656"/>
                  </a:lnTo>
                  <a:lnTo>
                    <a:pt x="1033" y="2548"/>
                  </a:lnTo>
                  <a:lnTo>
                    <a:pt x="1003" y="2430"/>
                  </a:lnTo>
                  <a:lnTo>
                    <a:pt x="993" y="2312"/>
                  </a:lnTo>
                  <a:lnTo>
                    <a:pt x="983" y="2184"/>
                  </a:lnTo>
                  <a:lnTo>
                    <a:pt x="993" y="2056"/>
                  </a:lnTo>
                  <a:lnTo>
                    <a:pt x="1003" y="1938"/>
                  </a:lnTo>
                  <a:lnTo>
                    <a:pt x="1033" y="1820"/>
                  </a:lnTo>
                  <a:lnTo>
                    <a:pt x="1082" y="1712"/>
                  </a:lnTo>
                  <a:lnTo>
                    <a:pt x="1131" y="1604"/>
                  </a:lnTo>
                  <a:lnTo>
                    <a:pt x="1190" y="1505"/>
                  </a:lnTo>
                  <a:lnTo>
                    <a:pt x="1259" y="1417"/>
                  </a:lnTo>
                  <a:lnTo>
                    <a:pt x="1337" y="1328"/>
                  </a:lnTo>
                  <a:lnTo>
                    <a:pt x="1426" y="1250"/>
                  </a:lnTo>
                  <a:lnTo>
                    <a:pt x="1514" y="1181"/>
                  </a:lnTo>
                  <a:lnTo>
                    <a:pt x="1613" y="1122"/>
                  </a:lnTo>
                  <a:lnTo>
                    <a:pt x="1721" y="1073"/>
                  </a:lnTo>
                  <a:lnTo>
                    <a:pt x="1829" y="1033"/>
                  </a:lnTo>
                  <a:lnTo>
                    <a:pt x="1947" y="1004"/>
                  </a:lnTo>
                  <a:lnTo>
                    <a:pt x="2065" y="984"/>
                  </a:lnTo>
                  <a:lnTo>
                    <a:pt x="2193" y="974"/>
                  </a:lnTo>
                  <a:close/>
                  <a:moveTo>
                    <a:pt x="1731" y="1"/>
                  </a:moveTo>
                  <a:lnTo>
                    <a:pt x="1731" y="493"/>
                  </a:lnTo>
                  <a:lnTo>
                    <a:pt x="1632" y="522"/>
                  </a:lnTo>
                  <a:lnTo>
                    <a:pt x="1524" y="561"/>
                  </a:lnTo>
                  <a:lnTo>
                    <a:pt x="1426" y="611"/>
                  </a:lnTo>
                  <a:lnTo>
                    <a:pt x="1328" y="660"/>
                  </a:lnTo>
                  <a:lnTo>
                    <a:pt x="983" y="316"/>
                  </a:lnTo>
                  <a:lnTo>
                    <a:pt x="334" y="955"/>
                  </a:lnTo>
                  <a:lnTo>
                    <a:pt x="669" y="1299"/>
                  </a:lnTo>
                  <a:lnTo>
                    <a:pt x="620" y="1397"/>
                  </a:lnTo>
                  <a:lnTo>
                    <a:pt x="570" y="1496"/>
                  </a:lnTo>
                  <a:lnTo>
                    <a:pt x="531" y="1604"/>
                  </a:lnTo>
                  <a:lnTo>
                    <a:pt x="502" y="1702"/>
                  </a:lnTo>
                  <a:lnTo>
                    <a:pt x="0" y="1702"/>
                  </a:lnTo>
                  <a:lnTo>
                    <a:pt x="0" y="2617"/>
                  </a:lnTo>
                  <a:lnTo>
                    <a:pt x="492" y="2617"/>
                  </a:lnTo>
                  <a:lnTo>
                    <a:pt x="531" y="2725"/>
                  </a:lnTo>
                  <a:lnTo>
                    <a:pt x="570" y="2833"/>
                  </a:lnTo>
                  <a:lnTo>
                    <a:pt x="610" y="2931"/>
                  </a:lnTo>
                  <a:lnTo>
                    <a:pt x="659" y="3030"/>
                  </a:lnTo>
                  <a:lnTo>
                    <a:pt x="305" y="3384"/>
                  </a:lnTo>
                  <a:lnTo>
                    <a:pt x="944" y="4033"/>
                  </a:lnTo>
                  <a:lnTo>
                    <a:pt x="1308" y="3679"/>
                  </a:lnTo>
                  <a:lnTo>
                    <a:pt x="1406" y="3728"/>
                  </a:lnTo>
                  <a:lnTo>
                    <a:pt x="1505" y="3777"/>
                  </a:lnTo>
                  <a:lnTo>
                    <a:pt x="1613" y="3816"/>
                  </a:lnTo>
                  <a:lnTo>
                    <a:pt x="1721" y="3846"/>
                  </a:lnTo>
                  <a:lnTo>
                    <a:pt x="1721" y="4367"/>
                  </a:lnTo>
                  <a:lnTo>
                    <a:pt x="2635" y="4367"/>
                  </a:lnTo>
                  <a:lnTo>
                    <a:pt x="2635" y="3856"/>
                  </a:lnTo>
                  <a:lnTo>
                    <a:pt x="2744" y="3826"/>
                  </a:lnTo>
                  <a:lnTo>
                    <a:pt x="2852" y="3787"/>
                  </a:lnTo>
                  <a:lnTo>
                    <a:pt x="2950" y="3738"/>
                  </a:lnTo>
                  <a:lnTo>
                    <a:pt x="3048" y="3688"/>
                  </a:lnTo>
                  <a:lnTo>
                    <a:pt x="3412" y="4042"/>
                  </a:lnTo>
                  <a:lnTo>
                    <a:pt x="4061" y="3403"/>
                  </a:lnTo>
                  <a:lnTo>
                    <a:pt x="3697" y="3039"/>
                  </a:lnTo>
                  <a:lnTo>
                    <a:pt x="3756" y="2951"/>
                  </a:lnTo>
                  <a:lnTo>
                    <a:pt x="3796" y="2843"/>
                  </a:lnTo>
                  <a:lnTo>
                    <a:pt x="3835" y="2744"/>
                  </a:lnTo>
                  <a:lnTo>
                    <a:pt x="3874" y="2636"/>
                  </a:lnTo>
                  <a:lnTo>
                    <a:pt x="4376" y="2636"/>
                  </a:lnTo>
                  <a:lnTo>
                    <a:pt x="4376" y="1722"/>
                  </a:lnTo>
                  <a:lnTo>
                    <a:pt x="3874" y="1722"/>
                  </a:lnTo>
                  <a:lnTo>
                    <a:pt x="3845" y="1623"/>
                  </a:lnTo>
                  <a:lnTo>
                    <a:pt x="3806" y="1515"/>
                  </a:lnTo>
                  <a:lnTo>
                    <a:pt x="3756" y="1417"/>
                  </a:lnTo>
                  <a:lnTo>
                    <a:pt x="3707" y="1319"/>
                  </a:lnTo>
                  <a:lnTo>
                    <a:pt x="4061" y="965"/>
                  </a:lnTo>
                  <a:lnTo>
                    <a:pt x="3412" y="316"/>
                  </a:lnTo>
                  <a:lnTo>
                    <a:pt x="3068" y="670"/>
                  </a:lnTo>
                  <a:lnTo>
                    <a:pt x="2960" y="611"/>
                  </a:lnTo>
                  <a:lnTo>
                    <a:pt x="2862" y="571"/>
                  </a:lnTo>
                  <a:lnTo>
                    <a:pt x="2763" y="532"/>
                  </a:lnTo>
                  <a:lnTo>
                    <a:pt x="2655" y="493"/>
                  </a:lnTo>
                  <a:lnTo>
                    <a:pt x="26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1" name="Google Shape;1951;p115"/>
            <p:cNvSpPr/>
            <p:nvPr/>
          </p:nvSpPr>
          <p:spPr>
            <a:xfrm>
              <a:off x="2099100" y="2300650"/>
              <a:ext cx="381550" cy="351325"/>
            </a:xfrm>
            <a:custGeom>
              <a:avLst/>
              <a:gdLst/>
              <a:ahLst/>
              <a:cxnLst/>
              <a:rect l="l" t="t" r="r" b="b"/>
              <a:pathLst>
                <a:path w="15262" h="14053" extrusionOk="0">
                  <a:moveTo>
                    <a:pt x="10955" y="3688"/>
                  </a:moveTo>
                  <a:lnTo>
                    <a:pt x="10955" y="10355"/>
                  </a:lnTo>
                  <a:lnTo>
                    <a:pt x="4297" y="10355"/>
                  </a:lnTo>
                  <a:lnTo>
                    <a:pt x="4297" y="3688"/>
                  </a:lnTo>
                  <a:close/>
                  <a:moveTo>
                    <a:pt x="3344" y="1"/>
                  </a:moveTo>
                  <a:lnTo>
                    <a:pt x="3245" y="11"/>
                  </a:lnTo>
                  <a:lnTo>
                    <a:pt x="3147" y="21"/>
                  </a:lnTo>
                  <a:lnTo>
                    <a:pt x="3058" y="50"/>
                  </a:lnTo>
                  <a:lnTo>
                    <a:pt x="2970" y="80"/>
                  </a:lnTo>
                  <a:lnTo>
                    <a:pt x="2891" y="119"/>
                  </a:lnTo>
                  <a:lnTo>
                    <a:pt x="2813" y="168"/>
                  </a:lnTo>
                  <a:lnTo>
                    <a:pt x="2734" y="217"/>
                  </a:lnTo>
                  <a:lnTo>
                    <a:pt x="2675" y="286"/>
                  </a:lnTo>
                  <a:lnTo>
                    <a:pt x="2606" y="355"/>
                  </a:lnTo>
                  <a:lnTo>
                    <a:pt x="2557" y="424"/>
                  </a:lnTo>
                  <a:lnTo>
                    <a:pt x="2508" y="502"/>
                  </a:lnTo>
                  <a:lnTo>
                    <a:pt x="2468" y="581"/>
                  </a:lnTo>
                  <a:lnTo>
                    <a:pt x="2439" y="670"/>
                  </a:lnTo>
                  <a:lnTo>
                    <a:pt x="2409" y="768"/>
                  </a:lnTo>
                  <a:lnTo>
                    <a:pt x="2400" y="856"/>
                  </a:lnTo>
                  <a:lnTo>
                    <a:pt x="2390" y="955"/>
                  </a:lnTo>
                  <a:lnTo>
                    <a:pt x="2400" y="1053"/>
                  </a:lnTo>
                  <a:lnTo>
                    <a:pt x="2409" y="1151"/>
                  </a:lnTo>
                  <a:lnTo>
                    <a:pt x="2439" y="1240"/>
                  </a:lnTo>
                  <a:lnTo>
                    <a:pt x="2468" y="1328"/>
                  </a:lnTo>
                  <a:lnTo>
                    <a:pt x="2508" y="1407"/>
                  </a:lnTo>
                  <a:lnTo>
                    <a:pt x="2557" y="1486"/>
                  </a:lnTo>
                  <a:lnTo>
                    <a:pt x="2606" y="1564"/>
                  </a:lnTo>
                  <a:lnTo>
                    <a:pt x="2675" y="1623"/>
                  </a:lnTo>
                  <a:lnTo>
                    <a:pt x="2734" y="1692"/>
                  </a:lnTo>
                  <a:lnTo>
                    <a:pt x="2813" y="1741"/>
                  </a:lnTo>
                  <a:lnTo>
                    <a:pt x="2891" y="1791"/>
                  </a:lnTo>
                  <a:lnTo>
                    <a:pt x="2970" y="1830"/>
                  </a:lnTo>
                  <a:lnTo>
                    <a:pt x="3058" y="1859"/>
                  </a:lnTo>
                  <a:lnTo>
                    <a:pt x="3147" y="1889"/>
                  </a:lnTo>
                  <a:lnTo>
                    <a:pt x="3245" y="1899"/>
                  </a:lnTo>
                  <a:lnTo>
                    <a:pt x="3344" y="1909"/>
                  </a:lnTo>
                  <a:lnTo>
                    <a:pt x="3471" y="1899"/>
                  </a:lnTo>
                  <a:lnTo>
                    <a:pt x="3599" y="1869"/>
                  </a:lnTo>
                  <a:lnTo>
                    <a:pt x="3717" y="1830"/>
                  </a:lnTo>
                  <a:lnTo>
                    <a:pt x="3825" y="1771"/>
                  </a:lnTo>
                  <a:lnTo>
                    <a:pt x="3924" y="1702"/>
                  </a:lnTo>
                  <a:lnTo>
                    <a:pt x="4022" y="1623"/>
                  </a:lnTo>
                  <a:lnTo>
                    <a:pt x="4101" y="1535"/>
                  </a:lnTo>
                  <a:lnTo>
                    <a:pt x="4170" y="1427"/>
                  </a:lnTo>
                  <a:lnTo>
                    <a:pt x="5241" y="1427"/>
                  </a:lnTo>
                  <a:lnTo>
                    <a:pt x="5241" y="2744"/>
                  </a:lnTo>
                  <a:lnTo>
                    <a:pt x="3344" y="2744"/>
                  </a:lnTo>
                  <a:lnTo>
                    <a:pt x="3344" y="4642"/>
                  </a:lnTo>
                  <a:lnTo>
                    <a:pt x="1770" y="4642"/>
                  </a:lnTo>
                  <a:lnTo>
                    <a:pt x="1701" y="4544"/>
                  </a:lnTo>
                  <a:lnTo>
                    <a:pt x="1623" y="4446"/>
                  </a:lnTo>
                  <a:lnTo>
                    <a:pt x="1534" y="4367"/>
                  </a:lnTo>
                  <a:lnTo>
                    <a:pt x="1436" y="4298"/>
                  </a:lnTo>
                  <a:lnTo>
                    <a:pt x="1318" y="4239"/>
                  </a:lnTo>
                  <a:lnTo>
                    <a:pt x="1200" y="4200"/>
                  </a:lnTo>
                  <a:lnTo>
                    <a:pt x="1082" y="4180"/>
                  </a:lnTo>
                  <a:lnTo>
                    <a:pt x="944" y="4170"/>
                  </a:lnTo>
                  <a:lnTo>
                    <a:pt x="856" y="4170"/>
                  </a:lnTo>
                  <a:lnTo>
                    <a:pt x="757" y="4190"/>
                  </a:lnTo>
                  <a:lnTo>
                    <a:pt x="669" y="4210"/>
                  </a:lnTo>
                  <a:lnTo>
                    <a:pt x="580" y="4239"/>
                  </a:lnTo>
                  <a:lnTo>
                    <a:pt x="492" y="4278"/>
                  </a:lnTo>
                  <a:lnTo>
                    <a:pt x="413" y="4328"/>
                  </a:lnTo>
                  <a:lnTo>
                    <a:pt x="344" y="4387"/>
                  </a:lnTo>
                  <a:lnTo>
                    <a:pt x="275" y="4446"/>
                  </a:lnTo>
                  <a:lnTo>
                    <a:pt x="216" y="4514"/>
                  </a:lnTo>
                  <a:lnTo>
                    <a:pt x="157" y="4583"/>
                  </a:lnTo>
                  <a:lnTo>
                    <a:pt x="108" y="4662"/>
                  </a:lnTo>
                  <a:lnTo>
                    <a:pt x="69" y="4750"/>
                  </a:lnTo>
                  <a:lnTo>
                    <a:pt x="39" y="4839"/>
                  </a:lnTo>
                  <a:lnTo>
                    <a:pt x="20" y="4927"/>
                  </a:lnTo>
                  <a:lnTo>
                    <a:pt x="0" y="5026"/>
                  </a:lnTo>
                  <a:lnTo>
                    <a:pt x="0" y="5124"/>
                  </a:lnTo>
                  <a:lnTo>
                    <a:pt x="0" y="5213"/>
                  </a:lnTo>
                  <a:lnTo>
                    <a:pt x="20" y="5311"/>
                  </a:lnTo>
                  <a:lnTo>
                    <a:pt x="39" y="5399"/>
                  </a:lnTo>
                  <a:lnTo>
                    <a:pt x="69" y="5488"/>
                  </a:lnTo>
                  <a:lnTo>
                    <a:pt x="108" y="5576"/>
                  </a:lnTo>
                  <a:lnTo>
                    <a:pt x="157" y="5655"/>
                  </a:lnTo>
                  <a:lnTo>
                    <a:pt x="216" y="5724"/>
                  </a:lnTo>
                  <a:lnTo>
                    <a:pt x="275" y="5793"/>
                  </a:lnTo>
                  <a:lnTo>
                    <a:pt x="344" y="5852"/>
                  </a:lnTo>
                  <a:lnTo>
                    <a:pt x="413" y="5911"/>
                  </a:lnTo>
                  <a:lnTo>
                    <a:pt x="492" y="5960"/>
                  </a:lnTo>
                  <a:lnTo>
                    <a:pt x="580" y="5999"/>
                  </a:lnTo>
                  <a:lnTo>
                    <a:pt x="669" y="6029"/>
                  </a:lnTo>
                  <a:lnTo>
                    <a:pt x="757" y="6048"/>
                  </a:lnTo>
                  <a:lnTo>
                    <a:pt x="856" y="6068"/>
                  </a:lnTo>
                  <a:lnTo>
                    <a:pt x="944" y="6068"/>
                  </a:lnTo>
                  <a:lnTo>
                    <a:pt x="1082" y="6058"/>
                  </a:lnTo>
                  <a:lnTo>
                    <a:pt x="1200" y="6039"/>
                  </a:lnTo>
                  <a:lnTo>
                    <a:pt x="1318" y="5999"/>
                  </a:lnTo>
                  <a:lnTo>
                    <a:pt x="1436" y="5940"/>
                  </a:lnTo>
                  <a:lnTo>
                    <a:pt x="1534" y="5871"/>
                  </a:lnTo>
                  <a:lnTo>
                    <a:pt x="1623" y="5793"/>
                  </a:lnTo>
                  <a:lnTo>
                    <a:pt x="1701" y="5694"/>
                  </a:lnTo>
                  <a:lnTo>
                    <a:pt x="1770" y="5596"/>
                  </a:lnTo>
                  <a:lnTo>
                    <a:pt x="3344" y="5596"/>
                  </a:lnTo>
                  <a:lnTo>
                    <a:pt x="3344" y="8448"/>
                  </a:lnTo>
                  <a:lnTo>
                    <a:pt x="1770" y="8448"/>
                  </a:lnTo>
                  <a:lnTo>
                    <a:pt x="1701" y="8349"/>
                  </a:lnTo>
                  <a:lnTo>
                    <a:pt x="1623" y="8251"/>
                  </a:lnTo>
                  <a:lnTo>
                    <a:pt x="1534" y="8172"/>
                  </a:lnTo>
                  <a:lnTo>
                    <a:pt x="1436" y="8104"/>
                  </a:lnTo>
                  <a:lnTo>
                    <a:pt x="1318" y="8045"/>
                  </a:lnTo>
                  <a:lnTo>
                    <a:pt x="1200" y="8005"/>
                  </a:lnTo>
                  <a:lnTo>
                    <a:pt x="1082" y="7986"/>
                  </a:lnTo>
                  <a:lnTo>
                    <a:pt x="944" y="7976"/>
                  </a:lnTo>
                  <a:lnTo>
                    <a:pt x="856" y="7976"/>
                  </a:lnTo>
                  <a:lnTo>
                    <a:pt x="757" y="7995"/>
                  </a:lnTo>
                  <a:lnTo>
                    <a:pt x="669" y="8015"/>
                  </a:lnTo>
                  <a:lnTo>
                    <a:pt x="580" y="8045"/>
                  </a:lnTo>
                  <a:lnTo>
                    <a:pt x="492" y="8084"/>
                  </a:lnTo>
                  <a:lnTo>
                    <a:pt x="413" y="8133"/>
                  </a:lnTo>
                  <a:lnTo>
                    <a:pt x="344" y="8192"/>
                  </a:lnTo>
                  <a:lnTo>
                    <a:pt x="275" y="8251"/>
                  </a:lnTo>
                  <a:lnTo>
                    <a:pt x="216" y="8320"/>
                  </a:lnTo>
                  <a:lnTo>
                    <a:pt x="157" y="8389"/>
                  </a:lnTo>
                  <a:lnTo>
                    <a:pt x="108" y="8467"/>
                  </a:lnTo>
                  <a:lnTo>
                    <a:pt x="69" y="8556"/>
                  </a:lnTo>
                  <a:lnTo>
                    <a:pt x="39" y="8644"/>
                  </a:lnTo>
                  <a:lnTo>
                    <a:pt x="20" y="8733"/>
                  </a:lnTo>
                  <a:lnTo>
                    <a:pt x="0" y="8831"/>
                  </a:lnTo>
                  <a:lnTo>
                    <a:pt x="0" y="8930"/>
                  </a:lnTo>
                  <a:lnTo>
                    <a:pt x="0" y="9018"/>
                  </a:lnTo>
                  <a:lnTo>
                    <a:pt x="20" y="9116"/>
                  </a:lnTo>
                  <a:lnTo>
                    <a:pt x="39" y="9205"/>
                  </a:lnTo>
                  <a:lnTo>
                    <a:pt x="69" y="9293"/>
                  </a:lnTo>
                  <a:lnTo>
                    <a:pt x="108" y="9382"/>
                  </a:lnTo>
                  <a:lnTo>
                    <a:pt x="157" y="9461"/>
                  </a:lnTo>
                  <a:lnTo>
                    <a:pt x="216" y="9529"/>
                  </a:lnTo>
                  <a:lnTo>
                    <a:pt x="275" y="9598"/>
                  </a:lnTo>
                  <a:lnTo>
                    <a:pt x="344" y="9657"/>
                  </a:lnTo>
                  <a:lnTo>
                    <a:pt x="413" y="9716"/>
                  </a:lnTo>
                  <a:lnTo>
                    <a:pt x="492" y="9765"/>
                  </a:lnTo>
                  <a:lnTo>
                    <a:pt x="580" y="9805"/>
                  </a:lnTo>
                  <a:lnTo>
                    <a:pt x="669" y="9834"/>
                  </a:lnTo>
                  <a:lnTo>
                    <a:pt x="757" y="9854"/>
                  </a:lnTo>
                  <a:lnTo>
                    <a:pt x="856" y="9874"/>
                  </a:lnTo>
                  <a:lnTo>
                    <a:pt x="944" y="9874"/>
                  </a:lnTo>
                  <a:lnTo>
                    <a:pt x="1082" y="9864"/>
                  </a:lnTo>
                  <a:lnTo>
                    <a:pt x="1200" y="9844"/>
                  </a:lnTo>
                  <a:lnTo>
                    <a:pt x="1318" y="9805"/>
                  </a:lnTo>
                  <a:lnTo>
                    <a:pt x="1436" y="9746"/>
                  </a:lnTo>
                  <a:lnTo>
                    <a:pt x="1534" y="9677"/>
                  </a:lnTo>
                  <a:lnTo>
                    <a:pt x="1623" y="9598"/>
                  </a:lnTo>
                  <a:lnTo>
                    <a:pt x="1701" y="9500"/>
                  </a:lnTo>
                  <a:lnTo>
                    <a:pt x="1770" y="9402"/>
                  </a:lnTo>
                  <a:lnTo>
                    <a:pt x="3344" y="9402"/>
                  </a:lnTo>
                  <a:lnTo>
                    <a:pt x="3344" y="11299"/>
                  </a:lnTo>
                  <a:lnTo>
                    <a:pt x="5241" y="11299"/>
                  </a:lnTo>
                  <a:lnTo>
                    <a:pt x="5241" y="12617"/>
                  </a:lnTo>
                  <a:lnTo>
                    <a:pt x="4170" y="12617"/>
                  </a:lnTo>
                  <a:lnTo>
                    <a:pt x="4101" y="12519"/>
                  </a:lnTo>
                  <a:lnTo>
                    <a:pt x="4022" y="12430"/>
                  </a:lnTo>
                  <a:lnTo>
                    <a:pt x="3924" y="12342"/>
                  </a:lnTo>
                  <a:lnTo>
                    <a:pt x="3825" y="12273"/>
                  </a:lnTo>
                  <a:lnTo>
                    <a:pt x="3717" y="12224"/>
                  </a:lnTo>
                  <a:lnTo>
                    <a:pt x="3599" y="12184"/>
                  </a:lnTo>
                  <a:lnTo>
                    <a:pt x="3471" y="12155"/>
                  </a:lnTo>
                  <a:lnTo>
                    <a:pt x="3344" y="12145"/>
                  </a:lnTo>
                  <a:lnTo>
                    <a:pt x="3245" y="12155"/>
                  </a:lnTo>
                  <a:lnTo>
                    <a:pt x="3147" y="12165"/>
                  </a:lnTo>
                  <a:lnTo>
                    <a:pt x="3058" y="12184"/>
                  </a:lnTo>
                  <a:lnTo>
                    <a:pt x="2970" y="12224"/>
                  </a:lnTo>
                  <a:lnTo>
                    <a:pt x="2891" y="12263"/>
                  </a:lnTo>
                  <a:lnTo>
                    <a:pt x="2813" y="12312"/>
                  </a:lnTo>
                  <a:lnTo>
                    <a:pt x="2734" y="12361"/>
                  </a:lnTo>
                  <a:lnTo>
                    <a:pt x="2675" y="12420"/>
                  </a:lnTo>
                  <a:lnTo>
                    <a:pt x="2606" y="12489"/>
                  </a:lnTo>
                  <a:lnTo>
                    <a:pt x="2557" y="12568"/>
                  </a:lnTo>
                  <a:lnTo>
                    <a:pt x="2508" y="12647"/>
                  </a:lnTo>
                  <a:lnTo>
                    <a:pt x="2468" y="12725"/>
                  </a:lnTo>
                  <a:lnTo>
                    <a:pt x="2439" y="12814"/>
                  </a:lnTo>
                  <a:lnTo>
                    <a:pt x="2409" y="12902"/>
                  </a:lnTo>
                  <a:lnTo>
                    <a:pt x="2400" y="13001"/>
                  </a:lnTo>
                  <a:lnTo>
                    <a:pt x="2390" y="13099"/>
                  </a:lnTo>
                  <a:lnTo>
                    <a:pt x="2400" y="13197"/>
                  </a:lnTo>
                  <a:lnTo>
                    <a:pt x="2409" y="13286"/>
                  </a:lnTo>
                  <a:lnTo>
                    <a:pt x="2439" y="13384"/>
                  </a:lnTo>
                  <a:lnTo>
                    <a:pt x="2468" y="13473"/>
                  </a:lnTo>
                  <a:lnTo>
                    <a:pt x="2508" y="13551"/>
                  </a:lnTo>
                  <a:lnTo>
                    <a:pt x="2557" y="13630"/>
                  </a:lnTo>
                  <a:lnTo>
                    <a:pt x="2606" y="13699"/>
                  </a:lnTo>
                  <a:lnTo>
                    <a:pt x="2675" y="13768"/>
                  </a:lnTo>
                  <a:lnTo>
                    <a:pt x="2734" y="13836"/>
                  </a:lnTo>
                  <a:lnTo>
                    <a:pt x="2813" y="13886"/>
                  </a:lnTo>
                  <a:lnTo>
                    <a:pt x="2891" y="13935"/>
                  </a:lnTo>
                  <a:lnTo>
                    <a:pt x="2970" y="13974"/>
                  </a:lnTo>
                  <a:lnTo>
                    <a:pt x="3058" y="14004"/>
                  </a:lnTo>
                  <a:lnTo>
                    <a:pt x="3147" y="14033"/>
                  </a:lnTo>
                  <a:lnTo>
                    <a:pt x="3245" y="14043"/>
                  </a:lnTo>
                  <a:lnTo>
                    <a:pt x="3344" y="14053"/>
                  </a:lnTo>
                  <a:lnTo>
                    <a:pt x="3471" y="14043"/>
                  </a:lnTo>
                  <a:lnTo>
                    <a:pt x="3599" y="14013"/>
                  </a:lnTo>
                  <a:lnTo>
                    <a:pt x="3717" y="13974"/>
                  </a:lnTo>
                  <a:lnTo>
                    <a:pt x="3825" y="13915"/>
                  </a:lnTo>
                  <a:lnTo>
                    <a:pt x="3924" y="13846"/>
                  </a:lnTo>
                  <a:lnTo>
                    <a:pt x="4022" y="13768"/>
                  </a:lnTo>
                  <a:lnTo>
                    <a:pt x="4101" y="13679"/>
                  </a:lnTo>
                  <a:lnTo>
                    <a:pt x="4170" y="13571"/>
                  </a:lnTo>
                  <a:lnTo>
                    <a:pt x="6195" y="13571"/>
                  </a:lnTo>
                  <a:lnTo>
                    <a:pt x="6195" y="12617"/>
                  </a:lnTo>
                  <a:lnTo>
                    <a:pt x="6195" y="11299"/>
                  </a:lnTo>
                  <a:lnTo>
                    <a:pt x="9057" y="11299"/>
                  </a:lnTo>
                  <a:lnTo>
                    <a:pt x="9057" y="12617"/>
                  </a:lnTo>
                  <a:lnTo>
                    <a:pt x="9057" y="13571"/>
                  </a:lnTo>
                  <a:lnTo>
                    <a:pt x="11082" y="13571"/>
                  </a:lnTo>
                  <a:lnTo>
                    <a:pt x="11151" y="13679"/>
                  </a:lnTo>
                  <a:lnTo>
                    <a:pt x="11230" y="13768"/>
                  </a:lnTo>
                  <a:lnTo>
                    <a:pt x="11328" y="13846"/>
                  </a:lnTo>
                  <a:lnTo>
                    <a:pt x="11427" y="13915"/>
                  </a:lnTo>
                  <a:lnTo>
                    <a:pt x="11535" y="13974"/>
                  </a:lnTo>
                  <a:lnTo>
                    <a:pt x="11653" y="14013"/>
                  </a:lnTo>
                  <a:lnTo>
                    <a:pt x="11781" y="14043"/>
                  </a:lnTo>
                  <a:lnTo>
                    <a:pt x="11908" y="14053"/>
                  </a:lnTo>
                  <a:lnTo>
                    <a:pt x="12007" y="14043"/>
                  </a:lnTo>
                  <a:lnTo>
                    <a:pt x="12095" y="14033"/>
                  </a:lnTo>
                  <a:lnTo>
                    <a:pt x="12194" y="14004"/>
                  </a:lnTo>
                  <a:lnTo>
                    <a:pt x="12282" y="13974"/>
                  </a:lnTo>
                  <a:lnTo>
                    <a:pt x="12361" y="13935"/>
                  </a:lnTo>
                  <a:lnTo>
                    <a:pt x="12439" y="13886"/>
                  </a:lnTo>
                  <a:lnTo>
                    <a:pt x="12508" y="13836"/>
                  </a:lnTo>
                  <a:lnTo>
                    <a:pt x="12577" y="13768"/>
                  </a:lnTo>
                  <a:lnTo>
                    <a:pt x="12646" y="13699"/>
                  </a:lnTo>
                  <a:lnTo>
                    <a:pt x="12695" y="13630"/>
                  </a:lnTo>
                  <a:lnTo>
                    <a:pt x="12744" y="13551"/>
                  </a:lnTo>
                  <a:lnTo>
                    <a:pt x="12784" y="13473"/>
                  </a:lnTo>
                  <a:lnTo>
                    <a:pt x="12813" y="13384"/>
                  </a:lnTo>
                  <a:lnTo>
                    <a:pt x="12843" y="13286"/>
                  </a:lnTo>
                  <a:lnTo>
                    <a:pt x="12852" y="13197"/>
                  </a:lnTo>
                  <a:lnTo>
                    <a:pt x="12862" y="13099"/>
                  </a:lnTo>
                  <a:lnTo>
                    <a:pt x="12852" y="13001"/>
                  </a:lnTo>
                  <a:lnTo>
                    <a:pt x="12843" y="12902"/>
                  </a:lnTo>
                  <a:lnTo>
                    <a:pt x="12813" y="12814"/>
                  </a:lnTo>
                  <a:lnTo>
                    <a:pt x="12784" y="12725"/>
                  </a:lnTo>
                  <a:lnTo>
                    <a:pt x="12744" y="12647"/>
                  </a:lnTo>
                  <a:lnTo>
                    <a:pt x="12695" y="12568"/>
                  </a:lnTo>
                  <a:lnTo>
                    <a:pt x="12646" y="12489"/>
                  </a:lnTo>
                  <a:lnTo>
                    <a:pt x="12577" y="12420"/>
                  </a:lnTo>
                  <a:lnTo>
                    <a:pt x="12508" y="12361"/>
                  </a:lnTo>
                  <a:lnTo>
                    <a:pt x="12439" y="12312"/>
                  </a:lnTo>
                  <a:lnTo>
                    <a:pt x="12361" y="12263"/>
                  </a:lnTo>
                  <a:lnTo>
                    <a:pt x="12282" y="12224"/>
                  </a:lnTo>
                  <a:lnTo>
                    <a:pt x="12194" y="12184"/>
                  </a:lnTo>
                  <a:lnTo>
                    <a:pt x="12095" y="12165"/>
                  </a:lnTo>
                  <a:lnTo>
                    <a:pt x="12007" y="12155"/>
                  </a:lnTo>
                  <a:lnTo>
                    <a:pt x="11908" y="12145"/>
                  </a:lnTo>
                  <a:lnTo>
                    <a:pt x="11781" y="12155"/>
                  </a:lnTo>
                  <a:lnTo>
                    <a:pt x="11653" y="12184"/>
                  </a:lnTo>
                  <a:lnTo>
                    <a:pt x="11535" y="12224"/>
                  </a:lnTo>
                  <a:lnTo>
                    <a:pt x="11427" y="12273"/>
                  </a:lnTo>
                  <a:lnTo>
                    <a:pt x="11328" y="12342"/>
                  </a:lnTo>
                  <a:lnTo>
                    <a:pt x="11230" y="12430"/>
                  </a:lnTo>
                  <a:lnTo>
                    <a:pt x="11151" y="12519"/>
                  </a:lnTo>
                  <a:lnTo>
                    <a:pt x="11082" y="12617"/>
                  </a:lnTo>
                  <a:lnTo>
                    <a:pt x="10011" y="12617"/>
                  </a:lnTo>
                  <a:lnTo>
                    <a:pt x="10011" y="11299"/>
                  </a:lnTo>
                  <a:lnTo>
                    <a:pt x="11908" y="11299"/>
                  </a:lnTo>
                  <a:lnTo>
                    <a:pt x="11908" y="9402"/>
                  </a:lnTo>
                  <a:lnTo>
                    <a:pt x="13482" y="9402"/>
                  </a:lnTo>
                  <a:lnTo>
                    <a:pt x="13551" y="9500"/>
                  </a:lnTo>
                  <a:lnTo>
                    <a:pt x="13629" y="9598"/>
                  </a:lnTo>
                  <a:lnTo>
                    <a:pt x="13718" y="9677"/>
                  </a:lnTo>
                  <a:lnTo>
                    <a:pt x="13826" y="9746"/>
                  </a:lnTo>
                  <a:lnTo>
                    <a:pt x="13934" y="9805"/>
                  </a:lnTo>
                  <a:lnTo>
                    <a:pt x="14052" y="9844"/>
                  </a:lnTo>
                  <a:lnTo>
                    <a:pt x="14180" y="9864"/>
                  </a:lnTo>
                  <a:lnTo>
                    <a:pt x="14308" y="9874"/>
                  </a:lnTo>
                  <a:lnTo>
                    <a:pt x="14406" y="9874"/>
                  </a:lnTo>
                  <a:lnTo>
                    <a:pt x="14495" y="9854"/>
                  </a:lnTo>
                  <a:lnTo>
                    <a:pt x="14593" y="9834"/>
                  </a:lnTo>
                  <a:lnTo>
                    <a:pt x="14672" y="9805"/>
                  </a:lnTo>
                  <a:lnTo>
                    <a:pt x="14760" y="9765"/>
                  </a:lnTo>
                  <a:lnTo>
                    <a:pt x="14839" y="9716"/>
                  </a:lnTo>
                  <a:lnTo>
                    <a:pt x="14908" y="9657"/>
                  </a:lnTo>
                  <a:lnTo>
                    <a:pt x="14976" y="9598"/>
                  </a:lnTo>
                  <a:lnTo>
                    <a:pt x="15035" y="9529"/>
                  </a:lnTo>
                  <a:lnTo>
                    <a:pt x="15094" y="9461"/>
                  </a:lnTo>
                  <a:lnTo>
                    <a:pt x="15144" y="9382"/>
                  </a:lnTo>
                  <a:lnTo>
                    <a:pt x="15183" y="9293"/>
                  </a:lnTo>
                  <a:lnTo>
                    <a:pt x="15212" y="9205"/>
                  </a:lnTo>
                  <a:lnTo>
                    <a:pt x="15242" y="9116"/>
                  </a:lnTo>
                  <a:lnTo>
                    <a:pt x="15252" y="9018"/>
                  </a:lnTo>
                  <a:lnTo>
                    <a:pt x="15262" y="8930"/>
                  </a:lnTo>
                  <a:lnTo>
                    <a:pt x="15252" y="8831"/>
                  </a:lnTo>
                  <a:lnTo>
                    <a:pt x="15242" y="8733"/>
                  </a:lnTo>
                  <a:lnTo>
                    <a:pt x="15212" y="8644"/>
                  </a:lnTo>
                  <a:lnTo>
                    <a:pt x="15183" y="8556"/>
                  </a:lnTo>
                  <a:lnTo>
                    <a:pt x="15144" y="8467"/>
                  </a:lnTo>
                  <a:lnTo>
                    <a:pt x="15094" y="8389"/>
                  </a:lnTo>
                  <a:lnTo>
                    <a:pt x="15035" y="8320"/>
                  </a:lnTo>
                  <a:lnTo>
                    <a:pt x="14976" y="8251"/>
                  </a:lnTo>
                  <a:lnTo>
                    <a:pt x="14908" y="8192"/>
                  </a:lnTo>
                  <a:lnTo>
                    <a:pt x="14839" y="8133"/>
                  </a:lnTo>
                  <a:lnTo>
                    <a:pt x="14760" y="8084"/>
                  </a:lnTo>
                  <a:lnTo>
                    <a:pt x="14672" y="8045"/>
                  </a:lnTo>
                  <a:lnTo>
                    <a:pt x="14593" y="8015"/>
                  </a:lnTo>
                  <a:lnTo>
                    <a:pt x="14495" y="7995"/>
                  </a:lnTo>
                  <a:lnTo>
                    <a:pt x="14406" y="7976"/>
                  </a:lnTo>
                  <a:lnTo>
                    <a:pt x="14308" y="7976"/>
                  </a:lnTo>
                  <a:lnTo>
                    <a:pt x="14180" y="7986"/>
                  </a:lnTo>
                  <a:lnTo>
                    <a:pt x="14052" y="8005"/>
                  </a:lnTo>
                  <a:lnTo>
                    <a:pt x="13934" y="8045"/>
                  </a:lnTo>
                  <a:lnTo>
                    <a:pt x="13826" y="8104"/>
                  </a:lnTo>
                  <a:lnTo>
                    <a:pt x="13718" y="8172"/>
                  </a:lnTo>
                  <a:lnTo>
                    <a:pt x="13629" y="8251"/>
                  </a:lnTo>
                  <a:lnTo>
                    <a:pt x="13551" y="8349"/>
                  </a:lnTo>
                  <a:lnTo>
                    <a:pt x="13482" y="8448"/>
                  </a:lnTo>
                  <a:lnTo>
                    <a:pt x="11908" y="8448"/>
                  </a:lnTo>
                  <a:lnTo>
                    <a:pt x="11908" y="5596"/>
                  </a:lnTo>
                  <a:lnTo>
                    <a:pt x="13482" y="5596"/>
                  </a:lnTo>
                  <a:lnTo>
                    <a:pt x="13551" y="5694"/>
                  </a:lnTo>
                  <a:lnTo>
                    <a:pt x="13629" y="5793"/>
                  </a:lnTo>
                  <a:lnTo>
                    <a:pt x="13718" y="5871"/>
                  </a:lnTo>
                  <a:lnTo>
                    <a:pt x="13826" y="5940"/>
                  </a:lnTo>
                  <a:lnTo>
                    <a:pt x="13934" y="5999"/>
                  </a:lnTo>
                  <a:lnTo>
                    <a:pt x="14052" y="6039"/>
                  </a:lnTo>
                  <a:lnTo>
                    <a:pt x="14180" y="6058"/>
                  </a:lnTo>
                  <a:lnTo>
                    <a:pt x="14308" y="6068"/>
                  </a:lnTo>
                  <a:lnTo>
                    <a:pt x="14406" y="6068"/>
                  </a:lnTo>
                  <a:lnTo>
                    <a:pt x="14495" y="6048"/>
                  </a:lnTo>
                  <a:lnTo>
                    <a:pt x="14593" y="6029"/>
                  </a:lnTo>
                  <a:lnTo>
                    <a:pt x="14672" y="5999"/>
                  </a:lnTo>
                  <a:lnTo>
                    <a:pt x="14760" y="5960"/>
                  </a:lnTo>
                  <a:lnTo>
                    <a:pt x="14839" y="5911"/>
                  </a:lnTo>
                  <a:lnTo>
                    <a:pt x="14908" y="5852"/>
                  </a:lnTo>
                  <a:lnTo>
                    <a:pt x="14976" y="5793"/>
                  </a:lnTo>
                  <a:lnTo>
                    <a:pt x="15035" y="5724"/>
                  </a:lnTo>
                  <a:lnTo>
                    <a:pt x="15094" y="5655"/>
                  </a:lnTo>
                  <a:lnTo>
                    <a:pt x="15144" y="5576"/>
                  </a:lnTo>
                  <a:lnTo>
                    <a:pt x="15183" y="5488"/>
                  </a:lnTo>
                  <a:lnTo>
                    <a:pt x="15212" y="5399"/>
                  </a:lnTo>
                  <a:lnTo>
                    <a:pt x="15242" y="5311"/>
                  </a:lnTo>
                  <a:lnTo>
                    <a:pt x="15252" y="5213"/>
                  </a:lnTo>
                  <a:lnTo>
                    <a:pt x="15262" y="5124"/>
                  </a:lnTo>
                  <a:lnTo>
                    <a:pt x="15252" y="5026"/>
                  </a:lnTo>
                  <a:lnTo>
                    <a:pt x="15242" y="4927"/>
                  </a:lnTo>
                  <a:lnTo>
                    <a:pt x="15212" y="4839"/>
                  </a:lnTo>
                  <a:lnTo>
                    <a:pt x="15183" y="4750"/>
                  </a:lnTo>
                  <a:lnTo>
                    <a:pt x="15144" y="4662"/>
                  </a:lnTo>
                  <a:lnTo>
                    <a:pt x="15094" y="4583"/>
                  </a:lnTo>
                  <a:lnTo>
                    <a:pt x="15035" y="4514"/>
                  </a:lnTo>
                  <a:lnTo>
                    <a:pt x="14976" y="4446"/>
                  </a:lnTo>
                  <a:lnTo>
                    <a:pt x="14908" y="4387"/>
                  </a:lnTo>
                  <a:lnTo>
                    <a:pt x="14839" y="4328"/>
                  </a:lnTo>
                  <a:lnTo>
                    <a:pt x="14760" y="4278"/>
                  </a:lnTo>
                  <a:lnTo>
                    <a:pt x="14672" y="4239"/>
                  </a:lnTo>
                  <a:lnTo>
                    <a:pt x="14593" y="4210"/>
                  </a:lnTo>
                  <a:lnTo>
                    <a:pt x="14495" y="4190"/>
                  </a:lnTo>
                  <a:lnTo>
                    <a:pt x="14406" y="4170"/>
                  </a:lnTo>
                  <a:lnTo>
                    <a:pt x="14308" y="4170"/>
                  </a:lnTo>
                  <a:lnTo>
                    <a:pt x="14180" y="4180"/>
                  </a:lnTo>
                  <a:lnTo>
                    <a:pt x="14052" y="4200"/>
                  </a:lnTo>
                  <a:lnTo>
                    <a:pt x="13934" y="4239"/>
                  </a:lnTo>
                  <a:lnTo>
                    <a:pt x="13826" y="4298"/>
                  </a:lnTo>
                  <a:lnTo>
                    <a:pt x="13718" y="4367"/>
                  </a:lnTo>
                  <a:lnTo>
                    <a:pt x="13629" y="4446"/>
                  </a:lnTo>
                  <a:lnTo>
                    <a:pt x="13551" y="4544"/>
                  </a:lnTo>
                  <a:lnTo>
                    <a:pt x="13482" y="4642"/>
                  </a:lnTo>
                  <a:lnTo>
                    <a:pt x="11908" y="4642"/>
                  </a:lnTo>
                  <a:lnTo>
                    <a:pt x="11908" y="2744"/>
                  </a:lnTo>
                  <a:lnTo>
                    <a:pt x="10011" y="2744"/>
                  </a:lnTo>
                  <a:lnTo>
                    <a:pt x="10011" y="1427"/>
                  </a:lnTo>
                  <a:lnTo>
                    <a:pt x="11082" y="1427"/>
                  </a:lnTo>
                  <a:lnTo>
                    <a:pt x="11151" y="1535"/>
                  </a:lnTo>
                  <a:lnTo>
                    <a:pt x="11230" y="1623"/>
                  </a:lnTo>
                  <a:lnTo>
                    <a:pt x="11328" y="1702"/>
                  </a:lnTo>
                  <a:lnTo>
                    <a:pt x="11427" y="1771"/>
                  </a:lnTo>
                  <a:lnTo>
                    <a:pt x="11535" y="1830"/>
                  </a:lnTo>
                  <a:lnTo>
                    <a:pt x="11653" y="1869"/>
                  </a:lnTo>
                  <a:lnTo>
                    <a:pt x="11781" y="1899"/>
                  </a:lnTo>
                  <a:lnTo>
                    <a:pt x="11908" y="1909"/>
                  </a:lnTo>
                  <a:lnTo>
                    <a:pt x="12007" y="1899"/>
                  </a:lnTo>
                  <a:lnTo>
                    <a:pt x="12095" y="1889"/>
                  </a:lnTo>
                  <a:lnTo>
                    <a:pt x="12194" y="1859"/>
                  </a:lnTo>
                  <a:lnTo>
                    <a:pt x="12282" y="1830"/>
                  </a:lnTo>
                  <a:lnTo>
                    <a:pt x="12361" y="1791"/>
                  </a:lnTo>
                  <a:lnTo>
                    <a:pt x="12439" y="1741"/>
                  </a:lnTo>
                  <a:lnTo>
                    <a:pt x="12508" y="1692"/>
                  </a:lnTo>
                  <a:lnTo>
                    <a:pt x="12577" y="1623"/>
                  </a:lnTo>
                  <a:lnTo>
                    <a:pt x="12646" y="1564"/>
                  </a:lnTo>
                  <a:lnTo>
                    <a:pt x="12695" y="1486"/>
                  </a:lnTo>
                  <a:lnTo>
                    <a:pt x="12744" y="1407"/>
                  </a:lnTo>
                  <a:lnTo>
                    <a:pt x="12784" y="1328"/>
                  </a:lnTo>
                  <a:lnTo>
                    <a:pt x="12813" y="1240"/>
                  </a:lnTo>
                  <a:lnTo>
                    <a:pt x="12843" y="1151"/>
                  </a:lnTo>
                  <a:lnTo>
                    <a:pt x="12852" y="1053"/>
                  </a:lnTo>
                  <a:lnTo>
                    <a:pt x="12862" y="955"/>
                  </a:lnTo>
                  <a:lnTo>
                    <a:pt x="12852" y="856"/>
                  </a:lnTo>
                  <a:lnTo>
                    <a:pt x="12843" y="768"/>
                  </a:lnTo>
                  <a:lnTo>
                    <a:pt x="12813" y="670"/>
                  </a:lnTo>
                  <a:lnTo>
                    <a:pt x="12784" y="581"/>
                  </a:lnTo>
                  <a:lnTo>
                    <a:pt x="12744" y="502"/>
                  </a:lnTo>
                  <a:lnTo>
                    <a:pt x="12695" y="424"/>
                  </a:lnTo>
                  <a:lnTo>
                    <a:pt x="12646" y="355"/>
                  </a:lnTo>
                  <a:lnTo>
                    <a:pt x="12577" y="286"/>
                  </a:lnTo>
                  <a:lnTo>
                    <a:pt x="12508" y="217"/>
                  </a:lnTo>
                  <a:lnTo>
                    <a:pt x="12439" y="168"/>
                  </a:lnTo>
                  <a:lnTo>
                    <a:pt x="12361" y="119"/>
                  </a:lnTo>
                  <a:lnTo>
                    <a:pt x="12282" y="80"/>
                  </a:lnTo>
                  <a:lnTo>
                    <a:pt x="12194" y="50"/>
                  </a:lnTo>
                  <a:lnTo>
                    <a:pt x="12095" y="21"/>
                  </a:lnTo>
                  <a:lnTo>
                    <a:pt x="12007" y="11"/>
                  </a:lnTo>
                  <a:lnTo>
                    <a:pt x="11908" y="1"/>
                  </a:lnTo>
                  <a:lnTo>
                    <a:pt x="11781" y="11"/>
                  </a:lnTo>
                  <a:lnTo>
                    <a:pt x="11653" y="40"/>
                  </a:lnTo>
                  <a:lnTo>
                    <a:pt x="11535" y="80"/>
                  </a:lnTo>
                  <a:lnTo>
                    <a:pt x="11427" y="139"/>
                  </a:lnTo>
                  <a:lnTo>
                    <a:pt x="11328" y="207"/>
                  </a:lnTo>
                  <a:lnTo>
                    <a:pt x="11230" y="286"/>
                  </a:lnTo>
                  <a:lnTo>
                    <a:pt x="11151" y="375"/>
                  </a:lnTo>
                  <a:lnTo>
                    <a:pt x="11082" y="483"/>
                  </a:lnTo>
                  <a:lnTo>
                    <a:pt x="9057" y="483"/>
                  </a:lnTo>
                  <a:lnTo>
                    <a:pt x="9057" y="1427"/>
                  </a:lnTo>
                  <a:lnTo>
                    <a:pt x="9057" y="2744"/>
                  </a:lnTo>
                  <a:lnTo>
                    <a:pt x="6195" y="2744"/>
                  </a:lnTo>
                  <a:lnTo>
                    <a:pt x="6195" y="483"/>
                  </a:lnTo>
                  <a:lnTo>
                    <a:pt x="4170" y="483"/>
                  </a:lnTo>
                  <a:lnTo>
                    <a:pt x="4101" y="375"/>
                  </a:lnTo>
                  <a:lnTo>
                    <a:pt x="4022" y="286"/>
                  </a:lnTo>
                  <a:lnTo>
                    <a:pt x="3924" y="207"/>
                  </a:lnTo>
                  <a:lnTo>
                    <a:pt x="3825" y="139"/>
                  </a:lnTo>
                  <a:lnTo>
                    <a:pt x="3717" y="80"/>
                  </a:lnTo>
                  <a:lnTo>
                    <a:pt x="3599" y="40"/>
                  </a:lnTo>
                  <a:lnTo>
                    <a:pt x="3471" y="11"/>
                  </a:lnTo>
                  <a:lnTo>
                    <a:pt x="334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952" name="Google Shape;1952;p115"/>
          <p:cNvGrpSpPr/>
          <p:nvPr/>
        </p:nvGrpSpPr>
        <p:grpSpPr>
          <a:xfrm>
            <a:off x="4081298" y="3762831"/>
            <a:ext cx="283807" cy="269231"/>
            <a:chOff x="3479450" y="1575950"/>
            <a:chExt cx="386975" cy="367050"/>
          </a:xfrm>
        </p:grpSpPr>
        <p:sp>
          <p:nvSpPr>
            <p:cNvPr id="1953" name="Google Shape;1953;p115"/>
            <p:cNvSpPr/>
            <p:nvPr/>
          </p:nvSpPr>
          <p:spPr>
            <a:xfrm>
              <a:off x="3626475" y="1835050"/>
              <a:ext cx="92950" cy="23625"/>
            </a:xfrm>
            <a:custGeom>
              <a:avLst/>
              <a:gdLst/>
              <a:ahLst/>
              <a:cxnLst/>
              <a:rect l="l" t="t" r="r" b="b"/>
              <a:pathLst>
                <a:path w="3718" h="945" extrusionOk="0">
                  <a:moveTo>
                    <a:pt x="0" y="0"/>
                  </a:moveTo>
                  <a:lnTo>
                    <a:pt x="0" y="944"/>
                  </a:lnTo>
                  <a:lnTo>
                    <a:pt x="3717" y="944"/>
                  </a:lnTo>
                  <a:lnTo>
                    <a:pt x="3717"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4" name="Google Shape;1954;p115"/>
            <p:cNvSpPr/>
            <p:nvPr/>
          </p:nvSpPr>
          <p:spPr>
            <a:xfrm>
              <a:off x="3479450" y="1575950"/>
              <a:ext cx="386975" cy="367050"/>
            </a:xfrm>
            <a:custGeom>
              <a:avLst/>
              <a:gdLst/>
              <a:ahLst/>
              <a:cxnLst/>
              <a:rect l="l" t="t" r="r" b="b"/>
              <a:pathLst>
                <a:path w="15479" h="14682" extrusionOk="0">
                  <a:moveTo>
                    <a:pt x="7858" y="954"/>
                  </a:moveTo>
                  <a:lnTo>
                    <a:pt x="7976" y="974"/>
                  </a:lnTo>
                  <a:lnTo>
                    <a:pt x="8084" y="1003"/>
                  </a:lnTo>
                  <a:lnTo>
                    <a:pt x="8182" y="1042"/>
                  </a:lnTo>
                  <a:lnTo>
                    <a:pt x="8291" y="1092"/>
                  </a:lnTo>
                  <a:lnTo>
                    <a:pt x="8379" y="1151"/>
                  </a:lnTo>
                  <a:lnTo>
                    <a:pt x="8468" y="1210"/>
                  </a:lnTo>
                  <a:lnTo>
                    <a:pt x="8546" y="1288"/>
                  </a:lnTo>
                  <a:lnTo>
                    <a:pt x="8625" y="1367"/>
                  </a:lnTo>
                  <a:lnTo>
                    <a:pt x="8694" y="1455"/>
                  </a:lnTo>
                  <a:lnTo>
                    <a:pt x="8743" y="1554"/>
                  </a:lnTo>
                  <a:lnTo>
                    <a:pt x="8792" y="1652"/>
                  </a:lnTo>
                  <a:lnTo>
                    <a:pt x="8831" y="1750"/>
                  </a:lnTo>
                  <a:lnTo>
                    <a:pt x="8861" y="1868"/>
                  </a:lnTo>
                  <a:lnTo>
                    <a:pt x="8881" y="1977"/>
                  </a:lnTo>
                  <a:lnTo>
                    <a:pt x="8881" y="2095"/>
                  </a:lnTo>
                  <a:lnTo>
                    <a:pt x="8881" y="2213"/>
                  </a:lnTo>
                  <a:lnTo>
                    <a:pt x="8861" y="2321"/>
                  </a:lnTo>
                  <a:lnTo>
                    <a:pt x="8831" y="2429"/>
                  </a:lnTo>
                  <a:lnTo>
                    <a:pt x="8792" y="2537"/>
                  </a:lnTo>
                  <a:lnTo>
                    <a:pt x="8743" y="2635"/>
                  </a:lnTo>
                  <a:lnTo>
                    <a:pt x="8694" y="2734"/>
                  </a:lnTo>
                  <a:lnTo>
                    <a:pt x="8625" y="2822"/>
                  </a:lnTo>
                  <a:lnTo>
                    <a:pt x="8546" y="2901"/>
                  </a:lnTo>
                  <a:lnTo>
                    <a:pt x="8468" y="2980"/>
                  </a:lnTo>
                  <a:lnTo>
                    <a:pt x="8379" y="3039"/>
                  </a:lnTo>
                  <a:lnTo>
                    <a:pt x="8291" y="3098"/>
                  </a:lnTo>
                  <a:lnTo>
                    <a:pt x="8182" y="3147"/>
                  </a:lnTo>
                  <a:lnTo>
                    <a:pt x="8084" y="3186"/>
                  </a:lnTo>
                  <a:lnTo>
                    <a:pt x="7976" y="3216"/>
                  </a:lnTo>
                  <a:lnTo>
                    <a:pt x="7858" y="3235"/>
                  </a:lnTo>
                  <a:lnTo>
                    <a:pt x="7622" y="3235"/>
                  </a:lnTo>
                  <a:lnTo>
                    <a:pt x="7514" y="3216"/>
                  </a:lnTo>
                  <a:lnTo>
                    <a:pt x="7406" y="3186"/>
                  </a:lnTo>
                  <a:lnTo>
                    <a:pt x="7297" y="3147"/>
                  </a:lnTo>
                  <a:lnTo>
                    <a:pt x="7199" y="3098"/>
                  </a:lnTo>
                  <a:lnTo>
                    <a:pt x="7101" y="3039"/>
                  </a:lnTo>
                  <a:lnTo>
                    <a:pt x="7012" y="2980"/>
                  </a:lnTo>
                  <a:lnTo>
                    <a:pt x="6934" y="2901"/>
                  </a:lnTo>
                  <a:lnTo>
                    <a:pt x="6865" y="2822"/>
                  </a:lnTo>
                  <a:lnTo>
                    <a:pt x="6796" y="2734"/>
                  </a:lnTo>
                  <a:lnTo>
                    <a:pt x="6737" y="2635"/>
                  </a:lnTo>
                  <a:lnTo>
                    <a:pt x="6688" y="2537"/>
                  </a:lnTo>
                  <a:lnTo>
                    <a:pt x="6648" y="2429"/>
                  </a:lnTo>
                  <a:lnTo>
                    <a:pt x="6629" y="2321"/>
                  </a:lnTo>
                  <a:lnTo>
                    <a:pt x="6609" y="2213"/>
                  </a:lnTo>
                  <a:lnTo>
                    <a:pt x="6599" y="2095"/>
                  </a:lnTo>
                  <a:lnTo>
                    <a:pt x="6609" y="1977"/>
                  </a:lnTo>
                  <a:lnTo>
                    <a:pt x="6629" y="1868"/>
                  </a:lnTo>
                  <a:lnTo>
                    <a:pt x="6648" y="1750"/>
                  </a:lnTo>
                  <a:lnTo>
                    <a:pt x="6688" y="1652"/>
                  </a:lnTo>
                  <a:lnTo>
                    <a:pt x="6737" y="1554"/>
                  </a:lnTo>
                  <a:lnTo>
                    <a:pt x="6796" y="1455"/>
                  </a:lnTo>
                  <a:lnTo>
                    <a:pt x="6865" y="1367"/>
                  </a:lnTo>
                  <a:lnTo>
                    <a:pt x="6934" y="1288"/>
                  </a:lnTo>
                  <a:lnTo>
                    <a:pt x="7012" y="1210"/>
                  </a:lnTo>
                  <a:lnTo>
                    <a:pt x="7101" y="1151"/>
                  </a:lnTo>
                  <a:lnTo>
                    <a:pt x="7199" y="1092"/>
                  </a:lnTo>
                  <a:lnTo>
                    <a:pt x="7297" y="1042"/>
                  </a:lnTo>
                  <a:lnTo>
                    <a:pt x="7406" y="1003"/>
                  </a:lnTo>
                  <a:lnTo>
                    <a:pt x="7514" y="974"/>
                  </a:lnTo>
                  <a:lnTo>
                    <a:pt x="7622" y="954"/>
                  </a:lnTo>
                  <a:close/>
                  <a:moveTo>
                    <a:pt x="8025" y="4169"/>
                  </a:moveTo>
                  <a:lnTo>
                    <a:pt x="8025" y="4661"/>
                  </a:lnTo>
                  <a:lnTo>
                    <a:pt x="7465" y="4661"/>
                  </a:lnTo>
                  <a:lnTo>
                    <a:pt x="7465" y="4169"/>
                  </a:lnTo>
                  <a:lnTo>
                    <a:pt x="7602" y="4179"/>
                  </a:lnTo>
                  <a:lnTo>
                    <a:pt x="7740" y="4189"/>
                  </a:lnTo>
                  <a:lnTo>
                    <a:pt x="7887" y="4179"/>
                  </a:lnTo>
                  <a:lnTo>
                    <a:pt x="8025" y="4169"/>
                  </a:lnTo>
                  <a:close/>
                  <a:moveTo>
                    <a:pt x="1427" y="7031"/>
                  </a:moveTo>
                  <a:lnTo>
                    <a:pt x="1427" y="10364"/>
                  </a:lnTo>
                  <a:lnTo>
                    <a:pt x="955" y="10364"/>
                  </a:lnTo>
                  <a:lnTo>
                    <a:pt x="955" y="7031"/>
                  </a:lnTo>
                  <a:close/>
                  <a:moveTo>
                    <a:pt x="14535" y="7031"/>
                  </a:moveTo>
                  <a:lnTo>
                    <a:pt x="14535" y="10364"/>
                  </a:lnTo>
                  <a:lnTo>
                    <a:pt x="14053" y="10364"/>
                  </a:lnTo>
                  <a:lnTo>
                    <a:pt x="14053" y="7031"/>
                  </a:lnTo>
                  <a:close/>
                  <a:moveTo>
                    <a:pt x="13109" y="5615"/>
                  </a:moveTo>
                  <a:lnTo>
                    <a:pt x="13109" y="12125"/>
                  </a:lnTo>
                  <a:lnTo>
                    <a:pt x="2381" y="12125"/>
                  </a:lnTo>
                  <a:lnTo>
                    <a:pt x="2381" y="5615"/>
                  </a:lnTo>
                  <a:close/>
                  <a:moveTo>
                    <a:pt x="9598" y="13078"/>
                  </a:moveTo>
                  <a:lnTo>
                    <a:pt x="9598" y="13737"/>
                  </a:lnTo>
                  <a:lnTo>
                    <a:pt x="5881" y="13737"/>
                  </a:lnTo>
                  <a:lnTo>
                    <a:pt x="5881" y="13078"/>
                  </a:lnTo>
                  <a:close/>
                  <a:moveTo>
                    <a:pt x="7740" y="0"/>
                  </a:moveTo>
                  <a:lnTo>
                    <a:pt x="7533" y="10"/>
                  </a:lnTo>
                  <a:lnTo>
                    <a:pt x="7317" y="39"/>
                  </a:lnTo>
                  <a:lnTo>
                    <a:pt x="7120" y="98"/>
                  </a:lnTo>
                  <a:lnTo>
                    <a:pt x="6924" y="167"/>
                  </a:lnTo>
                  <a:lnTo>
                    <a:pt x="6747" y="256"/>
                  </a:lnTo>
                  <a:lnTo>
                    <a:pt x="6570" y="354"/>
                  </a:lnTo>
                  <a:lnTo>
                    <a:pt x="6412" y="482"/>
                  </a:lnTo>
                  <a:lnTo>
                    <a:pt x="6265" y="620"/>
                  </a:lnTo>
                  <a:lnTo>
                    <a:pt x="6127" y="767"/>
                  </a:lnTo>
                  <a:lnTo>
                    <a:pt x="6009" y="924"/>
                  </a:lnTo>
                  <a:lnTo>
                    <a:pt x="5901" y="1101"/>
                  </a:lnTo>
                  <a:lnTo>
                    <a:pt x="5813" y="1278"/>
                  </a:lnTo>
                  <a:lnTo>
                    <a:pt x="5744" y="1475"/>
                  </a:lnTo>
                  <a:lnTo>
                    <a:pt x="5695" y="1672"/>
                  </a:lnTo>
                  <a:lnTo>
                    <a:pt x="5655" y="1878"/>
                  </a:lnTo>
                  <a:lnTo>
                    <a:pt x="5645" y="2095"/>
                  </a:lnTo>
                  <a:lnTo>
                    <a:pt x="5655" y="2222"/>
                  </a:lnTo>
                  <a:lnTo>
                    <a:pt x="5665" y="2350"/>
                  </a:lnTo>
                  <a:lnTo>
                    <a:pt x="5685" y="2478"/>
                  </a:lnTo>
                  <a:lnTo>
                    <a:pt x="5714" y="2596"/>
                  </a:lnTo>
                  <a:lnTo>
                    <a:pt x="5744" y="2714"/>
                  </a:lnTo>
                  <a:lnTo>
                    <a:pt x="5783" y="2832"/>
                  </a:lnTo>
                  <a:lnTo>
                    <a:pt x="5832" y="2950"/>
                  </a:lnTo>
                  <a:lnTo>
                    <a:pt x="5881" y="3058"/>
                  </a:lnTo>
                  <a:lnTo>
                    <a:pt x="5940" y="3166"/>
                  </a:lnTo>
                  <a:lnTo>
                    <a:pt x="6009" y="3265"/>
                  </a:lnTo>
                  <a:lnTo>
                    <a:pt x="6078" y="3363"/>
                  </a:lnTo>
                  <a:lnTo>
                    <a:pt x="6157" y="3461"/>
                  </a:lnTo>
                  <a:lnTo>
                    <a:pt x="6235" y="3550"/>
                  </a:lnTo>
                  <a:lnTo>
                    <a:pt x="6324" y="3638"/>
                  </a:lnTo>
                  <a:lnTo>
                    <a:pt x="6412" y="3717"/>
                  </a:lnTo>
                  <a:lnTo>
                    <a:pt x="6511" y="3786"/>
                  </a:lnTo>
                  <a:lnTo>
                    <a:pt x="6511" y="4661"/>
                  </a:lnTo>
                  <a:lnTo>
                    <a:pt x="1427" y="4661"/>
                  </a:lnTo>
                  <a:lnTo>
                    <a:pt x="1427" y="4995"/>
                  </a:lnTo>
                  <a:lnTo>
                    <a:pt x="1427" y="5615"/>
                  </a:lnTo>
                  <a:lnTo>
                    <a:pt x="1427" y="6077"/>
                  </a:lnTo>
                  <a:lnTo>
                    <a:pt x="1" y="6077"/>
                  </a:lnTo>
                  <a:lnTo>
                    <a:pt x="1" y="11308"/>
                  </a:lnTo>
                  <a:lnTo>
                    <a:pt x="1427" y="11308"/>
                  </a:lnTo>
                  <a:lnTo>
                    <a:pt x="1427" y="13078"/>
                  </a:lnTo>
                  <a:lnTo>
                    <a:pt x="4937" y="13078"/>
                  </a:lnTo>
                  <a:lnTo>
                    <a:pt x="4937" y="14681"/>
                  </a:lnTo>
                  <a:lnTo>
                    <a:pt x="10552" y="14681"/>
                  </a:lnTo>
                  <a:lnTo>
                    <a:pt x="10552" y="13078"/>
                  </a:lnTo>
                  <a:lnTo>
                    <a:pt x="14053" y="13078"/>
                  </a:lnTo>
                  <a:lnTo>
                    <a:pt x="14053" y="11308"/>
                  </a:lnTo>
                  <a:lnTo>
                    <a:pt x="15479" y="11308"/>
                  </a:lnTo>
                  <a:lnTo>
                    <a:pt x="15479" y="6077"/>
                  </a:lnTo>
                  <a:lnTo>
                    <a:pt x="14053" y="6077"/>
                  </a:lnTo>
                  <a:lnTo>
                    <a:pt x="14053" y="4661"/>
                  </a:lnTo>
                  <a:lnTo>
                    <a:pt x="8969" y="4661"/>
                  </a:lnTo>
                  <a:lnTo>
                    <a:pt x="8969" y="3786"/>
                  </a:lnTo>
                  <a:lnTo>
                    <a:pt x="9067" y="3717"/>
                  </a:lnTo>
                  <a:lnTo>
                    <a:pt x="9156" y="3638"/>
                  </a:lnTo>
                  <a:lnTo>
                    <a:pt x="9244" y="3550"/>
                  </a:lnTo>
                  <a:lnTo>
                    <a:pt x="9333" y="3461"/>
                  </a:lnTo>
                  <a:lnTo>
                    <a:pt x="9402" y="3363"/>
                  </a:lnTo>
                  <a:lnTo>
                    <a:pt x="9480" y="3265"/>
                  </a:lnTo>
                  <a:lnTo>
                    <a:pt x="9539" y="3166"/>
                  </a:lnTo>
                  <a:lnTo>
                    <a:pt x="9598" y="3058"/>
                  </a:lnTo>
                  <a:lnTo>
                    <a:pt x="9657" y="2950"/>
                  </a:lnTo>
                  <a:lnTo>
                    <a:pt x="9697" y="2832"/>
                  </a:lnTo>
                  <a:lnTo>
                    <a:pt x="9746" y="2714"/>
                  </a:lnTo>
                  <a:lnTo>
                    <a:pt x="9775" y="2596"/>
                  </a:lnTo>
                  <a:lnTo>
                    <a:pt x="9805" y="2478"/>
                  </a:lnTo>
                  <a:lnTo>
                    <a:pt x="9825" y="2350"/>
                  </a:lnTo>
                  <a:lnTo>
                    <a:pt x="9834" y="2222"/>
                  </a:lnTo>
                  <a:lnTo>
                    <a:pt x="9834" y="2095"/>
                  </a:lnTo>
                  <a:lnTo>
                    <a:pt x="9825" y="1878"/>
                  </a:lnTo>
                  <a:lnTo>
                    <a:pt x="9795" y="1672"/>
                  </a:lnTo>
                  <a:lnTo>
                    <a:pt x="9746" y="1475"/>
                  </a:lnTo>
                  <a:lnTo>
                    <a:pt x="9667" y="1278"/>
                  </a:lnTo>
                  <a:lnTo>
                    <a:pt x="9579" y="1101"/>
                  </a:lnTo>
                  <a:lnTo>
                    <a:pt x="9480" y="924"/>
                  </a:lnTo>
                  <a:lnTo>
                    <a:pt x="9362" y="767"/>
                  </a:lnTo>
                  <a:lnTo>
                    <a:pt x="9225" y="620"/>
                  </a:lnTo>
                  <a:lnTo>
                    <a:pt x="9077" y="482"/>
                  </a:lnTo>
                  <a:lnTo>
                    <a:pt x="8910" y="354"/>
                  </a:lnTo>
                  <a:lnTo>
                    <a:pt x="8743" y="256"/>
                  </a:lnTo>
                  <a:lnTo>
                    <a:pt x="8556" y="167"/>
                  </a:lnTo>
                  <a:lnTo>
                    <a:pt x="8369" y="98"/>
                  </a:lnTo>
                  <a:lnTo>
                    <a:pt x="8163" y="39"/>
                  </a:lnTo>
                  <a:lnTo>
                    <a:pt x="7956" y="10"/>
                  </a:lnTo>
                  <a:lnTo>
                    <a:pt x="774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5" name="Google Shape;1955;p115"/>
            <p:cNvSpPr/>
            <p:nvPr/>
          </p:nvSpPr>
          <p:spPr>
            <a:xfrm>
              <a:off x="3559100" y="1738925"/>
              <a:ext cx="227675" cy="82875"/>
            </a:xfrm>
            <a:custGeom>
              <a:avLst/>
              <a:gdLst/>
              <a:ahLst/>
              <a:cxnLst/>
              <a:rect l="l" t="t" r="r" b="b"/>
              <a:pathLst>
                <a:path w="9107" h="3315" extrusionOk="0">
                  <a:moveTo>
                    <a:pt x="1732" y="954"/>
                  </a:moveTo>
                  <a:lnTo>
                    <a:pt x="1800" y="964"/>
                  </a:lnTo>
                  <a:lnTo>
                    <a:pt x="1869" y="984"/>
                  </a:lnTo>
                  <a:lnTo>
                    <a:pt x="1938" y="1004"/>
                  </a:lnTo>
                  <a:lnTo>
                    <a:pt x="1997" y="1033"/>
                  </a:lnTo>
                  <a:lnTo>
                    <a:pt x="2056" y="1072"/>
                  </a:lnTo>
                  <a:lnTo>
                    <a:pt x="2115" y="1112"/>
                  </a:lnTo>
                  <a:lnTo>
                    <a:pt x="2164" y="1161"/>
                  </a:lnTo>
                  <a:lnTo>
                    <a:pt x="2204" y="1210"/>
                  </a:lnTo>
                  <a:lnTo>
                    <a:pt x="2243" y="1259"/>
                  </a:lnTo>
                  <a:lnTo>
                    <a:pt x="2282" y="1318"/>
                  </a:lnTo>
                  <a:lnTo>
                    <a:pt x="2312" y="1387"/>
                  </a:lnTo>
                  <a:lnTo>
                    <a:pt x="2341" y="1446"/>
                  </a:lnTo>
                  <a:lnTo>
                    <a:pt x="2351" y="1515"/>
                  </a:lnTo>
                  <a:lnTo>
                    <a:pt x="2361" y="1584"/>
                  </a:lnTo>
                  <a:lnTo>
                    <a:pt x="2371" y="1662"/>
                  </a:lnTo>
                  <a:lnTo>
                    <a:pt x="2361" y="1731"/>
                  </a:lnTo>
                  <a:lnTo>
                    <a:pt x="2351" y="1800"/>
                  </a:lnTo>
                  <a:lnTo>
                    <a:pt x="2341" y="1869"/>
                  </a:lnTo>
                  <a:lnTo>
                    <a:pt x="2312" y="1928"/>
                  </a:lnTo>
                  <a:lnTo>
                    <a:pt x="2282" y="1997"/>
                  </a:lnTo>
                  <a:lnTo>
                    <a:pt x="2243" y="2056"/>
                  </a:lnTo>
                  <a:lnTo>
                    <a:pt x="2204" y="2105"/>
                  </a:lnTo>
                  <a:lnTo>
                    <a:pt x="2164" y="2154"/>
                  </a:lnTo>
                  <a:lnTo>
                    <a:pt x="2115" y="2203"/>
                  </a:lnTo>
                  <a:lnTo>
                    <a:pt x="2056" y="2243"/>
                  </a:lnTo>
                  <a:lnTo>
                    <a:pt x="1997" y="2282"/>
                  </a:lnTo>
                  <a:lnTo>
                    <a:pt x="1938" y="2311"/>
                  </a:lnTo>
                  <a:lnTo>
                    <a:pt x="1869" y="2331"/>
                  </a:lnTo>
                  <a:lnTo>
                    <a:pt x="1800" y="2351"/>
                  </a:lnTo>
                  <a:lnTo>
                    <a:pt x="1732" y="2361"/>
                  </a:lnTo>
                  <a:lnTo>
                    <a:pt x="1594" y="2361"/>
                  </a:lnTo>
                  <a:lnTo>
                    <a:pt x="1515" y="2351"/>
                  </a:lnTo>
                  <a:lnTo>
                    <a:pt x="1456" y="2331"/>
                  </a:lnTo>
                  <a:lnTo>
                    <a:pt x="1387" y="2311"/>
                  </a:lnTo>
                  <a:lnTo>
                    <a:pt x="1328" y="2282"/>
                  </a:lnTo>
                  <a:lnTo>
                    <a:pt x="1269" y="2243"/>
                  </a:lnTo>
                  <a:lnTo>
                    <a:pt x="1210" y="2203"/>
                  </a:lnTo>
                  <a:lnTo>
                    <a:pt x="1161" y="2154"/>
                  </a:lnTo>
                  <a:lnTo>
                    <a:pt x="1122" y="2105"/>
                  </a:lnTo>
                  <a:lnTo>
                    <a:pt x="1073" y="2056"/>
                  </a:lnTo>
                  <a:lnTo>
                    <a:pt x="1043" y="1997"/>
                  </a:lnTo>
                  <a:lnTo>
                    <a:pt x="1014" y="1928"/>
                  </a:lnTo>
                  <a:lnTo>
                    <a:pt x="984" y="1869"/>
                  </a:lnTo>
                  <a:lnTo>
                    <a:pt x="974" y="1800"/>
                  </a:lnTo>
                  <a:lnTo>
                    <a:pt x="955" y="1731"/>
                  </a:lnTo>
                  <a:lnTo>
                    <a:pt x="955" y="1662"/>
                  </a:lnTo>
                  <a:lnTo>
                    <a:pt x="955" y="1584"/>
                  </a:lnTo>
                  <a:lnTo>
                    <a:pt x="974" y="1515"/>
                  </a:lnTo>
                  <a:lnTo>
                    <a:pt x="984" y="1446"/>
                  </a:lnTo>
                  <a:lnTo>
                    <a:pt x="1014" y="1387"/>
                  </a:lnTo>
                  <a:lnTo>
                    <a:pt x="1043" y="1318"/>
                  </a:lnTo>
                  <a:lnTo>
                    <a:pt x="1073" y="1259"/>
                  </a:lnTo>
                  <a:lnTo>
                    <a:pt x="1122" y="1210"/>
                  </a:lnTo>
                  <a:lnTo>
                    <a:pt x="1161" y="1161"/>
                  </a:lnTo>
                  <a:lnTo>
                    <a:pt x="1210" y="1112"/>
                  </a:lnTo>
                  <a:lnTo>
                    <a:pt x="1269" y="1072"/>
                  </a:lnTo>
                  <a:lnTo>
                    <a:pt x="1328" y="1033"/>
                  </a:lnTo>
                  <a:lnTo>
                    <a:pt x="1387" y="1004"/>
                  </a:lnTo>
                  <a:lnTo>
                    <a:pt x="1456" y="984"/>
                  </a:lnTo>
                  <a:lnTo>
                    <a:pt x="1515" y="964"/>
                  </a:lnTo>
                  <a:lnTo>
                    <a:pt x="1594" y="954"/>
                  </a:lnTo>
                  <a:close/>
                  <a:moveTo>
                    <a:pt x="7524" y="954"/>
                  </a:moveTo>
                  <a:lnTo>
                    <a:pt x="7592" y="964"/>
                  </a:lnTo>
                  <a:lnTo>
                    <a:pt x="7661" y="984"/>
                  </a:lnTo>
                  <a:lnTo>
                    <a:pt x="7730" y="1004"/>
                  </a:lnTo>
                  <a:lnTo>
                    <a:pt x="7789" y="1033"/>
                  </a:lnTo>
                  <a:lnTo>
                    <a:pt x="7848" y="1072"/>
                  </a:lnTo>
                  <a:lnTo>
                    <a:pt x="7897" y="1112"/>
                  </a:lnTo>
                  <a:lnTo>
                    <a:pt x="7946" y="1161"/>
                  </a:lnTo>
                  <a:lnTo>
                    <a:pt x="7996" y="1210"/>
                  </a:lnTo>
                  <a:lnTo>
                    <a:pt x="8035" y="1259"/>
                  </a:lnTo>
                  <a:lnTo>
                    <a:pt x="8074" y="1318"/>
                  </a:lnTo>
                  <a:lnTo>
                    <a:pt x="8104" y="1387"/>
                  </a:lnTo>
                  <a:lnTo>
                    <a:pt x="8123" y="1446"/>
                  </a:lnTo>
                  <a:lnTo>
                    <a:pt x="8143" y="1515"/>
                  </a:lnTo>
                  <a:lnTo>
                    <a:pt x="8153" y="1584"/>
                  </a:lnTo>
                  <a:lnTo>
                    <a:pt x="8153" y="1662"/>
                  </a:lnTo>
                  <a:lnTo>
                    <a:pt x="8153" y="1731"/>
                  </a:lnTo>
                  <a:lnTo>
                    <a:pt x="8143" y="1800"/>
                  </a:lnTo>
                  <a:lnTo>
                    <a:pt x="8123" y="1869"/>
                  </a:lnTo>
                  <a:lnTo>
                    <a:pt x="8104" y="1928"/>
                  </a:lnTo>
                  <a:lnTo>
                    <a:pt x="8074" y="1997"/>
                  </a:lnTo>
                  <a:lnTo>
                    <a:pt x="8035" y="2056"/>
                  </a:lnTo>
                  <a:lnTo>
                    <a:pt x="7996" y="2105"/>
                  </a:lnTo>
                  <a:lnTo>
                    <a:pt x="7946" y="2154"/>
                  </a:lnTo>
                  <a:lnTo>
                    <a:pt x="7897" y="2203"/>
                  </a:lnTo>
                  <a:lnTo>
                    <a:pt x="7848" y="2243"/>
                  </a:lnTo>
                  <a:lnTo>
                    <a:pt x="7789" y="2282"/>
                  </a:lnTo>
                  <a:lnTo>
                    <a:pt x="7730" y="2311"/>
                  </a:lnTo>
                  <a:lnTo>
                    <a:pt x="7661" y="2331"/>
                  </a:lnTo>
                  <a:lnTo>
                    <a:pt x="7592" y="2351"/>
                  </a:lnTo>
                  <a:lnTo>
                    <a:pt x="7524" y="2361"/>
                  </a:lnTo>
                  <a:lnTo>
                    <a:pt x="7376" y="2361"/>
                  </a:lnTo>
                  <a:lnTo>
                    <a:pt x="7307" y="2351"/>
                  </a:lnTo>
                  <a:lnTo>
                    <a:pt x="7238" y="2331"/>
                  </a:lnTo>
                  <a:lnTo>
                    <a:pt x="7179" y="2311"/>
                  </a:lnTo>
                  <a:lnTo>
                    <a:pt x="7111" y="2282"/>
                  </a:lnTo>
                  <a:lnTo>
                    <a:pt x="7061" y="2243"/>
                  </a:lnTo>
                  <a:lnTo>
                    <a:pt x="7002" y="2203"/>
                  </a:lnTo>
                  <a:lnTo>
                    <a:pt x="6953" y="2154"/>
                  </a:lnTo>
                  <a:lnTo>
                    <a:pt x="6904" y="2105"/>
                  </a:lnTo>
                  <a:lnTo>
                    <a:pt x="6865" y="2056"/>
                  </a:lnTo>
                  <a:lnTo>
                    <a:pt x="6835" y="1997"/>
                  </a:lnTo>
                  <a:lnTo>
                    <a:pt x="6796" y="1928"/>
                  </a:lnTo>
                  <a:lnTo>
                    <a:pt x="6776" y="1869"/>
                  </a:lnTo>
                  <a:lnTo>
                    <a:pt x="6757" y="1800"/>
                  </a:lnTo>
                  <a:lnTo>
                    <a:pt x="6747" y="1731"/>
                  </a:lnTo>
                  <a:lnTo>
                    <a:pt x="6747" y="1662"/>
                  </a:lnTo>
                  <a:lnTo>
                    <a:pt x="6747" y="1584"/>
                  </a:lnTo>
                  <a:lnTo>
                    <a:pt x="6757" y="1515"/>
                  </a:lnTo>
                  <a:lnTo>
                    <a:pt x="6776" y="1446"/>
                  </a:lnTo>
                  <a:lnTo>
                    <a:pt x="6796" y="1387"/>
                  </a:lnTo>
                  <a:lnTo>
                    <a:pt x="6835" y="1318"/>
                  </a:lnTo>
                  <a:lnTo>
                    <a:pt x="6865" y="1259"/>
                  </a:lnTo>
                  <a:lnTo>
                    <a:pt x="6904" y="1210"/>
                  </a:lnTo>
                  <a:lnTo>
                    <a:pt x="6953" y="1161"/>
                  </a:lnTo>
                  <a:lnTo>
                    <a:pt x="7002" y="1112"/>
                  </a:lnTo>
                  <a:lnTo>
                    <a:pt x="7061" y="1072"/>
                  </a:lnTo>
                  <a:lnTo>
                    <a:pt x="7111" y="1033"/>
                  </a:lnTo>
                  <a:lnTo>
                    <a:pt x="7179" y="1004"/>
                  </a:lnTo>
                  <a:lnTo>
                    <a:pt x="7238" y="984"/>
                  </a:lnTo>
                  <a:lnTo>
                    <a:pt x="7307" y="964"/>
                  </a:lnTo>
                  <a:lnTo>
                    <a:pt x="7376" y="954"/>
                  </a:lnTo>
                  <a:close/>
                  <a:moveTo>
                    <a:pt x="1663" y="1"/>
                  </a:moveTo>
                  <a:lnTo>
                    <a:pt x="1496" y="10"/>
                  </a:lnTo>
                  <a:lnTo>
                    <a:pt x="1328" y="30"/>
                  </a:lnTo>
                  <a:lnTo>
                    <a:pt x="1171" y="79"/>
                  </a:lnTo>
                  <a:lnTo>
                    <a:pt x="1014" y="128"/>
                  </a:lnTo>
                  <a:lnTo>
                    <a:pt x="876" y="197"/>
                  </a:lnTo>
                  <a:lnTo>
                    <a:pt x="738" y="286"/>
                  </a:lnTo>
                  <a:lnTo>
                    <a:pt x="611" y="374"/>
                  </a:lnTo>
                  <a:lnTo>
                    <a:pt x="493" y="482"/>
                  </a:lnTo>
                  <a:lnTo>
                    <a:pt x="384" y="600"/>
                  </a:lnTo>
                  <a:lnTo>
                    <a:pt x="286" y="728"/>
                  </a:lnTo>
                  <a:lnTo>
                    <a:pt x="207" y="866"/>
                  </a:lnTo>
                  <a:lnTo>
                    <a:pt x="139" y="1013"/>
                  </a:lnTo>
                  <a:lnTo>
                    <a:pt x="80" y="1161"/>
                  </a:lnTo>
                  <a:lnTo>
                    <a:pt x="40" y="1328"/>
                  </a:lnTo>
                  <a:lnTo>
                    <a:pt x="11" y="1485"/>
                  </a:lnTo>
                  <a:lnTo>
                    <a:pt x="1" y="1662"/>
                  </a:lnTo>
                  <a:lnTo>
                    <a:pt x="11" y="1830"/>
                  </a:lnTo>
                  <a:lnTo>
                    <a:pt x="40" y="1987"/>
                  </a:lnTo>
                  <a:lnTo>
                    <a:pt x="80" y="2154"/>
                  </a:lnTo>
                  <a:lnTo>
                    <a:pt x="139" y="2302"/>
                  </a:lnTo>
                  <a:lnTo>
                    <a:pt x="207" y="2449"/>
                  </a:lnTo>
                  <a:lnTo>
                    <a:pt x="286" y="2587"/>
                  </a:lnTo>
                  <a:lnTo>
                    <a:pt x="384" y="2715"/>
                  </a:lnTo>
                  <a:lnTo>
                    <a:pt x="493" y="2833"/>
                  </a:lnTo>
                  <a:lnTo>
                    <a:pt x="611" y="2941"/>
                  </a:lnTo>
                  <a:lnTo>
                    <a:pt x="738" y="3029"/>
                  </a:lnTo>
                  <a:lnTo>
                    <a:pt x="876" y="3118"/>
                  </a:lnTo>
                  <a:lnTo>
                    <a:pt x="1014" y="3187"/>
                  </a:lnTo>
                  <a:lnTo>
                    <a:pt x="1171" y="3246"/>
                  </a:lnTo>
                  <a:lnTo>
                    <a:pt x="1328" y="3285"/>
                  </a:lnTo>
                  <a:lnTo>
                    <a:pt x="1496" y="3305"/>
                  </a:lnTo>
                  <a:lnTo>
                    <a:pt x="1663" y="3314"/>
                  </a:lnTo>
                  <a:lnTo>
                    <a:pt x="1830" y="3305"/>
                  </a:lnTo>
                  <a:lnTo>
                    <a:pt x="1997" y="3285"/>
                  </a:lnTo>
                  <a:lnTo>
                    <a:pt x="2155" y="3246"/>
                  </a:lnTo>
                  <a:lnTo>
                    <a:pt x="2312" y="3187"/>
                  </a:lnTo>
                  <a:lnTo>
                    <a:pt x="2450" y="3118"/>
                  </a:lnTo>
                  <a:lnTo>
                    <a:pt x="2587" y="3029"/>
                  </a:lnTo>
                  <a:lnTo>
                    <a:pt x="2715" y="2941"/>
                  </a:lnTo>
                  <a:lnTo>
                    <a:pt x="2833" y="2833"/>
                  </a:lnTo>
                  <a:lnTo>
                    <a:pt x="2941" y="2715"/>
                  </a:lnTo>
                  <a:lnTo>
                    <a:pt x="3040" y="2587"/>
                  </a:lnTo>
                  <a:lnTo>
                    <a:pt x="3118" y="2449"/>
                  </a:lnTo>
                  <a:lnTo>
                    <a:pt x="3187" y="2302"/>
                  </a:lnTo>
                  <a:lnTo>
                    <a:pt x="3246" y="2154"/>
                  </a:lnTo>
                  <a:lnTo>
                    <a:pt x="3285" y="1987"/>
                  </a:lnTo>
                  <a:lnTo>
                    <a:pt x="3315" y="1830"/>
                  </a:lnTo>
                  <a:lnTo>
                    <a:pt x="3325" y="1662"/>
                  </a:lnTo>
                  <a:lnTo>
                    <a:pt x="3315" y="1485"/>
                  </a:lnTo>
                  <a:lnTo>
                    <a:pt x="3285" y="1328"/>
                  </a:lnTo>
                  <a:lnTo>
                    <a:pt x="3246" y="1161"/>
                  </a:lnTo>
                  <a:lnTo>
                    <a:pt x="3187" y="1013"/>
                  </a:lnTo>
                  <a:lnTo>
                    <a:pt x="3118" y="866"/>
                  </a:lnTo>
                  <a:lnTo>
                    <a:pt x="3040" y="728"/>
                  </a:lnTo>
                  <a:lnTo>
                    <a:pt x="2941" y="600"/>
                  </a:lnTo>
                  <a:lnTo>
                    <a:pt x="2833" y="482"/>
                  </a:lnTo>
                  <a:lnTo>
                    <a:pt x="2715" y="374"/>
                  </a:lnTo>
                  <a:lnTo>
                    <a:pt x="2587" y="286"/>
                  </a:lnTo>
                  <a:lnTo>
                    <a:pt x="2450" y="197"/>
                  </a:lnTo>
                  <a:lnTo>
                    <a:pt x="2312" y="128"/>
                  </a:lnTo>
                  <a:lnTo>
                    <a:pt x="2155" y="79"/>
                  </a:lnTo>
                  <a:lnTo>
                    <a:pt x="1997" y="30"/>
                  </a:lnTo>
                  <a:lnTo>
                    <a:pt x="1830" y="10"/>
                  </a:lnTo>
                  <a:lnTo>
                    <a:pt x="1663" y="1"/>
                  </a:lnTo>
                  <a:close/>
                  <a:moveTo>
                    <a:pt x="7455" y="1"/>
                  </a:moveTo>
                  <a:lnTo>
                    <a:pt x="7278" y="10"/>
                  </a:lnTo>
                  <a:lnTo>
                    <a:pt x="7120" y="30"/>
                  </a:lnTo>
                  <a:lnTo>
                    <a:pt x="6963" y="79"/>
                  </a:lnTo>
                  <a:lnTo>
                    <a:pt x="6806" y="128"/>
                  </a:lnTo>
                  <a:lnTo>
                    <a:pt x="6658" y="197"/>
                  </a:lnTo>
                  <a:lnTo>
                    <a:pt x="6521" y="286"/>
                  </a:lnTo>
                  <a:lnTo>
                    <a:pt x="6393" y="374"/>
                  </a:lnTo>
                  <a:lnTo>
                    <a:pt x="6285" y="482"/>
                  </a:lnTo>
                  <a:lnTo>
                    <a:pt x="6176" y="600"/>
                  </a:lnTo>
                  <a:lnTo>
                    <a:pt x="6078" y="728"/>
                  </a:lnTo>
                  <a:lnTo>
                    <a:pt x="5990" y="866"/>
                  </a:lnTo>
                  <a:lnTo>
                    <a:pt x="5921" y="1013"/>
                  </a:lnTo>
                  <a:lnTo>
                    <a:pt x="5872" y="1161"/>
                  </a:lnTo>
                  <a:lnTo>
                    <a:pt x="5822" y="1328"/>
                  </a:lnTo>
                  <a:lnTo>
                    <a:pt x="5803" y="1485"/>
                  </a:lnTo>
                  <a:lnTo>
                    <a:pt x="5793" y="1662"/>
                  </a:lnTo>
                  <a:lnTo>
                    <a:pt x="5803" y="1830"/>
                  </a:lnTo>
                  <a:lnTo>
                    <a:pt x="5822" y="1987"/>
                  </a:lnTo>
                  <a:lnTo>
                    <a:pt x="5872" y="2154"/>
                  </a:lnTo>
                  <a:lnTo>
                    <a:pt x="5921" y="2302"/>
                  </a:lnTo>
                  <a:lnTo>
                    <a:pt x="5990" y="2449"/>
                  </a:lnTo>
                  <a:lnTo>
                    <a:pt x="6078" y="2587"/>
                  </a:lnTo>
                  <a:lnTo>
                    <a:pt x="6176" y="2715"/>
                  </a:lnTo>
                  <a:lnTo>
                    <a:pt x="6285" y="2833"/>
                  </a:lnTo>
                  <a:lnTo>
                    <a:pt x="6393" y="2941"/>
                  </a:lnTo>
                  <a:lnTo>
                    <a:pt x="6521" y="3029"/>
                  </a:lnTo>
                  <a:lnTo>
                    <a:pt x="6658" y="3118"/>
                  </a:lnTo>
                  <a:lnTo>
                    <a:pt x="6806" y="3187"/>
                  </a:lnTo>
                  <a:lnTo>
                    <a:pt x="6963" y="3246"/>
                  </a:lnTo>
                  <a:lnTo>
                    <a:pt x="7120" y="3285"/>
                  </a:lnTo>
                  <a:lnTo>
                    <a:pt x="7278" y="3305"/>
                  </a:lnTo>
                  <a:lnTo>
                    <a:pt x="7455" y="3314"/>
                  </a:lnTo>
                  <a:lnTo>
                    <a:pt x="7622" y="3305"/>
                  </a:lnTo>
                  <a:lnTo>
                    <a:pt x="7789" y="3285"/>
                  </a:lnTo>
                  <a:lnTo>
                    <a:pt x="7946" y="3246"/>
                  </a:lnTo>
                  <a:lnTo>
                    <a:pt x="8094" y="3187"/>
                  </a:lnTo>
                  <a:lnTo>
                    <a:pt x="8241" y="3118"/>
                  </a:lnTo>
                  <a:lnTo>
                    <a:pt x="8379" y="3029"/>
                  </a:lnTo>
                  <a:lnTo>
                    <a:pt x="8507" y="2941"/>
                  </a:lnTo>
                  <a:lnTo>
                    <a:pt x="8625" y="2833"/>
                  </a:lnTo>
                  <a:lnTo>
                    <a:pt x="8733" y="2715"/>
                  </a:lnTo>
                  <a:lnTo>
                    <a:pt x="8822" y="2587"/>
                  </a:lnTo>
                  <a:lnTo>
                    <a:pt x="8910" y="2449"/>
                  </a:lnTo>
                  <a:lnTo>
                    <a:pt x="8979" y="2302"/>
                  </a:lnTo>
                  <a:lnTo>
                    <a:pt x="9038" y="2154"/>
                  </a:lnTo>
                  <a:lnTo>
                    <a:pt x="9077" y="1987"/>
                  </a:lnTo>
                  <a:lnTo>
                    <a:pt x="9097" y="1830"/>
                  </a:lnTo>
                  <a:lnTo>
                    <a:pt x="9107" y="1662"/>
                  </a:lnTo>
                  <a:lnTo>
                    <a:pt x="9097" y="1485"/>
                  </a:lnTo>
                  <a:lnTo>
                    <a:pt x="9077" y="1328"/>
                  </a:lnTo>
                  <a:lnTo>
                    <a:pt x="9038" y="1161"/>
                  </a:lnTo>
                  <a:lnTo>
                    <a:pt x="8979" y="1013"/>
                  </a:lnTo>
                  <a:lnTo>
                    <a:pt x="8910" y="866"/>
                  </a:lnTo>
                  <a:lnTo>
                    <a:pt x="8822" y="728"/>
                  </a:lnTo>
                  <a:lnTo>
                    <a:pt x="8733" y="600"/>
                  </a:lnTo>
                  <a:lnTo>
                    <a:pt x="8625" y="482"/>
                  </a:lnTo>
                  <a:lnTo>
                    <a:pt x="8507" y="374"/>
                  </a:lnTo>
                  <a:lnTo>
                    <a:pt x="8379" y="286"/>
                  </a:lnTo>
                  <a:lnTo>
                    <a:pt x="8241" y="197"/>
                  </a:lnTo>
                  <a:lnTo>
                    <a:pt x="8094" y="128"/>
                  </a:lnTo>
                  <a:lnTo>
                    <a:pt x="7946" y="79"/>
                  </a:lnTo>
                  <a:lnTo>
                    <a:pt x="7789" y="30"/>
                  </a:lnTo>
                  <a:lnTo>
                    <a:pt x="7622" y="10"/>
                  </a:lnTo>
                  <a:lnTo>
                    <a:pt x="74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956" name="Google Shape;1956;p115"/>
          <p:cNvSpPr/>
          <p:nvPr/>
        </p:nvSpPr>
        <p:spPr>
          <a:xfrm>
            <a:off x="3056500" y="3769110"/>
            <a:ext cx="199815" cy="256674"/>
          </a:xfrm>
          <a:custGeom>
            <a:avLst/>
            <a:gdLst/>
            <a:ahLst/>
            <a:cxnLst/>
            <a:rect l="l" t="t" r="r" b="b"/>
            <a:pathLst>
              <a:path w="13442" h="17267" extrusionOk="0">
                <a:moveTo>
                  <a:pt x="6721" y="0"/>
                </a:moveTo>
                <a:lnTo>
                  <a:pt x="6559" y="14"/>
                </a:lnTo>
                <a:lnTo>
                  <a:pt x="6397" y="14"/>
                </a:lnTo>
                <a:lnTo>
                  <a:pt x="6086" y="68"/>
                </a:lnTo>
                <a:lnTo>
                  <a:pt x="5775" y="149"/>
                </a:lnTo>
                <a:lnTo>
                  <a:pt x="5491" y="257"/>
                </a:lnTo>
                <a:lnTo>
                  <a:pt x="5207" y="392"/>
                </a:lnTo>
                <a:lnTo>
                  <a:pt x="4950" y="541"/>
                </a:lnTo>
                <a:lnTo>
                  <a:pt x="4706" y="730"/>
                </a:lnTo>
                <a:lnTo>
                  <a:pt x="4476" y="933"/>
                </a:lnTo>
                <a:lnTo>
                  <a:pt x="4274" y="1163"/>
                </a:lnTo>
                <a:lnTo>
                  <a:pt x="4098" y="1406"/>
                </a:lnTo>
                <a:lnTo>
                  <a:pt x="3936" y="1663"/>
                </a:lnTo>
                <a:lnTo>
                  <a:pt x="3800" y="1947"/>
                </a:lnTo>
                <a:lnTo>
                  <a:pt x="3692" y="2231"/>
                </a:lnTo>
                <a:lnTo>
                  <a:pt x="3611" y="2542"/>
                </a:lnTo>
                <a:lnTo>
                  <a:pt x="3571" y="2853"/>
                </a:lnTo>
                <a:lnTo>
                  <a:pt x="3557" y="3015"/>
                </a:lnTo>
                <a:lnTo>
                  <a:pt x="3544" y="3178"/>
                </a:lnTo>
                <a:lnTo>
                  <a:pt x="3557" y="3340"/>
                </a:lnTo>
                <a:lnTo>
                  <a:pt x="3571" y="3502"/>
                </a:lnTo>
                <a:lnTo>
                  <a:pt x="3611" y="3813"/>
                </a:lnTo>
                <a:lnTo>
                  <a:pt x="3692" y="4124"/>
                </a:lnTo>
                <a:lnTo>
                  <a:pt x="3800" y="4408"/>
                </a:lnTo>
                <a:lnTo>
                  <a:pt x="3936" y="4692"/>
                </a:lnTo>
                <a:lnTo>
                  <a:pt x="4098" y="4949"/>
                </a:lnTo>
                <a:lnTo>
                  <a:pt x="4274" y="5192"/>
                </a:lnTo>
                <a:lnTo>
                  <a:pt x="4476" y="5422"/>
                </a:lnTo>
                <a:lnTo>
                  <a:pt x="4706" y="5625"/>
                </a:lnTo>
                <a:lnTo>
                  <a:pt x="4950" y="5801"/>
                </a:lnTo>
                <a:lnTo>
                  <a:pt x="5207" y="5963"/>
                </a:lnTo>
                <a:lnTo>
                  <a:pt x="5491" y="6098"/>
                </a:lnTo>
                <a:lnTo>
                  <a:pt x="5775" y="6206"/>
                </a:lnTo>
                <a:lnTo>
                  <a:pt x="6086" y="6288"/>
                </a:lnTo>
                <a:lnTo>
                  <a:pt x="6397" y="6328"/>
                </a:lnTo>
                <a:lnTo>
                  <a:pt x="6559" y="6342"/>
                </a:lnTo>
                <a:lnTo>
                  <a:pt x="6721" y="6355"/>
                </a:lnTo>
                <a:lnTo>
                  <a:pt x="6883" y="6342"/>
                </a:lnTo>
                <a:lnTo>
                  <a:pt x="7046" y="6328"/>
                </a:lnTo>
                <a:lnTo>
                  <a:pt x="7357" y="6288"/>
                </a:lnTo>
                <a:lnTo>
                  <a:pt x="7668" y="6206"/>
                </a:lnTo>
                <a:lnTo>
                  <a:pt x="7952" y="6098"/>
                </a:lnTo>
                <a:lnTo>
                  <a:pt x="8235" y="5963"/>
                </a:lnTo>
                <a:lnTo>
                  <a:pt x="8492" y="5801"/>
                </a:lnTo>
                <a:lnTo>
                  <a:pt x="8736" y="5625"/>
                </a:lnTo>
                <a:lnTo>
                  <a:pt x="8966" y="5422"/>
                </a:lnTo>
                <a:lnTo>
                  <a:pt x="9168" y="5192"/>
                </a:lnTo>
                <a:lnTo>
                  <a:pt x="9358" y="4949"/>
                </a:lnTo>
                <a:lnTo>
                  <a:pt x="9506" y="4692"/>
                </a:lnTo>
                <a:lnTo>
                  <a:pt x="9642" y="4408"/>
                </a:lnTo>
                <a:lnTo>
                  <a:pt x="9750" y="4124"/>
                </a:lnTo>
                <a:lnTo>
                  <a:pt x="9831" y="3813"/>
                </a:lnTo>
                <a:lnTo>
                  <a:pt x="9885" y="3502"/>
                </a:lnTo>
                <a:lnTo>
                  <a:pt x="9885" y="3340"/>
                </a:lnTo>
                <a:lnTo>
                  <a:pt x="9899" y="3178"/>
                </a:lnTo>
                <a:lnTo>
                  <a:pt x="9885" y="3015"/>
                </a:lnTo>
                <a:lnTo>
                  <a:pt x="9885" y="2853"/>
                </a:lnTo>
                <a:lnTo>
                  <a:pt x="9831" y="2542"/>
                </a:lnTo>
                <a:lnTo>
                  <a:pt x="9750" y="2231"/>
                </a:lnTo>
                <a:lnTo>
                  <a:pt x="9642" y="1947"/>
                </a:lnTo>
                <a:lnTo>
                  <a:pt x="9506" y="1663"/>
                </a:lnTo>
                <a:lnTo>
                  <a:pt x="9358" y="1406"/>
                </a:lnTo>
                <a:lnTo>
                  <a:pt x="9168" y="1163"/>
                </a:lnTo>
                <a:lnTo>
                  <a:pt x="8966" y="933"/>
                </a:lnTo>
                <a:lnTo>
                  <a:pt x="8736" y="730"/>
                </a:lnTo>
                <a:lnTo>
                  <a:pt x="8492" y="541"/>
                </a:lnTo>
                <a:lnTo>
                  <a:pt x="8235" y="392"/>
                </a:lnTo>
                <a:lnTo>
                  <a:pt x="7952" y="257"/>
                </a:lnTo>
                <a:lnTo>
                  <a:pt x="7668" y="149"/>
                </a:lnTo>
                <a:lnTo>
                  <a:pt x="7357" y="68"/>
                </a:lnTo>
                <a:lnTo>
                  <a:pt x="7046" y="14"/>
                </a:lnTo>
                <a:lnTo>
                  <a:pt x="6883" y="14"/>
                </a:lnTo>
                <a:lnTo>
                  <a:pt x="6721" y="0"/>
                </a:lnTo>
                <a:close/>
                <a:moveTo>
                  <a:pt x="6843" y="12845"/>
                </a:moveTo>
                <a:lnTo>
                  <a:pt x="6964" y="12859"/>
                </a:lnTo>
                <a:lnTo>
                  <a:pt x="7073" y="12886"/>
                </a:lnTo>
                <a:lnTo>
                  <a:pt x="7181" y="12927"/>
                </a:lnTo>
                <a:lnTo>
                  <a:pt x="7289" y="12981"/>
                </a:lnTo>
                <a:lnTo>
                  <a:pt x="7384" y="13048"/>
                </a:lnTo>
                <a:lnTo>
                  <a:pt x="7478" y="13116"/>
                </a:lnTo>
                <a:lnTo>
                  <a:pt x="7559" y="13183"/>
                </a:lnTo>
                <a:lnTo>
                  <a:pt x="7641" y="13265"/>
                </a:lnTo>
                <a:lnTo>
                  <a:pt x="7708" y="13359"/>
                </a:lnTo>
                <a:lnTo>
                  <a:pt x="7762" y="13454"/>
                </a:lnTo>
                <a:lnTo>
                  <a:pt x="7816" y="13562"/>
                </a:lnTo>
                <a:lnTo>
                  <a:pt x="7857" y="13670"/>
                </a:lnTo>
                <a:lnTo>
                  <a:pt x="7884" y="13792"/>
                </a:lnTo>
                <a:lnTo>
                  <a:pt x="7897" y="13900"/>
                </a:lnTo>
                <a:lnTo>
                  <a:pt x="7911" y="14022"/>
                </a:lnTo>
                <a:lnTo>
                  <a:pt x="7897" y="14143"/>
                </a:lnTo>
                <a:lnTo>
                  <a:pt x="7884" y="14265"/>
                </a:lnTo>
                <a:lnTo>
                  <a:pt x="7857" y="14373"/>
                </a:lnTo>
                <a:lnTo>
                  <a:pt x="7816" y="14482"/>
                </a:lnTo>
                <a:lnTo>
                  <a:pt x="7762" y="14590"/>
                </a:lnTo>
                <a:lnTo>
                  <a:pt x="7708" y="14684"/>
                </a:lnTo>
                <a:lnTo>
                  <a:pt x="7641" y="14779"/>
                </a:lnTo>
                <a:lnTo>
                  <a:pt x="7559" y="14860"/>
                </a:lnTo>
                <a:lnTo>
                  <a:pt x="7478" y="14941"/>
                </a:lnTo>
                <a:lnTo>
                  <a:pt x="7384" y="15009"/>
                </a:lnTo>
                <a:lnTo>
                  <a:pt x="7289" y="15063"/>
                </a:lnTo>
                <a:lnTo>
                  <a:pt x="7181" y="15117"/>
                </a:lnTo>
                <a:lnTo>
                  <a:pt x="7073" y="15158"/>
                </a:lnTo>
                <a:lnTo>
                  <a:pt x="6964" y="15185"/>
                </a:lnTo>
                <a:lnTo>
                  <a:pt x="6843" y="15212"/>
                </a:lnTo>
                <a:lnTo>
                  <a:pt x="6599" y="15212"/>
                </a:lnTo>
                <a:lnTo>
                  <a:pt x="6478" y="15185"/>
                </a:lnTo>
                <a:lnTo>
                  <a:pt x="6369" y="15158"/>
                </a:lnTo>
                <a:lnTo>
                  <a:pt x="6261" y="15117"/>
                </a:lnTo>
                <a:lnTo>
                  <a:pt x="6153" y="15063"/>
                </a:lnTo>
                <a:lnTo>
                  <a:pt x="6059" y="15009"/>
                </a:lnTo>
                <a:lnTo>
                  <a:pt x="5964" y="14941"/>
                </a:lnTo>
                <a:lnTo>
                  <a:pt x="5883" y="14860"/>
                </a:lnTo>
                <a:lnTo>
                  <a:pt x="5802" y="14779"/>
                </a:lnTo>
                <a:lnTo>
                  <a:pt x="5734" y="14684"/>
                </a:lnTo>
                <a:lnTo>
                  <a:pt x="5680" y="14590"/>
                </a:lnTo>
                <a:lnTo>
                  <a:pt x="5626" y="14482"/>
                </a:lnTo>
                <a:lnTo>
                  <a:pt x="5585" y="14373"/>
                </a:lnTo>
                <a:lnTo>
                  <a:pt x="5558" y="14265"/>
                </a:lnTo>
                <a:lnTo>
                  <a:pt x="5545" y="14143"/>
                </a:lnTo>
                <a:lnTo>
                  <a:pt x="5531" y="14022"/>
                </a:lnTo>
                <a:lnTo>
                  <a:pt x="5545" y="13900"/>
                </a:lnTo>
                <a:lnTo>
                  <a:pt x="5558" y="13792"/>
                </a:lnTo>
                <a:lnTo>
                  <a:pt x="5585" y="13670"/>
                </a:lnTo>
                <a:lnTo>
                  <a:pt x="5626" y="13562"/>
                </a:lnTo>
                <a:lnTo>
                  <a:pt x="5680" y="13454"/>
                </a:lnTo>
                <a:lnTo>
                  <a:pt x="5734" y="13359"/>
                </a:lnTo>
                <a:lnTo>
                  <a:pt x="5802" y="13265"/>
                </a:lnTo>
                <a:lnTo>
                  <a:pt x="5883" y="13183"/>
                </a:lnTo>
                <a:lnTo>
                  <a:pt x="5964" y="13116"/>
                </a:lnTo>
                <a:lnTo>
                  <a:pt x="6059" y="13048"/>
                </a:lnTo>
                <a:lnTo>
                  <a:pt x="6153" y="12981"/>
                </a:lnTo>
                <a:lnTo>
                  <a:pt x="6261" y="12927"/>
                </a:lnTo>
                <a:lnTo>
                  <a:pt x="6369" y="12886"/>
                </a:lnTo>
                <a:lnTo>
                  <a:pt x="6478" y="12859"/>
                </a:lnTo>
                <a:lnTo>
                  <a:pt x="6599" y="12845"/>
                </a:lnTo>
                <a:close/>
                <a:moveTo>
                  <a:pt x="3868" y="7897"/>
                </a:moveTo>
                <a:lnTo>
                  <a:pt x="2894" y="9208"/>
                </a:lnTo>
                <a:lnTo>
                  <a:pt x="2894" y="10777"/>
                </a:lnTo>
                <a:lnTo>
                  <a:pt x="1" y="10777"/>
                </a:lnTo>
                <a:lnTo>
                  <a:pt x="650" y="17267"/>
                </a:lnTo>
                <a:lnTo>
                  <a:pt x="12792" y="17267"/>
                </a:lnTo>
                <a:lnTo>
                  <a:pt x="13441" y="10777"/>
                </a:lnTo>
                <a:lnTo>
                  <a:pt x="10548" y="10777"/>
                </a:lnTo>
                <a:lnTo>
                  <a:pt x="10548" y="9208"/>
                </a:lnTo>
                <a:lnTo>
                  <a:pt x="9588" y="7897"/>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7" name="Google Shape;1957;p115"/>
          <p:cNvSpPr/>
          <p:nvPr/>
        </p:nvSpPr>
        <p:spPr>
          <a:xfrm>
            <a:off x="1917576" y="3767700"/>
            <a:ext cx="279664" cy="259494"/>
          </a:xfrm>
          <a:custGeom>
            <a:avLst/>
            <a:gdLst/>
            <a:ahLst/>
            <a:cxnLst/>
            <a:rect l="l" t="t" r="r" b="b"/>
            <a:pathLst>
              <a:path w="15253" h="14151" extrusionOk="0">
                <a:moveTo>
                  <a:pt x="10080" y="954"/>
                </a:moveTo>
                <a:lnTo>
                  <a:pt x="10886" y="2360"/>
                </a:lnTo>
                <a:lnTo>
                  <a:pt x="10483" y="3068"/>
                </a:lnTo>
                <a:lnTo>
                  <a:pt x="10080" y="3776"/>
                </a:lnTo>
                <a:lnTo>
                  <a:pt x="8448" y="3776"/>
                </a:lnTo>
                <a:lnTo>
                  <a:pt x="8044" y="3068"/>
                </a:lnTo>
                <a:lnTo>
                  <a:pt x="7631" y="2360"/>
                </a:lnTo>
                <a:lnTo>
                  <a:pt x="8448" y="954"/>
                </a:lnTo>
                <a:close/>
                <a:moveTo>
                  <a:pt x="6805" y="2842"/>
                </a:moveTo>
                <a:lnTo>
                  <a:pt x="7218" y="3540"/>
                </a:lnTo>
                <a:lnTo>
                  <a:pt x="7622" y="4248"/>
                </a:lnTo>
                <a:lnTo>
                  <a:pt x="7218" y="4956"/>
                </a:lnTo>
                <a:lnTo>
                  <a:pt x="6805" y="5654"/>
                </a:lnTo>
                <a:lnTo>
                  <a:pt x="5183" y="5654"/>
                </a:lnTo>
                <a:lnTo>
                  <a:pt x="4780" y="4956"/>
                </a:lnTo>
                <a:lnTo>
                  <a:pt x="4367" y="4248"/>
                </a:lnTo>
                <a:lnTo>
                  <a:pt x="5183" y="2842"/>
                </a:lnTo>
                <a:close/>
                <a:moveTo>
                  <a:pt x="13345" y="2842"/>
                </a:moveTo>
                <a:lnTo>
                  <a:pt x="14151" y="4248"/>
                </a:lnTo>
                <a:lnTo>
                  <a:pt x="13345" y="5654"/>
                </a:lnTo>
                <a:lnTo>
                  <a:pt x="11712" y="5654"/>
                </a:lnTo>
                <a:lnTo>
                  <a:pt x="11309" y="4956"/>
                </a:lnTo>
                <a:lnTo>
                  <a:pt x="10896" y="4248"/>
                </a:lnTo>
                <a:lnTo>
                  <a:pt x="11309" y="3540"/>
                </a:lnTo>
                <a:lnTo>
                  <a:pt x="11712" y="2842"/>
                </a:lnTo>
                <a:close/>
                <a:moveTo>
                  <a:pt x="3541" y="4720"/>
                </a:moveTo>
                <a:lnTo>
                  <a:pt x="3954" y="5428"/>
                </a:lnTo>
                <a:lnTo>
                  <a:pt x="4357" y="6136"/>
                </a:lnTo>
                <a:lnTo>
                  <a:pt x="3954" y="6834"/>
                </a:lnTo>
                <a:lnTo>
                  <a:pt x="3541" y="7542"/>
                </a:lnTo>
                <a:lnTo>
                  <a:pt x="1918" y="7542"/>
                </a:lnTo>
                <a:lnTo>
                  <a:pt x="1102" y="6136"/>
                </a:lnTo>
                <a:lnTo>
                  <a:pt x="1918" y="4720"/>
                </a:lnTo>
                <a:close/>
                <a:moveTo>
                  <a:pt x="10080" y="4720"/>
                </a:moveTo>
                <a:lnTo>
                  <a:pt x="10483" y="5428"/>
                </a:lnTo>
                <a:lnTo>
                  <a:pt x="10886" y="6136"/>
                </a:lnTo>
                <a:lnTo>
                  <a:pt x="10483" y="6834"/>
                </a:lnTo>
                <a:lnTo>
                  <a:pt x="10080" y="7542"/>
                </a:lnTo>
                <a:lnTo>
                  <a:pt x="8448" y="7542"/>
                </a:lnTo>
                <a:lnTo>
                  <a:pt x="8044" y="6834"/>
                </a:lnTo>
                <a:lnTo>
                  <a:pt x="7631" y="6136"/>
                </a:lnTo>
                <a:lnTo>
                  <a:pt x="8044" y="5428"/>
                </a:lnTo>
                <a:lnTo>
                  <a:pt x="8448" y="4720"/>
                </a:lnTo>
                <a:close/>
                <a:moveTo>
                  <a:pt x="13345" y="6608"/>
                </a:moveTo>
                <a:lnTo>
                  <a:pt x="14151" y="8024"/>
                </a:lnTo>
                <a:lnTo>
                  <a:pt x="13345" y="9430"/>
                </a:lnTo>
                <a:lnTo>
                  <a:pt x="11712" y="9430"/>
                </a:lnTo>
                <a:lnTo>
                  <a:pt x="11309" y="8722"/>
                </a:lnTo>
                <a:lnTo>
                  <a:pt x="10896" y="8024"/>
                </a:lnTo>
                <a:lnTo>
                  <a:pt x="11309" y="7316"/>
                </a:lnTo>
                <a:lnTo>
                  <a:pt x="11712" y="6608"/>
                </a:lnTo>
                <a:close/>
                <a:moveTo>
                  <a:pt x="10080" y="8496"/>
                </a:moveTo>
                <a:lnTo>
                  <a:pt x="10483" y="9204"/>
                </a:lnTo>
                <a:lnTo>
                  <a:pt x="10886" y="9902"/>
                </a:lnTo>
                <a:lnTo>
                  <a:pt x="10080" y="11318"/>
                </a:lnTo>
                <a:lnTo>
                  <a:pt x="8448" y="11318"/>
                </a:lnTo>
                <a:lnTo>
                  <a:pt x="8044" y="10610"/>
                </a:lnTo>
                <a:lnTo>
                  <a:pt x="7631" y="9902"/>
                </a:lnTo>
                <a:lnTo>
                  <a:pt x="8044" y="9204"/>
                </a:lnTo>
                <a:lnTo>
                  <a:pt x="8448" y="8496"/>
                </a:lnTo>
                <a:close/>
                <a:moveTo>
                  <a:pt x="6805" y="10384"/>
                </a:moveTo>
                <a:lnTo>
                  <a:pt x="7218" y="11082"/>
                </a:lnTo>
                <a:lnTo>
                  <a:pt x="7622" y="11790"/>
                </a:lnTo>
                <a:lnTo>
                  <a:pt x="6805" y="13197"/>
                </a:lnTo>
                <a:lnTo>
                  <a:pt x="5183" y="13197"/>
                </a:lnTo>
                <a:lnTo>
                  <a:pt x="4367" y="11790"/>
                </a:lnTo>
                <a:lnTo>
                  <a:pt x="5183" y="10384"/>
                </a:lnTo>
                <a:close/>
                <a:moveTo>
                  <a:pt x="7897" y="0"/>
                </a:moveTo>
                <a:lnTo>
                  <a:pt x="6805" y="1888"/>
                </a:lnTo>
                <a:lnTo>
                  <a:pt x="4632" y="1888"/>
                </a:lnTo>
                <a:lnTo>
                  <a:pt x="3541" y="3776"/>
                </a:lnTo>
                <a:lnTo>
                  <a:pt x="1367" y="3776"/>
                </a:lnTo>
                <a:lnTo>
                  <a:pt x="1" y="6136"/>
                </a:lnTo>
                <a:lnTo>
                  <a:pt x="1367" y="8496"/>
                </a:lnTo>
                <a:lnTo>
                  <a:pt x="3541" y="8496"/>
                </a:lnTo>
                <a:lnTo>
                  <a:pt x="4357" y="9902"/>
                </a:lnTo>
                <a:lnTo>
                  <a:pt x="3265" y="11790"/>
                </a:lnTo>
                <a:lnTo>
                  <a:pt x="4632" y="14150"/>
                </a:lnTo>
                <a:lnTo>
                  <a:pt x="7356" y="14150"/>
                </a:lnTo>
                <a:lnTo>
                  <a:pt x="8448" y="12262"/>
                </a:lnTo>
                <a:lnTo>
                  <a:pt x="10621" y="12262"/>
                </a:lnTo>
                <a:lnTo>
                  <a:pt x="11712" y="10384"/>
                </a:lnTo>
                <a:lnTo>
                  <a:pt x="13885" y="10384"/>
                </a:lnTo>
                <a:lnTo>
                  <a:pt x="15252" y="8024"/>
                </a:lnTo>
                <a:lnTo>
                  <a:pt x="14161" y="6136"/>
                </a:lnTo>
                <a:lnTo>
                  <a:pt x="15252" y="4248"/>
                </a:lnTo>
                <a:lnTo>
                  <a:pt x="13885" y="1888"/>
                </a:lnTo>
                <a:lnTo>
                  <a:pt x="11712" y="1888"/>
                </a:lnTo>
                <a:lnTo>
                  <a:pt x="1062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8" name="Google Shape;1958;p115"/>
          <p:cNvSpPr/>
          <p:nvPr/>
        </p:nvSpPr>
        <p:spPr>
          <a:xfrm>
            <a:off x="2665150" y="2901325"/>
            <a:ext cx="982500" cy="619800"/>
          </a:xfrm>
          <a:prstGeom prst="roundRect">
            <a:avLst>
              <a:gd name="adj" fmla="val 16667"/>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9" name="Google Shape;1959;p115"/>
          <p:cNvSpPr/>
          <p:nvPr/>
        </p:nvSpPr>
        <p:spPr>
          <a:xfrm>
            <a:off x="3731950" y="2901325"/>
            <a:ext cx="982500" cy="619800"/>
          </a:xfrm>
          <a:prstGeom prst="roundRect">
            <a:avLst>
              <a:gd name="adj" fmla="val 16667"/>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0" name="Google Shape;1960;p115"/>
          <p:cNvSpPr/>
          <p:nvPr/>
        </p:nvSpPr>
        <p:spPr>
          <a:xfrm>
            <a:off x="4798750" y="2901325"/>
            <a:ext cx="982500" cy="619800"/>
          </a:xfrm>
          <a:prstGeom prst="roundRect">
            <a:avLst>
              <a:gd name="adj" fmla="val 16667"/>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961" name="Google Shape;1961;p115"/>
          <p:cNvCxnSpPr/>
          <p:nvPr/>
        </p:nvCxnSpPr>
        <p:spPr>
          <a:xfrm>
            <a:off x="2075275" y="2645800"/>
            <a:ext cx="5354400" cy="0"/>
          </a:xfrm>
          <a:prstGeom prst="straightConnector1">
            <a:avLst/>
          </a:prstGeom>
          <a:noFill/>
          <a:ln w="19050" cap="flat" cmpd="sng">
            <a:solidFill>
              <a:schemeClr val="accent4"/>
            </a:solidFill>
            <a:prstDash val="solid"/>
            <a:round/>
            <a:headEnd type="none" w="med" len="med"/>
            <a:tailEnd type="none" w="med" len="med"/>
          </a:ln>
        </p:spPr>
      </p:cxnSp>
      <p:cxnSp>
        <p:nvCxnSpPr>
          <p:cNvPr id="1962" name="Google Shape;1962;p115"/>
          <p:cNvCxnSpPr/>
          <p:nvPr/>
        </p:nvCxnSpPr>
        <p:spPr>
          <a:xfrm rot="10800000">
            <a:off x="2078544" y="2641038"/>
            <a:ext cx="0" cy="257700"/>
          </a:xfrm>
          <a:prstGeom prst="straightConnector1">
            <a:avLst/>
          </a:prstGeom>
          <a:noFill/>
          <a:ln w="19050" cap="flat" cmpd="sng">
            <a:solidFill>
              <a:schemeClr val="accent4"/>
            </a:solidFill>
            <a:prstDash val="solid"/>
            <a:round/>
            <a:headEnd type="none" w="med" len="med"/>
            <a:tailEnd type="none" w="med" len="med"/>
          </a:ln>
        </p:spPr>
      </p:cxnSp>
      <p:cxnSp>
        <p:nvCxnSpPr>
          <p:cNvPr id="1963" name="Google Shape;1963;p115"/>
          <p:cNvCxnSpPr/>
          <p:nvPr/>
        </p:nvCxnSpPr>
        <p:spPr>
          <a:xfrm rot="10800000">
            <a:off x="7419626" y="2641038"/>
            <a:ext cx="0" cy="257700"/>
          </a:xfrm>
          <a:prstGeom prst="straightConnector1">
            <a:avLst/>
          </a:prstGeom>
          <a:noFill/>
          <a:ln w="19050" cap="flat" cmpd="sng">
            <a:solidFill>
              <a:schemeClr val="accent4"/>
            </a:solidFill>
            <a:prstDash val="solid"/>
            <a:round/>
            <a:headEnd type="none" w="med" len="med"/>
            <a:tailEnd type="none" w="med" len="med"/>
          </a:ln>
        </p:spPr>
      </p:cxnSp>
      <p:cxnSp>
        <p:nvCxnSpPr>
          <p:cNvPr id="1964" name="Google Shape;1964;p115"/>
          <p:cNvCxnSpPr/>
          <p:nvPr/>
        </p:nvCxnSpPr>
        <p:spPr>
          <a:xfrm rot="10800000">
            <a:off x="5286026" y="2096545"/>
            <a:ext cx="0" cy="554700"/>
          </a:xfrm>
          <a:prstGeom prst="straightConnector1">
            <a:avLst/>
          </a:prstGeom>
          <a:noFill/>
          <a:ln w="19050" cap="flat" cmpd="sng">
            <a:solidFill>
              <a:schemeClr val="accent4"/>
            </a:solidFill>
            <a:prstDash val="solid"/>
            <a:round/>
            <a:headEnd type="none" w="med" len="med"/>
            <a:tailEnd type="none" w="med" len="med"/>
          </a:ln>
        </p:spPr>
      </p:cxnSp>
      <p:sp>
        <p:nvSpPr>
          <p:cNvPr id="1965" name="Google Shape;1965;p115"/>
          <p:cNvSpPr/>
          <p:nvPr/>
        </p:nvSpPr>
        <p:spPr>
          <a:xfrm>
            <a:off x="3975350" y="1736600"/>
            <a:ext cx="2666400" cy="619800"/>
          </a:xfrm>
          <a:prstGeom prst="roundRect">
            <a:avLst>
              <a:gd name="adj" fmla="val 16667"/>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6" name="Google Shape;1966;p115"/>
          <p:cNvSpPr txBox="1"/>
          <p:nvPr/>
        </p:nvSpPr>
        <p:spPr>
          <a:xfrm>
            <a:off x="3975275" y="1843575"/>
            <a:ext cx="2678400" cy="3849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300" b="1">
                <a:solidFill>
                  <a:schemeClr val="lt1"/>
                </a:solidFill>
                <a:latin typeface="IBM Plex Sans"/>
                <a:ea typeface="IBM Plex Sans"/>
                <a:cs typeface="IBM Plex Sans"/>
                <a:sym typeface="IBM Plex Sans"/>
              </a:rPr>
              <a:t>Process Orchestration</a:t>
            </a:r>
            <a:endParaRPr sz="1300" b="1">
              <a:solidFill>
                <a:schemeClr val="lt1"/>
              </a:solidFill>
              <a:latin typeface="IBM Plex Sans"/>
              <a:ea typeface="IBM Plex Sans"/>
              <a:cs typeface="IBM Plex Sans"/>
              <a:sym typeface="IBM Plex Sans"/>
            </a:endParaRPr>
          </a:p>
        </p:txBody>
      </p:sp>
      <p:cxnSp>
        <p:nvCxnSpPr>
          <p:cNvPr id="1967" name="Google Shape;1967;p115"/>
          <p:cNvCxnSpPr/>
          <p:nvPr/>
        </p:nvCxnSpPr>
        <p:spPr>
          <a:xfrm rot="5400000">
            <a:off x="7726842" y="2612125"/>
            <a:ext cx="891000" cy="369600"/>
          </a:xfrm>
          <a:prstGeom prst="bentConnector3">
            <a:avLst>
              <a:gd name="adj1" fmla="val 100513"/>
            </a:avLst>
          </a:prstGeom>
          <a:noFill/>
          <a:ln w="19050" cap="flat" cmpd="sng">
            <a:solidFill>
              <a:schemeClr val="accent4"/>
            </a:solidFill>
            <a:prstDash val="dash"/>
            <a:round/>
            <a:headEnd type="none" w="med" len="med"/>
            <a:tailEnd type="triangle" w="med" len="med"/>
          </a:ln>
        </p:spPr>
      </p:cxnSp>
      <p:sp>
        <p:nvSpPr>
          <p:cNvPr id="1968" name="Google Shape;1968;p115"/>
          <p:cNvSpPr txBox="1"/>
          <p:nvPr/>
        </p:nvSpPr>
        <p:spPr>
          <a:xfrm>
            <a:off x="2665150" y="2903425"/>
            <a:ext cx="982500" cy="619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900" b="1">
                <a:solidFill>
                  <a:schemeClr val="dk1"/>
                </a:solidFill>
                <a:latin typeface="IBM Plex Sans"/>
                <a:ea typeface="IBM Plex Sans"/>
                <a:cs typeface="IBM Plex Sans"/>
                <a:sym typeface="IBM Plex Sans"/>
              </a:rPr>
              <a:t>Frontend Technology</a:t>
            </a:r>
            <a:endParaRPr sz="900" b="1">
              <a:solidFill>
                <a:schemeClr val="dk1"/>
              </a:solidFill>
              <a:latin typeface="IBM Plex Sans"/>
              <a:ea typeface="IBM Plex Sans"/>
              <a:cs typeface="IBM Plex Sans"/>
              <a:sym typeface="IBM Plex Sans"/>
            </a:endParaRPr>
          </a:p>
        </p:txBody>
      </p:sp>
      <p:sp>
        <p:nvSpPr>
          <p:cNvPr id="1969" name="Google Shape;1969;p115"/>
          <p:cNvSpPr txBox="1"/>
          <p:nvPr/>
        </p:nvSpPr>
        <p:spPr>
          <a:xfrm>
            <a:off x="3731950" y="2903425"/>
            <a:ext cx="982500" cy="619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900" b="1">
                <a:solidFill>
                  <a:schemeClr val="dk1"/>
                </a:solidFill>
                <a:latin typeface="IBM Plex Sans"/>
                <a:ea typeface="IBM Plex Sans"/>
                <a:cs typeface="IBM Plex Sans"/>
                <a:sym typeface="IBM Plex Sans"/>
              </a:rPr>
              <a:t>RPA</a:t>
            </a:r>
            <a:endParaRPr sz="900" b="1">
              <a:solidFill>
                <a:schemeClr val="dk1"/>
              </a:solidFill>
              <a:latin typeface="IBM Plex Sans"/>
              <a:ea typeface="IBM Plex Sans"/>
              <a:cs typeface="IBM Plex Sans"/>
              <a:sym typeface="IBM Plex Sans"/>
            </a:endParaRPr>
          </a:p>
        </p:txBody>
      </p:sp>
      <p:sp>
        <p:nvSpPr>
          <p:cNvPr id="1970" name="Google Shape;1970;p115"/>
          <p:cNvSpPr txBox="1"/>
          <p:nvPr/>
        </p:nvSpPr>
        <p:spPr>
          <a:xfrm>
            <a:off x="4798750" y="2903425"/>
            <a:ext cx="982500" cy="619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900" b="1">
                <a:solidFill>
                  <a:schemeClr val="dk1"/>
                </a:solidFill>
                <a:latin typeface="IBM Plex Sans"/>
                <a:ea typeface="IBM Plex Sans"/>
                <a:cs typeface="IBM Plex Sans"/>
                <a:sym typeface="IBM Plex Sans"/>
              </a:rPr>
              <a:t>Low-Code Integration</a:t>
            </a:r>
            <a:endParaRPr sz="900" b="1">
              <a:solidFill>
                <a:schemeClr val="dk1"/>
              </a:solidFill>
              <a:latin typeface="IBM Plex Sans"/>
              <a:ea typeface="IBM Plex Sans"/>
              <a:cs typeface="IBM Plex Sans"/>
              <a:sym typeface="IBM Plex Sans"/>
            </a:endParaRPr>
          </a:p>
        </p:txBody>
      </p:sp>
      <p:sp>
        <p:nvSpPr>
          <p:cNvPr id="1971" name="Google Shape;1971;p115"/>
          <p:cNvSpPr/>
          <p:nvPr/>
        </p:nvSpPr>
        <p:spPr>
          <a:xfrm>
            <a:off x="6932350" y="2901325"/>
            <a:ext cx="982500" cy="619800"/>
          </a:xfrm>
          <a:prstGeom prst="roundRect">
            <a:avLst>
              <a:gd name="adj" fmla="val 16667"/>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2" name="Google Shape;1972;p115"/>
          <p:cNvSpPr txBox="1"/>
          <p:nvPr/>
        </p:nvSpPr>
        <p:spPr>
          <a:xfrm>
            <a:off x="6932350" y="2903425"/>
            <a:ext cx="982500" cy="619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900" b="1">
                <a:solidFill>
                  <a:schemeClr val="dk1"/>
                </a:solidFill>
                <a:latin typeface="IBM Plex Sans"/>
                <a:ea typeface="IBM Plex Sans"/>
                <a:cs typeface="IBM Plex Sans"/>
                <a:sym typeface="IBM Plex Sans"/>
              </a:rPr>
              <a:t>AI</a:t>
            </a:r>
            <a:endParaRPr sz="900" b="1">
              <a:solidFill>
                <a:schemeClr val="dk1"/>
              </a:solidFill>
              <a:latin typeface="IBM Plex Sans"/>
              <a:ea typeface="IBM Plex Sans"/>
              <a:cs typeface="IBM Plex Sans"/>
              <a:sym typeface="IBM Plex Sans"/>
            </a:endParaRPr>
          </a:p>
        </p:txBody>
      </p:sp>
      <p:sp>
        <p:nvSpPr>
          <p:cNvPr id="1973" name="Google Shape;1973;p115"/>
          <p:cNvSpPr/>
          <p:nvPr/>
        </p:nvSpPr>
        <p:spPr>
          <a:xfrm>
            <a:off x="1598350" y="2901325"/>
            <a:ext cx="982500" cy="619800"/>
          </a:xfrm>
          <a:prstGeom prst="roundRect">
            <a:avLst>
              <a:gd name="adj" fmla="val 16667"/>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974" name="Google Shape;1974;p115"/>
          <p:cNvGrpSpPr/>
          <p:nvPr/>
        </p:nvGrpSpPr>
        <p:grpSpPr>
          <a:xfrm>
            <a:off x="1634075" y="1599057"/>
            <a:ext cx="6199568" cy="1442550"/>
            <a:chOff x="1634075" y="1599057"/>
            <a:chExt cx="6199568" cy="1442550"/>
          </a:xfrm>
        </p:grpSpPr>
        <p:sp>
          <p:nvSpPr>
            <p:cNvPr id="1975" name="Google Shape;1975;p115"/>
            <p:cNvSpPr/>
            <p:nvPr/>
          </p:nvSpPr>
          <p:spPr>
            <a:xfrm>
              <a:off x="1634075" y="1599057"/>
              <a:ext cx="268800" cy="268800"/>
            </a:xfrm>
            <a:prstGeom prst="ellipse">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6" name="Google Shape;1976;p115"/>
            <p:cNvSpPr/>
            <p:nvPr/>
          </p:nvSpPr>
          <p:spPr>
            <a:xfrm>
              <a:off x="2245468" y="2772807"/>
              <a:ext cx="268800" cy="268800"/>
            </a:xfrm>
            <a:prstGeom prst="ellipse">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7" name="Google Shape;1977;p115"/>
            <p:cNvSpPr/>
            <p:nvPr/>
          </p:nvSpPr>
          <p:spPr>
            <a:xfrm>
              <a:off x="4332425" y="2772807"/>
              <a:ext cx="268800" cy="268800"/>
            </a:xfrm>
            <a:prstGeom prst="ellipse">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8" name="Google Shape;1978;p115"/>
            <p:cNvSpPr/>
            <p:nvPr/>
          </p:nvSpPr>
          <p:spPr>
            <a:xfrm>
              <a:off x="7564843" y="2772807"/>
              <a:ext cx="268800" cy="268800"/>
            </a:xfrm>
            <a:prstGeom prst="ellipse">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979" name="Google Shape;1979;p115"/>
          <p:cNvSpPr txBox="1"/>
          <p:nvPr/>
        </p:nvSpPr>
        <p:spPr>
          <a:xfrm>
            <a:off x="5860183" y="2897520"/>
            <a:ext cx="982500" cy="619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900" b="1">
                <a:solidFill>
                  <a:schemeClr val="dk1"/>
                </a:solidFill>
                <a:latin typeface="IBM Plex Sans"/>
                <a:ea typeface="IBM Plex Sans"/>
                <a:cs typeface="IBM Plex Sans"/>
                <a:sym typeface="IBM Plex Sans"/>
              </a:rPr>
              <a:t>Decision Automation</a:t>
            </a:r>
            <a:endParaRPr sz="900" b="1">
              <a:solidFill>
                <a:schemeClr val="dk1"/>
              </a:solidFill>
              <a:latin typeface="IBM Plex Sans"/>
              <a:ea typeface="IBM Plex Sans"/>
              <a:cs typeface="IBM Plex Sans"/>
              <a:sym typeface="IBM Plex Sans"/>
            </a:endParaRPr>
          </a:p>
        </p:txBody>
      </p:sp>
      <p:sp>
        <p:nvSpPr>
          <p:cNvPr id="1980" name="Google Shape;1980;p115"/>
          <p:cNvSpPr/>
          <p:nvPr/>
        </p:nvSpPr>
        <p:spPr>
          <a:xfrm>
            <a:off x="5870925" y="2903425"/>
            <a:ext cx="982500" cy="619800"/>
          </a:xfrm>
          <a:prstGeom prst="roundRect">
            <a:avLst>
              <a:gd name="adj" fmla="val 16667"/>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1" name="Google Shape;1981;p115"/>
          <p:cNvSpPr txBox="1"/>
          <p:nvPr/>
        </p:nvSpPr>
        <p:spPr>
          <a:xfrm>
            <a:off x="1598350" y="2903425"/>
            <a:ext cx="982500" cy="619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900" b="1">
                <a:solidFill>
                  <a:schemeClr val="dk1"/>
                </a:solidFill>
                <a:latin typeface="IBM Plex Sans"/>
                <a:ea typeface="IBM Plex Sans"/>
                <a:cs typeface="IBM Plex Sans"/>
                <a:sym typeface="IBM Plex Sans"/>
              </a:rPr>
              <a:t>Event Bus</a:t>
            </a:r>
            <a:endParaRPr sz="900" b="1">
              <a:solidFill>
                <a:schemeClr val="dk1"/>
              </a:solidFill>
              <a:latin typeface="IBM Plex Sans"/>
              <a:ea typeface="IBM Plex Sans"/>
              <a:cs typeface="IBM Plex Sans"/>
              <a:sym typeface="IBM Plex Sans"/>
            </a:endParaRPr>
          </a:p>
        </p:txBody>
      </p:sp>
      <p:grpSp>
        <p:nvGrpSpPr>
          <p:cNvPr id="1982" name="Google Shape;1982;p115"/>
          <p:cNvGrpSpPr/>
          <p:nvPr/>
        </p:nvGrpSpPr>
        <p:grpSpPr>
          <a:xfrm>
            <a:off x="6264675" y="1599057"/>
            <a:ext cx="2133033" cy="1442550"/>
            <a:chOff x="6264675" y="1599057"/>
            <a:chExt cx="2133033" cy="1442550"/>
          </a:xfrm>
        </p:grpSpPr>
        <p:sp>
          <p:nvSpPr>
            <p:cNvPr id="1983" name="Google Shape;1983;p115"/>
            <p:cNvSpPr/>
            <p:nvPr/>
          </p:nvSpPr>
          <p:spPr>
            <a:xfrm>
              <a:off x="6264675" y="1599057"/>
              <a:ext cx="268800" cy="268800"/>
            </a:xfrm>
            <a:prstGeom prst="ellipse">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4" name="Google Shape;1984;p115"/>
            <p:cNvSpPr/>
            <p:nvPr/>
          </p:nvSpPr>
          <p:spPr>
            <a:xfrm>
              <a:off x="8128908" y="1599057"/>
              <a:ext cx="268800" cy="268800"/>
            </a:xfrm>
            <a:prstGeom prst="ellipse">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5" name="Google Shape;1985;p115"/>
            <p:cNvSpPr/>
            <p:nvPr/>
          </p:nvSpPr>
          <p:spPr>
            <a:xfrm>
              <a:off x="6494322" y="2772807"/>
              <a:ext cx="268800" cy="268800"/>
            </a:xfrm>
            <a:prstGeom prst="ellipse">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986" name="Google Shape;1986;p115"/>
          <p:cNvGrpSpPr/>
          <p:nvPr/>
        </p:nvGrpSpPr>
        <p:grpSpPr>
          <a:xfrm>
            <a:off x="6255264" y="3780993"/>
            <a:ext cx="228964" cy="256689"/>
            <a:chOff x="5654625" y="3738800"/>
            <a:chExt cx="331400" cy="371475"/>
          </a:xfrm>
        </p:grpSpPr>
        <p:sp>
          <p:nvSpPr>
            <p:cNvPr id="1987" name="Google Shape;1987;p115"/>
            <p:cNvSpPr/>
            <p:nvPr/>
          </p:nvSpPr>
          <p:spPr>
            <a:xfrm>
              <a:off x="5736000" y="3940875"/>
              <a:ext cx="169900" cy="169400"/>
            </a:xfrm>
            <a:custGeom>
              <a:avLst/>
              <a:gdLst/>
              <a:ahLst/>
              <a:cxnLst/>
              <a:rect l="l" t="t" r="r" b="b"/>
              <a:pathLst>
                <a:path w="6796" h="6776" extrusionOk="0">
                  <a:moveTo>
                    <a:pt x="3393" y="1515"/>
                  </a:moveTo>
                  <a:lnTo>
                    <a:pt x="3589" y="1524"/>
                  </a:lnTo>
                  <a:lnTo>
                    <a:pt x="3776" y="1554"/>
                  </a:lnTo>
                  <a:lnTo>
                    <a:pt x="3953" y="1603"/>
                  </a:lnTo>
                  <a:lnTo>
                    <a:pt x="4130" y="1662"/>
                  </a:lnTo>
                  <a:lnTo>
                    <a:pt x="4287" y="1741"/>
                  </a:lnTo>
                  <a:lnTo>
                    <a:pt x="4445" y="1839"/>
                  </a:lnTo>
                  <a:lnTo>
                    <a:pt x="4592" y="1947"/>
                  </a:lnTo>
                  <a:lnTo>
                    <a:pt x="4720" y="2065"/>
                  </a:lnTo>
                  <a:lnTo>
                    <a:pt x="4848" y="2193"/>
                  </a:lnTo>
                  <a:lnTo>
                    <a:pt x="4956" y="2341"/>
                  </a:lnTo>
                  <a:lnTo>
                    <a:pt x="5045" y="2498"/>
                  </a:lnTo>
                  <a:lnTo>
                    <a:pt x="5123" y="2665"/>
                  </a:lnTo>
                  <a:lnTo>
                    <a:pt x="5192" y="2832"/>
                  </a:lnTo>
                  <a:lnTo>
                    <a:pt x="5232" y="3009"/>
                  </a:lnTo>
                  <a:lnTo>
                    <a:pt x="5261" y="3196"/>
                  </a:lnTo>
                  <a:lnTo>
                    <a:pt x="5271" y="3393"/>
                  </a:lnTo>
                  <a:lnTo>
                    <a:pt x="5261" y="3580"/>
                  </a:lnTo>
                  <a:lnTo>
                    <a:pt x="5232" y="3766"/>
                  </a:lnTo>
                  <a:lnTo>
                    <a:pt x="5192" y="3953"/>
                  </a:lnTo>
                  <a:lnTo>
                    <a:pt x="5123" y="4120"/>
                  </a:lnTo>
                  <a:lnTo>
                    <a:pt x="5045" y="4288"/>
                  </a:lnTo>
                  <a:lnTo>
                    <a:pt x="4956" y="4445"/>
                  </a:lnTo>
                  <a:lnTo>
                    <a:pt x="4848" y="4583"/>
                  </a:lnTo>
                  <a:lnTo>
                    <a:pt x="4720" y="4720"/>
                  </a:lnTo>
                  <a:lnTo>
                    <a:pt x="4592" y="4838"/>
                  </a:lnTo>
                  <a:lnTo>
                    <a:pt x="4445" y="4946"/>
                  </a:lnTo>
                  <a:lnTo>
                    <a:pt x="4287" y="5045"/>
                  </a:lnTo>
                  <a:lnTo>
                    <a:pt x="4130" y="5123"/>
                  </a:lnTo>
                  <a:lnTo>
                    <a:pt x="3953" y="5182"/>
                  </a:lnTo>
                  <a:lnTo>
                    <a:pt x="3776" y="5232"/>
                  </a:lnTo>
                  <a:lnTo>
                    <a:pt x="3589" y="5261"/>
                  </a:lnTo>
                  <a:lnTo>
                    <a:pt x="3393" y="5271"/>
                  </a:lnTo>
                  <a:lnTo>
                    <a:pt x="3206" y="5261"/>
                  </a:lnTo>
                  <a:lnTo>
                    <a:pt x="3019" y="5232"/>
                  </a:lnTo>
                  <a:lnTo>
                    <a:pt x="2842" y="5182"/>
                  </a:lnTo>
                  <a:lnTo>
                    <a:pt x="2665" y="5123"/>
                  </a:lnTo>
                  <a:lnTo>
                    <a:pt x="2498" y="5045"/>
                  </a:lnTo>
                  <a:lnTo>
                    <a:pt x="2350" y="4946"/>
                  </a:lnTo>
                  <a:lnTo>
                    <a:pt x="2203" y="4838"/>
                  </a:lnTo>
                  <a:lnTo>
                    <a:pt x="2065" y="4720"/>
                  </a:lnTo>
                  <a:lnTo>
                    <a:pt x="1947" y="4583"/>
                  </a:lnTo>
                  <a:lnTo>
                    <a:pt x="1839" y="4445"/>
                  </a:lnTo>
                  <a:lnTo>
                    <a:pt x="1750" y="4288"/>
                  </a:lnTo>
                  <a:lnTo>
                    <a:pt x="1662" y="4120"/>
                  </a:lnTo>
                  <a:lnTo>
                    <a:pt x="1603" y="3953"/>
                  </a:lnTo>
                  <a:lnTo>
                    <a:pt x="1554" y="3766"/>
                  </a:lnTo>
                  <a:lnTo>
                    <a:pt x="1524" y="3580"/>
                  </a:lnTo>
                  <a:lnTo>
                    <a:pt x="1514" y="3393"/>
                  </a:lnTo>
                  <a:lnTo>
                    <a:pt x="1524" y="3196"/>
                  </a:lnTo>
                  <a:lnTo>
                    <a:pt x="1554" y="3009"/>
                  </a:lnTo>
                  <a:lnTo>
                    <a:pt x="1603" y="2832"/>
                  </a:lnTo>
                  <a:lnTo>
                    <a:pt x="1662" y="2665"/>
                  </a:lnTo>
                  <a:lnTo>
                    <a:pt x="1750" y="2498"/>
                  </a:lnTo>
                  <a:lnTo>
                    <a:pt x="1839" y="2341"/>
                  </a:lnTo>
                  <a:lnTo>
                    <a:pt x="1947" y="2193"/>
                  </a:lnTo>
                  <a:lnTo>
                    <a:pt x="2065" y="2065"/>
                  </a:lnTo>
                  <a:lnTo>
                    <a:pt x="2203" y="1947"/>
                  </a:lnTo>
                  <a:lnTo>
                    <a:pt x="2350" y="1839"/>
                  </a:lnTo>
                  <a:lnTo>
                    <a:pt x="2498" y="1741"/>
                  </a:lnTo>
                  <a:lnTo>
                    <a:pt x="2665" y="1662"/>
                  </a:lnTo>
                  <a:lnTo>
                    <a:pt x="2842" y="1603"/>
                  </a:lnTo>
                  <a:lnTo>
                    <a:pt x="3019" y="1554"/>
                  </a:lnTo>
                  <a:lnTo>
                    <a:pt x="3206" y="1524"/>
                  </a:lnTo>
                  <a:lnTo>
                    <a:pt x="3393" y="1515"/>
                  </a:lnTo>
                  <a:close/>
                  <a:moveTo>
                    <a:pt x="2685" y="0"/>
                  </a:moveTo>
                  <a:lnTo>
                    <a:pt x="2685" y="69"/>
                  </a:lnTo>
                  <a:lnTo>
                    <a:pt x="2685" y="767"/>
                  </a:lnTo>
                  <a:lnTo>
                    <a:pt x="2517" y="816"/>
                  </a:lnTo>
                  <a:lnTo>
                    <a:pt x="2360" y="875"/>
                  </a:lnTo>
                  <a:lnTo>
                    <a:pt x="2203" y="944"/>
                  </a:lnTo>
                  <a:lnTo>
                    <a:pt x="2045" y="1023"/>
                  </a:lnTo>
                  <a:lnTo>
                    <a:pt x="1514" y="492"/>
                  </a:lnTo>
                  <a:lnTo>
                    <a:pt x="502" y="1485"/>
                  </a:lnTo>
                  <a:lnTo>
                    <a:pt x="1033" y="2016"/>
                  </a:lnTo>
                  <a:lnTo>
                    <a:pt x="954" y="2173"/>
                  </a:lnTo>
                  <a:lnTo>
                    <a:pt x="885" y="2331"/>
                  </a:lnTo>
                  <a:lnTo>
                    <a:pt x="826" y="2488"/>
                  </a:lnTo>
                  <a:lnTo>
                    <a:pt x="767" y="2655"/>
                  </a:lnTo>
                  <a:lnTo>
                    <a:pt x="49" y="2645"/>
                  </a:lnTo>
                  <a:lnTo>
                    <a:pt x="0" y="2645"/>
                  </a:lnTo>
                  <a:lnTo>
                    <a:pt x="0" y="4061"/>
                  </a:lnTo>
                  <a:lnTo>
                    <a:pt x="98" y="4061"/>
                  </a:lnTo>
                  <a:lnTo>
                    <a:pt x="757" y="4071"/>
                  </a:lnTo>
                  <a:lnTo>
                    <a:pt x="816" y="4238"/>
                  </a:lnTo>
                  <a:lnTo>
                    <a:pt x="875" y="4396"/>
                  </a:lnTo>
                  <a:lnTo>
                    <a:pt x="944" y="4553"/>
                  </a:lnTo>
                  <a:lnTo>
                    <a:pt x="1023" y="4701"/>
                  </a:lnTo>
                  <a:lnTo>
                    <a:pt x="462" y="5261"/>
                  </a:lnTo>
                  <a:lnTo>
                    <a:pt x="1465" y="6264"/>
                  </a:lnTo>
                  <a:lnTo>
                    <a:pt x="2026" y="5713"/>
                  </a:lnTo>
                  <a:lnTo>
                    <a:pt x="2183" y="5792"/>
                  </a:lnTo>
                  <a:lnTo>
                    <a:pt x="2340" y="5861"/>
                  </a:lnTo>
                  <a:lnTo>
                    <a:pt x="2498" y="5930"/>
                  </a:lnTo>
                  <a:lnTo>
                    <a:pt x="2665" y="5979"/>
                  </a:lnTo>
                  <a:lnTo>
                    <a:pt x="2665" y="6776"/>
                  </a:lnTo>
                  <a:lnTo>
                    <a:pt x="4091" y="6776"/>
                  </a:lnTo>
                  <a:lnTo>
                    <a:pt x="4091" y="5989"/>
                  </a:lnTo>
                  <a:lnTo>
                    <a:pt x="4258" y="5940"/>
                  </a:lnTo>
                  <a:lnTo>
                    <a:pt x="4415" y="5881"/>
                  </a:lnTo>
                  <a:lnTo>
                    <a:pt x="4573" y="5802"/>
                  </a:lnTo>
                  <a:lnTo>
                    <a:pt x="4730" y="5723"/>
                  </a:lnTo>
                  <a:lnTo>
                    <a:pt x="5291" y="6284"/>
                  </a:lnTo>
                  <a:lnTo>
                    <a:pt x="6303" y="5291"/>
                  </a:lnTo>
                  <a:lnTo>
                    <a:pt x="5743" y="4730"/>
                  </a:lnTo>
                  <a:lnTo>
                    <a:pt x="5822" y="4573"/>
                  </a:lnTo>
                  <a:lnTo>
                    <a:pt x="5890" y="4425"/>
                  </a:lnTo>
                  <a:lnTo>
                    <a:pt x="5959" y="4258"/>
                  </a:lnTo>
                  <a:lnTo>
                    <a:pt x="6008" y="4101"/>
                  </a:lnTo>
                  <a:lnTo>
                    <a:pt x="6795" y="4101"/>
                  </a:lnTo>
                  <a:lnTo>
                    <a:pt x="6795" y="2685"/>
                  </a:lnTo>
                  <a:lnTo>
                    <a:pt x="6018" y="2675"/>
                  </a:lnTo>
                  <a:lnTo>
                    <a:pt x="5969" y="2518"/>
                  </a:lnTo>
                  <a:lnTo>
                    <a:pt x="5910" y="2350"/>
                  </a:lnTo>
                  <a:lnTo>
                    <a:pt x="5831" y="2193"/>
                  </a:lnTo>
                  <a:lnTo>
                    <a:pt x="5753" y="2046"/>
                  </a:lnTo>
                  <a:lnTo>
                    <a:pt x="6303" y="1505"/>
                  </a:lnTo>
                  <a:lnTo>
                    <a:pt x="5300" y="492"/>
                  </a:lnTo>
                  <a:lnTo>
                    <a:pt x="4750" y="1033"/>
                  </a:lnTo>
                  <a:lnTo>
                    <a:pt x="4602" y="954"/>
                  </a:lnTo>
                  <a:lnTo>
                    <a:pt x="4445" y="885"/>
                  </a:lnTo>
                  <a:lnTo>
                    <a:pt x="4278" y="816"/>
                  </a:lnTo>
                  <a:lnTo>
                    <a:pt x="4110" y="767"/>
                  </a:lnTo>
                  <a:lnTo>
                    <a:pt x="4120" y="118"/>
                  </a:lnTo>
                  <a:lnTo>
                    <a:pt x="412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8" name="Google Shape;1988;p115"/>
            <p:cNvSpPr/>
            <p:nvPr/>
          </p:nvSpPr>
          <p:spPr>
            <a:xfrm>
              <a:off x="5679200" y="3826075"/>
              <a:ext cx="283225" cy="93425"/>
            </a:xfrm>
            <a:custGeom>
              <a:avLst/>
              <a:gdLst/>
              <a:ahLst/>
              <a:cxnLst/>
              <a:rect l="l" t="t" r="r" b="b"/>
              <a:pathLst>
                <a:path w="11329" h="3737" extrusionOk="0">
                  <a:moveTo>
                    <a:pt x="5173" y="0"/>
                  </a:moveTo>
                  <a:lnTo>
                    <a:pt x="5173" y="1455"/>
                  </a:lnTo>
                  <a:lnTo>
                    <a:pt x="945" y="1455"/>
                  </a:lnTo>
                  <a:lnTo>
                    <a:pt x="945" y="39"/>
                  </a:lnTo>
                  <a:lnTo>
                    <a:pt x="1" y="39"/>
                  </a:lnTo>
                  <a:lnTo>
                    <a:pt x="1" y="2399"/>
                  </a:lnTo>
                  <a:lnTo>
                    <a:pt x="5193" y="2399"/>
                  </a:lnTo>
                  <a:lnTo>
                    <a:pt x="5193" y="3737"/>
                  </a:lnTo>
                  <a:lnTo>
                    <a:pt x="6137" y="3737"/>
                  </a:lnTo>
                  <a:lnTo>
                    <a:pt x="6137" y="2399"/>
                  </a:lnTo>
                  <a:lnTo>
                    <a:pt x="11329" y="2399"/>
                  </a:lnTo>
                  <a:lnTo>
                    <a:pt x="11329" y="0"/>
                  </a:lnTo>
                  <a:lnTo>
                    <a:pt x="10385" y="0"/>
                  </a:lnTo>
                  <a:lnTo>
                    <a:pt x="10385" y="1455"/>
                  </a:lnTo>
                  <a:lnTo>
                    <a:pt x="6156" y="1455"/>
                  </a:lnTo>
                  <a:lnTo>
                    <a:pt x="61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9" name="Google Shape;1989;p115"/>
            <p:cNvSpPr/>
            <p:nvPr/>
          </p:nvSpPr>
          <p:spPr>
            <a:xfrm>
              <a:off x="5785150" y="3738800"/>
              <a:ext cx="71575" cy="71550"/>
            </a:xfrm>
            <a:custGeom>
              <a:avLst/>
              <a:gdLst/>
              <a:ahLst/>
              <a:cxnLst/>
              <a:rect l="l" t="t" r="r" b="b"/>
              <a:pathLst>
                <a:path w="2863" h="2862" extrusionOk="0">
                  <a:moveTo>
                    <a:pt x="1427" y="0"/>
                  </a:moveTo>
                  <a:lnTo>
                    <a:pt x="1289" y="10"/>
                  </a:lnTo>
                  <a:lnTo>
                    <a:pt x="1141" y="30"/>
                  </a:lnTo>
                  <a:lnTo>
                    <a:pt x="1004" y="59"/>
                  </a:lnTo>
                  <a:lnTo>
                    <a:pt x="876" y="108"/>
                  </a:lnTo>
                  <a:lnTo>
                    <a:pt x="748" y="167"/>
                  </a:lnTo>
                  <a:lnTo>
                    <a:pt x="630" y="246"/>
                  </a:lnTo>
                  <a:lnTo>
                    <a:pt x="522" y="325"/>
                  </a:lnTo>
                  <a:lnTo>
                    <a:pt x="414" y="423"/>
                  </a:lnTo>
                  <a:lnTo>
                    <a:pt x="325" y="521"/>
                  </a:lnTo>
                  <a:lnTo>
                    <a:pt x="247" y="630"/>
                  </a:lnTo>
                  <a:lnTo>
                    <a:pt x="168" y="748"/>
                  </a:lnTo>
                  <a:lnTo>
                    <a:pt x="109" y="875"/>
                  </a:lnTo>
                  <a:lnTo>
                    <a:pt x="60" y="1003"/>
                  </a:lnTo>
                  <a:lnTo>
                    <a:pt x="30" y="1141"/>
                  </a:lnTo>
                  <a:lnTo>
                    <a:pt x="1" y="1288"/>
                  </a:lnTo>
                  <a:lnTo>
                    <a:pt x="1" y="1436"/>
                  </a:lnTo>
                  <a:lnTo>
                    <a:pt x="1" y="1583"/>
                  </a:lnTo>
                  <a:lnTo>
                    <a:pt x="30" y="1721"/>
                  </a:lnTo>
                  <a:lnTo>
                    <a:pt x="60" y="1859"/>
                  </a:lnTo>
                  <a:lnTo>
                    <a:pt x="109" y="1987"/>
                  </a:lnTo>
                  <a:lnTo>
                    <a:pt x="168" y="2114"/>
                  </a:lnTo>
                  <a:lnTo>
                    <a:pt x="247" y="2232"/>
                  </a:lnTo>
                  <a:lnTo>
                    <a:pt x="325" y="2341"/>
                  </a:lnTo>
                  <a:lnTo>
                    <a:pt x="414" y="2449"/>
                  </a:lnTo>
                  <a:lnTo>
                    <a:pt x="522" y="2537"/>
                  </a:lnTo>
                  <a:lnTo>
                    <a:pt x="630" y="2626"/>
                  </a:lnTo>
                  <a:lnTo>
                    <a:pt x="748" y="2695"/>
                  </a:lnTo>
                  <a:lnTo>
                    <a:pt x="876" y="2754"/>
                  </a:lnTo>
                  <a:lnTo>
                    <a:pt x="1004" y="2803"/>
                  </a:lnTo>
                  <a:lnTo>
                    <a:pt x="1141" y="2832"/>
                  </a:lnTo>
                  <a:lnTo>
                    <a:pt x="1289" y="2862"/>
                  </a:lnTo>
                  <a:lnTo>
                    <a:pt x="1574" y="2862"/>
                  </a:lnTo>
                  <a:lnTo>
                    <a:pt x="1722" y="2832"/>
                  </a:lnTo>
                  <a:lnTo>
                    <a:pt x="1859" y="2803"/>
                  </a:lnTo>
                  <a:lnTo>
                    <a:pt x="1987" y="2754"/>
                  </a:lnTo>
                  <a:lnTo>
                    <a:pt x="2115" y="2695"/>
                  </a:lnTo>
                  <a:lnTo>
                    <a:pt x="2233" y="2626"/>
                  </a:lnTo>
                  <a:lnTo>
                    <a:pt x="2341" y="2537"/>
                  </a:lnTo>
                  <a:lnTo>
                    <a:pt x="2439" y="2449"/>
                  </a:lnTo>
                  <a:lnTo>
                    <a:pt x="2538" y="2341"/>
                  </a:lnTo>
                  <a:lnTo>
                    <a:pt x="2616" y="2232"/>
                  </a:lnTo>
                  <a:lnTo>
                    <a:pt x="2695" y="2114"/>
                  </a:lnTo>
                  <a:lnTo>
                    <a:pt x="2754" y="1987"/>
                  </a:lnTo>
                  <a:lnTo>
                    <a:pt x="2803" y="1859"/>
                  </a:lnTo>
                  <a:lnTo>
                    <a:pt x="2833" y="1721"/>
                  </a:lnTo>
                  <a:lnTo>
                    <a:pt x="2852" y="1583"/>
                  </a:lnTo>
                  <a:lnTo>
                    <a:pt x="2862" y="1436"/>
                  </a:lnTo>
                  <a:lnTo>
                    <a:pt x="2852" y="1288"/>
                  </a:lnTo>
                  <a:lnTo>
                    <a:pt x="2833" y="1141"/>
                  </a:lnTo>
                  <a:lnTo>
                    <a:pt x="2803" y="1003"/>
                  </a:lnTo>
                  <a:lnTo>
                    <a:pt x="2754" y="875"/>
                  </a:lnTo>
                  <a:lnTo>
                    <a:pt x="2695" y="748"/>
                  </a:lnTo>
                  <a:lnTo>
                    <a:pt x="2616" y="630"/>
                  </a:lnTo>
                  <a:lnTo>
                    <a:pt x="2538" y="521"/>
                  </a:lnTo>
                  <a:lnTo>
                    <a:pt x="2439" y="423"/>
                  </a:lnTo>
                  <a:lnTo>
                    <a:pt x="2341" y="325"/>
                  </a:lnTo>
                  <a:lnTo>
                    <a:pt x="2233" y="246"/>
                  </a:lnTo>
                  <a:lnTo>
                    <a:pt x="2115" y="167"/>
                  </a:lnTo>
                  <a:lnTo>
                    <a:pt x="1987" y="108"/>
                  </a:lnTo>
                  <a:lnTo>
                    <a:pt x="1859" y="59"/>
                  </a:lnTo>
                  <a:lnTo>
                    <a:pt x="1722" y="30"/>
                  </a:lnTo>
                  <a:lnTo>
                    <a:pt x="1574" y="10"/>
                  </a:lnTo>
                  <a:lnTo>
                    <a:pt x="1427"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0" name="Google Shape;1990;p115"/>
            <p:cNvSpPr/>
            <p:nvPr/>
          </p:nvSpPr>
          <p:spPr>
            <a:xfrm>
              <a:off x="5914225" y="3738800"/>
              <a:ext cx="71800" cy="71550"/>
            </a:xfrm>
            <a:custGeom>
              <a:avLst/>
              <a:gdLst/>
              <a:ahLst/>
              <a:cxnLst/>
              <a:rect l="l" t="t" r="r" b="b"/>
              <a:pathLst>
                <a:path w="2872" h="2862" extrusionOk="0">
                  <a:moveTo>
                    <a:pt x="1436" y="0"/>
                  </a:moveTo>
                  <a:lnTo>
                    <a:pt x="1289" y="10"/>
                  </a:lnTo>
                  <a:lnTo>
                    <a:pt x="1151" y="30"/>
                  </a:lnTo>
                  <a:lnTo>
                    <a:pt x="1013" y="59"/>
                  </a:lnTo>
                  <a:lnTo>
                    <a:pt x="876" y="108"/>
                  </a:lnTo>
                  <a:lnTo>
                    <a:pt x="758" y="167"/>
                  </a:lnTo>
                  <a:lnTo>
                    <a:pt x="640" y="246"/>
                  </a:lnTo>
                  <a:lnTo>
                    <a:pt x="522" y="325"/>
                  </a:lnTo>
                  <a:lnTo>
                    <a:pt x="423" y="423"/>
                  </a:lnTo>
                  <a:lnTo>
                    <a:pt x="335" y="521"/>
                  </a:lnTo>
                  <a:lnTo>
                    <a:pt x="246" y="630"/>
                  </a:lnTo>
                  <a:lnTo>
                    <a:pt x="177" y="748"/>
                  </a:lnTo>
                  <a:lnTo>
                    <a:pt x="118" y="875"/>
                  </a:lnTo>
                  <a:lnTo>
                    <a:pt x="69" y="1003"/>
                  </a:lnTo>
                  <a:lnTo>
                    <a:pt x="30" y="1141"/>
                  </a:lnTo>
                  <a:lnTo>
                    <a:pt x="10" y="1288"/>
                  </a:lnTo>
                  <a:lnTo>
                    <a:pt x="0" y="1436"/>
                  </a:lnTo>
                  <a:lnTo>
                    <a:pt x="10" y="1583"/>
                  </a:lnTo>
                  <a:lnTo>
                    <a:pt x="30" y="1721"/>
                  </a:lnTo>
                  <a:lnTo>
                    <a:pt x="69" y="1859"/>
                  </a:lnTo>
                  <a:lnTo>
                    <a:pt x="118" y="1987"/>
                  </a:lnTo>
                  <a:lnTo>
                    <a:pt x="177" y="2114"/>
                  </a:lnTo>
                  <a:lnTo>
                    <a:pt x="246" y="2232"/>
                  </a:lnTo>
                  <a:lnTo>
                    <a:pt x="335" y="2341"/>
                  </a:lnTo>
                  <a:lnTo>
                    <a:pt x="423" y="2449"/>
                  </a:lnTo>
                  <a:lnTo>
                    <a:pt x="522" y="2537"/>
                  </a:lnTo>
                  <a:lnTo>
                    <a:pt x="640" y="2626"/>
                  </a:lnTo>
                  <a:lnTo>
                    <a:pt x="758" y="2695"/>
                  </a:lnTo>
                  <a:lnTo>
                    <a:pt x="876" y="2754"/>
                  </a:lnTo>
                  <a:lnTo>
                    <a:pt x="1013" y="2803"/>
                  </a:lnTo>
                  <a:lnTo>
                    <a:pt x="1151" y="2832"/>
                  </a:lnTo>
                  <a:lnTo>
                    <a:pt x="1289" y="2862"/>
                  </a:lnTo>
                  <a:lnTo>
                    <a:pt x="1584" y="2862"/>
                  </a:lnTo>
                  <a:lnTo>
                    <a:pt x="1731" y="2832"/>
                  </a:lnTo>
                  <a:lnTo>
                    <a:pt x="1859" y="2803"/>
                  </a:lnTo>
                  <a:lnTo>
                    <a:pt x="1997" y="2754"/>
                  </a:lnTo>
                  <a:lnTo>
                    <a:pt x="2124" y="2695"/>
                  </a:lnTo>
                  <a:lnTo>
                    <a:pt x="2242" y="2626"/>
                  </a:lnTo>
                  <a:lnTo>
                    <a:pt x="2351" y="2537"/>
                  </a:lnTo>
                  <a:lnTo>
                    <a:pt x="2449" y="2449"/>
                  </a:lnTo>
                  <a:lnTo>
                    <a:pt x="2547" y="2341"/>
                  </a:lnTo>
                  <a:lnTo>
                    <a:pt x="2626" y="2232"/>
                  </a:lnTo>
                  <a:lnTo>
                    <a:pt x="2695" y="2114"/>
                  </a:lnTo>
                  <a:lnTo>
                    <a:pt x="2754" y="1987"/>
                  </a:lnTo>
                  <a:lnTo>
                    <a:pt x="2803" y="1859"/>
                  </a:lnTo>
                  <a:lnTo>
                    <a:pt x="2842" y="1721"/>
                  </a:lnTo>
                  <a:lnTo>
                    <a:pt x="2862" y="1583"/>
                  </a:lnTo>
                  <a:lnTo>
                    <a:pt x="2872" y="1436"/>
                  </a:lnTo>
                  <a:lnTo>
                    <a:pt x="2862" y="1288"/>
                  </a:lnTo>
                  <a:lnTo>
                    <a:pt x="2842" y="1141"/>
                  </a:lnTo>
                  <a:lnTo>
                    <a:pt x="2803" y="1003"/>
                  </a:lnTo>
                  <a:lnTo>
                    <a:pt x="2754" y="875"/>
                  </a:lnTo>
                  <a:lnTo>
                    <a:pt x="2695" y="748"/>
                  </a:lnTo>
                  <a:lnTo>
                    <a:pt x="2626" y="630"/>
                  </a:lnTo>
                  <a:lnTo>
                    <a:pt x="2547" y="521"/>
                  </a:lnTo>
                  <a:lnTo>
                    <a:pt x="2449" y="423"/>
                  </a:lnTo>
                  <a:lnTo>
                    <a:pt x="2351" y="325"/>
                  </a:lnTo>
                  <a:lnTo>
                    <a:pt x="2242" y="246"/>
                  </a:lnTo>
                  <a:lnTo>
                    <a:pt x="2124" y="167"/>
                  </a:lnTo>
                  <a:lnTo>
                    <a:pt x="1997" y="108"/>
                  </a:lnTo>
                  <a:lnTo>
                    <a:pt x="1859" y="59"/>
                  </a:lnTo>
                  <a:lnTo>
                    <a:pt x="1731" y="30"/>
                  </a:lnTo>
                  <a:lnTo>
                    <a:pt x="1584" y="10"/>
                  </a:lnTo>
                  <a:lnTo>
                    <a:pt x="143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1" name="Google Shape;1991;p115"/>
            <p:cNvSpPr/>
            <p:nvPr/>
          </p:nvSpPr>
          <p:spPr>
            <a:xfrm>
              <a:off x="5654625" y="3738800"/>
              <a:ext cx="71550" cy="71550"/>
            </a:xfrm>
            <a:custGeom>
              <a:avLst/>
              <a:gdLst/>
              <a:ahLst/>
              <a:cxnLst/>
              <a:rect l="l" t="t" r="r" b="b"/>
              <a:pathLst>
                <a:path w="2862" h="2862" extrusionOk="0">
                  <a:moveTo>
                    <a:pt x="1436" y="0"/>
                  </a:moveTo>
                  <a:lnTo>
                    <a:pt x="1288" y="10"/>
                  </a:lnTo>
                  <a:lnTo>
                    <a:pt x="1141" y="30"/>
                  </a:lnTo>
                  <a:lnTo>
                    <a:pt x="1003" y="59"/>
                  </a:lnTo>
                  <a:lnTo>
                    <a:pt x="875" y="108"/>
                  </a:lnTo>
                  <a:lnTo>
                    <a:pt x="748" y="167"/>
                  </a:lnTo>
                  <a:lnTo>
                    <a:pt x="630" y="246"/>
                  </a:lnTo>
                  <a:lnTo>
                    <a:pt x="521" y="325"/>
                  </a:lnTo>
                  <a:lnTo>
                    <a:pt x="423" y="423"/>
                  </a:lnTo>
                  <a:lnTo>
                    <a:pt x="325" y="521"/>
                  </a:lnTo>
                  <a:lnTo>
                    <a:pt x="246" y="630"/>
                  </a:lnTo>
                  <a:lnTo>
                    <a:pt x="167" y="748"/>
                  </a:lnTo>
                  <a:lnTo>
                    <a:pt x="108" y="875"/>
                  </a:lnTo>
                  <a:lnTo>
                    <a:pt x="59" y="1003"/>
                  </a:lnTo>
                  <a:lnTo>
                    <a:pt x="30" y="1141"/>
                  </a:lnTo>
                  <a:lnTo>
                    <a:pt x="10" y="1288"/>
                  </a:lnTo>
                  <a:lnTo>
                    <a:pt x="0" y="1436"/>
                  </a:lnTo>
                  <a:lnTo>
                    <a:pt x="10" y="1583"/>
                  </a:lnTo>
                  <a:lnTo>
                    <a:pt x="30" y="1721"/>
                  </a:lnTo>
                  <a:lnTo>
                    <a:pt x="59" y="1859"/>
                  </a:lnTo>
                  <a:lnTo>
                    <a:pt x="108" y="1987"/>
                  </a:lnTo>
                  <a:lnTo>
                    <a:pt x="167" y="2114"/>
                  </a:lnTo>
                  <a:lnTo>
                    <a:pt x="246" y="2232"/>
                  </a:lnTo>
                  <a:lnTo>
                    <a:pt x="325" y="2341"/>
                  </a:lnTo>
                  <a:lnTo>
                    <a:pt x="423" y="2449"/>
                  </a:lnTo>
                  <a:lnTo>
                    <a:pt x="521" y="2537"/>
                  </a:lnTo>
                  <a:lnTo>
                    <a:pt x="630" y="2626"/>
                  </a:lnTo>
                  <a:lnTo>
                    <a:pt x="748" y="2695"/>
                  </a:lnTo>
                  <a:lnTo>
                    <a:pt x="875" y="2754"/>
                  </a:lnTo>
                  <a:lnTo>
                    <a:pt x="1003" y="2803"/>
                  </a:lnTo>
                  <a:lnTo>
                    <a:pt x="1141" y="2832"/>
                  </a:lnTo>
                  <a:lnTo>
                    <a:pt x="1288" y="2862"/>
                  </a:lnTo>
                  <a:lnTo>
                    <a:pt x="1583" y="2862"/>
                  </a:lnTo>
                  <a:lnTo>
                    <a:pt x="1721" y="2832"/>
                  </a:lnTo>
                  <a:lnTo>
                    <a:pt x="1859" y="2803"/>
                  </a:lnTo>
                  <a:lnTo>
                    <a:pt x="1987" y="2754"/>
                  </a:lnTo>
                  <a:lnTo>
                    <a:pt x="2114" y="2695"/>
                  </a:lnTo>
                  <a:lnTo>
                    <a:pt x="2232" y="2626"/>
                  </a:lnTo>
                  <a:lnTo>
                    <a:pt x="2341" y="2537"/>
                  </a:lnTo>
                  <a:lnTo>
                    <a:pt x="2449" y="2449"/>
                  </a:lnTo>
                  <a:lnTo>
                    <a:pt x="2537" y="2341"/>
                  </a:lnTo>
                  <a:lnTo>
                    <a:pt x="2626" y="2232"/>
                  </a:lnTo>
                  <a:lnTo>
                    <a:pt x="2695" y="2114"/>
                  </a:lnTo>
                  <a:lnTo>
                    <a:pt x="2754" y="1987"/>
                  </a:lnTo>
                  <a:lnTo>
                    <a:pt x="2803" y="1859"/>
                  </a:lnTo>
                  <a:lnTo>
                    <a:pt x="2832" y="1721"/>
                  </a:lnTo>
                  <a:lnTo>
                    <a:pt x="2862" y="1583"/>
                  </a:lnTo>
                  <a:lnTo>
                    <a:pt x="2862" y="1436"/>
                  </a:lnTo>
                  <a:lnTo>
                    <a:pt x="2862" y="1288"/>
                  </a:lnTo>
                  <a:lnTo>
                    <a:pt x="2832" y="1141"/>
                  </a:lnTo>
                  <a:lnTo>
                    <a:pt x="2803" y="1003"/>
                  </a:lnTo>
                  <a:lnTo>
                    <a:pt x="2754" y="875"/>
                  </a:lnTo>
                  <a:lnTo>
                    <a:pt x="2695" y="748"/>
                  </a:lnTo>
                  <a:lnTo>
                    <a:pt x="2626" y="630"/>
                  </a:lnTo>
                  <a:lnTo>
                    <a:pt x="2537" y="521"/>
                  </a:lnTo>
                  <a:lnTo>
                    <a:pt x="2449" y="423"/>
                  </a:lnTo>
                  <a:lnTo>
                    <a:pt x="2341" y="325"/>
                  </a:lnTo>
                  <a:lnTo>
                    <a:pt x="2232" y="246"/>
                  </a:lnTo>
                  <a:lnTo>
                    <a:pt x="2114" y="167"/>
                  </a:lnTo>
                  <a:lnTo>
                    <a:pt x="1987" y="108"/>
                  </a:lnTo>
                  <a:lnTo>
                    <a:pt x="1859" y="59"/>
                  </a:lnTo>
                  <a:lnTo>
                    <a:pt x="1721" y="30"/>
                  </a:lnTo>
                  <a:lnTo>
                    <a:pt x="1583" y="10"/>
                  </a:lnTo>
                  <a:lnTo>
                    <a:pt x="143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992" name="Google Shape;1992;p115"/>
          <p:cNvGrpSpPr/>
          <p:nvPr/>
        </p:nvGrpSpPr>
        <p:grpSpPr>
          <a:xfrm>
            <a:off x="3297339" y="1629807"/>
            <a:ext cx="2402400" cy="1411800"/>
            <a:chOff x="3297339" y="1629807"/>
            <a:chExt cx="2402400" cy="1411800"/>
          </a:xfrm>
        </p:grpSpPr>
        <p:sp>
          <p:nvSpPr>
            <p:cNvPr id="1993" name="Google Shape;1993;p115"/>
            <p:cNvSpPr/>
            <p:nvPr/>
          </p:nvSpPr>
          <p:spPr>
            <a:xfrm>
              <a:off x="5430939" y="2772807"/>
              <a:ext cx="268800" cy="268800"/>
            </a:xfrm>
            <a:prstGeom prst="ellipse">
              <a:avLst/>
            </a:prstGeom>
            <a:solidFill>
              <a:srgbClr val="9900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4" name="Google Shape;1994;p115"/>
            <p:cNvSpPr/>
            <p:nvPr/>
          </p:nvSpPr>
          <p:spPr>
            <a:xfrm>
              <a:off x="3309019" y="2772807"/>
              <a:ext cx="268800" cy="268800"/>
            </a:xfrm>
            <a:prstGeom prst="ellipse">
              <a:avLst/>
            </a:prstGeom>
            <a:solidFill>
              <a:srgbClr val="9900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5" name="Google Shape;1995;p115"/>
            <p:cNvSpPr/>
            <p:nvPr/>
          </p:nvSpPr>
          <p:spPr>
            <a:xfrm>
              <a:off x="3297339" y="1629807"/>
              <a:ext cx="268800" cy="268800"/>
            </a:xfrm>
            <a:prstGeom prst="ellipse">
              <a:avLst/>
            </a:prstGeom>
            <a:solidFill>
              <a:srgbClr val="9900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992"/>
                                        </p:tgtEl>
                                        <p:attrNameLst>
                                          <p:attrName>style.visibility</p:attrName>
                                        </p:attrNameLst>
                                      </p:cBhvr>
                                      <p:to>
                                        <p:strVal val="visible"/>
                                      </p:to>
                                    </p:set>
                                    <p:animEffect transition="in" filter="fade">
                                      <p:cBhvr>
                                        <p:cTn id="7" dur="1000"/>
                                        <p:tgtEl>
                                          <p:spTgt spid="1992"/>
                                        </p:tgtEl>
                                      </p:cBhvr>
                                    </p:animEffect>
                                  </p:childTnLst>
                                </p:cTn>
                              </p:par>
                              <p:par>
                                <p:cTn id="8" presetID="10" presetClass="entr" presetSubtype="0" fill="hold" nodeType="withEffect">
                                  <p:stCondLst>
                                    <p:cond delay="0"/>
                                  </p:stCondLst>
                                  <p:childTnLst>
                                    <p:set>
                                      <p:cBhvr>
                                        <p:cTn id="9" dur="1" fill="hold">
                                          <p:stCondLst>
                                            <p:cond delay="0"/>
                                          </p:stCondLst>
                                        </p:cTn>
                                        <p:tgtEl>
                                          <p:spTgt spid="1914"/>
                                        </p:tgtEl>
                                        <p:attrNameLst>
                                          <p:attrName>style.visibility</p:attrName>
                                        </p:attrNameLst>
                                      </p:cBhvr>
                                      <p:to>
                                        <p:strVal val="visible"/>
                                      </p:to>
                                    </p:set>
                                    <p:animEffect transition="in" filter="fade">
                                      <p:cBhvr>
                                        <p:cTn id="10" dur="1000"/>
                                        <p:tgtEl>
                                          <p:spTgt spid="1914"/>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920"/>
                                        </p:tgtEl>
                                        <p:attrNameLst>
                                          <p:attrName>style.visibility</p:attrName>
                                        </p:attrNameLst>
                                      </p:cBhvr>
                                      <p:to>
                                        <p:strVal val="visible"/>
                                      </p:to>
                                    </p:set>
                                    <p:animEffect transition="in" filter="fade">
                                      <p:cBhvr>
                                        <p:cTn id="15" dur="1000"/>
                                        <p:tgtEl>
                                          <p:spTgt spid="1920"/>
                                        </p:tgtEl>
                                      </p:cBhvr>
                                    </p:animEffect>
                                  </p:childTnLst>
                                </p:cTn>
                              </p:par>
                              <p:par>
                                <p:cTn id="16" presetID="10" presetClass="entr" presetSubtype="0" fill="hold" nodeType="withEffect">
                                  <p:stCondLst>
                                    <p:cond delay="0"/>
                                  </p:stCondLst>
                                  <p:childTnLst>
                                    <p:set>
                                      <p:cBhvr>
                                        <p:cTn id="17" dur="1" fill="hold">
                                          <p:stCondLst>
                                            <p:cond delay="0"/>
                                          </p:stCondLst>
                                        </p:cTn>
                                        <p:tgtEl>
                                          <p:spTgt spid="1982"/>
                                        </p:tgtEl>
                                        <p:attrNameLst>
                                          <p:attrName>style.visibility</p:attrName>
                                        </p:attrNameLst>
                                      </p:cBhvr>
                                      <p:to>
                                        <p:strVal val="visible"/>
                                      </p:to>
                                    </p:set>
                                    <p:animEffect transition="in" filter="fade">
                                      <p:cBhvr>
                                        <p:cTn id="18" dur="1000"/>
                                        <p:tgtEl>
                                          <p:spTgt spid="1982"/>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1974"/>
                                        </p:tgtEl>
                                        <p:attrNameLst>
                                          <p:attrName>style.visibility</p:attrName>
                                        </p:attrNameLst>
                                      </p:cBhvr>
                                      <p:to>
                                        <p:strVal val="visible"/>
                                      </p:to>
                                    </p:set>
                                    <p:animEffect transition="in" filter="fade">
                                      <p:cBhvr>
                                        <p:cTn id="23" dur="1000"/>
                                        <p:tgtEl>
                                          <p:spTgt spid="1974"/>
                                        </p:tgtEl>
                                      </p:cBhvr>
                                    </p:animEffect>
                                  </p:childTnLst>
                                </p:cTn>
                              </p:par>
                              <p:par>
                                <p:cTn id="24" presetID="10" presetClass="entr" presetSubtype="0" fill="hold" nodeType="withEffect">
                                  <p:stCondLst>
                                    <p:cond delay="0"/>
                                  </p:stCondLst>
                                  <p:childTnLst>
                                    <p:set>
                                      <p:cBhvr>
                                        <p:cTn id="25" dur="1" fill="hold">
                                          <p:stCondLst>
                                            <p:cond delay="0"/>
                                          </p:stCondLst>
                                        </p:cTn>
                                        <p:tgtEl>
                                          <p:spTgt spid="1917"/>
                                        </p:tgtEl>
                                        <p:attrNameLst>
                                          <p:attrName>style.visibility</p:attrName>
                                        </p:attrNameLst>
                                      </p:cBhvr>
                                      <p:to>
                                        <p:strVal val="visible"/>
                                      </p:to>
                                    </p:set>
                                    <p:animEffect transition="in" filter="fade">
                                      <p:cBhvr>
                                        <p:cTn id="26" dur="1000"/>
                                        <p:tgtEl>
                                          <p:spTgt spid="19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000"/>
        <p:cNvGrpSpPr/>
        <p:nvPr/>
      </p:nvGrpSpPr>
      <p:grpSpPr>
        <a:xfrm>
          <a:off x="0" y="0"/>
          <a:ext cx="0" cy="0"/>
          <a:chOff x="0" y="0"/>
          <a:chExt cx="0" cy="0"/>
        </a:xfrm>
      </p:grpSpPr>
      <p:sp>
        <p:nvSpPr>
          <p:cNvPr id="2001" name="Google Shape;2001;p116"/>
          <p:cNvSpPr txBox="1">
            <a:spLocks noGrp="1"/>
          </p:cNvSpPr>
          <p:nvPr>
            <p:ph type="title"/>
          </p:nvPr>
        </p:nvSpPr>
        <p:spPr>
          <a:xfrm>
            <a:off x="371475" y="257176"/>
            <a:ext cx="8400900" cy="5490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en"/>
              <a:t>Market Coverage</a:t>
            </a:r>
            <a:r>
              <a:rPr lang="en" sz="2400"/>
              <a:t> </a:t>
            </a:r>
            <a:endParaRPr sz="2400"/>
          </a:p>
        </p:txBody>
      </p:sp>
      <p:sp>
        <p:nvSpPr>
          <p:cNvPr id="2002" name="Google Shape;2002;p116"/>
          <p:cNvSpPr txBox="1">
            <a:spLocks noGrp="1"/>
          </p:cNvSpPr>
          <p:nvPr>
            <p:ph type="body" idx="1"/>
          </p:nvPr>
        </p:nvSpPr>
        <p:spPr>
          <a:xfrm>
            <a:off x="371475" y="1057275"/>
            <a:ext cx="4076700" cy="3429000"/>
          </a:xfrm>
          <a:prstGeom prst="rect">
            <a:avLst/>
          </a:prstGeom>
        </p:spPr>
        <p:txBody>
          <a:bodyPr spcFirstLastPara="1" wrap="square" lIns="0" tIns="0" rIns="0" bIns="0" anchor="t" anchorCtr="0">
            <a:noAutofit/>
          </a:bodyPr>
          <a:lstStyle/>
          <a:p>
            <a:pPr marL="0" lvl="0" indent="0" algn="l" rtl="0">
              <a:lnSpc>
                <a:spcPct val="115000"/>
              </a:lnSpc>
              <a:spcBef>
                <a:spcPts val="1200"/>
              </a:spcBef>
              <a:spcAft>
                <a:spcPts val="0"/>
              </a:spcAft>
              <a:buNone/>
            </a:pPr>
            <a:r>
              <a:rPr lang="en" sz="1800"/>
              <a:t>USA Examples:</a:t>
            </a:r>
            <a:endParaRPr sz="1800"/>
          </a:p>
          <a:p>
            <a:pPr marL="457200" lvl="0" indent="-342900" algn="l" rtl="0">
              <a:lnSpc>
                <a:spcPct val="115000"/>
              </a:lnSpc>
              <a:spcBef>
                <a:spcPts val="1200"/>
              </a:spcBef>
              <a:spcAft>
                <a:spcPts val="0"/>
              </a:spcAft>
              <a:buSzPts val="1800"/>
              <a:buChar char="•"/>
            </a:pPr>
            <a:r>
              <a:rPr lang="en" sz="1800"/>
              <a:t>10 of the Top 15 Banks</a:t>
            </a:r>
            <a:endParaRPr sz="1800"/>
          </a:p>
          <a:p>
            <a:pPr marL="457200" lvl="0" indent="-342900" algn="l" rtl="0">
              <a:lnSpc>
                <a:spcPct val="115000"/>
              </a:lnSpc>
              <a:spcBef>
                <a:spcPts val="0"/>
              </a:spcBef>
              <a:spcAft>
                <a:spcPts val="0"/>
              </a:spcAft>
              <a:buSzPts val="1800"/>
              <a:buChar char="•"/>
            </a:pPr>
            <a:r>
              <a:rPr lang="en" sz="1800"/>
              <a:t>3 of the Top 4 Telcos</a:t>
            </a:r>
            <a:endParaRPr sz="1800"/>
          </a:p>
          <a:p>
            <a:pPr marL="457200" lvl="0" indent="-342900" algn="l" rtl="0">
              <a:lnSpc>
                <a:spcPct val="115000"/>
              </a:lnSpc>
              <a:spcBef>
                <a:spcPts val="0"/>
              </a:spcBef>
              <a:spcAft>
                <a:spcPts val="0"/>
              </a:spcAft>
              <a:buSzPts val="1800"/>
              <a:buChar char="•"/>
            </a:pPr>
            <a:r>
              <a:rPr lang="en" sz="1800"/>
              <a:t>2 of the Top 3 Fortune 500</a:t>
            </a:r>
            <a:endParaRPr sz="1800"/>
          </a:p>
          <a:p>
            <a:pPr marL="457200" lvl="0" indent="-342900" algn="l" rtl="0">
              <a:lnSpc>
                <a:spcPct val="115000"/>
              </a:lnSpc>
              <a:spcBef>
                <a:spcPts val="0"/>
              </a:spcBef>
              <a:spcAft>
                <a:spcPts val="0"/>
              </a:spcAft>
              <a:buSzPts val="1800"/>
              <a:buChar char="•"/>
            </a:pPr>
            <a:r>
              <a:rPr lang="en" sz="1800"/>
              <a:t>Federal Government agencies  ​</a:t>
            </a:r>
            <a:endParaRPr sz="1800"/>
          </a:p>
          <a:p>
            <a:pPr marL="457200" lvl="0" indent="-342900" algn="l" rtl="0">
              <a:lnSpc>
                <a:spcPct val="115000"/>
              </a:lnSpc>
              <a:spcBef>
                <a:spcPts val="0"/>
              </a:spcBef>
              <a:spcAft>
                <a:spcPts val="0"/>
              </a:spcAft>
              <a:buSzPts val="1800"/>
              <a:buChar char="•"/>
            </a:pPr>
            <a:r>
              <a:rPr lang="en" sz="1800"/>
              <a:t>FinTech, InsureTech, HealthTech</a:t>
            </a:r>
            <a:endParaRPr sz="1800"/>
          </a:p>
          <a:p>
            <a:pPr marL="0" lvl="0" indent="0" algn="l" rtl="0">
              <a:spcBef>
                <a:spcPts val="1200"/>
              </a:spcBef>
              <a:spcAft>
                <a:spcPts val="500"/>
              </a:spcAft>
              <a:buNone/>
            </a:pPr>
            <a:endParaRPr sz="1800"/>
          </a:p>
        </p:txBody>
      </p:sp>
      <p:sp>
        <p:nvSpPr>
          <p:cNvPr id="2003" name="Google Shape;2003;p116"/>
          <p:cNvSpPr txBox="1">
            <a:spLocks noGrp="1"/>
          </p:cNvSpPr>
          <p:nvPr>
            <p:ph type="body" idx="2"/>
          </p:nvPr>
        </p:nvSpPr>
        <p:spPr>
          <a:xfrm>
            <a:off x="5147028" y="295275"/>
            <a:ext cx="2995800" cy="3429000"/>
          </a:xfrm>
          <a:prstGeom prst="rect">
            <a:avLst/>
          </a:prstGeom>
        </p:spPr>
        <p:txBody>
          <a:bodyPr spcFirstLastPara="1" wrap="square" lIns="0" tIns="0" rIns="0" bIns="0" anchor="t" anchorCtr="0">
            <a:noAutofit/>
          </a:bodyPr>
          <a:lstStyle/>
          <a:p>
            <a:pPr marL="0" lvl="0" indent="0" algn="l" rtl="0">
              <a:lnSpc>
                <a:spcPct val="115000"/>
              </a:lnSpc>
              <a:spcBef>
                <a:spcPts val="1200"/>
              </a:spcBef>
              <a:spcAft>
                <a:spcPts val="0"/>
              </a:spcAft>
              <a:buNone/>
            </a:pPr>
            <a:r>
              <a:rPr lang="en" sz="1400"/>
              <a:t>Sample Solution Use Cases</a:t>
            </a:r>
            <a:endParaRPr sz="1400"/>
          </a:p>
          <a:p>
            <a:pPr marL="457200" lvl="0" indent="-298450" algn="l" rtl="0">
              <a:lnSpc>
                <a:spcPct val="115000"/>
              </a:lnSpc>
              <a:spcBef>
                <a:spcPts val="1200"/>
              </a:spcBef>
              <a:spcAft>
                <a:spcPts val="0"/>
              </a:spcAft>
              <a:buSzPts val="1100"/>
              <a:buChar char="•"/>
            </a:pPr>
            <a:r>
              <a:rPr lang="en" sz="1100"/>
              <a:t>Access Management</a:t>
            </a:r>
            <a:endParaRPr sz="1100"/>
          </a:p>
          <a:p>
            <a:pPr marL="457200" lvl="0" indent="-298450" algn="l" rtl="0">
              <a:lnSpc>
                <a:spcPct val="115000"/>
              </a:lnSpc>
              <a:spcBef>
                <a:spcPts val="0"/>
              </a:spcBef>
              <a:spcAft>
                <a:spcPts val="0"/>
              </a:spcAft>
              <a:buSzPts val="1100"/>
              <a:buChar char="•"/>
            </a:pPr>
            <a:r>
              <a:rPr lang="en" sz="1100"/>
              <a:t>Claims Processing​</a:t>
            </a:r>
            <a:endParaRPr sz="1100"/>
          </a:p>
          <a:p>
            <a:pPr marL="457200" lvl="0" indent="-298450" algn="l" rtl="0">
              <a:lnSpc>
                <a:spcPct val="115000"/>
              </a:lnSpc>
              <a:spcBef>
                <a:spcPts val="0"/>
              </a:spcBef>
              <a:spcAft>
                <a:spcPts val="0"/>
              </a:spcAft>
              <a:buSzPts val="1100"/>
              <a:buChar char="•"/>
            </a:pPr>
            <a:r>
              <a:rPr lang="en" sz="1100"/>
              <a:t>Cloud Security Management​</a:t>
            </a:r>
            <a:endParaRPr sz="1100"/>
          </a:p>
          <a:p>
            <a:pPr marL="457200" lvl="0" indent="-298450" algn="l" rtl="0">
              <a:lnSpc>
                <a:spcPct val="115000"/>
              </a:lnSpc>
              <a:spcBef>
                <a:spcPts val="0"/>
              </a:spcBef>
              <a:spcAft>
                <a:spcPts val="0"/>
              </a:spcAft>
              <a:buSzPts val="1100"/>
              <a:buChar char="•"/>
            </a:pPr>
            <a:r>
              <a:rPr lang="en" sz="1100"/>
              <a:t>Construction Job Management​</a:t>
            </a:r>
            <a:endParaRPr sz="1100"/>
          </a:p>
          <a:p>
            <a:pPr marL="457200" lvl="0" indent="-298450" algn="l" rtl="0">
              <a:lnSpc>
                <a:spcPct val="115000"/>
              </a:lnSpc>
              <a:spcBef>
                <a:spcPts val="0"/>
              </a:spcBef>
              <a:spcAft>
                <a:spcPts val="0"/>
              </a:spcAft>
              <a:buSzPts val="1100"/>
              <a:buChar char="•"/>
            </a:pPr>
            <a:r>
              <a:rPr lang="en" sz="1100"/>
              <a:t>Customer Onboarding​</a:t>
            </a:r>
            <a:endParaRPr sz="1100"/>
          </a:p>
          <a:p>
            <a:pPr marL="457200" lvl="0" indent="-298450" algn="l" rtl="0">
              <a:lnSpc>
                <a:spcPct val="115000"/>
              </a:lnSpc>
              <a:spcBef>
                <a:spcPts val="0"/>
              </a:spcBef>
              <a:spcAft>
                <a:spcPts val="0"/>
              </a:spcAft>
              <a:buSzPts val="1100"/>
              <a:buChar char="•"/>
            </a:pPr>
            <a:r>
              <a:rPr lang="en" sz="1100"/>
              <a:t>Customer Service</a:t>
            </a:r>
            <a:endParaRPr sz="1100"/>
          </a:p>
          <a:p>
            <a:pPr marL="457200" lvl="0" indent="-298450" algn="l" rtl="0">
              <a:lnSpc>
                <a:spcPct val="115000"/>
              </a:lnSpc>
              <a:spcBef>
                <a:spcPts val="0"/>
              </a:spcBef>
              <a:spcAft>
                <a:spcPts val="0"/>
              </a:spcAft>
              <a:buSzPts val="1100"/>
              <a:buChar char="•"/>
            </a:pPr>
            <a:r>
              <a:rPr lang="en" sz="1100"/>
              <a:t>Drug Discovery </a:t>
            </a:r>
            <a:endParaRPr sz="1100"/>
          </a:p>
          <a:p>
            <a:pPr marL="457200" lvl="0" indent="-298450" algn="l" rtl="0">
              <a:lnSpc>
                <a:spcPct val="115000"/>
              </a:lnSpc>
              <a:spcBef>
                <a:spcPts val="0"/>
              </a:spcBef>
              <a:spcAft>
                <a:spcPts val="0"/>
              </a:spcAft>
              <a:buSzPts val="1100"/>
              <a:buChar char="•"/>
            </a:pPr>
            <a:r>
              <a:rPr lang="en" sz="1100"/>
              <a:t>Eligibility and Enrollment</a:t>
            </a:r>
            <a:endParaRPr sz="1100"/>
          </a:p>
          <a:p>
            <a:pPr marL="457200" lvl="0" indent="-298450" algn="l" rtl="0">
              <a:lnSpc>
                <a:spcPct val="115000"/>
              </a:lnSpc>
              <a:spcBef>
                <a:spcPts val="0"/>
              </a:spcBef>
              <a:spcAft>
                <a:spcPts val="0"/>
              </a:spcAft>
              <a:buSzPts val="1100"/>
              <a:buChar char="•"/>
            </a:pPr>
            <a:r>
              <a:rPr lang="en" sz="1100"/>
              <a:t>Fraud Management ​</a:t>
            </a:r>
            <a:endParaRPr sz="1100"/>
          </a:p>
          <a:p>
            <a:pPr marL="457200" lvl="0" indent="-298450" algn="l" rtl="0">
              <a:lnSpc>
                <a:spcPct val="115000"/>
              </a:lnSpc>
              <a:spcBef>
                <a:spcPts val="0"/>
              </a:spcBef>
              <a:spcAft>
                <a:spcPts val="0"/>
              </a:spcAft>
              <a:buSzPts val="1100"/>
              <a:buChar char="•"/>
            </a:pPr>
            <a:r>
              <a:rPr lang="en" sz="1100"/>
              <a:t>Grants Management​</a:t>
            </a:r>
            <a:endParaRPr sz="1100"/>
          </a:p>
          <a:p>
            <a:pPr marL="457200" lvl="0" indent="-298450" algn="l" rtl="0">
              <a:lnSpc>
                <a:spcPct val="115000"/>
              </a:lnSpc>
              <a:spcBef>
                <a:spcPts val="0"/>
              </a:spcBef>
              <a:spcAft>
                <a:spcPts val="0"/>
              </a:spcAft>
              <a:buSzPts val="1100"/>
              <a:buChar char="•"/>
            </a:pPr>
            <a:r>
              <a:rPr lang="en" sz="1100"/>
              <a:t>Housing Allocation​</a:t>
            </a:r>
            <a:endParaRPr sz="1100"/>
          </a:p>
          <a:p>
            <a:pPr marL="457200" lvl="0" indent="-298450" algn="l" rtl="0">
              <a:lnSpc>
                <a:spcPct val="115000"/>
              </a:lnSpc>
              <a:spcBef>
                <a:spcPts val="0"/>
              </a:spcBef>
              <a:spcAft>
                <a:spcPts val="0"/>
              </a:spcAft>
              <a:buSzPts val="1100"/>
              <a:buChar char="•"/>
            </a:pPr>
            <a:r>
              <a:rPr lang="en" sz="1100"/>
              <a:t>Loan processing​</a:t>
            </a:r>
            <a:endParaRPr sz="1100"/>
          </a:p>
          <a:p>
            <a:pPr marL="457200" lvl="0" indent="-298450" algn="l" rtl="0">
              <a:lnSpc>
                <a:spcPct val="115000"/>
              </a:lnSpc>
              <a:spcBef>
                <a:spcPts val="0"/>
              </a:spcBef>
              <a:spcAft>
                <a:spcPts val="0"/>
              </a:spcAft>
              <a:buSzPts val="1100"/>
              <a:buChar char="•"/>
            </a:pPr>
            <a:r>
              <a:rPr lang="en" sz="1100"/>
              <a:t>Order Processing</a:t>
            </a:r>
            <a:endParaRPr sz="1100"/>
          </a:p>
          <a:p>
            <a:pPr marL="457200" lvl="0" indent="-298450" algn="l" rtl="0">
              <a:lnSpc>
                <a:spcPct val="115000"/>
              </a:lnSpc>
              <a:spcBef>
                <a:spcPts val="0"/>
              </a:spcBef>
              <a:spcAft>
                <a:spcPts val="0"/>
              </a:spcAft>
              <a:buSzPts val="1100"/>
              <a:buChar char="•"/>
            </a:pPr>
            <a:r>
              <a:rPr lang="en" sz="1100"/>
              <a:t>Order Servicing​</a:t>
            </a:r>
            <a:endParaRPr sz="1100"/>
          </a:p>
          <a:p>
            <a:pPr marL="457200" lvl="0" indent="-298450" algn="l" rtl="0">
              <a:lnSpc>
                <a:spcPct val="115000"/>
              </a:lnSpc>
              <a:spcBef>
                <a:spcPts val="0"/>
              </a:spcBef>
              <a:spcAft>
                <a:spcPts val="0"/>
              </a:spcAft>
              <a:buSzPts val="1100"/>
              <a:buChar char="•"/>
            </a:pPr>
            <a:r>
              <a:rPr lang="en" sz="1100"/>
              <a:t>Payment processing​</a:t>
            </a:r>
            <a:endParaRPr sz="1100"/>
          </a:p>
          <a:p>
            <a:pPr marL="457200" lvl="0" indent="-298450" algn="l" rtl="0">
              <a:lnSpc>
                <a:spcPct val="115000"/>
              </a:lnSpc>
              <a:spcBef>
                <a:spcPts val="0"/>
              </a:spcBef>
              <a:spcAft>
                <a:spcPts val="0"/>
              </a:spcAft>
              <a:buSzPts val="1100"/>
              <a:buChar char="•"/>
            </a:pPr>
            <a:r>
              <a:rPr lang="en" sz="1100"/>
              <a:t>Provisioning</a:t>
            </a:r>
            <a:endParaRPr sz="1100"/>
          </a:p>
          <a:p>
            <a:pPr marL="457200" lvl="0" indent="-298450" algn="l" rtl="0">
              <a:lnSpc>
                <a:spcPct val="115000"/>
              </a:lnSpc>
              <a:spcBef>
                <a:spcPts val="0"/>
              </a:spcBef>
              <a:spcAft>
                <a:spcPts val="0"/>
              </a:spcAft>
              <a:buSzPts val="1100"/>
              <a:buChar char="•"/>
            </a:pPr>
            <a:r>
              <a:rPr lang="en" sz="1100"/>
              <a:t>Risk Management</a:t>
            </a:r>
            <a:endParaRPr sz="1100"/>
          </a:p>
          <a:p>
            <a:pPr marL="457200" lvl="0" indent="-298450" algn="l" rtl="0">
              <a:lnSpc>
                <a:spcPct val="115000"/>
              </a:lnSpc>
              <a:spcBef>
                <a:spcPts val="0"/>
              </a:spcBef>
              <a:spcAft>
                <a:spcPts val="0"/>
              </a:spcAft>
              <a:buSzPts val="1100"/>
              <a:buChar char="•"/>
            </a:pPr>
            <a:r>
              <a:rPr lang="en" sz="1100"/>
              <a:t>Trade Execution</a:t>
            </a:r>
            <a:endParaRPr sz="1100"/>
          </a:p>
          <a:p>
            <a:pPr marL="457200" lvl="0" indent="-298450" algn="l" rtl="0">
              <a:lnSpc>
                <a:spcPct val="115000"/>
              </a:lnSpc>
              <a:spcBef>
                <a:spcPts val="0"/>
              </a:spcBef>
              <a:spcAft>
                <a:spcPts val="0"/>
              </a:spcAft>
              <a:buSzPts val="1100"/>
              <a:buChar char="•"/>
            </a:pPr>
            <a:r>
              <a:rPr lang="en" sz="1100"/>
              <a:t>Underwriting</a:t>
            </a:r>
            <a:endParaRPr sz="1100"/>
          </a:p>
          <a:p>
            <a:pPr marL="457200" lvl="0" indent="-298450" algn="l" rtl="0">
              <a:lnSpc>
                <a:spcPct val="115000"/>
              </a:lnSpc>
              <a:spcBef>
                <a:spcPts val="0"/>
              </a:spcBef>
              <a:spcAft>
                <a:spcPts val="0"/>
              </a:spcAft>
              <a:buSzPts val="1100"/>
              <a:buChar char="•"/>
            </a:pPr>
            <a:r>
              <a:rPr lang="en" sz="1100"/>
              <a:t>Wealth Management</a:t>
            </a:r>
            <a:endParaRPr sz="110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008"/>
        <p:cNvGrpSpPr/>
        <p:nvPr/>
      </p:nvGrpSpPr>
      <p:grpSpPr>
        <a:xfrm>
          <a:off x="0" y="0"/>
          <a:ext cx="0" cy="0"/>
          <a:chOff x="0" y="0"/>
          <a:chExt cx="0" cy="0"/>
        </a:xfrm>
      </p:grpSpPr>
      <p:sp>
        <p:nvSpPr>
          <p:cNvPr id="2009" name="Google Shape;2009;p117"/>
          <p:cNvSpPr txBox="1">
            <a:spLocks noGrp="1"/>
          </p:cNvSpPr>
          <p:nvPr>
            <p:ph type="title"/>
          </p:nvPr>
        </p:nvSpPr>
        <p:spPr>
          <a:xfrm>
            <a:off x="371475" y="257176"/>
            <a:ext cx="8400900" cy="5490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en"/>
              <a:t>Market Coverage: Banking</a:t>
            </a:r>
            <a:endParaRPr sz="2400"/>
          </a:p>
        </p:txBody>
      </p:sp>
      <p:sp>
        <p:nvSpPr>
          <p:cNvPr id="2010" name="Google Shape;2010;p117"/>
          <p:cNvSpPr txBox="1">
            <a:spLocks noGrp="1"/>
          </p:cNvSpPr>
          <p:nvPr>
            <p:ph type="body" idx="1"/>
          </p:nvPr>
        </p:nvSpPr>
        <p:spPr>
          <a:xfrm>
            <a:off x="371475" y="752475"/>
            <a:ext cx="5988900" cy="3429000"/>
          </a:xfrm>
          <a:prstGeom prst="rect">
            <a:avLst/>
          </a:prstGeom>
        </p:spPr>
        <p:txBody>
          <a:bodyPr spcFirstLastPara="1" wrap="square" lIns="0" tIns="0" rIns="0" bIns="0" anchor="t" anchorCtr="0">
            <a:noAutofit/>
          </a:bodyPr>
          <a:lstStyle/>
          <a:p>
            <a:pPr marL="0" lvl="0" indent="0" algn="l" rtl="0">
              <a:lnSpc>
                <a:spcPct val="115000"/>
              </a:lnSpc>
              <a:spcBef>
                <a:spcPts val="1200"/>
              </a:spcBef>
              <a:spcAft>
                <a:spcPts val="0"/>
              </a:spcAft>
              <a:buNone/>
            </a:pPr>
            <a:r>
              <a:rPr lang="en" sz="1100"/>
              <a:t>Sample Solution Use Cases:</a:t>
            </a:r>
            <a:endParaRPr sz="1100"/>
          </a:p>
          <a:p>
            <a:pPr marL="457200" lvl="0" indent="-298450" algn="l" rtl="0">
              <a:lnSpc>
                <a:spcPct val="115000"/>
              </a:lnSpc>
              <a:spcBef>
                <a:spcPts val="1200"/>
              </a:spcBef>
              <a:spcAft>
                <a:spcPts val="0"/>
              </a:spcAft>
              <a:buSzPts val="1100"/>
              <a:buChar char="•"/>
            </a:pPr>
            <a:r>
              <a:rPr lang="en" sz="1100"/>
              <a:t>AML / KYC</a:t>
            </a:r>
            <a:endParaRPr sz="1100"/>
          </a:p>
          <a:p>
            <a:pPr marL="457200" lvl="0" indent="-298450" algn="l" rtl="0">
              <a:lnSpc>
                <a:spcPct val="115000"/>
              </a:lnSpc>
              <a:spcBef>
                <a:spcPts val="0"/>
              </a:spcBef>
              <a:spcAft>
                <a:spcPts val="0"/>
              </a:spcAft>
              <a:buSzPts val="1100"/>
              <a:buChar char="•"/>
            </a:pPr>
            <a:r>
              <a:rPr lang="en" sz="1100"/>
              <a:t>Benefits and Disputes</a:t>
            </a:r>
            <a:endParaRPr sz="1100"/>
          </a:p>
          <a:p>
            <a:pPr marL="457200" lvl="0" indent="-298450" algn="l" rtl="0">
              <a:lnSpc>
                <a:spcPct val="115000"/>
              </a:lnSpc>
              <a:spcBef>
                <a:spcPts val="0"/>
              </a:spcBef>
              <a:spcAft>
                <a:spcPts val="0"/>
              </a:spcAft>
              <a:buSzPts val="1100"/>
              <a:buChar char="•"/>
            </a:pPr>
            <a:r>
              <a:rPr lang="en" sz="1100"/>
              <a:t>Brokerage / Money Management</a:t>
            </a:r>
            <a:endParaRPr sz="1100"/>
          </a:p>
          <a:p>
            <a:pPr marL="457200" lvl="0" indent="-298450" algn="l" rtl="0">
              <a:lnSpc>
                <a:spcPct val="115000"/>
              </a:lnSpc>
              <a:spcBef>
                <a:spcPts val="0"/>
              </a:spcBef>
              <a:spcAft>
                <a:spcPts val="0"/>
              </a:spcAft>
              <a:buSzPts val="1100"/>
              <a:buChar char="•"/>
            </a:pPr>
            <a:r>
              <a:rPr lang="en" sz="1100"/>
              <a:t>Collections</a:t>
            </a:r>
            <a:endParaRPr sz="1100"/>
          </a:p>
          <a:p>
            <a:pPr marL="457200" lvl="0" indent="-298450" algn="l" rtl="0">
              <a:lnSpc>
                <a:spcPct val="115000"/>
              </a:lnSpc>
              <a:spcBef>
                <a:spcPts val="0"/>
              </a:spcBef>
              <a:spcAft>
                <a:spcPts val="0"/>
              </a:spcAft>
              <a:buSzPts val="1100"/>
              <a:buChar char="•"/>
            </a:pPr>
            <a:r>
              <a:rPr lang="en" sz="1100"/>
              <a:t>Corporate Audit and Credit Reviews</a:t>
            </a:r>
            <a:endParaRPr sz="1100"/>
          </a:p>
          <a:p>
            <a:pPr marL="457200" lvl="0" indent="-298450" algn="l" rtl="0">
              <a:lnSpc>
                <a:spcPct val="115000"/>
              </a:lnSpc>
              <a:spcBef>
                <a:spcPts val="0"/>
              </a:spcBef>
              <a:spcAft>
                <a:spcPts val="0"/>
              </a:spcAft>
              <a:buSzPts val="1100"/>
              <a:buChar char="•"/>
            </a:pPr>
            <a:r>
              <a:rPr lang="en" sz="1100"/>
              <a:t>Data Quality </a:t>
            </a:r>
            <a:endParaRPr sz="1100"/>
          </a:p>
          <a:p>
            <a:pPr marL="457200" lvl="0" indent="-298450" algn="l" rtl="0">
              <a:lnSpc>
                <a:spcPct val="115000"/>
              </a:lnSpc>
              <a:spcBef>
                <a:spcPts val="0"/>
              </a:spcBef>
              <a:spcAft>
                <a:spcPts val="0"/>
              </a:spcAft>
              <a:buSzPts val="1100"/>
              <a:buChar char="•"/>
            </a:pPr>
            <a:r>
              <a:rPr lang="en" sz="1100"/>
              <a:t>Digital Commerce</a:t>
            </a:r>
            <a:endParaRPr sz="1100"/>
          </a:p>
          <a:p>
            <a:pPr marL="457200" lvl="0" indent="-298450" algn="l" rtl="0">
              <a:lnSpc>
                <a:spcPct val="115000"/>
              </a:lnSpc>
              <a:spcBef>
                <a:spcPts val="0"/>
              </a:spcBef>
              <a:spcAft>
                <a:spcPts val="0"/>
              </a:spcAft>
              <a:buSzPts val="1100"/>
              <a:buChar char="•"/>
            </a:pPr>
            <a:r>
              <a:rPr lang="en" sz="1100"/>
              <a:t>Fraud Management</a:t>
            </a:r>
            <a:endParaRPr sz="1100"/>
          </a:p>
          <a:p>
            <a:pPr marL="457200" lvl="0" indent="-298450" algn="l" rtl="0">
              <a:lnSpc>
                <a:spcPct val="115000"/>
              </a:lnSpc>
              <a:spcBef>
                <a:spcPts val="0"/>
              </a:spcBef>
              <a:spcAft>
                <a:spcPts val="0"/>
              </a:spcAft>
              <a:buSzPts val="1100"/>
              <a:buChar char="•"/>
            </a:pPr>
            <a:r>
              <a:rPr lang="en" sz="1100"/>
              <a:t>Fund Services</a:t>
            </a:r>
            <a:endParaRPr sz="1100"/>
          </a:p>
          <a:p>
            <a:pPr marL="457200" lvl="0" indent="-298450" algn="l" rtl="0">
              <a:lnSpc>
                <a:spcPct val="115000"/>
              </a:lnSpc>
              <a:spcBef>
                <a:spcPts val="0"/>
              </a:spcBef>
              <a:spcAft>
                <a:spcPts val="0"/>
              </a:spcAft>
              <a:buSzPts val="1100"/>
              <a:buChar char="•"/>
            </a:pPr>
            <a:r>
              <a:rPr lang="en" sz="1100"/>
              <a:t>Loan Origination</a:t>
            </a:r>
            <a:endParaRPr sz="1100"/>
          </a:p>
          <a:p>
            <a:pPr marL="457200" lvl="0" indent="-298450" algn="l" rtl="0">
              <a:lnSpc>
                <a:spcPct val="115000"/>
              </a:lnSpc>
              <a:spcBef>
                <a:spcPts val="0"/>
              </a:spcBef>
              <a:spcAft>
                <a:spcPts val="0"/>
              </a:spcAft>
              <a:buSzPts val="1100"/>
              <a:buChar char="•"/>
            </a:pPr>
            <a:r>
              <a:rPr lang="en" sz="1100"/>
              <a:t>Payment Processing</a:t>
            </a:r>
            <a:endParaRPr sz="1100"/>
          </a:p>
          <a:p>
            <a:pPr marL="457200" lvl="0" indent="-298450" algn="l" rtl="0">
              <a:lnSpc>
                <a:spcPct val="115000"/>
              </a:lnSpc>
              <a:spcBef>
                <a:spcPts val="0"/>
              </a:spcBef>
              <a:spcAft>
                <a:spcPts val="0"/>
              </a:spcAft>
              <a:buSzPts val="1100"/>
              <a:buChar char="•"/>
            </a:pPr>
            <a:r>
              <a:rPr lang="en" sz="1100"/>
              <a:t>Permit-to-Order/Permit-to-Build</a:t>
            </a:r>
            <a:endParaRPr sz="1100"/>
          </a:p>
          <a:p>
            <a:pPr marL="457200" lvl="0" indent="-298450" algn="l" rtl="0">
              <a:lnSpc>
                <a:spcPct val="115000"/>
              </a:lnSpc>
              <a:spcBef>
                <a:spcPts val="0"/>
              </a:spcBef>
              <a:spcAft>
                <a:spcPts val="0"/>
              </a:spcAft>
              <a:buSzPts val="1100"/>
              <a:buChar char="•"/>
            </a:pPr>
            <a:r>
              <a:rPr lang="en" sz="1100"/>
              <a:t>Provisioning</a:t>
            </a:r>
            <a:endParaRPr sz="1100"/>
          </a:p>
          <a:p>
            <a:pPr marL="457200" lvl="0" indent="-298450" algn="l" rtl="0">
              <a:lnSpc>
                <a:spcPct val="115000"/>
              </a:lnSpc>
              <a:spcBef>
                <a:spcPts val="0"/>
              </a:spcBef>
              <a:spcAft>
                <a:spcPts val="0"/>
              </a:spcAft>
              <a:buSzPts val="1100"/>
              <a:buChar char="•"/>
            </a:pPr>
            <a:r>
              <a:rPr lang="en" sz="1100"/>
              <a:t>Risk Management (Model Risk, Trade Mandate Risk, Credit Risk, Cross Risk)</a:t>
            </a:r>
            <a:endParaRPr sz="1100"/>
          </a:p>
          <a:p>
            <a:pPr marL="457200" lvl="0" indent="-298450" algn="l" rtl="0">
              <a:lnSpc>
                <a:spcPct val="115000"/>
              </a:lnSpc>
              <a:spcBef>
                <a:spcPts val="0"/>
              </a:spcBef>
              <a:spcAft>
                <a:spcPts val="0"/>
              </a:spcAft>
              <a:buSzPts val="1100"/>
              <a:buChar char="•"/>
            </a:pPr>
            <a:r>
              <a:rPr lang="en" sz="1100"/>
              <a:t>Trade Execution (Validation, Booking, Enrichment, Settlement, Breach, Reconciliation)</a:t>
            </a:r>
            <a:endParaRPr sz="1100"/>
          </a:p>
          <a:p>
            <a:pPr marL="457200" lvl="0" indent="-298450" algn="l" rtl="0">
              <a:lnSpc>
                <a:spcPct val="115000"/>
              </a:lnSpc>
              <a:spcBef>
                <a:spcPts val="0"/>
              </a:spcBef>
              <a:spcAft>
                <a:spcPts val="0"/>
              </a:spcAft>
              <a:buSzPts val="1100"/>
              <a:buChar char="•"/>
            </a:pPr>
            <a:r>
              <a:rPr lang="en" sz="1100"/>
              <a:t>Ticketing</a:t>
            </a:r>
            <a:endParaRPr sz="1100"/>
          </a:p>
          <a:p>
            <a:pPr marL="0" lvl="0" indent="0" algn="l" rtl="0">
              <a:spcBef>
                <a:spcPts val="1200"/>
              </a:spcBef>
              <a:spcAft>
                <a:spcPts val="500"/>
              </a:spcAft>
              <a:buNone/>
            </a:pPr>
            <a:endParaRPr sz="1100"/>
          </a:p>
        </p:txBody>
      </p:sp>
      <p:sp>
        <p:nvSpPr>
          <p:cNvPr id="2011" name="Google Shape;2011;p117"/>
          <p:cNvSpPr txBox="1"/>
          <p:nvPr/>
        </p:nvSpPr>
        <p:spPr>
          <a:xfrm>
            <a:off x="6408900" y="4186125"/>
            <a:ext cx="25584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800" u="sng">
                <a:solidFill>
                  <a:schemeClr val="hlink"/>
                </a:solidFill>
                <a:hlinkClick r:id="rId3"/>
              </a:rPr>
              <a:t>https://page.camunda.com/wod-process-automation-forum-live-finance-banking-june2021-success</a:t>
            </a:r>
            <a:r>
              <a:rPr lang="en" sz="800"/>
              <a:t> </a:t>
            </a:r>
            <a:endParaRPr sz="800"/>
          </a:p>
        </p:txBody>
      </p:sp>
      <p:pic>
        <p:nvPicPr>
          <p:cNvPr id="2012" name="Google Shape;2012;p117"/>
          <p:cNvPicPr preferRelativeResize="0"/>
          <p:nvPr/>
        </p:nvPicPr>
        <p:blipFill>
          <a:blip r:embed="rId4">
            <a:alphaModFix/>
          </a:blip>
          <a:stretch>
            <a:fillRect/>
          </a:stretch>
        </p:blipFill>
        <p:spPr>
          <a:xfrm>
            <a:off x="4758973" y="356684"/>
            <a:ext cx="2417275" cy="2536466"/>
          </a:xfrm>
          <a:prstGeom prst="rect">
            <a:avLst/>
          </a:prstGeom>
          <a:noFill/>
          <a:ln>
            <a:noFill/>
          </a:ln>
        </p:spPr>
      </p:pic>
      <p:pic>
        <p:nvPicPr>
          <p:cNvPr id="2013" name="Google Shape;2013;p117"/>
          <p:cNvPicPr preferRelativeResize="0"/>
          <p:nvPr/>
        </p:nvPicPr>
        <p:blipFill>
          <a:blip r:embed="rId5">
            <a:alphaModFix/>
          </a:blip>
          <a:stretch>
            <a:fillRect/>
          </a:stretch>
        </p:blipFill>
        <p:spPr>
          <a:xfrm>
            <a:off x="6360500" y="1583175"/>
            <a:ext cx="2558475" cy="2659925"/>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302"/>
        <p:cNvGrpSpPr/>
        <p:nvPr/>
      </p:nvGrpSpPr>
      <p:grpSpPr>
        <a:xfrm>
          <a:off x="0" y="0"/>
          <a:ext cx="0" cy="0"/>
          <a:chOff x="0" y="0"/>
          <a:chExt cx="0" cy="0"/>
        </a:xfrm>
      </p:grpSpPr>
      <p:sp>
        <p:nvSpPr>
          <p:cNvPr id="2303" name="Google Shape;2303;p127"/>
          <p:cNvSpPr txBox="1">
            <a:spLocks noGrp="1"/>
          </p:cNvSpPr>
          <p:nvPr>
            <p:ph type="title"/>
          </p:nvPr>
        </p:nvSpPr>
        <p:spPr>
          <a:xfrm>
            <a:off x="457200" y="114300"/>
            <a:ext cx="8229600" cy="9033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en"/>
              <a:t>Common Camunda Uses</a:t>
            </a:r>
            <a:endParaRPr/>
          </a:p>
        </p:txBody>
      </p:sp>
      <p:sp>
        <p:nvSpPr>
          <p:cNvPr id="2304" name="Google Shape;2304;p127"/>
          <p:cNvSpPr txBox="1">
            <a:spLocks noGrp="1"/>
          </p:cNvSpPr>
          <p:nvPr>
            <p:ph type="sldNum" idx="12"/>
          </p:nvPr>
        </p:nvSpPr>
        <p:spPr>
          <a:xfrm>
            <a:off x="8366700" y="4805546"/>
            <a:ext cx="548700" cy="2154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fld id="{00000000-1234-1234-1234-123412341234}" type="slidenum">
              <a:rPr lang="en"/>
              <a:t>20</a:t>
            </a:fld>
            <a:endParaRPr/>
          </a:p>
        </p:txBody>
      </p:sp>
      <p:sp>
        <p:nvSpPr>
          <p:cNvPr id="2305" name="Google Shape;2305;p127"/>
          <p:cNvSpPr txBox="1">
            <a:spLocks noGrp="1"/>
          </p:cNvSpPr>
          <p:nvPr>
            <p:ph type="subTitle" idx="2"/>
          </p:nvPr>
        </p:nvSpPr>
        <p:spPr>
          <a:xfrm>
            <a:off x="467075" y="4814525"/>
            <a:ext cx="2326500" cy="206400"/>
          </a:xfrm>
          <a:prstGeom prst="rect">
            <a:avLst/>
          </a:prstGeom>
        </p:spPr>
        <p:txBody>
          <a:bodyPr spcFirstLastPara="1" wrap="square" lIns="0" tIns="0" rIns="0" bIns="0" anchor="b" anchorCtr="0">
            <a:noAutofit/>
          </a:bodyPr>
          <a:lstStyle/>
          <a:p>
            <a:pPr marL="0" lvl="0" indent="0" algn="l" rtl="0">
              <a:spcBef>
                <a:spcPts val="800"/>
              </a:spcBef>
              <a:spcAft>
                <a:spcPts val="500"/>
              </a:spcAft>
              <a:buNone/>
            </a:pPr>
            <a:endParaRPr/>
          </a:p>
        </p:txBody>
      </p:sp>
      <p:sp>
        <p:nvSpPr>
          <p:cNvPr id="2306" name="Google Shape;2306;p127"/>
          <p:cNvSpPr txBox="1"/>
          <p:nvPr/>
        </p:nvSpPr>
        <p:spPr>
          <a:xfrm>
            <a:off x="457100" y="696057"/>
            <a:ext cx="7958100" cy="30690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1200"/>
              </a:spcAft>
              <a:buNone/>
            </a:pPr>
            <a:r>
              <a:rPr lang="en" sz="1600">
                <a:solidFill>
                  <a:schemeClr val="dk2"/>
                </a:solidFill>
                <a:latin typeface="IBM Plex Sans Medium"/>
                <a:ea typeface="IBM Plex Sans Medium"/>
                <a:cs typeface="IBM Plex Sans Medium"/>
                <a:sym typeface="IBM Plex Sans Medium"/>
              </a:rPr>
              <a:t>Top uses of Camunda across three areas of work</a:t>
            </a:r>
            <a:endParaRPr sz="1600">
              <a:solidFill>
                <a:schemeClr val="dk2"/>
              </a:solidFill>
              <a:latin typeface="IBM Plex Sans Medium"/>
              <a:ea typeface="IBM Plex Sans Medium"/>
              <a:cs typeface="IBM Plex Sans Medium"/>
              <a:sym typeface="IBM Plex Sans Medium"/>
            </a:endParaRPr>
          </a:p>
        </p:txBody>
      </p:sp>
      <p:sp>
        <p:nvSpPr>
          <p:cNvPr id="2307" name="Google Shape;2307;p127"/>
          <p:cNvSpPr/>
          <p:nvPr/>
        </p:nvSpPr>
        <p:spPr>
          <a:xfrm>
            <a:off x="457101" y="1152475"/>
            <a:ext cx="2497200" cy="2311200"/>
          </a:xfrm>
          <a:prstGeom prst="roundRect">
            <a:avLst>
              <a:gd name="adj" fmla="val 11313"/>
            </a:avLst>
          </a:prstGeom>
          <a:solidFill>
            <a:schemeClr val="accent1"/>
          </a:solidFill>
          <a:ln>
            <a:noFill/>
          </a:ln>
        </p:spPr>
        <p:txBody>
          <a:bodyPr spcFirstLastPara="1" wrap="square" lIns="57150" tIns="57150" rIns="57150" bIns="57150" anchor="t" anchorCtr="0">
            <a:noAutofit/>
          </a:bodyPr>
          <a:lstStyle/>
          <a:p>
            <a:pPr marL="0" lvl="0" indent="0" algn="ctr" rtl="0">
              <a:spcBef>
                <a:spcPts val="0"/>
              </a:spcBef>
              <a:spcAft>
                <a:spcPts val="0"/>
              </a:spcAft>
              <a:buNone/>
            </a:pPr>
            <a:endParaRPr sz="900"/>
          </a:p>
        </p:txBody>
      </p:sp>
      <p:sp>
        <p:nvSpPr>
          <p:cNvPr id="2308" name="Google Shape;2308;p127"/>
          <p:cNvSpPr/>
          <p:nvPr/>
        </p:nvSpPr>
        <p:spPr>
          <a:xfrm>
            <a:off x="457101" y="1592005"/>
            <a:ext cx="2497200" cy="2883900"/>
          </a:xfrm>
          <a:prstGeom prst="roundRect">
            <a:avLst>
              <a:gd name="adj" fmla="val 8673"/>
            </a:avLst>
          </a:prstGeom>
          <a:solidFill>
            <a:srgbClr val="000000"/>
          </a:solidFill>
          <a:ln>
            <a:noFill/>
          </a:ln>
        </p:spPr>
        <p:txBody>
          <a:bodyPr spcFirstLastPara="1" wrap="square" lIns="57150" tIns="57150" rIns="57150" bIns="57150" anchor="t" anchorCtr="0">
            <a:noAutofit/>
          </a:bodyPr>
          <a:lstStyle/>
          <a:p>
            <a:pPr marL="0" lvl="0" indent="0" algn="l" rtl="0">
              <a:spcBef>
                <a:spcPts val="0"/>
              </a:spcBef>
              <a:spcAft>
                <a:spcPts val="0"/>
              </a:spcAft>
              <a:buNone/>
            </a:pPr>
            <a:endParaRPr sz="900" b="1"/>
          </a:p>
        </p:txBody>
      </p:sp>
      <p:sp>
        <p:nvSpPr>
          <p:cNvPr id="2309" name="Google Shape;2309;p127"/>
          <p:cNvSpPr/>
          <p:nvPr/>
        </p:nvSpPr>
        <p:spPr>
          <a:xfrm>
            <a:off x="6189601" y="1152475"/>
            <a:ext cx="2497200" cy="2311200"/>
          </a:xfrm>
          <a:prstGeom prst="roundRect">
            <a:avLst>
              <a:gd name="adj" fmla="val 10000"/>
            </a:avLst>
          </a:prstGeom>
          <a:solidFill>
            <a:schemeClr val="dk2"/>
          </a:solidFill>
          <a:ln>
            <a:noFill/>
          </a:ln>
        </p:spPr>
        <p:txBody>
          <a:bodyPr spcFirstLastPara="1" wrap="square" lIns="57150" tIns="57150" rIns="57150" bIns="57150" anchor="t" anchorCtr="0">
            <a:noAutofit/>
          </a:bodyPr>
          <a:lstStyle/>
          <a:p>
            <a:pPr marL="0" lvl="0" indent="0" algn="ctr" rtl="0">
              <a:spcBef>
                <a:spcPts val="0"/>
              </a:spcBef>
              <a:spcAft>
                <a:spcPts val="0"/>
              </a:spcAft>
              <a:buNone/>
            </a:pPr>
            <a:endParaRPr sz="900"/>
          </a:p>
        </p:txBody>
      </p:sp>
      <p:sp>
        <p:nvSpPr>
          <p:cNvPr id="2310" name="Google Shape;2310;p127"/>
          <p:cNvSpPr/>
          <p:nvPr/>
        </p:nvSpPr>
        <p:spPr>
          <a:xfrm>
            <a:off x="6189601" y="1592005"/>
            <a:ext cx="2497200" cy="2883900"/>
          </a:xfrm>
          <a:prstGeom prst="roundRect">
            <a:avLst>
              <a:gd name="adj" fmla="val 7882"/>
            </a:avLst>
          </a:prstGeom>
          <a:solidFill>
            <a:srgbClr val="000000"/>
          </a:solidFill>
          <a:ln>
            <a:noFill/>
          </a:ln>
        </p:spPr>
        <p:txBody>
          <a:bodyPr spcFirstLastPara="1" wrap="square" lIns="57150" tIns="57150" rIns="57150" bIns="57150" anchor="t" anchorCtr="0">
            <a:noAutofit/>
          </a:bodyPr>
          <a:lstStyle/>
          <a:p>
            <a:pPr marL="0" lvl="0" indent="0" algn="l" rtl="0">
              <a:spcBef>
                <a:spcPts val="0"/>
              </a:spcBef>
              <a:spcAft>
                <a:spcPts val="0"/>
              </a:spcAft>
              <a:buNone/>
            </a:pPr>
            <a:endParaRPr sz="900" b="1"/>
          </a:p>
        </p:txBody>
      </p:sp>
      <p:sp>
        <p:nvSpPr>
          <p:cNvPr id="2311" name="Google Shape;2311;p127"/>
          <p:cNvSpPr/>
          <p:nvPr/>
        </p:nvSpPr>
        <p:spPr>
          <a:xfrm>
            <a:off x="3317138" y="1152475"/>
            <a:ext cx="2497200" cy="2311200"/>
          </a:xfrm>
          <a:prstGeom prst="roundRect">
            <a:avLst>
              <a:gd name="adj" fmla="val 11544"/>
            </a:avLst>
          </a:prstGeom>
          <a:solidFill>
            <a:schemeClr val="accent6"/>
          </a:solidFill>
          <a:ln>
            <a:noFill/>
          </a:ln>
        </p:spPr>
        <p:txBody>
          <a:bodyPr spcFirstLastPara="1" wrap="square" lIns="57150" tIns="57150" rIns="57150" bIns="57150" anchor="t" anchorCtr="0">
            <a:noAutofit/>
          </a:bodyPr>
          <a:lstStyle/>
          <a:p>
            <a:pPr marL="0" lvl="0" indent="0" algn="ctr" rtl="0">
              <a:spcBef>
                <a:spcPts val="0"/>
              </a:spcBef>
              <a:spcAft>
                <a:spcPts val="0"/>
              </a:spcAft>
              <a:buNone/>
            </a:pPr>
            <a:endParaRPr sz="900"/>
          </a:p>
        </p:txBody>
      </p:sp>
      <p:sp>
        <p:nvSpPr>
          <p:cNvPr id="2312" name="Google Shape;2312;p127"/>
          <p:cNvSpPr/>
          <p:nvPr/>
        </p:nvSpPr>
        <p:spPr>
          <a:xfrm>
            <a:off x="3317138" y="1592005"/>
            <a:ext cx="2497200" cy="2883900"/>
          </a:xfrm>
          <a:prstGeom prst="roundRect">
            <a:avLst>
              <a:gd name="adj" fmla="val 8167"/>
            </a:avLst>
          </a:prstGeom>
          <a:solidFill>
            <a:srgbClr val="000000"/>
          </a:solidFill>
          <a:ln>
            <a:noFill/>
          </a:ln>
        </p:spPr>
        <p:txBody>
          <a:bodyPr spcFirstLastPara="1" wrap="square" lIns="57150" tIns="57150" rIns="57150" bIns="57150" anchor="t" anchorCtr="0">
            <a:noAutofit/>
          </a:bodyPr>
          <a:lstStyle/>
          <a:p>
            <a:pPr marL="0" lvl="0" indent="0" algn="l" rtl="0">
              <a:spcBef>
                <a:spcPts val="0"/>
              </a:spcBef>
              <a:spcAft>
                <a:spcPts val="0"/>
              </a:spcAft>
              <a:buNone/>
            </a:pPr>
            <a:endParaRPr sz="900" b="1"/>
          </a:p>
        </p:txBody>
      </p:sp>
      <p:sp>
        <p:nvSpPr>
          <p:cNvPr id="2313" name="Google Shape;2313;p127"/>
          <p:cNvSpPr txBox="1">
            <a:spLocks noGrp="1"/>
          </p:cNvSpPr>
          <p:nvPr>
            <p:ph type="body" idx="1"/>
          </p:nvPr>
        </p:nvSpPr>
        <p:spPr>
          <a:xfrm>
            <a:off x="578100" y="1741675"/>
            <a:ext cx="2215500" cy="2586600"/>
          </a:xfrm>
          <a:prstGeom prst="rect">
            <a:avLst/>
          </a:prstGeom>
        </p:spPr>
        <p:txBody>
          <a:bodyPr spcFirstLastPara="1" wrap="square" lIns="0" tIns="0" rIns="0" bIns="0" anchor="t" anchorCtr="0">
            <a:noAutofit/>
          </a:bodyPr>
          <a:lstStyle/>
          <a:p>
            <a:pPr marL="457200" lvl="0" indent="-304800" algn="l" rtl="0">
              <a:spcBef>
                <a:spcPts val="800"/>
              </a:spcBef>
              <a:spcAft>
                <a:spcPts val="0"/>
              </a:spcAft>
              <a:buSzPts val="1200"/>
              <a:buChar char="•"/>
            </a:pPr>
            <a:r>
              <a:rPr lang="en" sz="1200">
                <a:solidFill>
                  <a:schemeClr val="lt1"/>
                </a:solidFill>
              </a:rPr>
              <a:t>Building a centralized process automation platform</a:t>
            </a:r>
            <a:endParaRPr sz="1200">
              <a:solidFill>
                <a:schemeClr val="lt1"/>
              </a:solidFill>
            </a:endParaRPr>
          </a:p>
          <a:p>
            <a:pPr marL="457200" lvl="0" indent="-304800" algn="l" rtl="0">
              <a:spcBef>
                <a:spcPts val="1000"/>
              </a:spcBef>
              <a:spcAft>
                <a:spcPts val="0"/>
              </a:spcAft>
              <a:buSzPts val="1200"/>
              <a:buChar char="•"/>
            </a:pPr>
            <a:r>
              <a:rPr lang="en" sz="1200">
                <a:solidFill>
                  <a:schemeClr val="lt1"/>
                </a:solidFill>
              </a:rPr>
              <a:t>Replacing a legacy business process management (BPM) suite</a:t>
            </a:r>
            <a:endParaRPr sz="1200">
              <a:solidFill>
                <a:schemeClr val="lt1"/>
              </a:solidFill>
            </a:endParaRPr>
          </a:p>
          <a:p>
            <a:pPr marL="457200" lvl="0" indent="-304800" algn="l" rtl="0">
              <a:spcBef>
                <a:spcPts val="1000"/>
              </a:spcBef>
              <a:spcAft>
                <a:spcPts val="0"/>
              </a:spcAft>
              <a:buSzPts val="1200"/>
              <a:buChar char="•"/>
            </a:pPr>
            <a:r>
              <a:rPr lang="en" sz="1200">
                <a:solidFill>
                  <a:schemeClr val="lt1"/>
                </a:solidFill>
              </a:rPr>
              <a:t>Replacing homegrown workflow technology </a:t>
            </a:r>
            <a:endParaRPr sz="1200">
              <a:solidFill>
                <a:schemeClr val="lt1"/>
              </a:solidFill>
            </a:endParaRPr>
          </a:p>
          <a:p>
            <a:pPr marL="457200" lvl="0" indent="-304800" algn="l" rtl="0">
              <a:spcBef>
                <a:spcPts val="1000"/>
              </a:spcBef>
              <a:spcAft>
                <a:spcPts val="1000"/>
              </a:spcAft>
              <a:buSzPts val="1200"/>
              <a:buChar char="•"/>
            </a:pPr>
            <a:r>
              <a:rPr lang="en" sz="1200">
                <a:solidFill>
                  <a:schemeClr val="lt1"/>
                </a:solidFill>
              </a:rPr>
              <a:t>Moving applications to the cloud </a:t>
            </a:r>
            <a:endParaRPr sz="1200">
              <a:solidFill>
                <a:schemeClr val="lt1"/>
              </a:solidFill>
            </a:endParaRPr>
          </a:p>
        </p:txBody>
      </p:sp>
      <p:sp>
        <p:nvSpPr>
          <p:cNvPr id="2314" name="Google Shape;2314;p127"/>
          <p:cNvSpPr txBox="1">
            <a:spLocks noGrp="1"/>
          </p:cNvSpPr>
          <p:nvPr>
            <p:ph type="body" idx="4294967295"/>
          </p:nvPr>
        </p:nvSpPr>
        <p:spPr>
          <a:xfrm>
            <a:off x="3430600" y="1741675"/>
            <a:ext cx="2282700" cy="2586600"/>
          </a:xfrm>
          <a:prstGeom prst="rect">
            <a:avLst/>
          </a:prstGeom>
        </p:spPr>
        <p:txBody>
          <a:bodyPr spcFirstLastPara="1" wrap="square" lIns="0" tIns="0" rIns="0" bIns="0" anchor="t" anchorCtr="0">
            <a:noAutofit/>
          </a:bodyPr>
          <a:lstStyle/>
          <a:p>
            <a:pPr marL="457200" lvl="0" indent="-304800" algn="l" rtl="0">
              <a:spcBef>
                <a:spcPts val="800"/>
              </a:spcBef>
              <a:spcAft>
                <a:spcPts val="0"/>
              </a:spcAft>
              <a:buSzPts val="1200"/>
              <a:buChar char="•"/>
            </a:pPr>
            <a:r>
              <a:rPr lang="en" sz="1200">
                <a:solidFill>
                  <a:schemeClr val="lt1"/>
                </a:solidFill>
              </a:rPr>
              <a:t>Human workflow automation</a:t>
            </a:r>
            <a:endParaRPr sz="1200">
              <a:solidFill>
                <a:schemeClr val="lt1"/>
              </a:solidFill>
            </a:endParaRPr>
          </a:p>
          <a:p>
            <a:pPr marL="457200" lvl="0" indent="-304800" algn="l" rtl="0">
              <a:spcBef>
                <a:spcPts val="1000"/>
              </a:spcBef>
              <a:spcAft>
                <a:spcPts val="0"/>
              </a:spcAft>
              <a:buSzPts val="1200"/>
              <a:buChar char="•"/>
            </a:pPr>
            <a:r>
              <a:rPr lang="en" sz="1200">
                <a:solidFill>
                  <a:schemeClr val="lt1"/>
                </a:solidFill>
              </a:rPr>
              <a:t>Microservices orchestration </a:t>
            </a:r>
            <a:endParaRPr sz="1200">
              <a:solidFill>
                <a:schemeClr val="lt1"/>
              </a:solidFill>
            </a:endParaRPr>
          </a:p>
          <a:p>
            <a:pPr marL="457200" lvl="0" indent="-304800" algn="l" rtl="0">
              <a:spcBef>
                <a:spcPts val="1000"/>
              </a:spcBef>
              <a:spcAft>
                <a:spcPts val="0"/>
              </a:spcAft>
              <a:buSzPts val="1200"/>
              <a:buChar char="•"/>
            </a:pPr>
            <a:r>
              <a:rPr lang="en" sz="1200">
                <a:solidFill>
                  <a:schemeClr val="lt1"/>
                </a:solidFill>
              </a:rPr>
              <a:t>RPA bot orchestration</a:t>
            </a:r>
            <a:endParaRPr sz="1200">
              <a:solidFill>
                <a:schemeClr val="lt1"/>
              </a:solidFill>
            </a:endParaRPr>
          </a:p>
          <a:p>
            <a:pPr marL="457200" lvl="0" indent="-304800" algn="l" rtl="0">
              <a:spcBef>
                <a:spcPts val="1000"/>
              </a:spcBef>
              <a:spcAft>
                <a:spcPts val="0"/>
              </a:spcAft>
              <a:buSzPts val="1200"/>
              <a:buChar char="•"/>
            </a:pPr>
            <a:r>
              <a:rPr lang="en" sz="1200">
                <a:solidFill>
                  <a:schemeClr val="lt1"/>
                </a:solidFill>
              </a:rPr>
              <a:t>Decision automation</a:t>
            </a:r>
            <a:endParaRPr sz="1200">
              <a:solidFill>
                <a:schemeClr val="lt1"/>
              </a:solidFill>
            </a:endParaRPr>
          </a:p>
          <a:p>
            <a:pPr marL="457200" lvl="0" indent="-304800" algn="l" rtl="0">
              <a:spcBef>
                <a:spcPts val="1000"/>
              </a:spcBef>
              <a:spcAft>
                <a:spcPts val="1000"/>
              </a:spcAft>
              <a:buSzPts val="1200"/>
              <a:buChar char="•"/>
            </a:pPr>
            <a:r>
              <a:rPr lang="en" sz="1200">
                <a:solidFill>
                  <a:schemeClr val="lt1"/>
                </a:solidFill>
              </a:rPr>
              <a:t>Document management</a:t>
            </a:r>
            <a:endParaRPr sz="1200">
              <a:solidFill>
                <a:schemeClr val="lt1"/>
              </a:solidFill>
            </a:endParaRPr>
          </a:p>
        </p:txBody>
      </p:sp>
      <p:sp>
        <p:nvSpPr>
          <p:cNvPr id="2315" name="Google Shape;2315;p127"/>
          <p:cNvSpPr txBox="1">
            <a:spLocks noGrp="1"/>
          </p:cNvSpPr>
          <p:nvPr>
            <p:ph type="body" idx="4294967295"/>
          </p:nvPr>
        </p:nvSpPr>
        <p:spPr>
          <a:xfrm>
            <a:off x="6296850" y="1741675"/>
            <a:ext cx="2165100" cy="2586600"/>
          </a:xfrm>
          <a:prstGeom prst="rect">
            <a:avLst/>
          </a:prstGeom>
        </p:spPr>
        <p:txBody>
          <a:bodyPr spcFirstLastPara="1" wrap="square" lIns="0" tIns="0" rIns="0" bIns="0" anchor="t" anchorCtr="0">
            <a:noAutofit/>
          </a:bodyPr>
          <a:lstStyle/>
          <a:p>
            <a:pPr marL="457200" lvl="0" indent="-304800" algn="l" rtl="0">
              <a:spcBef>
                <a:spcPts val="800"/>
              </a:spcBef>
              <a:spcAft>
                <a:spcPts val="0"/>
              </a:spcAft>
              <a:buSzPts val="1200"/>
              <a:buChar char="•"/>
            </a:pPr>
            <a:r>
              <a:rPr lang="en" sz="1200">
                <a:solidFill>
                  <a:schemeClr val="lt1"/>
                </a:solidFill>
              </a:rPr>
              <a:t>Customer onboarding and data management</a:t>
            </a:r>
            <a:endParaRPr sz="1200">
              <a:solidFill>
                <a:schemeClr val="lt1"/>
              </a:solidFill>
            </a:endParaRPr>
          </a:p>
          <a:p>
            <a:pPr marL="457200" lvl="0" indent="-304800" algn="l" rtl="0">
              <a:spcBef>
                <a:spcPts val="1000"/>
              </a:spcBef>
              <a:spcAft>
                <a:spcPts val="0"/>
              </a:spcAft>
              <a:buSzPts val="1200"/>
              <a:buChar char="•"/>
            </a:pPr>
            <a:r>
              <a:rPr lang="en" sz="1200">
                <a:solidFill>
                  <a:schemeClr val="lt1"/>
                </a:solidFill>
              </a:rPr>
              <a:t>Order management</a:t>
            </a:r>
            <a:endParaRPr sz="1200">
              <a:solidFill>
                <a:schemeClr val="lt1"/>
              </a:solidFill>
            </a:endParaRPr>
          </a:p>
          <a:p>
            <a:pPr marL="457200" lvl="0" indent="-304800" algn="l" rtl="0">
              <a:spcBef>
                <a:spcPts val="1000"/>
              </a:spcBef>
              <a:spcAft>
                <a:spcPts val="0"/>
              </a:spcAft>
              <a:buSzPts val="1200"/>
              <a:buChar char="•"/>
            </a:pPr>
            <a:r>
              <a:rPr lang="en" sz="1200">
                <a:solidFill>
                  <a:schemeClr val="lt1"/>
                </a:solidFill>
              </a:rPr>
              <a:t>Claims management</a:t>
            </a:r>
            <a:endParaRPr sz="1200">
              <a:solidFill>
                <a:schemeClr val="lt1"/>
              </a:solidFill>
            </a:endParaRPr>
          </a:p>
          <a:p>
            <a:pPr marL="457200" lvl="0" indent="-304800" algn="l" rtl="0">
              <a:spcBef>
                <a:spcPts val="1000"/>
              </a:spcBef>
              <a:spcAft>
                <a:spcPts val="0"/>
              </a:spcAft>
              <a:buSzPts val="1200"/>
              <a:buChar char="•"/>
            </a:pPr>
            <a:r>
              <a:rPr lang="en" sz="1200">
                <a:solidFill>
                  <a:schemeClr val="lt1"/>
                </a:solidFill>
              </a:rPr>
              <a:t>Loan origination</a:t>
            </a:r>
            <a:endParaRPr sz="1200">
              <a:solidFill>
                <a:schemeClr val="lt1"/>
              </a:solidFill>
            </a:endParaRPr>
          </a:p>
          <a:p>
            <a:pPr marL="457200" lvl="0" indent="-304800" algn="l" rtl="0">
              <a:spcBef>
                <a:spcPts val="1000"/>
              </a:spcBef>
              <a:spcAft>
                <a:spcPts val="1000"/>
              </a:spcAft>
              <a:buSzPts val="1200"/>
              <a:buChar char="•"/>
            </a:pPr>
            <a:r>
              <a:rPr lang="en" sz="1200">
                <a:solidFill>
                  <a:schemeClr val="lt1"/>
                </a:solidFill>
              </a:rPr>
              <a:t>Risk management and underwriting</a:t>
            </a:r>
            <a:endParaRPr sz="1200">
              <a:solidFill>
                <a:schemeClr val="lt1"/>
              </a:solidFill>
            </a:endParaRPr>
          </a:p>
        </p:txBody>
      </p:sp>
      <p:sp>
        <p:nvSpPr>
          <p:cNvPr id="2316" name="Google Shape;2316;p127"/>
          <p:cNvSpPr txBox="1">
            <a:spLocks noGrp="1"/>
          </p:cNvSpPr>
          <p:nvPr>
            <p:ph type="subTitle" idx="4294967295"/>
          </p:nvPr>
        </p:nvSpPr>
        <p:spPr>
          <a:xfrm>
            <a:off x="444675" y="1163575"/>
            <a:ext cx="2497200" cy="436500"/>
          </a:xfrm>
          <a:prstGeom prst="rect">
            <a:avLst/>
          </a:prstGeom>
        </p:spPr>
        <p:txBody>
          <a:bodyPr spcFirstLastPara="1" wrap="square" lIns="0" tIns="0" rIns="0" bIns="0" anchor="ctr" anchorCtr="0">
            <a:noAutofit/>
          </a:bodyPr>
          <a:lstStyle/>
          <a:p>
            <a:pPr marL="0" lvl="0" indent="0" algn="ctr" rtl="0">
              <a:spcBef>
                <a:spcPts val="800"/>
              </a:spcBef>
              <a:spcAft>
                <a:spcPts val="500"/>
              </a:spcAft>
              <a:buNone/>
            </a:pPr>
            <a:r>
              <a:rPr lang="en">
                <a:solidFill>
                  <a:schemeClr val="lt1"/>
                </a:solidFill>
                <a:latin typeface="IBM Plex Sans Medium"/>
                <a:ea typeface="IBM Plex Sans Medium"/>
                <a:cs typeface="IBM Plex Sans Medium"/>
                <a:sym typeface="IBM Plex Sans Medium"/>
              </a:rPr>
              <a:t>IT Initiatives</a:t>
            </a:r>
            <a:endParaRPr>
              <a:solidFill>
                <a:schemeClr val="lt1"/>
              </a:solidFill>
              <a:latin typeface="IBM Plex Sans Medium"/>
              <a:ea typeface="IBM Plex Sans Medium"/>
              <a:cs typeface="IBM Plex Sans Medium"/>
              <a:sym typeface="IBM Plex Sans Medium"/>
            </a:endParaRPr>
          </a:p>
        </p:txBody>
      </p:sp>
      <p:sp>
        <p:nvSpPr>
          <p:cNvPr id="2317" name="Google Shape;2317;p127"/>
          <p:cNvSpPr txBox="1">
            <a:spLocks noGrp="1"/>
          </p:cNvSpPr>
          <p:nvPr>
            <p:ph type="subTitle" idx="4294967295"/>
          </p:nvPr>
        </p:nvSpPr>
        <p:spPr>
          <a:xfrm>
            <a:off x="3304713" y="1163575"/>
            <a:ext cx="2497200" cy="436500"/>
          </a:xfrm>
          <a:prstGeom prst="rect">
            <a:avLst/>
          </a:prstGeom>
        </p:spPr>
        <p:txBody>
          <a:bodyPr spcFirstLastPara="1" wrap="square" lIns="0" tIns="0" rIns="0" bIns="0" anchor="ctr" anchorCtr="0">
            <a:noAutofit/>
          </a:bodyPr>
          <a:lstStyle/>
          <a:p>
            <a:pPr marL="0" lvl="0" indent="0" algn="ctr" rtl="0">
              <a:spcBef>
                <a:spcPts val="800"/>
              </a:spcBef>
              <a:spcAft>
                <a:spcPts val="500"/>
              </a:spcAft>
              <a:buNone/>
            </a:pPr>
            <a:r>
              <a:rPr lang="en">
                <a:solidFill>
                  <a:schemeClr val="lt1"/>
                </a:solidFill>
                <a:latin typeface="IBM Plex Sans Medium"/>
                <a:ea typeface="IBM Plex Sans Medium"/>
                <a:cs typeface="IBM Plex Sans Medium"/>
                <a:sym typeface="IBM Plex Sans Medium"/>
              </a:rPr>
              <a:t>Technical Use Cases</a:t>
            </a:r>
            <a:endParaRPr>
              <a:solidFill>
                <a:schemeClr val="lt1"/>
              </a:solidFill>
              <a:latin typeface="IBM Plex Sans Medium"/>
              <a:ea typeface="IBM Plex Sans Medium"/>
              <a:cs typeface="IBM Plex Sans Medium"/>
              <a:sym typeface="IBM Plex Sans Medium"/>
            </a:endParaRPr>
          </a:p>
        </p:txBody>
      </p:sp>
      <p:sp>
        <p:nvSpPr>
          <p:cNvPr id="2318" name="Google Shape;2318;p127"/>
          <p:cNvSpPr txBox="1">
            <a:spLocks noGrp="1"/>
          </p:cNvSpPr>
          <p:nvPr>
            <p:ph type="subTitle" idx="4294967295"/>
          </p:nvPr>
        </p:nvSpPr>
        <p:spPr>
          <a:xfrm>
            <a:off x="6177175" y="1163575"/>
            <a:ext cx="2497200" cy="436500"/>
          </a:xfrm>
          <a:prstGeom prst="rect">
            <a:avLst/>
          </a:prstGeom>
        </p:spPr>
        <p:txBody>
          <a:bodyPr spcFirstLastPara="1" wrap="square" lIns="0" tIns="0" rIns="0" bIns="0" anchor="ctr" anchorCtr="0">
            <a:noAutofit/>
          </a:bodyPr>
          <a:lstStyle/>
          <a:p>
            <a:pPr marL="0" lvl="0" indent="0" algn="ctr" rtl="0">
              <a:spcBef>
                <a:spcPts val="800"/>
              </a:spcBef>
              <a:spcAft>
                <a:spcPts val="500"/>
              </a:spcAft>
              <a:buNone/>
            </a:pPr>
            <a:r>
              <a:rPr lang="en">
                <a:solidFill>
                  <a:schemeClr val="lt1"/>
                </a:solidFill>
                <a:latin typeface="IBM Plex Sans Medium"/>
                <a:ea typeface="IBM Plex Sans Medium"/>
                <a:cs typeface="IBM Plex Sans Medium"/>
                <a:sym typeface="IBM Plex Sans Medium"/>
              </a:rPr>
              <a:t>Business Processes</a:t>
            </a:r>
            <a:endParaRPr>
              <a:solidFill>
                <a:schemeClr val="lt1"/>
              </a:solidFill>
              <a:latin typeface="IBM Plex Sans Medium"/>
              <a:ea typeface="IBM Plex Sans Medium"/>
              <a:cs typeface="IBM Plex Sans Medium"/>
              <a:sym typeface="IBM Plex Sans Medium"/>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7F7F7"/>
        </a:solidFill>
        <a:effectLst/>
      </p:bgPr>
    </p:bg>
    <p:spTree>
      <p:nvGrpSpPr>
        <p:cNvPr id="1" name="Shape 2322"/>
        <p:cNvGrpSpPr/>
        <p:nvPr/>
      </p:nvGrpSpPr>
      <p:grpSpPr>
        <a:xfrm>
          <a:off x="0" y="0"/>
          <a:ext cx="0" cy="0"/>
          <a:chOff x="0" y="0"/>
          <a:chExt cx="0" cy="0"/>
        </a:xfrm>
      </p:grpSpPr>
      <p:pic>
        <p:nvPicPr>
          <p:cNvPr id="2323" name="Google Shape;2323;p128"/>
          <p:cNvPicPr preferRelativeResize="0"/>
          <p:nvPr/>
        </p:nvPicPr>
        <p:blipFill rotWithShape="1">
          <a:blip r:embed="rId3">
            <a:alphaModFix/>
          </a:blip>
          <a:srcRect l="21488" r="20976"/>
          <a:stretch/>
        </p:blipFill>
        <p:spPr>
          <a:xfrm>
            <a:off x="3563303" y="1998875"/>
            <a:ext cx="2391839" cy="2571750"/>
          </a:xfrm>
          <a:prstGeom prst="rect">
            <a:avLst/>
          </a:prstGeom>
          <a:noFill/>
          <a:ln>
            <a:noFill/>
          </a:ln>
        </p:spPr>
      </p:pic>
      <p:sp>
        <p:nvSpPr>
          <p:cNvPr id="2324" name="Google Shape;2324;p128"/>
          <p:cNvSpPr/>
          <p:nvPr/>
        </p:nvSpPr>
        <p:spPr>
          <a:xfrm rot="10800000">
            <a:off x="5689950" y="100"/>
            <a:ext cx="2592900" cy="2060100"/>
          </a:xfrm>
          <a:prstGeom prst="round2SameRect">
            <a:avLst>
              <a:gd name="adj1" fmla="val 10061"/>
              <a:gd name="adj2" fmla="val 0"/>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5" name="Google Shape;2325;p128"/>
          <p:cNvSpPr txBox="1">
            <a:spLocks noGrp="1"/>
          </p:cNvSpPr>
          <p:nvPr>
            <p:ph type="body" idx="4294967295"/>
          </p:nvPr>
        </p:nvSpPr>
        <p:spPr>
          <a:xfrm>
            <a:off x="457100" y="1000074"/>
            <a:ext cx="3785400" cy="424500"/>
          </a:xfrm>
          <a:prstGeom prst="rect">
            <a:avLst/>
          </a:prstGeom>
        </p:spPr>
        <p:txBody>
          <a:bodyPr spcFirstLastPara="1" wrap="square" lIns="0" tIns="0" rIns="0" bIns="0" anchor="t" anchorCtr="0">
            <a:noAutofit/>
          </a:bodyPr>
          <a:lstStyle/>
          <a:p>
            <a:pPr marL="0" lvl="0" indent="0" algn="l" rtl="0">
              <a:lnSpc>
                <a:spcPct val="95000"/>
              </a:lnSpc>
              <a:spcBef>
                <a:spcPts val="800"/>
              </a:spcBef>
              <a:spcAft>
                <a:spcPts val="500"/>
              </a:spcAft>
              <a:buNone/>
            </a:pPr>
            <a:r>
              <a:rPr lang="en" sz="2000" b="1">
                <a:solidFill>
                  <a:schemeClr val="accent1"/>
                </a:solidFill>
              </a:rPr>
              <a:t>IT Initiatives</a:t>
            </a:r>
            <a:endParaRPr sz="2000" b="1">
              <a:solidFill>
                <a:schemeClr val="accent1"/>
              </a:solidFill>
            </a:endParaRPr>
          </a:p>
        </p:txBody>
      </p:sp>
      <p:sp>
        <p:nvSpPr>
          <p:cNvPr id="2326" name="Google Shape;2326;p128"/>
          <p:cNvSpPr txBox="1">
            <a:spLocks noGrp="1"/>
          </p:cNvSpPr>
          <p:nvPr>
            <p:ph type="body" idx="4294967295"/>
          </p:nvPr>
        </p:nvSpPr>
        <p:spPr>
          <a:xfrm>
            <a:off x="457100" y="1424500"/>
            <a:ext cx="3785400" cy="424500"/>
          </a:xfrm>
          <a:prstGeom prst="rect">
            <a:avLst/>
          </a:prstGeom>
        </p:spPr>
        <p:txBody>
          <a:bodyPr spcFirstLastPara="1" wrap="square" lIns="0" tIns="0" rIns="0" bIns="0" anchor="t" anchorCtr="0">
            <a:noAutofit/>
          </a:bodyPr>
          <a:lstStyle/>
          <a:p>
            <a:pPr marL="0" lvl="0" indent="0" algn="l" rtl="0">
              <a:lnSpc>
                <a:spcPct val="95000"/>
              </a:lnSpc>
              <a:spcBef>
                <a:spcPts val="800"/>
              </a:spcBef>
              <a:spcAft>
                <a:spcPts val="500"/>
              </a:spcAft>
              <a:buNone/>
            </a:pPr>
            <a:r>
              <a:rPr lang="en" sz="1500">
                <a:solidFill>
                  <a:schemeClr val="accent4"/>
                </a:solidFill>
              </a:rPr>
              <a:t>Use Camunda as the engine to power modernization and centralization</a:t>
            </a:r>
            <a:endParaRPr sz="1500">
              <a:solidFill>
                <a:schemeClr val="accent4"/>
              </a:solidFill>
            </a:endParaRPr>
          </a:p>
        </p:txBody>
      </p:sp>
      <p:sp>
        <p:nvSpPr>
          <p:cNvPr id="2327" name="Google Shape;2327;p128"/>
          <p:cNvSpPr txBox="1"/>
          <p:nvPr/>
        </p:nvSpPr>
        <p:spPr>
          <a:xfrm>
            <a:off x="457100" y="155700"/>
            <a:ext cx="8001000" cy="857700"/>
          </a:xfrm>
          <a:prstGeom prst="rect">
            <a:avLst/>
          </a:prstGeom>
          <a:noFill/>
          <a:ln>
            <a:noFill/>
          </a:ln>
        </p:spPr>
        <p:txBody>
          <a:bodyPr spcFirstLastPara="1" wrap="square" lIns="0" tIns="0" rIns="0" bIns="0" anchor="t" anchorCtr="0">
            <a:normAutofit/>
          </a:bodyPr>
          <a:lstStyle/>
          <a:p>
            <a:pPr marL="0" lvl="0" indent="0" algn="l" rtl="0">
              <a:spcBef>
                <a:spcPts val="0"/>
              </a:spcBef>
              <a:spcAft>
                <a:spcPts val="0"/>
              </a:spcAft>
              <a:buNone/>
            </a:pPr>
            <a:r>
              <a:rPr lang="en" sz="3400" b="1">
                <a:solidFill>
                  <a:schemeClr val="dk1"/>
                </a:solidFill>
                <a:latin typeface="IBM Plex Sans"/>
                <a:ea typeface="IBM Plex Sans"/>
                <a:cs typeface="IBM Plex Sans"/>
                <a:sym typeface="IBM Plex Sans"/>
              </a:rPr>
              <a:t>Solutions</a:t>
            </a:r>
            <a:endParaRPr sz="3400" b="1">
              <a:solidFill>
                <a:schemeClr val="dk1"/>
              </a:solidFill>
              <a:latin typeface="IBM Plex Sans"/>
              <a:ea typeface="IBM Plex Sans"/>
              <a:cs typeface="IBM Plex Sans"/>
              <a:sym typeface="IBM Plex Sans"/>
            </a:endParaRPr>
          </a:p>
        </p:txBody>
      </p:sp>
      <p:cxnSp>
        <p:nvCxnSpPr>
          <p:cNvPr id="2328" name="Google Shape;2328;p128"/>
          <p:cNvCxnSpPr/>
          <p:nvPr/>
        </p:nvCxnSpPr>
        <p:spPr>
          <a:xfrm>
            <a:off x="2980538" y="4353500"/>
            <a:ext cx="1118700" cy="0"/>
          </a:xfrm>
          <a:prstGeom prst="straightConnector1">
            <a:avLst/>
          </a:prstGeom>
          <a:noFill/>
          <a:ln w="28575" cap="flat" cmpd="sng">
            <a:solidFill>
              <a:schemeClr val="dk2"/>
            </a:solidFill>
            <a:prstDash val="solid"/>
            <a:round/>
            <a:headEnd type="none" w="med" len="med"/>
            <a:tailEnd type="none" w="med" len="med"/>
          </a:ln>
        </p:spPr>
      </p:cxnSp>
      <p:cxnSp>
        <p:nvCxnSpPr>
          <p:cNvPr id="2329" name="Google Shape;2329;p128"/>
          <p:cNvCxnSpPr/>
          <p:nvPr/>
        </p:nvCxnSpPr>
        <p:spPr>
          <a:xfrm>
            <a:off x="6058559" y="3286711"/>
            <a:ext cx="353400" cy="0"/>
          </a:xfrm>
          <a:prstGeom prst="straightConnector1">
            <a:avLst/>
          </a:prstGeom>
          <a:noFill/>
          <a:ln w="28575" cap="flat" cmpd="sng">
            <a:solidFill>
              <a:schemeClr val="dk2"/>
            </a:solidFill>
            <a:prstDash val="solid"/>
            <a:round/>
            <a:headEnd type="none" w="med" len="med"/>
            <a:tailEnd type="none" w="med" len="med"/>
          </a:ln>
        </p:spPr>
      </p:cxnSp>
      <p:sp>
        <p:nvSpPr>
          <p:cNvPr id="2330" name="Google Shape;2330;p128"/>
          <p:cNvSpPr txBox="1"/>
          <p:nvPr/>
        </p:nvSpPr>
        <p:spPr>
          <a:xfrm>
            <a:off x="3718369" y="4757869"/>
            <a:ext cx="2095500" cy="277200"/>
          </a:xfrm>
          <a:prstGeom prst="rect">
            <a:avLst/>
          </a:prstGeom>
          <a:noFill/>
          <a:ln>
            <a:noFill/>
          </a:ln>
        </p:spPr>
        <p:txBody>
          <a:bodyPr spcFirstLastPara="1" wrap="square" lIns="68575" tIns="68575" rIns="68575" bIns="68575" anchor="ctr" anchorCtr="0">
            <a:spAutoFit/>
          </a:bodyPr>
          <a:lstStyle/>
          <a:p>
            <a:pPr marL="0" lvl="0" indent="0" algn="l" rtl="0">
              <a:spcBef>
                <a:spcPts val="0"/>
              </a:spcBef>
              <a:spcAft>
                <a:spcPts val="0"/>
              </a:spcAft>
              <a:buNone/>
            </a:pPr>
            <a:r>
              <a:rPr lang="en" sz="900">
                <a:solidFill>
                  <a:schemeClr val="accent4"/>
                </a:solidFill>
                <a:latin typeface="IBM Plex Sans"/>
                <a:ea typeface="IBM Plex Sans"/>
                <a:cs typeface="IBM Plex Sans"/>
                <a:sym typeface="IBM Plex Sans"/>
              </a:rPr>
              <a:t>Survey of customer projects, n = 628</a:t>
            </a:r>
            <a:endParaRPr sz="900">
              <a:solidFill>
                <a:schemeClr val="accent4"/>
              </a:solidFill>
              <a:latin typeface="IBM Plex Sans"/>
              <a:ea typeface="IBM Plex Sans"/>
              <a:cs typeface="IBM Plex Sans"/>
              <a:sym typeface="IBM Plex Sans"/>
            </a:endParaRPr>
          </a:p>
        </p:txBody>
      </p:sp>
      <p:sp>
        <p:nvSpPr>
          <p:cNvPr id="2331" name="Google Shape;2331;p128"/>
          <p:cNvSpPr txBox="1"/>
          <p:nvPr/>
        </p:nvSpPr>
        <p:spPr>
          <a:xfrm>
            <a:off x="5864750" y="725208"/>
            <a:ext cx="2292000" cy="1246800"/>
          </a:xfrm>
          <a:prstGeom prst="rect">
            <a:avLst/>
          </a:prstGeom>
          <a:noFill/>
          <a:ln>
            <a:noFill/>
          </a:ln>
        </p:spPr>
        <p:txBody>
          <a:bodyPr spcFirstLastPara="1" wrap="square" lIns="68575" tIns="68575" rIns="68575" bIns="68575" anchor="t" anchorCtr="0">
            <a:spAutoFit/>
          </a:bodyPr>
          <a:lstStyle/>
          <a:p>
            <a:pPr marL="0" lvl="0" indent="0" algn="l" rtl="0">
              <a:spcBef>
                <a:spcPts val="0"/>
              </a:spcBef>
              <a:spcAft>
                <a:spcPts val="0"/>
              </a:spcAft>
              <a:buNone/>
            </a:pPr>
            <a:r>
              <a:rPr lang="en" sz="1200">
                <a:solidFill>
                  <a:schemeClr val="dk1"/>
                </a:solidFill>
                <a:latin typeface="IBM Plex Sans Medium"/>
                <a:ea typeface="IBM Plex Sans Medium"/>
                <a:cs typeface="IBM Plex Sans Medium"/>
                <a:sym typeface="IBM Plex Sans Medium"/>
              </a:rPr>
              <a:t>Société Generale</a:t>
            </a:r>
            <a:r>
              <a:rPr lang="en" sz="1200">
                <a:solidFill>
                  <a:schemeClr val="dk1"/>
                </a:solidFill>
                <a:latin typeface="IBM Plex Sans"/>
                <a:ea typeface="IBM Plex Sans"/>
                <a:cs typeface="IBM Plex Sans"/>
                <a:sym typeface="IBM Plex Sans"/>
              </a:rPr>
              <a:t> uses Camunda to power a central process automation platform for corporate investment banking, with 500+ modeled processes deployed worldwide.</a:t>
            </a:r>
            <a:endParaRPr sz="1300">
              <a:solidFill>
                <a:schemeClr val="dk1"/>
              </a:solidFill>
              <a:latin typeface="IBM Plex Sans"/>
              <a:ea typeface="IBM Plex Sans"/>
              <a:cs typeface="IBM Plex Sans"/>
              <a:sym typeface="IBM Plex Sans"/>
            </a:endParaRPr>
          </a:p>
        </p:txBody>
      </p:sp>
      <p:sp>
        <p:nvSpPr>
          <p:cNvPr id="2332" name="Google Shape;2332;p128"/>
          <p:cNvSpPr txBox="1"/>
          <p:nvPr/>
        </p:nvSpPr>
        <p:spPr>
          <a:xfrm>
            <a:off x="5864750" y="141800"/>
            <a:ext cx="2292000" cy="482700"/>
          </a:xfrm>
          <a:prstGeom prst="rect">
            <a:avLst/>
          </a:prstGeom>
          <a:noFill/>
          <a:ln>
            <a:noFill/>
          </a:ln>
        </p:spPr>
        <p:txBody>
          <a:bodyPr spcFirstLastPara="1" wrap="square" lIns="68575" tIns="68575" rIns="68575" bIns="68575" anchor="t" anchorCtr="0">
            <a:spAutoFit/>
          </a:bodyPr>
          <a:lstStyle/>
          <a:p>
            <a:pPr marL="0" lvl="0" indent="0" algn="l" rtl="0">
              <a:lnSpc>
                <a:spcPct val="70000"/>
              </a:lnSpc>
              <a:spcBef>
                <a:spcPts val="0"/>
              </a:spcBef>
              <a:spcAft>
                <a:spcPts val="0"/>
              </a:spcAft>
              <a:buNone/>
            </a:pPr>
            <a:r>
              <a:rPr lang="en" sz="1300" b="1">
                <a:solidFill>
                  <a:schemeClr val="dk1"/>
                </a:solidFill>
                <a:latin typeface="IBM Plex Sans"/>
                <a:ea typeface="IBM Plex Sans"/>
                <a:cs typeface="IBM Plex Sans"/>
                <a:sym typeface="IBM Plex Sans"/>
              </a:rPr>
              <a:t>How Camunda</a:t>
            </a:r>
            <a:endParaRPr sz="1300" b="1">
              <a:solidFill>
                <a:schemeClr val="dk1"/>
              </a:solidFill>
              <a:latin typeface="IBM Plex Sans"/>
              <a:ea typeface="IBM Plex Sans"/>
              <a:cs typeface="IBM Plex Sans"/>
              <a:sym typeface="IBM Plex Sans"/>
            </a:endParaRPr>
          </a:p>
          <a:p>
            <a:pPr marL="0" lvl="0" indent="0" algn="l" rtl="0">
              <a:lnSpc>
                <a:spcPct val="70000"/>
              </a:lnSpc>
              <a:spcBef>
                <a:spcPts val="500"/>
              </a:spcBef>
              <a:spcAft>
                <a:spcPts val="500"/>
              </a:spcAft>
              <a:buNone/>
            </a:pPr>
            <a:r>
              <a:rPr lang="en" sz="1300" b="1">
                <a:solidFill>
                  <a:schemeClr val="dk1"/>
                </a:solidFill>
                <a:latin typeface="IBM Plex Sans"/>
                <a:ea typeface="IBM Plex Sans"/>
                <a:cs typeface="IBM Plex Sans"/>
                <a:sym typeface="IBM Plex Sans"/>
              </a:rPr>
              <a:t>Changed the Game:</a:t>
            </a:r>
            <a:endParaRPr sz="1300" b="1">
              <a:solidFill>
                <a:schemeClr val="dk1"/>
              </a:solidFill>
              <a:latin typeface="IBM Plex Sans"/>
              <a:ea typeface="IBM Plex Sans"/>
              <a:cs typeface="IBM Plex Sans"/>
              <a:sym typeface="IBM Plex Sans"/>
            </a:endParaRPr>
          </a:p>
        </p:txBody>
      </p:sp>
      <p:cxnSp>
        <p:nvCxnSpPr>
          <p:cNvPr id="2333" name="Google Shape;2333;p128"/>
          <p:cNvCxnSpPr/>
          <p:nvPr/>
        </p:nvCxnSpPr>
        <p:spPr>
          <a:xfrm>
            <a:off x="2980538" y="2617106"/>
            <a:ext cx="610500" cy="0"/>
          </a:xfrm>
          <a:prstGeom prst="straightConnector1">
            <a:avLst/>
          </a:prstGeom>
          <a:noFill/>
          <a:ln w="28575" cap="flat" cmpd="sng">
            <a:solidFill>
              <a:schemeClr val="dk2"/>
            </a:solidFill>
            <a:prstDash val="solid"/>
            <a:round/>
            <a:headEnd type="none" w="med" len="med"/>
            <a:tailEnd type="none" w="med" len="med"/>
          </a:ln>
        </p:spPr>
      </p:cxnSp>
      <p:sp>
        <p:nvSpPr>
          <p:cNvPr id="2334" name="Google Shape;2334;p128"/>
          <p:cNvSpPr/>
          <p:nvPr/>
        </p:nvSpPr>
        <p:spPr>
          <a:xfrm>
            <a:off x="6524825" y="2911467"/>
            <a:ext cx="2481600" cy="750600"/>
          </a:xfrm>
          <a:prstGeom prst="roundRect">
            <a:avLst>
              <a:gd name="adj" fmla="val 16667"/>
            </a:avLst>
          </a:prstGeom>
          <a:solidFill>
            <a:srgbClr val="D1D3D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b="1">
                <a:solidFill>
                  <a:schemeClr val="dk1"/>
                </a:solidFill>
                <a:latin typeface="IBM Plex Sans"/>
                <a:ea typeface="IBM Plex Sans"/>
                <a:cs typeface="IBM Plex Sans"/>
                <a:sym typeface="IBM Plex Sans"/>
              </a:rPr>
              <a:t>Moving to the cloud, modernizing applications, </a:t>
            </a:r>
            <a:br>
              <a:rPr lang="en" b="1">
                <a:solidFill>
                  <a:schemeClr val="dk1"/>
                </a:solidFill>
                <a:latin typeface="IBM Plex Sans"/>
                <a:ea typeface="IBM Plex Sans"/>
                <a:cs typeface="IBM Plex Sans"/>
                <a:sym typeface="IBM Plex Sans"/>
              </a:rPr>
            </a:br>
            <a:r>
              <a:rPr lang="en">
                <a:solidFill>
                  <a:schemeClr val="dk1"/>
                </a:solidFill>
                <a:latin typeface="IBM Plex Sans"/>
                <a:ea typeface="IBM Plex Sans"/>
                <a:cs typeface="IBM Plex Sans"/>
                <a:sym typeface="IBM Plex Sans"/>
              </a:rPr>
              <a:t>and other initiatives</a:t>
            </a:r>
            <a:endParaRPr>
              <a:solidFill>
                <a:schemeClr val="dk1"/>
              </a:solidFill>
              <a:latin typeface="IBM Plex Sans"/>
              <a:ea typeface="IBM Plex Sans"/>
              <a:cs typeface="IBM Plex Sans"/>
              <a:sym typeface="IBM Plex Sans"/>
            </a:endParaRPr>
          </a:p>
        </p:txBody>
      </p:sp>
      <p:sp>
        <p:nvSpPr>
          <p:cNvPr id="2335" name="Google Shape;2335;p128"/>
          <p:cNvSpPr/>
          <p:nvPr/>
        </p:nvSpPr>
        <p:spPr>
          <a:xfrm>
            <a:off x="371475" y="3963429"/>
            <a:ext cx="2481600" cy="750600"/>
          </a:xfrm>
          <a:prstGeom prst="roundRect">
            <a:avLst>
              <a:gd name="adj" fmla="val 16667"/>
            </a:avLst>
          </a:prstGeom>
          <a:solidFill>
            <a:srgbClr val="D1D3D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b="1">
                <a:solidFill>
                  <a:schemeClr val="dk1"/>
                </a:solidFill>
                <a:latin typeface="IBM Plex Sans"/>
                <a:ea typeface="IBM Plex Sans"/>
                <a:cs typeface="IBM Plex Sans"/>
                <a:sym typeface="IBM Plex Sans"/>
              </a:rPr>
              <a:t>Replacing homegrown workflow technology</a:t>
            </a:r>
            <a:endParaRPr b="1">
              <a:solidFill>
                <a:schemeClr val="dk1"/>
              </a:solidFill>
              <a:latin typeface="IBM Plex Sans"/>
              <a:ea typeface="IBM Plex Sans"/>
              <a:cs typeface="IBM Plex Sans"/>
              <a:sym typeface="IBM Plex Sans"/>
            </a:endParaRPr>
          </a:p>
        </p:txBody>
      </p:sp>
      <p:sp>
        <p:nvSpPr>
          <p:cNvPr id="2336" name="Google Shape;2336;p128"/>
          <p:cNvSpPr/>
          <p:nvPr/>
        </p:nvSpPr>
        <p:spPr>
          <a:xfrm>
            <a:off x="371475" y="2240629"/>
            <a:ext cx="2481600" cy="750600"/>
          </a:xfrm>
          <a:prstGeom prst="roundRect">
            <a:avLst>
              <a:gd name="adj" fmla="val 16667"/>
            </a:avLst>
          </a:prstGeom>
          <a:solidFill>
            <a:srgbClr val="D1D3D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b="1">
                <a:solidFill>
                  <a:schemeClr val="dk1"/>
                </a:solidFill>
                <a:latin typeface="IBM Plex Sans"/>
                <a:ea typeface="IBM Plex Sans"/>
                <a:cs typeface="IBM Plex Sans"/>
                <a:sym typeface="IBM Plex Sans"/>
              </a:rPr>
              <a:t>Building a centralized process automation platform</a:t>
            </a:r>
            <a:endParaRPr b="1">
              <a:solidFill>
                <a:schemeClr val="dk1"/>
              </a:solidFill>
              <a:latin typeface="IBM Plex Sans"/>
              <a:ea typeface="IBM Plex Sans"/>
              <a:cs typeface="IBM Plex Sans"/>
              <a:sym typeface="IBM Plex Sans"/>
            </a:endParaRPr>
          </a:p>
        </p:txBody>
      </p:sp>
      <p:sp>
        <p:nvSpPr>
          <p:cNvPr id="2337" name="Google Shape;2337;p128"/>
          <p:cNvSpPr txBox="1"/>
          <p:nvPr/>
        </p:nvSpPr>
        <p:spPr>
          <a:xfrm>
            <a:off x="3831350" y="2429145"/>
            <a:ext cx="610500" cy="3693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200" b="1">
                <a:solidFill>
                  <a:schemeClr val="lt1"/>
                </a:solidFill>
                <a:latin typeface="IBM Plex Sans"/>
                <a:ea typeface="IBM Plex Sans"/>
                <a:cs typeface="IBM Plex Sans"/>
                <a:sym typeface="IBM Plex Sans"/>
              </a:rPr>
              <a:t>30%</a:t>
            </a:r>
            <a:endParaRPr sz="1200" b="1">
              <a:solidFill>
                <a:schemeClr val="lt1"/>
              </a:solidFill>
              <a:latin typeface="IBM Plex Sans"/>
              <a:ea typeface="IBM Plex Sans"/>
              <a:cs typeface="IBM Plex Sans"/>
              <a:sym typeface="IBM Plex Sans"/>
            </a:endParaRPr>
          </a:p>
        </p:txBody>
      </p:sp>
      <p:sp>
        <p:nvSpPr>
          <p:cNvPr id="2338" name="Google Shape;2338;p128"/>
          <p:cNvSpPr txBox="1"/>
          <p:nvPr/>
        </p:nvSpPr>
        <p:spPr>
          <a:xfrm>
            <a:off x="5349190" y="3100102"/>
            <a:ext cx="610500" cy="3693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200" b="1">
                <a:solidFill>
                  <a:schemeClr val="lt1"/>
                </a:solidFill>
                <a:latin typeface="IBM Plex Sans"/>
                <a:ea typeface="IBM Plex Sans"/>
                <a:cs typeface="IBM Plex Sans"/>
                <a:sym typeface="IBM Plex Sans"/>
              </a:rPr>
              <a:t>34%</a:t>
            </a:r>
            <a:endParaRPr sz="1200" b="1">
              <a:solidFill>
                <a:schemeClr val="lt1"/>
              </a:solidFill>
              <a:latin typeface="IBM Plex Sans"/>
              <a:ea typeface="IBM Plex Sans"/>
              <a:cs typeface="IBM Plex Sans"/>
              <a:sym typeface="IBM Plex Sans"/>
            </a:endParaRPr>
          </a:p>
        </p:txBody>
      </p:sp>
      <p:sp>
        <p:nvSpPr>
          <p:cNvPr id="2339" name="Google Shape;2339;p128"/>
          <p:cNvSpPr txBox="1"/>
          <p:nvPr/>
        </p:nvSpPr>
        <p:spPr>
          <a:xfrm>
            <a:off x="3984468" y="3839298"/>
            <a:ext cx="610500" cy="3693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200" b="1">
                <a:solidFill>
                  <a:schemeClr val="lt1"/>
                </a:solidFill>
                <a:latin typeface="IBM Plex Sans"/>
                <a:ea typeface="IBM Plex Sans"/>
                <a:cs typeface="IBM Plex Sans"/>
                <a:sym typeface="IBM Plex Sans"/>
              </a:rPr>
              <a:t>22%</a:t>
            </a:r>
            <a:endParaRPr sz="1200" b="1">
              <a:solidFill>
                <a:schemeClr val="lt1"/>
              </a:solidFill>
              <a:latin typeface="IBM Plex Sans"/>
              <a:ea typeface="IBM Plex Sans"/>
              <a:cs typeface="IBM Plex Sans"/>
              <a:sym typeface="IBM Plex Sans"/>
            </a:endParaRPr>
          </a:p>
        </p:txBody>
      </p:sp>
      <p:sp>
        <p:nvSpPr>
          <p:cNvPr id="2340" name="Google Shape;2340;p128"/>
          <p:cNvSpPr txBox="1"/>
          <p:nvPr/>
        </p:nvSpPr>
        <p:spPr>
          <a:xfrm>
            <a:off x="4905270" y="3831812"/>
            <a:ext cx="610500" cy="3693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200" b="1">
                <a:solidFill>
                  <a:schemeClr val="lt1"/>
                </a:solidFill>
                <a:latin typeface="IBM Plex Sans"/>
                <a:ea typeface="IBM Plex Sans"/>
                <a:cs typeface="IBM Plex Sans"/>
                <a:sym typeface="IBM Plex Sans"/>
              </a:rPr>
              <a:t>14%</a:t>
            </a:r>
            <a:endParaRPr sz="1200" b="1">
              <a:solidFill>
                <a:schemeClr val="lt1"/>
              </a:solidFill>
              <a:latin typeface="IBM Plex Sans"/>
              <a:ea typeface="IBM Plex Sans"/>
              <a:cs typeface="IBM Plex Sans"/>
              <a:sym typeface="IBM Plex Sans"/>
            </a:endParaRPr>
          </a:p>
        </p:txBody>
      </p:sp>
      <p:cxnSp>
        <p:nvCxnSpPr>
          <p:cNvPr id="2341" name="Google Shape;2341;p128"/>
          <p:cNvCxnSpPr/>
          <p:nvPr/>
        </p:nvCxnSpPr>
        <p:spPr>
          <a:xfrm>
            <a:off x="5591975" y="4353500"/>
            <a:ext cx="819900" cy="0"/>
          </a:xfrm>
          <a:prstGeom prst="straightConnector1">
            <a:avLst/>
          </a:prstGeom>
          <a:noFill/>
          <a:ln w="28575" cap="flat" cmpd="sng">
            <a:solidFill>
              <a:schemeClr val="dk2"/>
            </a:solidFill>
            <a:prstDash val="solid"/>
            <a:round/>
            <a:headEnd type="none" w="med" len="med"/>
            <a:tailEnd type="none" w="med" len="med"/>
          </a:ln>
        </p:spPr>
      </p:cxnSp>
      <p:sp>
        <p:nvSpPr>
          <p:cNvPr id="2342" name="Google Shape;2342;p128"/>
          <p:cNvSpPr/>
          <p:nvPr/>
        </p:nvSpPr>
        <p:spPr>
          <a:xfrm>
            <a:off x="6524825" y="3963429"/>
            <a:ext cx="2481600" cy="750600"/>
          </a:xfrm>
          <a:prstGeom prst="roundRect">
            <a:avLst>
              <a:gd name="adj" fmla="val 16667"/>
            </a:avLst>
          </a:prstGeom>
          <a:solidFill>
            <a:srgbClr val="D1D3D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b="1">
                <a:solidFill>
                  <a:schemeClr val="dk1"/>
                </a:solidFill>
                <a:latin typeface="IBM Plex Sans"/>
                <a:ea typeface="IBM Plex Sans"/>
                <a:cs typeface="IBM Plex Sans"/>
                <a:sym typeface="IBM Plex Sans"/>
              </a:rPr>
              <a:t>Replacing a legacy BPM suite</a:t>
            </a:r>
            <a:endParaRPr b="1">
              <a:solidFill>
                <a:schemeClr val="dk1"/>
              </a:solidFill>
              <a:latin typeface="IBM Plex Sans"/>
              <a:ea typeface="IBM Plex Sans"/>
              <a:cs typeface="IBM Plex Sans"/>
              <a:sym typeface="IBM Plex Sans"/>
            </a:endParaRPr>
          </a:p>
        </p:txBody>
      </p:sp>
      <p:sp>
        <p:nvSpPr>
          <p:cNvPr id="2343" name="Google Shape;2343;p128"/>
          <p:cNvSpPr txBox="1">
            <a:spLocks noGrp="1"/>
          </p:cNvSpPr>
          <p:nvPr>
            <p:ph type="sldNum" idx="12"/>
          </p:nvPr>
        </p:nvSpPr>
        <p:spPr>
          <a:xfrm>
            <a:off x="8366700" y="4805546"/>
            <a:ext cx="548700" cy="2154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fld id="{00000000-1234-1234-1234-123412341234}" type="slidenum">
              <a:rPr lang="en"/>
              <a:t>21</a:t>
            </a:fld>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7F7F7"/>
        </a:solidFill>
        <a:effectLst/>
      </p:bgPr>
    </p:bg>
    <p:spTree>
      <p:nvGrpSpPr>
        <p:cNvPr id="1" name="Shape 2347"/>
        <p:cNvGrpSpPr/>
        <p:nvPr/>
      </p:nvGrpSpPr>
      <p:grpSpPr>
        <a:xfrm>
          <a:off x="0" y="0"/>
          <a:ext cx="0" cy="0"/>
          <a:chOff x="0" y="0"/>
          <a:chExt cx="0" cy="0"/>
        </a:xfrm>
      </p:grpSpPr>
      <p:pic>
        <p:nvPicPr>
          <p:cNvPr id="2348" name="Google Shape;2348;p129"/>
          <p:cNvPicPr preferRelativeResize="0"/>
          <p:nvPr/>
        </p:nvPicPr>
        <p:blipFill rotWithShape="1">
          <a:blip r:embed="rId3">
            <a:alphaModFix/>
          </a:blip>
          <a:srcRect l="21315" r="20636"/>
          <a:stretch/>
        </p:blipFill>
        <p:spPr>
          <a:xfrm>
            <a:off x="3556073" y="2001494"/>
            <a:ext cx="2413000" cy="2571750"/>
          </a:xfrm>
          <a:prstGeom prst="rect">
            <a:avLst/>
          </a:prstGeom>
          <a:noFill/>
          <a:ln>
            <a:noFill/>
          </a:ln>
        </p:spPr>
      </p:pic>
      <p:sp>
        <p:nvSpPr>
          <p:cNvPr id="2349" name="Google Shape;2349;p129"/>
          <p:cNvSpPr/>
          <p:nvPr/>
        </p:nvSpPr>
        <p:spPr>
          <a:xfrm rot="10800000">
            <a:off x="5689950" y="100"/>
            <a:ext cx="2592900" cy="2060100"/>
          </a:xfrm>
          <a:prstGeom prst="round2SameRect">
            <a:avLst>
              <a:gd name="adj1" fmla="val 10061"/>
              <a:gd name="adj2" fmla="val 0"/>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0" name="Google Shape;2350;p129"/>
          <p:cNvSpPr txBox="1">
            <a:spLocks noGrp="1"/>
          </p:cNvSpPr>
          <p:nvPr>
            <p:ph type="body" idx="4294967295"/>
          </p:nvPr>
        </p:nvSpPr>
        <p:spPr>
          <a:xfrm>
            <a:off x="457100" y="1000074"/>
            <a:ext cx="3785400" cy="424500"/>
          </a:xfrm>
          <a:prstGeom prst="rect">
            <a:avLst/>
          </a:prstGeom>
        </p:spPr>
        <p:txBody>
          <a:bodyPr spcFirstLastPara="1" wrap="square" lIns="0" tIns="0" rIns="0" bIns="0" anchor="t" anchorCtr="0">
            <a:noAutofit/>
          </a:bodyPr>
          <a:lstStyle/>
          <a:p>
            <a:pPr marL="0" lvl="0" indent="0" algn="l" rtl="0">
              <a:lnSpc>
                <a:spcPct val="95000"/>
              </a:lnSpc>
              <a:spcBef>
                <a:spcPts val="800"/>
              </a:spcBef>
              <a:spcAft>
                <a:spcPts val="500"/>
              </a:spcAft>
              <a:buNone/>
            </a:pPr>
            <a:r>
              <a:rPr lang="en" sz="2000" b="1">
                <a:solidFill>
                  <a:schemeClr val="accent6"/>
                </a:solidFill>
              </a:rPr>
              <a:t>Technical Use Cases</a:t>
            </a:r>
            <a:endParaRPr sz="2000" b="1">
              <a:solidFill>
                <a:schemeClr val="accent6"/>
              </a:solidFill>
            </a:endParaRPr>
          </a:p>
        </p:txBody>
      </p:sp>
      <p:sp>
        <p:nvSpPr>
          <p:cNvPr id="2351" name="Google Shape;2351;p129"/>
          <p:cNvSpPr txBox="1">
            <a:spLocks noGrp="1"/>
          </p:cNvSpPr>
          <p:nvPr>
            <p:ph type="body" idx="4294967295"/>
          </p:nvPr>
        </p:nvSpPr>
        <p:spPr>
          <a:xfrm>
            <a:off x="457100" y="1424500"/>
            <a:ext cx="3785400" cy="424500"/>
          </a:xfrm>
          <a:prstGeom prst="rect">
            <a:avLst/>
          </a:prstGeom>
        </p:spPr>
        <p:txBody>
          <a:bodyPr spcFirstLastPara="1" wrap="square" lIns="0" tIns="0" rIns="0" bIns="0" anchor="t" anchorCtr="0">
            <a:noAutofit/>
          </a:bodyPr>
          <a:lstStyle/>
          <a:p>
            <a:pPr marL="0" lvl="0" indent="0" algn="l" rtl="0">
              <a:lnSpc>
                <a:spcPct val="95000"/>
              </a:lnSpc>
              <a:spcBef>
                <a:spcPts val="800"/>
              </a:spcBef>
              <a:spcAft>
                <a:spcPts val="500"/>
              </a:spcAft>
              <a:buNone/>
            </a:pPr>
            <a:r>
              <a:rPr lang="en" sz="1500">
                <a:solidFill>
                  <a:schemeClr val="accent4"/>
                </a:solidFill>
              </a:rPr>
              <a:t>Orchestrate complex processes across diverse components and endpoints</a:t>
            </a:r>
            <a:endParaRPr sz="1500">
              <a:solidFill>
                <a:schemeClr val="accent4"/>
              </a:solidFill>
            </a:endParaRPr>
          </a:p>
        </p:txBody>
      </p:sp>
      <p:sp>
        <p:nvSpPr>
          <p:cNvPr id="2352" name="Google Shape;2352;p129"/>
          <p:cNvSpPr txBox="1"/>
          <p:nvPr/>
        </p:nvSpPr>
        <p:spPr>
          <a:xfrm>
            <a:off x="457100" y="155700"/>
            <a:ext cx="8001000" cy="857700"/>
          </a:xfrm>
          <a:prstGeom prst="rect">
            <a:avLst/>
          </a:prstGeom>
          <a:noFill/>
          <a:ln>
            <a:noFill/>
          </a:ln>
        </p:spPr>
        <p:txBody>
          <a:bodyPr spcFirstLastPara="1" wrap="square" lIns="0" tIns="0" rIns="0" bIns="0" anchor="t" anchorCtr="0">
            <a:normAutofit/>
          </a:bodyPr>
          <a:lstStyle/>
          <a:p>
            <a:pPr marL="0" lvl="0" indent="0" algn="l" rtl="0">
              <a:spcBef>
                <a:spcPts val="0"/>
              </a:spcBef>
              <a:spcAft>
                <a:spcPts val="0"/>
              </a:spcAft>
              <a:buNone/>
            </a:pPr>
            <a:r>
              <a:rPr lang="en" sz="3400" b="1">
                <a:solidFill>
                  <a:schemeClr val="dk1"/>
                </a:solidFill>
                <a:latin typeface="IBM Plex Sans"/>
                <a:ea typeface="IBM Plex Sans"/>
                <a:cs typeface="IBM Plex Sans"/>
                <a:sym typeface="IBM Plex Sans"/>
              </a:rPr>
              <a:t>Solutions</a:t>
            </a:r>
            <a:endParaRPr sz="3400" b="1">
              <a:solidFill>
                <a:schemeClr val="dk1"/>
              </a:solidFill>
              <a:latin typeface="IBM Plex Sans"/>
              <a:ea typeface="IBM Plex Sans"/>
              <a:cs typeface="IBM Plex Sans"/>
              <a:sym typeface="IBM Plex Sans"/>
            </a:endParaRPr>
          </a:p>
        </p:txBody>
      </p:sp>
      <p:sp>
        <p:nvSpPr>
          <p:cNvPr id="2353" name="Google Shape;2353;p129"/>
          <p:cNvSpPr txBox="1"/>
          <p:nvPr/>
        </p:nvSpPr>
        <p:spPr>
          <a:xfrm>
            <a:off x="5864750" y="725204"/>
            <a:ext cx="2221800" cy="1431600"/>
          </a:xfrm>
          <a:prstGeom prst="rect">
            <a:avLst/>
          </a:prstGeom>
          <a:noFill/>
          <a:ln>
            <a:noFill/>
          </a:ln>
        </p:spPr>
        <p:txBody>
          <a:bodyPr spcFirstLastPara="1" wrap="square" lIns="68575" tIns="68575" rIns="68575" bIns="68575" anchor="t" anchorCtr="0">
            <a:spAutoFit/>
          </a:bodyPr>
          <a:lstStyle/>
          <a:p>
            <a:pPr marL="0" lvl="0" indent="0" algn="l" rtl="0">
              <a:spcBef>
                <a:spcPts val="0"/>
              </a:spcBef>
              <a:spcAft>
                <a:spcPts val="0"/>
              </a:spcAft>
              <a:buNone/>
            </a:pPr>
            <a:r>
              <a:rPr lang="en" sz="1200">
                <a:solidFill>
                  <a:schemeClr val="dk1"/>
                </a:solidFill>
                <a:latin typeface="IBM Plex Sans Medium"/>
                <a:ea typeface="IBM Plex Sans Medium"/>
                <a:cs typeface="IBM Plex Sans Medium"/>
                <a:sym typeface="IBM Plex Sans Medium"/>
              </a:rPr>
              <a:t>Deutsche Telekom </a:t>
            </a:r>
            <a:r>
              <a:rPr lang="en" sz="1200">
                <a:solidFill>
                  <a:schemeClr val="dk1"/>
                </a:solidFill>
                <a:latin typeface="IBM Plex Sans"/>
                <a:ea typeface="IBM Plex Sans"/>
                <a:cs typeface="IBM Plex Sans"/>
                <a:sym typeface="IBM Plex Sans"/>
              </a:rPr>
              <a:t>uses Camunda to orchestrate 3,000+ RPA bots in end-to-end processes that include APIs and other automated tasks.</a:t>
            </a:r>
            <a:endParaRPr sz="1200">
              <a:solidFill>
                <a:schemeClr val="dk1"/>
              </a:solidFill>
              <a:latin typeface="IBM Plex Sans"/>
              <a:ea typeface="IBM Plex Sans"/>
              <a:cs typeface="IBM Plex Sans"/>
              <a:sym typeface="IBM Plex Sans"/>
            </a:endParaRPr>
          </a:p>
          <a:p>
            <a:pPr marL="0" lvl="0" indent="0" algn="l" rtl="0">
              <a:spcBef>
                <a:spcPts val="0"/>
              </a:spcBef>
              <a:spcAft>
                <a:spcPts val="0"/>
              </a:spcAft>
              <a:buNone/>
            </a:pPr>
            <a:endParaRPr sz="1200">
              <a:solidFill>
                <a:schemeClr val="dk1"/>
              </a:solidFill>
              <a:latin typeface="IBM Plex Sans"/>
              <a:ea typeface="IBM Plex Sans"/>
              <a:cs typeface="IBM Plex Sans"/>
              <a:sym typeface="IBM Plex Sans"/>
            </a:endParaRPr>
          </a:p>
        </p:txBody>
      </p:sp>
      <p:sp>
        <p:nvSpPr>
          <p:cNvPr id="2354" name="Google Shape;2354;p129"/>
          <p:cNvSpPr txBox="1"/>
          <p:nvPr/>
        </p:nvSpPr>
        <p:spPr>
          <a:xfrm>
            <a:off x="5864750" y="141800"/>
            <a:ext cx="2221800" cy="482700"/>
          </a:xfrm>
          <a:prstGeom prst="rect">
            <a:avLst/>
          </a:prstGeom>
          <a:noFill/>
          <a:ln>
            <a:noFill/>
          </a:ln>
        </p:spPr>
        <p:txBody>
          <a:bodyPr spcFirstLastPara="1" wrap="square" lIns="68575" tIns="68575" rIns="68575" bIns="68575" anchor="t" anchorCtr="0">
            <a:spAutoFit/>
          </a:bodyPr>
          <a:lstStyle/>
          <a:p>
            <a:pPr marL="0" lvl="0" indent="0" algn="l" rtl="0">
              <a:lnSpc>
                <a:spcPct val="70000"/>
              </a:lnSpc>
              <a:spcBef>
                <a:spcPts val="0"/>
              </a:spcBef>
              <a:spcAft>
                <a:spcPts val="0"/>
              </a:spcAft>
              <a:buNone/>
            </a:pPr>
            <a:r>
              <a:rPr lang="en" sz="1300" b="1">
                <a:solidFill>
                  <a:schemeClr val="dk1"/>
                </a:solidFill>
                <a:latin typeface="IBM Plex Sans"/>
                <a:ea typeface="IBM Plex Sans"/>
                <a:cs typeface="IBM Plex Sans"/>
                <a:sym typeface="IBM Plex Sans"/>
              </a:rPr>
              <a:t>How Camunda</a:t>
            </a:r>
            <a:endParaRPr sz="1300" b="1">
              <a:solidFill>
                <a:schemeClr val="dk1"/>
              </a:solidFill>
              <a:latin typeface="IBM Plex Sans"/>
              <a:ea typeface="IBM Plex Sans"/>
              <a:cs typeface="IBM Plex Sans"/>
              <a:sym typeface="IBM Plex Sans"/>
            </a:endParaRPr>
          </a:p>
          <a:p>
            <a:pPr marL="0" lvl="0" indent="0" algn="l" rtl="0">
              <a:lnSpc>
                <a:spcPct val="70000"/>
              </a:lnSpc>
              <a:spcBef>
                <a:spcPts val="500"/>
              </a:spcBef>
              <a:spcAft>
                <a:spcPts val="500"/>
              </a:spcAft>
              <a:buNone/>
            </a:pPr>
            <a:r>
              <a:rPr lang="en" sz="1300" b="1">
                <a:solidFill>
                  <a:schemeClr val="dk1"/>
                </a:solidFill>
                <a:latin typeface="IBM Plex Sans"/>
                <a:ea typeface="IBM Plex Sans"/>
                <a:cs typeface="IBM Plex Sans"/>
                <a:sym typeface="IBM Plex Sans"/>
              </a:rPr>
              <a:t>Changed the Game:</a:t>
            </a:r>
            <a:endParaRPr sz="1300" b="1">
              <a:solidFill>
                <a:schemeClr val="dk1"/>
              </a:solidFill>
              <a:latin typeface="IBM Plex Sans"/>
              <a:ea typeface="IBM Plex Sans"/>
              <a:cs typeface="IBM Plex Sans"/>
              <a:sym typeface="IBM Plex Sans"/>
            </a:endParaRPr>
          </a:p>
        </p:txBody>
      </p:sp>
      <p:cxnSp>
        <p:nvCxnSpPr>
          <p:cNvPr id="2355" name="Google Shape;2355;p129"/>
          <p:cNvCxnSpPr/>
          <p:nvPr/>
        </p:nvCxnSpPr>
        <p:spPr>
          <a:xfrm>
            <a:off x="3184516" y="2845706"/>
            <a:ext cx="269400" cy="0"/>
          </a:xfrm>
          <a:prstGeom prst="straightConnector1">
            <a:avLst/>
          </a:prstGeom>
          <a:noFill/>
          <a:ln w="28575" cap="flat" cmpd="sng">
            <a:solidFill>
              <a:schemeClr val="dk2"/>
            </a:solidFill>
            <a:prstDash val="solid"/>
            <a:round/>
            <a:headEnd type="none" w="med" len="med"/>
            <a:tailEnd type="none" w="med" len="med"/>
          </a:ln>
        </p:spPr>
      </p:cxnSp>
      <p:cxnSp>
        <p:nvCxnSpPr>
          <p:cNvPr id="2356" name="Google Shape;2356;p129"/>
          <p:cNvCxnSpPr/>
          <p:nvPr/>
        </p:nvCxnSpPr>
        <p:spPr>
          <a:xfrm>
            <a:off x="5879275" y="2609275"/>
            <a:ext cx="499200" cy="0"/>
          </a:xfrm>
          <a:prstGeom prst="straightConnector1">
            <a:avLst/>
          </a:prstGeom>
          <a:noFill/>
          <a:ln w="28575" cap="flat" cmpd="sng">
            <a:solidFill>
              <a:schemeClr val="dk2"/>
            </a:solidFill>
            <a:prstDash val="solid"/>
            <a:round/>
            <a:headEnd type="none" w="med" len="med"/>
            <a:tailEnd type="none" w="med" len="med"/>
          </a:ln>
        </p:spPr>
      </p:cxnSp>
      <p:cxnSp>
        <p:nvCxnSpPr>
          <p:cNvPr id="2357" name="Google Shape;2357;p129"/>
          <p:cNvCxnSpPr/>
          <p:nvPr/>
        </p:nvCxnSpPr>
        <p:spPr>
          <a:xfrm>
            <a:off x="6064406" y="2998031"/>
            <a:ext cx="244500" cy="0"/>
          </a:xfrm>
          <a:prstGeom prst="straightConnector1">
            <a:avLst/>
          </a:prstGeom>
          <a:noFill/>
          <a:ln w="28575" cap="flat" cmpd="sng">
            <a:solidFill>
              <a:schemeClr val="dk2"/>
            </a:solidFill>
            <a:prstDash val="solid"/>
            <a:round/>
            <a:headEnd type="none" w="med" len="med"/>
            <a:tailEnd type="none" w="med" len="med"/>
          </a:ln>
        </p:spPr>
      </p:cxnSp>
      <p:cxnSp>
        <p:nvCxnSpPr>
          <p:cNvPr id="2358" name="Google Shape;2358;p129"/>
          <p:cNvCxnSpPr/>
          <p:nvPr/>
        </p:nvCxnSpPr>
        <p:spPr>
          <a:xfrm>
            <a:off x="6299397" y="2995325"/>
            <a:ext cx="0" cy="510900"/>
          </a:xfrm>
          <a:prstGeom prst="straightConnector1">
            <a:avLst/>
          </a:prstGeom>
          <a:noFill/>
          <a:ln w="28575" cap="flat" cmpd="sng">
            <a:solidFill>
              <a:schemeClr val="dk2"/>
            </a:solidFill>
            <a:prstDash val="solid"/>
            <a:round/>
            <a:headEnd type="none" w="med" len="med"/>
            <a:tailEnd type="none" w="med" len="med"/>
          </a:ln>
        </p:spPr>
      </p:cxnSp>
      <p:cxnSp>
        <p:nvCxnSpPr>
          <p:cNvPr id="2359" name="Google Shape;2359;p129"/>
          <p:cNvCxnSpPr/>
          <p:nvPr/>
        </p:nvCxnSpPr>
        <p:spPr>
          <a:xfrm>
            <a:off x="6294758" y="3496797"/>
            <a:ext cx="83400" cy="0"/>
          </a:xfrm>
          <a:prstGeom prst="straightConnector1">
            <a:avLst/>
          </a:prstGeom>
          <a:noFill/>
          <a:ln w="28575" cap="flat" cmpd="sng">
            <a:solidFill>
              <a:schemeClr val="dk2"/>
            </a:solidFill>
            <a:prstDash val="solid"/>
            <a:round/>
            <a:headEnd type="none" w="med" len="med"/>
            <a:tailEnd type="none" w="med" len="med"/>
          </a:ln>
        </p:spPr>
      </p:cxnSp>
      <p:sp>
        <p:nvSpPr>
          <p:cNvPr id="2360" name="Google Shape;2360;p129"/>
          <p:cNvSpPr txBox="1"/>
          <p:nvPr/>
        </p:nvSpPr>
        <p:spPr>
          <a:xfrm>
            <a:off x="3718369" y="4757869"/>
            <a:ext cx="2095500" cy="277200"/>
          </a:xfrm>
          <a:prstGeom prst="rect">
            <a:avLst/>
          </a:prstGeom>
          <a:noFill/>
          <a:ln>
            <a:noFill/>
          </a:ln>
        </p:spPr>
        <p:txBody>
          <a:bodyPr spcFirstLastPara="1" wrap="square" lIns="68575" tIns="68575" rIns="68575" bIns="68575" anchor="ctr" anchorCtr="0">
            <a:spAutoFit/>
          </a:bodyPr>
          <a:lstStyle/>
          <a:p>
            <a:pPr marL="0" lvl="0" indent="0" algn="l" rtl="0">
              <a:spcBef>
                <a:spcPts val="0"/>
              </a:spcBef>
              <a:spcAft>
                <a:spcPts val="0"/>
              </a:spcAft>
              <a:buNone/>
            </a:pPr>
            <a:r>
              <a:rPr lang="en" sz="900">
                <a:solidFill>
                  <a:schemeClr val="accent4"/>
                </a:solidFill>
                <a:latin typeface="IBM Plex Sans"/>
                <a:ea typeface="IBM Plex Sans"/>
                <a:cs typeface="IBM Plex Sans"/>
                <a:sym typeface="IBM Plex Sans"/>
              </a:rPr>
              <a:t>Survey of customer projects, n = 656</a:t>
            </a:r>
            <a:endParaRPr sz="900">
              <a:solidFill>
                <a:schemeClr val="accent4"/>
              </a:solidFill>
              <a:latin typeface="IBM Plex Sans"/>
              <a:ea typeface="IBM Plex Sans"/>
              <a:cs typeface="IBM Plex Sans"/>
              <a:sym typeface="IBM Plex Sans"/>
            </a:endParaRPr>
          </a:p>
        </p:txBody>
      </p:sp>
      <p:sp>
        <p:nvSpPr>
          <p:cNvPr id="2361" name="Google Shape;2361;p129"/>
          <p:cNvSpPr/>
          <p:nvPr/>
        </p:nvSpPr>
        <p:spPr>
          <a:xfrm>
            <a:off x="6530800" y="3176367"/>
            <a:ext cx="2481600" cy="750600"/>
          </a:xfrm>
          <a:prstGeom prst="roundRect">
            <a:avLst>
              <a:gd name="adj" fmla="val 16667"/>
            </a:avLst>
          </a:prstGeom>
          <a:solidFill>
            <a:srgbClr val="D1D3D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b="1">
                <a:solidFill>
                  <a:schemeClr val="dk1"/>
                </a:solidFill>
                <a:latin typeface="IBM Plex Sans"/>
                <a:ea typeface="IBM Plex Sans"/>
                <a:cs typeface="IBM Plex Sans"/>
                <a:sym typeface="IBM Plex Sans"/>
              </a:rPr>
              <a:t>Decision automation</a:t>
            </a:r>
            <a:endParaRPr b="1">
              <a:solidFill>
                <a:schemeClr val="dk1"/>
              </a:solidFill>
              <a:latin typeface="IBM Plex Sans"/>
              <a:ea typeface="IBM Plex Sans"/>
              <a:cs typeface="IBM Plex Sans"/>
              <a:sym typeface="IBM Plex Sans"/>
            </a:endParaRPr>
          </a:p>
        </p:txBody>
      </p:sp>
      <p:sp>
        <p:nvSpPr>
          <p:cNvPr id="2362" name="Google Shape;2362;p129"/>
          <p:cNvSpPr/>
          <p:nvPr/>
        </p:nvSpPr>
        <p:spPr>
          <a:xfrm>
            <a:off x="6530800" y="2207849"/>
            <a:ext cx="2481600" cy="857700"/>
          </a:xfrm>
          <a:prstGeom prst="roundRect">
            <a:avLst>
              <a:gd name="adj" fmla="val 16667"/>
            </a:avLst>
          </a:prstGeom>
          <a:solidFill>
            <a:srgbClr val="D1D3D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b="1">
                <a:solidFill>
                  <a:schemeClr val="dk1"/>
                </a:solidFill>
                <a:latin typeface="IBM Plex Sans"/>
                <a:ea typeface="IBM Plex Sans"/>
                <a:cs typeface="IBM Plex Sans"/>
                <a:sym typeface="IBM Plex Sans"/>
              </a:rPr>
              <a:t>Document management, scientific data processing, </a:t>
            </a:r>
            <a:r>
              <a:rPr lang="en">
                <a:solidFill>
                  <a:schemeClr val="dk1"/>
                </a:solidFill>
                <a:latin typeface="IBM Plex Sans"/>
                <a:ea typeface="IBM Plex Sans"/>
                <a:cs typeface="IBM Plex Sans"/>
                <a:sym typeface="IBM Plex Sans"/>
              </a:rPr>
              <a:t>and other use cases</a:t>
            </a:r>
            <a:endParaRPr b="1">
              <a:solidFill>
                <a:schemeClr val="dk1"/>
              </a:solidFill>
              <a:latin typeface="IBM Plex Sans"/>
              <a:ea typeface="IBM Plex Sans"/>
              <a:cs typeface="IBM Plex Sans"/>
              <a:sym typeface="IBM Plex Sans"/>
            </a:endParaRPr>
          </a:p>
        </p:txBody>
      </p:sp>
      <p:sp>
        <p:nvSpPr>
          <p:cNvPr id="2363" name="Google Shape;2363;p129"/>
          <p:cNvSpPr/>
          <p:nvPr/>
        </p:nvSpPr>
        <p:spPr>
          <a:xfrm>
            <a:off x="371475" y="3953694"/>
            <a:ext cx="2729400" cy="750600"/>
          </a:xfrm>
          <a:prstGeom prst="roundRect">
            <a:avLst>
              <a:gd name="adj" fmla="val 16667"/>
            </a:avLst>
          </a:prstGeom>
          <a:solidFill>
            <a:srgbClr val="D1D3D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b="1">
                <a:solidFill>
                  <a:schemeClr val="dk1"/>
                </a:solidFill>
                <a:latin typeface="IBM Plex Sans"/>
                <a:ea typeface="IBM Plex Sans"/>
                <a:cs typeface="IBM Plex Sans"/>
                <a:sym typeface="IBM Plex Sans"/>
              </a:rPr>
              <a:t>Human task orchestration</a:t>
            </a:r>
            <a:endParaRPr b="1">
              <a:solidFill>
                <a:schemeClr val="dk1"/>
              </a:solidFill>
              <a:latin typeface="IBM Plex Sans"/>
              <a:ea typeface="IBM Plex Sans"/>
              <a:cs typeface="IBM Plex Sans"/>
              <a:sym typeface="IBM Plex Sans"/>
            </a:endParaRPr>
          </a:p>
        </p:txBody>
      </p:sp>
      <p:sp>
        <p:nvSpPr>
          <p:cNvPr id="2364" name="Google Shape;2364;p129"/>
          <p:cNvSpPr/>
          <p:nvPr/>
        </p:nvSpPr>
        <p:spPr>
          <a:xfrm>
            <a:off x="371475" y="2460475"/>
            <a:ext cx="2729400" cy="750600"/>
          </a:xfrm>
          <a:prstGeom prst="roundRect">
            <a:avLst>
              <a:gd name="adj" fmla="val 16667"/>
            </a:avLst>
          </a:prstGeom>
          <a:solidFill>
            <a:srgbClr val="D1D3D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b="1">
                <a:solidFill>
                  <a:schemeClr val="dk1"/>
                </a:solidFill>
                <a:latin typeface="IBM Plex Sans"/>
                <a:ea typeface="IBM Plex Sans"/>
                <a:cs typeface="IBM Plex Sans"/>
                <a:sym typeface="IBM Plex Sans"/>
              </a:rPr>
              <a:t>Service orchestration </a:t>
            </a:r>
            <a:r>
              <a:rPr lang="en">
                <a:solidFill>
                  <a:schemeClr val="dk1"/>
                </a:solidFill>
                <a:latin typeface="IBM Plex Sans"/>
                <a:ea typeface="IBM Plex Sans"/>
                <a:cs typeface="IBM Plex Sans"/>
                <a:sym typeface="IBM Plex Sans"/>
              </a:rPr>
              <a:t>(including orchestration of microservices and RPA bots)</a:t>
            </a:r>
            <a:endParaRPr b="1">
              <a:solidFill>
                <a:schemeClr val="dk1"/>
              </a:solidFill>
              <a:latin typeface="IBM Plex Sans"/>
              <a:ea typeface="IBM Plex Sans"/>
              <a:cs typeface="IBM Plex Sans"/>
              <a:sym typeface="IBM Plex Sans"/>
            </a:endParaRPr>
          </a:p>
        </p:txBody>
      </p:sp>
      <p:sp>
        <p:nvSpPr>
          <p:cNvPr id="2365" name="Google Shape;2365;p129"/>
          <p:cNvSpPr txBox="1"/>
          <p:nvPr/>
        </p:nvSpPr>
        <p:spPr>
          <a:xfrm>
            <a:off x="3669075" y="2651120"/>
            <a:ext cx="610500" cy="3693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200" b="1">
                <a:solidFill>
                  <a:schemeClr val="lt1"/>
                </a:solidFill>
                <a:latin typeface="IBM Plex Sans"/>
                <a:ea typeface="IBM Plex Sans"/>
                <a:cs typeface="IBM Plex Sans"/>
                <a:sym typeface="IBM Plex Sans"/>
              </a:rPr>
              <a:t>40%</a:t>
            </a:r>
            <a:endParaRPr sz="1200" b="1">
              <a:solidFill>
                <a:schemeClr val="lt1"/>
              </a:solidFill>
              <a:latin typeface="IBM Plex Sans"/>
              <a:ea typeface="IBM Plex Sans"/>
              <a:cs typeface="IBM Plex Sans"/>
              <a:sym typeface="IBM Plex Sans"/>
            </a:endParaRPr>
          </a:p>
        </p:txBody>
      </p:sp>
      <p:sp>
        <p:nvSpPr>
          <p:cNvPr id="2366" name="Google Shape;2366;p129"/>
          <p:cNvSpPr txBox="1"/>
          <p:nvPr/>
        </p:nvSpPr>
        <p:spPr>
          <a:xfrm>
            <a:off x="4986418" y="2387098"/>
            <a:ext cx="610500" cy="3693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200" b="1">
                <a:solidFill>
                  <a:schemeClr val="lt1"/>
                </a:solidFill>
                <a:latin typeface="IBM Plex Sans"/>
                <a:ea typeface="IBM Plex Sans"/>
                <a:cs typeface="IBM Plex Sans"/>
                <a:sym typeface="IBM Plex Sans"/>
              </a:rPr>
              <a:t>19%</a:t>
            </a:r>
            <a:endParaRPr sz="1200" b="1">
              <a:solidFill>
                <a:schemeClr val="lt1"/>
              </a:solidFill>
              <a:latin typeface="IBM Plex Sans"/>
              <a:ea typeface="IBM Plex Sans"/>
              <a:cs typeface="IBM Plex Sans"/>
              <a:sym typeface="IBM Plex Sans"/>
            </a:endParaRPr>
          </a:p>
        </p:txBody>
      </p:sp>
      <p:sp>
        <p:nvSpPr>
          <p:cNvPr id="2367" name="Google Shape;2367;p129"/>
          <p:cNvSpPr txBox="1"/>
          <p:nvPr/>
        </p:nvSpPr>
        <p:spPr>
          <a:xfrm>
            <a:off x="4266745" y="3953712"/>
            <a:ext cx="610500" cy="3693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200" b="1">
                <a:solidFill>
                  <a:schemeClr val="lt1"/>
                </a:solidFill>
                <a:latin typeface="IBM Plex Sans"/>
                <a:ea typeface="IBM Plex Sans"/>
                <a:cs typeface="IBM Plex Sans"/>
                <a:sym typeface="IBM Plex Sans"/>
              </a:rPr>
              <a:t>36%</a:t>
            </a:r>
            <a:endParaRPr sz="1200" b="1">
              <a:solidFill>
                <a:schemeClr val="lt1"/>
              </a:solidFill>
              <a:latin typeface="IBM Plex Sans"/>
              <a:ea typeface="IBM Plex Sans"/>
              <a:cs typeface="IBM Plex Sans"/>
              <a:sym typeface="IBM Plex Sans"/>
            </a:endParaRPr>
          </a:p>
        </p:txBody>
      </p:sp>
      <p:sp>
        <p:nvSpPr>
          <p:cNvPr id="2368" name="Google Shape;2368;p129"/>
          <p:cNvSpPr txBox="1">
            <a:spLocks noGrp="1"/>
          </p:cNvSpPr>
          <p:nvPr>
            <p:ph type="sldNum" idx="12"/>
          </p:nvPr>
        </p:nvSpPr>
        <p:spPr>
          <a:xfrm>
            <a:off x="8366700" y="4805546"/>
            <a:ext cx="548700" cy="2154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fld id="{00000000-1234-1234-1234-123412341234}" type="slidenum">
              <a:rPr lang="en"/>
              <a:t>22</a:t>
            </a:fld>
            <a:endParaRPr/>
          </a:p>
        </p:txBody>
      </p:sp>
      <p:cxnSp>
        <p:nvCxnSpPr>
          <p:cNvPr id="2369" name="Google Shape;2369;p129"/>
          <p:cNvCxnSpPr/>
          <p:nvPr/>
        </p:nvCxnSpPr>
        <p:spPr>
          <a:xfrm>
            <a:off x="3184516" y="4524665"/>
            <a:ext cx="1104000" cy="0"/>
          </a:xfrm>
          <a:prstGeom prst="straightConnector1">
            <a:avLst/>
          </a:prstGeom>
          <a:noFill/>
          <a:ln w="28575" cap="flat" cmpd="sng">
            <a:solidFill>
              <a:srgbClr val="434343"/>
            </a:solidFill>
            <a:prstDash val="solid"/>
            <a:round/>
            <a:headEnd type="none" w="med" len="med"/>
            <a:tailEnd type="none" w="med" len="med"/>
          </a:ln>
        </p:spPr>
      </p:cxnSp>
      <p:cxnSp>
        <p:nvCxnSpPr>
          <p:cNvPr id="2370" name="Google Shape;2370;p129"/>
          <p:cNvCxnSpPr/>
          <p:nvPr/>
        </p:nvCxnSpPr>
        <p:spPr>
          <a:xfrm>
            <a:off x="4273757" y="4395375"/>
            <a:ext cx="0" cy="129300"/>
          </a:xfrm>
          <a:prstGeom prst="straightConnector1">
            <a:avLst/>
          </a:prstGeom>
          <a:noFill/>
          <a:ln w="28575" cap="flat" cmpd="sng">
            <a:solidFill>
              <a:srgbClr val="434343"/>
            </a:solidFill>
            <a:prstDash val="solid"/>
            <a:round/>
            <a:headEnd type="none" w="med" len="med"/>
            <a:tailEnd type="none" w="med" len="med"/>
          </a:ln>
        </p:spPr>
      </p:cxnSp>
      <p:sp>
        <p:nvSpPr>
          <p:cNvPr id="2371" name="Google Shape;2371;p129"/>
          <p:cNvSpPr txBox="1"/>
          <p:nvPr/>
        </p:nvSpPr>
        <p:spPr>
          <a:xfrm>
            <a:off x="5349190" y="2920441"/>
            <a:ext cx="610500" cy="3693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200" b="1">
                <a:solidFill>
                  <a:srgbClr val="FFFFFF"/>
                </a:solidFill>
                <a:latin typeface="IBM Plex Sans"/>
                <a:ea typeface="IBM Plex Sans"/>
                <a:cs typeface="IBM Plex Sans"/>
                <a:sym typeface="IBM Plex Sans"/>
              </a:rPr>
              <a:t>5%</a:t>
            </a:r>
            <a:endParaRPr sz="1200" b="1">
              <a:solidFill>
                <a:srgbClr val="FFFFFF"/>
              </a:solidFill>
              <a:latin typeface="IBM Plex Sans"/>
              <a:ea typeface="IBM Plex Sans"/>
              <a:cs typeface="IBM Plex Sans"/>
              <a:sym typeface="IBM Plex Sans"/>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7F7F7"/>
        </a:solidFill>
        <a:effectLst/>
      </p:bgPr>
    </p:bg>
    <p:spTree>
      <p:nvGrpSpPr>
        <p:cNvPr id="1" name="Shape 2375"/>
        <p:cNvGrpSpPr/>
        <p:nvPr/>
      </p:nvGrpSpPr>
      <p:grpSpPr>
        <a:xfrm>
          <a:off x="0" y="0"/>
          <a:ext cx="0" cy="0"/>
          <a:chOff x="0" y="0"/>
          <a:chExt cx="0" cy="0"/>
        </a:xfrm>
      </p:grpSpPr>
      <p:pic>
        <p:nvPicPr>
          <p:cNvPr id="2376" name="Google Shape;2376;p130"/>
          <p:cNvPicPr preferRelativeResize="0"/>
          <p:nvPr/>
        </p:nvPicPr>
        <p:blipFill rotWithShape="1">
          <a:blip r:embed="rId3">
            <a:alphaModFix/>
          </a:blip>
          <a:srcRect l="21490" r="20972"/>
          <a:stretch/>
        </p:blipFill>
        <p:spPr>
          <a:xfrm rot="-2700000">
            <a:off x="3561046" y="1993729"/>
            <a:ext cx="2391830" cy="2571747"/>
          </a:xfrm>
          <a:prstGeom prst="rect">
            <a:avLst/>
          </a:prstGeom>
          <a:noFill/>
          <a:ln>
            <a:noFill/>
          </a:ln>
        </p:spPr>
      </p:pic>
      <p:sp>
        <p:nvSpPr>
          <p:cNvPr id="2377" name="Google Shape;2377;p130"/>
          <p:cNvSpPr/>
          <p:nvPr/>
        </p:nvSpPr>
        <p:spPr>
          <a:xfrm rot="10800000">
            <a:off x="5689950" y="100"/>
            <a:ext cx="2592900" cy="2060100"/>
          </a:xfrm>
          <a:prstGeom prst="round2SameRect">
            <a:avLst>
              <a:gd name="adj1" fmla="val 10061"/>
              <a:gd name="adj2" fmla="val 0"/>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8" name="Google Shape;2378;p130"/>
          <p:cNvSpPr txBox="1">
            <a:spLocks noGrp="1"/>
          </p:cNvSpPr>
          <p:nvPr>
            <p:ph type="body" idx="4294967295"/>
          </p:nvPr>
        </p:nvSpPr>
        <p:spPr>
          <a:xfrm>
            <a:off x="457100" y="1000074"/>
            <a:ext cx="3785400" cy="424500"/>
          </a:xfrm>
          <a:prstGeom prst="rect">
            <a:avLst/>
          </a:prstGeom>
        </p:spPr>
        <p:txBody>
          <a:bodyPr spcFirstLastPara="1" wrap="square" lIns="0" tIns="0" rIns="0" bIns="0" anchor="t" anchorCtr="0">
            <a:noAutofit/>
          </a:bodyPr>
          <a:lstStyle/>
          <a:p>
            <a:pPr marL="0" lvl="0" indent="0" algn="l" rtl="0">
              <a:lnSpc>
                <a:spcPct val="95000"/>
              </a:lnSpc>
              <a:spcBef>
                <a:spcPts val="800"/>
              </a:spcBef>
              <a:spcAft>
                <a:spcPts val="500"/>
              </a:spcAft>
              <a:buNone/>
            </a:pPr>
            <a:r>
              <a:rPr lang="en" sz="2000" b="1">
                <a:solidFill>
                  <a:schemeClr val="dk2"/>
                </a:solidFill>
              </a:rPr>
              <a:t>Business Processes</a:t>
            </a:r>
            <a:endParaRPr sz="2000" b="1">
              <a:solidFill>
                <a:schemeClr val="dk2"/>
              </a:solidFill>
            </a:endParaRPr>
          </a:p>
        </p:txBody>
      </p:sp>
      <p:sp>
        <p:nvSpPr>
          <p:cNvPr id="2379" name="Google Shape;2379;p130"/>
          <p:cNvSpPr txBox="1">
            <a:spLocks noGrp="1"/>
          </p:cNvSpPr>
          <p:nvPr>
            <p:ph type="body" idx="4294967295"/>
          </p:nvPr>
        </p:nvSpPr>
        <p:spPr>
          <a:xfrm>
            <a:off x="457100" y="1424500"/>
            <a:ext cx="3785400" cy="424500"/>
          </a:xfrm>
          <a:prstGeom prst="rect">
            <a:avLst/>
          </a:prstGeom>
        </p:spPr>
        <p:txBody>
          <a:bodyPr spcFirstLastPara="1" wrap="square" lIns="0" tIns="0" rIns="0" bIns="0" anchor="t" anchorCtr="0">
            <a:noAutofit/>
          </a:bodyPr>
          <a:lstStyle/>
          <a:p>
            <a:pPr marL="0" lvl="0" indent="0" algn="l" rtl="0">
              <a:lnSpc>
                <a:spcPct val="95000"/>
              </a:lnSpc>
              <a:spcBef>
                <a:spcPts val="800"/>
              </a:spcBef>
              <a:spcAft>
                <a:spcPts val="500"/>
              </a:spcAft>
              <a:buNone/>
            </a:pPr>
            <a:r>
              <a:rPr lang="en" sz="1500">
                <a:solidFill>
                  <a:schemeClr val="accent4"/>
                </a:solidFill>
              </a:rPr>
              <a:t>Across industries and functional groups, Camunda makes work happen</a:t>
            </a:r>
            <a:endParaRPr sz="1500">
              <a:solidFill>
                <a:schemeClr val="accent4"/>
              </a:solidFill>
            </a:endParaRPr>
          </a:p>
        </p:txBody>
      </p:sp>
      <p:sp>
        <p:nvSpPr>
          <p:cNvPr id="2380" name="Google Shape;2380;p130"/>
          <p:cNvSpPr txBox="1"/>
          <p:nvPr/>
        </p:nvSpPr>
        <p:spPr>
          <a:xfrm>
            <a:off x="457100" y="155700"/>
            <a:ext cx="8001000" cy="857700"/>
          </a:xfrm>
          <a:prstGeom prst="rect">
            <a:avLst/>
          </a:prstGeom>
          <a:noFill/>
          <a:ln>
            <a:noFill/>
          </a:ln>
        </p:spPr>
        <p:txBody>
          <a:bodyPr spcFirstLastPara="1" wrap="square" lIns="0" tIns="0" rIns="0" bIns="0" anchor="t" anchorCtr="0">
            <a:normAutofit/>
          </a:bodyPr>
          <a:lstStyle/>
          <a:p>
            <a:pPr marL="0" lvl="0" indent="0" algn="l" rtl="0">
              <a:spcBef>
                <a:spcPts val="0"/>
              </a:spcBef>
              <a:spcAft>
                <a:spcPts val="0"/>
              </a:spcAft>
              <a:buNone/>
            </a:pPr>
            <a:r>
              <a:rPr lang="en" sz="3400" b="1">
                <a:solidFill>
                  <a:schemeClr val="dk1"/>
                </a:solidFill>
                <a:latin typeface="IBM Plex Sans"/>
                <a:ea typeface="IBM Plex Sans"/>
                <a:cs typeface="IBM Plex Sans"/>
                <a:sym typeface="IBM Plex Sans"/>
              </a:rPr>
              <a:t>Solutions</a:t>
            </a:r>
            <a:endParaRPr sz="3400" b="1">
              <a:solidFill>
                <a:schemeClr val="dk1"/>
              </a:solidFill>
              <a:latin typeface="IBM Plex Sans"/>
              <a:ea typeface="IBM Plex Sans"/>
              <a:cs typeface="IBM Plex Sans"/>
              <a:sym typeface="IBM Plex Sans"/>
            </a:endParaRPr>
          </a:p>
        </p:txBody>
      </p:sp>
      <p:sp>
        <p:nvSpPr>
          <p:cNvPr id="2381" name="Google Shape;2381;p130"/>
          <p:cNvSpPr txBox="1"/>
          <p:nvPr/>
        </p:nvSpPr>
        <p:spPr>
          <a:xfrm>
            <a:off x="5864750" y="725203"/>
            <a:ext cx="2250000" cy="1062000"/>
          </a:xfrm>
          <a:prstGeom prst="rect">
            <a:avLst/>
          </a:prstGeom>
          <a:noFill/>
          <a:ln>
            <a:noFill/>
          </a:ln>
        </p:spPr>
        <p:txBody>
          <a:bodyPr spcFirstLastPara="1" wrap="square" lIns="68575" tIns="68575" rIns="68575" bIns="68575" anchor="t" anchorCtr="0">
            <a:spAutoFit/>
          </a:bodyPr>
          <a:lstStyle/>
          <a:p>
            <a:pPr marL="0" lvl="0" indent="0" algn="l" rtl="0">
              <a:spcBef>
                <a:spcPts val="0"/>
              </a:spcBef>
              <a:spcAft>
                <a:spcPts val="0"/>
              </a:spcAft>
              <a:buNone/>
            </a:pPr>
            <a:r>
              <a:rPr lang="en" sz="1200">
                <a:solidFill>
                  <a:schemeClr val="dk1"/>
                </a:solidFill>
                <a:latin typeface="IBM Plex Sans Medium"/>
                <a:ea typeface="IBM Plex Sans Medium"/>
                <a:cs typeface="IBM Plex Sans Medium"/>
                <a:sym typeface="IBM Plex Sans Medium"/>
              </a:rPr>
              <a:t>Zalando,</a:t>
            </a:r>
            <a:r>
              <a:rPr lang="en" sz="1200">
                <a:solidFill>
                  <a:schemeClr val="dk1"/>
                </a:solidFill>
                <a:latin typeface="IBM Plex Sans"/>
                <a:ea typeface="IBM Plex Sans"/>
                <a:cs typeface="IBM Plex Sans"/>
                <a:sym typeface="IBM Plex Sans"/>
              </a:rPr>
              <a:t> Europe’s largest online fashion retailer, uses Camunda to manage orders for over 16 million active customers in 15 markets.</a:t>
            </a:r>
            <a:endParaRPr sz="1200">
              <a:solidFill>
                <a:schemeClr val="dk1"/>
              </a:solidFill>
              <a:latin typeface="IBM Plex Sans"/>
              <a:ea typeface="IBM Plex Sans"/>
              <a:cs typeface="IBM Plex Sans"/>
              <a:sym typeface="IBM Plex Sans"/>
            </a:endParaRPr>
          </a:p>
        </p:txBody>
      </p:sp>
      <p:sp>
        <p:nvSpPr>
          <p:cNvPr id="2382" name="Google Shape;2382;p130"/>
          <p:cNvSpPr txBox="1"/>
          <p:nvPr/>
        </p:nvSpPr>
        <p:spPr>
          <a:xfrm>
            <a:off x="5864750" y="141800"/>
            <a:ext cx="2250000" cy="482700"/>
          </a:xfrm>
          <a:prstGeom prst="rect">
            <a:avLst/>
          </a:prstGeom>
          <a:noFill/>
          <a:ln>
            <a:noFill/>
          </a:ln>
        </p:spPr>
        <p:txBody>
          <a:bodyPr spcFirstLastPara="1" wrap="square" lIns="68575" tIns="68575" rIns="68575" bIns="68575" anchor="t" anchorCtr="0">
            <a:spAutoFit/>
          </a:bodyPr>
          <a:lstStyle/>
          <a:p>
            <a:pPr marL="0" lvl="0" indent="0" algn="l" rtl="0">
              <a:lnSpc>
                <a:spcPct val="70000"/>
              </a:lnSpc>
              <a:spcBef>
                <a:spcPts val="0"/>
              </a:spcBef>
              <a:spcAft>
                <a:spcPts val="0"/>
              </a:spcAft>
              <a:buNone/>
            </a:pPr>
            <a:r>
              <a:rPr lang="en" sz="1300" b="1">
                <a:solidFill>
                  <a:schemeClr val="dk1"/>
                </a:solidFill>
                <a:latin typeface="IBM Plex Sans"/>
                <a:ea typeface="IBM Plex Sans"/>
                <a:cs typeface="IBM Plex Sans"/>
                <a:sym typeface="IBM Plex Sans"/>
              </a:rPr>
              <a:t>How Camunda</a:t>
            </a:r>
            <a:endParaRPr sz="1300" b="1">
              <a:solidFill>
                <a:schemeClr val="dk1"/>
              </a:solidFill>
              <a:latin typeface="IBM Plex Sans"/>
              <a:ea typeface="IBM Plex Sans"/>
              <a:cs typeface="IBM Plex Sans"/>
              <a:sym typeface="IBM Plex Sans"/>
            </a:endParaRPr>
          </a:p>
          <a:p>
            <a:pPr marL="0" lvl="0" indent="0" algn="l" rtl="0">
              <a:lnSpc>
                <a:spcPct val="70000"/>
              </a:lnSpc>
              <a:spcBef>
                <a:spcPts val="500"/>
              </a:spcBef>
              <a:spcAft>
                <a:spcPts val="500"/>
              </a:spcAft>
              <a:buNone/>
            </a:pPr>
            <a:r>
              <a:rPr lang="en" sz="1300" b="1">
                <a:solidFill>
                  <a:schemeClr val="dk1"/>
                </a:solidFill>
                <a:latin typeface="IBM Plex Sans"/>
                <a:ea typeface="IBM Plex Sans"/>
                <a:cs typeface="IBM Plex Sans"/>
                <a:sym typeface="IBM Plex Sans"/>
              </a:rPr>
              <a:t>Changed the Game:</a:t>
            </a:r>
            <a:endParaRPr sz="1300" b="1">
              <a:solidFill>
                <a:schemeClr val="dk1"/>
              </a:solidFill>
              <a:latin typeface="IBM Plex Sans"/>
              <a:ea typeface="IBM Plex Sans"/>
              <a:cs typeface="IBM Plex Sans"/>
              <a:sym typeface="IBM Plex Sans"/>
            </a:endParaRPr>
          </a:p>
        </p:txBody>
      </p:sp>
      <p:cxnSp>
        <p:nvCxnSpPr>
          <p:cNvPr id="2383" name="Google Shape;2383;p130"/>
          <p:cNvCxnSpPr/>
          <p:nvPr/>
        </p:nvCxnSpPr>
        <p:spPr>
          <a:xfrm>
            <a:off x="2980538" y="2693306"/>
            <a:ext cx="610500" cy="0"/>
          </a:xfrm>
          <a:prstGeom prst="straightConnector1">
            <a:avLst/>
          </a:prstGeom>
          <a:noFill/>
          <a:ln w="28575" cap="flat" cmpd="sng">
            <a:solidFill>
              <a:schemeClr val="dk2"/>
            </a:solidFill>
            <a:prstDash val="solid"/>
            <a:round/>
            <a:headEnd type="none" w="med" len="med"/>
            <a:tailEnd type="none" w="med" len="med"/>
          </a:ln>
        </p:spPr>
      </p:cxnSp>
      <p:cxnSp>
        <p:nvCxnSpPr>
          <p:cNvPr id="2384" name="Google Shape;2384;p130"/>
          <p:cNvCxnSpPr/>
          <p:nvPr/>
        </p:nvCxnSpPr>
        <p:spPr>
          <a:xfrm>
            <a:off x="2980538" y="3477331"/>
            <a:ext cx="488400" cy="0"/>
          </a:xfrm>
          <a:prstGeom prst="straightConnector1">
            <a:avLst/>
          </a:prstGeom>
          <a:noFill/>
          <a:ln w="28575" cap="flat" cmpd="sng">
            <a:solidFill>
              <a:schemeClr val="dk2"/>
            </a:solidFill>
            <a:prstDash val="solid"/>
            <a:round/>
            <a:headEnd type="none" w="med" len="med"/>
            <a:tailEnd type="none" w="med" len="med"/>
          </a:ln>
        </p:spPr>
      </p:cxnSp>
      <p:cxnSp>
        <p:nvCxnSpPr>
          <p:cNvPr id="2385" name="Google Shape;2385;p130"/>
          <p:cNvCxnSpPr/>
          <p:nvPr/>
        </p:nvCxnSpPr>
        <p:spPr>
          <a:xfrm>
            <a:off x="5991400" y="3045000"/>
            <a:ext cx="391500" cy="0"/>
          </a:xfrm>
          <a:prstGeom prst="straightConnector1">
            <a:avLst/>
          </a:prstGeom>
          <a:noFill/>
          <a:ln w="28575" cap="flat" cmpd="sng">
            <a:solidFill>
              <a:schemeClr val="dk2"/>
            </a:solidFill>
            <a:prstDash val="solid"/>
            <a:round/>
            <a:headEnd type="none" w="med" len="med"/>
            <a:tailEnd type="none" w="med" len="med"/>
          </a:ln>
        </p:spPr>
      </p:cxnSp>
      <p:cxnSp>
        <p:nvCxnSpPr>
          <p:cNvPr id="2386" name="Google Shape;2386;p130"/>
          <p:cNvCxnSpPr/>
          <p:nvPr/>
        </p:nvCxnSpPr>
        <p:spPr>
          <a:xfrm>
            <a:off x="5374750" y="4393025"/>
            <a:ext cx="1008000" cy="0"/>
          </a:xfrm>
          <a:prstGeom prst="straightConnector1">
            <a:avLst/>
          </a:prstGeom>
          <a:noFill/>
          <a:ln w="28575" cap="flat" cmpd="sng">
            <a:solidFill>
              <a:schemeClr val="dk2"/>
            </a:solidFill>
            <a:prstDash val="solid"/>
            <a:round/>
            <a:headEnd type="none" w="med" len="med"/>
            <a:tailEnd type="none" w="med" len="med"/>
          </a:ln>
        </p:spPr>
      </p:cxnSp>
      <p:sp>
        <p:nvSpPr>
          <p:cNvPr id="2387" name="Google Shape;2387;p130"/>
          <p:cNvSpPr/>
          <p:nvPr/>
        </p:nvSpPr>
        <p:spPr>
          <a:xfrm>
            <a:off x="371475" y="3105092"/>
            <a:ext cx="2481600" cy="750600"/>
          </a:xfrm>
          <a:prstGeom prst="roundRect">
            <a:avLst>
              <a:gd name="adj" fmla="val 16667"/>
            </a:avLst>
          </a:prstGeom>
          <a:solidFill>
            <a:srgbClr val="D1D3D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b="1">
                <a:solidFill>
                  <a:schemeClr val="dk1"/>
                </a:solidFill>
                <a:latin typeface="IBM Plex Sans"/>
                <a:ea typeface="IBM Plex Sans"/>
                <a:cs typeface="IBM Plex Sans"/>
                <a:sym typeface="IBM Plex Sans"/>
              </a:rPr>
              <a:t>Customer onboarding and data management</a:t>
            </a:r>
            <a:endParaRPr/>
          </a:p>
        </p:txBody>
      </p:sp>
      <p:sp>
        <p:nvSpPr>
          <p:cNvPr id="2388" name="Google Shape;2388;p130"/>
          <p:cNvSpPr/>
          <p:nvPr/>
        </p:nvSpPr>
        <p:spPr>
          <a:xfrm>
            <a:off x="371475" y="3966479"/>
            <a:ext cx="2481600" cy="750600"/>
          </a:xfrm>
          <a:prstGeom prst="roundRect">
            <a:avLst>
              <a:gd name="adj" fmla="val 16667"/>
            </a:avLst>
          </a:prstGeom>
          <a:solidFill>
            <a:srgbClr val="D1D3D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b="1">
                <a:solidFill>
                  <a:schemeClr val="dk1"/>
                </a:solidFill>
                <a:latin typeface="IBM Plex Sans"/>
                <a:ea typeface="IBM Plex Sans"/>
                <a:cs typeface="IBM Plex Sans"/>
                <a:sym typeface="IBM Plex Sans"/>
              </a:rPr>
              <a:t>Loan origination</a:t>
            </a:r>
            <a:endParaRPr/>
          </a:p>
        </p:txBody>
      </p:sp>
      <p:sp>
        <p:nvSpPr>
          <p:cNvPr id="2389" name="Google Shape;2389;p130"/>
          <p:cNvSpPr/>
          <p:nvPr/>
        </p:nvSpPr>
        <p:spPr>
          <a:xfrm>
            <a:off x="371475" y="2243679"/>
            <a:ext cx="2481600" cy="750600"/>
          </a:xfrm>
          <a:prstGeom prst="roundRect">
            <a:avLst>
              <a:gd name="adj" fmla="val 16667"/>
            </a:avLst>
          </a:prstGeom>
          <a:solidFill>
            <a:srgbClr val="D1D3D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b="1">
                <a:solidFill>
                  <a:schemeClr val="dk1"/>
                </a:solidFill>
                <a:latin typeface="IBM Plex Sans"/>
                <a:ea typeface="IBM Plex Sans"/>
                <a:cs typeface="IBM Plex Sans"/>
                <a:sym typeface="IBM Plex Sans"/>
              </a:rPr>
              <a:t>Order management</a:t>
            </a:r>
            <a:endParaRPr/>
          </a:p>
        </p:txBody>
      </p:sp>
      <p:sp>
        <p:nvSpPr>
          <p:cNvPr id="2390" name="Google Shape;2390;p130"/>
          <p:cNvSpPr/>
          <p:nvPr/>
        </p:nvSpPr>
        <p:spPr>
          <a:xfrm>
            <a:off x="6524900" y="4004988"/>
            <a:ext cx="2481600" cy="750600"/>
          </a:xfrm>
          <a:prstGeom prst="roundRect">
            <a:avLst>
              <a:gd name="adj" fmla="val 16667"/>
            </a:avLst>
          </a:prstGeom>
          <a:solidFill>
            <a:srgbClr val="D1D3D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b="1">
                <a:solidFill>
                  <a:schemeClr val="dk1"/>
                </a:solidFill>
                <a:latin typeface="IBM Plex Sans"/>
                <a:ea typeface="IBM Plex Sans"/>
                <a:cs typeface="IBM Plex Sans"/>
                <a:sym typeface="IBM Plex Sans"/>
              </a:rPr>
              <a:t>Claims management, risk management, and underwriting</a:t>
            </a:r>
            <a:endParaRPr b="1">
              <a:solidFill>
                <a:schemeClr val="dk1"/>
              </a:solidFill>
              <a:latin typeface="IBM Plex Sans"/>
              <a:ea typeface="IBM Plex Sans"/>
              <a:cs typeface="IBM Plex Sans"/>
              <a:sym typeface="IBM Plex Sans"/>
            </a:endParaRPr>
          </a:p>
        </p:txBody>
      </p:sp>
      <p:sp>
        <p:nvSpPr>
          <p:cNvPr id="2391" name="Google Shape;2391;p130"/>
          <p:cNvSpPr/>
          <p:nvPr/>
        </p:nvSpPr>
        <p:spPr>
          <a:xfrm>
            <a:off x="6524900" y="2540481"/>
            <a:ext cx="2481600" cy="1062000"/>
          </a:xfrm>
          <a:prstGeom prst="roundRect">
            <a:avLst>
              <a:gd name="adj" fmla="val 11954"/>
            </a:avLst>
          </a:prstGeom>
          <a:solidFill>
            <a:srgbClr val="D1D3D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b="1">
                <a:solidFill>
                  <a:schemeClr val="dk1"/>
                </a:solidFill>
                <a:latin typeface="IBM Plex Sans"/>
                <a:ea typeface="IBM Plex Sans"/>
                <a:cs typeface="IBM Plex Sans"/>
                <a:sym typeface="IBM Plex Sans"/>
              </a:rPr>
              <a:t>Compliance data collection, medical records management, </a:t>
            </a:r>
            <a:endParaRPr b="1">
              <a:solidFill>
                <a:schemeClr val="dk1"/>
              </a:solidFill>
              <a:latin typeface="IBM Plex Sans"/>
              <a:ea typeface="IBM Plex Sans"/>
              <a:cs typeface="IBM Plex Sans"/>
              <a:sym typeface="IBM Plex Sans"/>
            </a:endParaRPr>
          </a:p>
          <a:p>
            <a:pPr marL="0" lvl="0" indent="0" algn="l" rtl="0">
              <a:spcBef>
                <a:spcPts val="0"/>
              </a:spcBef>
              <a:spcAft>
                <a:spcPts val="0"/>
              </a:spcAft>
              <a:buNone/>
            </a:pPr>
            <a:r>
              <a:rPr lang="en">
                <a:solidFill>
                  <a:schemeClr val="dk1"/>
                </a:solidFill>
                <a:latin typeface="IBM Plex Sans"/>
                <a:ea typeface="IBM Plex Sans"/>
                <a:cs typeface="IBM Plex Sans"/>
                <a:sym typeface="IBM Plex Sans"/>
              </a:rPr>
              <a:t>and other processes</a:t>
            </a:r>
            <a:endParaRPr b="1">
              <a:solidFill>
                <a:schemeClr val="dk1"/>
              </a:solidFill>
              <a:latin typeface="IBM Plex Sans"/>
              <a:ea typeface="IBM Plex Sans"/>
              <a:cs typeface="IBM Plex Sans"/>
              <a:sym typeface="IBM Plex Sans"/>
            </a:endParaRPr>
          </a:p>
        </p:txBody>
      </p:sp>
      <p:sp>
        <p:nvSpPr>
          <p:cNvPr id="2392" name="Google Shape;2392;p130"/>
          <p:cNvSpPr txBox="1"/>
          <p:nvPr/>
        </p:nvSpPr>
        <p:spPr>
          <a:xfrm>
            <a:off x="5268361" y="2844402"/>
            <a:ext cx="610500" cy="3693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200" b="1">
                <a:solidFill>
                  <a:schemeClr val="lt1"/>
                </a:solidFill>
                <a:latin typeface="IBM Plex Sans"/>
                <a:ea typeface="IBM Plex Sans"/>
                <a:cs typeface="IBM Plex Sans"/>
                <a:sym typeface="IBM Plex Sans"/>
              </a:rPr>
              <a:t>50%</a:t>
            </a:r>
            <a:endParaRPr sz="1200" b="1">
              <a:solidFill>
                <a:schemeClr val="lt1"/>
              </a:solidFill>
              <a:latin typeface="IBM Plex Sans"/>
              <a:ea typeface="IBM Plex Sans"/>
              <a:cs typeface="IBM Plex Sans"/>
              <a:sym typeface="IBM Plex Sans"/>
            </a:endParaRPr>
          </a:p>
        </p:txBody>
      </p:sp>
      <p:sp>
        <p:nvSpPr>
          <p:cNvPr id="2393" name="Google Shape;2393;p130"/>
          <p:cNvSpPr txBox="1"/>
          <p:nvPr/>
        </p:nvSpPr>
        <p:spPr>
          <a:xfrm>
            <a:off x="4886600" y="3891082"/>
            <a:ext cx="610500" cy="3693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200" b="1">
                <a:solidFill>
                  <a:schemeClr val="lt1"/>
                </a:solidFill>
                <a:latin typeface="IBM Plex Sans"/>
                <a:ea typeface="IBM Plex Sans"/>
                <a:cs typeface="IBM Plex Sans"/>
                <a:sym typeface="IBM Plex Sans"/>
              </a:rPr>
              <a:t>10%</a:t>
            </a:r>
            <a:endParaRPr sz="1200" b="1">
              <a:solidFill>
                <a:schemeClr val="lt1"/>
              </a:solidFill>
              <a:latin typeface="IBM Plex Sans"/>
              <a:ea typeface="IBM Plex Sans"/>
              <a:cs typeface="IBM Plex Sans"/>
              <a:sym typeface="IBM Plex Sans"/>
            </a:endParaRPr>
          </a:p>
        </p:txBody>
      </p:sp>
      <p:sp>
        <p:nvSpPr>
          <p:cNvPr id="2394" name="Google Shape;2394;p130"/>
          <p:cNvSpPr txBox="1"/>
          <p:nvPr/>
        </p:nvSpPr>
        <p:spPr>
          <a:xfrm>
            <a:off x="4282644" y="3967282"/>
            <a:ext cx="610500" cy="3693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200" b="1">
                <a:solidFill>
                  <a:schemeClr val="lt1"/>
                </a:solidFill>
                <a:latin typeface="IBM Plex Sans"/>
                <a:ea typeface="IBM Plex Sans"/>
                <a:cs typeface="IBM Plex Sans"/>
                <a:sym typeface="IBM Plex Sans"/>
              </a:rPr>
              <a:t>11%</a:t>
            </a:r>
            <a:endParaRPr sz="1200" b="1">
              <a:solidFill>
                <a:schemeClr val="lt1"/>
              </a:solidFill>
              <a:latin typeface="IBM Plex Sans"/>
              <a:ea typeface="IBM Plex Sans"/>
              <a:cs typeface="IBM Plex Sans"/>
              <a:sym typeface="IBM Plex Sans"/>
            </a:endParaRPr>
          </a:p>
        </p:txBody>
      </p:sp>
      <p:sp>
        <p:nvSpPr>
          <p:cNvPr id="2395" name="Google Shape;2395;p130"/>
          <p:cNvSpPr txBox="1"/>
          <p:nvPr/>
        </p:nvSpPr>
        <p:spPr>
          <a:xfrm>
            <a:off x="3673044" y="3433882"/>
            <a:ext cx="610500" cy="3693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200" b="1">
                <a:solidFill>
                  <a:schemeClr val="lt1"/>
                </a:solidFill>
                <a:latin typeface="IBM Plex Sans"/>
                <a:ea typeface="IBM Plex Sans"/>
                <a:cs typeface="IBM Plex Sans"/>
                <a:sym typeface="IBM Plex Sans"/>
              </a:rPr>
              <a:t>17%</a:t>
            </a:r>
            <a:endParaRPr sz="1200" b="1">
              <a:solidFill>
                <a:schemeClr val="lt1"/>
              </a:solidFill>
              <a:latin typeface="IBM Plex Sans"/>
              <a:ea typeface="IBM Plex Sans"/>
              <a:cs typeface="IBM Plex Sans"/>
              <a:sym typeface="IBM Plex Sans"/>
            </a:endParaRPr>
          </a:p>
        </p:txBody>
      </p:sp>
      <p:sp>
        <p:nvSpPr>
          <p:cNvPr id="2396" name="Google Shape;2396;p130"/>
          <p:cNvSpPr txBox="1"/>
          <p:nvPr/>
        </p:nvSpPr>
        <p:spPr>
          <a:xfrm>
            <a:off x="3658933" y="2743251"/>
            <a:ext cx="610500" cy="3693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200" b="1">
                <a:solidFill>
                  <a:schemeClr val="lt1"/>
                </a:solidFill>
                <a:latin typeface="IBM Plex Sans"/>
                <a:ea typeface="IBM Plex Sans"/>
                <a:cs typeface="IBM Plex Sans"/>
                <a:sym typeface="IBM Plex Sans"/>
              </a:rPr>
              <a:t>12%</a:t>
            </a:r>
            <a:endParaRPr sz="1200" b="1">
              <a:solidFill>
                <a:schemeClr val="lt1"/>
              </a:solidFill>
              <a:latin typeface="IBM Plex Sans"/>
              <a:ea typeface="IBM Plex Sans"/>
              <a:cs typeface="IBM Plex Sans"/>
              <a:sym typeface="IBM Plex Sans"/>
            </a:endParaRPr>
          </a:p>
        </p:txBody>
      </p:sp>
      <p:sp>
        <p:nvSpPr>
          <p:cNvPr id="2397" name="Google Shape;2397;p130"/>
          <p:cNvSpPr txBox="1">
            <a:spLocks noGrp="1"/>
          </p:cNvSpPr>
          <p:nvPr>
            <p:ph type="sldNum" idx="12"/>
          </p:nvPr>
        </p:nvSpPr>
        <p:spPr>
          <a:xfrm>
            <a:off x="8366700" y="4805546"/>
            <a:ext cx="548700" cy="2154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fld id="{00000000-1234-1234-1234-123412341234}" type="slidenum">
              <a:rPr lang="en"/>
              <a:t>23</a:t>
            </a:fld>
            <a:endParaRPr/>
          </a:p>
        </p:txBody>
      </p:sp>
      <p:sp>
        <p:nvSpPr>
          <p:cNvPr id="2398" name="Google Shape;2398;p130"/>
          <p:cNvSpPr txBox="1"/>
          <p:nvPr/>
        </p:nvSpPr>
        <p:spPr>
          <a:xfrm>
            <a:off x="3718369" y="4757869"/>
            <a:ext cx="2095500" cy="277200"/>
          </a:xfrm>
          <a:prstGeom prst="rect">
            <a:avLst/>
          </a:prstGeom>
          <a:noFill/>
          <a:ln>
            <a:noFill/>
          </a:ln>
        </p:spPr>
        <p:txBody>
          <a:bodyPr spcFirstLastPara="1" wrap="square" lIns="68575" tIns="68575" rIns="68575" bIns="68575" anchor="ctr" anchorCtr="0">
            <a:spAutoFit/>
          </a:bodyPr>
          <a:lstStyle/>
          <a:p>
            <a:pPr marL="0" lvl="0" indent="0" algn="l" rtl="0">
              <a:spcBef>
                <a:spcPts val="0"/>
              </a:spcBef>
              <a:spcAft>
                <a:spcPts val="0"/>
              </a:spcAft>
              <a:buNone/>
            </a:pPr>
            <a:r>
              <a:rPr lang="en" sz="900">
                <a:solidFill>
                  <a:schemeClr val="accent4"/>
                </a:solidFill>
                <a:latin typeface="IBM Plex Sans"/>
                <a:ea typeface="IBM Plex Sans"/>
                <a:cs typeface="IBM Plex Sans"/>
                <a:sym typeface="IBM Plex Sans"/>
              </a:rPr>
              <a:t>Survey of customer projects, n = 675</a:t>
            </a:r>
            <a:endParaRPr sz="900">
              <a:solidFill>
                <a:schemeClr val="accent4"/>
              </a:solidFill>
              <a:latin typeface="IBM Plex Sans"/>
              <a:ea typeface="IBM Plex Sans"/>
              <a:cs typeface="IBM Plex Sans"/>
              <a:sym typeface="IBM Plex Sans"/>
            </a:endParaRPr>
          </a:p>
        </p:txBody>
      </p:sp>
      <p:cxnSp>
        <p:nvCxnSpPr>
          <p:cNvPr id="2399" name="Google Shape;2399;p130"/>
          <p:cNvCxnSpPr/>
          <p:nvPr/>
        </p:nvCxnSpPr>
        <p:spPr>
          <a:xfrm>
            <a:off x="2980538" y="4524675"/>
            <a:ext cx="1357200" cy="0"/>
          </a:xfrm>
          <a:prstGeom prst="straightConnector1">
            <a:avLst/>
          </a:prstGeom>
          <a:noFill/>
          <a:ln w="28575" cap="flat" cmpd="sng">
            <a:solidFill>
              <a:srgbClr val="434343"/>
            </a:solidFill>
            <a:prstDash val="solid"/>
            <a:round/>
            <a:headEnd type="none" w="med" len="med"/>
            <a:tailEnd type="none" w="med" len="med"/>
          </a:ln>
        </p:spPr>
      </p:cxnSp>
      <p:cxnSp>
        <p:nvCxnSpPr>
          <p:cNvPr id="2400" name="Google Shape;2400;p130"/>
          <p:cNvCxnSpPr/>
          <p:nvPr/>
        </p:nvCxnSpPr>
        <p:spPr>
          <a:xfrm>
            <a:off x="4322810" y="4395375"/>
            <a:ext cx="0" cy="129300"/>
          </a:xfrm>
          <a:prstGeom prst="straightConnector1">
            <a:avLst/>
          </a:prstGeom>
          <a:noFill/>
          <a:ln w="28575" cap="flat" cmpd="sng">
            <a:solidFill>
              <a:srgbClr val="434343"/>
            </a:solidFill>
            <a:prstDash val="solid"/>
            <a:round/>
            <a:headEnd type="none" w="med" len="med"/>
            <a:tailEnd type="none" w="med" len="med"/>
          </a:ln>
        </p:spPr>
      </p:cxn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Shape 2518"/>
        <p:cNvGrpSpPr/>
        <p:nvPr/>
      </p:nvGrpSpPr>
      <p:grpSpPr>
        <a:xfrm>
          <a:off x="0" y="0"/>
          <a:ext cx="0" cy="0"/>
          <a:chOff x="0" y="0"/>
          <a:chExt cx="0" cy="0"/>
        </a:xfrm>
      </p:grpSpPr>
      <p:sp>
        <p:nvSpPr>
          <p:cNvPr id="2519" name="Google Shape;2519;p144"/>
          <p:cNvSpPr txBox="1"/>
          <p:nvPr/>
        </p:nvSpPr>
        <p:spPr>
          <a:xfrm>
            <a:off x="753033" y="1635349"/>
            <a:ext cx="2233800" cy="392400"/>
          </a:xfrm>
          <a:prstGeom prst="rect">
            <a:avLst/>
          </a:prstGeom>
          <a:noFill/>
          <a:ln>
            <a:noFill/>
          </a:ln>
        </p:spPr>
        <p:txBody>
          <a:bodyPr spcFirstLastPara="1" wrap="square" lIns="57150" tIns="57150" rIns="57150" bIns="57150" anchor="t" anchorCtr="0">
            <a:spAutoFit/>
          </a:bodyPr>
          <a:lstStyle/>
          <a:p>
            <a:pPr marL="0" lvl="0" indent="0" algn="ctr" rtl="0">
              <a:spcBef>
                <a:spcPts val="0"/>
              </a:spcBef>
              <a:spcAft>
                <a:spcPts val="0"/>
              </a:spcAft>
              <a:buClr>
                <a:schemeClr val="dk1"/>
              </a:buClr>
              <a:buSzPts val="700"/>
              <a:buFont typeface="Arial"/>
              <a:buNone/>
            </a:pPr>
            <a:r>
              <a:rPr lang="en" sz="900">
                <a:solidFill>
                  <a:schemeClr val="dk1"/>
                </a:solidFill>
                <a:latin typeface="IBM Plex Sans Medium"/>
                <a:ea typeface="IBM Plex Sans Medium"/>
                <a:cs typeface="IBM Plex Sans Medium"/>
                <a:sym typeface="IBM Plex Sans Medium"/>
              </a:rPr>
              <a:t>Complex process flows across </a:t>
            </a:r>
            <a:br>
              <a:rPr lang="en" sz="900">
                <a:solidFill>
                  <a:schemeClr val="dk1"/>
                </a:solidFill>
                <a:latin typeface="IBM Plex Sans Medium"/>
                <a:ea typeface="IBM Plex Sans Medium"/>
                <a:cs typeface="IBM Plex Sans Medium"/>
                <a:sym typeface="IBM Plex Sans Medium"/>
              </a:rPr>
            </a:br>
            <a:r>
              <a:rPr lang="en" sz="900">
                <a:solidFill>
                  <a:schemeClr val="dk1"/>
                </a:solidFill>
                <a:latin typeface="IBM Plex Sans Medium"/>
                <a:ea typeface="IBM Plex Sans Medium"/>
                <a:cs typeface="IBM Plex Sans Medium"/>
                <a:sym typeface="IBM Plex Sans Medium"/>
              </a:rPr>
              <a:t>people, systems and devices.</a:t>
            </a:r>
            <a:endParaRPr sz="1100">
              <a:latin typeface="IBM Plex Sans Medium"/>
              <a:ea typeface="IBM Plex Sans Medium"/>
              <a:cs typeface="IBM Plex Sans Medium"/>
              <a:sym typeface="IBM Plex Sans Medium"/>
            </a:endParaRPr>
          </a:p>
        </p:txBody>
      </p:sp>
      <p:sp>
        <p:nvSpPr>
          <p:cNvPr id="2520" name="Google Shape;2520;p144"/>
          <p:cNvSpPr txBox="1"/>
          <p:nvPr/>
        </p:nvSpPr>
        <p:spPr>
          <a:xfrm>
            <a:off x="6225492" y="1635349"/>
            <a:ext cx="1875000" cy="392400"/>
          </a:xfrm>
          <a:prstGeom prst="rect">
            <a:avLst/>
          </a:prstGeom>
          <a:noFill/>
          <a:ln>
            <a:noFill/>
          </a:ln>
        </p:spPr>
        <p:txBody>
          <a:bodyPr spcFirstLastPara="1" wrap="square" lIns="57150" tIns="57150" rIns="57150" bIns="57150" anchor="t" anchorCtr="0">
            <a:spAutoFit/>
          </a:bodyPr>
          <a:lstStyle/>
          <a:p>
            <a:pPr marL="0" lvl="0" indent="0" algn="ctr" rtl="0">
              <a:spcBef>
                <a:spcPts val="0"/>
              </a:spcBef>
              <a:spcAft>
                <a:spcPts val="0"/>
              </a:spcAft>
              <a:buNone/>
            </a:pPr>
            <a:r>
              <a:rPr lang="en" sz="900">
                <a:solidFill>
                  <a:schemeClr val="dk1"/>
                </a:solidFill>
                <a:latin typeface="IBM Plex Sans Medium"/>
                <a:ea typeface="IBM Plex Sans Medium"/>
                <a:cs typeface="IBM Plex Sans Medium"/>
                <a:sym typeface="IBM Plex Sans Medium"/>
              </a:rPr>
              <a:t>Your organization toward</a:t>
            </a:r>
            <a:br>
              <a:rPr lang="en" sz="900">
                <a:solidFill>
                  <a:schemeClr val="dk1"/>
                </a:solidFill>
                <a:latin typeface="IBM Plex Sans Medium"/>
                <a:ea typeface="IBM Plex Sans Medium"/>
                <a:cs typeface="IBM Plex Sans Medium"/>
                <a:sym typeface="IBM Plex Sans Medium"/>
              </a:rPr>
            </a:br>
            <a:r>
              <a:rPr lang="en" sz="900">
                <a:solidFill>
                  <a:schemeClr val="dk1"/>
                </a:solidFill>
                <a:latin typeface="IBM Plex Sans Medium"/>
                <a:ea typeface="IBM Plex Sans Medium"/>
                <a:cs typeface="IBM Plex Sans Medium"/>
                <a:sym typeface="IBM Plex Sans Medium"/>
              </a:rPr>
              <a:t>a digital future.</a:t>
            </a:r>
            <a:endParaRPr sz="1100">
              <a:latin typeface="IBM Plex Sans Medium"/>
              <a:ea typeface="IBM Plex Sans Medium"/>
              <a:cs typeface="IBM Plex Sans Medium"/>
              <a:sym typeface="IBM Plex Sans Medium"/>
            </a:endParaRPr>
          </a:p>
        </p:txBody>
      </p:sp>
      <p:sp>
        <p:nvSpPr>
          <p:cNvPr id="2521" name="Google Shape;2521;p144"/>
          <p:cNvSpPr txBox="1"/>
          <p:nvPr/>
        </p:nvSpPr>
        <p:spPr>
          <a:xfrm>
            <a:off x="3576117" y="1635349"/>
            <a:ext cx="1875000" cy="254100"/>
          </a:xfrm>
          <a:prstGeom prst="rect">
            <a:avLst/>
          </a:prstGeom>
          <a:noFill/>
          <a:ln>
            <a:noFill/>
          </a:ln>
        </p:spPr>
        <p:txBody>
          <a:bodyPr spcFirstLastPara="1" wrap="square" lIns="57150" tIns="57150" rIns="57150" bIns="57150" anchor="t" anchorCtr="0">
            <a:spAutoFit/>
          </a:bodyPr>
          <a:lstStyle/>
          <a:p>
            <a:pPr marL="0" lvl="0" indent="0" algn="ctr" rtl="0">
              <a:spcBef>
                <a:spcPts val="0"/>
              </a:spcBef>
              <a:spcAft>
                <a:spcPts val="0"/>
              </a:spcAft>
              <a:buNone/>
            </a:pPr>
            <a:r>
              <a:rPr lang="en" sz="900">
                <a:solidFill>
                  <a:schemeClr val="dk1"/>
                </a:solidFill>
                <a:latin typeface="IBM Plex Sans Medium"/>
                <a:ea typeface="IBM Plex Sans Medium"/>
                <a:cs typeface="IBM Plex Sans Medium"/>
                <a:sym typeface="IBM Plex Sans Medium"/>
              </a:rPr>
              <a:t>Any process, anywhere.</a:t>
            </a:r>
            <a:endParaRPr sz="1100">
              <a:latin typeface="IBM Plex Sans Medium"/>
              <a:ea typeface="IBM Plex Sans Medium"/>
              <a:cs typeface="IBM Plex Sans Medium"/>
              <a:sym typeface="IBM Plex Sans Medium"/>
            </a:endParaRPr>
          </a:p>
        </p:txBody>
      </p:sp>
      <p:sp>
        <p:nvSpPr>
          <p:cNvPr id="2522" name="Google Shape;2522;p144"/>
          <p:cNvSpPr txBox="1"/>
          <p:nvPr/>
        </p:nvSpPr>
        <p:spPr>
          <a:xfrm>
            <a:off x="1127095" y="1335701"/>
            <a:ext cx="1485900" cy="392400"/>
          </a:xfrm>
          <a:prstGeom prst="rect">
            <a:avLst/>
          </a:prstGeom>
          <a:noFill/>
          <a:ln>
            <a:noFill/>
          </a:ln>
        </p:spPr>
        <p:txBody>
          <a:bodyPr spcFirstLastPara="1" wrap="square" lIns="57150" tIns="57150" rIns="57150" bIns="57150" anchor="t" anchorCtr="0">
            <a:spAutoFit/>
          </a:bodyPr>
          <a:lstStyle/>
          <a:p>
            <a:pPr marL="0" lvl="0" indent="0" algn="ctr" rtl="0">
              <a:lnSpc>
                <a:spcPct val="115000"/>
              </a:lnSpc>
              <a:spcBef>
                <a:spcPts val="0"/>
              </a:spcBef>
              <a:spcAft>
                <a:spcPts val="0"/>
              </a:spcAft>
              <a:buNone/>
            </a:pPr>
            <a:r>
              <a:rPr lang="en" sz="1800" b="1">
                <a:solidFill>
                  <a:srgbClr val="434343"/>
                </a:solidFill>
                <a:latin typeface="IBM Plex Sans"/>
                <a:ea typeface="IBM Plex Sans"/>
                <a:cs typeface="IBM Plex Sans"/>
                <a:sym typeface="IBM Plex Sans"/>
              </a:rPr>
              <a:t>Orchestrate</a:t>
            </a:r>
            <a:endParaRPr sz="2000" b="1">
              <a:solidFill>
                <a:srgbClr val="434343"/>
              </a:solidFill>
              <a:latin typeface="IBM Plex Sans"/>
              <a:ea typeface="IBM Plex Sans"/>
              <a:cs typeface="IBM Plex Sans"/>
              <a:sym typeface="IBM Plex Sans"/>
            </a:endParaRPr>
          </a:p>
        </p:txBody>
      </p:sp>
      <p:sp>
        <p:nvSpPr>
          <p:cNvPr id="2523" name="Google Shape;2523;p144"/>
          <p:cNvSpPr txBox="1"/>
          <p:nvPr/>
        </p:nvSpPr>
        <p:spPr>
          <a:xfrm>
            <a:off x="3770742" y="1335701"/>
            <a:ext cx="1485900" cy="392400"/>
          </a:xfrm>
          <a:prstGeom prst="rect">
            <a:avLst/>
          </a:prstGeom>
          <a:noFill/>
          <a:ln>
            <a:noFill/>
          </a:ln>
        </p:spPr>
        <p:txBody>
          <a:bodyPr spcFirstLastPara="1" wrap="square" lIns="57150" tIns="57150" rIns="57150" bIns="57150" anchor="t" anchorCtr="0">
            <a:spAutoFit/>
          </a:bodyPr>
          <a:lstStyle/>
          <a:p>
            <a:pPr marL="0" lvl="0" indent="0" algn="ctr" rtl="0">
              <a:lnSpc>
                <a:spcPct val="115000"/>
              </a:lnSpc>
              <a:spcBef>
                <a:spcPts val="0"/>
              </a:spcBef>
              <a:spcAft>
                <a:spcPts val="0"/>
              </a:spcAft>
              <a:buNone/>
            </a:pPr>
            <a:r>
              <a:rPr lang="en" sz="1800" b="1">
                <a:solidFill>
                  <a:srgbClr val="434343"/>
                </a:solidFill>
                <a:latin typeface="IBM Plex Sans"/>
                <a:ea typeface="IBM Plex Sans"/>
                <a:cs typeface="IBM Plex Sans"/>
                <a:sym typeface="IBM Plex Sans"/>
              </a:rPr>
              <a:t>Automate</a:t>
            </a:r>
            <a:endParaRPr sz="2000" b="1">
              <a:solidFill>
                <a:srgbClr val="434343"/>
              </a:solidFill>
              <a:latin typeface="IBM Plex Sans"/>
              <a:ea typeface="IBM Plex Sans"/>
              <a:cs typeface="IBM Plex Sans"/>
              <a:sym typeface="IBM Plex Sans"/>
            </a:endParaRPr>
          </a:p>
        </p:txBody>
      </p:sp>
      <p:sp>
        <p:nvSpPr>
          <p:cNvPr id="2524" name="Google Shape;2524;p144"/>
          <p:cNvSpPr txBox="1"/>
          <p:nvPr/>
        </p:nvSpPr>
        <p:spPr>
          <a:xfrm>
            <a:off x="6420117" y="1335701"/>
            <a:ext cx="1485900" cy="392400"/>
          </a:xfrm>
          <a:prstGeom prst="rect">
            <a:avLst/>
          </a:prstGeom>
          <a:noFill/>
          <a:ln>
            <a:noFill/>
          </a:ln>
        </p:spPr>
        <p:txBody>
          <a:bodyPr spcFirstLastPara="1" wrap="square" lIns="57150" tIns="57150" rIns="57150" bIns="57150" anchor="t" anchorCtr="0">
            <a:spAutoFit/>
          </a:bodyPr>
          <a:lstStyle/>
          <a:p>
            <a:pPr marL="0" lvl="0" indent="0" algn="ctr" rtl="0">
              <a:lnSpc>
                <a:spcPct val="115000"/>
              </a:lnSpc>
              <a:spcBef>
                <a:spcPts val="0"/>
              </a:spcBef>
              <a:spcAft>
                <a:spcPts val="0"/>
              </a:spcAft>
              <a:buNone/>
            </a:pPr>
            <a:r>
              <a:rPr lang="en" sz="1800" b="1">
                <a:solidFill>
                  <a:srgbClr val="434343"/>
                </a:solidFill>
                <a:latin typeface="IBM Plex Sans"/>
                <a:ea typeface="IBM Plex Sans"/>
                <a:cs typeface="IBM Plex Sans"/>
                <a:sym typeface="IBM Plex Sans"/>
              </a:rPr>
              <a:t>Transform</a:t>
            </a:r>
            <a:endParaRPr sz="2000" b="1">
              <a:solidFill>
                <a:srgbClr val="434343"/>
              </a:solidFill>
              <a:latin typeface="IBM Plex Sans"/>
              <a:ea typeface="IBM Plex Sans"/>
              <a:cs typeface="IBM Plex Sans"/>
              <a:sym typeface="IBM Plex Sans"/>
            </a:endParaRPr>
          </a:p>
        </p:txBody>
      </p:sp>
      <p:sp>
        <p:nvSpPr>
          <p:cNvPr id="2525" name="Google Shape;2525;p144"/>
          <p:cNvSpPr/>
          <p:nvPr/>
        </p:nvSpPr>
        <p:spPr>
          <a:xfrm>
            <a:off x="4189891" y="3052603"/>
            <a:ext cx="385200" cy="327000"/>
          </a:xfrm>
          <a:prstGeom prst="roundRect">
            <a:avLst>
              <a:gd name="adj" fmla="val 16667"/>
            </a:avLst>
          </a:prstGeom>
          <a:solidFill>
            <a:schemeClr val="lt1"/>
          </a:solidFill>
          <a:ln>
            <a:noFill/>
          </a:ln>
        </p:spPr>
        <p:txBody>
          <a:bodyPr spcFirstLastPara="1" wrap="square" lIns="57150" tIns="57150" rIns="57150" bIns="57150" anchor="ctr" anchorCtr="0">
            <a:noAutofit/>
          </a:bodyPr>
          <a:lstStyle/>
          <a:p>
            <a:pPr marL="0" lvl="0" indent="0" algn="l" rtl="0">
              <a:spcBef>
                <a:spcPts val="0"/>
              </a:spcBef>
              <a:spcAft>
                <a:spcPts val="0"/>
              </a:spcAft>
              <a:buNone/>
            </a:pPr>
            <a:endParaRPr/>
          </a:p>
        </p:txBody>
      </p:sp>
      <p:grpSp>
        <p:nvGrpSpPr>
          <p:cNvPr id="2526" name="Google Shape;2526;p144"/>
          <p:cNvGrpSpPr/>
          <p:nvPr/>
        </p:nvGrpSpPr>
        <p:grpSpPr>
          <a:xfrm>
            <a:off x="1003625" y="2092188"/>
            <a:ext cx="6159286" cy="1045707"/>
            <a:chOff x="1003625" y="2092188"/>
            <a:chExt cx="6159286" cy="1045707"/>
          </a:xfrm>
        </p:grpSpPr>
        <p:cxnSp>
          <p:nvCxnSpPr>
            <p:cNvPr id="2527" name="Google Shape;2527;p144"/>
            <p:cNvCxnSpPr/>
            <p:nvPr/>
          </p:nvCxnSpPr>
          <p:spPr>
            <a:xfrm>
              <a:off x="4495672" y="2245678"/>
              <a:ext cx="0" cy="112200"/>
            </a:xfrm>
            <a:prstGeom prst="straightConnector1">
              <a:avLst/>
            </a:prstGeom>
            <a:noFill/>
            <a:ln w="19050" cap="flat" cmpd="sng">
              <a:solidFill>
                <a:srgbClr val="FC5D0D"/>
              </a:solidFill>
              <a:prstDash val="solid"/>
              <a:round/>
              <a:headEnd type="none" w="med" len="med"/>
              <a:tailEnd type="none" w="med" len="med"/>
            </a:ln>
          </p:spPr>
        </p:cxnSp>
        <p:cxnSp>
          <p:nvCxnSpPr>
            <p:cNvPr id="2528" name="Google Shape;2528;p144"/>
            <p:cNvCxnSpPr/>
            <p:nvPr/>
          </p:nvCxnSpPr>
          <p:spPr>
            <a:xfrm rot="10800000">
              <a:off x="1870114" y="2092188"/>
              <a:ext cx="2625600" cy="141600"/>
            </a:xfrm>
            <a:prstGeom prst="bentConnector3">
              <a:avLst>
                <a:gd name="adj1" fmla="val 100484"/>
              </a:avLst>
            </a:prstGeom>
            <a:noFill/>
            <a:ln w="19050" cap="flat" cmpd="sng">
              <a:solidFill>
                <a:srgbClr val="FC5D0D"/>
              </a:solidFill>
              <a:prstDash val="solid"/>
              <a:round/>
              <a:headEnd type="none" w="med" len="med"/>
              <a:tailEnd type="none" w="med" len="med"/>
            </a:ln>
          </p:spPr>
        </p:cxnSp>
        <p:cxnSp>
          <p:nvCxnSpPr>
            <p:cNvPr id="2529" name="Google Shape;2529;p144"/>
            <p:cNvCxnSpPr/>
            <p:nvPr/>
          </p:nvCxnSpPr>
          <p:spPr>
            <a:xfrm rot="10800000" flipH="1">
              <a:off x="4495611" y="2092188"/>
              <a:ext cx="2667300" cy="141600"/>
            </a:xfrm>
            <a:prstGeom prst="bentConnector3">
              <a:avLst>
                <a:gd name="adj1" fmla="val 100104"/>
              </a:avLst>
            </a:prstGeom>
            <a:noFill/>
            <a:ln w="19050" cap="flat" cmpd="sng">
              <a:solidFill>
                <a:srgbClr val="FC5D0D"/>
              </a:solidFill>
              <a:prstDash val="solid"/>
              <a:round/>
              <a:headEnd type="none" w="med" len="med"/>
              <a:tailEnd type="none" w="med" len="med"/>
            </a:ln>
          </p:spPr>
        </p:cxnSp>
        <p:pic>
          <p:nvPicPr>
            <p:cNvPr id="2530" name="Google Shape;2530;p144"/>
            <p:cNvPicPr preferRelativeResize="0"/>
            <p:nvPr/>
          </p:nvPicPr>
          <p:blipFill>
            <a:blip r:embed="rId3">
              <a:alphaModFix/>
            </a:blip>
            <a:stretch>
              <a:fillRect/>
            </a:stretch>
          </p:blipFill>
          <p:spPr>
            <a:xfrm>
              <a:off x="2477688" y="2447027"/>
              <a:ext cx="3845457" cy="690867"/>
            </a:xfrm>
            <a:prstGeom prst="rect">
              <a:avLst/>
            </a:prstGeom>
            <a:noFill/>
            <a:ln>
              <a:noFill/>
            </a:ln>
          </p:spPr>
        </p:pic>
        <p:sp>
          <p:nvSpPr>
            <p:cNvPr id="2531" name="Google Shape;2531;p144"/>
            <p:cNvSpPr txBox="1"/>
            <p:nvPr/>
          </p:nvSpPr>
          <p:spPr>
            <a:xfrm>
              <a:off x="1003625" y="2388063"/>
              <a:ext cx="1159800" cy="7389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200">
                  <a:latin typeface="IBM Plex Sans"/>
                  <a:ea typeface="IBM Plex Sans"/>
                  <a:cs typeface="IBM Plex Sans"/>
                  <a:sym typeface="IBM Plex Sans"/>
                </a:rPr>
                <a:t>Collaborative Design and Develop</a:t>
              </a:r>
              <a:endParaRPr sz="1200">
                <a:latin typeface="IBM Plex Sans"/>
                <a:ea typeface="IBM Plex Sans"/>
                <a:cs typeface="IBM Plex Sans"/>
                <a:sym typeface="IBM Plex Sans"/>
              </a:endParaRPr>
            </a:p>
          </p:txBody>
        </p:sp>
      </p:grpSp>
      <p:grpSp>
        <p:nvGrpSpPr>
          <p:cNvPr id="2532" name="Google Shape;2532;p144"/>
          <p:cNvGrpSpPr/>
          <p:nvPr/>
        </p:nvGrpSpPr>
        <p:grpSpPr>
          <a:xfrm>
            <a:off x="515250" y="3233120"/>
            <a:ext cx="6539100" cy="677267"/>
            <a:chOff x="515250" y="3233120"/>
            <a:chExt cx="6539100" cy="677267"/>
          </a:xfrm>
        </p:grpSpPr>
        <p:grpSp>
          <p:nvGrpSpPr>
            <p:cNvPr id="2533" name="Google Shape;2533;p144"/>
            <p:cNvGrpSpPr/>
            <p:nvPr/>
          </p:nvGrpSpPr>
          <p:grpSpPr>
            <a:xfrm>
              <a:off x="1942050" y="3547817"/>
              <a:ext cx="5112300" cy="350474"/>
              <a:chOff x="1942050" y="3547817"/>
              <a:chExt cx="5112300" cy="350474"/>
            </a:xfrm>
          </p:grpSpPr>
          <p:sp>
            <p:nvSpPr>
              <p:cNvPr id="2534" name="Google Shape;2534;p144"/>
              <p:cNvSpPr/>
              <p:nvPr/>
            </p:nvSpPr>
            <p:spPr>
              <a:xfrm>
                <a:off x="1942050" y="3547818"/>
                <a:ext cx="5112300" cy="350400"/>
              </a:xfrm>
              <a:prstGeom prst="roundRect">
                <a:avLst>
                  <a:gd name="adj" fmla="val 11903"/>
                </a:avLst>
              </a:prstGeom>
              <a:solidFill>
                <a:srgbClr val="EFEFEF"/>
              </a:solidFill>
              <a:ln w="9525" cap="flat" cmpd="sng">
                <a:solidFill>
                  <a:schemeClr val="accent4"/>
                </a:solidFill>
                <a:prstDash val="solid"/>
                <a:round/>
                <a:headEnd type="none" w="sm" len="sm"/>
                <a:tailEnd type="none" w="sm" len="sm"/>
              </a:ln>
            </p:spPr>
            <p:txBody>
              <a:bodyPr spcFirstLastPara="1" wrap="square" lIns="57150" tIns="57150" rIns="57150" bIns="57150" anchor="ctr" anchorCtr="0">
                <a:noAutofit/>
              </a:bodyPr>
              <a:lstStyle/>
              <a:p>
                <a:pPr marL="0" lvl="0" indent="0" algn="l" rtl="0">
                  <a:spcBef>
                    <a:spcPts val="0"/>
                  </a:spcBef>
                  <a:spcAft>
                    <a:spcPts val="0"/>
                  </a:spcAft>
                  <a:buNone/>
                </a:pPr>
                <a:endParaRPr/>
              </a:p>
            </p:txBody>
          </p:sp>
          <p:pic>
            <p:nvPicPr>
              <p:cNvPr id="2535" name="Google Shape;2535;p144"/>
              <p:cNvPicPr preferRelativeResize="0"/>
              <p:nvPr/>
            </p:nvPicPr>
            <p:blipFill>
              <a:blip r:embed="rId4">
                <a:alphaModFix/>
              </a:blip>
              <a:stretch>
                <a:fillRect/>
              </a:stretch>
            </p:blipFill>
            <p:spPr>
              <a:xfrm>
                <a:off x="4373628" y="3620168"/>
                <a:ext cx="205764" cy="205772"/>
              </a:xfrm>
              <a:prstGeom prst="rect">
                <a:avLst/>
              </a:prstGeom>
              <a:noFill/>
              <a:ln>
                <a:noFill/>
              </a:ln>
            </p:spPr>
          </p:pic>
          <p:pic>
            <p:nvPicPr>
              <p:cNvPr id="2536" name="Google Shape;2536;p144"/>
              <p:cNvPicPr preferRelativeResize="0"/>
              <p:nvPr/>
            </p:nvPicPr>
            <p:blipFill>
              <a:blip r:embed="rId5">
                <a:alphaModFix/>
              </a:blip>
              <a:stretch>
                <a:fillRect/>
              </a:stretch>
            </p:blipFill>
            <p:spPr>
              <a:xfrm>
                <a:off x="2576062" y="3614349"/>
                <a:ext cx="217405" cy="217410"/>
              </a:xfrm>
              <a:prstGeom prst="rect">
                <a:avLst/>
              </a:prstGeom>
              <a:noFill/>
              <a:ln>
                <a:noFill/>
              </a:ln>
            </p:spPr>
          </p:pic>
          <p:pic>
            <p:nvPicPr>
              <p:cNvPr id="2537" name="Google Shape;2537;p144"/>
              <p:cNvPicPr preferRelativeResize="0"/>
              <p:nvPr/>
            </p:nvPicPr>
            <p:blipFill>
              <a:blip r:embed="rId6">
                <a:alphaModFix/>
              </a:blip>
              <a:stretch>
                <a:fillRect/>
              </a:stretch>
            </p:blipFill>
            <p:spPr>
              <a:xfrm>
                <a:off x="2077223" y="3607758"/>
                <a:ext cx="205765" cy="205768"/>
              </a:xfrm>
              <a:prstGeom prst="rect">
                <a:avLst/>
              </a:prstGeom>
              <a:noFill/>
              <a:ln>
                <a:noFill/>
              </a:ln>
            </p:spPr>
          </p:pic>
          <p:pic>
            <p:nvPicPr>
              <p:cNvPr id="2538" name="Google Shape;2538;p144"/>
              <p:cNvPicPr preferRelativeResize="0"/>
              <p:nvPr/>
            </p:nvPicPr>
            <p:blipFill>
              <a:blip r:embed="rId7">
                <a:alphaModFix/>
              </a:blip>
              <a:stretch>
                <a:fillRect/>
              </a:stretch>
            </p:blipFill>
            <p:spPr>
              <a:xfrm>
                <a:off x="6079227" y="3673560"/>
                <a:ext cx="324008" cy="98988"/>
              </a:xfrm>
              <a:prstGeom prst="rect">
                <a:avLst/>
              </a:prstGeom>
              <a:noFill/>
              <a:ln>
                <a:noFill/>
              </a:ln>
            </p:spPr>
          </p:pic>
          <p:pic>
            <p:nvPicPr>
              <p:cNvPr id="2539" name="Google Shape;2539;p144"/>
              <p:cNvPicPr preferRelativeResize="0"/>
              <p:nvPr/>
            </p:nvPicPr>
            <p:blipFill>
              <a:blip r:embed="rId8">
                <a:alphaModFix/>
              </a:blip>
              <a:stretch>
                <a:fillRect/>
              </a:stretch>
            </p:blipFill>
            <p:spPr>
              <a:xfrm>
                <a:off x="3745445" y="3568787"/>
                <a:ext cx="284051" cy="284051"/>
              </a:xfrm>
              <a:prstGeom prst="rect">
                <a:avLst/>
              </a:prstGeom>
              <a:noFill/>
              <a:ln>
                <a:noFill/>
              </a:ln>
            </p:spPr>
          </p:pic>
          <p:pic>
            <p:nvPicPr>
              <p:cNvPr id="2540" name="Google Shape;2540;p144"/>
              <p:cNvPicPr preferRelativeResize="0"/>
              <p:nvPr/>
            </p:nvPicPr>
            <p:blipFill rotWithShape="1">
              <a:blip r:embed="rId9">
                <a:alphaModFix/>
              </a:blip>
              <a:srcRect t="35267" b="29696"/>
              <a:stretch/>
            </p:blipFill>
            <p:spPr>
              <a:xfrm>
                <a:off x="5371303" y="3650379"/>
                <a:ext cx="414849" cy="145350"/>
              </a:xfrm>
              <a:prstGeom prst="rect">
                <a:avLst/>
              </a:prstGeom>
              <a:noFill/>
              <a:ln>
                <a:noFill/>
              </a:ln>
            </p:spPr>
          </p:pic>
          <p:pic>
            <p:nvPicPr>
              <p:cNvPr id="2541" name="Google Shape;2541;p144"/>
              <p:cNvPicPr preferRelativeResize="0"/>
              <p:nvPr/>
            </p:nvPicPr>
            <p:blipFill>
              <a:blip r:embed="rId10">
                <a:alphaModFix/>
              </a:blip>
              <a:stretch>
                <a:fillRect/>
              </a:stretch>
            </p:blipFill>
            <p:spPr>
              <a:xfrm>
                <a:off x="4872466" y="3620574"/>
                <a:ext cx="205763" cy="204959"/>
              </a:xfrm>
              <a:prstGeom prst="rect">
                <a:avLst/>
              </a:prstGeom>
              <a:noFill/>
              <a:ln>
                <a:noFill/>
              </a:ln>
            </p:spPr>
          </p:pic>
          <p:pic>
            <p:nvPicPr>
              <p:cNvPr id="2542" name="Google Shape;2542;p144"/>
              <p:cNvPicPr preferRelativeResize="0"/>
              <p:nvPr/>
            </p:nvPicPr>
            <p:blipFill>
              <a:blip r:embed="rId11">
                <a:alphaModFix/>
              </a:blip>
              <a:stretch>
                <a:fillRect/>
              </a:stretch>
            </p:blipFill>
            <p:spPr>
              <a:xfrm>
                <a:off x="3086541" y="3547817"/>
                <a:ext cx="350468" cy="350474"/>
              </a:xfrm>
              <a:prstGeom prst="rect">
                <a:avLst/>
              </a:prstGeom>
              <a:noFill/>
              <a:ln>
                <a:noFill/>
              </a:ln>
            </p:spPr>
          </p:pic>
          <p:pic>
            <p:nvPicPr>
              <p:cNvPr id="2543" name="Google Shape;2543;p144"/>
              <p:cNvPicPr preferRelativeResize="0"/>
              <p:nvPr/>
            </p:nvPicPr>
            <p:blipFill>
              <a:blip r:embed="rId12">
                <a:alphaModFix/>
              </a:blip>
              <a:stretch>
                <a:fillRect/>
              </a:stretch>
            </p:blipFill>
            <p:spPr>
              <a:xfrm>
                <a:off x="6696302" y="3583423"/>
                <a:ext cx="205749" cy="284051"/>
              </a:xfrm>
              <a:prstGeom prst="rect">
                <a:avLst/>
              </a:prstGeom>
              <a:noFill/>
              <a:ln>
                <a:noFill/>
              </a:ln>
            </p:spPr>
          </p:pic>
        </p:grpSp>
        <p:sp>
          <p:nvSpPr>
            <p:cNvPr id="2544" name="Google Shape;2544;p144"/>
            <p:cNvSpPr txBox="1"/>
            <p:nvPr/>
          </p:nvSpPr>
          <p:spPr>
            <a:xfrm>
              <a:off x="515250" y="3356287"/>
              <a:ext cx="1159800" cy="5541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200">
                  <a:latin typeface="IBM Plex Sans"/>
                  <a:ea typeface="IBM Plex Sans"/>
                  <a:cs typeface="IBM Plex Sans"/>
                  <a:sym typeface="IBM Plex Sans"/>
                </a:rPr>
                <a:t>Flexibly Deploy &amp; Run</a:t>
              </a:r>
              <a:endParaRPr sz="1200">
                <a:latin typeface="IBM Plex Sans"/>
                <a:ea typeface="IBM Plex Sans"/>
                <a:cs typeface="IBM Plex Sans"/>
                <a:sym typeface="IBM Plex Sans"/>
              </a:endParaRPr>
            </a:p>
          </p:txBody>
        </p:sp>
        <p:cxnSp>
          <p:nvCxnSpPr>
            <p:cNvPr id="2545" name="Google Shape;2545;p144"/>
            <p:cNvCxnSpPr>
              <a:stCxn id="2534" idx="1"/>
            </p:cNvCxnSpPr>
            <p:nvPr/>
          </p:nvCxnSpPr>
          <p:spPr>
            <a:xfrm rot="10800000" flipH="1">
              <a:off x="1942050" y="3357318"/>
              <a:ext cx="2930400" cy="365700"/>
            </a:xfrm>
            <a:prstGeom prst="bentConnector3">
              <a:avLst>
                <a:gd name="adj1" fmla="val -8126"/>
              </a:avLst>
            </a:prstGeom>
            <a:noFill/>
            <a:ln w="19050" cap="flat" cmpd="sng">
              <a:solidFill>
                <a:srgbClr val="FC5D0D"/>
              </a:solidFill>
              <a:prstDash val="solid"/>
              <a:round/>
              <a:headEnd type="none" w="med" len="med"/>
              <a:tailEnd type="none" w="med" len="med"/>
            </a:ln>
          </p:spPr>
        </p:cxnSp>
        <p:cxnSp>
          <p:nvCxnSpPr>
            <p:cNvPr id="2546" name="Google Shape;2546;p144"/>
            <p:cNvCxnSpPr>
              <a:stCxn id="2534" idx="3"/>
            </p:cNvCxnSpPr>
            <p:nvPr/>
          </p:nvCxnSpPr>
          <p:spPr>
            <a:xfrm rot="10800000">
              <a:off x="4014150" y="3358818"/>
              <a:ext cx="3040200" cy="364200"/>
            </a:xfrm>
            <a:prstGeom prst="bentConnector3">
              <a:avLst>
                <a:gd name="adj1" fmla="val -7833"/>
              </a:avLst>
            </a:prstGeom>
            <a:noFill/>
            <a:ln w="19050" cap="flat" cmpd="sng">
              <a:solidFill>
                <a:srgbClr val="FC5D0D"/>
              </a:solidFill>
              <a:prstDash val="solid"/>
              <a:round/>
              <a:headEnd type="none" w="med" len="med"/>
              <a:tailEnd type="none" w="med" len="med"/>
            </a:ln>
          </p:spPr>
        </p:cxnSp>
        <p:cxnSp>
          <p:nvCxnSpPr>
            <p:cNvPr id="2547" name="Google Shape;2547;p144"/>
            <p:cNvCxnSpPr/>
            <p:nvPr/>
          </p:nvCxnSpPr>
          <p:spPr>
            <a:xfrm>
              <a:off x="4495672" y="3233120"/>
              <a:ext cx="0" cy="112200"/>
            </a:xfrm>
            <a:prstGeom prst="straightConnector1">
              <a:avLst/>
            </a:prstGeom>
            <a:noFill/>
            <a:ln w="19050" cap="flat" cmpd="sng">
              <a:solidFill>
                <a:srgbClr val="FC5D0D"/>
              </a:solidFill>
              <a:prstDash val="solid"/>
              <a:round/>
              <a:headEnd type="none" w="med" len="med"/>
              <a:tailEnd type="none" w="med" len="med"/>
            </a:ln>
          </p:spPr>
        </p:cxnSp>
      </p:grpSp>
      <p:grpSp>
        <p:nvGrpSpPr>
          <p:cNvPr id="2548" name="Google Shape;2548;p144"/>
          <p:cNvGrpSpPr/>
          <p:nvPr/>
        </p:nvGrpSpPr>
        <p:grpSpPr>
          <a:xfrm>
            <a:off x="393400" y="4085138"/>
            <a:ext cx="7029300" cy="935587"/>
            <a:chOff x="393400" y="4085138"/>
            <a:chExt cx="7029300" cy="935587"/>
          </a:xfrm>
        </p:grpSpPr>
        <p:sp>
          <p:nvSpPr>
            <p:cNvPr id="2549" name="Google Shape;2549;p144"/>
            <p:cNvSpPr txBox="1"/>
            <p:nvPr/>
          </p:nvSpPr>
          <p:spPr>
            <a:xfrm>
              <a:off x="393400" y="4312734"/>
              <a:ext cx="1159800" cy="5541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200">
                  <a:latin typeface="IBM Plex Sans"/>
                  <a:ea typeface="IBM Plex Sans"/>
                  <a:cs typeface="IBM Plex Sans"/>
                  <a:sym typeface="IBM Plex Sans"/>
                </a:rPr>
                <a:t>Across All </a:t>
              </a:r>
              <a:br>
                <a:rPr lang="en" sz="1200">
                  <a:latin typeface="IBM Plex Sans"/>
                  <a:ea typeface="IBM Plex Sans"/>
                  <a:cs typeface="IBM Plex Sans"/>
                  <a:sym typeface="IBM Plex Sans"/>
                </a:rPr>
              </a:br>
              <a:r>
                <a:rPr lang="en" sz="1200">
                  <a:latin typeface="IBM Plex Sans"/>
                  <a:ea typeface="IBM Plex Sans"/>
                  <a:cs typeface="IBM Plex Sans"/>
                  <a:sym typeface="IBM Plex Sans"/>
                </a:rPr>
                <a:t>Endpoints</a:t>
              </a:r>
              <a:endParaRPr sz="1200">
                <a:latin typeface="IBM Plex Sans"/>
                <a:ea typeface="IBM Plex Sans"/>
                <a:cs typeface="IBM Plex Sans"/>
                <a:sym typeface="IBM Plex Sans"/>
              </a:endParaRPr>
            </a:p>
          </p:txBody>
        </p:sp>
        <p:grpSp>
          <p:nvGrpSpPr>
            <p:cNvPr id="2550" name="Google Shape;2550;p144"/>
            <p:cNvGrpSpPr/>
            <p:nvPr/>
          </p:nvGrpSpPr>
          <p:grpSpPr>
            <a:xfrm>
              <a:off x="1705597" y="4085138"/>
              <a:ext cx="5717103" cy="935587"/>
              <a:chOff x="1705597" y="4085138"/>
              <a:chExt cx="5717103" cy="935587"/>
            </a:xfrm>
          </p:grpSpPr>
          <p:cxnSp>
            <p:nvCxnSpPr>
              <p:cNvPr id="2551" name="Google Shape;2551;p144"/>
              <p:cNvCxnSpPr/>
              <p:nvPr/>
            </p:nvCxnSpPr>
            <p:spPr>
              <a:xfrm rot="10800000" flipH="1">
                <a:off x="1705597" y="4085502"/>
                <a:ext cx="2847600" cy="587700"/>
              </a:xfrm>
              <a:prstGeom prst="bentConnector3">
                <a:avLst>
                  <a:gd name="adj1" fmla="val -9428"/>
                </a:avLst>
              </a:prstGeom>
              <a:noFill/>
              <a:ln w="19050" cap="flat" cmpd="sng">
                <a:solidFill>
                  <a:srgbClr val="FC5D0D"/>
                </a:solidFill>
                <a:prstDash val="solid"/>
                <a:round/>
                <a:headEnd type="none" w="med" len="med"/>
                <a:tailEnd type="none" w="med" len="med"/>
              </a:ln>
            </p:spPr>
          </p:cxnSp>
          <p:cxnSp>
            <p:nvCxnSpPr>
              <p:cNvPr id="2552" name="Google Shape;2552;p144"/>
              <p:cNvCxnSpPr/>
              <p:nvPr/>
            </p:nvCxnSpPr>
            <p:spPr>
              <a:xfrm rot="10800000">
                <a:off x="4540581" y="4085138"/>
                <a:ext cx="2882100" cy="574800"/>
              </a:xfrm>
              <a:prstGeom prst="bentConnector3">
                <a:avLst>
                  <a:gd name="adj1" fmla="val -10133"/>
                </a:avLst>
              </a:prstGeom>
              <a:noFill/>
              <a:ln w="19050" cap="flat" cmpd="sng">
                <a:solidFill>
                  <a:srgbClr val="FC5D0D"/>
                </a:solidFill>
                <a:prstDash val="solid"/>
                <a:round/>
                <a:headEnd type="none" w="med" len="med"/>
                <a:tailEnd type="none" w="med" len="med"/>
              </a:ln>
            </p:spPr>
          </p:cxnSp>
          <p:grpSp>
            <p:nvGrpSpPr>
              <p:cNvPr id="2553" name="Google Shape;2553;p144"/>
              <p:cNvGrpSpPr/>
              <p:nvPr/>
            </p:nvGrpSpPr>
            <p:grpSpPr>
              <a:xfrm>
                <a:off x="1705600" y="4257225"/>
                <a:ext cx="5717100" cy="763500"/>
                <a:chOff x="1705600" y="4257225"/>
                <a:chExt cx="5717100" cy="763500"/>
              </a:xfrm>
            </p:grpSpPr>
            <p:sp>
              <p:nvSpPr>
                <p:cNvPr id="2554" name="Google Shape;2554;p144"/>
                <p:cNvSpPr/>
                <p:nvPr/>
              </p:nvSpPr>
              <p:spPr>
                <a:xfrm>
                  <a:off x="1705600" y="4257225"/>
                  <a:ext cx="5717100" cy="763500"/>
                </a:xfrm>
                <a:prstGeom prst="roundRect">
                  <a:avLst>
                    <a:gd name="adj" fmla="val 11903"/>
                  </a:avLst>
                </a:prstGeom>
                <a:solidFill>
                  <a:srgbClr val="EFEFEF"/>
                </a:solidFill>
                <a:ln w="9525" cap="flat" cmpd="sng">
                  <a:solidFill>
                    <a:schemeClr val="accent4"/>
                  </a:solidFill>
                  <a:prstDash val="solid"/>
                  <a:round/>
                  <a:headEnd type="none" w="sm" len="sm"/>
                  <a:tailEnd type="none" w="sm" len="sm"/>
                </a:ln>
              </p:spPr>
              <p:txBody>
                <a:bodyPr spcFirstLastPara="1" wrap="square" lIns="57150" tIns="57150" rIns="57150" bIns="57150" anchor="ctr" anchorCtr="0">
                  <a:noAutofit/>
                </a:bodyPr>
                <a:lstStyle/>
                <a:p>
                  <a:pPr marL="0" lvl="0" indent="0" algn="l" rtl="0">
                    <a:spcBef>
                      <a:spcPts val="0"/>
                    </a:spcBef>
                    <a:spcAft>
                      <a:spcPts val="0"/>
                    </a:spcAft>
                    <a:buNone/>
                  </a:pPr>
                  <a:endParaRPr/>
                </a:p>
              </p:txBody>
            </p:sp>
            <p:pic>
              <p:nvPicPr>
                <p:cNvPr id="2555" name="Google Shape;2555;p144"/>
                <p:cNvPicPr preferRelativeResize="0"/>
                <p:nvPr/>
              </p:nvPicPr>
              <p:blipFill>
                <a:blip r:embed="rId13">
                  <a:alphaModFix/>
                </a:blip>
                <a:stretch>
                  <a:fillRect/>
                </a:stretch>
              </p:blipFill>
              <p:spPr>
                <a:xfrm>
                  <a:off x="5333225" y="4437812"/>
                  <a:ext cx="340925" cy="205337"/>
                </a:xfrm>
                <a:prstGeom prst="rect">
                  <a:avLst/>
                </a:prstGeom>
                <a:noFill/>
                <a:ln>
                  <a:noFill/>
                </a:ln>
              </p:spPr>
            </p:pic>
            <p:pic>
              <p:nvPicPr>
                <p:cNvPr id="2556" name="Google Shape;2556;p144"/>
                <p:cNvPicPr preferRelativeResize="0"/>
                <p:nvPr/>
              </p:nvPicPr>
              <p:blipFill>
                <a:blip r:embed="rId14">
                  <a:alphaModFix/>
                </a:blip>
                <a:stretch>
                  <a:fillRect/>
                </a:stretch>
              </p:blipFill>
              <p:spPr>
                <a:xfrm>
                  <a:off x="2592604" y="4366201"/>
                  <a:ext cx="340928" cy="313695"/>
                </a:xfrm>
                <a:prstGeom prst="rect">
                  <a:avLst/>
                </a:prstGeom>
                <a:noFill/>
                <a:ln>
                  <a:noFill/>
                </a:ln>
              </p:spPr>
            </p:pic>
            <p:pic>
              <p:nvPicPr>
                <p:cNvPr id="2557" name="Google Shape;2557;p144"/>
                <p:cNvPicPr preferRelativeResize="0"/>
                <p:nvPr/>
              </p:nvPicPr>
              <p:blipFill>
                <a:blip r:embed="rId15">
                  <a:alphaModFix/>
                </a:blip>
                <a:stretch>
                  <a:fillRect/>
                </a:stretch>
              </p:blipFill>
              <p:spPr>
                <a:xfrm>
                  <a:off x="3999773" y="4402197"/>
                  <a:ext cx="260006" cy="241721"/>
                </a:xfrm>
                <a:prstGeom prst="rect">
                  <a:avLst/>
                </a:prstGeom>
                <a:noFill/>
                <a:ln>
                  <a:noFill/>
                </a:ln>
              </p:spPr>
            </p:pic>
            <p:pic>
              <p:nvPicPr>
                <p:cNvPr id="2558" name="Google Shape;2558;p144"/>
                <p:cNvPicPr preferRelativeResize="0"/>
                <p:nvPr/>
              </p:nvPicPr>
              <p:blipFill>
                <a:blip r:embed="rId16">
                  <a:alphaModFix/>
                </a:blip>
                <a:stretch>
                  <a:fillRect/>
                </a:stretch>
              </p:blipFill>
              <p:spPr>
                <a:xfrm>
                  <a:off x="1965875" y="4362144"/>
                  <a:ext cx="237900" cy="304206"/>
                </a:xfrm>
                <a:prstGeom prst="rect">
                  <a:avLst/>
                </a:prstGeom>
                <a:noFill/>
                <a:ln>
                  <a:noFill/>
                </a:ln>
              </p:spPr>
            </p:pic>
            <p:pic>
              <p:nvPicPr>
                <p:cNvPr id="2559" name="Google Shape;2559;p144"/>
                <p:cNvPicPr preferRelativeResize="0"/>
                <p:nvPr/>
              </p:nvPicPr>
              <p:blipFill>
                <a:blip r:embed="rId17">
                  <a:alphaModFix/>
                </a:blip>
                <a:stretch>
                  <a:fillRect/>
                </a:stretch>
              </p:blipFill>
              <p:spPr>
                <a:xfrm>
                  <a:off x="4622649" y="4355407"/>
                  <a:ext cx="340929" cy="323775"/>
                </a:xfrm>
                <a:prstGeom prst="rect">
                  <a:avLst/>
                </a:prstGeom>
                <a:noFill/>
                <a:ln>
                  <a:noFill/>
                </a:ln>
              </p:spPr>
            </p:pic>
            <p:pic>
              <p:nvPicPr>
                <p:cNvPr id="2560" name="Google Shape;2560;p144"/>
                <p:cNvPicPr preferRelativeResize="0"/>
                <p:nvPr/>
              </p:nvPicPr>
              <p:blipFill>
                <a:blip r:embed="rId18">
                  <a:alphaModFix/>
                </a:blip>
                <a:stretch>
                  <a:fillRect/>
                </a:stretch>
              </p:blipFill>
              <p:spPr>
                <a:xfrm>
                  <a:off x="6066572" y="4395222"/>
                  <a:ext cx="340925" cy="298701"/>
                </a:xfrm>
                <a:prstGeom prst="rect">
                  <a:avLst/>
                </a:prstGeom>
                <a:noFill/>
                <a:ln>
                  <a:noFill/>
                </a:ln>
              </p:spPr>
            </p:pic>
            <p:sp>
              <p:nvSpPr>
                <p:cNvPr id="2561" name="Google Shape;2561;p144"/>
                <p:cNvSpPr txBox="1"/>
                <p:nvPr/>
              </p:nvSpPr>
              <p:spPr>
                <a:xfrm>
                  <a:off x="1838274" y="4688470"/>
                  <a:ext cx="485700" cy="327000"/>
                </a:xfrm>
                <a:prstGeom prst="rect">
                  <a:avLst/>
                </a:prstGeom>
                <a:noFill/>
                <a:ln>
                  <a:noFill/>
                </a:ln>
              </p:spPr>
              <p:txBody>
                <a:bodyPr spcFirstLastPara="1" wrap="square" lIns="57150" tIns="57150" rIns="57150" bIns="57150" anchor="t" anchorCtr="0">
                  <a:noAutofit/>
                </a:bodyPr>
                <a:lstStyle/>
                <a:p>
                  <a:pPr marL="0" lvl="0" indent="0" algn="ctr" rtl="0">
                    <a:spcBef>
                      <a:spcPts val="0"/>
                    </a:spcBef>
                    <a:spcAft>
                      <a:spcPts val="0"/>
                    </a:spcAft>
                    <a:buNone/>
                  </a:pPr>
                  <a:r>
                    <a:rPr lang="en" sz="700" b="1">
                      <a:latin typeface="IBM Plex Sans"/>
                      <a:ea typeface="IBM Plex Sans"/>
                      <a:cs typeface="IBM Plex Sans"/>
                      <a:sym typeface="IBM Plex Sans"/>
                    </a:rPr>
                    <a:t>Human Work</a:t>
                  </a:r>
                  <a:endParaRPr sz="700" b="1">
                    <a:latin typeface="IBM Plex Sans"/>
                    <a:ea typeface="IBM Plex Sans"/>
                    <a:cs typeface="IBM Plex Sans"/>
                    <a:sym typeface="IBM Plex Sans"/>
                  </a:endParaRPr>
                </a:p>
              </p:txBody>
            </p:sp>
            <p:sp>
              <p:nvSpPr>
                <p:cNvPr id="2562" name="Google Shape;2562;p144"/>
                <p:cNvSpPr txBox="1"/>
                <p:nvPr/>
              </p:nvSpPr>
              <p:spPr>
                <a:xfrm>
                  <a:off x="3162077" y="4688470"/>
                  <a:ext cx="559800" cy="327000"/>
                </a:xfrm>
                <a:prstGeom prst="rect">
                  <a:avLst/>
                </a:prstGeom>
                <a:noFill/>
                <a:ln>
                  <a:noFill/>
                </a:ln>
              </p:spPr>
              <p:txBody>
                <a:bodyPr spcFirstLastPara="1" wrap="square" lIns="57150" tIns="57150" rIns="57150" bIns="57150" anchor="t" anchorCtr="0">
                  <a:noAutofit/>
                </a:bodyPr>
                <a:lstStyle/>
                <a:p>
                  <a:pPr marL="0" lvl="0" indent="0" algn="ctr" rtl="0">
                    <a:spcBef>
                      <a:spcPts val="0"/>
                    </a:spcBef>
                    <a:spcAft>
                      <a:spcPts val="0"/>
                    </a:spcAft>
                    <a:buNone/>
                  </a:pPr>
                  <a:r>
                    <a:rPr lang="en" sz="700" b="1">
                      <a:latin typeface="IBM Plex Sans"/>
                      <a:ea typeface="IBM Plex Sans"/>
                      <a:cs typeface="IBM Plex Sans"/>
                      <a:sym typeface="IBM Plex Sans"/>
                    </a:rPr>
                    <a:t>Business Rules</a:t>
                  </a:r>
                  <a:endParaRPr sz="700" b="1">
                    <a:latin typeface="IBM Plex Sans"/>
                    <a:ea typeface="IBM Plex Sans"/>
                    <a:cs typeface="IBM Plex Sans"/>
                    <a:sym typeface="IBM Plex Sans"/>
                  </a:endParaRPr>
                </a:p>
              </p:txBody>
            </p:sp>
            <p:sp>
              <p:nvSpPr>
                <p:cNvPr id="2563" name="Google Shape;2563;p144"/>
                <p:cNvSpPr txBox="1"/>
                <p:nvPr/>
              </p:nvSpPr>
              <p:spPr>
                <a:xfrm>
                  <a:off x="4444646" y="4690995"/>
                  <a:ext cx="711900" cy="327000"/>
                </a:xfrm>
                <a:prstGeom prst="rect">
                  <a:avLst/>
                </a:prstGeom>
                <a:noFill/>
                <a:ln>
                  <a:noFill/>
                </a:ln>
              </p:spPr>
              <p:txBody>
                <a:bodyPr spcFirstLastPara="1" wrap="square" lIns="57150" tIns="57150" rIns="57150" bIns="57150" anchor="t" anchorCtr="0">
                  <a:noAutofit/>
                </a:bodyPr>
                <a:lstStyle/>
                <a:p>
                  <a:pPr marL="0" lvl="0" indent="0" algn="ctr" rtl="0">
                    <a:spcBef>
                      <a:spcPts val="0"/>
                    </a:spcBef>
                    <a:spcAft>
                      <a:spcPts val="0"/>
                    </a:spcAft>
                    <a:buNone/>
                  </a:pPr>
                  <a:r>
                    <a:rPr lang="en" sz="700" b="1">
                      <a:latin typeface="IBM Plex Sans"/>
                      <a:ea typeface="IBM Plex Sans"/>
                      <a:cs typeface="IBM Plex Sans"/>
                      <a:sym typeface="IBM Plex Sans"/>
                    </a:rPr>
                    <a:t>RPA</a:t>
                  </a:r>
                  <a:endParaRPr sz="700" b="1">
                    <a:latin typeface="IBM Plex Sans"/>
                    <a:ea typeface="IBM Plex Sans"/>
                    <a:cs typeface="IBM Plex Sans"/>
                    <a:sym typeface="IBM Plex Sans"/>
                  </a:endParaRPr>
                </a:p>
              </p:txBody>
            </p:sp>
            <p:sp>
              <p:nvSpPr>
                <p:cNvPr id="2564" name="Google Shape;2564;p144"/>
                <p:cNvSpPr txBox="1"/>
                <p:nvPr/>
              </p:nvSpPr>
              <p:spPr>
                <a:xfrm>
                  <a:off x="2397637" y="4694845"/>
                  <a:ext cx="711900" cy="221400"/>
                </a:xfrm>
                <a:prstGeom prst="rect">
                  <a:avLst/>
                </a:prstGeom>
                <a:noFill/>
                <a:ln>
                  <a:noFill/>
                </a:ln>
              </p:spPr>
              <p:txBody>
                <a:bodyPr spcFirstLastPara="1" wrap="square" lIns="57150" tIns="57150" rIns="57150" bIns="57150" anchor="t" anchorCtr="0">
                  <a:noAutofit/>
                </a:bodyPr>
                <a:lstStyle/>
                <a:p>
                  <a:pPr marL="0" lvl="0" indent="0" algn="ctr" rtl="0">
                    <a:spcBef>
                      <a:spcPts val="0"/>
                    </a:spcBef>
                    <a:spcAft>
                      <a:spcPts val="0"/>
                    </a:spcAft>
                    <a:buNone/>
                  </a:pPr>
                  <a:r>
                    <a:rPr lang="en" sz="700" b="1">
                      <a:latin typeface="IBM Plex Sans"/>
                      <a:ea typeface="IBM Plex Sans"/>
                      <a:cs typeface="IBM Plex Sans"/>
                      <a:sym typeface="IBM Plex Sans"/>
                    </a:rPr>
                    <a:t>AI</a:t>
                  </a:r>
                  <a:endParaRPr sz="700" b="1">
                    <a:latin typeface="IBM Plex Sans"/>
                    <a:ea typeface="IBM Plex Sans"/>
                    <a:cs typeface="IBM Plex Sans"/>
                    <a:sym typeface="IBM Plex Sans"/>
                  </a:endParaRPr>
                </a:p>
              </p:txBody>
            </p:sp>
            <p:sp>
              <p:nvSpPr>
                <p:cNvPr id="2565" name="Google Shape;2565;p144"/>
                <p:cNvSpPr txBox="1"/>
                <p:nvPr/>
              </p:nvSpPr>
              <p:spPr>
                <a:xfrm>
                  <a:off x="5996119" y="4694845"/>
                  <a:ext cx="485700" cy="221400"/>
                </a:xfrm>
                <a:prstGeom prst="rect">
                  <a:avLst/>
                </a:prstGeom>
                <a:noFill/>
                <a:ln>
                  <a:noFill/>
                </a:ln>
              </p:spPr>
              <p:txBody>
                <a:bodyPr spcFirstLastPara="1" wrap="square" lIns="57150" tIns="57150" rIns="57150" bIns="57150" anchor="t" anchorCtr="0">
                  <a:noAutofit/>
                </a:bodyPr>
                <a:lstStyle/>
                <a:p>
                  <a:pPr marL="0" lvl="0" indent="0" algn="ctr" rtl="0">
                    <a:spcBef>
                      <a:spcPts val="0"/>
                    </a:spcBef>
                    <a:spcAft>
                      <a:spcPts val="0"/>
                    </a:spcAft>
                    <a:buNone/>
                  </a:pPr>
                  <a:r>
                    <a:rPr lang="en" sz="700" b="1">
                      <a:latin typeface="IBM Plex Sans"/>
                      <a:ea typeface="IBM Plex Sans"/>
                      <a:cs typeface="IBM Plex Sans"/>
                      <a:sym typeface="IBM Plex Sans"/>
                    </a:rPr>
                    <a:t>IoT</a:t>
                  </a:r>
                  <a:endParaRPr sz="700" b="1">
                    <a:latin typeface="IBM Plex Sans"/>
                    <a:ea typeface="IBM Plex Sans"/>
                    <a:cs typeface="IBM Plex Sans"/>
                    <a:sym typeface="IBM Plex Sans"/>
                  </a:endParaRPr>
                </a:p>
              </p:txBody>
            </p:sp>
            <p:sp>
              <p:nvSpPr>
                <p:cNvPr id="2566" name="Google Shape;2566;p144"/>
                <p:cNvSpPr txBox="1"/>
                <p:nvPr/>
              </p:nvSpPr>
              <p:spPr>
                <a:xfrm>
                  <a:off x="5253631" y="4694845"/>
                  <a:ext cx="485700" cy="221400"/>
                </a:xfrm>
                <a:prstGeom prst="rect">
                  <a:avLst/>
                </a:prstGeom>
                <a:noFill/>
                <a:ln>
                  <a:noFill/>
                </a:ln>
              </p:spPr>
              <p:txBody>
                <a:bodyPr spcFirstLastPara="1" wrap="square" lIns="57150" tIns="57150" rIns="57150" bIns="57150" anchor="t" anchorCtr="0">
                  <a:noAutofit/>
                </a:bodyPr>
                <a:lstStyle/>
                <a:p>
                  <a:pPr marL="0" lvl="0" indent="0" algn="ctr" rtl="0">
                    <a:spcBef>
                      <a:spcPts val="0"/>
                    </a:spcBef>
                    <a:spcAft>
                      <a:spcPts val="0"/>
                    </a:spcAft>
                    <a:buNone/>
                  </a:pPr>
                  <a:r>
                    <a:rPr lang="en" sz="700" b="1">
                      <a:latin typeface="IBM Plex Sans"/>
                      <a:ea typeface="IBM Plex Sans"/>
                      <a:cs typeface="IBM Plex Sans"/>
                      <a:sym typeface="IBM Plex Sans"/>
                    </a:rPr>
                    <a:t>API</a:t>
                  </a:r>
                  <a:endParaRPr sz="700" b="1">
                    <a:latin typeface="IBM Plex Sans"/>
                    <a:ea typeface="IBM Plex Sans"/>
                    <a:cs typeface="IBM Plex Sans"/>
                    <a:sym typeface="IBM Plex Sans"/>
                  </a:endParaRPr>
                </a:p>
              </p:txBody>
            </p:sp>
            <p:sp>
              <p:nvSpPr>
                <p:cNvPr id="2567" name="Google Shape;2567;p144"/>
                <p:cNvSpPr txBox="1"/>
                <p:nvPr/>
              </p:nvSpPr>
              <p:spPr>
                <a:xfrm>
                  <a:off x="3801545" y="4690995"/>
                  <a:ext cx="711900" cy="221400"/>
                </a:xfrm>
                <a:prstGeom prst="rect">
                  <a:avLst/>
                </a:prstGeom>
                <a:noFill/>
                <a:ln>
                  <a:noFill/>
                </a:ln>
              </p:spPr>
              <p:txBody>
                <a:bodyPr spcFirstLastPara="1" wrap="square" lIns="57150" tIns="57150" rIns="57150" bIns="57150" anchor="t" anchorCtr="0">
                  <a:noAutofit/>
                </a:bodyPr>
                <a:lstStyle/>
                <a:p>
                  <a:pPr marL="0" lvl="0" indent="0" algn="ctr" rtl="0">
                    <a:spcBef>
                      <a:spcPts val="0"/>
                    </a:spcBef>
                    <a:spcAft>
                      <a:spcPts val="0"/>
                    </a:spcAft>
                    <a:buNone/>
                  </a:pPr>
                  <a:r>
                    <a:rPr lang="en" sz="700" b="1">
                      <a:latin typeface="IBM Plex Sans"/>
                      <a:ea typeface="IBM Plex Sans"/>
                      <a:cs typeface="IBM Plex Sans"/>
                      <a:sym typeface="IBM Plex Sans"/>
                    </a:rPr>
                    <a:t>Micro</a:t>
                  </a:r>
                  <a:br>
                    <a:rPr lang="en" sz="700" b="1">
                      <a:latin typeface="IBM Plex Sans"/>
                      <a:ea typeface="IBM Plex Sans"/>
                      <a:cs typeface="IBM Plex Sans"/>
                      <a:sym typeface="IBM Plex Sans"/>
                    </a:rPr>
                  </a:br>
                  <a:r>
                    <a:rPr lang="en" sz="700" b="1">
                      <a:latin typeface="IBM Plex Sans"/>
                      <a:ea typeface="IBM Plex Sans"/>
                      <a:cs typeface="IBM Plex Sans"/>
                      <a:sym typeface="IBM Plex Sans"/>
                    </a:rPr>
                    <a:t>Services</a:t>
                  </a:r>
                  <a:endParaRPr sz="700" b="1">
                    <a:latin typeface="IBM Plex Sans"/>
                    <a:ea typeface="IBM Plex Sans"/>
                    <a:cs typeface="IBM Plex Sans"/>
                    <a:sym typeface="IBM Plex Sans"/>
                  </a:endParaRPr>
                </a:p>
              </p:txBody>
            </p:sp>
            <p:sp>
              <p:nvSpPr>
                <p:cNvPr id="2568" name="Google Shape;2568;p144"/>
                <p:cNvSpPr txBox="1"/>
                <p:nvPr/>
              </p:nvSpPr>
              <p:spPr>
                <a:xfrm>
                  <a:off x="6567875" y="4693550"/>
                  <a:ext cx="806700" cy="221400"/>
                </a:xfrm>
                <a:prstGeom prst="rect">
                  <a:avLst/>
                </a:prstGeom>
                <a:noFill/>
                <a:ln>
                  <a:noFill/>
                </a:ln>
              </p:spPr>
              <p:txBody>
                <a:bodyPr spcFirstLastPara="1" wrap="square" lIns="57150" tIns="57150" rIns="57150" bIns="57150" anchor="t" anchorCtr="0">
                  <a:noAutofit/>
                </a:bodyPr>
                <a:lstStyle/>
                <a:p>
                  <a:pPr marL="0" lvl="0" indent="0" algn="ctr" rtl="0">
                    <a:spcBef>
                      <a:spcPts val="0"/>
                    </a:spcBef>
                    <a:spcAft>
                      <a:spcPts val="0"/>
                    </a:spcAft>
                    <a:buNone/>
                  </a:pPr>
                  <a:r>
                    <a:rPr lang="en" sz="700" b="1">
                      <a:latin typeface="IBM Plex Sans"/>
                      <a:ea typeface="IBM Plex Sans"/>
                      <a:cs typeface="IBM Plex Sans"/>
                      <a:sym typeface="IBM Plex Sans"/>
                    </a:rPr>
                    <a:t>Systems</a:t>
                  </a:r>
                  <a:br>
                    <a:rPr lang="en" sz="700" b="1">
                      <a:latin typeface="IBM Plex Sans"/>
                      <a:ea typeface="IBM Plex Sans"/>
                      <a:cs typeface="IBM Plex Sans"/>
                      <a:sym typeface="IBM Plex Sans"/>
                    </a:rPr>
                  </a:br>
                  <a:r>
                    <a:rPr lang="en" sz="500" b="1">
                      <a:solidFill>
                        <a:schemeClr val="dk1"/>
                      </a:solidFill>
                      <a:latin typeface="IBM Plex Sans"/>
                      <a:ea typeface="IBM Plex Sans"/>
                      <a:cs typeface="IBM Plex Sans"/>
                      <a:sym typeface="IBM Plex Sans"/>
                    </a:rPr>
                    <a:t>(legacy + homegrown)</a:t>
                  </a:r>
                  <a:endParaRPr sz="700" b="1">
                    <a:latin typeface="IBM Plex Sans"/>
                    <a:ea typeface="IBM Plex Sans"/>
                    <a:cs typeface="IBM Plex Sans"/>
                    <a:sym typeface="IBM Plex Sans"/>
                  </a:endParaRPr>
                </a:p>
              </p:txBody>
            </p:sp>
            <p:grpSp>
              <p:nvGrpSpPr>
                <p:cNvPr id="2569" name="Google Shape;2569;p144"/>
                <p:cNvGrpSpPr/>
                <p:nvPr/>
              </p:nvGrpSpPr>
              <p:grpSpPr>
                <a:xfrm>
                  <a:off x="3295241" y="4347598"/>
                  <a:ext cx="316136" cy="315371"/>
                  <a:chOff x="3339436" y="4040935"/>
                  <a:chExt cx="322226" cy="321413"/>
                </a:xfrm>
              </p:grpSpPr>
              <p:sp>
                <p:nvSpPr>
                  <p:cNvPr id="2570" name="Google Shape;2570;p144"/>
                  <p:cNvSpPr/>
                  <p:nvPr/>
                </p:nvSpPr>
                <p:spPr>
                  <a:xfrm>
                    <a:off x="3454163" y="4161920"/>
                    <a:ext cx="92735" cy="79429"/>
                  </a:xfrm>
                  <a:custGeom>
                    <a:avLst/>
                    <a:gdLst/>
                    <a:ahLst/>
                    <a:cxnLst/>
                    <a:rect l="l" t="t" r="r" b="b"/>
                    <a:pathLst>
                      <a:path w="4732" h="4053" extrusionOk="0">
                        <a:moveTo>
                          <a:pt x="3947" y="1"/>
                        </a:moveTo>
                        <a:lnTo>
                          <a:pt x="1762" y="2610"/>
                        </a:lnTo>
                        <a:lnTo>
                          <a:pt x="659" y="1677"/>
                        </a:lnTo>
                        <a:lnTo>
                          <a:pt x="1" y="2472"/>
                        </a:lnTo>
                        <a:lnTo>
                          <a:pt x="1889" y="4053"/>
                        </a:lnTo>
                        <a:lnTo>
                          <a:pt x="2557" y="3268"/>
                        </a:lnTo>
                        <a:lnTo>
                          <a:pt x="2547" y="3268"/>
                        </a:lnTo>
                        <a:lnTo>
                          <a:pt x="4732" y="669"/>
                        </a:lnTo>
                        <a:lnTo>
                          <a:pt x="394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1" name="Google Shape;2571;p144"/>
                  <p:cNvSpPr/>
                  <p:nvPr/>
                </p:nvSpPr>
                <p:spPr>
                  <a:xfrm>
                    <a:off x="3339436" y="4040935"/>
                    <a:ext cx="322226" cy="321413"/>
                  </a:xfrm>
                  <a:custGeom>
                    <a:avLst/>
                    <a:gdLst/>
                    <a:ahLst/>
                    <a:cxnLst/>
                    <a:rect l="l" t="t" r="r" b="b"/>
                    <a:pathLst>
                      <a:path w="14272" h="14236" extrusionOk="0">
                        <a:moveTo>
                          <a:pt x="7344" y="3172"/>
                        </a:moveTo>
                        <a:lnTo>
                          <a:pt x="7547" y="3196"/>
                        </a:lnTo>
                        <a:lnTo>
                          <a:pt x="7738" y="3219"/>
                        </a:lnTo>
                        <a:lnTo>
                          <a:pt x="7929" y="3255"/>
                        </a:lnTo>
                        <a:lnTo>
                          <a:pt x="8119" y="3291"/>
                        </a:lnTo>
                        <a:lnTo>
                          <a:pt x="8310" y="3351"/>
                        </a:lnTo>
                        <a:lnTo>
                          <a:pt x="8501" y="3410"/>
                        </a:lnTo>
                        <a:lnTo>
                          <a:pt x="8680" y="3482"/>
                        </a:lnTo>
                        <a:lnTo>
                          <a:pt x="8847" y="3565"/>
                        </a:lnTo>
                        <a:lnTo>
                          <a:pt x="9026" y="3649"/>
                        </a:lnTo>
                        <a:lnTo>
                          <a:pt x="9180" y="3744"/>
                        </a:lnTo>
                        <a:lnTo>
                          <a:pt x="9347" y="3839"/>
                        </a:lnTo>
                        <a:lnTo>
                          <a:pt x="9502" y="3959"/>
                        </a:lnTo>
                        <a:lnTo>
                          <a:pt x="9645" y="4078"/>
                        </a:lnTo>
                        <a:lnTo>
                          <a:pt x="9789" y="4197"/>
                        </a:lnTo>
                        <a:lnTo>
                          <a:pt x="9932" y="4328"/>
                        </a:lnTo>
                        <a:lnTo>
                          <a:pt x="10063" y="4459"/>
                        </a:lnTo>
                        <a:lnTo>
                          <a:pt x="10182" y="4602"/>
                        </a:lnTo>
                        <a:lnTo>
                          <a:pt x="10301" y="4757"/>
                        </a:lnTo>
                        <a:lnTo>
                          <a:pt x="10408" y="4912"/>
                        </a:lnTo>
                        <a:lnTo>
                          <a:pt x="10516" y="5067"/>
                        </a:lnTo>
                        <a:lnTo>
                          <a:pt x="10611" y="5234"/>
                        </a:lnTo>
                        <a:lnTo>
                          <a:pt x="10695" y="5401"/>
                        </a:lnTo>
                        <a:lnTo>
                          <a:pt x="10778" y="5580"/>
                        </a:lnTo>
                        <a:lnTo>
                          <a:pt x="10850" y="5759"/>
                        </a:lnTo>
                        <a:lnTo>
                          <a:pt x="10909" y="5938"/>
                        </a:lnTo>
                        <a:lnTo>
                          <a:pt x="10957" y="6128"/>
                        </a:lnTo>
                        <a:lnTo>
                          <a:pt x="11005" y="6319"/>
                        </a:lnTo>
                        <a:lnTo>
                          <a:pt x="11040" y="6510"/>
                        </a:lnTo>
                        <a:lnTo>
                          <a:pt x="11064" y="6713"/>
                        </a:lnTo>
                        <a:lnTo>
                          <a:pt x="11076" y="6915"/>
                        </a:lnTo>
                        <a:lnTo>
                          <a:pt x="11088" y="7118"/>
                        </a:lnTo>
                        <a:lnTo>
                          <a:pt x="11076" y="7321"/>
                        </a:lnTo>
                        <a:lnTo>
                          <a:pt x="11064" y="7523"/>
                        </a:lnTo>
                        <a:lnTo>
                          <a:pt x="11040" y="7714"/>
                        </a:lnTo>
                        <a:lnTo>
                          <a:pt x="11005" y="7917"/>
                        </a:lnTo>
                        <a:lnTo>
                          <a:pt x="10957" y="8107"/>
                        </a:lnTo>
                        <a:lnTo>
                          <a:pt x="10909" y="8286"/>
                        </a:lnTo>
                        <a:lnTo>
                          <a:pt x="10850" y="8477"/>
                        </a:lnTo>
                        <a:lnTo>
                          <a:pt x="10778" y="8656"/>
                        </a:lnTo>
                        <a:lnTo>
                          <a:pt x="10695" y="8823"/>
                        </a:lnTo>
                        <a:lnTo>
                          <a:pt x="10611" y="9002"/>
                        </a:lnTo>
                        <a:lnTo>
                          <a:pt x="10516" y="9157"/>
                        </a:lnTo>
                        <a:lnTo>
                          <a:pt x="10408" y="9323"/>
                        </a:lnTo>
                        <a:lnTo>
                          <a:pt x="10301" y="9478"/>
                        </a:lnTo>
                        <a:lnTo>
                          <a:pt x="10182" y="9622"/>
                        </a:lnTo>
                        <a:lnTo>
                          <a:pt x="10063" y="9765"/>
                        </a:lnTo>
                        <a:lnTo>
                          <a:pt x="9932" y="9908"/>
                        </a:lnTo>
                        <a:lnTo>
                          <a:pt x="9789" y="10039"/>
                        </a:lnTo>
                        <a:lnTo>
                          <a:pt x="9645" y="10158"/>
                        </a:lnTo>
                        <a:lnTo>
                          <a:pt x="9502" y="10277"/>
                        </a:lnTo>
                        <a:lnTo>
                          <a:pt x="9347" y="10385"/>
                        </a:lnTo>
                        <a:lnTo>
                          <a:pt x="9180" y="10492"/>
                        </a:lnTo>
                        <a:lnTo>
                          <a:pt x="9026" y="10587"/>
                        </a:lnTo>
                        <a:lnTo>
                          <a:pt x="8847" y="10671"/>
                        </a:lnTo>
                        <a:lnTo>
                          <a:pt x="8680" y="10754"/>
                        </a:lnTo>
                        <a:lnTo>
                          <a:pt x="8501" y="10826"/>
                        </a:lnTo>
                        <a:lnTo>
                          <a:pt x="8310" y="10885"/>
                        </a:lnTo>
                        <a:lnTo>
                          <a:pt x="8119" y="10933"/>
                        </a:lnTo>
                        <a:lnTo>
                          <a:pt x="7929" y="10981"/>
                        </a:lnTo>
                        <a:lnTo>
                          <a:pt x="7738" y="11016"/>
                        </a:lnTo>
                        <a:lnTo>
                          <a:pt x="7547" y="11040"/>
                        </a:lnTo>
                        <a:lnTo>
                          <a:pt x="7344" y="11052"/>
                        </a:lnTo>
                        <a:lnTo>
                          <a:pt x="7142" y="11064"/>
                        </a:lnTo>
                        <a:lnTo>
                          <a:pt x="6939" y="11052"/>
                        </a:lnTo>
                        <a:lnTo>
                          <a:pt x="6736" y="11040"/>
                        </a:lnTo>
                        <a:lnTo>
                          <a:pt x="6534" y="11016"/>
                        </a:lnTo>
                        <a:lnTo>
                          <a:pt x="6343" y="10981"/>
                        </a:lnTo>
                        <a:lnTo>
                          <a:pt x="6152" y="10933"/>
                        </a:lnTo>
                        <a:lnTo>
                          <a:pt x="5962" y="10885"/>
                        </a:lnTo>
                        <a:lnTo>
                          <a:pt x="5783" y="10826"/>
                        </a:lnTo>
                        <a:lnTo>
                          <a:pt x="5604" y="10754"/>
                        </a:lnTo>
                        <a:lnTo>
                          <a:pt x="5425" y="10671"/>
                        </a:lnTo>
                        <a:lnTo>
                          <a:pt x="5258" y="10587"/>
                        </a:lnTo>
                        <a:lnTo>
                          <a:pt x="5091" y="10492"/>
                        </a:lnTo>
                        <a:lnTo>
                          <a:pt x="4936" y="10385"/>
                        </a:lnTo>
                        <a:lnTo>
                          <a:pt x="4781" y="10277"/>
                        </a:lnTo>
                        <a:lnTo>
                          <a:pt x="4626" y="10158"/>
                        </a:lnTo>
                        <a:lnTo>
                          <a:pt x="4483" y="10039"/>
                        </a:lnTo>
                        <a:lnTo>
                          <a:pt x="4352" y="9908"/>
                        </a:lnTo>
                        <a:lnTo>
                          <a:pt x="4221" y="9765"/>
                        </a:lnTo>
                        <a:lnTo>
                          <a:pt x="4090" y="9622"/>
                        </a:lnTo>
                        <a:lnTo>
                          <a:pt x="3982" y="9478"/>
                        </a:lnTo>
                        <a:lnTo>
                          <a:pt x="3863" y="9323"/>
                        </a:lnTo>
                        <a:lnTo>
                          <a:pt x="3768" y="9157"/>
                        </a:lnTo>
                        <a:lnTo>
                          <a:pt x="3672" y="9002"/>
                        </a:lnTo>
                        <a:lnTo>
                          <a:pt x="3577" y="8823"/>
                        </a:lnTo>
                        <a:lnTo>
                          <a:pt x="3506" y="8656"/>
                        </a:lnTo>
                        <a:lnTo>
                          <a:pt x="3434" y="8477"/>
                        </a:lnTo>
                        <a:lnTo>
                          <a:pt x="3374" y="8286"/>
                        </a:lnTo>
                        <a:lnTo>
                          <a:pt x="3315" y="8107"/>
                        </a:lnTo>
                        <a:lnTo>
                          <a:pt x="3279" y="7917"/>
                        </a:lnTo>
                        <a:lnTo>
                          <a:pt x="3243" y="7714"/>
                        </a:lnTo>
                        <a:lnTo>
                          <a:pt x="3219" y="7523"/>
                        </a:lnTo>
                        <a:lnTo>
                          <a:pt x="3196" y="7321"/>
                        </a:lnTo>
                        <a:lnTo>
                          <a:pt x="3196" y="7118"/>
                        </a:lnTo>
                        <a:lnTo>
                          <a:pt x="3196" y="6915"/>
                        </a:lnTo>
                        <a:lnTo>
                          <a:pt x="3219" y="6713"/>
                        </a:lnTo>
                        <a:lnTo>
                          <a:pt x="3243" y="6510"/>
                        </a:lnTo>
                        <a:lnTo>
                          <a:pt x="3279" y="6319"/>
                        </a:lnTo>
                        <a:lnTo>
                          <a:pt x="3315" y="6128"/>
                        </a:lnTo>
                        <a:lnTo>
                          <a:pt x="3374" y="5938"/>
                        </a:lnTo>
                        <a:lnTo>
                          <a:pt x="3434" y="5759"/>
                        </a:lnTo>
                        <a:lnTo>
                          <a:pt x="3506" y="5580"/>
                        </a:lnTo>
                        <a:lnTo>
                          <a:pt x="3577" y="5401"/>
                        </a:lnTo>
                        <a:lnTo>
                          <a:pt x="3672" y="5234"/>
                        </a:lnTo>
                        <a:lnTo>
                          <a:pt x="3768" y="5067"/>
                        </a:lnTo>
                        <a:lnTo>
                          <a:pt x="3863" y="4912"/>
                        </a:lnTo>
                        <a:lnTo>
                          <a:pt x="3982" y="4757"/>
                        </a:lnTo>
                        <a:lnTo>
                          <a:pt x="4090" y="4602"/>
                        </a:lnTo>
                        <a:lnTo>
                          <a:pt x="4221" y="4459"/>
                        </a:lnTo>
                        <a:lnTo>
                          <a:pt x="4352" y="4328"/>
                        </a:lnTo>
                        <a:lnTo>
                          <a:pt x="4483" y="4197"/>
                        </a:lnTo>
                        <a:lnTo>
                          <a:pt x="4626" y="4078"/>
                        </a:lnTo>
                        <a:lnTo>
                          <a:pt x="4781" y="3959"/>
                        </a:lnTo>
                        <a:lnTo>
                          <a:pt x="4936" y="3839"/>
                        </a:lnTo>
                        <a:lnTo>
                          <a:pt x="5091" y="3744"/>
                        </a:lnTo>
                        <a:lnTo>
                          <a:pt x="5258" y="3649"/>
                        </a:lnTo>
                        <a:lnTo>
                          <a:pt x="5425" y="3565"/>
                        </a:lnTo>
                        <a:lnTo>
                          <a:pt x="5604" y="3482"/>
                        </a:lnTo>
                        <a:lnTo>
                          <a:pt x="5783" y="3410"/>
                        </a:lnTo>
                        <a:lnTo>
                          <a:pt x="5962" y="3351"/>
                        </a:lnTo>
                        <a:lnTo>
                          <a:pt x="6152" y="3291"/>
                        </a:lnTo>
                        <a:lnTo>
                          <a:pt x="6343" y="3255"/>
                        </a:lnTo>
                        <a:lnTo>
                          <a:pt x="6534" y="3219"/>
                        </a:lnTo>
                        <a:lnTo>
                          <a:pt x="6736" y="3196"/>
                        </a:lnTo>
                        <a:lnTo>
                          <a:pt x="6939" y="3172"/>
                        </a:lnTo>
                        <a:close/>
                        <a:moveTo>
                          <a:pt x="5640" y="0"/>
                        </a:moveTo>
                        <a:lnTo>
                          <a:pt x="5640" y="132"/>
                        </a:lnTo>
                        <a:lnTo>
                          <a:pt x="5652" y="1598"/>
                        </a:lnTo>
                        <a:lnTo>
                          <a:pt x="5306" y="1693"/>
                        </a:lnTo>
                        <a:lnTo>
                          <a:pt x="4960" y="1825"/>
                        </a:lnTo>
                        <a:lnTo>
                          <a:pt x="4626" y="1968"/>
                        </a:lnTo>
                        <a:lnTo>
                          <a:pt x="4304" y="2134"/>
                        </a:lnTo>
                        <a:lnTo>
                          <a:pt x="3196" y="1014"/>
                        </a:lnTo>
                        <a:lnTo>
                          <a:pt x="1062" y="3112"/>
                        </a:lnTo>
                        <a:lnTo>
                          <a:pt x="2182" y="4233"/>
                        </a:lnTo>
                        <a:lnTo>
                          <a:pt x="2003" y="4555"/>
                        </a:lnTo>
                        <a:lnTo>
                          <a:pt x="1860" y="4877"/>
                        </a:lnTo>
                        <a:lnTo>
                          <a:pt x="1729" y="5210"/>
                        </a:lnTo>
                        <a:lnTo>
                          <a:pt x="1622" y="5556"/>
                        </a:lnTo>
                        <a:lnTo>
                          <a:pt x="108" y="5544"/>
                        </a:lnTo>
                        <a:lnTo>
                          <a:pt x="0" y="5544"/>
                        </a:lnTo>
                        <a:lnTo>
                          <a:pt x="0" y="8525"/>
                        </a:lnTo>
                        <a:lnTo>
                          <a:pt x="215" y="8525"/>
                        </a:lnTo>
                        <a:lnTo>
                          <a:pt x="1598" y="8537"/>
                        </a:lnTo>
                        <a:lnTo>
                          <a:pt x="1705" y="8882"/>
                        </a:lnTo>
                        <a:lnTo>
                          <a:pt x="1836" y="9228"/>
                        </a:lnTo>
                        <a:lnTo>
                          <a:pt x="1980" y="9550"/>
                        </a:lnTo>
                        <a:lnTo>
                          <a:pt x="2146" y="9872"/>
                        </a:lnTo>
                        <a:lnTo>
                          <a:pt x="966" y="11028"/>
                        </a:lnTo>
                        <a:lnTo>
                          <a:pt x="3076" y="13150"/>
                        </a:lnTo>
                        <a:lnTo>
                          <a:pt x="4257" y="11994"/>
                        </a:lnTo>
                        <a:lnTo>
                          <a:pt x="4579" y="12161"/>
                        </a:lnTo>
                        <a:lnTo>
                          <a:pt x="4912" y="12316"/>
                        </a:lnTo>
                        <a:lnTo>
                          <a:pt x="5246" y="12447"/>
                        </a:lnTo>
                        <a:lnTo>
                          <a:pt x="5592" y="12554"/>
                        </a:lnTo>
                        <a:lnTo>
                          <a:pt x="5592" y="14235"/>
                        </a:lnTo>
                        <a:lnTo>
                          <a:pt x="8596" y="14235"/>
                        </a:lnTo>
                        <a:lnTo>
                          <a:pt x="8596" y="12566"/>
                        </a:lnTo>
                        <a:lnTo>
                          <a:pt x="8942" y="12459"/>
                        </a:lnTo>
                        <a:lnTo>
                          <a:pt x="9288" y="12340"/>
                        </a:lnTo>
                        <a:lnTo>
                          <a:pt x="9610" y="12185"/>
                        </a:lnTo>
                        <a:lnTo>
                          <a:pt x="9932" y="12018"/>
                        </a:lnTo>
                        <a:lnTo>
                          <a:pt x="11112" y="13186"/>
                        </a:lnTo>
                        <a:lnTo>
                          <a:pt x="13246" y="11100"/>
                        </a:lnTo>
                        <a:lnTo>
                          <a:pt x="12066" y="9920"/>
                        </a:lnTo>
                        <a:lnTo>
                          <a:pt x="12233" y="9610"/>
                        </a:lnTo>
                        <a:lnTo>
                          <a:pt x="12388" y="9276"/>
                        </a:lnTo>
                        <a:lnTo>
                          <a:pt x="12519" y="8942"/>
                        </a:lnTo>
                        <a:lnTo>
                          <a:pt x="12626" y="8596"/>
                        </a:lnTo>
                        <a:lnTo>
                          <a:pt x="14271" y="8596"/>
                        </a:lnTo>
                        <a:lnTo>
                          <a:pt x="14271" y="5616"/>
                        </a:lnTo>
                        <a:lnTo>
                          <a:pt x="12638" y="5616"/>
                        </a:lnTo>
                        <a:lnTo>
                          <a:pt x="12543" y="5270"/>
                        </a:lnTo>
                        <a:lnTo>
                          <a:pt x="12411" y="4936"/>
                        </a:lnTo>
                        <a:lnTo>
                          <a:pt x="12268" y="4602"/>
                        </a:lnTo>
                        <a:lnTo>
                          <a:pt x="12089" y="4280"/>
                        </a:lnTo>
                        <a:lnTo>
                          <a:pt x="13246" y="3148"/>
                        </a:lnTo>
                        <a:lnTo>
                          <a:pt x="11136" y="1026"/>
                        </a:lnTo>
                        <a:lnTo>
                          <a:pt x="9991" y="2170"/>
                        </a:lnTo>
                        <a:lnTo>
                          <a:pt x="9669" y="1991"/>
                        </a:lnTo>
                        <a:lnTo>
                          <a:pt x="9335" y="1848"/>
                        </a:lnTo>
                        <a:lnTo>
                          <a:pt x="9002" y="1717"/>
                        </a:lnTo>
                        <a:lnTo>
                          <a:pt x="8644" y="1610"/>
                        </a:lnTo>
                        <a:lnTo>
                          <a:pt x="8656" y="239"/>
                        </a:lnTo>
                        <a:lnTo>
                          <a:pt x="8656"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grpSp>
          <p:nvGrpSpPr>
            <p:cNvPr id="2572" name="Google Shape;2572;p144"/>
            <p:cNvGrpSpPr/>
            <p:nvPr/>
          </p:nvGrpSpPr>
          <p:grpSpPr>
            <a:xfrm>
              <a:off x="6828159" y="4344770"/>
              <a:ext cx="237922" cy="364199"/>
              <a:chOff x="8227870" y="3802403"/>
              <a:chExt cx="275788" cy="422211"/>
            </a:xfrm>
          </p:grpSpPr>
          <p:grpSp>
            <p:nvGrpSpPr>
              <p:cNvPr id="2573" name="Google Shape;2573;p144"/>
              <p:cNvGrpSpPr/>
              <p:nvPr/>
            </p:nvGrpSpPr>
            <p:grpSpPr>
              <a:xfrm>
                <a:off x="8438454" y="3805893"/>
                <a:ext cx="65203" cy="132254"/>
                <a:chOff x="8496750" y="3865075"/>
                <a:chExt cx="76909" cy="155978"/>
              </a:xfrm>
            </p:grpSpPr>
            <p:sp>
              <p:nvSpPr>
                <p:cNvPr id="2574" name="Google Shape;2574;p144"/>
                <p:cNvSpPr/>
                <p:nvPr/>
              </p:nvSpPr>
              <p:spPr>
                <a:xfrm>
                  <a:off x="8503266" y="3865075"/>
                  <a:ext cx="63877" cy="63877"/>
                </a:xfrm>
                <a:custGeom>
                  <a:avLst/>
                  <a:gdLst/>
                  <a:ahLst/>
                  <a:cxnLst/>
                  <a:rect l="l" t="t" r="r" b="b"/>
                  <a:pathLst>
                    <a:path w="2892" h="2892" extrusionOk="0">
                      <a:moveTo>
                        <a:pt x="1299" y="1"/>
                      </a:moveTo>
                      <a:lnTo>
                        <a:pt x="1161" y="30"/>
                      </a:lnTo>
                      <a:lnTo>
                        <a:pt x="1023" y="60"/>
                      </a:lnTo>
                      <a:lnTo>
                        <a:pt x="886" y="109"/>
                      </a:lnTo>
                      <a:lnTo>
                        <a:pt x="758" y="168"/>
                      </a:lnTo>
                      <a:lnTo>
                        <a:pt x="640" y="247"/>
                      </a:lnTo>
                      <a:lnTo>
                        <a:pt x="532" y="325"/>
                      </a:lnTo>
                      <a:lnTo>
                        <a:pt x="423" y="424"/>
                      </a:lnTo>
                      <a:lnTo>
                        <a:pt x="335" y="522"/>
                      </a:lnTo>
                      <a:lnTo>
                        <a:pt x="246" y="630"/>
                      </a:lnTo>
                      <a:lnTo>
                        <a:pt x="178" y="758"/>
                      </a:lnTo>
                      <a:lnTo>
                        <a:pt x="119" y="876"/>
                      </a:lnTo>
                      <a:lnTo>
                        <a:pt x="69" y="1014"/>
                      </a:lnTo>
                      <a:lnTo>
                        <a:pt x="30" y="1151"/>
                      </a:lnTo>
                      <a:lnTo>
                        <a:pt x="10" y="1299"/>
                      </a:lnTo>
                      <a:lnTo>
                        <a:pt x="1" y="1446"/>
                      </a:lnTo>
                      <a:lnTo>
                        <a:pt x="10" y="1594"/>
                      </a:lnTo>
                      <a:lnTo>
                        <a:pt x="30" y="1731"/>
                      </a:lnTo>
                      <a:lnTo>
                        <a:pt x="69" y="1869"/>
                      </a:lnTo>
                      <a:lnTo>
                        <a:pt x="119" y="2007"/>
                      </a:lnTo>
                      <a:lnTo>
                        <a:pt x="178" y="2135"/>
                      </a:lnTo>
                      <a:lnTo>
                        <a:pt x="246" y="2253"/>
                      </a:lnTo>
                      <a:lnTo>
                        <a:pt x="335" y="2361"/>
                      </a:lnTo>
                      <a:lnTo>
                        <a:pt x="423" y="2459"/>
                      </a:lnTo>
                      <a:lnTo>
                        <a:pt x="532" y="2557"/>
                      </a:lnTo>
                      <a:lnTo>
                        <a:pt x="640" y="2636"/>
                      </a:lnTo>
                      <a:lnTo>
                        <a:pt x="758" y="2715"/>
                      </a:lnTo>
                      <a:lnTo>
                        <a:pt x="886" y="2774"/>
                      </a:lnTo>
                      <a:lnTo>
                        <a:pt x="1023" y="2823"/>
                      </a:lnTo>
                      <a:lnTo>
                        <a:pt x="1161" y="2862"/>
                      </a:lnTo>
                      <a:lnTo>
                        <a:pt x="1299" y="2882"/>
                      </a:lnTo>
                      <a:lnTo>
                        <a:pt x="1446" y="2892"/>
                      </a:lnTo>
                      <a:lnTo>
                        <a:pt x="1594" y="2882"/>
                      </a:lnTo>
                      <a:lnTo>
                        <a:pt x="1741" y="2862"/>
                      </a:lnTo>
                      <a:lnTo>
                        <a:pt x="1879" y="2823"/>
                      </a:lnTo>
                      <a:lnTo>
                        <a:pt x="2007" y="2774"/>
                      </a:lnTo>
                      <a:lnTo>
                        <a:pt x="2134" y="2715"/>
                      </a:lnTo>
                      <a:lnTo>
                        <a:pt x="2252" y="2636"/>
                      </a:lnTo>
                      <a:lnTo>
                        <a:pt x="2370" y="2557"/>
                      </a:lnTo>
                      <a:lnTo>
                        <a:pt x="2469" y="2459"/>
                      </a:lnTo>
                      <a:lnTo>
                        <a:pt x="2567" y="2361"/>
                      </a:lnTo>
                      <a:lnTo>
                        <a:pt x="2646" y="2253"/>
                      </a:lnTo>
                      <a:lnTo>
                        <a:pt x="2715" y="2135"/>
                      </a:lnTo>
                      <a:lnTo>
                        <a:pt x="2783" y="2007"/>
                      </a:lnTo>
                      <a:lnTo>
                        <a:pt x="2833" y="1869"/>
                      </a:lnTo>
                      <a:lnTo>
                        <a:pt x="2862" y="1731"/>
                      </a:lnTo>
                      <a:lnTo>
                        <a:pt x="2882" y="1594"/>
                      </a:lnTo>
                      <a:lnTo>
                        <a:pt x="2892" y="1446"/>
                      </a:lnTo>
                      <a:lnTo>
                        <a:pt x="2882" y="1299"/>
                      </a:lnTo>
                      <a:lnTo>
                        <a:pt x="2862" y="1151"/>
                      </a:lnTo>
                      <a:lnTo>
                        <a:pt x="2833" y="1014"/>
                      </a:lnTo>
                      <a:lnTo>
                        <a:pt x="2783" y="876"/>
                      </a:lnTo>
                      <a:lnTo>
                        <a:pt x="2715" y="758"/>
                      </a:lnTo>
                      <a:lnTo>
                        <a:pt x="2646" y="630"/>
                      </a:lnTo>
                      <a:lnTo>
                        <a:pt x="2567" y="522"/>
                      </a:lnTo>
                      <a:lnTo>
                        <a:pt x="2469" y="424"/>
                      </a:lnTo>
                      <a:lnTo>
                        <a:pt x="2370" y="325"/>
                      </a:lnTo>
                      <a:lnTo>
                        <a:pt x="2252" y="247"/>
                      </a:lnTo>
                      <a:lnTo>
                        <a:pt x="2134" y="168"/>
                      </a:lnTo>
                      <a:lnTo>
                        <a:pt x="2007" y="109"/>
                      </a:lnTo>
                      <a:lnTo>
                        <a:pt x="1879" y="60"/>
                      </a:lnTo>
                      <a:lnTo>
                        <a:pt x="1741" y="30"/>
                      </a:lnTo>
                      <a:lnTo>
                        <a:pt x="1594" y="1"/>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5" name="Google Shape;2575;p144"/>
                <p:cNvSpPr/>
                <p:nvPr/>
              </p:nvSpPr>
              <p:spPr>
                <a:xfrm>
                  <a:off x="8496750" y="3944344"/>
                  <a:ext cx="76909" cy="76710"/>
                </a:xfrm>
                <a:custGeom>
                  <a:avLst/>
                  <a:gdLst/>
                  <a:ahLst/>
                  <a:cxnLst/>
                  <a:rect l="l" t="t" r="r" b="b"/>
                  <a:pathLst>
                    <a:path w="3482" h="3473" extrusionOk="0">
                      <a:moveTo>
                        <a:pt x="443" y="1"/>
                      </a:moveTo>
                      <a:lnTo>
                        <a:pt x="1" y="601"/>
                      </a:lnTo>
                      <a:lnTo>
                        <a:pt x="1" y="3472"/>
                      </a:lnTo>
                      <a:lnTo>
                        <a:pt x="3482" y="3472"/>
                      </a:lnTo>
                      <a:lnTo>
                        <a:pt x="3482" y="601"/>
                      </a:lnTo>
                      <a:lnTo>
                        <a:pt x="3049" y="1"/>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2576" name="Google Shape;2576;p144"/>
              <p:cNvPicPr preferRelativeResize="0"/>
              <p:nvPr/>
            </p:nvPicPr>
            <p:blipFill>
              <a:blip r:embed="rId19">
                <a:alphaModFix/>
              </a:blip>
              <a:stretch>
                <a:fillRect/>
              </a:stretch>
            </p:blipFill>
            <p:spPr>
              <a:xfrm>
                <a:off x="8227870" y="3802403"/>
                <a:ext cx="155974" cy="155974"/>
              </a:xfrm>
              <a:prstGeom prst="rect">
                <a:avLst/>
              </a:prstGeom>
              <a:noFill/>
              <a:ln>
                <a:noFill/>
              </a:ln>
            </p:spPr>
          </p:pic>
          <p:grpSp>
            <p:nvGrpSpPr>
              <p:cNvPr id="2577" name="Google Shape;2577;p144"/>
              <p:cNvGrpSpPr/>
              <p:nvPr/>
            </p:nvGrpSpPr>
            <p:grpSpPr>
              <a:xfrm>
                <a:off x="8284038" y="4037650"/>
                <a:ext cx="219267" cy="186963"/>
                <a:chOff x="1485475" y="3908425"/>
                <a:chExt cx="245375" cy="209225"/>
              </a:xfrm>
            </p:grpSpPr>
            <p:sp>
              <p:nvSpPr>
                <p:cNvPr id="2578" name="Google Shape;2578;p144"/>
                <p:cNvSpPr/>
                <p:nvPr/>
              </p:nvSpPr>
              <p:spPr>
                <a:xfrm>
                  <a:off x="1513025" y="3908425"/>
                  <a:ext cx="190300" cy="106700"/>
                </a:xfrm>
                <a:custGeom>
                  <a:avLst/>
                  <a:gdLst/>
                  <a:ahLst/>
                  <a:cxnLst/>
                  <a:rect l="l" t="t" r="r" b="b"/>
                  <a:pathLst>
                    <a:path w="7612" h="4268" extrusionOk="0">
                      <a:moveTo>
                        <a:pt x="3334" y="0"/>
                      </a:moveTo>
                      <a:lnTo>
                        <a:pt x="3334" y="1898"/>
                      </a:lnTo>
                      <a:lnTo>
                        <a:pt x="0" y="1898"/>
                      </a:lnTo>
                      <a:lnTo>
                        <a:pt x="0" y="4268"/>
                      </a:lnTo>
                      <a:lnTo>
                        <a:pt x="954" y="4268"/>
                      </a:lnTo>
                      <a:lnTo>
                        <a:pt x="954" y="2852"/>
                      </a:lnTo>
                      <a:lnTo>
                        <a:pt x="6667" y="2852"/>
                      </a:lnTo>
                      <a:lnTo>
                        <a:pt x="6667" y="4268"/>
                      </a:lnTo>
                      <a:lnTo>
                        <a:pt x="7611" y="4268"/>
                      </a:lnTo>
                      <a:lnTo>
                        <a:pt x="7611" y="1898"/>
                      </a:lnTo>
                      <a:lnTo>
                        <a:pt x="4288" y="1898"/>
                      </a:lnTo>
                      <a:lnTo>
                        <a:pt x="4288" y="0"/>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9" name="Google Shape;2579;p144"/>
                <p:cNvSpPr/>
                <p:nvPr/>
              </p:nvSpPr>
              <p:spPr>
                <a:xfrm>
                  <a:off x="1485475" y="4038950"/>
                  <a:ext cx="78700" cy="78700"/>
                </a:xfrm>
                <a:custGeom>
                  <a:avLst/>
                  <a:gdLst/>
                  <a:ahLst/>
                  <a:cxnLst/>
                  <a:rect l="l" t="t" r="r" b="b"/>
                  <a:pathLst>
                    <a:path w="3148" h="3148" extrusionOk="0">
                      <a:moveTo>
                        <a:pt x="1574" y="1"/>
                      </a:moveTo>
                      <a:lnTo>
                        <a:pt x="1417" y="11"/>
                      </a:lnTo>
                      <a:lnTo>
                        <a:pt x="1260" y="30"/>
                      </a:lnTo>
                      <a:lnTo>
                        <a:pt x="1112" y="70"/>
                      </a:lnTo>
                      <a:lnTo>
                        <a:pt x="965" y="129"/>
                      </a:lnTo>
                      <a:lnTo>
                        <a:pt x="827" y="197"/>
                      </a:lnTo>
                      <a:lnTo>
                        <a:pt x="699" y="276"/>
                      </a:lnTo>
                      <a:lnTo>
                        <a:pt x="581" y="365"/>
                      </a:lnTo>
                      <a:lnTo>
                        <a:pt x="463" y="463"/>
                      </a:lnTo>
                      <a:lnTo>
                        <a:pt x="365" y="571"/>
                      </a:lnTo>
                      <a:lnTo>
                        <a:pt x="276" y="699"/>
                      </a:lnTo>
                      <a:lnTo>
                        <a:pt x="198" y="827"/>
                      </a:lnTo>
                      <a:lnTo>
                        <a:pt x="129" y="964"/>
                      </a:lnTo>
                      <a:lnTo>
                        <a:pt x="80" y="1112"/>
                      </a:lnTo>
                      <a:lnTo>
                        <a:pt x="40" y="1259"/>
                      </a:lnTo>
                      <a:lnTo>
                        <a:pt x="11" y="1417"/>
                      </a:lnTo>
                      <a:lnTo>
                        <a:pt x="1" y="1574"/>
                      </a:lnTo>
                      <a:lnTo>
                        <a:pt x="11" y="1731"/>
                      </a:lnTo>
                      <a:lnTo>
                        <a:pt x="40" y="1889"/>
                      </a:lnTo>
                      <a:lnTo>
                        <a:pt x="80" y="2046"/>
                      </a:lnTo>
                      <a:lnTo>
                        <a:pt x="129" y="2184"/>
                      </a:lnTo>
                      <a:lnTo>
                        <a:pt x="198" y="2321"/>
                      </a:lnTo>
                      <a:lnTo>
                        <a:pt x="276" y="2449"/>
                      </a:lnTo>
                      <a:lnTo>
                        <a:pt x="365" y="2577"/>
                      </a:lnTo>
                      <a:lnTo>
                        <a:pt x="463" y="2685"/>
                      </a:lnTo>
                      <a:lnTo>
                        <a:pt x="581" y="2784"/>
                      </a:lnTo>
                      <a:lnTo>
                        <a:pt x="699" y="2882"/>
                      </a:lnTo>
                      <a:lnTo>
                        <a:pt x="827" y="2961"/>
                      </a:lnTo>
                      <a:lnTo>
                        <a:pt x="965" y="3020"/>
                      </a:lnTo>
                      <a:lnTo>
                        <a:pt x="1112" y="3079"/>
                      </a:lnTo>
                      <a:lnTo>
                        <a:pt x="1260" y="3118"/>
                      </a:lnTo>
                      <a:lnTo>
                        <a:pt x="1417" y="3138"/>
                      </a:lnTo>
                      <a:lnTo>
                        <a:pt x="1574" y="3148"/>
                      </a:lnTo>
                      <a:lnTo>
                        <a:pt x="1741" y="3138"/>
                      </a:lnTo>
                      <a:lnTo>
                        <a:pt x="1889" y="3118"/>
                      </a:lnTo>
                      <a:lnTo>
                        <a:pt x="2046" y="3079"/>
                      </a:lnTo>
                      <a:lnTo>
                        <a:pt x="2184" y="3020"/>
                      </a:lnTo>
                      <a:lnTo>
                        <a:pt x="2322" y="2961"/>
                      </a:lnTo>
                      <a:lnTo>
                        <a:pt x="2459" y="2882"/>
                      </a:lnTo>
                      <a:lnTo>
                        <a:pt x="2577" y="2784"/>
                      </a:lnTo>
                      <a:lnTo>
                        <a:pt x="2685" y="2685"/>
                      </a:lnTo>
                      <a:lnTo>
                        <a:pt x="2794" y="2577"/>
                      </a:lnTo>
                      <a:lnTo>
                        <a:pt x="2882" y="2449"/>
                      </a:lnTo>
                      <a:lnTo>
                        <a:pt x="2961" y="2321"/>
                      </a:lnTo>
                      <a:lnTo>
                        <a:pt x="3030" y="2184"/>
                      </a:lnTo>
                      <a:lnTo>
                        <a:pt x="3079" y="2046"/>
                      </a:lnTo>
                      <a:lnTo>
                        <a:pt x="3118" y="1889"/>
                      </a:lnTo>
                      <a:lnTo>
                        <a:pt x="3138" y="1731"/>
                      </a:lnTo>
                      <a:lnTo>
                        <a:pt x="3148" y="1574"/>
                      </a:lnTo>
                      <a:lnTo>
                        <a:pt x="3138" y="1417"/>
                      </a:lnTo>
                      <a:lnTo>
                        <a:pt x="3118" y="1259"/>
                      </a:lnTo>
                      <a:lnTo>
                        <a:pt x="3079" y="1112"/>
                      </a:lnTo>
                      <a:lnTo>
                        <a:pt x="3030" y="964"/>
                      </a:lnTo>
                      <a:lnTo>
                        <a:pt x="2961" y="827"/>
                      </a:lnTo>
                      <a:lnTo>
                        <a:pt x="2882" y="699"/>
                      </a:lnTo>
                      <a:lnTo>
                        <a:pt x="2794" y="571"/>
                      </a:lnTo>
                      <a:lnTo>
                        <a:pt x="2685" y="463"/>
                      </a:lnTo>
                      <a:lnTo>
                        <a:pt x="2577" y="365"/>
                      </a:lnTo>
                      <a:lnTo>
                        <a:pt x="2459" y="276"/>
                      </a:lnTo>
                      <a:lnTo>
                        <a:pt x="2322" y="197"/>
                      </a:lnTo>
                      <a:lnTo>
                        <a:pt x="2184" y="129"/>
                      </a:lnTo>
                      <a:lnTo>
                        <a:pt x="2046" y="70"/>
                      </a:lnTo>
                      <a:lnTo>
                        <a:pt x="1889" y="30"/>
                      </a:lnTo>
                      <a:lnTo>
                        <a:pt x="1741" y="11"/>
                      </a:lnTo>
                      <a:lnTo>
                        <a:pt x="1574" y="1"/>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0" name="Google Shape;2580;p144"/>
                <p:cNvSpPr/>
                <p:nvPr/>
              </p:nvSpPr>
              <p:spPr>
                <a:xfrm>
                  <a:off x="1652150" y="4038950"/>
                  <a:ext cx="78700" cy="78700"/>
                </a:xfrm>
                <a:custGeom>
                  <a:avLst/>
                  <a:gdLst/>
                  <a:ahLst/>
                  <a:cxnLst/>
                  <a:rect l="l" t="t" r="r" b="b"/>
                  <a:pathLst>
                    <a:path w="3148" h="3148" extrusionOk="0">
                      <a:moveTo>
                        <a:pt x="1574" y="1"/>
                      </a:moveTo>
                      <a:lnTo>
                        <a:pt x="1417" y="11"/>
                      </a:lnTo>
                      <a:lnTo>
                        <a:pt x="1260" y="30"/>
                      </a:lnTo>
                      <a:lnTo>
                        <a:pt x="1112" y="70"/>
                      </a:lnTo>
                      <a:lnTo>
                        <a:pt x="965" y="129"/>
                      </a:lnTo>
                      <a:lnTo>
                        <a:pt x="827" y="197"/>
                      </a:lnTo>
                      <a:lnTo>
                        <a:pt x="699" y="276"/>
                      </a:lnTo>
                      <a:lnTo>
                        <a:pt x="571" y="365"/>
                      </a:lnTo>
                      <a:lnTo>
                        <a:pt x="463" y="463"/>
                      </a:lnTo>
                      <a:lnTo>
                        <a:pt x="365" y="571"/>
                      </a:lnTo>
                      <a:lnTo>
                        <a:pt x="276" y="699"/>
                      </a:lnTo>
                      <a:lnTo>
                        <a:pt x="198" y="827"/>
                      </a:lnTo>
                      <a:lnTo>
                        <a:pt x="129" y="964"/>
                      </a:lnTo>
                      <a:lnTo>
                        <a:pt x="70" y="1112"/>
                      </a:lnTo>
                      <a:lnTo>
                        <a:pt x="30" y="1259"/>
                      </a:lnTo>
                      <a:lnTo>
                        <a:pt x="11" y="1417"/>
                      </a:lnTo>
                      <a:lnTo>
                        <a:pt x="1" y="1574"/>
                      </a:lnTo>
                      <a:lnTo>
                        <a:pt x="11" y="1731"/>
                      </a:lnTo>
                      <a:lnTo>
                        <a:pt x="30" y="1889"/>
                      </a:lnTo>
                      <a:lnTo>
                        <a:pt x="70" y="2046"/>
                      </a:lnTo>
                      <a:lnTo>
                        <a:pt x="129" y="2184"/>
                      </a:lnTo>
                      <a:lnTo>
                        <a:pt x="198" y="2321"/>
                      </a:lnTo>
                      <a:lnTo>
                        <a:pt x="276" y="2449"/>
                      </a:lnTo>
                      <a:lnTo>
                        <a:pt x="365" y="2577"/>
                      </a:lnTo>
                      <a:lnTo>
                        <a:pt x="463" y="2685"/>
                      </a:lnTo>
                      <a:lnTo>
                        <a:pt x="571" y="2784"/>
                      </a:lnTo>
                      <a:lnTo>
                        <a:pt x="699" y="2882"/>
                      </a:lnTo>
                      <a:lnTo>
                        <a:pt x="827" y="2961"/>
                      </a:lnTo>
                      <a:lnTo>
                        <a:pt x="965" y="3020"/>
                      </a:lnTo>
                      <a:lnTo>
                        <a:pt x="1112" y="3079"/>
                      </a:lnTo>
                      <a:lnTo>
                        <a:pt x="1260" y="3118"/>
                      </a:lnTo>
                      <a:lnTo>
                        <a:pt x="1417" y="3138"/>
                      </a:lnTo>
                      <a:lnTo>
                        <a:pt x="1574" y="3148"/>
                      </a:lnTo>
                      <a:lnTo>
                        <a:pt x="1732" y="3138"/>
                      </a:lnTo>
                      <a:lnTo>
                        <a:pt x="1889" y="3118"/>
                      </a:lnTo>
                      <a:lnTo>
                        <a:pt x="2046" y="3079"/>
                      </a:lnTo>
                      <a:lnTo>
                        <a:pt x="2184" y="3020"/>
                      </a:lnTo>
                      <a:lnTo>
                        <a:pt x="2322" y="2961"/>
                      </a:lnTo>
                      <a:lnTo>
                        <a:pt x="2449" y="2882"/>
                      </a:lnTo>
                      <a:lnTo>
                        <a:pt x="2577" y="2784"/>
                      </a:lnTo>
                      <a:lnTo>
                        <a:pt x="2685" y="2685"/>
                      </a:lnTo>
                      <a:lnTo>
                        <a:pt x="2784" y="2577"/>
                      </a:lnTo>
                      <a:lnTo>
                        <a:pt x="2882" y="2449"/>
                      </a:lnTo>
                      <a:lnTo>
                        <a:pt x="2961" y="2321"/>
                      </a:lnTo>
                      <a:lnTo>
                        <a:pt x="3020" y="2184"/>
                      </a:lnTo>
                      <a:lnTo>
                        <a:pt x="3079" y="2046"/>
                      </a:lnTo>
                      <a:lnTo>
                        <a:pt x="3118" y="1889"/>
                      </a:lnTo>
                      <a:lnTo>
                        <a:pt x="3138" y="1731"/>
                      </a:lnTo>
                      <a:lnTo>
                        <a:pt x="3148" y="1574"/>
                      </a:lnTo>
                      <a:lnTo>
                        <a:pt x="3138" y="1417"/>
                      </a:lnTo>
                      <a:lnTo>
                        <a:pt x="3118" y="1259"/>
                      </a:lnTo>
                      <a:lnTo>
                        <a:pt x="3079" y="1112"/>
                      </a:lnTo>
                      <a:lnTo>
                        <a:pt x="3020" y="964"/>
                      </a:lnTo>
                      <a:lnTo>
                        <a:pt x="2961" y="827"/>
                      </a:lnTo>
                      <a:lnTo>
                        <a:pt x="2882" y="699"/>
                      </a:lnTo>
                      <a:lnTo>
                        <a:pt x="2784" y="571"/>
                      </a:lnTo>
                      <a:lnTo>
                        <a:pt x="2685" y="463"/>
                      </a:lnTo>
                      <a:lnTo>
                        <a:pt x="2577" y="365"/>
                      </a:lnTo>
                      <a:lnTo>
                        <a:pt x="2449" y="276"/>
                      </a:lnTo>
                      <a:lnTo>
                        <a:pt x="2322" y="197"/>
                      </a:lnTo>
                      <a:lnTo>
                        <a:pt x="2184" y="129"/>
                      </a:lnTo>
                      <a:lnTo>
                        <a:pt x="2046" y="70"/>
                      </a:lnTo>
                      <a:lnTo>
                        <a:pt x="1889" y="30"/>
                      </a:lnTo>
                      <a:lnTo>
                        <a:pt x="1732" y="11"/>
                      </a:lnTo>
                      <a:lnTo>
                        <a:pt x="1574" y="1"/>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581" name="Google Shape;2581;p144"/>
              <p:cNvSpPr/>
              <p:nvPr/>
            </p:nvSpPr>
            <p:spPr>
              <a:xfrm rot="10800000">
                <a:off x="8308644" y="3963825"/>
                <a:ext cx="170052" cy="95347"/>
              </a:xfrm>
              <a:custGeom>
                <a:avLst/>
                <a:gdLst/>
                <a:ahLst/>
                <a:cxnLst/>
                <a:rect l="l" t="t" r="r" b="b"/>
                <a:pathLst>
                  <a:path w="7612" h="4268" extrusionOk="0">
                    <a:moveTo>
                      <a:pt x="3334" y="0"/>
                    </a:moveTo>
                    <a:lnTo>
                      <a:pt x="3334" y="1898"/>
                    </a:lnTo>
                    <a:lnTo>
                      <a:pt x="0" y="1898"/>
                    </a:lnTo>
                    <a:lnTo>
                      <a:pt x="0" y="4268"/>
                    </a:lnTo>
                    <a:lnTo>
                      <a:pt x="954" y="4268"/>
                    </a:lnTo>
                    <a:lnTo>
                      <a:pt x="954" y="2852"/>
                    </a:lnTo>
                    <a:lnTo>
                      <a:pt x="6667" y="2852"/>
                    </a:lnTo>
                    <a:lnTo>
                      <a:pt x="6667" y="4268"/>
                    </a:lnTo>
                    <a:lnTo>
                      <a:pt x="7611" y="4268"/>
                    </a:lnTo>
                    <a:lnTo>
                      <a:pt x="7611" y="1898"/>
                    </a:lnTo>
                    <a:lnTo>
                      <a:pt x="4288" y="1898"/>
                    </a:lnTo>
                    <a:lnTo>
                      <a:pt x="4288" y="0"/>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2582" name="Google Shape;2582;p144"/>
          <p:cNvSpPr txBox="1"/>
          <p:nvPr/>
        </p:nvSpPr>
        <p:spPr>
          <a:xfrm>
            <a:off x="371520" y="257310"/>
            <a:ext cx="8400900" cy="5487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SzPts val="1100"/>
              <a:buNone/>
            </a:pPr>
            <a:r>
              <a:rPr lang="en" sz="2400" b="1">
                <a:solidFill>
                  <a:schemeClr val="lt1"/>
                </a:solidFill>
                <a:latin typeface="IBM Plex Sans"/>
                <a:ea typeface="IBM Plex Sans"/>
                <a:cs typeface="IBM Plex Sans"/>
                <a:sym typeface="IBM Plex Sans"/>
              </a:rPr>
              <a:t>Camunda Platform: The Universal Process Orchestrator</a:t>
            </a:r>
            <a:endParaRPr sz="2400" b="1">
              <a:solidFill>
                <a:schemeClr val="lt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526"/>
                                        </p:tgtEl>
                                        <p:attrNameLst>
                                          <p:attrName>style.visibility</p:attrName>
                                        </p:attrNameLst>
                                      </p:cBhvr>
                                      <p:to>
                                        <p:strVal val="visible"/>
                                      </p:to>
                                    </p:set>
                                    <p:animEffect transition="in" filter="fade">
                                      <p:cBhvr>
                                        <p:cTn id="7" dur="1000"/>
                                        <p:tgtEl>
                                          <p:spTgt spid="252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532"/>
                                        </p:tgtEl>
                                        <p:attrNameLst>
                                          <p:attrName>style.visibility</p:attrName>
                                        </p:attrNameLst>
                                      </p:cBhvr>
                                      <p:to>
                                        <p:strVal val="visible"/>
                                      </p:to>
                                    </p:set>
                                    <p:animEffect transition="in" filter="fade">
                                      <p:cBhvr>
                                        <p:cTn id="12" dur="1000"/>
                                        <p:tgtEl>
                                          <p:spTgt spid="253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548"/>
                                        </p:tgtEl>
                                        <p:attrNameLst>
                                          <p:attrName>style.visibility</p:attrName>
                                        </p:attrNameLst>
                                      </p:cBhvr>
                                      <p:to>
                                        <p:strVal val="visible"/>
                                      </p:to>
                                    </p:set>
                                    <p:animEffect transition="in" filter="fade">
                                      <p:cBhvr>
                                        <p:cTn id="17" dur="1000"/>
                                        <p:tgtEl>
                                          <p:spTgt spid="25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3749"/>
        <p:cNvGrpSpPr/>
        <p:nvPr/>
      </p:nvGrpSpPr>
      <p:grpSpPr>
        <a:xfrm>
          <a:off x="0" y="0"/>
          <a:ext cx="0" cy="0"/>
          <a:chOff x="0" y="0"/>
          <a:chExt cx="0" cy="0"/>
        </a:xfrm>
      </p:grpSpPr>
      <p:sp>
        <p:nvSpPr>
          <p:cNvPr id="3750" name="Google Shape;3750;p175"/>
          <p:cNvSpPr txBox="1">
            <a:spLocks noGrp="1"/>
          </p:cNvSpPr>
          <p:nvPr>
            <p:ph type="title"/>
          </p:nvPr>
        </p:nvSpPr>
        <p:spPr>
          <a:xfrm>
            <a:off x="371475" y="257176"/>
            <a:ext cx="8400900" cy="549000"/>
          </a:xfrm>
          <a:prstGeom prst="rect">
            <a:avLst/>
          </a:prstGeom>
        </p:spPr>
        <p:txBody>
          <a:bodyPr spcFirstLastPara="1" wrap="square" lIns="0" tIns="0" rIns="0" bIns="0" anchor="t" anchorCtr="0">
            <a:noAutofit/>
          </a:bodyPr>
          <a:lstStyle/>
          <a:p>
            <a:pPr marL="0" lvl="0" indent="0" algn="l" rtl="0">
              <a:lnSpc>
                <a:spcPct val="90000"/>
              </a:lnSpc>
              <a:spcBef>
                <a:spcPts val="0"/>
              </a:spcBef>
              <a:spcAft>
                <a:spcPts val="0"/>
              </a:spcAft>
              <a:buClr>
                <a:schemeClr val="dk1"/>
              </a:buClr>
              <a:buSzPts val="1100"/>
              <a:buFont typeface="Arial"/>
              <a:buNone/>
            </a:pPr>
            <a:r>
              <a:rPr lang="en"/>
              <a:t>Camunda Platform 8</a:t>
            </a:r>
            <a:endParaRPr/>
          </a:p>
          <a:p>
            <a:pPr marL="0" lvl="0" indent="0" algn="l" rtl="0">
              <a:spcBef>
                <a:spcPts val="0"/>
              </a:spcBef>
              <a:spcAft>
                <a:spcPts val="0"/>
              </a:spcAft>
              <a:buNone/>
            </a:pPr>
            <a:endParaRPr/>
          </a:p>
        </p:txBody>
      </p:sp>
      <p:sp>
        <p:nvSpPr>
          <p:cNvPr id="3751" name="Google Shape;3751;p175"/>
          <p:cNvSpPr txBox="1">
            <a:spLocks noGrp="1"/>
          </p:cNvSpPr>
          <p:nvPr>
            <p:ph type="body" idx="1"/>
          </p:nvPr>
        </p:nvSpPr>
        <p:spPr>
          <a:xfrm>
            <a:off x="371475" y="1057275"/>
            <a:ext cx="8400900" cy="3429000"/>
          </a:xfrm>
          <a:prstGeom prst="rect">
            <a:avLst/>
          </a:prstGeom>
        </p:spPr>
        <p:txBody>
          <a:bodyPr spcFirstLastPara="1" wrap="square" lIns="0" tIns="0" rIns="0" bIns="0" anchor="t" anchorCtr="0">
            <a:noAutofit/>
          </a:bodyPr>
          <a:lstStyle/>
          <a:p>
            <a:pPr marL="457200" lvl="0" indent="-342900" algn="l" rtl="0">
              <a:lnSpc>
                <a:spcPct val="115000"/>
              </a:lnSpc>
              <a:spcBef>
                <a:spcPts val="20"/>
              </a:spcBef>
              <a:spcAft>
                <a:spcPts val="0"/>
              </a:spcAft>
              <a:buSzPts val="1800"/>
              <a:buChar char="•"/>
            </a:pPr>
            <a:r>
              <a:rPr lang="en" sz="1800"/>
              <a:t>Zeebe, our cloud native workflow engine</a:t>
            </a:r>
            <a:endParaRPr sz="1800"/>
          </a:p>
          <a:p>
            <a:pPr marL="457200" lvl="0" indent="-342900" algn="l" rtl="0">
              <a:lnSpc>
                <a:spcPct val="115000"/>
              </a:lnSpc>
              <a:spcBef>
                <a:spcPts val="20"/>
              </a:spcBef>
              <a:spcAft>
                <a:spcPts val="0"/>
              </a:spcAft>
              <a:buSzPts val="1800"/>
              <a:buChar char="•"/>
            </a:pPr>
            <a:r>
              <a:rPr lang="en" sz="1800"/>
              <a:t>New process experience components</a:t>
            </a:r>
            <a:endParaRPr sz="1800"/>
          </a:p>
          <a:p>
            <a:pPr marL="914400" lvl="1" indent="-342900" algn="l" rtl="0">
              <a:spcBef>
                <a:spcPts val="20"/>
              </a:spcBef>
              <a:spcAft>
                <a:spcPts val="0"/>
              </a:spcAft>
              <a:buSzPts val="1800"/>
              <a:buChar char="•"/>
            </a:pPr>
            <a:r>
              <a:rPr lang="en" sz="1800"/>
              <a:t>New </a:t>
            </a:r>
            <a:r>
              <a:rPr lang="en" sz="1800" b="1"/>
              <a:t>Connectors</a:t>
            </a:r>
            <a:r>
              <a:rPr lang="en" sz="1800"/>
              <a:t> &amp; </a:t>
            </a:r>
            <a:r>
              <a:rPr lang="en" sz="1800" b="1"/>
              <a:t>Integration Framework</a:t>
            </a:r>
            <a:endParaRPr sz="1800"/>
          </a:p>
          <a:p>
            <a:pPr marL="914400" lvl="1" indent="-342900" algn="l" rtl="0">
              <a:spcBef>
                <a:spcPts val="20"/>
              </a:spcBef>
              <a:spcAft>
                <a:spcPts val="0"/>
              </a:spcAft>
              <a:buSzPts val="1800"/>
              <a:buChar char="•"/>
            </a:pPr>
            <a:r>
              <a:rPr lang="en" sz="1800"/>
              <a:t>Collaboration via </a:t>
            </a:r>
            <a:r>
              <a:rPr lang="en" sz="1800" b="1"/>
              <a:t>Modeler</a:t>
            </a:r>
            <a:endParaRPr sz="1800" b="1"/>
          </a:p>
          <a:p>
            <a:pPr marL="914400" lvl="1" indent="-342900" algn="l" rtl="0">
              <a:lnSpc>
                <a:spcPct val="115000"/>
              </a:lnSpc>
              <a:spcBef>
                <a:spcPts val="20"/>
              </a:spcBef>
              <a:spcAft>
                <a:spcPts val="0"/>
              </a:spcAft>
              <a:buSzPts val="1800"/>
              <a:buChar char="•"/>
            </a:pPr>
            <a:r>
              <a:rPr lang="en" sz="1800"/>
              <a:t>Streamlined UI of </a:t>
            </a:r>
            <a:r>
              <a:rPr lang="en" sz="1800" b="1"/>
              <a:t>Console </a:t>
            </a:r>
            <a:r>
              <a:rPr lang="en" sz="1800"/>
              <a:t>&amp;</a:t>
            </a:r>
            <a:r>
              <a:rPr lang="en" sz="1800" b="1"/>
              <a:t> Operate</a:t>
            </a:r>
            <a:endParaRPr sz="1800" b="1"/>
          </a:p>
          <a:p>
            <a:pPr marL="457200" lvl="0" indent="-342900" algn="l" rtl="0">
              <a:lnSpc>
                <a:spcPct val="115000"/>
              </a:lnSpc>
              <a:spcBef>
                <a:spcPts val="20"/>
              </a:spcBef>
              <a:spcAft>
                <a:spcPts val="0"/>
              </a:spcAft>
              <a:buSzPts val="1800"/>
              <a:buChar char="•"/>
            </a:pPr>
            <a:r>
              <a:rPr lang="en" sz="1800"/>
              <a:t>Flexibility</a:t>
            </a:r>
            <a:endParaRPr sz="1800"/>
          </a:p>
          <a:p>
            <a:pPr marL="914400" lvl="1" indent="-342900" algn="l" rtl="0">
              <a:lnSpc>
                <a:spcPct val="115000"/>
              </a:lnSpc>
              <a:spcBef>
                <a:spcPts val="20"/>
              </a:spcBef>
              <a:spcAft>
                <a:spcPts val="0"/>
              </a:spcAft>
              <a:buSzPts val="1800"/>
              <a:buChar char="•"/>
            </a:pPr>
            <a:r>
              <a:rPr lang="en" sz="1800" b="1"/>
              <a:t>You host</a:t>
            </a:r>
            <a:r>
              <a:rPr lang="en" sz="1800"/>
              <a:t> via Kubernetes </a:t>
            </a:r>
            <a:r>
              <a:rPr lang="en" sz="1800" i="1"/>
              <a:t>or</a:t>
            </a:r>
            <a:endParaRPr sz="1800" i="1"/>
          </a:p>
          <a:p>
            <a:pPr marL="914400" lvl="1" indent="-342900" algn="l" rtl="0">
              <a:lnSpc>
                <a:spcPct val="115000"/>
              </a:lnSpc>
              <a:spcBef>
                <a:spcPts val="20"/>
              </a:spcBef>
              <a:spcAft>
                <a:spcPts val="0"/>
              </a:spcAft>
              <a:buSzPts val="1800"/>
              <a:buChar char="•"/>
            </a:pPr>
            <a:r>
              <a:rPr lang="en" sz="1800" b="1"/>
              <a:t>We host</a:t>
            </a:r>
            <a:r>
              <a:rPr lang="en" sz="1800"/>
              <a:t> on our cloud, instant setup &amp; no infrastructure required</a:t>
            </a:r>
            <a:endParaRPr sz="1800"/>
          </a:p>
          <a:p>
            <a:pPr marL="457200" lvl="0" indent="-342900" algn="l" rtl="0">
              <a:spcBef>
                <a:spcPts val="20"/>
              </a:spcBef>
              <a:spcAft>
                <a:spcPts val="20"/>
              </a:spcAft>
              <a:buSzPts val="1800"/>
              <a:buChar char="•"/>
            </a:pPr>
            <a:r>
              <a:rPr lang="en" sz="1800"/>
              <a:t>Open architecture &amp; active developer ecosystem</a:t>
            </a:r>
            <a:endParaRPr sz="180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3755"/>
        <p:cNvGrpSpPr/>
        <p:nvPr/>
      </p:nvGrpSpPr>
      <p:grpSpPr>
        <a:xfrm>
          <a:off x="0" y="0"/>
          <a:ext cx="0" cy="0"/>
          <a:chOff x="0" y="0"/>
          <a:chExt cx="0" cy="0"/>
        </a:xfrm>
      </p:grpSpPr>
      <p:sp>
        <p:nvSpPr>
          <p:cNvPr id="3756" name="Google Shape;3756;p176"/>
          <p:cNvSpPr txBox="1">
            <a:spLocks noGrp="1"/>
          </p:cNvSpPr>
          <p:nvPr>
            <p:ph type="title"/>
          </p:nvPr>
        </p:nvSpPr>
        <p:spPr>
          <a:xfrm>
            <a:off x="371475" y="257176"/>
            <a:ext cx="8400900" cy="549000"/>
          </a:xfrm>
          <a:prstGeom prst="rect">
            <a:avLst/>
          </a:prstGeom>
        </p:spPr>
        <p:txBody>
          <a:bodyPr spcFirstLastPara="1" wrap="square" lIns="0" tIns="0" rIns="0" bIns="0" anchor="t" anchorCtr="0">
            <a:noAutofit/>
          </a:bodyPr>
          <a:lstStyle/>
          <a:p>
            <a:pPr marL="0" lvl="0" indent="0" algn="l" rtl="0">
              <a:lnSpc>
                <a:spcPct val="90000"/>
              </a:lnSpc>
              <a:spcBef>
                <a:spcPts val="0"/>
              </a:spcBef>
              <a:spcAft>
                <a:spcPts val="0"/>
              </a:spcAft>
              <a:buNone/>
            </a:pPr>
            <a:r>
              <a:rPr lang="en"/>
              <a:t>Camunda Platform 7 vs 8</a:t>
            </a:r>
            <a:endParaRPr/>
          </a:p>
          <a:p>
            <a:pPr marL="0" lvl="0" indent="0" algn="l" rtl="0">
              <a:spcBef>
                <a:spcPts val="0"/>
              </a:spcBef>
              <a:spcAft>
                <a:spcPts val="0"/>
              </a:spcAft>
              <a:buNone/>
            </a:pPr>
            <a:endParaRPr/>
          </a:p>
        </p:txBody>
      </p:sp>
      <p:graphicFrame>
        <p:nvGraphicFramePr>
          <p:cNvPr id="3757" name="Google Shape;3757;p176"/>
          <p:cNvGraphicFramePr/>
          <p:nvPr/>
        </p:nvGraphicFramePr>
        <p:xfrm>
          <a:off x="600075" y="1302731"/>
          <a:ext cx="7715275" cy="3277295"/>
        </p:xfrm>
        <a:graphic>
          <a:graphicData uri="http://schemas.openxmlformats.org/drawingml/2006/table">
            <a:tbl>
              <a:tblPr>
                <a:noFill/>
                <a:tableStyleId>{4110BCFB-72FB-4699-8420-4C35CFDD8A85}</a:tableStyleId>
              </a:tblPr>
              <a:tblGrid>
                <a:gridCol w="851425">
                  <a:extLst>
                    <a:ext uri="{9D8B030D-6E8A-4147-A177-3AD203B41FA5}">
                      <a16:colId xmlns:a16="http://schemas.microsoft.com/office/drawing/2014/main" val="20000"/>
                    </a:ext>
                  </a:extLst>
                </a:gridCol>
                <a:gridCol w="2731025">
                  <a:extLst>
                    <a:ext uri="{9D8B030D-6E8A-4147-A177-3AD203B41FA5}">
                      <a16:colId xmlns:a16="http://schemas.microsoft.com/office/drawing/2014/main" val="20001"/>
                    </a:ext>
                  </a:extLst>
                </a:gridCol>
                <a:gridCol w="1866250">
                  <a:extLst>
                    <a:ext uri="{9D8B030D-6E8A-4147-A177-3AD203B41FA5}">
                      <a16:colId xmlns:a16="http://schemas.microsoft.com/office/drawing/2014/main" val="20002"/>
                    </a:ext>
                  </a:extLst>
                </a:gridCol>
                <a:gridCol w="287150">
                  <a:extLst>
                    <a:ext uri="{9D8B030D-6E8A-4147-A177-3AD203B41FA5}">
                      <a16:colId xmlns:a16="http://schemas.microsoft.com/office/drawing/2014/main" val="20003"/>
                    </a:ext>
                  </a:extLst>
                </a:gridCol>
                <a:gridCol w="1979425">
                  <a:extLst>
                    <a:ext uri="{9D8B030D-6E8A-4147-A177-3AD203B41FA5}">
                      <a16:colId xmlns:a16="http://schemas.microsoft.com/office/drawing/2014/main" val="20004"/>
                    </a:ext>
                  </a:extLst>
                </a:gridCol>
              </a:tblGrid>
              <a:tr h="285750">
                <a:tc>
                  <a:txBody>
                    <a:bodyPr/>
                    <a:lstStyle/>
                    <a:p>
                      <a:pPr marL="0" lvl="0" indent="0" algn="l" rtl="0">
                        <a:spcBef>
                          <a:spcPts val="0"/>
                        </a:spcBef>
                        <a:spcAft>
                          <a:spcPts val="0"/>
                        </a:spcAft>
                        <a:buNone/>
                      </a:pPr>
                      <a:endParaRPr>
                        <a:latin typeface="IBM Plex Sans"/>
                        <a:ea typeface="IBM Plex Sans"/>
                        <a:cs typeface="IBM Plex Sans"/>
                        <a:sym typeface="IBM Plex Sans"/>
                      </a:endParaRPr>
                    </a:p>
                  </a:txBody>
                  <a:tcPr marL="68575" marR="68575" marT="68575" marB="68575"/>
                </a:tc>
                <a:tc>
                  <a:txBody>
                    <a:bodyPr/>
                    <a:lstStyle/>
                    <a:p>
                      <a:pPr marL="0" lvl="0" indent="0" algn="l" rtl="0">
                        <a:spcBef>
                          <a:spcPts val="0"/>
                        </a:spcBef>
                        <a:spcAft>
                          <a:spcPts val="0"/>
                        </a:spcAft>
                        <a:buNone/>
                      </a:pPr>
                      <a:endParaRPr>
                        <a:latin typeface="IBM Plex Sans"/>
                        <a:ea typeface="IBM Plex Sans"/>
                        <a:cs typeface="IBM Plex Sans"/>
                        <a:sym typeface="IBM Plex Sans"/>
                      </a:endParaRPr>
                    </a:p>
                  </a:txBody>
                  <a:tcPr marL="68575" marR="68575" marT="68575" marB="68575"/>
                </a:tc>
                <a:tc>
                  <a:txBody>
                    <a:bodyPr/>
                    <a:lstStyle/>
                    <a:p>
                      <a:pPr marL="0" lvl="0" indent="0" algn="l" rtl="0">
                        <a:spcBef>
                          <a:spcPts val="0"/>
                        </a:spcBef>
                        <a:spcAft>
                          <a:spcPts val="0"/>
                        </a:spcAft>
                        <a:buNone/>
                      </a:pPr>
                      <a:r>
                        <a:rPr lang="en" sz="1100">
                          <a:latin typeface="IBM Plex Sans"/>
                          <a:ea typeface="IBM Plex Sans"/>
                          <a:cs typeface="IBM Plex Sans"/>
                          <a:sym typeface="IBM Plex Sans"/>
                        </a:rPr>
                        <a:t>Camunda 7</a:t>
                      </a:r>
                      <a:endParaRPr sz="1100">
                        <a:latin typeface="IBM Plex Sans"/>
                        <a:ea typeface="IBM Plex Sans"/>
                        <a:cs typeface="IBM Plex Sans"/>
                        <a:sym typeface="IBM Plex Sans"/>
                      </a:endParaRPr>
                    </a:p>
                  </a:txBody>
                  <a:tcPr marL="68575" marR="68575" marT="68575" marB="68575"/>
                </a:tc>
                <a:tc gridSpan="2">
                  <a:txBody>
                    <a:bodyPr/>
                    <a:lstStyle/>
                    <a:p>
                      <a:pPr marL="0" lvl="0" indent="0" algn="l" rtl="0">
                        <a:spcBef>
                          <a:spcPts val="0"/>
                        </a:spcBef>
                        <a:spcAft>
                          <a:spcPts val="0"/>
                        </a:spcAft>
                        <a:buNone/>
                      </a:pPr>
                      <a:r>
                        <a:rPr lang="en" sz="1100">
                          <a:latin typeface="IBM Plex Sans"/>
                          <a:ea typeface="IBM Plex Sans"/>
                          <a:cs typeface="IBM Plex Sans"/>
                          <a:sym typeface="IBM Plex Sans"/>
                        </a:rPr>
                        <a:t>Camunda 8</a:t>
                      </a:r>
                      <a:endParaRPr sz="1100">
                        <a:latin typeface="IBM Plex Sans"/>
                        <a:ea typeface="IBM Plex Sans"/>
                        <a:cs typeface="IBM Plex Sans"/>
                        <a:sym typeface="IBM Plex Sans"/>
                      </a:endParaRPr>
                    </a:p>
                  </a:txBody>
                  <a:tcPr marL="68575" marR="68575" marT="68575" marB="68575"/>
                </a:tc>
                <a:tc hMerge="1">
                  <a:txBody>
                    <a:bodyPr/>
                    <a:lstStyle/>
                    <a:p>
                      <a:endParaRPr lang="en-US"/>
                    </a:p>
                  </a:txBody>
                  <a:tcPr/>
                </a:tc>
                <a:extLst>
                  <a:ext uri="{0D108BD9-81ED-4DB2-BD59-A6C34878D82A}">
                    <a16:rowId xmlns:a16="http://schemas.microsoft.com/office/drawing/2014/main" val="10000"/>
                  </a:ext>
                </a:extLst>
              </a:tr>
              <a:tr h="320825">
                <a:tc rowSpan="3">
                  <a:txBody>
                    <a:bodyPr/>
                    <a:lstStyle/>
                    <a:p>
                      <a:pPr marL="0" lvl="0" indent="0" algn="l" rtl="0">
                        <a:spcBef>
                          <a:spcPts val="0"/>
                        </a:spcBef>
                        <a:spcAft>
                          <a:spcPts val="0"/>
                        </a:spcAft>
                        <a:buNone/>
                      </a:pPr>
                      <a:r>
                        <a:rPr lang="en" sz="1100">
                          <a:latin typeface="IBM Plex Sans"/>
                          <a:ea typeface="IBM Plex Sans"/>
                          <a:cs typeface="IBM Plex Sans"/>
                          <a:sym typeface="IBM Plex Sans"/>
                        </a:rPr>
                        <a:t>Design</a:t>
                      </a:r>
                      <a:endParaRPr sz="1100">
                        <a:latin typeface="IBM Plex Sans"/>
                        <a:ea typeface="IBM Plex Sans"/>
                        <a:cs typeface="IBM Plex Sans"/>
                        <a:sym typeface="IBM Plex Sans"/>
                      </a:endParaRPr>
                    </a:p>
                  </a:txBody>
                  <a:tcPr marL="68575" marR="68575" marT="68575" marB="68575"/>
                </a:tc>
                <a:tc>
                  <a:txBody>
                    <a:bodyPr/>
                    <a:lstStyle/>
                    <a:p>
                      <a:pPr marL="0" lvl="0" indent="0" algn="l" rtl="0">
                        <a:spcBef>
                          <a:spcPts val="0"/>
                        </a:spcBef>
                        <a:spcAft>
                          <a:spcPts val="0"/>
                        </a:spcAft>
                        <a:buNone/>
                      </a:pPr>
                      <a:r>
                        <a:rPr lang="en" sz="1100">
                          <a:latin typeface="IBM Plex Sans"/>
                          <a:ea typeface="IBM Plex Sans"/>
                          <a:cs typeface="IBM Plex Sans"/>
                          <a:sym typeface="IBM Plex Sans"/>
                        </a:rPr>
                        <a:t>Single User (Desktop) Modeling and IDE</a:t>
                      </a:r>
                      <a:endParaRPr sz="1100">
                        <a:latin typeface="IBM Plex Sans"/>
                        <a:ea typeface="IBM Plex Sans"/>
                        <a:cs typeface="IBM Plex Sans"/>
                        <a:sym typeface="IBM Plex Sans"/>
                      </a:endParaRPr>
                    </a:p>
                  </a:txBody>
                  <a:tcPr marL="68575" marR="68575" marT="68575" marB="68575"/>
                </a:tc>
                <a:tc>
                  <a:txBody>
                    <a:bodyPr/>
                    <a:lstStyle/>
                    <a:p>
                      <a:pPr marL="0" lvl="0" indent="0" algn="l" rtl="0">
                        <a:spcBef>
                          <a:spcPts val="0"/>
                        </a:spcBef>
                        <a:spcAft>
                          <a:spcPts val="0"/>
                        </a:spcAft>
                        <a:buNone/>
                      </a:pPr>
                      <a:r>
                        <a:rPr lang="en" sz="1100">
                          <a:latin typeface="IBM Plex Sans"/>
                          <a:ea typeface="IBM Plex Sans"/>
                          <a:cs typeface="IBM Plex Sans"/>
                          <a:sym typeface="IBM Plex Sans"/>
                        </a:rPr>
                        <a:t>Desktop Modeler</a:t>
                      </a:r>
                      <a:endParaRPr sz="1100">
                        <a:latin typeface="IBM Plex Sans"/>
                        <a:ea typeface="IBM Plex Sans"/>
                        <a:cs typeface="IBM Plex Sans"/>
                        <a:sym typeface="IBM Plex Sans"/>
                      </a:endParaRPr>
                    </a:p>
                  </a:txBody>
                  <a:tcPr marL="68575" marR="68575" marT="68575" marB="68575">
                    <a:solidFill>
                      <a:schemeClr val="lt1"/>
                    </a:solidFill>
                  </a:tcPr>
                </a:tc>
                <a:tc>
                  <a:txBody>
                    <a:bodyPr/>
                    <a:lstStyle/>
                    <a:p>
                      <a:pPr marL="0" lvl="0" indent="0" algn="l" rtl="0">
                        <a:spcBef>
                          <a:spcPts val="0"/>
                        </a:spcBef>
                        <a:spcAft>
                          <a:spcPts val="0"/>
                        </a:spcAft>
                        <a:buNone/>
                      </a:pPr>
                      <a:endParaRPr sz="1100">
                        <a:latin typeface="IBM Plex Sans"/>
                        <a:ea typeface="IBM Plex Sans"/>
                        <a:cs typeface="IBM Plex Sans"/>
                        <a:sym typeface="IBM Plex Sans"/>
                      </a:endParaRPr>
                    </a:p>
                  </a:txBody>
                  <a:tcPr marL="68575" marR="68575" marT="68575" marB="68575">
                    <a:solidFill>
                      <a:schemeClr val="lt2"/>
                    </a:solidFill>
                  </a:tcPr>
                </a:tc>
                <a:tc>
                  <a:txBody>
                    <a:bodyPr/>
                    <a:lstStyle/>
                    <a:p>
                      <a:pPr marL="0" lvl="0" indent="0" algn="l" rtl="0">
                        <a:spcBef>
                          <a:spcPts val="0"/>
                        </a:spcBef>
                        <a:spcAft>
                          <a:spcPts val="0"/>
                        </a:spcAft>
                        <a:buNone/>
                      </a:pPr>
                      <a:r>
                        <a:rPr lang="en" sz="1100">
                          <a:latin typeface="IBM Plex Sans"/>
                          <a:ea typeface="IBM Plex Sans"/>
                          <a:cs typeface="IBM Plex Sans"/>
                          <a:sym typeface="IBM Plex Sans"/>
                        </a:rPr>
                        <a:t>Desktop Modeler</a:t>
                      </a:r>
                      <a:endParaRPr sz="1100">
                        <a:latin typeface="IBM Plex Sans"/>
                        <a:ea typeface="IBM Plex Sans"/>
                        <a:cs typeface="IBM Plex Sans"/>
                        <a:sym typeface="IBM Plex Sans"/>
                      </a:endParaRPr>
                    </a:p>
                  </a:txBody>
                  <a:tcPr marL="68575" marR="68575" marT="68575" marB="68575">
                    <a:solidFill>
                      <a:schemeClr val="lt1"/>
                    </a:solidFill>
                  </a:tcPr>
                </a:tc>
                <a:extLst>
                  <a:ext uri="{0D108BD9-81ED-4DB2-BD59-A6C34878D82A}">
                    <a16:rowId xmlns:a16="http://schemas.microsoft.com/office/drawing/2014/main" val="10001"/>
                  </a:ext>
                </a:extLst>
              </a:tr>
              <a:tr h="285750">
                <a:tc vMerge="1">
                  <a:txBody>
                    <a:bodyPr/>
                    <a:lstStyle/>
                    <a:p>
                      <a:endParaRPr lang="en-US"/>
                    </a:p>
                  </a:txBody>
                  <a:tcPr/>
                </a:tc>
                <a:tc>
                  <a:txBody>
                    <a:bodyPr/>
                    <a:lstStyle/>
                    <a:p>
                      <a:pPr marL="0" lvl="0" indent="0" algn="l" rtl="0">
                        <a:spcBef>
                          <a:spcPts val="0"/>
                        </a:spcBef>
                        <a:spcAft>
                          <a:spcPts val="0"/>
                        </a:spcAft>
                        <a:buNone/>
                      </a:pPr>
                      <a:r>
                        <a:rPr lang="en" sz="1100">
                          <a:latin typeface="IBM Plex Sans"/>
                          <a:ea typeface="IBM Plex Sans"/>
                          <a:cs typeface="IBM Plex Sans"/>
                          <a:sym typeface="IBM Plex Sans"/>
                        </a:rPr>
                        <a:t>Multi User (Web) Modeling</a:t>
                      </a:r>
                      <a:endParaRPr sz="1100">
                        <a:latin typeface="IBM Plex Sans"/>
                        <a:ea typeface="IBM Plex Sans"/>
                        <a:cs typeface="IBM Plex Sans"/>
                        <a:sym typeface="IBM Plex Sans"/>
                      </a:endParaRPr>
                    </a:p>
                  </a:txBody>
                  <a:tcPr marL="68575" marR="68575" marT="68575" marB="68575"/>
                </a:tc>
                <a:tc>
                  <a:txBody>
                    <a:bodyPr/>
                    <a:lstStyle/>
                    <a:p>
                      <a:pPr marL="0" lvl="0" indent="0" algn="l" rtl="0">
                        <a:spcBef>
                          <a:spcPts val="0"/>
                        </a:spcBef>
                        <a:spcAft>
                          <a:spcPts val="0"/>
                        </a:spcAft>
                        <a:buNone/>
                      </a:pPr>
                      <a:r>
                        <a:rPr lang="en" sz="1100">
                          <a:latin typeface="IBM Plex Sans"/>
                          <a:ea typeface="IBM Plex Sans"/>
                          <a:cs typeface="IBM Plex Sans"/>
                          <a:sym typeface="IBM Plex Sans"/>
                        </a:rPr>
                        <a:t>Cawemo</a:t>
                      </a:r>
                      <a:endParaRPr sz="1100">
                        <a:latin typeface="IBM Plex Sans"/>
                        <a:ea typeface="IBM Plex Sans"/>
                        <a:cs typeface="IBM Plex Sans"/>
                        <a:sym typeface="IBM Plex Sans"/>
                      </a:endParaRPr>
                    </a:p>
                  </a:txBody>
                  <a:tcPr marL="68575" marR="68575" marT="68575" marB="68575">
                    <a:solidFill>
                      <a:schemeClr val="lt1"/>
                    </a:solidFill>
                  </a:tcPr>
                </a:tc>
                <a:tc rowSpan="2">
                  <a:txBody>
                    <a:bodyPr/>
                    <a:lstStyle/>
                    <a:p>
                      <a:pPr marL="0" lvl="0" indent="0" algn="l" rtl="0">
                        <a:spcBef>
                          <a:spcPts val="0"/>
                        </a:spcBef>
                        <a:spcAft>
                          <a:spcPts val="0"/>
                        </a:spcAft>
                        <a:buNone/>
                      </a:pPr>
                      <a:endParaRPr sz="1100">
                        <a:latin typeface="IBM Plex Sans"/>
                        <a:ea typeface="IBM Plex Sans"/>
                        <a:cs typeface="IBM Plex Sans"/>
                        <a:sym typeface="IBM Plex Sans"/>
                      </a:endParaRPr>
                    </a:p>
                  </a:txBody>
                  <a:tcPr marL="68575" marR="68575" marT="68575" marB="68575">
                    <a:solidFill>
                      <a:schemeClr val="accent1"/>
                    </a:solidFill>
                  </a:tcPr>
                </a:tc>
                <a:tc rowSpan="2">
                  <a:txBody>
                    <a:bodyPr/>
                    <a:lstStyle/>
                    <a:p>
                      <a:pPr marL="0" lvl="0" indent="0" algn="l" rtl="0">
                        <a:spcBef>
                          <a:spcPts val="0"/>
                        </a:spcBef>
                        <a:spcAft>
                          <a:spcPts val="0"/>
                        </a:spcAft>
                        <a:buNone/>
                      </a:pPr>
                      <a:r>
                        <a:rPr lang="en" sz="1100">
                          <a:solidFill>
                            <a:schemeClr val="lt1"/>
                          </a:solidFill>
                          <a:latin typeface="IBM Plex Sans"/>
                          <a:ea typeface="IBM Plex Sans"/>
                          <a:cs typeface="IBM Plex Sans"/>
                          <a:sym typeface="IBM Plex Sans"/>
                        </a:rPr>
                        <a:t>Web Modeler</a:t>
                      </a:r>
                      <a:endParaRPr sz="1100">
                        <a:solidFill>
                          <a:schemeClr val="lt1"/>
                        </a:solidFill>
                        <a:latin typeface="IBM Plex Sans"/>
                        <a:ea typeface="IBM Plex Sans"/>
                        <a:cs typeface="IBM Plex Sans"/>
                        <a:sym typeface="IBM Plex Sans"/>
                      </a:endParaRPr>
                    </a:p>
                  </a:txBody>
                  <a:tcPr marL="68575" marR="68575" marT="68575" marB="68575">
                    <a:solidFill>
                      <a:schemeClr val="accent1"/>
                    </a:solidFill>
                  </a:tcPr>
                </a:tc>
                <a:extLst>
                  <a:ext uri="{0D108BD9-81ED-4DB2-BD59-A6C34878D82A}">
                    <a16:rowId xmlns:a16="http://schemas.microsoft.com/office/drawing/2014/main" val="10002"/>
                  </a:ext>
                </a:extLst>
              </a:tr>
              <a:tr h="285750">
                <a:tc vMerge="1">
                  <a:txBody>
                    <a:bodyPr/>
                    <a:lstStyle/>
                    <a:p>
                      <a:endParaRPr lang="en-US"/>
                    </a:p>
                  </a:txBody>
                  <a:tcPr/>
                </a:tc>
                <a:tc>
                  <a:txBody>
                    <a:bodyPr/>
                    <a:lstStyle/>
                    <a:p>
                      <a:pPr marL="0" lvl="0" indent="0" algn="l" rtl="0">
                        <a:spcBef>
                          <a:spcPts val="0"/>
                        </a:spcBef>
                        <a:spcAft>
                          <a:spcPts val="0"/>
                        </a:spcAft>
                        <a:buNone/>
                      </a:pPr>
                      <a:r>
                        <a:rPr lang="en" sz="1100">
                          <a:solidFill>
                            <a:schemeClr val="dk1"/>
                          </a:solidFill>
                          <a:latin typeface="IBM Plex Sans"/>
                          <a:ea typeface="IBM Plex Sans"/>
                          <a:cs typeface="IBM Plex Sans"/>
                          <a:sym typeface="IBM Plex Sans"/>
                        </a:rPr>
                        <a:t>Multi User (Web) Modeling and IDE</a:t>
                      </a:r>
                      <a:endParaRPr sz="1100">
                        <a:latin typeface="IBM Plex Sans"/>
                        <a:ea typeface="IBM Plex Sans"/>
                        <a:cs typeface="IBM Plex Sans"/>
                        <a:sym typeface="IBM Plex Sans"/>
                      </a:endParaRPr>
                    </a:p>
                  </a:txBody>
                  <a:tcPr marL="68575" marR="68575" marT="68575" marB="68575"/>
                </a:tc>
                <a:tc>
                  <a:txBody>
                    <a:bodyPr/>
                    <a:lstStyle/>
                    <a:p>
                      <a:pPr marL="0" lvl="0" indent="0" algn="l" rtl="0">
                        <a:spcBef>
                          <a:spcPts val="0"/>
                        </a:spcBef>
                        <a:spcAft>
                          <a:spcPts val="0"/>
                        </a:spcAft>
                        <a:buNone/>
                      </a:pPr>
                      <a:r>
                        <a:rPr lang="en" sz="1100" i="1">
                          <a:latin typeface="IBM Plex Sans"/>
                          <a:ea typeface="IBM Plex Sans"/>
                          <a:cs typeface="IBM Plex Sans"/>
                          <a:sym typeface="IBM Plex Sans"/>
                        </a:rPr>
                        <a:t>-</a:t>
                      </a:r>
                      <a:endParaRPr sz="1100" i="1">
                        <a:latin typeface="IBM Plex Sans"/>
                        <a:ea typeface="IBM Plex Sans"/>
                        <a:cs typeface="IBM Plex Sans"/>
                        <a:sym typeface="IBM Plex Sans"/>
                      </a:endParaRPr>
                    </a:p>
                  </a:txBody>
                  <a:tcPr marL="68575" marR="68575" marT="68575" marB="68575">
                    <a:solidFill>
                      <a:schemeClr val="lt1"/>
                    </a:solidFill>
                  </a:tcPr>
                </a:tc>
                <a:tc vMerge="1">
                  <a:txBody>
                    <a:bodyPr/>
                    <a:lstStyle/>
                    <a:p>
                      <a:endParaRPr lang="en-US"/>
                    </a:p>
                  </a:txBody>
                  <a:tcPr/>
                </a:tc>
                <a:tc vMerge="1">
                  <a:txBody>
                    <a:bodyPr/>
                    <a:lstStyle/>
                    <a:p>
                      <a:endParaRPr lang="en-US"/>
                    </a:p>
                  </a:txBody>
                  <a:tcPr/>
                </a:tc>
                <a:extLst>
                  <a:ext uri="{0D108BD9-81ED-4DB2-BD59-A6C34878D82A}">
                    <a16:rowId xmlns:a16="http://schemas.microsoft.com/office/drawing/2014/main" val="10003"/>
                  </a:ext>
                </a:extLst>
              </a:tr>
              <a:tr h="285750">
                <a:tc rowSpan="5">
                  <a:txBody>
                    <a:bodyPr/>
                    <a:lstStyle/>
                    <a:p>
                      <a:pPr marL="0" lvl="0" indent="0" algn="l" rtl="0">
                        <a:spcBef>
                          <a:spcPts val="0"/>
                        </a:spcBef>
                        <a:spcAft>
                          <a:spcPts val="0"/>
                        </a:spcAft>
                        <a:buNone/>
                      </a:pPr>
                      <a:r>
                        <a:rPr lang="en" sz="1100">
                          <a:latin typeface="IBM Plex Sans"/>
                          <a:ea typeface="IBM Plex Sans"/>
                          <a:cs typeface="IBM Plex Sans"/>
                          <a:sym typeface="IBM Plex Sans"/>
                        </a:rPr>
                        <a:t>Automate</a:t>
                      </a:r>
                      <a:endParaRPr sz="1100">
                        <a:latin typeface="IBM Plex Sans"/>
                        <a:ea typeface="IBM Plex Sans"/>
                        <a:cs typeface="IBM Plex Sans"/>
                        <a:sym typeface="IBM Plex Sans"/>
                      </a:endParaRPr>
                    </a:p>
                  </a:txBody>
                  <a:tcPr marL="68575" marR="68575" marT="68575" marB="68575"/>
                </a:tc>
                <a:tc>
                  <a:txBody>
                    <a:bodyPr/>
                    <a:lstStyle/>
                    <a:p>
                      <a:pPr marL="0" lvl="0" indent="0" algn="l" rtl="0">
                        <a:spcBef>
                          <a:spcPts val="0"/>
                        </a:spcBef>
                        <a:spcAft>
                          <a:spcPts val="0"/>
                        </a:spcAft>
                        <a:buNone/>
                      </a:pPr>
                      <a:r>
                        <a:rPr lang="en" sz="1100">
                          <a:latin typeface="IBM Plex Sans"/>
                          <a:ea typeface="IBM Plex Sans"/>
                          <a:cs typeface="IBM Plex Sans"/>
                          <a:sym typeface="IBM Plex Sans"/>
                        </a:rPr>
                        <a:t>Workflow Execution</a:t>
                      </a:r>
                      <a:endParaRPr sz="1100">
                        <a:latin typeface="IBM Plex Sans"/>
                        <a:ea typeface="IBM Plex Sans"/>
                        <a:cs typeface="IBM Plex Sans"/>
                        <a:sym typeface="IBM Plex Sans"/>
                      </a:endParaRPr>
                    </a:p>
                  </a:txBody>
                  <a:tcPr marL="68575" marR="68575" marT="68575" marB="68575"/>
                </a:tc>
                <a:tc>
                  <a:txBody>
                    <a:bodyPr/>
                    <a:lstStyle/>
                    <a:p>
                      <a:pPr marL="0" lvl="0" indent="0" algn="l" rtl="0">
                        <a:spcBef>
                          <a:spcPts val="0"/>
                        </a:spcBef>
                        <a:spcAft>
                          <a:spcPts val="0"/>
                        </a:spcAft>
                        <a:buNone/>
                      </a:pPr>
                      <a:r>
                        <a:rPr lang="en" sz="1100">
                          <a:latin typeface="IBM Plex Sans"/>
                          <a:ea typeface="IBM Plex Sans"/>
                          <a:cs typeface="IBM Plex Sans"/>
                          <a:sym typeface="IBM Plex Sans"/>
                        </a:rPr>
                        <a:t>C7 BPMN Engine</a:t>
                      </a:r>
                      <a:endParaRPr sz="1100">
                        <a:latin typeface="IBM Plex Sans"/>
                        <a:ea typeface="IBM Plex Sans"/>
                        <a:cs typeface="IBM Plex Sans"/>
                        <a:sym typeface="IBM Plex Sans"/>
                      </a:endParaRPr>
                    </a:p>
                  </a:txBody>
                  <a:tcPr marL="68575" marR="68575" marT="68575" marB="68575">
                    <a:solidFill>
                      <a:schemeClr val="lt1"/>
                    </a:solidFill>
                  </a:tcPr>
                </a:tc>
                <a:tc>
                  <a:txBody>
                    <a:bodyPr/>
                    <a:lstStyle/>
                    <a:p>
                      <a:pPr marL="0" lvl="0" indent="0" algn="l" rtl="0">
                        <a:spcBef>
                          <a:spcPts val="0"/>
                        </a:spcBef>
                        <a:spcAft>
                          <a:spcPts val="0"/>
                        </a:spcAft>
                        <a:buNone/>
                      </a:pPr>
                      <a:endParaRPr sz="1100">
                        <a:solidFill>
                          <a:schemeClr val="dk1"/>
                        </a:solidFill>
                        <a:latin typeface="IBM Plex Sans"/>
                        <a:ea typeface="IBM Plex Sans"/>
                        <a:cs typeface="IBM Plex Sans"/>
                        <a:sym typeface="IBM Plex Sans"/>
                      </a:endParaRPr>
                    </a:p>
                  </a:txBody>
                  <a:tcPr marL="68575" marR="68575" marT="68575" marB="68575">
                    <a:solidFill>
                      <a:schemeClr val="accent1"/>
                    </a:solidFill>
                  </a:tcPr>
                </a:tc>
                <a:tc>
                  <a:txBody>
                    <a:bodyPr/>
                    <a:lstStyle/>
                    <a:p>
                      <a:pPr marL="0" lvl="0" indent="0" algn="l" rtl="0">
                        <a:spcBef>
                          <a:spcPts val="0"/>
                        </a:spcBef>
                        <a:spcAft>
                          <a:spcPts val="0"/>
                        </a:spcAft>
                        <a:buNone/>
                      </a:pPr>
                      <a:r>
                        <a:rPr lang="en" sz="1100">
                          <a:solidFill>
                            <a:schemeClr val="lt1"/>
                          </a:solidFill>
                          <a:latin typeface="IBM Plex Sans"/>
                          <a:ea typeface="IBM Plex Sans"/>
                          <a:cs typeface="IBM Plex Sans"/>
                          <a:sym typeface="IBM Plex Sans"/>
                        </a:rPr>
                        <a:t>C8 BPMN Engine (“Zeebe”)</a:t>
                      </a:r>
                      <a:endParaRPr sz="1100">
                        <a:solidFill>
                          <a:schemeClr val="lt1"/>
                        </a:solidFill>
                        <a:latin typeface="IBM Plex Sans"/>
                        <a:ea typeface="IBM Plex Sans"/>
                        <a:cs typeface="IBM Plex Sans"/>
                        <a:sym typeface="IBM Plex Sans"/>
                      </a:endParaRPr>
                    </a:p>
                  </a:txBody>
                  <a:tcPr marL="68575" marR="68575" marT="68575" marB="68575">
                    <a:solidFill>
                      <a:schemeClr val="accent1"/>
                    </a:solidFill>
                  </a:tcPr>
                </a:tc>
                <a:extLst>
                  <a:ext uri="{0D108BD9-81ED-4DB2-BD59-A6C34878D82A}">
                    <a16:rowId xmlns:a16="http://schemas.microsoft.com/office/drawing/2014/main" val="10004"/>
                  </a:ext>
                </a:extLst>
              </a:tr>
              <a:tr h="285750">
                <a:tc vMerge="1">
                  <a:txBody>
                    <a:bodyPr/>
                    <a:lstStyle/>
                    <a:p>
                      <a:endParaRPr lang="en-US"/>
                    </a:p>
                  </a:txBody>
                  <a:tcPr/>
                </a:tc>
                <a:tc>
                  <a:txBody>
                    <a:bodyPr/>
                    <a:lstStyle/>
                    <a:p>
                      <a:pPr marL="0" lvl="0" indent="0" algn="l" rtl="0">
                        <a:spcBef>
                          <a:spcPts val="0"/>
                        </a:spcBef>
                        <a:spcAft>
                          <a:spcPts val="0"/>
                        </a:spcAft>
                        <a:buNone/>
                      </a:pPr>
                      <a:r>
                        <a:rPr lang="en" sz="1100">
                          <a:latin typeface="IBM Plex Sans"/>
                          <a:ea typeface="IBM Plex Sans"/>
                          <a:cs typeface="IBM Plex Sans"/>
                          <a:sym typeface="IBM Plex Sans"/>
                        </a:rPr>
                        <a:t>System Integration</a:t>
                      </a:r>
                      <a:endParaRPr sz="1100">
                        <a:latin typeface="IBM Plex Sans"/>
                        <a:ea typeface="IBM Plex Sans"/>
                        <a:cs typeface="IBM Plex Sans"/>
                        <a:sym typeface="IBM Plex Sans"/>
                      </a:endParaRPr>
                    </a:p>
                  </a:txBody>
                  <a:tcPr marL="68575" marR="68575" marT="68575" marB="68575"/>
                </a:tc>
                <a:tc>
                  <a:txBody>
                    <a:bodyPr/>
                    <a:lstStyle/>
                    <a:p>
                      <a:pPr marL="0" lvl="0" indent="0" algn="l" rtl="0">
                        <a:spcBef>
                          <a:spcPts val="0"/>
                        </a:spcBef>
                        <a:spcAft>
                          <a:spcPts val="0"/>
                        </a:spcAft>
                        <a:buNone/>
                      </a:pPr>
                      <a:r>
                        <a:rPr lang="en" sz="1100" i="1">
                          <a:solidFill>
                            <a:schemeClr val="dk1"/>
                          </a:solidFill>
                          <a:latin typeface="IBM Plex Sans"/>
                          <a:ea typeface="IBM Plex Sans"/>
                          <a:cs typeface="IBM Plex Sans"/>
                          <a:sym typeface="IBM Plex Sans"/>
                        </a:rPr>
                        <a:t>-</a:t>
                      </a:r>
                      <a:endParaRPr sz="1100">
                        <a:latin typeface="IBM Plex Sans"/>
                        <a:ea typeface="IBM Plex Sans"/>
                        <a:cs typeface="IBM Plex Sans"/>
                        <a:sym typeface="IBM Plex Sans"/>
                      </a:endParaRPr>
                    </a:p>
                  </a:txBody>
                  <a:tcPr marL="68575" marR="68575" marT="68575" marB="68575">
                    <a:solidFill>
                      <a:schemeClr val="lt1"/>
                    </a:solidFill>
                  </a:tcPr>
                </a:tc>
                <a:tc>
                  <a:txBody>
                    <a:bodyPr/>
                    <a:lstStyle/>
                    <a:p>
                      <a:pPr marL="0" lvl="0" indent="0" algn="l" rtl="0">
                        <a:spcBef>
                          <a:spcPts val="0"/>
                        </a:spcBef>
                        <a:spcAft>
                          <a:spcPts val="0"/>
                        </a:spcAft>
                        <a:buNone/>
                      </a:pPr>
                      <a:endParaRPr sz="1100">
                        <a:solidFill>
                          <a:schemeClr val="dk1"/>
                        </a:solidFill>
                        <a:latin typeface="IBM Plex Sans"/>
                        <a:ea typeface="IBM Plex Sans"/>
                        <a:cs typeface="IBM Plex Sans"/>
                        <a:sym typeface="IBM Plex Sans"/>
                      </a:endParaRPr>
                    </a:p>
                  </a:txBody>
                  <a:tcPr marL="68575" marR="68575" marT="68575" marB="68575">
                    <a:solidFill>
                      <a:schemeClr val="accent1"/>
                    </a:solidFill>
                  </a:tcPr>
                </a:tc>
                <a:tc>
                  <a:txBody>
                    <a:bodyPr/>
                    <a:lstStyle/>
                    <a:p>
                      <a:pPr marL="0" lvl="0" indent="0" algn="l" rtl="0">
                        <a:spcBef>
                          <a:spcPts val="0"/>
                        </a:spcBef>
                        <a:spcAft>
                          <a:spcPts val="0"/>
                        </a:spcAft>
                        <a:buNone/>
                      </a:pPr>
                      <a:r>
                        <a:rPr lang="en" sz="1100">
                          <a:solidFill>
                            <a:schemeClr val="lt1"/>
                          </a:solidFill>
                          <a:latin typeface="IBM Plex Sans"/>
                          <a:ea typeface="IBM Plex Sans"/>
                          <a:cs typeface="IBM Plex Sans"/>
                          <a:sym typeface="IBM Plex Sans"/>
                        </a:rPr>
                        <a:t>Connectors &amp; Integration Framework</a:t>
                      </a:r>
                      <a:endParaRPr sz="1100">
                        <a:solidFill>
                          <a:schemeClr val="lt1"/>
                        </a:solidFill>
                        <a:latin typeface="IBM Plex Sans"/>
                        <a:ea typeface="IBM Plex Sans"/>
                        <a:cs typeface="IBM Plex Sans"/>
                        <a:sym typeface="IBM Plex Sans"/>
                      </a:endParaRPr>
                    </a:p>
                  </a:txBody>
                  <a:tcPr marL="68575" marR="68575" marT="68575" marB="68575">
                    <a:solidFill>
                      <a:schemeClr val="accent1"/>
                    </a:solidFill>
                  </a:tcPr>
                </a:tc>
                <a:extLst>
                  <a:ext uri="{0D108BD9-81ED-4DB2-BD59-A6C34878D82A}">
                    <a16:rowId xmlns:a16="http://schemas.microsoft.com/office/drawing/2014/main" val="10005"/>
                  </a:ext>
                </a:extLst>
              </a:tr>
              <a:tr h="285750">
                <a:tc vMerge="1">
                  <a:txBody>
                    <a:bodyPr/>
                    <a:lstStyle/>
                    <a:p>
                      <a:endParaRPr lang="en-US"/>
                    </a:p>
                  </a:txBody>
                  <a:tcPr/>
                </a:tc>
                <a:tc>
                  <a:txBody>
                    <a:bodyPr/>
                    <a:lstStyle/>
                    <a:p>
                      <a:pPr marL="0" lvl="0" indent="0" algn="l" rtl="0">
                        <a:spcBef>
                          <a:spcPts val="0"/>
                        </a:spcBef>
                        <a:spcAft>
                          <a:spcPts val="0"/>
                        </a:spcAft>
                        <a:buNone/>
                      </a:pPr>
                      <a:r>
                        <a:rPr lang="en" sz="1100">
                          <a:latin typeface="IBM Plex Sans"/>
                          <a:ea typeface="IBM Plex Sans"/>
                          <a:cs typeface="IBM Plex Sans"/>
                          <a:sym typeface="IBM Plex Sans"/>
                        </a:rPr>
                        <a:t>Decision Execution</a:t>
                      </a:r>
                      <a:endParaRPr sz="1100">
                        <a:latin typeface="IBM Plex Sans"/>
                        <a:ea typeface="IBM Plex Sans"/>
                        <a:cs typeface="IBM Plex Sans"/>
                        <a:sym typeface="IBM Plex Sans"/>
                      </a:endParaRPr>
                    </a:p>
                  </a:txBody>
                  <a:tcPr marL="68575" marR="68575" marT="68575" marB="68575"/>
                </a:tc>
                <a:tc>
                  <a:txBody>
                    <a:bodyPr/>
                    <a:lstStyle/>
                    <a:p>
                      <a:pPr marL="0" lvl="0" indent="0" algn="l" rtl="0">
                        <a:spcBef>
                          <a:spcPts val="0"/>
                        </a:spcBef>
                        <a:spcAft>
                          <a:spcPts val="0"/>
                        </a:spcAft>
                        <a:buNone/>
                      </a:pPr>
                      <a:r>
                        <a:rPr lang="en" sz="1100">
                          <a:solidFill>
                            <a:schemeClr val="dk1"/>
                          </a:solidFill>
                          <a:latin typeface="IBM Plex Sans"/>
                          <a:ea typeface="IBM Plex Sans"/>
                          <a:cs typeface="IBM Plex Sans"/>
                          <a:sym typeface="IBM Plex Sans"/>
                        </a:rPr>
                        <a:t>DMN Engine</a:t>
                      </a:r>
                      <a:endParaRPr sz="1100">
                        <a:solidFill>
                          <a:schemeClr val="dk1"/>
                        </a:solidFill>
                        <a:latin typeface="IBM Plex Sans"/>
                        <a:ea typeface="IBM Plex Sans"/>
                        <a:cs typeface="IBM Plex Sans"/>
                        <a:sym typeface="IBM Plex Sans"/>
                      </a:endParaRPr>
                    </a:p>
                  </a:txBody>
                  <a:tcPr marL="68575" marR="68575" marT="68575" marB="68575">
                    <a:solidFill>
                      <a:schemeClr val="lt1"/>
                    </a:solidFill>
                  </a:tcPr>
                </a:tc>
                <a:tc>
                  <a:txBody>
                    <a:bodyPr/>
                    <a:lstStyle/>
                    <a:p>
                      <a:pPr marL="0" lvl="0" indent="0" algn="l" rtl="0">
                        <a:spcBef>
                          <a:spcPts val="0"/>
                        </a:spcBef>
                        <a:spcAft>
                          <a:spcPts val="0"/>
                        </a:spcAft>
                        <a:buNone/>
                      </a:pPr>
                      <a:endParaRPr sz="1100">
                        <a:solidFill>
                          <a:schemeClr val="dk1"/>
                        </a:solidFill>
                        <a:latin typeface="IBM Plex Sans"/>
                        <a:ea typeface="IBM Plex Sans"/>
                        <a:cs typeface="IBM Plex Sans"/>
                        <a:sym typeface="IBM Plex Sans"/>
                      </a:endParaRPr>
                    </a:p>
                  </a:txBody>
                  <a:tcPr marL="68575" marR="68575" marT="68575" marB="68575">
                    <a:solidFill>
                      <a:schemeClr val="lt1"/>
                    </a:solidFill>
                  </a:tcPr>
                </a:tc>
                <a:tc>
                  <a:txBody>
                    <a:bodyPr/>
                    <a:lstStyle/>
                    <a:p>
                      <a:pPr marL="0" lvl="0" indent="0" algn="l" rtl="0">
                        <a:spcBef>
                          <a:spcPts val="0"/>
                        </a:spcBef>
                        <a:spcAft>
                          <a:spcPts val="0"/>
                        </a:spcAft>
                        <a:buNone/>
                      </a:pPr>
                      <a:r>
                        <a:rPr lang="en" sz="1100">
                          <a:solidFill>
                            <a:schemeClr val="dk1"/>
                          </a:solidFill>
                          <a:latin typeface="IBM Plex Sans"/>
                          <a:ea typeface="IBM Plex Sans"/>
                          <a:cs typeface="IBM Plex Sans"/>
                          <a:sym typeface="IBM Plex Sans"/>
                        </a:rPr>
                        <a:t>DMN Engine*</a:t>
                      </a:r>
                      <a:endParaRPr sz="1100">
                        <a:solidFill>
                          <a:schemeClr val="dk1"/>
                        </a:solidFill>
                        <a:latin typeface="IBM Plex Sans"/>
                        <a:ea typeface="IBM Plex Sans"/>
                        <a:cs typeface="IBM Plex Sans"/>
                        <a:sym typeface="IBM Plex Sans"/>
                      </a:endParaRPr>
                    </a:p>
                  </a:txBody>
                  <a:tcPr marL="68575" marR="68575" marT="68575" marB="68575">
                    <a:solidFill>
                      <a:schemeClr val="lt1"/>
                    </a:solidFill>
                  </a:tcPr>
                </a:tc>
                <a:extLst>
                  <a:ext uri="{0D108BD9-81ED-4DB2-BD59-A6C34878D82A}">
                    <a16:rowId xmlns:a16="http://schemas.microsoft.com/office/drawing/2014/main" val="10006"/>
                  </a:ext>
                </a:extLst>
              </a:tr>
              <a:tr h="285750">
                <a:tc vMerge="1">
                  <a:txBody>
                    <a:bodyPr/>
                    <a:lstStyle/>
                    <a:p>
                      <a:endParaRPr lang="en-US"/>
                    </a:p>
                  </a:txBody>
                  <a:tcPr/>
                </a:tc>
                <a:tc>
                  <a:txBody>
                    <a:bodyPr/>
                    <a:lstStyle/>
                    <a:p>
                      <a:pPr marL="0" lvl="0" indent="0" algn="l" rtl="0">
                        <a:spcBef>
                          <a:spcPts val="0"/>
                        </a:spcBef>
                        <a:spcAft>
                          <a:spcPts val="0"/>
                        </a:spcAft>
                        <a:buNone/>
                      </a:pPr>
                      <a:r>
                        <a:rPr lang="en" sz="1100">
                          <a:latin typeface="IBM Plex Sans"/>
                          <a:ea typeface="IBM Plex Sans"/>
                          <a:cs typeface="IBM Plex Sans"/>
                          <a:sym typeface="IBM Plex Sans"/>
                        </a:rPr>
                        <a:t>Human Task Management</a:t>
                      </a:r>
                      <a:endParaRPr sz="1100">
                        <a:latin typeface="IBM Plex Sans"/>
                        <a:ea typeface="IBM Plex Sans"/>
                        <a:cs typeface="IBM Plex Sans"/>
                        <a:sym typeface="IBM Plex Sans"/>
                      </a:endParaRPr>
                    </a:p>
                  </a:txBody>
                  <a:tcPr marL="68575" marR="68575" marT="68575" marB="68575"/>
                </a:tc>
                <a:tc>
                  <a:txBody>
                    <a:bodyPr/>
                    <a:lstStyle/>
                    <a:p>
                      <a:pPr marL="0" lvl="0" indent="0" algn="l" rtl="0">
                        <a:spcBef>
                          <a:spcPts val="0"/>
                        </a:spcBef>
                        <a:spcAft>
                          <a:spcPts val="0"/>
                        </a:spcAft>
                        <a:buNone/>
                      </a:pPr>
                      <a:r>
                        <a:rPr lang="en" sz="1100">
                          <a:solidFill>
                            <a:schemeClr val="dk1"/>
                          </a:solidFill>
                          <a:latin typeface="IBM Plex Sans"/>
                          <a:ea typeface="IBM Plex Sans"/>
                          <a:cs typeface="IBM Plex Sans"/>
                          <a:sym typeface="IBM Plex Sans"/>
                        </a:rPr>
                        <a:t>Tasklist</a:t>
                      </a:r>
                      <a:endParaRPr sz="1100">
                        <a:solidFill>
                          <a:schemeClr val="dk1"/>
                        </a:solidFill>
                        <a:latin typeface="IBM Plex Sans"/>
                        <a:ea typeface="IBM Plex Sans"/>
                        <a:cs typeface="IBM Plex Sans"/>
                        <a:sym typeface="IBM Plex Sans"/>
                      </a:endParaRPr>
                    </a:p>
                  </a:txBody>
                  <a:tcPr marL="68575" marR="68575" marT="68575" marB="68575">
                    <a:solidFill>
                      <a:schemeClr val="lt1"/>
                    </a:solidFill>
                  </a:tcPr>
                </a:tc>
                <a:tc>
                  <a:txBody>
                    <a:bodyPr/>
                    <a:lstStyle/>
                    <a:p>
                      <a:pPr marL="0" lvl="0" indent="0" algn="l" rtl="0">
                        <a:spcBef>
                          <a:spcPts val="0"/>
                        </a:spcBef>
                        <a:spcAft>
                          <a:spcPts val="0"/>
                        </a:spcAft>
                        <a:buNone/>
                      </a:pPr>
                      <a:endParaRPr sz="1100">
                        <a:solidFill>
                          <a:schemeClr val="dk1"/>
                        </a:solidFill>
                        <a:latin typeface="IBM Plex Sans"/>
                        <a:ea typeface="IBM Plex Sans"/>
                        <a:cs typeface="IBM Plex Sans"/>
                        <a:sym typeface="IBM Plex Sans"/>
                      </a:endParaRPr>
                    </a:p>
                  </a:txBody>
                  <a:tcPr marL="68575" marR="68575" marT="68575" marB="68575">
                    <a:solidFill>
                      <a:schemeClr val="lt1"/>
                    </a:solidFill>
                  </a:tcPr>
                </a:tc>
                <a:tc>
                  <a:txBody>
                    <a:bodyPr/>
                    <a:lstStyle/>
                    <a:p>
                      <a:pPr marL="0" lvl="0" indent="0" algn="l" rtl="0">
                        <a:spcBef>
                          <a:spcPts val="0"/>
                        </a:spcBef>
                        <a:spcAft>
                          <a:spcPts val="0"/>
                        </a:spcAft>
                        <a:buClr>
                          <a:schemeClr val="dk1"/>
                        </a:buClr>
                        <a:buSzPts val="800"/>
                        <a:buFont typeface="Arial"/>
                        <a:buNone/>
                      </a:pPr>
                      <a:r>
                        <a:rPr lang="en" sz="1100">
                          <a:solidFill>
                            <a:schemeClr val="dk1"/>
                          </a:solidFill>
                          <a:latin typeface="IBM Plex Sans"/>
                          <a:ea typeface="IBM Plex Sans"/>
                          <a:cs typeface="IBM Plex Sans"/>
                          <a:sym typeface="IBM Plex Sans"/>
                        </a:rPr>
                        <a:t>Tasklist*</a:t>
                      </a:r>
                      <a:endParaRPr sz="1100">
                        <a:solidFill>
                          <a:schemeClr val="dk1"/>
                        </a:solidFill>
                        <a:latin typeface="IBM Plex Sans"/>
                        <a:ea typeface="IBM Plex Sans"/>
                        <a:cs typeface="IBM Plex Sans"/>
                        <a:sym typeface="IBM Plex Sans"/>
                      </a:endParaRPr>
                    </a:p>
                  </a:txBody>
                  <a:tcPr marL="68575" marR="68575" marT="68575" marB="68575">
                    <a:solidFill>
                      <a:schemeClr val="lt1"/>
                    </a:solidFill>
                  </a:tcPr>
                </a:tc>
                <a:extLst>
                  <a:ext uri="{0D108BD9-81ED-4DB2-BD59-A6C34878D82A}">
                    <a16:rowId xmlns:a16="http://schemas.microsoft.com/office/drawing/2014/main" val="10007"/>
                  </a:ext>
                </a:extLst>
              </a:tr>
              <a:tr h="285750">
                <a:tc vMerge="1">
                  <a:txBody>
                    <a:bodyPr/>
                    <a:lstStyle/>
                    <a:p>
                      <a:endParaRPr lang="en-US"/>
                    </a:p>
                  </a:txBody>
                  <a:tcPr/>
                </a:tc>
                <a:tc>
                  <a:txBody>
                    <a:bodyPr/>
                    <a:lstStyle/>
                    <a:p>
                      <a:pPr marL="0" lvl="0" indent="0" algn="l" rtl="0">
                        <a:spcBef>
                          <a:spcPts val="0"/>
                        </a:spcBef>
                        <a:spcAft>
                          <a:spcPts val="0"/>
                        </a:spcAft>
                        <a:buNone/>
                      </a:pPr>
                      <a:r>
                        <a:rPr lang="en" sz="1100">
                          <a:latin typeface="IBM Plex Sans"/>
                          <a:ea typeface="IBM Plex Sans"/>
                          <a:cs typeface="IBM Plex Sans"/>
                          <a:sym typeface="IBM Plex Sans"/>
                        </a:rPr>
                        <a:t>Technical Operations</a:t>
                      </a:r>
                      <a:endParaRPr sz="1100">
                        <a:latin typeface="IBM Plex Sans"/>
                        <a:ea typeface="IBM Plex Sans"/>
                        <a:cs typeface="IBM Plex Sans"/>
                        <a:sym typeface="IBM Plex Sans"/>
                      </a:endParaRPr>
                    </a:p>
                  </a:txBody>
                  <a:tcPr marL="68575" marR="68575" marT="68575" marB="68575"/>
                </a:tc>
                <a:tc>
                  <a:txBody>
                    <a:bodyPr/>
                    <a:lstStyle/>
                    <a:p>
                      <a:pPr marL="0" lvl="0" indent="0" algn="l" rtl="0">
                        <a:spcBef>
                          <a:spcPts val="0"/>
                        </a:spcBef>
                        <a:spcAft>
                          <a:spcPts val="0"/>
                        </a:spcAft>
                        <a:buNone/>
                      </a:pPr>
                      <a:r>
                        <a:rPr lang="en" sz="1100">
                          <a:latin typeface="IBM Plex Sans"/>
                          <a:ea typeface="IBM Plex Sans"/>
                          <a:cs typeface="IBM Plex Sans"/>
                          <a:sym typeface="IBM Plex Sans"/>
                        </a:rPr>
                        <a:t>Cockpit</a:t>
                      </a:r>
                      <a:endParaRPr sz="1100">
                        <a:latin typeface="IBM Plex Sans"/>
                        <a:ea typeface="IBM Plex Sans"/>
                        <a:cs typeface="IBM Plex Sans"/>
                        <a:sym typeface="IBM Plex Sans"/>
                      </a:endParaRPr>
                    </a:p>
                  </a:txBody>
                  <a:tcPr marL="68575" marR="68575" marT="68575" marB="68575">
                    <a:solidFill>
                      <a:schemeClr val="lt1"/>
                    </a:solidFill>
                  </a:tcPr>
                </a:tc>
                <a:tc>
                  <a:txBody>
                    <a:bodyPr/>
                    <a:lstStyle/>
                    <a:p>
                      <a:pPr marL="0" lvl="0" indent="0" algn="l" rtl="0">
                        <a:spcBef>
                          <a:spcPts val="0"/>
                        </a:spcBef>
                        <a:spcAft>
                          <a:spcPts val="0"/>
                        </a:spcAft>
                        <a:buNone/>
                      </a:pPr>
                      <a:endParaRPr sz="1100">
                        <a:solidFill>
                          <a:schemeClr val="dk1"/>
                        </a:solidFill>
                        <a:latin typeface="IBM Plex Sans"/>
                        <a:ea typeface="IBM Plex Sans"/>
                        <a:cs typeface="IBM Plex Sans"/>
                        <a:sym typeface="IBM Plex Sans"/>
                      </a:endParaRPr>
                    </a:p>
                  </a:txBody>
                  <a:tcPr marL="68575" marR="68575" marT="68575" marB="68575">
                    <a:solidFill>
                      <a:schemeClr val="accent1"/>
                    </a:solidFill>
                  </a:tcPr>
                </a:tc>
                <a:tc>
                  <a:txBody>
                    <a:bodyPr/>
                    <a:lstStyle/>
                    <a:p>
                      <a:pPr marL="0" lvl="0" indent="0" algn="l" rtl="0">
                        <a:spcBef>
                          <a:spcPts val="0"/>
                        </a:spcBef>
                        <a:spcAft>
                          <a:spcPts val="0"/>
                        </a:spcAft>
                        <a:buNone/>
                      </a:pPr>
                      <a:r>
                        <a:rPr lang="en" sz="1100">
                          <a:solidFill>
                            <a:schemeClr val="lt1"/>
                          </a:solidFill>
                          <a:latin typeface="IBM Plex Sans"/>
                          <a:ea typeface="IBM Plex Sans"/>
                          <a:cs typeface="IBM Plex Sans"/>
                          <a:sym typeface="IBM Plex Sans"/>
                        </a:rPr>
                        <a:t>Operate</a:t>
                      </a:r>
                      <a:endParaRPr sz="1100">
                        <a:solidFill>
                          <a:schemeClr val="lt1"/>
                        </a:solidFill>
                        <a:latin typeface="IBM Plex Sans"/>
                        <a:ea typeface="IBM Plex Sans"/>
                        <a:cs typeface="IBM Plex Sans"/>
                        <a:sym typeface="IBM Plex Sans"/>
                      </a:endParaRPr>
                    </a:p>
                  </a:txBody>
                  <a:tcPr marL="68575" marR="68575" marT="68575" marB="68575">
                    <a:solidFill>
                      <a:schemeClr val="accent1"/>
                    </a:solidFill>
                  </a:tcPr>
                </a:tc>
                <a:extLst>
                  <a:ext uri="{0D108BD9-81ED-4DB2-BD59-A6C34878D82A}">
                    <a16:rowId xmlns:a16="http://schemas.microsoft.com/office/drawing/2014/main" val="10008"/>
                  </a:ext>
                </a:extLst>
              </a:tr>
              <a:tr h="285750">
                <a:tc>
                  <a:txBody>
                    <a:bodyPr/>
                    <a:lstStyle/>
                    <a:p>
                      <a:pPr marL="0" lvl="0" indent="0" algn="l" rtl="0">
                        <a:spcBef>
                          <a:spcPts val="0"/>
                        </a:spcBef>
                        <a:spcAft>
                          <a:spcPts val="0"/>
                        </a:spcAft>
                        <a:buNone/>
                      </a:pPr>
                      <a:r>
                        <a:rPr lang="en" sz="1100">
                          <a:latin typeface="IBM Plex Sans"/>
                          <a:ea typeface="IBM Plex Sans"/>
                          <a:cs typeface="IBM Plex Sans"/>
                          <a:sym typeface="IBM Plex Sans"/>
                        </a:rPr>
                        <a:t>Improve</a:t>
                      </a:r>
                      <a:endParaRPr sz="1100">
                        <a:latin typeface="IBM Plex Sans"/>
                        <a:ea typeface="IBM Plex Sans"/>
                        <a:cs typeface="IBM Plex Sans"/>
                        <a:sym typeface="IBM Plex Sans"/>
                      </a:endParaRPr>
                    </a:p>
                  </a:txBody>
                  <a:tcPr marL="68575" marR="68575" marT="68575" marB="68575"/>
                </a:tc>
                <a:tc>
                  <a:txBody>
                    <a:bodyPr/>
                    <a:lstStyle/>
                    <a:p>
                      <a:pPr marL="0" lvl="0" indent="0" algn="l" rtl="0">
                        <a:spcBef>
                          <a:spcPts val="0"/>
                        </a:spcBef>
                        <a:spcAft>
                          <a:spcPts val="0"/>
                        </a:spcAft>
                        <a:buNone/>
                      </a:pPr>
                      <a:r>
                        <a:rPr lang="en" sz="1100">
                          <a:latin typeface="IBM Plex Sans"/>
                          <a:ea typeface="IBM Plex Sans"/>
                          <a:cs typeface="IBM Plex Sans"/>
                          <a:sym typeface="IBM Plex Sans"/>
                        </a:rPr>
                        <a:t>Analytics and Reporting</a:t>
                      </a:r>
                      <a:endParaRPr sz="1100">
                        <a:latin typeface="IBM Plex Sans"/>
                        <a:ea typeface="IBM Plex Sans"/>
                        <a:cs typeface="IBM Plex Sans"/>
                        <a:sym typeface="IBM Plex Sans"/>
                      </a:endParaRPr>
                    </a:p>
                  </a:txBody>
                  <a:tcPr marL="68575" marR="68575" marT="68575" marB="68575"/>
                </a:tc>
                <a:tc>
                  <a:txBody>
                    <a:bodyPr/>
                    <a:lstStyle/>
                    <a:p>
                      <a:pPr marL="0" lvl="0" indent="0" algn="l" rtl="0">
                        <a:spcBef>
                          <a:spcPts val="0"/>
                        </a:spcBef>
                        <a:spcAft>
                          <a:spcPts val="0"/>
                        </a:spcAft>
                        <a:buNone/>
                      </a:pPr>
                      <a:r>
                        <a:rPr lang="en" sz="1100">
                          <a:latin typeface="IBM Plex Sans"/>
                          <a:ea typeface="IBM Plex Sans"/>
                          <a:cs typeface="IBM Plex Sans"/>
                          <a:sym typeface="IBM Plex Sans"/>
                        </a:rPr>
                        <a:t>Optimize</a:t>
                      </a:r>
                      <a:endParaRPr sz="1100">
                        <a:latin typeface="IBM Plex Sans"/>
                        <a:ea typeface="IBM Plex Sans"/>
                        <a:cs typeface="IBM Plex Sans"/>
                        <a:sym typeface="IBM Plex Sans"/>
                      </a:endParaRPr>
                    </a:p>
                  </a:txBody>
                  <a:tcPr marL="68575" marR="68575" marT="68575" marB="68575">
                    <a:solidFill>
                      <a:schemeClr val="lt1"/>
                    </a:solidFill>
                  </a:tcPr>
                </a:tc>
                <a:tc>
                  <a:txBody>
                    <a:bodyPr/>
                    <a:lstStyle/>
                    <a:p>
                      <a:pPr marL="0" lvl="0" indent="0" algn="l" rtl="0">
                        <a:spcBef>
                          <a:spcPts val="0"/>
                        </a:spcBef>
                        <a:spcAft>
                          <a:spcPts val="0"/>
                        </a:spcAft>
                        <a:buNone/>
                      </a:pPr>
                      <a:endParaRPr sz="1100">
                        <a:latin typeface="IBM Plex Sans"/>
                        <a:ea typeface="IBM Plex Sans"/>
                        <a:cs typeface="IBM Plex Sans"/>
                        <a:sym typeface="IBM Plex Sans"/>
                      </a:endParaRPr>
                    </a:p>
                  </a:txBody>
                  <a:tcPr marL="68575" marR="68575" marT="68575" marB="68575">
                    <a:solidFill>
                      <a:schemeClr val="lt2"/>
                    </a:solidFill>
                  </a:tcPr>
                </a:tc>
                <a:tc>
                  <a:txBody>
                    <a:bodyPr/>
                    <a:lstStyle/>
                    <a:p>
                      <a:pPr marL="0" lvl="0" indent="0" algn="l" rtl="0">
                        <a:spcBef>
                          <a:spcPts val="0"/>
                        </a:spcBef>
                        <a:spcAft>
                          <a:spcPts val="0"/>
                        </a:spcAft>
                        <a:buNone/>
                      </a:pPr>
                      <a:r>
                        <a:rPr lang="en" sz="1100">
                          <a:latin typeface="IBM Plex Sans"/>
                          <a:ea typeface="IBM Plex Sans"/>
                          <a:cs typeface="IBM Plex Sans"/>
                          <a:sym typeface="IBM Plex Sans"/>
                        </a:rPr>
                        <a:t>Optimize</a:t>
                      </a:r>
                      <a:endParaRPr sz="1100">
                        <a:latin typeface="IBM Plex Sans"/>
                        <a:ea typeface="IBM Plex Sans"/>
                        <a:cs typeface="IBM Plex Sans"/>
                        <a:sym typeface="IBM Plex Sans"/>
                      </a:endParaRPr>
                    </a:p>
                  </a:txBody>
                  <a:tcPr marL="68575" marR="68575" marT="68575" marB="68575">
                    <a:solidFill>
                      <a:schemeClr val="lt1"/>
                    </a:solidFill>
                  </a:tcPr>
                </a:tc>
                <a:extLst>
                  <a:ext uri="{0D108BD9-81ED-4DB2-BD59-A6C34878D82A}">
                    <a16:rowId xmlns:a16="http://schemas.microsoft.com/office/drawing/2014/main" val="10009"/>
                  </a:ext>
                </a:extLst>
              </a:tr>
            </a:tbl>
          </a:graphicData>
        </a:graphic>
      </p:graphicFrame>
      <p:sp>
        <p:nvSpPr>
          <p:cNvPr id="3758" name="Google Shape;3758;p176"/>
          <p:cNvSpPr txBox="1"/>
          <p:nvPr/>
        </p:nvSpPr>
        <p:spPr>
          <a:xfrm>
            <a:off x="7077150" y="856838"/>
            <a:ext cx="1238100" cy="261600"/>
          </a:xfrm>
          <a:prstGeom prst="rect">
            <a:avLst/>
          </a:prstGeom>
          <a:solidFill>
            <a:schemeClr val="accent1"/>
          </a:solidFill>
          <a:ln>
            <a:noFill/>
          </a:ln>
        </p:spPr>
        <p:txBody>
          <a:bodyPr spcFirstLastPara="1" wrap="square" lIns="68575" tIns="68575" rIns="68575" bIns="68575" anchor="t" anchorCtr="0">
            <a:spAutoFit/>
          </a:bodyPr>
          <a:lstStyle/>
          <a:p>
            <a:pPr marL="0" lvl="0" indent="0" algn="ctr" rtl="0">
              <a:spcBef>
                <a:spcPts val="0"/>
              </a:spcBef>
              <a:spcAft>
                <a:spcPts val="0"/>
              </a:spcAft>
              <a:buNone/>
            </a:pPr>
            <a:r>
              <a:rPr lang="en" sz="800">
                <a:solidFill>
                  <a:schemeClr val="lt1"/>
                </a:solidFill>
                <a:latin typeface="IBM Plex Sans"/>
                <a:ea typeface="IBM Plex Sans"/>
                <a:cs typeface="IBM Plex Sans"/>
                <a:sym typeface="IBM Plex Sans"/>
              </a:rPr>
              <a:t>New Component</a:t>
            </a:r>
            <a:endParaRPr sz="800">
              <a:solidFill>
                <a:schemeClr val="lt1"/>
              </a:solidFill>
              <a:latin typeface="IBM Plex Sans"/>
              <a:ea typeface="IBM Plex Sans"/>
              <a:cs typeface="IBM Plex Sans"/>
              <a:sym typeface="IBM Plex Sans"/>
            </a:endParaRPr>
          </a:p>
        </p:txBody>
      </p:sp>
      <p:sp>
        <p:nvSpPr>
          <p:cNvPr id="3759" name="Google Shape;3759;p176"/>
          <p:cNvSpPr txBox="1"/>
          <p:nvPr/>
        </p:nvSpPr>
        <p:spPr>
          <a:xfrm>
            <a:off x="7077150" y="561975"/>
            <a:ext cx="1238100" cy="261600"/>
          </a:xfrm>
          <a:prstGeom prst="rect">
            <a:avLst/>
          </a:prstGeom>
          <a:solidFill>
            <a:schemeClr val="lt1"/>
          </a:solidFill>
          <a:ln>
            <a:noFill/>
          </a:ln>
        </p:spPr>
        <p:txBody>
          <a:bodyPr spcFirstLastPara="1" wrap="square" lIns="68575" tIns="68575" rIns="68575" bIns="68575" anchor="t" anchorCtr="0">
            <a:spAutoFit/>
          </a:bodyPr>
          <a:lstStyle/>
          <a:p>
            <a:pPr marL="0" lvl="0" indent="0" algn="ctr" rtl="0">
              <a:spcBef>
                <a:spcPts val="0"/>
              </a:spcBef>
              <a:spcAft>
                <a:spcPts val="0"/>
              </a:spcAft>
              <a:buNone/>
            </a:pPr>
            <a:r>
              <a:rPr lang="en" sz="800">
                <a:latin typeface="IBM Plex Sans"/>
                <a:ea typeface="IBM Plex Sans"/>
                <a:cs typeface="IBM Plex Sans"/>
                <a:sym typeface="IBM Plex Sans"/>
              </a:rPr>
              <a:t>Existing Component</a:t>
            </a:r>
            <a:endParaRPr sz="800">
              <a:latin typeface="IBM Plex Sans"/>
              <a:ea typeface="IBM Plex Sans"/>
              <a:cs typeface="IBM Plex Sans"/>
              <a:sym typeface="IBM Plex Sans"/>
            </a:endParaRPr>
          </a:p>
        </p:txBody>
      </p:sp>
      <p:sp>
        <p:nvSpPr>
          <p:cNvPr id="3760" name="Google Shape;3760;p176"/>
          <p:cNvSpPr txBox="1"/>
          <p:nvPr/>
        </p:nvSpPr>
        <p:spPr>
          <a:xfrm>
            <a:off x="676275" y="4583850"/>
            <a:ext cx="6178500" cy="323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900">
                <a:solidFill>
                  <a:schemeClr val="dk1"/>
                </a:solidFill>
                <a:latin typeface="IBM Plex Sans"/>
                <a:ea typeface="IBM Plex Sans"/>
                <a:cs typeface="IBM Plex Sans"/>
                <a:sym typeface="IBM Plex Sans"/>
              </a:rPr>
              <a:t>* architecture differences, feature parity (latest version </a:t>
            </a:r>
            <a:r>
              <a:rPr lang="en" sz="900" u="sng">
                <a:solidFill>
                  <a:schemeClr val="hlink"/>
                </a:solidFill>
                <a:latin typeface="IBM Plex Sans"/>
                <a:ea typeface="IBM Plex Sans"/>
                <a:cs typeface="IBM Plex Sans"/>
                <a:sym typeface="IBM Plex Sans"/>
                <a:hlinkClick r:id="rId3"/>
              </a:rPr>
              <a:t>https://docs.camunda.io/docs/guides/</a:t>
            </a:r>
            <a:r>
              <a:rPr lang="en" sz="900">
                <a:solidFill>
                  <a:schemeClr val="dk1"/>
                </a:solidFill>
                <a:latin typeface="IBM Plex Sans"/>
                <a:ea typeface="IBM Plex Sans"/>
                <a:cs typeface="IBM Plex Sans"/>
                <a:sym typeface="IBM Plex Sans"/>
              </a:rPr>
              <a:t>) </a:t>
            </a:r>
            <a:endParaRPr sz="900">
              <a:solidFill>
                <a:schemeClr val="dk1"/>
              </a:solidFill>
              <a:latin typeface="IBM Plex Sans"/>
              <a:ea typeface="IBM Plex Sans"/>
              <a:cs typeface="IBM Plex Sans"/>
              <a:sym typeface="IBM Plex Sans"/>
            </a:endParaRPr>
          </a:p>
        </p:txBody>
      </p:sp>
      <p:sp>
        <p:nvSpPr>
          <p:cNvPr id="3761" name="Google Shape;3761;p176"/>
          <p:cNvSpPr/>
          <p:nvPr/>
        </p:nvSpPr>
        <p:spPr>
          <a:xfrm>
            <a:off x="6131998" y="2052531"/>
            <a:ext cx="151727" cy="151727"/>
          </a:xfrm>
          <a:custGeom>
            <a:avLst/>
            <a:gdLst/>
            <a:ahLst/>
            <a:cxnLst/>
            <a:rect l="l" t="t" r="r" b="b"/>
            <a:pathLst>
              <a:path w="15150" h="15150" extrusionOk="0">
                <a:moveTo>
                  <a:pt x="6437" y="1144"/>
                </a:moveTo>
                <a:lnTo>
                  <a:pt x="6720" y="1156"/>
                </a:lnTo>
                <a:lnTo>
                  <a:pt x="6980" y="1168"/>
                </a:lnTo>
                <a:lnTo>
                  <a:pt x="7251" y="1203"/>
                </a:lnTo>
                <a:lnTo>
                  <a:pt x="7510" y="1250"/>
                </a:lnTo>
                <a:lnTo>
                  <a:pt x="7770" y="1309"/>
                </a:lnTo>
                <a:lnTo>
                  <a:pt x="8017" y="1380"/>
                </a:lnTo>
                <a:lnTo>
                  <a:pt x="8265" y="1463"/>
                </a:lnTo>
                <a:lnTo>
                  <a:pt x="8501" y="1557"/>
                </a:lnTo>
                <a:lnTo>
                  <a:pt x="8736" y="1663"/>
                </a:lnTo>
                <a:lnTo>
                  <a:pt x="8972" y="1781"/>
                </a:lnTo>
                <a:lnTo>
                  <a:pt x="9196" y="1911"/>
                </a:lnTo>
                <a:lnTo>
                  <a:pt x="9408" y="2052"/>
                </a:lnTo>
                <a:lnTo>
                  <a:pt x="9621" y="2194"/>
                </a:lnTo>
                <a:lnTo>
                  <a:pt x="9821" y="2359"/>
                </a:lnTo>
                <a:lnTo>
                  <a:pt x="10010" y="2524"/>
                </a:lnTo>
                <a:lnTo>
                  <a:pt x="10186" y="2701"/>
                </a:lnTo>
                <a:lnTo>
                  <a:pt x="10363" y="2877"/>
                </a:lnTo>
                <a:lnTo>
                  <a:pt x="10528" y="3078"/>
                </a:lnTo>
                <a:lnTo>
                  <a:pt x="10693" y="3278"/>
                </a:lnTo>
                <a:lnTo>
                  <a:pt x="10835" y="3479"/>
                </a:lnTo>
                <a:lnTo>
                  <a:pt x="10976" y="3703"/>
                </a:lnTo>
                <a:lnTo>
                  <a:pt x="11106" y="3915"/>
                </a:lnTo>
                <a:lnTo>
                  <a:pt x="11224" y="4151"/>
                </a:lnTo>
                <a:lnTo>
                  <a:pt x="11330" y="4386"/>
                </a:lnTo>
                <a:lnTo>
                  <a:pt x="11424" y="4622"/>
                </a:lnTo>
                <a:lnTo>
                  <a:pt x="11507" y="4870"/>
                </a:lnTo>
                <a:lnTo>
                  <a:pt x="11578" y="5117"/>
                </a:lnTo>
                <a:lnTo>
                  <a:pt x="11637" y="5377"/>
                </a:lnTo>
                <a:lnTo>
                  <a:pt x="11684" y="5636"/>
                </a:lnTo>
                <a:lnTo>
                  <a:pt x="11719" y="5907"/>
                </a:lnTo>
                <a:lnTo>
                  <a:pt x="11743" y="6178"/>
                </a:lnTo>
                <a:lnTo>
                  <a:pt x="11743" y="6450"/>
                </a:lnTo>
                <a:lnTo>
                  <a:pt x="11743" y="6721"/>
                </a:lnTo>
                <a:lnTo>
                  <a:pt x="11719" y="6992"/>
                </a:lnTo>
                <a:lnTo>
                  <a:pt x="11684" y="7251"/>
                </a:lnTo>
                <a:lnTo>
                  <a:pt x="11637" y="7522"/>
                </a:lnTo>
                <a:lnTo>
                  <a:pt x="11578" y="7770"/>
                </a:lnTo>
                <a:lnTo>
                  <a:pt x="11507" y="8029"/>
                </a:lnTo>
                <a:lnTo>
                  <a:pt x="11424" y="8277"/>
                </a:lnTo>
                <a:lnTo>
                  <a:pt x="11330" y="8513"/>
                </a:lnTo>
                <a:lnTo>
                  <a:pt x="11224" y="8748"/>
                </a:lnTo>
                <a:lnTo>
                  <a:pt x="11106" y="8972"/>
                </a:lnTo>
                <a:lnTo>
                  <a:pt x="10976" y="9196"/>
                </a:lnTo>
                <a:lnTo>
                  <a:pt x="10835" y="9409"/>
                </a:lnTo>
                <a:lnTo>
                  <a:pt x="10693" y="9621"/>
                </a:lnTo>
                <a:lnTo>
                  <a:pt x="10528" y="9821"/>
                </a:lnTo>
                <a:lnTo>
                  <a:pt x="10363" y="10010"/>
                </a:lnTo>
                <a:lnTo>
                  <a:pt x="10186" y="10198"/>
                </a:lnTo>
                <a:lnTo>
                  <a:pt x="10010" y="10375"/>
                </a:lnTo>
                <a:lnTo>
                  <a:pt x="9821" y="10540"/>
                </a:lnTo>
                <a:lnTo>
                  <a:pt x="9621" y="10694"/>
                </a:lnTo>
                <a:lnTo>
                  <a:pt x="9408" y="10847"/>
                </a:lnTo>
                <a:lnTo>
                  <a:pt x="9196" y="10988"/>
                </a:lnTo>
                <a:lnTo>
                  <a:pt x="8972" y="11106"/>
                </a:lnTo>
                <a:lnTo>
                  <a:pt x="8736" y="11224"/>
                </a:lnTo>
                <a:lnTo>
                  <a:pt x="8501" y="11330"/>
                </a:lnTo>
                <a:lnTo>
                  <a:pt x="8265" y="11425"/>
                </a:lnTo>
                <a:lnTo>
                  <a:pt x="8017" y="11507"/>
                </a:lnTo>
                <a:lnTo>
                  <a:pt x="7770" y="11590"/>
                </a:lnTo>
                <a:lnTo>
                  <a:pt x="7510" y="11649"/>
                </a:lnTo>
                <a:lnTo>
                  <a:pt x="7251" y="11684"/>
                </a:lnTo>
                <a:lnTo>
                  <a:pt x="6980" y="11719"/>
                </a:lnTo>
                <a:lnTo>
                  <a:pt x="6720" y="11743"/>
                </a:lnTo>
                <a:lnTo>
                  <a:pt x="6437" y="11755"/>
                </a:lnTo>
                <a:lnTo>
                  <a:pt x="6166" y="11743"/>
                </a:lnTo>
                <a:lnTo>
                  <a:pt x="5895" y="11719"/>
                </a:lnTo>
                <a:lnTo>
                  <a:pt x="5636" y="11684"/>
                </a:lnTo>
                <a:lnTo>
                  <a:pt x="5376" y="11649"/>
                </a:lnTo>
                <a:lnTo>
                  <a:pt x="5117" y="11590"/>
                </a:lnTo>
                <a:lnTo>
                  <a:pt x="4869" y="11507"/>
                </a:lnTo>
                <a:lnTo>
                  <a:pt x="4622" y="11425"/>
                </a:lnTo>
                <a:lnTo>
                  <a:pt x="4374" y="11330"/>
                </a:lnTo>
                <a:lnTo>
                  <a:pt x="4138" y="11224"/>
                </a:lnTo>
                <a:lnTo>
                  <a:pt x="3914" y="11106"/>
                </a:lnTo>
                <a:lnTo>
                  <a:pt x="3690" y="10988"/>
                </a:lnTo>
                <a:lnTo>
                  <a:pt x="3478" y="10847"/>
                </a:lnTo>
                <a:lnTo>
                  <a:pt x="3266" y="10694"/>
                </a:lnTo>
                <a:lnTo>
                  <a:pt x="3066" y="10540"/>
                </a:lnTo>
                <a:lnTo>
                  <a:pt x="2877" y="10375"/>
                </a:lnTo>
                <a:lnTo>
                  <a:pt x="2688" y="10198"/>
                </a:lnTo>
                <a:lnTo>
                  <a:pt x="2512" y="10010"/>
                </a:lnTo>
                <a:lnTo>
                  <a:pt x="2347" y="9821"/>
                </a:lnTo>
                <a:lnTo>
                  <a:pt x="2193" y="9621"/>
                </a:lnTo>
                <a:lnTo>
                  <a:pt x="2040" y="9409"/>
                </a:lnTo>
                <a:lnTo>
                  <a:pt x="1910" y="9196"/>
                </a:lnTo>
                <a:lnTo>
                  <a:pt x="1781" y="8972"/>
                </a:lnTo>
                <a:lnTo>
                  <a:pt x="1663" y="8748"/>
                </a:lnTo>
                <a:lnTo>
                  <a:pt x="1557" y="8513"/>
                </a:lnTo>
                <a:lnTo>
                  <a:pt x="1462" y="8277"/>
                </a:lnTo>
                <a:lnTo>
                  <a:pt x="1380" y="8029"/>
                </a:lnTo>
                <a:lnTo>
                  <a:pt x="1309" y="7770"/>
                </a:lnTo>
                <a:lnTo>
                  <a:pt x="1250" y="7522"/>
                </a:lnTo>
                <a:lnTo>
                  <a:pt x="1203" y="7251"/>
                </a:lnTo>
                <a:lnTo>
                  <a:pt x="1168" y="6992"/>
                </a:lnTo>
                <a:lnTo>
                  <a:pt x="1144" y="6721"/>
                </a:lnTo>
                <a:lnTo>
                  <a:pt x="1144" y="6450"/>
                </a:lnTo>
                <a:lnTo>
                  <a:pt x="1144" y="6178"/>
                </a:lnTo>
                <a:lnTo>
                  <a:pt x="1168" y="5907"/>
                </a:lnTo>
                <a:lnTo>
                  <a:pt x="1203" y="5636"/>
                </a:lnTo>
                <a:lnTo>
                  <a:pt x="1250" y="5377"/>
                </a:lnTo>
                <a:lnTo>
                  <a:pt x="1309" y="5117"/>
                </a:lnTo>
                <a:lnTo>
                  <a:pt x="1380" y="4870"/>
                </a:lnTo>
                <a:lnTo>
                  <a:pt x="1462" y="4622"/>
                </a:lnTo>
                <a:lnTo>
                  <a:pt x="1557" y="4386"/>
                </a:lnTo>
                <a:lnTo>
                  <a:pt x="1663" y="4151"/>
                </a:lnTo>
                <a:lnTo>
                  <a:pt x="1781" y="3915"/>
                </a:lnTo>
                <a:lnTo>
                  <a:pt x="1910" y="3703"/>
                </a:lnTo>
                <a:lnTo>
                  <a:pt x="2040" y="3479"/>
                </a:lnTo>
                <a:lnTo>
                  <a:pt x="2193" y="3278"/>
                </a:lnTo>
                <a:lnTo>
                  <a:pt x="2347" y="3078"/>
                </a:lnTo>
                <a:lnTo>
                  <a:pt x="2512" y="2877"/>
                </a:lnTo>
                <a:lnTo>
                  <a:pt x="2688" y="2701"/>
                </a:lnTo>
                <a:lnTo>
                  <a:pt x="2877" y="2524"/>
                </a:lnTo>
                <a:lnTo>
                  <a:pt x="3066" y="2359"/>
                </a:lnTo>
                <a:lnTo>
                  <a:pt x="3266" y="2194"/>
                </a:lnTo>
                <a:lnTo>
                  <a:pt x="3478" y="2052"/>
                </a:lnTo>
                <a:lnTo>
                  <a:pt x="3690" y="1911"/>
                </a:lnTo>
                <a:lnTo>
                  <a:pt x="3914" y="1781"/>
                </a:lnTo>
                <a:lnTo>
                  <a:pt x="4138" y="1663"/>
                </a:lnTo>
                <a:lnTo>
                  <a:pt x="4374" y="1557"/>
                </a:lnTo>
                <a:lnTo>
                  <a:pt x="4622" y="1463"/>
                </a:lnTo>
                <a:lnTo>
                  <a:pt x="4869" y="1380"/>
                </a:lnTo>
                <a:lnTo>
                  <a:pt x="5117" y="1309"/>
                </a:lnTo>
                <a:lnTo>
                  <a:pt x="5376" y="1250"/>
                </a:lnTo>
                <a:lnTo>
                  <a:pt x="5636" y="1203"/>
                </a:lnTo>
                <a:lnTo>
                  <a:pt x="5895" y="1168"/>
                </a:lnTo>
                <a:lnTo>
                  <a:pt x="6166" y="1156"/>
                </a:lnTo>
                <a:lnTo>
                  <a:pt x="6437" y="1144"/>
                </a:lnTo>
                <a:close/>
                <a:moveTo>
                  <a:pt x="6437" y="1"/>
                </a:moveTo>
                <a:lnTo>
                  <a:pt x="6119" y="13"/>
                </a:lnTo>
                <a:lnTo>
                  <a:pt x="5801" y="36"/>
                </a:lnTo>
                <a:lnTo>
                  <a:pt x="5482" y="72"/>
                </a:lnTo>
                <a:lnTo>
                  <a:pt x="5176" y="131"/>
                </a:lnTo>
                <a:lnTo>
                  <a:pt x="4869" y="201"/>
                </a:lnTo>
                <a:lnTo>
                  <a:pt x="4563" y="284"/>
                </a:lnTo>
                <a:lnTo>
                  <a:pt x="4268" y="378"/>
                </a:lnTo>
                <a:lnTo>
                  <a:pt x="3973" y="496"/>
                </a:lnTo>
                <a:lnTo>
                  <a:pt x="3690" y="614"/>
                </a:lnTo>
                <a:lnTo>
                  <a:pt x="3408" y="755"/>
                </a:lnTo>
                <a:lnTo>
                  <a:pt x="3136" y="920"/>
                </a:lnTo>
                <a:lnTo>
                  <a:pt x="2865" y="1085"/>
                </a:lnTo>
                <a:lnTo>
                  <a:pt x="2606" y="1262"/>
                </a:lnTo>
                <a:lnTo>
                  <a:pt x="2358" y="1463"/>
                </a:lnTo>
                <a:lnTo>
                  <a:pt x="2123" y="1675"/>
                </a:lnTo>
                <a:lnTo>
                  <a:pt x="1887" y="1887"/>
                </a:lnTo>
                <a:lnTo>
                  <a:pt x="1663" y="2123"/>
                </a:lnTo>
                <a:lnTo>
                  <a:pt x="1451" y="2370"/>
                </a:lnTo>
                <a:lnTo>
                  <a:pt x="1262" y="2618"/>
                </a:lnTo>
                <a:lnTo>
                  <a:pt x="1073" y="2877"/>
                </a:lnTo>
                <a:lnTo>
                  <a:pt x="908" y="3137"/>
                </a:lnTo>
                <a:lnTo>
                  <a:pt x="755" y="3420"/>
                </a:lnTo>
                <a:lnTo>
                  <a:pt x="613" y="3691"/>
                </a:lnTo>
                <a:lnTo>
                  <a:pt x="484" y="3986"/>
                </a:lnTo>
                <a:lnTo>
                  <a:pt x="378" y="4269"/>
                </a:lnTo>
                <a:lnTo>
                  <a:pt x="272" y="4575"/>
                </a:lnTo>
                <a:lnTo>
                  <a:pt x="189" y="4870"/>
                </a:lnTo>
                <a:lnTo>
                  <a:pt x="118" y="5176"/>
                </a:lnTo>
                <a:lnTo>
                  <a:pt x="71" y="5495"/>
                </a:lnTo>
                <a:lnTo>
                  <a:pt x="24" y="5813"/>
                </a:lnTo>
                <a:lnTo>
                  <a:pt x="12" y="6131"/>
                </a:lnTo>
                <a:lnTo>
                  <a:pt x="0" y="6450"/>
                </a:lnTo>
                <a:lnTo>
                  <a:pt x="12" y="6768"/>
                </a:lnTo>
                <a:lnTo>
                  <a:pt x="24" y="7086"/>
                </a:lnTo>
                <a:lnTo>
                  <a:pt x="71" y="7404"/>
                </a:lnTo>
                <a:lnTo>
                  <a:pt x="118" y="7711"/>
                </a:lnTo>
                <a:lnTo>
                  <a:pt x="189" y="8017"/>
                </a:lnTo>
                <a:lnTo>
                  <a:pt x="272" y="8324"/>
                </a:lnTo>
                <a:lnTo>
                  <a:pt x="378" y="8619"/>
                </a:lnTo>
                <a:lnTo>
                  <a:pt x="484" y="8913"/>
                </a:lnTo>
                <a:lnTo>
                  <a:pt x="613" y="9196"/>
                </a:lnTo>
                <a:lnTo>
                  <a:pt x="755" y="9479"/>
                </a:lnTo>
                <a:lnTo>
                  <a:pt x="908" y="9750"/>
                </a:lnTo>
                <a:lnTo>
                  <a:pt x="1073" y="10022"/>
                </a:lnTo>
                <a:lnTo>
                  <a:pt x="1262" y="10281"/>
                </a:lnTo>
                <a:lnTo>
                  <a:pt x="1451" y="10529"/>
                </a:lnTo>
                <a:lnTo>
                  <a:pt x="1663" y="10776"/>
                </a:lnTo>
                <a:lnTo>
                  <a:pt x="1887" y="11000"/>
                </a:lnTo>
                <a:lnTo>
                  <a:pt x="2123" y="11224"/>
                </a:lnTo>
                <a:lnTo>
                  <a:pt x="2358" y="11436"/>
                </a:lnTo>
                <a:lnTo>
                  <a:pt x="2606" y="11625"/>
                </a:lnTo>
                <a:lnTo>
                  <a:pt x="2865" y="11814"/>
                </a:lnTo>
                <a:lnTo>
                  <a:pt x="3136" y="11979"/>
                </a:lnTo>
                <a:lnTo>
                  <a:pt x="3408" y="12132"/>
                </a:lnTo>
                <a:lnTo>
                  <a:pt x="3690" y="12273"/>
                </a:lnTo>
                <a:lnTo>
                  <a:pt x="3973" y="12403"/>
                </a:lnTo>
                <a:lnTo>
                  <a:pt x="4268" y="12521"/>
                </a:lnTo>
                <a:lnTo>
                  <a:pt x="4563" y="12615"/>
                </a:lnTo>
                <a:lnTo>
                  <a:pt x="4869" y="12698"/>
                </a:lnTo>
                <a:lnTo>
                  <a:pt x="5176" y="12769"/>
                </a:lnTo>
                <a:lnTo>
                  <a:pt x="5482" y="12827"/>
                </a:lnTo>
                <a:lnTo>
                  <a:pt x="5801" y="12863"/>
                </a:lnTo>
                <a:lnTo>
                  <a:pt x="6119" y="12886"/>
                </a:lnTo>
                <a:lnTo>
                  <a:pt x="6697" y="12886"/>
                </a:lnTo>
                <a:lnTo>
                  <a:pt x="6944" y="12875"/>
                </a:lnTo>
                <a:lnTo>
                  <a:pt x="7180" y="12851"/>
                </a:lnTo>
                <a:lnTo>
                  <a:pt x="7428" y="12816"/>
                </a:lnTo>
                <a:lnTo>
                  <a:pt x="7675" y="12780"/>
                </a:lnTo>
                <a:lnTo>
                  <a:pt x="7911" y="12721"/>
                </a:lnTo>
                <a:lnTo>
                  <a:pt x="8147" y="12662"/>
                </a:lnTo>
                <a:lnTo>
                  <a:pt x="8383" y="12592"/>
                </a:lnTo>
                <a:lnTo>
                  <a:pt x="8607" y="12521"/>
                </a:lnTo>
                <a:lnTo>
                  <a:pt x="8842" y="12438"/>
                </a:lnTo>
                <a:lnTo>
                  <a:pt x="9066" y="12344"/>
                </a:lnTo>
                <a:lnTo>
                  <a:pt x="9279" y="12238"/>
                </a:lnTo>
                <a:lnTo>
                  <a:pt x="9503" y="12120"/>
                </a:lnTo>
                <a:lnTo>
                  <a:pt x="9715" y="12002"/>
                </a:lnTo>
                <a:lnTo>
                  <a:pt x="9915" y="11873"/>
                </a:lnTo>
                <a:lnTo>
                  <a:pt x="10116" y="11743"/>
                </a:lnTo>
                <a:lnTo>
                  <a:pt x="13535" y="15150"/>
                </a:lnTo>
                <a:lnTo>
                  <a:pt x="15150" y="13535"/>
                </a:lnTo>
                <a:lnTo>
                  <a:pt x="11731" y="10128"/>
                </a:lnTo>
                <a:lnTo>
                  <a:pt x="11872" y="9927"/>
                </a:lnTo>
                <a:lnTo>
                  <a:pt x="12002" y="9715"/>
                </a:lnTo>
                <a:lnTo>
                  <a:pt x="12120" y="9503"/>
                </a:lnTo>
                <a:lnTo>
                  <a:pt x="12226" y="9291"/>
                </a:lnTo>
                <a:lnTo>
                  <a:pt x="12332" y="9067"/>
                </a:lnTo>
                <a:lnTo>
                  <a:pt x="12426" y="8843"/>
                </a:lnTo>
                <a:lnTo>
                  <a:pt x="12509" y="8619"/>
                </a:lnTo>
                <a:lnTo>
                  <a:pt x="12591" y="8383"/>
                </a:lnTo>
                <a:lnTo>
                  <a:pt x="12662" y="8147"/>
                </a:lnTo>
                <a:lnTo>
                  <a:pt x="12721" y="7911"/>
                </a:lnTo>
                <a:lnTo>
                  <a:pt x="12768" y="7676"/>
                </a:lnTo>
                <a:lnTo>
                  <a:pt x="12815" y="7440"/>
                </a:lnTo>
                <a:lnTo>
                  <a:pt x="12839" y="7192"/>
                </a:lnTo>
                <a:lnTo>
                  <a:pt x="12863" y="6945"/>
                </a:lnTo>
                <a:lnTo>
                  <a:pt x="12886" y="6697"/>
                </a:lnTo>
                <a:lnTo>
                  <a:pt x="12886" y="6450"/>
                </a:lnTo>
                <a:lnTo>
                  <a:pt x="12874" y="6131"/>
                </a:lnTo>
                <a:lnTo>
                  <a:pt x="12851" y="5813"/>
                </a:lnTo>
                <a:lnTo>
                  <a:pt x="12815" y="5495"/>
                </a:lnTo>
                <a:lnTo>
                  <a:pt x="12756" y="5176"/>
                </a:lnTo>
                <a:lnTo>
                  <a:pt x="12698" y="4870"/>
                </a:lnTo>
                <a:lnTo>
                  <a:pt x="12615" y="4575"/>
                </a:lnTo>
                <a:lnTo>
                  <a:pt x="12509" y="4269"/>
                </a:lnTo>
                <a:lnTo>
                  <a:pt x="12403" y="3986"/>
                </a:lnTo>
                <a:lnTo>
                  <a:pt x="12273" y="3691"/>
                </a:lnTo>
                <a:lnTo>
                  <a:pt x="12132" y="3420"/>
                </a:lnTo>
                <a:lnTo>
                  <a:pt x="11978" y="3137"/>
                </a:lnTo>
                <a:lnTo>
                  <a:pt x="11802" y="2877"/>
                </a:lnTo>
                <a:lnTo>
                  <a:pt x="11625" y="2618"/>
                </a:lnTo>
                <a:lnTo>
                  <a:pt x="11424" y="2370"/>
                </a:lnTo>
                <a:lnTo>
                  <a:pt x="11224" y="2123"/>
                </a:lnTo>
                <a:lnTo>
                  <a:pt x="11000" y="1887"/>
                </a:lnTo>
                <a:lnTo>
                  <a:pt x="10764" y="1675"/>
                </a:lnTo>
                <a:lnTo>
                  <a:pt x="10528" y="1463"/>
                </a:lnTo>
                <a:lnTo>
                  <a:pt x="10269" y="1262"/>
                </a:lnTo>
                <a:lnTo>
                  <a:pt x="10010" y="1085"/>
                </a:lnTo>
                <a:lnTo>
                  <a:pt x="9750" y="920"/>
                </a:lnTo>
                <a:lnTo>
                  <a:pt x="9479" y="755"/>
                </a:lnTo>
                <a:lnTo>
                  <a:pt x="9196" y="614"/>
                </a:lnTo>
                <a:lnTo>
                  <a:pt x="8913" y="496"/>
                </a:lnTo>
                <a:lnTo>
                  <a:pt x="8618" y="378"/>
                </a:lnTo>
                <a:lnTo>
                  <a:pt x="8324" y="284"/>
                </a:lnTo>
                <a:lnTo>
                  <a:pt x="8017" y="201"/>
                </a:lnTo>
                <a:lnTo>
                  <a:pt x="7711" y="131"/>
                </a:lnTo>
                <a:lnTo>
                  <a:pt x="7392" y="72"/>
                </a:lnTo>
                <a:lnTo>
                  <a:pt x="7086" y="36"/>
                </a:lnTo>
                <a:lnTo>
                  <a:pt x="6768" y="13"/>
                </a:lnTo>
                <a:lnTo>
                  <a:pt x="643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62" name="Google Shape;3762;p176"/>
          <p:cNvSpPr/>
          <p:nvPr/>
        </p:nvSpPr>
        <p:spPr>
          <a:xfrm>
            <a:off x="6131998" y="2963481"/>
            <a:ext cx="151727" cy="151727"/>
          </a:xfrm>
          <a:custGeom>
            <a:avLst/>
            <a:gdLst/>
            <a:ahLst/>
            <a:cxnLst/>
            <a:rect l="l" t="t" r="r" b="b"/>
            <a:pathLst>
              <a:path w="15150" h="15150" extrusionOk="0">
                <a:moveTo>
                  <a:pt x="6437" y="1144"/>
                </a:moveTo>
                <a:lnTo>
                  <a:pt x="6720" y="1156"/>
                </a:lnTo>
                <a:lnTo>
                  <a:pt x="6980" y="1168"/>
                </a:lnTo>
                <a:lnTo>
                  <a:pt x="7251" y="1203"/>
                </a:lnTo>
                <a:lnTo>
                  <a:pt x="7510" y="1250"/>
                </a:lnTo>
                <a:lnTo>
                  <a:pt x="7770" y="1309"/>
                </a:lnTo>
                <a:lnTo>
                  <a:pt x="8017" y="1380"/>
                </a:lnTo>
                <a:lnTo>
                  <a:pt x="8265" y="1463"/>
                </a:lnTo>
                <a:lnTo>
                  <a:pt x="8501" y="1557"/>
                </a:lnTo>
                <a:lnTo>
                  <a:pt x="8736" y="1663"/>
                </a:lnTo>
                <a:lnTo>
                  <a:pt x="8972" y="1781"/>
                </a:lnTo>
                <a:lnTo>
                  <a:pt x="9196" y="1911"/>
                </a:lnTo>
                <a:lnTo>
                  <a:pt x="9408" y="2052"/>
                </a:lnTo>
                <a:lnTo>
                  <a:pt x="9621" y="2194"/>
                </a:lnTo>
                <a:lnTo>
                  <a:pt x="9821" y="2359"/>
                </a:lnTo>
                <a:lnTo>
                  <a:pt x="10010" y="2524"/>
                </a:lnTo>
                <a:lnTo>
                  <a:pt x="10186" y="2701"/>
                </a:lnTo>
                <a:lnTo>
                  <a:pt x="10363" y="2877"/>
                </a:lnTo>
                <a:lnTo>
                  <a:pt x="10528" y="3078"/>
                </a:lnTo>
                <a:lnTo>
                  <a:pt x="10693" y="3278"/>
                </a:lnTo>
                <a:lnTo>
                  <a:pt x="10835" y="3479"/>
                </a:lnTo>
                <a:lnTo>
                  <a:pt x="10976" y="3703"/>
                </a:lnTo>
                <a:lnTo>
                  <a:pt x="11106" y="3915"/>
                </a:lnTo>
                <a:lnTo>
                  <a:pt x="11224" y="4151"/>
                </a:lnTo>
                <a:lnTo>
                  <a:pt x="11330" y="4386"/>
                </a:lnTo>
                <a:lnTo>
                  <a:pt x="11424" y="4622"/>
                </a:lnTo>
                <a:lnTo>
                  <a:pt x="11507" y="4870"/>
                </a:lnTo>
                <a:lnTo>
                  <a:pt x="11578" y="5117"/>
                </a:lnTo>
                <a:lnTo>
                  <a:pt x="11637" y="5377"/>
                </a:lnTo>
                <a:lnTo>
                  <a:pt x="11684" y="5636"/>
                </a:lnTo>
                <a:lnTo>
                  <a:pt x="11719" y="5907"/>
                </a:lnTo>
                <a:lnTo>
                  <a:pt x="11743" y="6178"/>
                </a:lnTo>
                <a:lnTo>
                  <a:pt x="11743" y="6450"/>
                </a:lnTo>
                <a:lnTo>
                  <a:pt x="11743" y="6721"/>
                </a:lnTo>
                <a:lnTo>
                  <a:pt x="11719" y="6992"/>
                </a:lnTo>
                <a:lnTo>
                  <a:pt x="11684" y="7251"/>
                </a:lnTo>
                <a:lnTo>
                  <a:pt x="11637" y="7522"/>
                </a:lnTo>
                <a:lnTo>
                  <a:pt x="11578" y="7770"/>
                </a:lnTo>
                <a:lnTo>
                  <a:pt x="11507" y="8029"/>
                </a:lnTo>
                <a:lnTo>
                  <a:pt x="11424" y="8277"/>
                </a:lnTo>
                <a:lnTo>
                  <a:pt x="11330" y="8513"/>
                </a:lnTo>
                <a:lnTo>
                  <a:pt x="11224" y="8748"/>
                </a:lnTo>
                <a:lnTo>
                  <a:pt x="11106" y="8972"/>
                </a:lnTo>
                <a:lnTo>
                  <a:pt x="10976" y="9196"/>
                </a:lnTo>
                <a:lnTo>
                  <a:pt x="10835" y="9409"/>
                </a:lnTo>
                <a:lnTo>
                  <a:pt x="10693" y="9621"/>
                </a:lnTo>
                <a:lnTo>
                  <a:pt x="10528" y="9821"/>
                </a:lnTo>
                <a:lnTo>
                  <a:pt x="10363" y="10010"/>
                </a:lnTo>
                <a:lnTo>
                  <a:pt x="10186" y="10198"/>
                </a:lnTo>
                <a:lnTo>
                  <a:pt x="10010" y="10375"/>
                </a:lnTo>
                <a:lnTo>
                  <a:pt x="9821" y="10540"/>
                </a:lnTo>
                <a:lnTo>
                  <a:pt x="9621" y="10694"/>
                </a:lnTo>
                <a:lnTo>
                  <a:pt x="9408" y="10847"/>
                </a:lnTo>
                <a:lnTo>
                  <a:pt x="9196" y="10988"/>
                </a:lnTo>
                <a:lnTo>
                  <a:pt x="8972" y="11106"/>
                </a:lnTo>
                <a:lnTo>
                  <a:pt x="8736" y="11224"/>
                </a:lnTo>
                <a:lnTo>
                  <a:pt x="8501" y="11330"/>
                </a:lnTo>
                <a:lnTo>
                  <a:pt x="8265" y="11425"/>
                </a:lnTo>
                <a:lnTo>
                  <a:pt x="8017" y="11507"/>
                </a:lnTo>
                <a:lnTo>
                  <a:pt x="7770" y="11590"/>
                </a:lnTo>
                <a:lnTo>
                  <a:pt x="7510" y="11649"/>
                </a:lnTo>
                <a:lnTo>
                  <a:pt x="7251" y="11684"/>
                </a:lnTo>
                <a:lnTo>
                  <a:pt x="6980" y="11719"/>
                </a:lnTo>
                <a:lnTo>
                  <a:pt x="6720" y="11743"/>
                </a:lnTo>
                <a:lnTo>
                  <a:pt x="6437" y="11755"/>
                </a:lnTo>
                <a:lnTo>
                  <a:pt x="6166" y="11743"/>
                </a:lnTo>
                <a:lnTo>
                  <a:pt x="5895" y="11719"/>
                </a:lnTo>
                <a:lnTo>
                  <a:pt x="5636" y="11684"/>
                </a:lnTo>
                <a:lnTo>
                  <a:pt x="5376" y="11649"/>
                </a:lnTo>
                <a:lnTo>
                  <a:pt x="5117" y="11590"/>
                </a:lnTo>
                <a:lnTo>
                  <a:pt x="4869" y="11507"/>
                </a:lnTo>
                <a:lnTo>
                  <a:pt x="4622" y="11425"/>
                </a:lnTo>
                <a:lnTo>
                  <a:pt x="4374" y="11330"/>
                </a:lnTo>
                <a:lnTo>
                  <a:pt x="4138" y="11224"/>
                </a:lnTo>
                <a:lnTo>
                  <a:pt x="3914" y="11106"/>
                </a:lnTo>
                <a:lnTo>
                  <a:pt x="3690" y="10988"/>
                </a:lnTo>
                <a:lnTo>
                  <a:pt x="3478" y="10847"/>
                </a:lnTo>
                <a:lnTo>
                  <a:pt x="3266" y="10694"/>
                </a:lnTo>
                <a:lnTo>
                  <a:pt x="3066" y="10540"/>
                </a:lnTo>
                <a:lnTo>
                  <a:pt x="2877" y="10375"/>
                </a:lnTo>
                <a:lnTo>
                  <a:pt x="2688" y="10198"/>
                </a:lnTo>
                <a:lnTo>
                  <a:pt x="2512" y="10010"/>
                </a:lnTo>
                <a:lnTo>
                  <a:pt x="2347" y="9821"/>
                </a:lnTo>
                <a:lnTo>
                  <a:pt x="2193" y="9621"/>
                </a:lnTo>
                <a:lnTo>
                  <a:pt x="2040" y="9409"/>
                </a:lnTo>
                <a:lnTo>
                  <a:pt x="1910" y="9196"/>
                </a:lnTo>
                <a:lnTo>
                  <a:pt x="1781" y="8972"/>
                </a:lnTo>
                <a:lnTo>
                  <a:pt x="1663" y="8748"/>
                </a:lnTo>
                <a:lnTo>
                  <a:pt x="1557" y="8513"/>
                </a:lnTo>
                <a:lnTo>
                  <a:pt x="1462" y="8277"/>
                </a:lnTo>
                <a:lnTo>
                  <a:pt x="1380" y="8029"/>
                </a:lnTo>
                <a:lnTo>
                  <a:pt x="1309" y="7770"/>
                </a:lnTo>
                <a:lnTo>
                  <a:pt x="1250" y="7522"/>
                </a:lnTo>
                <a:lnTo>
                  <a:pt x="1203" y="7251"/>
                </a:lnTo>
                <a:lnTo>
                  <a:pt x="1168" y="6992"/>
                </a:lnTo>
                <a:lnTo>
                  <a:pt x="1144" y="6721"/>
                </a:lnTo>
                <a:lnTo>
                  <a:pt x="1144" y="6450"/>
                </a:lnTo>
                <a:lnTo>
                  <a:pt x="1144" y="6178"/>
                </a:lnTo>
                <a:lnTo>
                  <a:pt x="1168" y="5907"/>
                </a:lnTo>
                <a:lnTo>
                  <a:pt x="1203" y="5636"/>
                </a:lnTo>
                <a:lnTo>
                  <a:pt x="1250" y="5377"/>
                </a:lnTo>
                <a:lnTo>
                  <a:pt x="1309" y="5117"/>
                </a:lnTo>
                <a:lnTo>
                  <a:pt x="1380" y="4870"/>
                </a:lnTo>
                <a:lnTo>
                  <a:pt x="1462" y="4622"/>
                </a:lnTo>
                <a:lnTo>
                  <a:pt x="1557" y="4386"/>
                </a:lnTo>
                <a:lnTo>
                  <a:pt x="1663" y="4151"/>
                </a:lnTo>
                <a:lnTo>
                  <a:pt x="1781" y="3915"/>
                </a:lnTo>
                <a:lnTo>
                  <a:pt x="1910" y="3703"/>
                </a:lnTo>
                <a:lnTo>
                  <a:pt x="2040" y="3479"/>
                </a:lnTo>
                <a:lnTo>
                  <a:pt x="2193" y="3278"/>
                </a:lnTo>
                <a:lnTo>
                  <a:pt x="2347" y="3078"/>
                </a:lnTo>
                <a:lnTo>
                  <a:pt x="2512" y="2877"/>
                </a:lnTo>
                <a:lnTo>
                  <a:pt x="2688" y="2701"/>
                </a:lnTo>
                <a:lnTo>
                  <a:pt x="2877" y="2524"/>
                </a:lnTo>
                <a:lnTo>
                  <a:pt x="3066" y="2359"/>
                </a:lnTo>
                <a:lnTo>
                  <a:pt x="3266" y="2194"/>
                </a:lnTo>
                <a:lnTo>
                  <a:pt x="3478" y="2052"/>
                </a:lnTo>
                <a:lnTo>
                  <a:pt x="3690" y="1911"/>
                </a:lnTo>
                <a:lnTo>
                  <a:pt x="3914" y="1781"/>
                </a:lnTo>
                <a:lnTo>
                  <a:pt x="4138" y="1663"/>
                </a:lnTo>
                <a:lnTo>
                  <a:pt x="4374" y="1557"/>
                </a:lnTo>
                <a:lnTo>
                  <a:pt x="4622" y="1463"/>
                </a:lnTo>
                <a:lnTo>
                  <a:pt x="4869" y="1380"/>
                </a:lnTo>
                <a:lnTo>
                  <a:pt x="5117" y="1309"/>
                </a:lnTo>
                <a:lnTo>
                  <a:pt x="5376" y="1250"/>
                </a:lnTo>
                <a:lnTo>
                  <a:pt x="5636" y="1203"/>
                </a:lnTo>
                <a:lnTo>
                  <a:pt x="5895" y="1168"/>
                </a:lnTo>
                <a:lnTo>
                  <a:pt x="6166" y="1156"/>
                </a:lnTo>
                <a:lnTo>
                  <a:pt x="6437" y="1144"/>
                </a:lnTo>
                <a:close/>
                <a:moveTo>
                  <a:pt x="6437" y="1"/>
                </a:moveTo>
                <a:lnTo>
                  <a:pt x="6119" y="13"/>
                </a:lnTo>
                <a:lnTo>
                  <a:pt x="5801" y="36"/>
                </a:lnTo>
                <a:lnTo>
                  <a:pt x="5482" y="72"/>
                </a:lnTo>
                <a:lnTo>
                  <a:pt x="5176" y="131"/>
                </a:lnTo>
                <a:lnTo>
                  <a:pt x="4869" y="201"/>
                </a:lnTo>
                <a:lnTo>
                  <a:pt x="4563" y="284"/>
                </a:lnTo>
                <a:lnTo>
                  <a:pt x="4268" y="378"/>
                </a:lnTo>
                <a:lnTo>
                  <a:pt x="3973" y="496"/>
                </a:lnTo>
                <a:lnTo>
                  <a:pt x="3690" y="614"/>
                </a:lnTo>
                <a:lnTo>
                  <a:pt x="3408" y="755"/>
                </a:lnTo>
                <a:lnTo>
                  <a:pt x="3136" y="920"/>
                </a:lnTo>
                <a:lnTo>
                  <a:pt x="2865" y="1085"/>
                </a:lnTo>
                <a:lnTo>
                  <a:pt x="2606" y="1262"/>
                </a:lnTo>
                <a:lnTo>
                  <a:pt x="2358" y="1463"/>
                </a:lnTo>
                <a:lnTo>
                  <a:pt x="2123" y="1675"/>
                </a:lnTo>
                <a:lnTo>
                  <a:pt x="1887" y="1887"/>
                </a:lnTo>
                <a:lnTo>
                  <a:pt x="1663" y="2123"/>
                </a:lnTo>
                <a:lnTo>
                  <a:pt x="1451" y="2370"/>
                </a:lnTo>
                <a:lnTo>
                  <a:pt x="1262" y="2618"/>
                </a:lnTo>
                <a:lnTo>
                  <a:pt x="1073" y="2877"/>
                </a:lnTo>
                <a:lnTo>
                  <a:pt x="908" y="3137"/>
                </a:lnTo>
                <a:lnTo>
                  <a:pt x="755" y="3420"/>
                </a:lnTo>
                <a:lnTo>
                  <a:pt x="613" y="3691"/>
                </a:lnTo>
                <a:lnTo>
                  <a:pt x="484" y="3986"/>
                </a:lnTo>
                <a:lnTo>
                  <a:pt x="378" y="4269"/>
                </a:lnTo>
                <a:lnTo>
                  <a:pt x="272" y="4575"/>
                </a:lnTo>
                <a:lnTo>
                  <a:pt x="189" y="4870"/>
                </a:lnTo>
                <a:lnTo>
                  <a:pt x="118" y="5176"/>
                </a:lnTo>
                <a:lnTo>
                  <a:pt x="71" y="5495"/>
                </a:lnTo>
                <a:lnTo>
                  <a:pt x="24" y="5813"/>
                </a:lnTo>
                <a:lnTo>
                  <a:pt x="12" y="6131"/>
                </a:lnTo>
                <a:lnTo>
                  <a:pt x="0" y="6450"/>
                </a:lnTo>
                <a:lnTo>
                  <a:pt x="12" y="6768"/>
                </a:lnTo>
                <a:lnTo>
                  <a:pt x="24" y="7086"/>
                </a:lnTo>
                <a:lnTo>
                  <a:pt x="71" y="7404"/>
                </a:lnTo>
                <a:lnTo>
                  <a:pt x="118" y="7711"/>
                </a:lnTo>
                <a:lnTo>
                  <a:pt x="189" y="8017"/>
                </a:lnTo>
                <a:lnTo>
                  <a:pt x="272" y="8324"/>
                </a:lnTo>
                <a:lnTo>
                  <a:pt x="378" y="8619"/>
                </a:lnTo>
                <a:lnTo>
                  <a:pt x="484" y="8913"/>
                </a:lnTo>
                <a:lnTo>
                  <a:pt x="613" y="9196"/>
                </a:lnTo>
                <a:lnTo>
                  <a:pt x="755" y="9479"/>
                </a:lnTo>
                <a:lnTo>
                  <a:pt x="908" y="9750"/>
                </a:lnTo>
                <a:lnTo>
                  <a:pt x="1073" y="10022"/>
                </a:lnTo>
                <a:lnTo>
                  <a:pt x="1262" y="10281"/>
                </a:lnTo>
                <a:lnTo>
                  <a:pt x="1451" y="10529"/>
                </a:lnTo>
                <a:lnTo>
                  <a:pt x="1663" y="10776"/>
                </a:lnTo>
                <a:lnTo>
                  <a:pt x="1887" y="11000"/>
                </a:lnTo>
                <a:lnTo>
                  <a:pt x="2123" y="11224"/>
                </a:lnTo>
                <a:lnTo>
                  <a:pt x="2358" y="11436"/>
                </a:lnTo>
                <a:lnTo>
                  <a:pt x="2606" y="11625"/>
                </a:lnTo>
                <a:lnTo>
                  <a:pt x="2865" y="11814"/>
                </a:lnTo>
                <a:lnTo>
                  <a:pt x="3136" y="11979"/>
                </a:lnTo>
                <a:lnTo>
                  <a:pt x="3408" y="12132"/>
                </a:lnTo>
                <a:lnTo>
                  <a:pt x="3690" y="12273"/>
                </a:lnTo>
                <a:lnTo>
                  <a:pt x="3973" y="12403"/>
                </a:lnTo>
                <a:lnTo>
                  <a:pt x="4268" y="12521"/>
                </a:lnTo>
                <a:lnTo>
                  <a:pt x="4563" y="12615"/>
                </a:lnTo>
                <a:lnTo>
                  <a:pt x="4869" y="12698"/>
                </a:lnTo>
                <a:lnTo>
                  <a:pt x="5176" y="12769"/>
                </a:lnTo>
                <a:lnTo>
                  <a:pt x="5482" y="12827"/>
                </a:lnTo>
                <a:lnTo>
                  <a:pt x="5801" y="12863"/>
                </a:lnTo>
                <a:lnTo>
                  <a:pt x="6119" y="12886"/>
                </a:lnTo>
                <a:lnTo>
                  <a:pt x="6697" y="12886"/>
                </a:lnTo>
                <a:lnTo>
                  <a:pt x="6944" y="12875"/>
                </a:lnTo>
                <a:lnTo>
                  <a:pt x="7180" y="12851"/>
                </a:lnTo>
                <a:lnTo>
                  <a:pt x="7428" y="12816"/>
                </a:lnTo>
                <a:lnTo>
                  <a:pt x="7675" y="12780"/>
                </a:lnTo>
                <a:lnTo>
                  <a:pt x="7911" y="12721"/>
                </a:lnTo>
                <a:lnTo>
                  <a:pt x="8147" y="12662"/>
                </a:lnTo>
                <a:lnTo>
                  <a:pt x="8383" y="12592"/>
                </a:lnTo>
                <a:lnTo>
                  <a:pt x="8607" y="12521"/>
                </a:lnTo>
                <a:lnTo>
                  <a:pt x="8842" y="12438"/>
                </a:lnTo>
                <a:lnTo>
                  <a:pt x="9066" y="12344"/>
                </a:lnTo>
                <a:lnTo>
                  <a:pt x="9279" y="12238"/>
                </a:lnTo>
                <a:lnTo>
                  <a:pt x="9503" y="12120"/>
                </a:lnTo>
                <a:lnTo>
                  <a:pt x="9715" y="12002"/>
                </a:lnTo>
                <a:lnTo>
                  <a:pt x="9915" y="11873"/>
                </a:lnTo>
                <a:lnTo>
                  <a:pt x="10116" y="11743"/>
                </a:lnTo>
                <a:lnTo>
                  <a:pt x="13535" y="15150"/>
                </a:lnTo>
                <a:lnTo>
                  <a:pt x="15150" y="13535"/>
                </a:lnTo>
                <a:lnTo>
                  <a:pt x="11731" y="10128"/>
                </a:lnTo>
                <a:lnTo>
                  <a:pt x="11872" y="9927"/>
                </a:lnTo>
                <a:lnTo>
                  <a:pt x="12002" y="9715"/>
                </a:lnTo>
                <a:lnTo>
                  <a:pt x="12120" y="9503"/>
                </a:lnTo>
                <a:lnTo>
                  <a:pt x="12226" y="9291"/>
                </a:lnTo>
                <a:lnTo>
                  <a:pt x="12332" y="9067"/>
                </a:lnTo>
                <a:lnTo>
                  <a:pt x="12426" y="8843"/>
                </a:lnTo>
                <a:lnTo>
                  <a:pt x="12509" y="8619"/>
                </a:lnTo>
                <a:lnTo>
                  <a:pt x="12591" y="8383"/>
                </a:lnTo>
                <a:lnTo>
                  <a:pt x="12662" y="8147"/>
                </a:lnTo>
                <a:lnTo>
                  <a:pt x="12721" y="7911"/>
                </a:lnTo>
                <a:lnTo>
                  <a:pt x="12768" y="7676"/>
                </a:lnTo>
                <a:lnTo>
                  <a:pt x="12815" y="7440"/>
                </a:lnTo>
                <a:lnTo>
                  <a:pt x="12839" y="7192"/>
                </a:lnTo>
                <a:lnTo>
                  <a:pt x="12863" y="6945"/>
                </a:lnTo>
                <a:lnTo>
                  <a:pt x="12886" y="6697"/>
                </a:lnTo>
                <a:lnTo>
                  <a:pt x="12886" y="6450"/>
                </a:lnTo>
                <a:lnTo>
                  <a:pt x="12874" y="6131"/>
                </a:lnTo>
                <a:lnTo>
                  <a:pt x="12851" y="5813"/>
                </a:lnTo>
                <a:lnTo>
                  <a:pt x="12815" y="5495"/>
                </a:lnTo>
                <a:lnTo>
                  <a:pt x="12756" y="5176"/>
                </a:lnTo>
                <a:lnTo>
                  <a:pt x="12698" y="4870"/>
                </a:lnTo>
                <a:lnTo>
                  <a:pt x="12615" y="4575"/>
                </a:lnTo>
                <a:lnTo>
                  <a:pt x="12509" y="4269"/>
                </a:lnTo>
                <a:lnTo>
                  <a:pt x="12403" y="3986"/>
                </a:lnTo>
                <a:lnTo>
                  <a:pt x="12273" y="3691"/>
                </a:lnTo>
                <a:lnTo>
                  <a:pt x="12132" y="3420"/>
                </a:lnTo>
                <a:lnTo>
                  <a:pt x="11978" y="3137"/>
                </a:lnTo>
                <a:lnTo>
                  <a:pt x="11802" y="2877"/>
                </a:lnTo>
                <a:lnTo>
                  <a:pt x="11625" y="2618"/>
                </a:lnTo>
                <a:lnTo>
                  <a:pt x="11424" y="2370"/>
                </a:lnTo>
                <a:lnTo>
                  <a:pt x="11224" y="2123"/>
                </a:lnTo>
                <a:lnTo>
                  <a:pt x="11000" y="1887"/>
                </a:lnTo>
                <a:lnTo>
                  <a:pt x="10764" y="1675"/>
                </a:lnTo>
                <a:lnTo>
                  <a:pt x="10528" y="1463"/>
                </a:lnTo>
                <a:lnTo>
                  <a:pt x="10269" y="1262"/>
                </a:lnTo>
                <a:lnTo>
                  <a:pt x="10010" y="1085"/>
                </a:lnTo>
                <a:lnTo>
                  <a:pt x="9750" y="920"/>
                </a:lnTo>
                <a:lnTo>
                  <a:pt x="9479" y="755"/>
                </a:lnTo>
                <a:lnTo>
                  <a:pt x="9196" y="614"/>
                </a:lnTo>
                <a:lnTo>
                  <a:pt x="8913" y="496"/>
                </a:lnTo>
                <a:lnTo>
                  <a:pt x="8618" y="378"/>
                </a:lnTo>
                <a:lnTo>
                  <a:pt x="8324" y="284"/>
                </a:lnTo>
                <a:lnTo>
                  <a:pt x="8017" y="201"/>
                </a:lnTo>
                <a:lnTo>
                  <a:pt x="7711" y="131"/>
                </a:lnTo>
                <a:lnTo>
                  <a:pt x="7392" y="72"/>
                </a:lnTo>
                <a:lnTo>
                  <a:pt x="7086" y="36"/>
                </a:lnTo>
                <a:lnTo>
                  <a:pt x="6768" y="13"/>
                </a:lnTo>
                <a:lnTo>
                  <a:pt x="643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63" name="Google Shape;3763;p176"/>
          <p:cNvSpPr/>
          <p:nvPr/>
        </p:nvSpPr>
        <p:spPr>
          <a:xfrm>
            <a:off x="6131998" y="4026831"/>
            <a:ext cx="151727" cy="151727"/>
          </a:xfrm>
          <a:custGeom>
            <a:avLst/>
            <a:gdLst/>
            <a:ahLst/>
            <a:cxnLst/>
            <a:rect l="l" t="t" r="r" b="b"/>
            <a:pathLst>
              <a:path w="15150" h="15150" extrusionOk="0">
                <a:moveTo>
                  <a:pt x="6437" y="1144"/>
                </a:moveTo>
                <a:lnTo>
                  <a:pt x="6720" y="1156"/>
                </a:lnTo>
                <a:lnTo>
                  <a:pt x="6980" y="1168"/>
                </a:lnTo>
                <a:lnTo>
                  <a:pt x="7251" y="1203"/>
                </a:lnTo>
                <a:lnTo>
                  <a:pt x="7510" y="1250"/>
                </a:lnTo>
                <a:lnTo>
                  <a:pt x="7770" y="1309"/>
                </a:lnTo>
                <a:lnTo>
                  <a:pt x="8017" y="1380"/>
                </a:lnTo>
                <a:lnTo>
                  <a:pt x="8265" y="1463"/>
                </a:lnTo>
                <a:lnTo>
                  <a:pt x="8501" y="1557"/>
                </a:lnTo>
                <a:lnTo>
                  <a:pt x="8736" y="1663"/>
                </a:lnTo>
                <a:lnTo>
                  <a:pt x="8972" y="1781"/>
                </a:lnTo>
                <a:lnTo>
                  <a:pt x="9196" y="1911"/>
                </a:lnTo>
                <a:lnTo>
                  <a:pt x="9408" y="2052"/>
                </a:lnTo>
                <a:lnTo>
                  <a:pt x="9621" y="2194"/>
                </a:lnTo>
                <a:lnTo>
                  <a:pt x="9821" y="2359"/>
                </a:lnTo>
                <a:lnTo>
                  <a:pt x="10010" y="2524"/>
                </a:lnTo>
                <a:lnTo>
                  <a:pt x="10186" y="2701"/>
                </a:lnTo>
                <a:lnTo>
                  <a:pt x="10363" y="2877"/>
                </a:lnTo>
                <a:lnTo>
                  <a:pt x="10528" y="3078"/>
                </a:lnTo>
                <a:lnTo>
                  <a:pt x="10693" y="3278"/>
                </a:lnTo>
                <a:lnTo>
                  <a:pt x="10835" y="3479"/>
                </a:lnTo>
                <a:lnTo>
                  <a:pt x="10976" y="3703"/>
                </a:lnTo>
                <a:lnTo>
                  <a:pt x="11106" y="3915"/>
                </a:lnTo>
                <a:lnTo>
                  <a:pt x="11224" y="4151"/>
                </a:lnTo>
                <a:lnTo>
                  <a:pt x="11330" y="4386"/>
                </a:lnTo>
                <a:lnTo>
                  <a:pt x="11424" y="4622"/>
                </a:lnTo>
                <a:lnTo>
                  <a:pt x="11507" y="4870"/>
                </a:lnTo>
                <a:lnTo>
                  <a:pt x="11578" y="5117"/>
                </a:lnTo>
                <a:lnTo>
                  <a:pt x="11637" y="5377"/>
                </a:lnTo>
                <a:lnTo>
                  <a:pt x="11684" y="5636"/>
                </a:lnTo>
                <a:lnTo>
                  <a:pt x="11719" y="5907"/>
                </a:lnTo>
                <a:lnTo>
                  <a:pt x="11743" y="6178"/>
                </a:lnTo>
                <a:lnTo>
                  <a:pt x="11743" y="6450"/>
                </a:lnTo>
                <a:lnTo>
                  <a:pt x="11743" y="6721"/>
                </a:lnTo>
                <a:lnTo>
                  <a:pt x="11719" y="6992"/>
                </a:lnTo>
                <a:lnTo>
                  <a:pt x="11684" y="7251"/>
                </a:lnTo>
                <a:lnTo>
                  <a:pt x="11637" y="7522"/>
                </a:lnTo>
                <a:lnTo>
                  <a:pt x="11578" y="7770"/>
                </a:lnTo>
                <a:lnTo>
                  <a:pt x="11507" y="8029"/>
                </a:lnTo>
                <a:lnTo>
                  <a:pt x="11424" y="8277"/>
                </a:lnTo>
                <a:lnTo>
                  <a:pt x="11330" y="8513"/>
                </a:lnTo>
                <a:lnTo>
                  <a:pt x="11224" y="8748"/>
                </a:lnTo>
                <a:lnTo>
                  <a:pt x="11106" y="8972"/>
                </a:lnTo>
                <a:lnTo>
                  <a:pt x="10976" y="9196"/>
                </a:lnTo>
                <a:lnTo>
                  <a:pt x="10835" y="9409"/>
                </a:lnTo>
                <a:lnTo>
                  <a:pt x="10693" y="9621"/>
                </a:lnTo>
                <a:lnTo>
                  <a:pt x="10528" y="9821"/>
                </a:lnTo>
                <a:lnTo>
                  <a:pt x="10363" y="10010"/>
                </a:lnTo>
                <a:lnTo>
                  <a:pt x="10186" y="10198"/>
                </a:lnTo>
                <a:lnTo>
                  <a:pt x="10010" y="10375"/>
                </a:lnTo>
                <a:lnTo>
                  <a:pt x="9821" y="10540"/>
                </a:lnTo>
                <a:lnTo>
                  <a:pt x="9621" y="10694"/>
                </a:lnTo>
                <a:lnTo>
                  <a:pt x="9408" y="10847"/>
                </a:lnTo>
                <a:lnTo>
                  <a:pt x="9196" y="10988"/>
                </a:lnTo>
                <a:lnTo>
                  <a:pt x="8972" y="11106"/>
                </a:lnTo>
                <a:lnTo>
                  <a:pt x="8736" y="11224"/>
                </a:lnTo>
                <a:lnTo>
                  <a:pt x="8501" y="11330"/>
                </a:lnTo>
                <a:lnTo>
                  <a:pt x="8265" y="11425"/>
                </a:lnTo>
                <a:lnTo>
                  <a:pt x="8017" y="11507"/>
                </a:lnTo>
                <a:lnTo>
                  <a:pt x="7770" y="11590"/>
                </a:lnTo>
                <a:lnTo>
                  <a:pt x="7510" y="11649"/>
                </a:lnTo>
                <a:lnTo>
                  <a:pt x="7251" y="11684"/>
                </a:lnTo>
                <a:lnTo>
                  <a:pt x="6980" y="11719"/>
                </a:lnTo>
                <a:lnTo>
                  <a:pt x="6720" y="11743"/>
                </a:lnTo>
                <a:lnTo>
                  <a:pt x="6437" y="11755"/>
                </a:lnTo>
                <a:lnTo>
                  <a:pt x="6166" y="11743"/>
                </a:lnTo>
                <a:lnTo>
                  <a:pt x="5895" y="11719"/>
                </a:lnTo>
                <a:lnTo>
                  <a:pt x="5636" y="11684"/>
                </a:lnTo>
                <a:lnTo>
                  <a:pt x="5376" y="11649"/>
                </a:lnTo>
                <a:lnTo>
                  <a:pt x="5117" y="11590"/>
                </a:lnTo>
                <a:lnTo>
                  <a:pt x="4869" y="11507"/>
                </a:lnTo>
                <a:lnTo>
                  <a:pt x="4622" y="11425"/>
                </a:lnTo>
                <a:lnTo>
                  <a:pt x="4374" y="11330"/>
                </a:lnTo>
                <a:lnTo>
                  <a:pt x="4138" y="11224"/>
                </a:lnTo>
                <a:lnTo>
                  <a:pt x="3914" y="11106"/>
                </a:lnTo>
                <a:lnTo>
                  <a:pt x="3690" y="10988"/>
                </a:lnTo>
                <a:lnTo>
                  <a:pt x="3478" y="10847"/>
                </a:lnTo>
                <a:lnTo>
                  <a:pt x="3266" y="10694"/>
                </a:lnTo>
                <a:lnTo>
                  <a:pt x="3066" y="10540"/>
                </a:lnTo>
                <a:lnTo>
                  <a:pt x="2877" y="10375"/>
                </a:lnTo>
                <a:lnTo>
                  <a:pt x="2688" y="10198"/>
                </a:lnTo>
                <a:lnTo>
                  <a:pt x="2512" y="10010"/>
                </a:lnTo>
                <a:lnTo>
                  <a:pt x="2347" y="9821"/>
                </a:lnTo>
                <a:lnTo>
                  <a:pt x="2193" y="9621"/>
                </a:lnTo>
                <a:lnTo>
                  <a:pt x="2040" y="9409"/>
                </a:lnTo>
                <a:lnTo>
                  <a:pt x="1910" y="9196"/>
                </a:lnTo>
                <a:lnTo>
                  <a:pt x="1781" y="8972"/>
                </a:lnTo>
                <a:lnTo>
                  <a:pt x="1663" y="8748"/>
                </a:lnTo>
                <a:lnTo>
                  <a:pt x="1557" y="8513"/>
                </a:lnTo>
                <a:lnTo>
                  <a:pt x="1462" y="8277"/>
                </a:lnTo>
                <a:lnTo>
                  <a:pt x="1380" y="8029"/>
                </a:lnTo>
                <a:lnTo>
                  <a:pt x="1309" y="7770"/>
                </a:lnTo>
                <a:lnTo>
                  <a:pt x="1250" y="7522"/>
                </a:lnTo>
                <a:lnTo>
                  <a:pt x="1203" y="7251"/>
                </a:lnTo>
                <a:lnTo>
                  <a:pt x="1168" y="6992"/>
                </a:lnTo>
                <a:lnTo>
                  <a:pt x="1144" y="6721"/>
                </a:lnTo>
                <a:lnTo>
                  <a:pt x="1144" y="6450"/>
                </a:lnTo>
                <a:lnTo>
                  <a:pt x="1144" y="6178"/>
                </a:lnTo>
                <a:lnTo>
                  <a:pt x="1168" y="5907"/>
                </a:lnTo>
                <a:lnTo>
                  <a:pt x="1203" y="5636"/>
                </a:lnTo>
                <a:lnTo>
                  <a:pt x="1250" y="5377"/>
                </a:lnTo>
                <a:lnTo>
                  <a:pt x="1309" y="5117"/>
                </a:lnTo>
                <a:lnTo>
                  <a:pt x="1380" y="4870"/>
                </a:lnTo>
                <a:lnTo>
                  <a:pt x="1462" y="4622"/>
                </a:lnTo>
                <a:lnTo>
                  <a:pt x="1557" y="4386"/>
                </a:lnTo>
                <a:lnTo>
                  <a:pt x="1663" y="4151"/>
                </a:lnTo>
                <a:lnTo>
                  <a:pt x="1781" y="3915"/>
                </a:lnTo>
                <a:lnTo>
                  <a:pt x="1910" y="3703"/>
                </a:lnTo>
                <a:lnTo>
                  <a:pt x="2040" y="3479"/>
                </a:lnTo>
                <a:lnTo>
                  <a:pt x="2193" y="3278"/>
                </a:lnTo>
                <a:lnTo>
                  <a:pt x="2347" y="3078"/>
                </a:lnTo>
                <a:lnTo>
                  <a:pt x="2512" y="2877"/>
                </a:lnTo>
                <a:lnTo>
                  <a:pt x="2688" y="2701"/>
                </a:lnTo>
                <a:lnTo>
                  <a:pt x="2877" y="2524"/>
                </a:lnTo>
                <a:lnTo>
                  <a:pt x="3066" y="2359"/>
                </a:lnTo>
                <a:lnTo>
                  <a:pt x="3266" y="2194"/>
                </a:lnTo>
                <a:lnTo>
                  <a:pt x="3478" y="2052"/>
                </a:lnTo>
                <a:lnTo>
                  <a:pt x="3690" y="1911"/>
                </a:lnTo>
                <a:lnTo>
                  <a:pt x="3914" y="1781"/>
                </a:lnTo>
                <a:lnTo>
                  <a:pt x="4138" y="1663"/>
                </a:lnTo>
                <a:lnTo>
                  <a:pt x="4374" y="1557"/>
                </a:lnTo>
                <a:lnTo>
                  <a:pt x="4622" y="1463"/>
                </a:lnTo>
                <a:lnTo>
                  <a:pt x="4869" y="1380"/>
                </a:lnTo>
                <a:lnTo>
                  <a:pt x="5117" y="1309"/>
                </a:lnTo>
                <a:lnTo>
                  <a:pt x="5376" y="1250"/>
                </a:lnTo>
                <a:lnTo>
                  <a:pt x="5636" y="1203"/>
                </a:lnTo>
                <a:lnTo>
                  <a:pt x="5895" y="1168"/>
                </a:lnTo>
                <a:lnTo>
                  <a:pt x="6166" y="1156"/>
                </a:lnTo>
                <a:lnTo>
                  <a:pt x="6437" y="1144"/>
                </a:lnTo>
                <a:close/>
                <a:moveTo>
                  <a:pt x="6437" y="1"/>
                </a:moveTo>
                <a:lnTo>
                  <a:pt x="6119" y="13"/>
                </a:lnTo>
                <a:lnTo>
                  <a:pt x="5801" y="36"/>
                </a:lnTo>
                <a:lnTo>
                  <a:pt x="5482" y="72"/>
                </a:lnTo>
                <a:lnTo>
                  <a:pt x="5176" y="131"/>
                </a:lnTo>
                <a:lnTo>
                  <a:pt x="4869" y="201"/>
                </a:lnTo>
                <a:lnTo>
                  <a:pt x="4563" y="284"/>
                </a:lnTo>
                <a:lnTo>
                  <a:pt x="4268" y="378"/>
                </a:lnTo>
                <a:lnTo>
                  <a:pt x="3973" y="496"/>
                </a:lnTo>
                <a:lnTo>
                  <a:pt x="3690" y="614"/>
                </a:lnTo>
                <a:lnTo>
                  <a:pt x="3408" y="755"/>
                </a:lnTo>
                <a:lnTo>
                  <a:pt x="3136" y="920"/>
                </a:lnTo>
                <a:lnTo>
                  <a:pt x="2865" y="1085"/>
                </a:lnTo>
                <a:lnTo>
                  <a:pt x="2606" y="1262"/>
                </a:lnTo>
                <a:lnTo>
                  <a:pt x="2358" y="1463"/>
                </a:lnTo>
                <a:lnTo>
                  <a:pt x="2123" y="1675"/>
                </a:lnTo>
                <a:lnTo>
                  <a:pt x="1887" y="1887"/>
                </a:lnTo>
                <a:lnTo>
                  <a:pt x="1663" y="2123"/>
                </a:lnTo>
                <a:lnTo>
                  <a:pt x="1451" y="2370"/>
                </a:lnTo>
                <a:lnTo>
                  <a:pt x="1262" y="2618"/>
                </a:lnTo>
                <a:lnTo>
                  <a:pt x="1073" y="2877"/>
                </a:lnTo>
                <a:lnTo>
                  <a:pt x="908" y="3137"/>
                </a:lnTo>
                <a:lnTo>
                  <a:pt x="755" y="3420"/>
                </a:lnTo>
                <a:lnTo>
                  <a:pt x="613" y="3691"/>
                </a:lnTo>
                <a:lnTo>
                  <a:pt x="484" y="3986"/>
                </a:lnTo>
                <a:lnTo>
                  <a:pt x="378" y="4269"/>
                </a:lnTo>
                <a:lnTo>
                  <a:pt x="272" y="4575"/>
                </a:lnTo>
                <a:lnTo>
                  <a:pt x="189" y="4870"/>
                </a:lnTo>
                <a:lnTo>
                  <a:pt x="118" y="5176"/>
                </a:lnTo>
                <a:lnTo>
                  <a:pt x="71" y="5495"/>
                </a:lnTo>
                <a:lnTo>
                  <a:pt x="24" y="5813"/>
                </a:lnTo>
                <a:lnTo>
                  <a:pt x="12" y="6131"/>
                </a:lnTo>
                <a:lnTo>
                  <a:pt x="0" y="6450"/>
                </a:lnTo>
                <a:lnTo>
                  <a:pt x="12" y="6768"/>
                </a:lnTo>
                <a:lnTo>
                  <a:pt x="24" y="7086"/>
                </a:lnTo>
                <a:lnTo>
                  <a:pt x="71" y="7404"/>
                </a:lnTo>
                <a:lnTo>
                  <a:pt x="118" y="7711"/>
                </a:lnTo>
                <a:lnTo>
                  <a:pt x="189" y="8017"/>
                </a:lnTo>
                <a:lnTo>
                  <a:pt x="272" y="8324"/>
                </a:lnTo>
                <a:lnTo>
                  <a:pt x="378" y="8619"/>
                </a:lnTo>
                <a:lnTo>
                  <a:pt x="484" y="8913"/>
                </a:lnTo>
                <a:lnTo>
                  <a:pt x="613" y="9196"/>
                </a:lnTo>
                <a:lnTo>
                  <a:pt x="755" y="9479"/>
                </a:lnTo>
                <a:lnTo>
                  <a:pt x="908" y="9750"/>
                </a:lnTo>
                <a:lnTo>
                  <a:pt x="1073" y="10022"/>
                </a:lnTo>
                <a:lnTo>
                  <a:pt x="1262" y="10281"/>
                </a:lnTo>
                <a:lnTo>
                  <a:pt x="1451" y="10529"/>
                </a:lnTo>
                <a:lnTo>
                  <a:pt x="1663" y="10776"/>
                </a:lnTo>
                <a:lnTo>
                  <a:pt x="1887" y="11000"/>
                </a:lnTo>
                <a:lnTo>
                  <a:pt x="2123" y="11224"/>
                </a:lnTo>
                <a:lnTo>
                  <a:pt x="2358" y="11436"/>
                </a:lnTo>
                <a:lnTo>
                  <a:pt x="2606" y="11625"/>
                </a:lnTo>
                <a:lnTo>
                  <a:pt x="2865" y="11814"/>
                </a:lnTo>
                <a:lnTo>
                  <a:pt x="3136" y="11979"/>
                </a:lnTo>
                <a:lnTo>
                  <a:pt x="3408" y="12132"/>
                </a:lnTo>
                <a:lnTo>
                  <a:pt x="3690" y="12273"/>
                </a:lnTo>
                <a:lnTo>
                  <a:pt x="3973" y="12403"/>
                </a:lnTo>
                <a:lnTo>
                  <a:pt x="4268" y="12521"/>
                </a:lnTo>
                <a:lnTo>
                  <a:pt x="4563" y="12615"/>
                </a:lnTo>
                <a:lnTo>
                  <a:pt x="4869" y="12698"/>
                </a:lnTo>
                <a:lnTo>
                  <a:pt x="5176" y="12769"/>
                </a:lnTo>
                <a:lnTo>
                  <a:pt x="5482" y="12827"/>
                </a:lnTo>
                <a:lnTo>
                  <a:pt x="5801" y="12863"/>
                </a:lnTo>
                <a:lnTo>
                  <a:pt x="6119" y="12886"/>
                </a:lnTo>
                <a:lnTo>
                  <a:pt x="6697" y="12886"/>
                </a:lnTo>
                <a:lnTo>
                  <a:pt x="6944" y="12875"/>
                </a:lnTo>
                <a:lnTo>
                  <a:pt x="7180" y="12851"/>
                </a:lnTo>
                <a:lnTo>
                  <a:pt x="7428" y="12816"/>
                </a:lnTo>
                <a:lnTo>
                  <a:pt x="7675" y="12780"/>
                </a:lnTo>
                <a:lnTo>
                  <a:pt x="7911" y="12721"/>
                </a:lnTo>
                <a:lnTo>
                  <a:pt x="8147" y="12662"/>
                </a:lnTo>
                <a:lnTo>
                  <a:pt x="8383" y="12592"/>
                </a:lnTo>
                <a:lnTo>
                  <a:pt x="8607" y="12521"/>
                </a:lnTo>
                <a:lnTo>
                  <a:pt x="8842" y="12438"/>
                </a:lnTo>
                <a:lnTo>
                  <a:pt x="9066" y="12344"/>
                </a:lnTo>
                <a:lnTo>
                  <a:pt x="9279" y="12238"/>
                </a:lnTo>
                <a:lnTo>
                  <a:pt x="9503" y="12120"/>
                </a:lnTo>
                <a:lnTo>
                  <a:pt x="9715" y="12002"/>
                </a:lnTo>
                <a:lnTo>
                  <a:pt x="9915" y="11873"/>
                </a:lnTo>
                <a:lnTo>
                  <a:pt x="10116" y="11743"/>
                </a:lnTo>
                <a:lnTo>
                  <a:pt x="13535" y="15150"/>
                </a:lnTo>
                <a:lnTo>
                  <a:pt x="15150" y="13535"/>
                </a:lnTo>
                <a:lnTo>
                  <a:pt x="11731" y="10128"/>
                </a:lnTo>
                <a:lnTo>
                  <a:pt x="11872" y="9927"/>
                </a:lnTo>
                <a:lnTo>
                  <a:pt x="12002" y="9715"/>
                </a:lnTo>
                <a:lnTo>
                  <a:pt x="12120" y="9503"/>
                </a:lnTo>
                <a:lnTo>
                  <a:pt x="12226" y="9291"/>
                </a:lnTo>
                <a:lnTo>
                  <a:pt x="12332" y="9067"/>
                </a:lnTo>
                <a:lnTo>
                  <a:pt x="12426" y="8843"/>
                </a:lnTo>
                <a:lnTo>
                  <a:pt x="12509" y="8619"/>
                </a:lnTo>
                <a:lnTo>
                  <a:pt x="12591" y="8383"/>
                </a:lnTo>
                <a:lnTo>
                  <a:pt x="12662" y="8147"/>
                </a:lnTo>
                <a:lnTo>
                  <a:pt x="12721" y="7911"/>
                </a:lnTo>
                <a:lnTo>
                  <a:pt x="12768" y="7676"/>
                </a:lnTo>
                <a:lnTo>
                  <a:pt x="12815" y="7440"/>
                </a:lnTo>
                <a:lnTo>
                  <a:pt x="12839" y="7192"/>
                </a:lnTo>
                <a:lnTo>
                  <a:pt x="12863" y="6945"/>
                </a:lnTo>
                <a:lnTo>
                  <a:pt x="12886" y="6697"/>
                </a:lnTo>
                <a:lnTo>
                  <a:pt x="12886" y="6450"/>
                </a:lnTo>
                <a:lnTo>
                  <a:pt x="12874" y="6131"/>
                </a:lnTo>
                <a:lnTo>
                  <a:pt x="12851" y="5813"/>
                </a:lnTo>
                <a:lnTo>
                  <a:pt x="12815" y="5495"/>
                </a:lnTo>
                <a:lnTo>
                  <a:pt x="12756" y="5176"/>
                </a:lnTo>
                <a:lnTo>
                  <a:pt x="12698" y="4870"/>
                </a:lnTo>
                <a:lnTo>
                  <a:pt x="12615" y="4575"/>
                </a:lnTo>
                <a:lnTo>
                  <a:pt x="12509" y="4269"/>
                </a:lnTo>
                <a:lnTo>
                  <a:pt x="12403" y="3986"/>
                </a:lnTo>
                <a:lnTo>
                  <a:pt x="12273" y="3691"/>
                </a:lnTo>
                <a:lnTo>
                  <a:pt x="12132" y="3420"/>
                </a:lnTo>
                <a:lnTo>
                  <a:pt x="11978" y="3137"/>
                </a:lnTo>
                <a:lnTo>
                  <a:pt x="11802" y="2877"/>
                </a:lnTo>
                <a:lnTo>
                  <a:pt x="11625" y="2618"/>
                </a:lnTo>
                <a:lnTo>
                  <a:pt x="11424" y="2370"/>
                </a:lnTo>
                <a:lnTo>
                  <a:pt x="11224" y="2123"/>
                </a:lnTo>
                <a:lnTo>
                  <a:pt x="11000" y="1887"/>
                </a:lnTo>
                <a:lnTo>
                  <a:pt x="10764" y="1675"/>
                </a:lnTo>
                <a:lnTo>
                  <a:pt x="10528" y="1463"/>
                </a:lnTo>
                <a:lnTo>
                  <a:pt x="10269" y="1262"/>
                </a:lnTo>
                <a:lnTo>
                  <a:pt x="10010" y="1085"/>
                </a:lnTo>
                <a:lnTo>
                  <a:pt x="9750" y="920"/>
                </a:lnTo>
                <a:lnTo>
                  <a:pt x="9479" y="755"/>
                </a:lnTo>
                <a:lnTo>
                  <a:pt x="9196" y="614"/>
                </a:lnTo>
                <a:lnTo>
                  <a:pt x="8913" y="496"/>
                </a:lnTo>
                <a:lnTo>
                  <a:pt x="8618" y="378"/>
                </a:lnTo>
                <a:lnTo>
                  <a:pt x="8324" y="284"/>
                </a:lnTo>
                <a:lnTo>
                  <a:pt x="8017" y="201"/>
                </a:lnTo>
                <a:lnTo>
                  <a:pt x="7711" y="131"/>
                </a:lnTo>
                <a:lnTo>
                  <a:pt x="7392" y="72"/>
                </a:lnTo>
                <a:lnTo>
                  <a:pt x="7086" y="36"/>
                </a:lnTo>
                <a:lnTo>
                  <a:pt x="6768" y="13"/>
                </a:lnTo>
                <a:lnTo>
                  <a:pt x="643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64" name="Google Shape;3764;p176"/>
          <p:cNvSpPr/>
          <p:nvPr/>
        </p:nvSpPr>
        <p:spPr>
          <a:xfrm>
            <a:off x="6132005" y="2702382"/>
            <a:ext cx="151712" cy="124299"/>
          </a:xfrm>
          <a:custGeom>
            <a:avLst/>
            <a:gdLst/>
            <a:ahLst/>
            <a:cxnLst/>
            <a:rect l="l" t="t" r="r" b="b"/>
            <a:pathLst>
              <a:path w="13742" h="11259" extrusionOk="0">
                <a:moveTo>
                  <a:pt x="11524" y="1"/>
                </a:moveTo>
                <a:lnTo>
                  <a:pt x="4701" y="6823"/>
                </a:lnTo>
                <a:lnTo>
                  <a:pt x="2218" y="4341"/>
                </a:lnTo>
                <a:lnTo>
                  <a:pt x="0" y="6558"/>
                </a:lnTo>
                <a:lnTo>
                  <a:pt x="4701" y="11259"/>
                </a:lnTo>
                <a:lnTo>
                  <a:pt x="13741" y="2218"/>
                </a:lnTo>
                <a:lnTo>
                  <a:pt x="1152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3768"/>
        <p:cNvGrpSpPr/>
        <p:nvPr/>
      </p:nvGrpSpPr>
      <p:grpSpPr>
        <a:xfrm>
          <a:off x="0" y="0"/>
          <a:ext cx="0" cy="0"/>
          <a:chOff x="0" y="0"/>
          <a:chExt cx="0" cy="0"/>
        </a:xfrm>
      </p:grpSpPr>
      <p:sp>
        <p:nvSpPr>
          <p:cNvPr id="3769" name="Google Shape;3769;p177"/>
          <p:cNvSpPr txBox="1">
            <a:spLocks noGrp="1"/>
          </p:cNvSpPr>
          <p:nvPr>
            <p:ph type="title"/>
          </p:nvPr>
        </p:nvSpPr>
        <p:spPr>
          <a:xfrm>
            <a:off x="371475" y="257176"/>
            <a:ext cx="8400900" cy="549000"/>
          </a:xfrm>
          <a:prstGeom prst="rect">
            <a:avLst/>
          </a:prstGeom>
        </p:spPr>
        <p:txBody>
          <a:bodyPr spcFirstLastPara="1" wrap="square" lIns="0" tIns="0" rIns="0" bIns="0" anchor="t" anchorCtr="0">
            <a:noAutofit/>
          </a:bodyPr>
          <a:lstStyle/>
          <a:p>
            <a:pPr marL="0" lvl="0" indent="0" algn="l" rtl="0">
              <a:lnSpc>
                <a:spcPct val="90000"/>
              </a:lnSpc>
              <a:spcBef>
                <a:spcPts val="0"/>
              </a:spcBef>
              <a:spcAft>
                <a:spcPts val="0"/>
              </a:spcAft>
              <a:buNone/>
            </a:pPr>
            <a:r>
              <a:rPr lang="en"/>
              <a:t>Available as SaaS or Self-Managed </a:t>
            </a:r>
            <a:endParaRPr/>
          </a:p>
        </p:txBody>
      </p:sp>
      <p:graphicFrame>
        <p:nvGraphicFramePr>
          <p:cNvPr id="3770" name="Google Shape;3770;p177"/>
          <p:cNvGraphicFramePr/>
          <p:nvPr>
            <p:extLst>
              <p:ext uri="{D42A27DB-BD31-4B8C-83A1-F6EECF244321}">
                <p14:modId xmlns:p14="http://schemas.microsoft.com/office/powerpoint/2010/main" val="2713916032"/>
              </p:ext>
            </p:extLst>
          </p:nvPr>
        </p:nvGraphicFramePr>
        <p:xfrm>
          <a:off x="371475" y="1074131"/>
          <a:ext cx="8183575" cy="1849343"/>
        </p:xfrm>
        <a:graphic>
          <a:graphicData uri="http://schemas.openxmlformats.org/drawingml/2006/table">
            <a:tbl>
              <a:tblPr>
                <a:noFill/>
                <a:tableStyleId>{4110BCFB-72FB-4699-8420-4C35CFDD8A85}</a:tableStyleId>
              </a:tblPr>
              <a:tblGrid>
                <a:gridCol w="1232550">
                  <a:extLst>
                    <a:ext uri="{9D8B030D-6E8A-4147-A177-3AD203B41FA5}">
                      <a16:colId xmlns:a16="http://schemas.microsoft.com/office/drawing/2014/main" val="20000"/>
                    </a:ext>
                  </a:extLst>
                </a:gridCol>
                <a:gridCol w="2714225">
                  <a:extLst>
                    <a:ext uri="{9D8B030D-6E8A-4147-A177-3AD203B41FA5}">
                      <a16:colId xmlns:a16="http://schemas.microsoft.com/office/drawing/2014/main" val="20001"/>
                    </a:ext>
                  </a:extLst>
                </a:gridCol>
                <a:gridCol w="2056050">
                  <a:extLst>
                    <a:ext uri="{9D8B030D-6E8A-4147-A177-3AD203B41FA5}">
                      <a16:colId xmlns:a16="http://schemas.microsoft.com/office/drawing/2014/main" val="20002"/>
                    </a:ext>
                  </a:extLst>
                </a:gridCol>
                <a:gridCol w="2180750">
                  <a:extLst>
                    <a:ext uri="{9D8B030D-6E8A-4147-A177-3AD203B41FA5}">
                      <a16:colId xmlns:a16="http://schemas.microsoft.com/office/drawing/2014/main" val="20003"/>
                    </a:ext>
                  </a:extLst>
                </a:gridCol>
              </a:tblGrid>
              <a:tr h="297150">
                <a:tc>
                  <a:txBody>
                    <a:bodyPr/>
                    <a:lstStyle/>
                    <a:p>
                      <a:pPr marL="0" lvl="0" indent="0" algn="l" rtl="0">
                        <a:spcBef>
                          <a:spcPts val="0"/>
                        </a:spcBef>
                        <a:spcAft>
                          <a:spcPts val="0"/>
                        </a:spcAft>
                        <a:buNone/>
                      </a:pPr>
                      <a:endParaRPr sz="1100" dirty="0">
                        <a:latin typeface="IBM Plex Sans"/>
                        <a:ea typeface="IBM Plex Sans"/>
                        <a:cs typeface="IBM Plex Sans"/>
                        <a:sym typeface="IBM Plex Sans"/>
                      </a:endParaRPr>
                    </a:p>
                  </a:txBody>
                  <a:tcPr marL="68575" marR="68575" marT="68575" marB="68575"/>
                </a:tc>
                <a:tc>
                  <a:txBody>
                    <a:bodyPr/>
                    <a:lstStyle/>
                    <a:p>
                      <a:pPr marL="0" lvl="0" indent="0" algn="l" rtl="0">
                        <a:spcBef>
                          <a:spcPts val="0"/>
                        </a:spcBef>
                        <a:spcAft>
                          <a:spcPts val="0"/>
                        </a:spcAft>
                        <a:buNone/>
                      </a:pPr>
                      <a:endParaRPr sz="1100">
                        <a:latin typeface="IBM Plex Sans"/>
                        <a:ea typeface="IBM Plex Sans"/>
                        <a:cs typeface="IBM Plex Sans"/>
                        <a:sym typeface="IBM Plex Sans"/>
                      </a:endParaRPr>
                    </a:p>
                  </a:txBody>
                  <a:tcPr marL="68575" marR="68575" marT="68575" marB="68575"/>
                </a:tc>
                <a:tc>
                  <a:txBody>
                    <a:bodyPr/>
                    <a:lstStyle/>
                    <a:p>
                      <a:pPr marL="0" lvl="0" indent="0" algn="l" rtl="0">
                        <a:spcBef>
                          <a:spcPts val="0"/>
                        </a:spcBef>
                        <a:spcAft>
                          <a:spcPts val="0"/>
                        </a:spcAft>
                        <a:buNone/>
                      </a:pPr>
                      <a:r>
                        <a:rPr lang="en" sz="1100" b="1">
                          <a:latin typeface="IBM Plex Sans"/>
                          <a:ea typeface="IBM Plex Sans"/>
                          <a:cs typeface="IBM Plex Sans"/>
                          <a:sym typeface="IBM Plex Sans"/>
                        </a:rPr>
                        <a:t>Camunda 7</a:t>
                      </a:r>
                      <a:endParaRPr sz="1100" b="1">
                        <a:latin typeface="IBM Plex Sans"/>
                        <a:ea typeface="IBM Plex Sans"/>
                        <a:cs typeface="IBM Plex Sans"/>
                        <a:sym typeface="IBM Plex Sans"/>
                      </a:endParaRPr>
                    </a:p>
                  </a:txBody>
                  <a:tcPr marL="68575" marR="68575" marT="68575" marB="68575"/>
                </a:tc>
                <a:tc>
                  <a:txBody>
                    <a:bodyPr/>
                    <a:lstStyle/>
                    <a:p>
                      <a:pPr marL="0" lvl="0" indent="0" algn="l" rtl="0">
                        <a:spcBef>
                          <a:spcPts val="0"/>
                        </a:spcBef>
                        <a:spcAft>
                          <a:spcPts val="0"/>
                        </a:spcAft>
                        <a:buNone/>
                      </a:pPr>
                      <a:r>
                        <a:rPr lang="en" sz="1100" b="1">
                          <a:latin typeface="IBM Plex Sans"/>
                          <a:ea typeface="IBM Plex Sans"/>
                          <a:cs typeface="IBM Plex Sans"/>
                          <a:sym typeface="IBM Plex Sans"/>
                        </a:rPr>
                        <a:t>Camunda 8</a:t>
                      </a:r>
                      <a:endParaRPr sz="1100" b="1">
                        <a:latin typeface="IBM Plex Sans"/>
                        <a:ea typeface="IBM Plex Sans"/>
                        <a:cs typeface="IBM Plex Sans"/>
                        <a:sym typeface="IBM Plex Sans"/>
                      </a:endParaRPr>
                    </a:p>
                  </a:txBody>
                  <a:tcPr marL="68575" marR="68575" marT="68575" marB="68575"/>
                </a:tc>
                <a:extLst>
                  <a:ext uri="{0D108BD9-81ED-4DB2-BD59-A6C34878D82A}">
                    <a16:rowId xmlns:a16="http://schemas.microsoft.com/office/drawing/2014/main" val="10000"/>
                  </a:ext>
                </a:extLst>
              </a:tr>
              <a:tr h="630183">
                <a:tc rowSpan="2">
                  <a:txBody>
                    <a:bodyPr/>
                    <a:lstStyle/>
                    <a:p>
                      <a:pPr marL="0" lvl="0" indent="0" algn="l" rtl="0">
                        <a:spcBef>
                          <a:spcPts val="0"/>
                        </a:spcBef>
                        <a:spcAft>
                          <a:spcPts val="0"/>
                        </a:spcAft>
                        <a:buNone/>
                      </a:pPr>
                      <a:r>
                        <a:rPr lang="en" sz="1100" b="1" dirty="0">
                          <a:latin typeface="IBM Plex Sans"/>
                          <a:ea typeface="IBM Plex Sans"/>
                          <a:cs typeface="IBM Plex Sans"/>
                          <a:sym typeface="IBM Plex Sans"/>
                        </a:rPr>
                        <a:t>Self-Managed</a:t>
                      </a:r>
                      <a:endParaRPr sz="1100" b="1" dirty="0">
                        <a:latin typeface="IBM Plex Sans"/>
                        <a:ea typeface="IBM Plex Sans"/>
                        <a:cs typeface="IBM Plex Sans"/>
                        <a:sym typeface="IBM Plex Sans"/>
                      </a:endParaRPr>
                    </a:p>
                  </a:txBody>
                  <a:tcPr marL="68575" marR="68575" marT="68575" marB="68575"/>
                </a:tc>
                <a:tc>
                  <a:txBody>
                    <a:bodyPr/>
                    <a:lstStyle/>
                    <a:p>
                      <a:pPr marL="0" lvl="0" indent="0" algn="l" rtl="0">
                        <a:spcBef>
                          <a:spcPts val="0"/>
                        </a:spcBef>
                        <a:spcAft>
                          <a:spcPts val="0"/>
                        </a:spcAft>
                        <a:buNone/>
                      </a:pPr>
                      <a:r>
                        <a:rPr lang="en" sz="1100" dirty="0">
                          <a:latin typeface="IBM Plex Sans"/>
                          <a:ea typeface="IBM Plex Sans"/>
                          <a:cs typeface="IBM Plex Sans"/>
                          <a:sym typeface="IBM Plex Sans"/>
                        </a:rPr>
                        <a:t>Free Version</a:t>
                      </a:r>
                      <a:endParaRPr sz="1100" dirty="0">
                        <a:latin typeface="IBM Plex Sans"/>
                        <a:ea typeface="IBM Plex Sans"/>
                        <a:cs typeface="IBM Plex Sans"/>
                        <a:sym typeface="IBM Plex Sans"/>
                      </a:endParaRPr>
                    </a:p>
                  </a:txBody>
                  <a:tcPr marL="68575" marR="68575" marT="68575" marB="68575"/>
                </a:tc>
                <a:tc>
                  <a:txBody>
                    <a:bodyPr/>
                    <a:lstStyle/>
                    <a:p>
                      <a:pPr marL="0" lvl="0" indent="0" algn="l" rtl="0">
                        <a:spcBef>
                          <a:spcPts val="0"/>
                        </a:spcBef>
                        <a:spcAft>
                          <a:spcPts val="0"/>
                        </a:spcAft>
                        <a:buNone/>
                      </a:pPr>
                      <a:r>
                        <a:rPr lang="en" sz="1100">
                          <a:latin typeface="IBM Plex Sans"/>
                          <a:ea typeface="IBM Plex Sans"/>
                          <a:cs typeface="IBM Plex Sans"/>
                          <a:sym typeface="IBM Plex Sans"/>
                        </a:rPr>
                        <a:t>“Community” - Limited Features</a:t>
                      </a:r>
                      <a:endParaRPr sz="1100">
                        <a:latin typeface="IBM Plex Sans"/>
                        <a:ea typeface="IBM Plex Sans"/>
                        <a:cs typeface="IBM Plex Sans"/>
                        <a:sym typeface="IBM Plex Sans"/>
                      </a:endParaRPr>
                    </a:p>
                    <a:p>
                      <a:pPr marL="0" lvl="0" indent="0" algn="l" rtl="0">
                        <a:spcBef>
                          <a:spcPts val="0"/>
                        </a:spcBef>
                        <a:spcAft>
                          <a:spcPts val="0"/>
                        </a:spcAft>
                        <a:buNone/>
                      </a:pPr>
                      <a:r>
                        <a:rPr lang="en" sz="800">
                          <a:latin typeface="IBM Plex Sans"/>
                          <a:ea typeface="IBM Plex Sans"/>
                          <a:cs typeface="IBM Plex Sans"/>
                          <a:sym typeface="IBM Plex Sans"/>
                        </a:rPr>
                        <a:t>(</a:t>
                      </a:r>
                      <a:r>
                        <a:rPr lang="en" sz="800" u="sng">
                          <a:solidFill>
                            <a:schemeClr val="hlink"/>
                          </a:solidFill>
                          <a:latin typeface="IBM Plex Sans"/>
                          <a:ea typeface="IBM Plex Sans"/>
                          <a:cs typeface="IBM Plex Sans"/>
                          <a:sym typeface="IBM Plex Sans"/>
                          <a:hlinkClick r:id="rId3"/>
                        </a:rPr>
                        <a:t>Apache License</a:t>
                      </a:r>
                      <a:r>
                        <a:rPr lang="en" sz="800">
                          <a:latin typeface="IBM Plex Sans"/>
                          <a:ea typeface="IBM Plex Sans"/>
                          <a:cs typeface="IBM Plex Sans"/>
                          <a:sym typeface="IBM Plex Sans"/>
                        </a:rPr>
                        <a:t>)</a:t>
                      </a:r>
                      <a:endParaRPr sz="800">
                        <a:latin typeface="IBM Plex Sans"/>
                        <a:ea typeface="IBM Plex Sans"/>
                        <a:cs typeface="IBM Plex Sans"/>
                        <a:sym typeface="IBM Plex Sans"/>
                      </a:endParaRPr>
                    </a:p>
                  </a:txBody>
                  <a:tcPr marL="68575" marR="68575" marT="68575" marB="68575">
                    <a:solidFill>
                      <a:schemeClr val="lt1"/>
                    </a:solidFill>
                  </a:tcPr>
                </a:tc>
                <a:tc>
                  <a:txBody>
                    <a:bodyPr/>
                    <a:lstStyle/>
                    <a:p>
                      <a:pPr marL="0" lvl="0" indent="0" algn="l" rtl="0">
                        <a:spcBef>
                          <a:spcPts val="0"/>
                        </a:spcBef>
                        <a:spcAft>
                          <a:spcPts val="0"/>
                        </a:spcAft>
                        <a:buNone/>
                      </a:pPr>
                      <a:r>
                        <a:rPr lang="en" sz="1100">
                          <a:latin typeface="IBM Plex Sans"/>
                          <a:ea typeface="IBM Plex Sans"/>
                          <a:cs typeface="IBM Plex Sans"/>
                          <a:sym typeface="IBM Plex Sans"/>
                        </a:rPr>
                        <a:t>“Free” - All Features*</a:t>
                      </a:r>
                      <a:endParaRPr sz="1100">
                        <a:latin typeface="IBM Plex Sans"/>
                        <a:ea typeface="IBM Plex Sans"/>
                        <a:cs typeface="IBM Plex Sans"/>
                        <a:sym typeface="IBM Plex Sans"/>
                      </a:endParaRPr>
                    </a:p>
                    <a:p>
                      <a:pPr marL="0" lvl="0" indent="0" algn="l" rtl="0">
                        <a:spcBef>
                          <a:spcPts val="0"/>
                        </a:spcBef>
                        <a:spcAft>
                          <a:spcPts val="0"/>
                        </a:spcAft>
                        <a:buNone/>
                      </a:pPr>
                      <a:r>
                        <a:rPr lang="en" sz="800">
                          <a:latin typeface="IBM Plex Sans"/>
                          <a:ea typeface="IBM Plex Sans"/>
                          <a:cs typeface="IBM Plex Sans"/>
                          <a:sym typeface="IBM Plex Sans"/>
                        </a:rPr>
                        <a:t>(</a:t>
                      </a:r>
                      <a:r>
                        <a:rPr lang="en" sz="800" u="sng">
                          <a:solidFill>
                            <a:schemeClr val="hlink"/>
                          </a:solidFill>
                          <a:latin typeface="IBM Plex Sans"/>
                          <a:ea typeface="IBM Plex Sans"/>
                          <a:cs typeface="IBM Plex Sans"/>
                          <a:sym typeface="IBM Plex Sans"/>
                          <a:hlinkClick r:id="rId4"/>
                        </a:rPr>
                        <a:t>Zeebe Community License</a:t>
                      </a:r>
                      <a:r>
                        <a:rPr lang="en" sz="800">
                          <a:latin typeface="IBM Plex Sans"/>
                          <a:ea typeface="IBM Plex Sans"/>
                          <a:cs typeface="IBM Plex Sans"/>
                          <a:sym typeface="IBM Plex Sans"/>
                        </a:rPr>
                        <a:t>**)</a:t>
                      </a:r>
                      <a:endParaRPr sz="800">
                        <a:latin typeface="IBM Plex Sans"/>
                        <a:ea typeface="IBM Plex Sans"/>
                        <a:cs typeface="IBM Plex Sans"/>
                        <a:sym typeface="IBM Plex Sans"/>
                      </a:endParaRPr>
                    </a:p>
                  </a:txBody>
                  <a:tcPr marL="68575" marR="68575" marT="68575" marB="68575">
                    <a:solidFill>
                      <a:schemeClr val="lt1"/>
                    </a:solidFill>
                  </a:tcPr>
                </a:tc>
                <a:extLst>
                  <a:ext uri="{0D108BD9-81ED-4DB2-BD59-A6C34878D82A}">
                    <a16:rowId xmlns:a16="http://schemas.microsoft.com/office/drawing/2014/main" val="10001"/>
                  </a:ext>
                </a:extLst>
              </a:tr>
              <a:tr h="297150">
                <a:tc vMerge="1">
                  <a:txBody>
                    <a:bodyPr/>
                    <a:lstStyle/>
                    <a:p>
                      <a:endParaRPr lang="en-US"/>
                    </a:p>
                  </a:txBody>
                  <a:tcPr/>
                </a:tc>
                <a:tc>
                  <a:txBody>
                    <a:bodyPr/>
                    <a:lstStyle/>
                    <a:p>
                      <a:pPr marL="0" lvl="0" indent="0" algn="l" rtl="0">
                        <a:spcBef>
                          <a:spcPts val="0"/>
                        </a:spcBef>
                        <a:spcAft>
                          <a:spcPts val="0"/>
                        </a:spcAft>
                        <a:buNone/>
                      </a:pPr>
                      <a:r>
                        <a:rPr lang="en" sz="1100">
                          <a:latin typeface="IBM Plex Sans"/>
                          <a:ea typeface="IBM Plex Sans"/>
                          <a:cs typeface="IBM Plex Sans"/>
                          <a:sym typeface="IBM Plex Sans"/>
                        </a:rPr>
                        <a:t>Commercial Version</a:t>
                      </a:r>
                      <a:endParaRPr sz="1100">
                        <a:latin typeface="IBM Plex Sans"/>
                        <a:ea typeface="IBM Plex Sans"/>
                        <a:cs typeface="IBM Plex Sans"/>
                        <a:sym typeface="IBM Plex Sans"/>
                      </a:endParaRPr>
                    </a:p>
                  </a:txBody>
                  <a:tcPr marL="68575" marR="68575" marT="68575" marB="68575"/>
                </a:tc>
                <a:tc>
                  <a:txBody>
                    <a:bodyPr/>
                    <a:lstStyle/>
                    <a:p>
                      <a:pPr marL="0" lvl="0" indent="0" algn="l" rtl="0">
                        <a:spcBef>
                          <a:spcPts val="0"/>
                        </a:spcBef>
                        <a:spcAft>
                          <a:spcPts val="0"/>
                        </a:spcAft>
                        <a:buNone/>
                      </a:pPr>
                      <a:r>
                        <a:rPr lang="en" sz="1100">
                          <a:latin typeface="IBM Plex Sans"/>
                          <a:ea typeface="IBM Plex Sans"/>
                          <a:cs typeface="IBM Plex Sans"/>
                          <a:sym typeface="IBM Plex Sans"/>
                        </a:rPr>
                        <a:t>“Enterprise”</a:t>
                      </a:r>
                      <a:endParaRPr sz="1100">
                        <a:latin typeface="IBM Plex Sans"/>
                        <a:ea typeface="IBM Plex Sans"/>
                        <a:cs typeface="IBM Plex Sans"/>
                        <a:sym typeface="IBM Plex Sans"/>
                      </a:endParaRPr>
                    </a:p>
                  </a:txBody>
                  <a:tcPr marL="68575" marR="68575" marT="68575" marB="68575">
                    <a:solidFill>
                      <a:schemeClr val="lt1"/>
                    </a:solidFill>
                  </a:tcPr>
                </a:tc>
                <a:tc>
                  <a:txBody>
                    <a:bodyPr/>
                    <a:lstStyle/>
                    <a:p>
                      <a:pPr marL="0" lvl="0" indent="0" algn="l" rtl="0">
                        <a:spcBef>
                          <a:spcPts val="0"/>
                        </a:spcBef>
                        <a:spcAft>
                          <a:spcPts val="0"/>
                        </a:spcAft>
                        <a:buClr>
                          <a:schemeClr val="dk1"/>
                        </a:buClr>
                        <a:buSzPts val="800"/>
                        <a:buFont typeface="Arial"/>
                        <a:buNone/>
                      </a:pPr>
                      <a:r>
                        <a:rPr lang="en" sz="1100">
                          <a:solidFill>
                            <a:schemeClr val="dk1"/>
                          </a:solidFill>
                          <a:latin typeface="IBM Plex Sans"/>
                          <a:ea typeface="IBM Plex Sans"/>
                          <a:cs typeface="IBM Plex Sans"/>
                          <a:sym typeface="IBM Plex Sans"/>
                        </a:rPr>
                        <a:t>“Enterprise”</a:t>
                      </a:r>
                      <a:endParaRPr sz="1100">
                        <a:latin typeface="IBM Plex Sans"/>
                        <a:ea typeface="IBM Plex Sans"/>
                        <a:cs typeface="IBM Plex Sans"/>
                        <a:sym typeface="IBM Plex Sans"/>
                      </a:endParaRPr>
                    </a:p>
                  </a:txBody>
                  <a:tcPr marL="68575" marR="68575" marT="68575" marB="68575">
                    <a:solidFill>
                      <a:schemeClr val="lt1"/>
                    </a:solidFill>
                  </a:tcPr>
                </a:tc>
                <a:extLst>
                  <a:ext uri="{0D108BD9-81ED-4DB2-BD59-A6C34878D82A}">
                    <a16:rowId xmlns:a16="http://schemas.microsoft.com/office/drawing/2014/main" val="10002"/>
                  </a:ext>
                </a:extLst>
              </a:tr>
              <a:tr h="297150">
                <a:tc rowSpan="2">
                  <a:txBody>
                    <a:bodyPr/>
                    <a:lstStyle/>
                    <a:p>
                      <a:pPr marL="0" lvl="0" indent="0" algn="l" rtl="0">
                        <a:spcBef>
                          <a:spcPts val="0"/>
                        </a:spcBef>
                        <a:spcAft>
                          <a:spcPts val="0"/>
                        </a:spcAft>
                        <a:buNone/>
                      </a:pPr>
                      <a:r>
                        <a:rPr lang="en" sz="1100" b="1">
                          <a:latin typeface="IBM Plex Sans"/>
                          <a:ea typeface="IBM Plex Sans"/>
                          <a:cs typeface="IBM Plex Sans"/>
                          <a:sym typeface="IBM Plex Sans"/>
                        </a:rPr>
                        <a:t>SaaS</a:t>
                      </a:r>
                      <a:endParaRPr sz="1100" b="1">
                        <a:latin typeface="IBM Plex Sans"/>
                        <a:ea typeface="IBM Plex Sans"/>
                        <a:cs typeface="IBM Plex Sans"/>
                        <a:sym typeface="IBM Plex Sans"/>
                      </a:endParaRPr>
                    </a:p>
                  </a:txBody>
                  <a:tcPr marL="68575" marR="68575" marT="68575" marB="68575"/>
                </a:tc>
                <a:tc>
                  <a:txBody>
                    <a:bodyPr/>
                    <a:lstStyle/>
                    <a:p>
                      <a:pPr marL="0" lvl="0" indent="0" algn="l" rtl="0">
                        <a:spcBef>
                          <a:spcPts val="0"/>
                        </a:spcBef>
                        <a:spcAft>
                          <a:spcPts val="0"/>
                        </a:spcAft>
                        <a:buNone/>
                      </a:pPr>
                      <a:r>
                        <a:rPr lang="en" sz="1100">
                          <a:latin typeface="IBM Plex Sans"/>
                          <a:ea typeface="IBM Plex Sans"/>
                          <a:cs typeface="IBM Plex Sans"/>
                          <a:sym typeface="IBM Plex Sans"/>
                        </a:rPr>
                        <a:t>Free Version</a:t>
                      </a:r>
                      <a:endParaRPr sz="1100">
                        <a:latin typeface="IBM Plex Sans"/>
                        <a:ea typeface="IBM Plex Sans"/>
                        <a:cs typeface="IBM Plex Sans"/>
                        <a:sym typeface="IBM Plex Sans"/>
                      </a:endParaRPr>
                    </a:p>
                  </a:txBody>
                  <a:tcPr marL="68575" marR="68575" marT="68575" marB="68575"/>
                </a:tc>
                <a:tc>
                  <a:txBody>
                    <a:bodyPr/>
                    <a:lstStyle/>
                    <a:p>
                      <a:pPr marL="0" lvl="0" indent="0" algn="l" rtl="0">
                        <a:spcBef>
                          <a:spcPts val="0"/>
                        </a:spcBef>
                        <a:spcAft>
                          <a:spcPts val="0"/>
                        </a:spcAft>
                        <a:buNone/>
                      </a:pPr>
                      <a:r>
                        <a:rPr lang="en" sz="1100">
                          <a:latin typeface="IBM Plex Sans"/>
                          <a:ea typeface="IBM Plex Sans"/>
                          <a:cs typeface="IBM Plex Sans"/>
                          <a:sym typeface="IBM Plex Sans"/>
                        </a:rPr>
                        <a:t>-</a:t>
                      </a:r>
                      <a:endParaRPr sz="1100">
                        <a:latin typeface="IBM Plex Sans"/>
                        <a:ea typeface="IBM Plex Sans"/>
                        <a:cs typeface="IBM Plex Sans"/>
                        <a:sym typeface="IBM Plex Sans"/>
                      </a:endParaRPr>
                    </a:p>
                  </a:txBody>
                  <a:tcPr marL="68575" marR="68575" marT="68575" marB="68575">
                    <a:solidFill>
                      <a:schemeClr val="lt1"/>
                    </a:solidFill>
                  </a:tcPr>
                </a:tc>
                <a:tc>
                  <a:txBody>
                    <a:bodyPr/>
                    <a:lstStyle/>
                    <a:p>
                      <a:pPr marL="0" lvl="0" indent="0" algn="l" rtl="0">
                        <a:spcBef>
                          <a:spcPts val="0"/>
                        </a:spcBef>
                        <a:spcAft>
                          <a:spcPts val="0"/>
                        </a:spcAft>
                        <a:buNone/>
                      </a:pPr>
                      <a:r>
                        <a:rPr lang="en" sz="1100">
                          <a:solidFill>
                            <a:schemeClr val="dk1"/>
                          </a:solidFill>
                          <a:latin typeface="IBM Plex Sans"/>
                          <a:ea typeface="IBM Plex Sans"/>
                          <a:cs typeface="IBM Plex Sans"/>
                          <a:sym typeface="IBM Plex Sans"/>
                        </a:rPr>
                        <a:t>“Free Trial”</a:t>
                      </a:r>
                      <a:endParaRPr sz="1100">
                        <a:latin typeface="IBM Plex Sans"/>
                        <a:ea typeface="IBM Plex Sans"/>
                        <a:cs typeface="IBM Plex Sans"/>
                        <a:sym typeface="IBM Plex Sans"/>
                      </a:endParaRPr>
                    </a:p>
                  </a:txBody>
                  <a:tcPr marL="68575" marR="68575" marT="68575" marB="68575">
                    <a:solidFill>
                      <a:schemeClr val="lt1"/>
                    </a:solidFill>
                  </a:tcPr>
                </a:tc>
                <a:extLst>
                  <a:ext uri="{0D108BD9-81ED-4DB2-BD59-A6C34878D82A}">
                    <a16:rowId xmlns:a16="http://schemas.microsoft.com/office/drawing/2014/main" val="10003"/>
                  </a:ext>
                </a:extLst>
              </a:tr>
              <a:tr h="297150">
                <a:tc vMerge="1">
                  <a:txBody>
                    <a:bodyPr/>
                    <a:lstStyle/>
                    <a:p>
                      <a:endParaRPr lang="en-US"/>
                    </a:p>
                  </a:txBody>
                  <a:tcPr/>
                </a:tc>
                <a:tc>
                  <a:txBody>
                    <a:bodyPr/>
                    <a:lstStyle/>
                    <a:p>
                      <a:pPr marL="0" lvl="0" indent="0" algn="l" rtl="0">
                        <a:spcBef>
                          <a:spcPts val="0"/>
                        </a:spcBef>
                        <a:spcAft>
                          <a:spcPts val="0"/>
                        </a:spcAft>
                        <a:buNone/>
                      </a:pPr>
                      <a:r>
                        <a:rPr lang="en" sz="1100">
                          <a:solidFill>
                            <a:schemeClr val="dk1"/>
                          </a:solidFill>
                          <a:latin typeface="IBM Plex Sans"/>
                          <a:ea typeface="IBM Plex Sans"/>
                          <a:cs typeface="IBM Plex Sans"/>
                          <a:sym typeface="IBM Plex Sans"/>
                        </a:rPr>
                        <a:t>Commercial Version</a:t>
                      </a:r>
                      <a:endParaRPr sz="1100">
                        <a:latin typeface="IBM Plex Sans"/>
                        <a:ea typeface="IBM Plex Sans"/>
                        <a:cs typeface="IBM Plex Sans"/>
                        <a:sym typeface="IBM Plex Sans"/>
                      </a:endParaRPr>
                    </a:p>
                  </a:txBody>
                  <a:tcPr marL="68575" marR="68575" marT="68575" marB="68575"/>
                </a:tc>
                <a:tc>
                  <a:txBody>
                    <a:bodyPr/>
                    <a:lstStyle/>
                    <a:p>
                      <a:pPr marL="0" lvl="0" indent="0" algn="l" rtl="0">
                        <a:spcBef>
                          <a:spcPts val="0"/>
                        </a:spcBef>
                        <a:spcAft>
                          <a:spcPts val="0"/>
                        </a:spcAft>
                        <a:buNone/>
                      </a:pPr>
                      <a:r>
                        <a:rPr lang="en" sz="1100">
                          <a:latin typeface="IBM Plex Sans"/>
                          <a:ea typeface="IBM Plex Sans"/>
                          <a:cs typeface="IBM Plex Sans"/>
                          <a:sym typeface="IBM Plex Sans"/>
                        </a:rPr>
                        <a:t>-</a:t>
                      </a:r>
                      <a:endParaRPr sz="1100">
                        <a:latin typeface="IBM Plex Sans"/>
                        <a:ea typeface="IBM Plex Sans"/>
                        <a:cs typeface="IBM Plex Sans"/>
                        <a:sym typeface="IBM Plex Sans"/>
                      </a:endParaRPr>
                    </a:p>
                  </a:txBody>
                  <a:tcPr marL="68575" marR="68575" marT="68575" marB="68575">
                    <a:solidFill>
                      <a:schemeClr val="lt1"/>
                    </a:solidFill>
                  </a:tcPr>
                </a:tc>
                <a:tc>
                  <a:txBody>
                    <a:bodyPr/>
                    <a:lstStyle/>
                    <a:p>
                      <a:pPr marL="0" lvl="0" indent="0" algn="l" rtl="0">
                        <a:spcBef>
                          <a:spcPts val="0"/>
                        </a:spcBef>
                        <a:spcAft>
                          <a:spcPts val="0"/>
                        </a:spcAft>
                        <a:buClr>
                          <a:schemeClr val="dk1"/>
                        </a:buClr>
                        <a:buSzPts val="800"/>
                        <a:buFont typeface="Arial"/>
                        <a:buNone/>
                      </a:pPr>
                      <a:r>
                        <a:rPr lang="en" sz="1100" dirty="0">
                          <a:solidFill>
                            <a:schemeClr val="dk1"/>
                          </a:solidFill>
                          <a:latin typeface="IBM Plex Sans"/>
                          <a:ea typeface="IBM Plex Sans"/>
                          <a:cs typeface="IBM Plex Sans"/>
                          <a:sym typeface="IBM Plex Sans"/>
                        </a:rPr>
                        <a:t>“Professional” / “Enterprise”</a:t>
                      </a:r>
                      <a:endParaRPr sz="1100" dirty="0">
                        <a:solidFill>
                          <a:schemeClr val="dk1"/>
                        </a:solidFill>
                        <a:latin typeface="IBM Plex Sans"/>
                        <a:ea typeface="IBM Plex Sans"/>
                        <a:cs typeface="IBM Plex Sans"/>
                        <a:sym typeface="IBM Plex Sans"/>
                      </a:endParaRPr>
                    </a:p>
                  </a:txBody>
                  <a:tcPr marL="68575" marR="68575" marT="68575" marB="68575">
                    <a:solidFill>
                      <a:schemeClr val="lt1"/>
                    </a:solidFill>
                  </a:tcPr>
                </a:tc>
                <a:extLst>
                  <a:ext uri="{0D108BD9-81ED-4DB2-BD59-A6C34878D82A}">
                    <a16:rowId xmlns:a16="http://schemas.microsoft.com/office/drawing/2014/main" val="10004"/>
                  </a:ext>
                </a:extLst>
              </a:tr>
            </a:tbl>
          </a:graphicData>
        </a:graphic>
      </p:graphicFrame>
      <p:sp>
        <p:nvSpPr>
          <p:cNvPr id="3771" name="Google Shape;3771;p177"/>
          <p:cNvSpPr txBox="1"/>
          <p:nvPr/>
        </p:nvSpPr>
        <p:spPr>
          <a:xfrm>
            <a:off x="371475" y="3247200"/>
            <a:ext cx="8183400" cy="1361700"/>
          </a:xfrm>
          <a:prstGeom prst="rect">
            <a:avLst/>
          </a:prstGeom>
          <a:noFill/>
          <a:ln>
            <a:noFill/>
          </a:ln>
        </p:spPr>
        <p:txBody>
          <a:bodyPr spcFirstLastPara="1" wrap="square" lIns="68575" tIns="68575" rIns="68575" bIns="68575" anchor="t" anchorCtr="0">
            <a:spAutoFit/>
          </a:bodyPr>
          <a:lstStyle/>
          <a:p>
            <a:pPr marL="0" lvl="0" indent="0" algn="l" rtl="0">
              <a:lnSpc>
                <a:spcPct val="115000"/>
              </a:lnSpc>
              <a:spcBef>
                <a:spcPts val="0"/>
              </a:spcBef>
              <a:spcAft>
                <a:spcPts val="0"/>
              </a:spcAft>
              <a:buNone/>
            </a:pPr>
            <a:r>
              <a:rPr lang="en" sz="1300">
                <a:latin typeface="IBM Plex Sans"/>
                <a:ea typeface="IBM Plex Sans"/>
                <a:cs typeface="IBM Plex Sans"/>
                <a:sym typeface="IBM Plex Sans"/>
              </a:rPr>
              <a:t>(*) For Camunda 8, all features are available in the free version, but production usage is only allowed for Zeebe and Modeler.</a:t>
            </a:r>
            <a:endParaRPr sz="1300">
              <a:latin typeface="IBM Plex Sans"/>
              <a:ea typeface="IBM Plex Sans"/>
              <a:cs typeface="IBM Plex Sans"/>
              <a:sym typeface="IBM Plex Sans"/>
            </a:endParaRPr>
          </a:p>
          <a:p>
            <a:pPr marL="0" lvl="0" indent="0" algn="l" rtl="0">
              <a:lnSpc>
                <a:spcPct val="115000"/>
              </a:lnSpc>
              <a:spcBef>
                <a:spcPts val="800"/>
              </a:spcBef>
              <a:spcAft>
                <a:spcPts val="800"/>
              </a:spcAft>
              <a:buNone/>
            </a:pPr>
            <a:r>
              <a:rPr lang="en" sz="1300">
                <a:latin typeface="IBM Plex Sans"/>
                <a:ea typeface="IBM Plex Sans"/>
                <a:cs typeface="IBM Plex Sans"/>
                <a:sym typeface="IBM Plex Sans"/>
              </a:rPr>
              <a:t>(**) Zeebe Community License is a source-available license, i.e. the source code is openly available (on GitHub) and you can use the technology for free (Only Exception: you’re not allowed to use it to provide a Commercial Process Automation Service.)</a:t>
            </a:r>
            <a:endParaRPr sz="1300">
              <a:latin typeface="IBM Plex Sans"/>
              <a:ea typeface="IBM Plex Sans"/>
              <a:cs typeface="IBM Plex Sans"/>
              <a:sym typeface="IBM Plex Sans"/>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Shape 3775"/>
        <p:cNvGrpSpPr/>
        <p:nvPr/>
      </p:nvGrpSpPr>
      <p:grpSpPr>
        <a:xfrm>
          <a:off x="0" y="0"/>
          <a:ext cx="0" cy="0"/>
          <a:chOff x="0" y="0"/>
          <a:chExt cx="0" cy="0"/>
        </a:xfrm>
      </p:grpSpPr>
      <p:grpSp>
        <p:nvGrpSpPr>
          <p:cNvPr id="3776" name="Google Shape;3776;p178"/>
          <p:cNvGrpSpPr/>
          <p:nvPr/>
        </p:nvGrpSpPr>
        <p:grpSpPr>
          <a:xfrm>
            <a:off x="3175375" y="887258"/>
            <a:ext cx="2891594" cy="3825322"/>
            <a:chOff x="3175375" y="887258"/>
            <a:chExt cx="2891594" cy="3825322"/>
          </a:xfrm>
        </p:grpSpPr>
        <p:sp>
          <p:nvSpPr>
            <p:cNvPr id="3777" name="Google Shape;3777;p178"/>
            <p:cNvSpPr/>
            <p:nvPr/>
          </p:nvSpPr>
          <p:spPr>
            <a:xfrm>
              <a:off x="3382661" y="1717380"/>
              <a:ext cx="2549700" cy="2995200"/>
            </a:xfrm>
            <a:prstGeom prst="roundRect">
              <a:avLst>
                <a:gd name="adj" fmla="val 4342"/>
              </a:avLst>
            </a:prstGeom>
            <a:solidFill>
              <a:srgbClr val="F7F7F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78" name="Google Shape;3778;p178"/>
            <p:cNvSpPr txBox="1"/>
            <p:nvPr/>
          </p:nvSpPr>
          <p:spPr>
            <a:xfrm>
              <a:off x="4060124" y="887258"/>
              <a:ext cx="1336200" cy="246300"/>
            </a:xfrm>
            <a:prstGeom prst="rect">
              <a:avLst/>
            </a:prstGeom>
            <a:noFill/>
            <a:ln>
              <a:noFill/>
            </a:ln>
          </p:spPr>
          <p:txBody>
            <a:bodyPr spcFirstLastPara="1" wrap="square" lIns="0" tIns="0" rIns="0" bIns="0" anchor="t" anchorCtr="0">
              <a:spAutoFit/>
            </a:bodyPr>
            <a:lstStyle/>
            <a:p>
              <a:pPr marL="0" lvl="0" indent="0" algn="ctr" rtl="0">
                <a:spcBef>
                  <a:spcPts val="0"/>
                </a:spcBef>
                <a:spcAft>
                  <a:spcPts val="0"/>
                </a:spcAft>
                <a:buNone/>
              </a:pPr>
              <a:r>
                <a:rPr lang="en" sz="1600" b="1">
                  <a:solidFill>
                    <a:srgbClr val="0A7DDA"/>
                  </a:solidFill>
                  <a:latin typeface="IBM Plex Sans"/>
                  <a:ea typeface="IBM Plex Sans"/>
                  <a:cs typeface="IBM Plex Sans"/>
                  <a:sym typeface="IBM Plex Sans"/>
                </a:rPr>
                <a:t>Automate</a:t>
              </a:r>
              <a:endParaRPr sz="1600">
                <a:solidFill>
                  <a:srgbClr val="0A7DDA"/>
                </a:solidFill>
              </a:endParaRPr>
            </a:p>
          </p:txBody>
        </p:sp>
        <p:sp>
          <p:nvSpPr>
            <p:cNvPr id="3779" name="Google Shape;3779;p178"/>
            <p:cNvSpPr txBox="1"/>
            <p:nvPr/>
          </p:nvSpPr>
          <p:spPr>
            <a:xfrm>
              <a:off x="3389469" y="1129352"/>
              <a:ext cx="2677500" cy="431100"/>
            </a:xfrm>
            <a:prstGeom prst="rect">
              <a:avLst/>
            </a:prstGeom>
            <a:noFill/>
            <a:ln>
              <a:noFill/>
            </a:ln>
          </p:spPr>
          <p:txBody>
            <a:bodyPr spcFirstLastPara="1" wrap="square" lIns="91425" tIns="91425" rIns="91425" bIns="91425" anchor="t" anchorCtr="0">
              <a:spAutoFit/>
            </a:bodyPr>
            <a:lstStyle/>
            <a:p>
              <a:pPr marL="12700" lvl="0" indent="0" algn="ctr" rtl="0">
                <a:spcBef>
                  <a:spcPts val="0"/>
                </a:spcBef>
                <a:spcAft>
                  <a:spcPts val="0"/>
                </a:spcAft>
                <a:buNone/>
              </a:pPr>
              <a:r>
                <a:rPr lang="en" sz="800">
                  <a:solidFill>
                    <a:schemeClr val="lt2"/>
                  </a:solidFill>
                  <a:latin typeface="IBM Plex Sans"/>
                  <a:ea typeface="IBM Plex Sans"/>
                  <a:cs typeface="IBM Plex Sans"/>
                  <a:sym typeface="IBM Plex Sans"/>
                </a:rPr>
                <a:t>Enterprise-grade automation platform. Built for today’s business complexity, loved by developers.</a:t>
              </a:r>
              <a:endParaRPr sz="800">
                <a:solidFill>
                  <a:schemeClr val="lt2"/>
                </a:solidFill>
                <a:latin typeface="IBM Plex Sans"/>
                <a:ea typeface="IBM Plex Sans"/>
                <a:cs typeface="IBM Plex Sans"/>
                <a:sym typeface="IBM Plex Sans"/>
              </a:endParaRPr>
            </a:p>
          </p:txBody>
        </p:sp>
        <p:grpSp>
          <p:nvGrpSpPr>
            <p:cNvPr id="3780" name="Google Shape;3780;p178"/>
            <p:cNvGrpSpPr/>
            <p:nvPr/>
          </p:nvGrpSpPr>
          <p:grpSpPr>
            <a:xfrm>
              <a:off x="3650197" y="1955187"/>
              <a:ext cx="457183" cy="457183"/>
              <a:chOff x="4280432" y="2131791"/>
              <a:chExt cx="649500" cy="649500"/>
            </a:xfrm>
          </p:grpSpPr>
          <p:sp>
            <p:nvSpPr>
              <p:cNvPr id="3781" name="Google Shape;3781;p178"/>
              <p:cNvSpPr/>
              <p:nvPr/>
            </p:nvSpPr>
            <p:spPr>
              <a:xfrm>
                <a:off x="4280432" y="2131791"/>
                <a:ext cx="649500" cy="649500"/>
              </a:xfrm>
              <a:prstGeom prst="roundRect">
                <a:avLst>
                  <a:gd name="adj" fmla="val 16667"/>
                </a:avLst>
              </a:prstGeom>
              <a:solidFill>
                <a:srgbClr val="0072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782" name="Google Shape;3782;p178"/>
              <p:cNvGrpSpPr/>
              <p:nvPr/>
            </p:nvGrpSpPr>
            <p:grpSpPr>
              <a:xfrm>
                <a:off x="4411294" y="2253947"/>
                <a:ext cx="378863" cy="378038"/>
                <a:chOff x="1721775" y="1901200"/>
                <a:chExt cx="352300" cy="351500"/>
              </a:xfrm>
            </p:grpSpPr>
            <p:sp>
              <p:nvSpPr>
                <p:cNvPr id="3783" name="Google Shape;3783;p178"/>
                <p:cNvSpPr/>
                <p:nvPr/>
              </p:nvSpPr>
              <p:spPr>
                <a:xfrm>
                  <a:off x="1721775" y="1901200"/>
                  <a:ext cx="258925" cy="257050"/>
                </a:xfrm>
                <a:custGeom>
                  <a:avLst/>
                  <a:gdLst/>
                  <a:ahLst/>
                  <a:cxnLst/>
                  <a:rect l="l" t="t" r="r" b="b"/>
                  <a:pathLst>
                    <a:path w="10357" h="10282" extrusionOk="0">
                      <a:moveTo>
                        <a:pt x="4404" y="0"/>
                      </a:moveTo>
                      <a:lnTo>
                        <a:pt x="4415" y="1242"/>
                      </a:lnTo>
                      <a:lnTo>
                        <a:pt x="4139" y="1326"/>
                      </a:lnTo>
                      <a:lnTo>
                        <a:pt x="3873" y="1422"/>
                      </a:lnTo>
                      <a:lnTo>
                        <a:pt x="3619" y="1539"/>
                      </a:lnTo>
                      <a:lnTo>
                        <a:pt x="3364" y="1666"/>
                      </a:lnTo>
                      <a:lnTo>
                        <a:pt x="2494" y="796"/>
                      </a:lnTo>
                      <a:lnTo>
                        <a:pt x="828" y="2430"/>
                      </a:lnTo>
                      <a:lnTo>
                        <a:pt x="1698" y="3311"/>
                      </a:lnTo>
                      <a:lnTo>
                        <a:pt x="1560" y="3555"/>
                      </a:lnTo>
                      <a:lnTo>
                        <a:pt x="1444" y="3809"/>
                      </a:lnTo>
                      <a:lnTo>
                        <a:pt x="1348" y="4075"/>
                      </a:lnTo>
                      <a:lnTo>
                        <a:pt x="1263" y="4340"/>
                      </a:lnTo>
                      <a:lnTo>
                        <a:pt x="0" y="4340"/>
                      </a:lnTo>
                      <a:lnTo>
                        <a:pt x="0" y="6664"/>
                      </a:lnTo>
                      <a:lnTo>
                        <a:pt x="1253" y="6674"/>
                      </a:lnTo>
                      <a:lnTo>
                        <a:pt x="1327" y="6950"/>
                      </a:lnTo>
                      <a:lnTo>
                        <a:pt x="1433" y="7215"/>
                      </a:lnTo>
                      <a:lnTo>
                        <a:pt x="1539" y="7470"/>
                      </a:lnTo>
                      <a:lnTo>
                        <a:pt x="1677" y="7714"/>
                      </a:lnTo>
                      <a:lnTo>
                        <a:pt x="754" y="8627"/>
                      </a:lnTo>
                      <a:lnTo>
                        <a:pt x="2398" y="10282"/>
                      </a:lnTo>
                      <a:lnTo>
                        <a:pt x="3099" y="9603"/>
                      </a:lnTo>
                      <a:lnTo>
                        <a:pt x="2929" y="9592"/>
                      </a:lnTo>
                      <a:lnTo>
                        <a:pt x="2929" y="7268"/>
                      </a:lnTo>
                      <a:lnTo>
                        <a:pt x="3003" y="7268"/>
                      </a:lnTo>
                      <a:lnTo>
                        <a:pt x="2887" y="7077"/>
                      </a:lnTo>
                      <a:lnTo>
                        <a:pt x="2791" y="6887"/>
                      </a:lnTo>
                      <a:lnTo>
                        <a:pt x="2706" y="6685"/>
                      </a:lnTo>
                      <a:lnTo>
                        <a:pt x="2632" y="6473"/>
                      </a:lnTo>
                      <a:lnTo>
                        <a:pt x="2568" y="6250"/>
                      </a:lnTo>
                      <a:lnTo>
                        <a:pt x="2526" y="6027"/>
                      </a:lnTo>
                      <a:lnTo>
                        <a:pt x="2505" y="5794"/>
                      </a:lnTo>
                      <a:lnTo>
                        <a:pt x="2494" y="5560"/>
                      </a:lnTo>
                      <a:lnTo>
                        <a:pt x="2494" y="5401"/>
                      </a:lnTo>
                      <a:lnTo>
                        <a:pt x="2505" y="5242"/>
                      </a:lnTo>
                      <a:lnTo>
                        <a:pt x="2526" y="5093"/>
                      </a:lnTo>
                      <a:lnTo>
                        <a:pt x="2558" y="4945"/>
                      </a:lnTo>
                      <a:lnTo>
                        <a:pt x="2589" y="4796"/>
                      </a:lnTo>
                      <a:lnTo>
                        <a:pt x="2632" y="4648"/>
                      </a:lnTo>
                      <a:lnTo>
                        <a:pt x="2674" y="4499"/>
                      </a:lnTo>
                      <a:lnTo>
                        <a:pt x="2738" y="4361"/>
                      </a:lnTo>
                      <a:lnTo>
                        <a:pt x="2791" y="4223"/>
                      </a:lnTo>
                      <a:lnTo>
                        <a:pt x="2865" y="4096"/>
                      </a:lnTo>
                      <a:lnTo>
                        <a:pt x="2940" y="3958"/>
                      </a:lnTo>
                      <a:lnTo>
                        <a:pt x="3014" y="3841"/>
                      </a:lnTo>
                      <a:lnTo>
                        <a:pt x="3109" y="3714"/>
                      </a:lnTo>
                      <a:lnTo>
                        <a:pt x="3194" y="3597"/>
                      </a:lnTo>
                      <a:lnTo>
                        <a:pt x="3290" y="3491"/>
                      </a:lnTo>
                      <a:lnTo>
                        <a:pt x="3396" y="3385"/>
                      </a:lnTo>
                      <a:lnTo>
                        <a:pt x="3502" y="3279"/>
                      </a:lnTo>
                      <a:lnTo>
                        <a:pt x="3619" y="3183"/>
                      </a:lnTo>
                      <a:lnTo>
                        <a:pt x="3735" y="3088"/>
                      </a:lnTo>
                      <a:lnTo>
                        <a:pt x="3852" y="3003"/>
                      </a:lnTo>
                      <a:lnTo>
                        <a:pt x="3980" y="2929"/>
                      </a:lnTo>
                      <a:lnTo>
                        <a:pt x="4107" y="2854"/>
                      </a:lnTo>
                      <a:lnTo>
                        <a:pt x="4245" y="2780"/>
                      </a:lnTo>
                      <a:lnTo>
                        <a:pt x="4372" y="2716"/>
                      </a:lnTo>
                      <a:lnTo>
                        <a:pt x="4521" y="2663"/>
                      </a:lnTo>
                      <a:lnTo>
                        <a:pt x="4659" y="2621"/>
                      </a:lnTo>
                      <a:lnTo>
                        <a:pt x="4807" y="2579"/>
                      </a:lnTo>
                      <a:lnTo>
                        <a:pt x="4956" y="2536"/>
                      </a:lnTo>
                      <a:lnTo>
                        <a:pt x="5104" y="2515"/>
                      </a:lnTo>
                      <a:lnTo>
                        <a:pt x="5263" y="2494"/>
                      </a:lnTo>
                      <a:lnTo>
                        <a:pt x="5423" y="2483"/>
                      </a:lnTo>
                      <a:lnTo>
                        <a:pt x="5582" y="2472"/>
                      </a:lnTo>
                      <a:lnTo>
                        <a:pt x="5815" y="2483"/>
                      </a:lnTo>
                      <a:lnTo>
                        <a:pt x="6059" y="2515"/>
                      </a:lnTo>
                      <a:lnTo>
                        <a:pt x="6293" y="2557"/>
                      </a:lnTo>
                      <a:lnTo>
                        <a:pt x="6516" y="2621"/>
                      </a:lnTo>
                      <a:lnTo>
                        <a:pt x="6728" y="2706"/>
                      </a:lnTo>
                      <a:lnTo>
                        <a:pt x="6940" y="2801"/>
                      </a:lnTo>
                      <a:lnTo>
                        <a:pt x="7142" y="2907"/>
                      </a:lnTo>
                      <a:lnTo>
                        <a:pt x="7333" y="3035"/>
                      </a:lnTo>
                      <a:lnTo>
                        <a:pt x="7333" y="2929"/>
                      </a:lnTo>
                      <a:lnTo>
                        <a:pt x="9688" y="2929"/>
                      </a:lnTo>
                      <a:lnTo>
                        <a:pt x="9688" y="3109"/>
                      </a:lnTo>
                      <a:lnTo>
                        <a:pt x="10357" y="2462"/>
                      </a:lnTo>
                      <a:lnTo>
                        <a:pt x="8701" y="796"/>
                      </a:lnTo>
                      <a:lnTo>
                        <a:pt x="7799" y="1687"/>
                      </a:lnTo>
                      <a:lnTo>
                        <a:pt x="7555" y="1560"/>
                      </a:lnTo>
                      <a:lnTo>
                        <a:pt x="7290" y="1443"/>
                      </a:lnTo>
                      <a:lnTo>
                        <a:pt x="7035" y="1337"/>
                      </a:lnTo>
                      <a:lnTo>
                        <a:pt x="6760" y="1252"/>
                      </a:lnTo>
                      <a:lnTo>
                        <a:pt x="6760"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84" name="Google Shape;3784;p178"/>
                <p:cNvSpPr/>
                <p:nvPr/>
              </p:nvSpPr>
              <p:spPr>
                <a:xfrm>
                  <a:off x="1795000" y="1974400"/>
                  <a:ext cx="279075" cy="278300"/>
                </a:xfrm>
                <a:custGeom>
                  <a:avLst/>
                  <a:gdLst/>
                  <a:ahLst/>
                  <a:cxnLst/>
                  <a:rect l="l" t="t" r="r" b="b"/>
                  <a:pathLst>
                    <a:path w="11163" h="11132" extrusionOk="0">
                      <a:moveTo>
                        <a:pt x="5741" y="2484"/>
                      </a:moveTo>
                      <a:lnTo>
                        <a:pt x="5889" y="2494"/>
                      </a:lnTo>
                      <a:lnTo>
                        <a:pt x="6048" y="2515"/>
                      </a:lnTo>
                      <a:lnTo>
                        <a:pt x="6197" y="2547"/>
                      </a:lnTo>
                      <a:lnTo>
                        <a:pt x="6345" y="2579"/>
                      </a:lnTo>
                      <a:lnTo>
                        <a:pt x="6494" y="2622"/>
                      </a:lnTo>
                      <a:lnTo>
                        <a:pt x="6642" y="2664"/>
                      </a:lnTo>
                      <a:lnTo>
                        <a:pt x="6780" y="2728"/>
                      </a:lnTo>
                      <a:lnTo>
                        <a:pt x="6918" y="2781"/>
                      </a:lnTo>
                      <a:lnTo>
                        <a:pt x="7046" y="2855"/>
                      </a:lnTo>
                      <a:lnTo>
                        <a:pt x="7184" y="2929"/>
                      </a:lnTo>
                      <a:lnTo>
                        <a:pt x="7300" y="3004"/>
                      </a:lnTo>
                      <a:lnTo>
                        <a:pt x="7428" y="3088"/>
                      </a:lnTo>
                      <a:lnTo>
                        <a:pt x="7544" y="3184"/>
                      </a:lnTo>
                      <a:lnTo>
                        <a:pt x="7650" y="3279"/>
                      </a:lnTo>
                      <a:lnTo>
                        <a:pt x="7757" y="3386"/>
                      </a:lnTo>
                      <a:lnTo>
                        <a:pt x="7863" y="3492"/>
                      </a:lnTo>
                      <a:lnTo>
                        <a:pt x="7958" y="3598"/>
                      </a:lnTo>
                      <a:lnTo>
                        <a:pt x="8054" y="3714"/>
                      </a:lnTo>
                      <a:lnTo>
                        <a:pt x="8139" y="3842"/>
                      </a:lnTo>
                      <a:lnTo>
                        <a:pt x="8213" y="3969"/>
                      </a:lnTo>
                      <a:lnTo>
                        <a:pt x="8287" y="4096"/>
                      </a:lnTo>
                      <a:lnTo>
                        <a:pt x="8361" y="4224"/>
                      </a:lnTo>
                      <a:lnTo>
                        <a:pt x="8425" y="4362"/>
                      </a:lnTo>
                      <a:lnTo>
                        <a:pt x="8478" y="4500"/>
                      </a:lnTo>
                      <a:lnTo>
                        <a:pt x="8521" y="4648"/>
                      </a:lnTo>
                      <a:lnTo>
                        <a:pt x="8563" y="4797"/>
                      </a:lnTo>
                      <a:lnTo>
                        <a:pt x="8605" y="4945"/>
                      </a:lnTo>
                      <a:lnTo>
                        <a:pt x="8627" y="5094"/>
                      </a:lnTo>
                      <a:lnTo>
                        <a:pt x="8648" y="5253"/>
                      </a:lnTo>
                      <a:lnTo>
                        <a:pt x="8658" y="5402"/>
                      </a:lnTo>
                      <a:lnTo>
                        <a:pt x="8669" y="5561"/>
                      </a:lnTo>
                      <a:lnTo>
                        <a:pt x="8658" y="5720"/>
                      </a:lnTo>
                      <a:lnTo>
                        <a:pt x="8648" y="5879"/>
                      </a:lnTo>
                      <a:lnTo>
                        <a:pt x="8627" y="6038"/>
                      </a:lnTo>
                      <a:lnTo>
                        <a:pt x="8605" y="6187"/>
                      </a:lnTo>
                      <a:lnTo>
                        <a:pt x="8563" y="6335"/>
                      </a:lnTo>
                      <a:lnTo>
                        <a:pt x="8521" y="6484"/>
                      </a:lnTo>
                      <a:lnTo>
                        <a:pt x="8478" y="6622"/>
                      </a:lnTo>
                      <a:lnTo>
                        <a:pt x="8425" y="6770"/>
                      </a:lnTo>
                      <a:lnTo>
                        <a:pt x="8361" y="6898"/>
                      </a:lnTo>
                      <a:lnTo>
                        <a:pt x="8287" y="7036"/>
                      </a:lnTo>
                      <a:lnTo>
                        <a:pt x="8213" y="7163"/>
                      </a:lnTo>
                      <a:lnTo>
                        <a:pt x="8139" y="7290"/>
                      </a:lnTo>
                      <a:lnTo>
                        <a:pt x="8054" y="7407"/>
                      </a:lnTo>
                      <a:lnTo>
                        <a:pt x="7958" y="7524"/>
                      </a:lnTo>
                      <a:lnTo>
                        <a:pt x="7863" y="7640"/>
                      </a:lnTo>
                      <a:lnTo>
                        <a:pt x="7757" y="7747"/>
                      </a:lnTo>
                      <a:lnTo>
                        <a:pt x="7650" y="7853"/>
                      </a:lnTo>
                      <a:lnTo>
                        <a:pt x="7544" y="7948"/>
                      </a:lnTo>
                      <a:lnTo>
                        <a:pt x="7428" y="8033"/>
                      </a:lnTo>
                      <a:lnTo>
                        <a:pt x="7300" y="8129"/>
                      </a:lnTo>
                      <a:lnTo>
                        <a:pt x="7184" y="8203"/>
                      </a:lnTo>
                      <a:lnTo>
                        <a:pt x="7046" y="8277"/>
                      </a:lnTo>
                      <a:lnTo>
                        <a:pt x="6918" y="8341"/>
                      </a:lnTo>
                      <a:lnTo>
                        <a:pt x="6780" y="8404"/>
                      </a:lnTo>
                      <a:lnTo>
                        <a:pt x="6642" y="8468"/>
                      </a:lnTo>
                      <a:lnTo>
                        <a:pt x="6494" y="8511"/>
                      </a:lnTo>
                      <a:lnTo>
                        <a:pt x="6345" y="8553"/>
                      </a:lnTo>
                      <a:lnTo>
                        <a:pt x="6197" y="8585"/>
                      </a:lnTo>
                      <a:lnTo>
                        <a:pt x="6048" y="8617"/>
                      </a:lnTo>
                      <a:lnTo>
                        <a:pt x="5889" y="8638"/>
                      </a:lnTo>
                      <a:lnTo>
                        <a:pt x="5741" y="8648"/>
                      </a:lnTo>
                      <a:lnTo>
                        <a:pt x="5422" y="8648"/>
                      </a:lnTo>
                      <a:lnTo>
                        <a:pt x="5263" y="8638"/>
                      </a:lnTo>
                      <a:lnTo>
                        <a:pt x="5104" y="8617"/>
                      </a:lnTo>
                      <a:lnTo>
                        <a:pt x="4955" y="8585"/>
                      </a:lnTo>
                      <a:lnTo>
                        <a:pt x="4807" y="8553"/>
                      </a:lnTo>
                      <a:lnTo>
                        <a:pt x="4658" y="8511"/>
                      </a:lnTo>
                      <a:lnTo>
                        <a:pt x="4520" y="8468"/>
                      </a:lnTo>
                      <a:lnTo>
                        <a:pt x="4382" y="8404"/>
                      </a:lnTo>
                      <a:lnTo>
                        <a:pt x="4244" y="8341"/>
                      </a:lnTo>
                      <a:lnTo>
                        <a:pt x="4106" y="8277"/>
                      </a:lnTo>
                      <a:lnTo>
                        <a:pt x="3979" y="8203"/>
                      </a:lnTo>
                      <a:lnTo>
                        <a:pt x="3852" y="8129"/>
                      </a:lnTo>
                      <a:lnTo>
                        <a:pt x="3735" y="8033"/>
                      </a:lnTo>
                      <a:lnTo>
                        <a:pt x="3618" y="7948"/>
                      </a:lnTo>
                      <a:lnTo>
                        <a:pt x="3502" y="7853"/>
                      </a:lnTo>
                      <a:lnTo>
                        <a:pt x="3396" y="7747"/>
                      </a:lnTo>
                      <a:lnTo>
                        <a:pt x="3300" y="7640"/>
                      </a:lnTo>
                      <a:lnTo>
                        <a:pt x="3194" y="7524"/>
                      </a:lnTo>
                      <a:lnTo>
                        <a:pt x="3109" y="7407"/>
                      </a:lnTo>
                      <a:lnTo>
                        <a:pt x="3024" y="7290"/>
                      </a:lnTo>
                      <a:lnTo>
                        <a:pt x="2939" y="7163"/>
                      </a:lnTo>
                      <a:lnTo>
                        <a:pt x="2865" y="7036"/>
                      </a:lnTo>
                      <a:lnTo>
                        <a:pt x="2801" y="6898"/>
                      </a:lnTo>
                      <a:lnTo>
                        <a:pt x="2738" y="6770"/>
                      </a:lnTo>
                      <a:lnTo>
                        <a:pt x="2685" y="6622"/>
                      </a:lnTo>
                      <a:lnTo>
                        <a:pt x="2632" y="6484"/>
                      </a:lnTo>
                      <a:lnTo>
                        <a:pt x="2589" y="6335"/>
                      </a:lnTo>
                      <a:lnTo>
                        <a:pt x="2557" y="6187"/>
                      </a:lnTo>
                      <a:lnTo>
                        <a:pt x="2525" y="6038"/>
                      </a:lnTo>
                      <a:lnTo>
                        <a:pt x="2515" y="5879"/>
                      </a:lnTo>
                      <a:lnTo>
                        <a:pt x="2494" y="5720"/>
                      </a:lnTo>
                      <a:lnTo>
                        <a:pt x="2494" y="5561"/>
                      </a:lnTo>
                      <a:lnTo>
                        <a:pt x="2494" y="5402"/>
                      </a:lnTo>
                      <a:lnTo>
                        <a:pt x="2515" y="5253"/>
                      </a:lnTo>
                      <a:lnTo>
                        <a:pt x="2525" y="5094"/>
                      </a:lnTo>
                      <a:lnTo>
                        <a:pt x="2557" y="4945"/>
                      </a:lnTo>
                      <a:lnTo>
                        <a:pt x="2589" y="4797"/>
                      </a:lnTo>
                      <a:lnTo>
                        <a:pt x="2632" y="4648"/>
                      </a:lnTo>
                      <a:lnTo>
                        <a:pt x="2685" y="4500"/>
                      </a:lnTo>
                      <a:lnTo>
                        <a:pt x="2738" y="4362"/>
                      </a:lnTo>
                      <a:lnTo>
                        <a:pt x="2801" y="4224"/>
                      </a:lnTo>
                      <a:lnTo>
                        <a:pt x="2865" y="4096"/>
                      </a:lnTo>
                      <a:lnTo>
                        <a:pt x="2939" y="3969"/>
                      </a:lnTo>
                      <a:lnTo>
                        <a:pt x="3024" y="3842"/>
                      </a:lnTo>
                      <a:lnTo>
                        <a:pt x="3109" y="3714"/>
                      </a:lnTo>
                      <a:lnTo>
                        <a:pt x="3194" y="3598"/>
                      </a:lnTo>
                      <a:lnTo>
                        <a:pt x="3300" y="3492"/>
                      </a:lnTo>
                      <a:lnTo>
                        <a:pt x="3396" y="3386"/>
                      </a:lnTo>
                      <a:lnTo>
                        <a:pt x="3502" y="3279"/>
                      </a:lnTo>
                      <a:lnTo>
                        <a:pt x="3618" y="3184"/>
                      </a:lnTo>
                      <a:lnTo>
                        <a:pt x="3735" y="3088"/>
                      </a:lnTo>
                      <a:lnTo>
                        <a:pt x="3852" y="3004"/>
                      </a:lnTo>
                      <a:lnTo>
                        <a:pt x="3979" y="2929"/>
                      </a:lnTo>
                      <a:lnTo>
                        <a:pt x="4106" y="2855"/>
                      </a:lnTo>
                      <a:lnTo>
                        <a:pt x="4244" y="2781"/>
                      </a:lnTo>
                      <a:lnTo>
                        <a:pt x="4382" y="2728"/>
                      </a:lnTo>
                      <a:lnTo>
                        <a:pt x="4520" y="2664"/>
                      </a:lnTo>
                      <a:lnTo>
                        <a:pt x="4658" y="2622"/>
                      </a:lnTo>
                      <a:lnTo>
                        <a:pt x="4807" y="2579"/>
                      </a:lnTo>
                      <a:lnTo>
                        <a:pt x="4955" y="2547"/>
                      </a:lnTo>
                      <a:lnTo>
                        <a:pt x="5104" y="2515"/>
                      </a:lnTo>
                      <a:lnTo>
                        <a:pt x="5263" y="2494"/>
                      </a:lnTo>
                      <a:lnTo>
                        <a:pt x="5422" y="2484"/>
                      </a:lnTo>
                      <a:close/>
                      <a:moveTo>
                        <a:pt x="4404" y="1"/>
                      </a:moveTo>
                      <a:lnTo>
                        <a:pt x="4404" y="107"/>
                      </a:lnTo>
                      <a:lnTo>
                        <a:pt x="4414" y="1242"/>
                      </a:lnTo>
                      <a:lnTo>
                        <a:pt x="4138" y="1327"/>
                      </a:lnTo>
                      <a:lnTo>
                        <a:pt x="3873" y="1423"/>
                      </a:lnTo>
                      <a:lnTo>
                        <a:pt x="3618" y="1539"/>
                      </a:lnTo>
                      <a:lnTo>
                        <a:pt x="3364" y="1667"/>
                      </a:lnTo>
                      <a:lnTo>
                        <a:pt x="2494" y="796"/>
                      </a:lnTo>
                      <a:lnTo>
                        <a:pt x="828" y="2431"/>
                      </a:lnTo>
                      <a:lnTo>
                        <a:pt x="1698" y="3311"/>
                      </a:lnTo>
                      <a:lnTo>
                        <a:pt x="1570" y="3555"/>
                      </a:lnTo>
                      <a:lnTo>
                        <a:pt x="1454" y="3810"/>
                      </a:lnTo>
                      <a:lnTo>
                        <a:pt x="1348" y="4075"/>
                      </a:lnTo>
                      <a:lnTo>
                        <a:pt x="1263" y="4351"/>
                      </a:lnTo>
                      <a:lnTo>
                        <a:pt x="74" y="4340"/>
                      </a:lnTo>
                      <a:lnTo>
                        <a:pt x="0" y="4340"/>
                      </a:lnTo>
                      <a:lnTo>
                        <a:pt x="0" y="6664"/>
                      </a:lnTo>
                      <a:lnTo>
                        <a:pt x="170" y="6675"/>
                      </a:lnTo>
                      <a:lnTo>
                        <a:pt x="1252" y="6675"/>
                      </a:lnTo>
                      <a:lnTo>
                        <a:pt x="1326" y="6951"/>
                      </a:lnTo>
                      <a:lnTo>
                        <a:pt x="1433" y="7216"/>
                      </a:lnTo>
                      <a:lnTo>
                        <a:pt x="1549" y="7471"/>
                      </a:lnTo>
                      <a:lnTo>
                        <a:pt x="1677" y="7725"/>
                      </a:lnTo>
                      <a:lnTo>
                        <a:pt x="753" y="8627"/>
                      </a:lnTo>
                      <a:lnTo>
                        <a:pt x="2409" y="10283"/>
                      </a:lnTo>
                      <a:lnTo>
                        <a:pt x="3321" y="9381"/>
                      </a:lnTo>
                      <a:lnTo>
                        <a:pt x="3576" y="9508"/>
                      </a:lnTo>
                      <a:lnTo>
                        <a:pt x="3831" y="9625"/>
                      </a:lnTo>
                      <a:lnTo>
                        <a:pt x="4106" y="9731"/>
                      </a:lnTo>
                      <a:lnTo>
                        <a:pt x="4372" y="9816"/>
                      </a:lnTo>
                      <a:lnTo>
                        <a:pt x="4372" y="11131"/>
                      </a:lnTo>
                      <a:lnTo>
                        <a:pt x="6717" y="11131"/>
                      </a:lnTo>
                      <a:lnTo>
                        <a:pt x="6717" y="9826"/>
                      </a:lnTo>
                      <a:lnTo>
                        <a:pt x="6993" y="9741"/>
                      </a:lnTo>
                      <a:lnTo>
                        <a:pt x="7258" y="9646"/>
                      </a:lnTo>
                      <a:lnTo>
                        <a:pt x="7513" y="9529"/>
                      </a:lnTo>
                      <a:lnTo>
                        <a:pt x="7767" y="9402"/>
                      </a:lnTo>
                      <a:lnTo>
                        <a:pt x="8690" y="10314"/>
                      </a:lnTo>
                      <a:lnTo>
                        <a:pt x="10356" y="8680"/>
                      </a:lnTo>
                      <a:lnTo>
                        <a:pt x="9433" y="7757"/>
                      </a:lnTo>
                      <a:lnTo>
                        <a:pt x="9560" y="7513"/>
                      </a:lnTo>
                      <a:lnTo>
                        <a:pt x="9677" y="7258"/>
                      </a:lnTo>
                      <a:lnTo>
                        <a:pt x="9783" y="6993"/>
                      </a:lnTo>
                      <a:lnTo>
                        <a:pt x="9868" y="6728"/>
                      </a:lnTo>
                      <a:lnTo>
                        <a:pt x="11163" y="6728"/>
                      </a:lnTo>
                      <a:lnTo>
                        <a:pt x="11163" y="4394"/>
                      </a:lnTo>
                      <a:lnTo>
                        <a:pt x="9879" y="4394"/>
                      </a:lnTo>
                      <a:lnTo>
                        <a:pt x="9804" y="4118"/>
                      </a:lnTo>
                      <a:lnTo>
                        <a:pt x="9698" y="3863"/>
                      </a:lnTo>
                      <a:lnTo>
                        <a:pt x="9582" y="3598"/>
                      </a:lnTo>
                      <a:lnTo>
                        <a:pt x="9454" y="3354"/>
                      </a:lnTo>
                      <a:lnTo>
                        <a:pt x="10356" y="2462"/>
                      </a:lnTo>
                      <a:lnTo>
                        <a:pt x="8712" y="807"/>
                      </a:lnTo>
                      <a:lnTo>
                        <a:pt x="7810" y="1698"/>
                      </a:lnTo>
                      <a:lnTo>
                        <a:pt x="7555" y="1560"/>
                      </a:lnTo>
                      <a:lnTo>
                        <a:pt x="7300" y="1444"/>
                      </a:lnTo>
                      <a:lnTo>
                        <a:pt x="7035" y="1338"/>
                      </a:lnTo>
                      <a:lnTo>
                        <a:pt x="6759" y="1253"/>
                      </a:lnTo>
                      <a:lnTo>
                        <a:pt x="6759" y="181"/>
                      </a:lnTo>
                      <a:lnTo>
                        <a:pt x="6759"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3785" name="Google Shape;3785;p178"/>
            <p:cNvGrpSpPr/>
            <p:nvPr/>
          </p:nvGrpSpPr>
          <p:grpSpPr>
            <a:xfrm>
              <a:off x="3650174" y="4021923"/>
              <a:ext cx="457183" cy="457183"/>
              <a:chOff x="4737113" y="3244906"/>
              <a:chExt cx="649500" cy="649500"/>
            </a:xfrm>
          </p:grpSpPr>
          <p:sp>
            <p:nvSpPr>
              <p:cNvPr id="3786" name="Google Shape;3786;p178"/>
              <p:cNvSpPr/>
              <p:nvPr/>
            </p:nvSpPr>
            <p:spPr>
              <a:xfrm>
                <a:off x="4737113" y="3244906"/>
                <a:ext cx="649500" cy="649500"/>
              </a:xfrm>
              <a:prstGeom prst="roundRect">
                <a:avLst>
                  <a:gd name="adj" fmla="val 16667"/>
                </a:avLst>
              </a:prstGeom>
              <a:solidFill>
                <a:srgbClr val="0072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87" name="Google Shape;3787;p178"/>
              <p:cNvSpPr/>
              <p:nvPr/>
            </p:nvSpPr>
            <p:spPr>
              <a:xfrm>
                <a:off x="4808695" y="3421043"/>
                <a:ext cx="508933" cy="270192"/>
              </a:xfrm>
              <a:custGeom>
                <a:avLst/>
                <a:gdLst/>
                <a:ahLst/>
                <a:cxnLst/>
                <a:rect l="l" t="t" r="r" b="b"/>
                <a:pathLst>
                  <a:path w="18930" h="10049" extrusionOk="0">
                    <a:moveTo>
                      <a:pt x="7597" y="1"/>
                    </a:moveTo>
                    <a:lnTo>
                      <a:pt x="5730" y="5295"/>
                    </a:lnTo>
                    <a:lnTo>
                      <a:pt x="0" y="5571"/>
                    </a:lnTo>
                    <a:lnTo>
                      <a:pt x="6377" y="6356"/>
                    </a:lnTo>
                    <a:lnTo>
                      <a:pt x="7364" y="3576"/>
                    </a:lnTo>
                    <a:lnTo>
                      <a:pt x="8850" y="10049"/>
                    </a:lnTo>
                    <a:lnTo>
                      <a:pt x="10813" y="5911"/>
                    </a:lnTo>
                    <a:lnTo>
                      <a:pt x="18930" y="5550"/>
                    </a:lnTo>
                    <a:lnTo>
                      <a:pt x="10356" y="4606"/>
                    </a:lnTo>
                    <a:lnTo>
                      <a:pt x="9210" y="7014"/>
                    </a:lnTo>
                    <a:lnTo>
                      <a:pt x="7597"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788" name="Google Shape;3788;p178"/>
            <p:cNvGrpSpPr/>
            <p:nvPr/>
          </p:nvGrpSpPr>
          <p:grpSpPr>
            <a:xfrm>
              <a:off x="3650186" y="3196311"/>
              <a:ext cx="457183" cy="457183"/>
              <a:chOff x="3784676" y="3222117"/>
              <a:chExt cx="649500" cy="649500"/>
            </a:xfrm>
          </p:grpSpPr>
          <p:sp>
            <p:nvSpPr>
              <p:cNvPr id="3789" name="Google Shape;3789;p178"/>
              <p:cNvSpPr/>
              <p:nvPr/>
            </p:nvSpPr>
            <p:spPr>
              <a:xfrm>
                <a:off x="3784676" y="3222117"/>
                <a:ext cx="649500" cy="649500"/>
              </a:xfrm>
              <a:prstGeom prst="roundRect">
                <a:avLst>
                  <a:gd name="adj" fmla="val 16667"/>
                </a:avLst>
              </a:prstGeom>
              <a:solidFill>
                <a:srgbClr val="0072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90" name="Google Shape;3790;p178"/>
              <p:cNvSpPr/>
              <p:nvPr/>
            </p:nvSpPr>
            <p:spPr>
              <a:xfrm>
                <a:off x="3954923" y="3424208"/>
                <a:ext cx="308542" cy="252849"/>
              </a:xfrm>
              <a:custGeom>
                <a:avLst/>
                <a:gdLst/>
                <a:ahLst/>
                <a:cxnLst/>
                <a:rect l="l" t="t" r="r" b="b"/>
                <a:pathLst>
                  <a:path w="13742" h="11259" extrusionOk="0">
                    <a:moveTo>
                      <a:pt x="11524" y="1"/>
                    </a:moveTo>
                    <a:lnTo>
                      <a:pt x="4701" y="6823"/>
                    </a:lnTo>
                    <a:lnTo>
                      <a:pt x="2218" y="4341"/>
                    </a:lnTo>
                    <a:lnTo>
                      <a:pt x="0" y="6558"/>
                    </a:lnTo>
                    <a:lnTo>
                      <a:pt x="4701" y="11259"/>
                    </a:lnTo>
                    <a:lnTo>
                      <a:pt x="13741" y="2218"/>
                    </a:lnTo>
                    <a:lnTo>
                      <a:pt x="11524"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791" name="Google Shape;3791;p178"/>
            <p:cNvSpPr txBox="1"/>
            <p:nvPr/>
          </p:nvSpPr>
          <p:spPr>
            <a:xfrm>
              <a:off x="4139587" y="1955165"/>
              <a:ext cx="1697100" cy="946500"/>
            </a:xfrm>
            <a:prstGeom prst="rect">
              <a:avLst/>
            </a:prstGeom>
            <a:noFill/>
            <a:ln>
              <a:noFill/>
            </a:ln>
          </p:spPr>
          <p:txBody>
            <a:bodyPr spcFirstLastPara="1" wrap="square" lIns="182875" tIns="0" rIns="0" bIns="0" anchor="t" anchorCtr="0">
              <a:spAutoFit/>
            </a:bodyPr>
            <a:lstStyle/>
            <a:p>
              <a:pPr marL="12700" lvl="0" indent="0" algn="l" rtl="0">
                <a:lnSpc>
                  <a:spcPct val="150000"/>
                </a:lnSpc>
                <a:spcBef>
                  <a:spcPts val="0"/>
                </a:spcBef>
                <a:spcAft>
                  <a:spcPts val="0"/>
                </a:spcAft>
                <a:buNone/>
              </a:pPr>
              <a:r>
                <a:rPr lang="en" sz="900" b="1">
                  <a:solidFill>
                    <a:schemeClr val="dk1"/>
                  </a:solidFill>
                  <a:latin typeface="IBM Plex Sans"/>
                  <a:ea typeface="IBM Plex Sans"/>
                  <a:cs typeface="IBM Plex Sans"/>
                  <a:sym typeface="IBM Plex Sans"/>
                </a:rPr>
                <a:t>Zeebe</a:t>
              </a:r>
              <a:endParaRPr sz="700">
                <a:solidFill>
                  <a:schemeClr val="dk1"/>
                </a:solidFill>
                <a:latin typeface="IBM Plex Sans"/>
                <a:ea typeface="IBM Plex Sans"/>
                <a:cs typeface="IBM Plex Sans"/>
                <a:sym typeface="IBM Plex Sans"/>
              </a:endParaRPr>
            </a:p>
            <a:p>
              <a:pPr marL="0" lvl="0" indent="0" algn="l" rtl="0">
                <a:spcBef>
                  <a:spcPts val="0"/>
                </a:spcBef>
                <a:spcAft>
                  <a:spcPts val="0"/>
                </a:spcAft>
                <a:buNone/>
              </a:pPr>
              <a:r>
                <a:rPr lang="en" sz="600">
                  <a:solidFill>
                    <a:schemeClr val="dk1"/>
                  </a:solidFill>
                  <a:latin typeface="IBM Plex Sans"/>
                  <a:ea typeface="IBM Plex Sans"/>
                  <a:cs typeface="IBM Plex Sans"/>
                  <a:sym typeface="IBM Plex Sans"/>
                </a:rPr>
                <a:t>Next-generation, cloud-native workflow engine that unlocks unparalleled speed, scale &amp; resilience. </a:t>
              </a:r>
              <a:br>
                <a:rPr lang="en" sz="600">
                  <a:solidFill>
                    <a:schemeClr val="dk1"/>
                  </a:solidFill>
                  <a:latin typeface="IBM Plex Sans"/>
                  <a:ea typeface="IBM Plex Sans"/>
                  <a:cs typeface="IBM Plex Sans"/>
                  <a:sym typeface="IBM Plex Sans"/>
                </a:rPr>
              </a:br>
              <a:r>
                <a:rPr lang="en" sz="600">
                  <a:solidFill>
                    <a:schemeClr val="dk1"/>
                  </a:solidFill>
                  <a:latin typeface="IBM Plex Sans"/>
                  <a:ea typeface="IBM Plex Sans"/>
                  <a:cs typeface="IBM Plex Sans"/>
                  <a:sym typeface="IBM Plex Sans"/>
                </a:rPr>
                <a:t/>
              </a:r>
              <a:br>
                <a:rPr lang="en" sz="600">
                  <a:solidFill>
                    <a:schemeClr val="dk1"/>
                  </a:solidFill>
                  <a:latin typeface="IBM Plex Sans"/>
                  <a:ea typeface="IBM Plex Sans"/>
                  <a:cs typeface="IBM Plex Sans"/>
                  <a:sym typeface="IBM Plex Sans"/>
                </a:rPr>
              </a:br>
              <a:r>
                <a:rPr lang="en" sz="600">
                  <a:solidFill>
                    <a:schemeClr val="dk1"/>
                  </a:solidFill>
                  <a:latin typeface="IBM Plex Sans"/>
                  <a:ea typeface="IBM Plex Sans"/>
                  <a:cs typeface="IBM Plex Sans"/>
                  <a:sym typeface="IBM Plex Sans"/>
                </a:rPr>
                <a:t>Open source SDKs in your preferred programming language brings the extensibility you need for your complex business processes.</a:t>
              </a:r>
              <a:endParaRPr>
                <a:solidFill>
                  <a:schemeClr val="dk1"/>
                </a:solidFill>
              </a:endParaRPr>
            </a:p>
          </p:txBody>
        </p:sp>
        <p:sp>
          <p:nvSpPr>
            <p:cNvPr id="3792" name="Google Shape;3792;p178"/>
            <p:cNvSpPr txBox="1"/>
            <p:nvPr/>
          </p:nvSpPr>
          <p:spPr>
            <a:xfrm>
              <a:off x="4139587" y="4021923"/>
              <a:ext cx="1697100" cy="484800"/>
            </a:xfrm>
            <a:prstGeom prst="rect">
              <a:avLst/>
            </a:prstGeom>
            <a:noFill/>
            <a:ln>
              <a:noFill/>
            </a:ln>
          </p:spPr>
          <p:txBody>
            <a:bodyPr spcFirstLastPara="1" wrap="square" lIns="182875" tIns="0" rIns="0" bIns="0" anchor="t" anchorCtr="0">
              <a:spAutoFit/>
            </a:bodyPr>
            <a:lstStyle/>
            <a:p>
              <a:pPr marL="12700" lvl="0" indent="0" algn="l" rtl="0">
                <a:lnSpc>
                  <a:spcPct val="150000"/>
                </a:lnSpc>
                <a:spcBef>
                  <a:spcPts val="0"/>
                </a:spcBef>
                <a:spcAft>
                  <a:spcPts val="0"/>
                </a:spcAft>
                <a:buNone/>
              </a:pPr>
              <a:r>
                <a:rPr lang="en" sz="900" b="1">
                  <a:solidFill>
                    <a:schemeClr val="dk1"/>
                  </a:solidFill>
                  <a:latin typeface="IBM Plex Sans"/>
                  <a:ea typeface="IBM Plex Sans"/>
                  <a:cs typeface="IBM Plex Sans"/>
                  <a:sym typeface="IBM Plex Sans"/>
                </a:rPr>
                <a:t>Operate</a:t>
              </a:r>
              <a:endParaRPr sz="700">
                <a:solidFill>
                  <a:schemeClr val="dk1"/>
                </a:solidFill>
                <a:latin typeface="IBM Plex Sans"/>
                <a:ea typeface="IBM Plex Sans"/>
                <a:cs typeface="IBM Plex Sans"/>
                <a:sym typeface="IBM Plex Sans"/>
              </a:endParaRPr>
            </a:p>
            <a:p>
              <a:pPr marL="12700" lvl="0" indent="0" algn="l" rtl="0">
                <a:spcBef>
                  <a:spcPts val="0"/>
                </a:spcBef>
                <a:spcAft>
                  <a:spcPts val="0"/>
                </a:spcAft>
                <a:buNone/>
              </a:pPr>
              <a:r>
                <a:rPr lang="en" sz="600">
                  <a:solidFill>
                    <a:schemeClr val="dk1"/>
                  </a:solidFill>
                  <a:latin typeface="IBM Plex Sans"/>
                  <a:ea typeface="IBM Plex Sans"/>
                  <a:cs typeface="IBM Plex Sans"/>
                  <a:sym typeface="IBM Plex Sans"/>
                </a:rPr>
                <a:t>Real time visibility to monitor, analyze and resolve problems with any process instance.</a:t>
              </a:r>
              <a:endParaRPr sz="600">
                <a:solidFill>
                  <a:schemeClr val="dk1"/>
                </a:solidFill>
                <a:latin typeface="IBM Plex Sans"/>
                <a:ea typeface="IBM Plex Sans"/>
                <a:cs typeface="IBM Plex Sans"/>
                <a:sym typeface="IBM Plex Sans"/>
              </a:endParaRPr>
            </a:p>
          </p:txBody>
        </p:sp>
        <p:sp>
          <p:nvSpPr>
            <p:cNvPr id="3793" name="Google Shape;3793;p178"/>
            <p:cNvSpPr txBox="1"/>
            <p:nvPr/>
          </p:nvSpPr>
          <p:spPr>
            <a:xfrm>
              <a:off x="4139587" y="3196311"/>
              <a:ext cx="1697100" cy="484800"/>
            </a:xfrm>
            <a:prstGeom prst="rect">
              <a:avLst/>
            </a:prstGeom>
            <a:noFill/>
            <a:ln>
              <a:noFill/>
            </a:ln>
          </p:spPr>
          <p:txBody>
            <a:bodyPr spcFirstLastPara="1" wrap="square" lIns="182875" tIns="0" rIns="0" bIns="0" anchor="t" anchorCtr="0">
              <a:spAutoFit/>
            </a:bodyPr>
            <a:lstStyle/>
            <a:p>
              <a:pPr marL="12700" lvl="0" indent="0" algn="l" rtl="0">
                <a:lnSpc>
                  <a:spcPct val="150000"/>
                </a:lnSpc>
                <a:spcBef>
                  <a:spcPts val="0"/>
                </a:spcBef>
                <a:spcAft>
                  <a:spcPts val="0"/>
                </a:spcAft>
                <a:buNone/>
              </a:pPr>
              <a:r>
                <a:rPr lang="en" sz="900" b="1">
                  <a:solidFill>
                    <a:schemeClr val="dk1"/>
                  </a:solidFill>
                  <a:latin typeface="IBM Plex Sans"/>
                  <a:ea typeface="IBM Plex Sans"/>
                  <a:cs typeface="IBM Plex Sans"/>
                  <a:sym typeface="IBM Plex Sans"/>
                </a:rPr>
                <a:t>Tasklist</a:t>
              </a:r>
              <a:endParaRPr sz="900" b="1">
                <a:solidFill>
                  <a:schemeClr val="dk1"/>
                </a:solidFill>
                <a:latin typeface="IBM Plex Sans"/>
                <a:ea typeface="IBM Plex Sans"/>
                <a:cs typeface="IBM Plex Sans"/>
                <a:sym typeface="IBM Plex Sans"/>
              </a:endParaRPr>
            </a:p>
            <a:p>
              <a:pPr marL="12700" lvl="0" indent="0" algn="l" rtl="0">
                <a:spcBef>
                  <a:spcPts val="0"/>
                </a:spcBef>
                <a:spcAft>
                  <a:spcPts val="0"/>
                </a:spcAft>
                <a:buNone/>
              </a:pPr>
              <a:r>
                <a:rPr lang="en" sz="600">
                  <a:solidFill>
                    <a:schemeClr val="dk1"/>
                  </a:solidFill>
                  <a:latin typeface="IBM Plex Sans"/>
                  <a:ea typeface="IBM Plex Sans"/>
                  <a:cs typeface="IBM Plex Sans"/>
                  <a:sym typeface="IBM Plex Sans"/>
                </a:rPr>
                <a:t>Assign and execute tasks that require human interaction via easy-to-use Forms or via your own apps with the Tasklist API.</a:t>
              </a:r>
              <a:endParaRPr>
                <a:solidFill>
                  <a:schemeClr val="dk1"/>
                </a:solidFill>
              </a:endParaRPr>
            </a:p>
          </p:txBody>
        </p:sp>
        <p:sp>
          <p:nvSpPr>
            <p:cNvPr id="3794" name="Google Shape;3794;p178"/>
            <p:cNvSpPr/>
            <p:nvPr/>
          </p:nvSpPr>
          <p:spPr>
            <a:xfrm>
              <a:off x="3175375" y="2218229"/>
              <a:ext cx="149559" cy="171831"/>
            </a:xfrm>
            <a:custGeom>
              <a:avLst/>
              <a:gdLst/>
              <a:ahLst/>
              <a:cxnLst/>
              <a:rect l="l" t="t" r="r" b="b"/>
              <a:pathLst>
                <a:path w="184073" h="209550" extrusionOk="0">
                  <a:moveTo>
                    <a:pt x="7715" y="0"/>
                  </a:moveTo>
                  <a:lnTo>
                    <a:pt x="6638" y="359"/>
                  </a:lnTo>
                  <a:lnTo>
                    <a:pt x="5562" y="718"/>
                  </a:lnTo>
                  <a:lnTo>
                    <a:pt x="4665" y="1256"/>
                  </a:lnTo>
                  <a:lnTo>
                    <a:pt x="3588" y="1794"/>
                  </a:lnTo>
                  <a:lnTo>
                    <a:pt x="2691" y="2512"/>
                  </a:lnTo>
                  <a:lnTo>
                    <a:pt x="1973" y="3409"/>
                  </a:lnTo>
                  <a:lnTo>
                    <a:pt x="1435" y="4306"/>
                  </a:lnTo>
                  <a:lnTo>
                    <a:pt x="897" y="5382"/>
                  </a:lnTo>
                  <a:lnTo>
                    <a:pt x="359" y="6459"/>
                  </a:lnTo>
                  <a:lnTo>
                    <a:pt x="179" y="7715"/>
                  </a:lnTo>
                  <a:lnTo>
                    <a:pt x="0" y="8970"/>
                  </a:lnTo>
                  <a:lnTo>
                    <a:pt x="0" y="104775"/>
                  </a:lnTo>
                  <a:lnTo>
                    <a:pt x="0" y="200580"/>
                  </a:lnTo>
                  <a:lnTo>
                    <a:pt x="179" y="201835"/>
                  </a:lnTo>
                  <a:lnTo>
                    <a:pt x="359" y="203091"/>
                  </a:lnTo>
                  <a:lnTo>
                    <a:pt x="897" y="204168"/>
                  </a:lnTo>
                  <a:lnTo>
                    <a:pt x="1435" y="205244"/>
                  </a:lnTo>
                  <a:lnTo>
                    <a:pt x="1973" y="206141"/>
                  </a:lnTo>
                  <a:lnTo>
                    <a:pt x="2691" y="207038"/>
                  </a:lnTo>
                  <a:lnTo>
                    <a:pt x="3588" y="207756"/>
                  </a:lnTo>
                  <a:lnTo>
                    <a:pt x="4665" y="208294"/>
                  </a:lnTo>
                  <a:lnTo>
                    <a:pt x="5562" y="208832"/>
                  </a:lnTo>
                  <a:lnTo>
                    <a:pt x="6638" y="209191"/>
                  </a:lnTo>
                  <a:lnTo>
                    <a:pt x="7715" y="209550"/>
                  </a:lnTo>
                  <a:lnTo>
                    <a:pt x="10047" y="209550"/>
                  </a:lnTo>
                  <a:lnTo>
                    <a:pt x="11303" y="209371"/>
                  </a:lnTo>
                  <a:lnTo>
                    <a:pt x="12379" y="208832"/>
                  </a:lnTo>
                  <a:lnTo>
                    <a:pt x="13635" y="208294"/>
                  </a:lnTo>
                  <a:lnTo>
                    <a:pt x="179408" y="112669"/>
                  </a:lnTo>
                  <a:lnTo>
                    <a:pt x="180485" y="111951"/>
                  </a:lnTo>
                  <a:lnTo>
                    <a:pt x="181382" y="111054"/>
                  </a:lnTo>
                  <a:lnTo>
                    <a:pt x="182279" y="110157"/>
                  </a:lnTo>
                  <a:lnTo>
                    <a:pt x="182817" y="109081"/>
                  </a:lnTo>
                  <a:lnTo>
                    <a:pt x="183355" y="108184"/>
                  </a:lnTo>
                  <a:lnTo>
                    <a:pt x="183714" y="107107"/>
                  </a:lnTo>
                  <a:lnTo>
                    <a:pt x="183894" y="105851"/>
                  </a:lnTo>
                  <a:lnTo>
                    <a:pt x="184073" y="104775"/>
                  </a:lnTo>
                  <a:lnTo>
                    <a:pt x="183894" y="103699"/>
                  </a:lnTo>
                  <a:lnTo>
                    <a:pt x="183714" y="102443"/>
                  </a:lnTo>
                  <a:lnTo>
                    <a:pt x="183355" y="101366"/>
                  </a:lnTo>
                  <a:lnTo>
                    <a:pt x="182817" y="100469"/>
                  </a:lnTo>
                  <a:lnTo>
                    <a:pt x="182279" y="99393"/>
                  </a:lnTo>
                  <a:lnTo>
                    <a:pt x="181382" y="98496"/>
                  </a:lnTo>
                  <a:lnTo>
                    <a:pt x="180485" y="97599"/>
                  </a:lnTo>
                  <a:lnTo>
                    <a:pt x="179408" y="96881"/>
                  </a:lnTo>
                  <a:lnTo>
                    <a:pt x="13635" y="1256"/>
                  </a:lnTo>
                  <a:lnTo>
                    <a:pt x="12379" y="718"/>
                  </a:lnTo>
                  <a:lnTo>
                    <a:pt x="11303" y="179"/>
                  </a:lnTo>
                  <a:lnTo>
                    <a:pt x="10047" y="0"/>
                  </a:lnTo>
                  <a:close/>
                </a:path>
              </a:pathLst>
            </a:custGeom>
            <a:solidFill>
              <a:srgbClr val="888B8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795" name="Google Shape;3795;p178"/>
          <p:cNvGrpSpPr/>
          <p:nvPr/>
        </p:nvGrpSpPr>
        <p:grpSpPr>
          <a:xfrm>
            <a:off x="6131363" y="887258"/>
            <a:ext cx="2891655" cy="1995569"/>
            <a:chOff x="6131363" y="887258"/>
            <a:chExt cx="2891655" cy="1995569"/>
          </a:xfrm>
        </p:grpSpPr>
        <p:sp>
          <p:nvSpPr>
            <p:cNvPr id="3796" name="Google Shape;3796;p178"/>
            <p:cNvSpPr/>
            <p:nvPr/>
          </p:nvSpPr>
          <p:spPr>
            <a:xfrm>
              <a:off x="6409293" y="1725427"/>
              <a:ext cx="2549700" cy="1157400"/>
            </a:xfrm>
            <a:prstGeom prst="roundRect">
              <a:avLst>
                <a:gd name="adj" fmla="val 9104"/>
              </a:avLst>
            </a:prstGeom>
            <a:solidFill>
              <a:srgbClr val="F7F7F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97" name="Google Shape;3797;p178"/>
            <p:cNvSpPr txBox="1"/>
            <p:nvPr/>
          </p:nvSpPr>
          <p:spPr>
            <a:xfrm>
              <a:off x="7016174" y="887258"/>
              <a:ext cx="1336200" cy="246300"/>
            </a:xfrm>
            <a:prstGeom prst="rect">
              <a:avLst/>
            </a:prstGeom>
            <a:noFill/>
            <a:ln>
              <a:noFill/>
            </a:ln>
          </p:spPr>
          <p:txBody>
            <a:bodyPr spcFirstLastPara="1" wrap="square" lIns="0" tIns="0" rIns="0" bIns="0" anchor="t" anchorCtr="0">
              <a:spAutoFit/>
            </a:bodyPr>
            <a:lstStyle/>
            <a:p>
              <a:pPr marL="0" lvl="0" indent="0" algn="ctr" rtl="0">
                <a:spcBef>
                  <a:spcPts val="0"/>
                </a:spcBef>
                <a:spcAft>
                  <a:spcPts val="0"/>
                </a:spcAft>
                <a:buNone/>
              </a:pPr>
              <a:r>
                <a:rPr lang="en" sz="1600" b="1">
                  <a:solidFill>
                    <a:srgbClr val="26D07C"/>
                  </a:solidFill>
                  <a:latin typeface="IBM Plex Sans"/>
                  <a:ea typeface="IBM Plex Sans"/>
                  <a:cs typeface="IBM Plex Sans"/>
                  <a:sym typeface="IBM Plex Sans"/>
                </a:rPr>
                <a:t>Improve</a:t>
              </a:r>
              <a:endParaRPr sz="1600">
                <a:solidFill>
                  <a:srgbClr val="26D07C"/>
                </a:solidFill>
              </a:endParaRPr>
            </a:p>
          </p:txBody>
        </p:sp>
        <p:sp>
          <p:nvSpPr>
            <p:cNvPr id="3798" name="Google Shape;3798;p178"/>
            <p:cNvSpPr txBox="1"/>
            <p:nvPr/>
          </p:nvSpPr>
          <p:spPr>
            <a:xfrm>
              <a:off x="6345518" y="1129352"/>
              <a:ext cx="2677500" cy="431100"/>
            </a:xfrm>
            <a:prstGeom prst="rect">
              <a:avLst/>
            </a:prstGeom>
            <a:noFill/>
            <a:ln>
              <a:noFill/>
            </a:ln>
          </p:spPr>
          <p:txBody>
            <a:bodyPr spcFirstLastPara="1" wrap="square" lIns="91425" tIns="91425" rIns="91425" bIns="91425" anchor="t" anchorCtr="0">
              <a:spAutoFit/>
            </a:bodyPr>
            <a:lstStyle/>
            <a:p>
              <a:pPr marL="12700" lvl="0" indent="0" algn="ctr" rtl="0">
                <a:spcBef>
                  <a:spcPts val="0"/>
                </a:spcBef>
                <a:spcAft>
                  <a:spcPts val="0"/>
                </a:spcAft>
                <a:buNone/>
              </a:pPr>
              <a:r>
                <a:rPr lang="en" sz="800">
                  <a:solidFill>
                    <a:schemeClr val="lt2"/>
                  </a:solidFill>
                  <a:latin typeface="IBM Plex Sans"/>
                  <a:ea typeface="IBM Plex Sans"/>
                  <a:cs typeface="IBM Plex Sans"/>
                  <a:sym typeface="IBM Plex Sans"/>
                </a:rPr>
                <a:t>Teams have the insights to fix the highest ROI problems for their business processes.</a:t>
              </a:r>
              <a:endParaRPr sz="800">
                <a:solidFill>
                  <a:schemeClr val="lt2"/>
                </a:solidFill>
                <a:latin typeface="IBM Plex Sans"/>
                <a:ea typeface="IBM Plex Sans"/>
                <a:cs typeface="IBM Plex Sans"/>
                <a:sym typeface="IBM Plex Sans"/>
              </a:endParaRPr>
            </a:p>
          </p:txBody>
        </p:sp>
        <p:grpSp>
          <p:nvGrpSpPr>
            <p:cNvPr id="3799" name="Google Shape;3799;p178"/>
            <p:cNvGrpSpPr/>
            <p:nvPr/>
          </p:nvGrpSpPr>
          <p:grpSpPr>
            <a:xfrm>
              <a:off x="6606153" y="1955177"/>
              <a:ext cx="457183" cy="457183"/>
              <a:chOff x="6813243" y="2535690"/>
              <a:chExt cx="649500" cy="649500"/>
            </a:xfrm>
          </p:grpSpPr>
          <p:sp>
            <p:nvSpPr>
              <p:cNvPr id="3800" name="Google Shape;3800;p178"/>
              <p:cNvSpPr/>
              <p:nvPr/>
            </p:nvSpPr>
            <p:spPr>
              <a:xfrm>
                <a:off x="6813243" y="2535690"/>
                <a:ext cx="649500" cy="649500"/>
              </a:xfrm>
              <a:prstGeom prst="roundRect">
                <a:avLst>
                  <a:gd name="adj" fmla="val 16667"/>
                </a:avLst>
              </a:prstGeom>
              <a:solidFill>
                <a:srgbClr val="26D07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01" name="Google Shape;3801;p178"/>
              <p:cNvSpPr/>
              <p:nvPr/>
            </p:nvSpPr>
            <p:spPr>
              <a:xfrm>
                <a:off x="6977811" y="2727933"/>
                <a:ext cx="308529" cy="261814"/>
              </a:xfrm>
              <a:custGeom>
                <a:avLst/>
                <a:gdLst/>
                <a:ahLst/>
                <a:cxnLst/>
                <a:rect l="l" t="t" r="r" b="b"/>
                <a:pathLst>
                  <a:path w="13445" h="11408" extrusionOk="0">
                    <a:moveTo>
                      <a:pt x="13445" y="0"/>
                    </a:moveTo>
                    <a:lnTo>
                      <a:pt x="8362" y="404"/>
                    </a:lnTo>
                    <a:lnTo>
                      <a:pt x="9349" y="1836"/>
                    </a:lnTo>
                    <a:lnTo>
                      <a:pt x="7025" y="3576"/>
                    </a:lnTo>
                    <a:lnTo>
                      <a:pt x="6696" y="3852"/>
                    </a:lnTo>
                    <a:lnTo>
                      <a:pt x="6717" y="4170"/>
                    </a:lnTo>
                    <a:lnTo>
                      <a:pt x="7163" y="9412"/>
                    </a:lnTo>
                    <a:lnTo>
                      <a:pt x="4341" y="9094"/>
                    </a:lnTo>
                    <a:lnTo>
                      <a:pt x="4266" y="9094"/>
                    </a:lnTo>
                    <a:lnTo>
                      <a:pt x="4203" y="9115"/>
                    </a:lnTo>
                    <a:lnTo>
                      <a:pt x="1" y="11407"/>
                    </a:lnTo>
                    <a:lnTo>
                      <a:pt x="4298" y="9571"/>
                    </a:lnTo>
                    <a:lnTo>
                      <a:pt x="7524" y="10240"/>
                    </a:lnTo>
                    <a:lnTo>
                      <a:pt x="7969" y="10346"/>
                    </a:lnTo>
                    <a:lnTo>
                      <a:pt x="7969" y="9826"/>
                    </a:lnTo>
                    <a:lnTo>
                      <a:pt x="8086" y="4521"/>
                    </a:lnTo>
                    <a:lnTo>
                      <a:pt x="10272" y="3184"/>
                    </a:lnTo>
                    <a:lnTo>
                      <a:pt x="11248" y="4606"/>
                    </a:lnTo>
                    <a:lnTo>
                      <a:pt x="13445"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802" name="Google Shape;3802;p178"/>
            <p:cNvSpPr txBox="1"/>
            <p:nvPr/>
          </p:nvSpPr>
          <p:spPr>
            <a:xfrm>
              <a:off x="7095562" y="1955177"/>
              <a:ext cx="1697100" cy="484800"/>
            </a:xfrm>
            <a:prstGeom prst="rect">
              <a:avLst/>
            </a:prstGeom>
            <a:noFill/>
            <a:ln>
              <a:noFill/>
            </a:ln>
          </p:spPr>
          <p:txBody>
            <a:bodyPr spcFirstLastPara="1" wrap="square" lIns="182875" tIns="0" rIns="0" bIns="0" anchor="t" anchorCtr="0">
              <a:spAutoFit/>
            </a:bodyPr>
            <a:lstStyle/>
            <a:p>
              <a:pPr marL="12700" lvl="0" indent="0" algn="l" rtl="0">
                <a:lnSpc>
                  <a:spcPct val="150000"/>
                </a:lnSpc>
                <a:spcBef>
                  <a:spcPts val="0"/>
                </a:spcBef>
                <a:spcAft>
                  <a:spcPts val="0"/>
                </a:spcAft>
                <a:buNone/>
              </a:pPr>
              <a:r>
                <a:rPr lang="en" sz="900" b="1">
                  <a:solidFill>
                    <a:schemeClr val="dk1"/>
                  </a:solidFill>
                  <a:latin typeface="IBM Plex Sans"/>
                  <a:ea typeface="IBM Plex Sans"/>
                  <a:cs typeface="IBM Plex Sans"/>
                  <a:sym typeface="IBM Plex Sans"/>
                </a:rPr>
                <a:t>Optimize</a:t>
              </a:r>
              <a:endParaRPr sz="700">
                <a:solidFill>
                  <a:schemeClr val="dk1"/>
                </a:solidFill>
                <a:latin typeface="IBM Plex Sans"/>
                <a:ea typeface="IBM Plex Sans"/>
                <a:cs typeface="IBM Plex Sans"/>
                <a:sym typeface="IBM Plex Sans"/>
              </a:endParaRPr>
            </a:p>
            <a:p>
              <a:pPr marL="12700" lvl="0" indent="0" algn="l" rtl="0">
                <a:spcBef>
                  <a:spcPts val="0"/>
                </a:spcBef>
                <a:spcAft>
                  <a:spcPts val="0"/>
                </a:spcAft>
                <a:buNone/>
              </a:pPr>
              <a:r>
                <a:rPr lang="en" sz="600">
                  <a:solidFill>
                    <a:schemeClr val="dk1"/>
                  </a:solidFill>
                  <a:latin typeface="IBM Plex Sans"/>
                  <a:ea typeface="IBM Plex Sans"/>
                  <a:cs typeface="IBM Plex Sans"/>
                  <a:sym typeface="IBM Plex Sans"/>
                </a:rPr>
                <a:t>Get the insights you need to understand and continuously improve your business processes.</a:t>
              </a:r>
              <a:endParaRPr>
                <a:solidFill>
                  <a:schemeClr val="dk1"/>
                </a:solidFill>
              </a:endParaRPr>
            </a:p>
          </p:txBody>
        </p:sp>
        <p:sp>
          <p:nvSpPr>
            <p:cNvPr id="3803" name="Google Shape;3803;p178"/>
            <p:cNvSpPr/>
            <p:nvPr/>
          </p:nvSpPr>
          <p:spPr>
            <a:xfrm>
              <a:off x="6131363" y="2218229"/>
              <a:ext cx="149559" cy="171831"/>
            </a:xfrm>
            <a:custGeom>
              <a:avLst/>
              <a:gdLst/>
              <a:ahLst/>
              <a:cxnLst/>
              <a:rect l="l" t="t" r="r" b="b"/>
              <a:pathLst>
                <a:path w="184073" h="209550" extrusionOk="0">
                  <a:moveTo>
                    <a:pt x="7715" y="0"/>
                  </a:moveTo>
                  <a:lnTo>
                    <a:pt x="6638" y="359"/>
                  </a:lnTo>
                  <a:lnTo>
                    <a:pt x="5562" y="718"/>
                  </a:lnTo>
                  <a:lnTo>
                    <a:pt x="4665" y="1256"/>
                  </a:lnTo>
                  <a:lnTo>
                    <a:pt x="3588" y="1794"/>
                  </a:lnTo>
                  <a:lnTo>
                    <a:pt x="2691" y="2512"/>
                  </a:lnTo>
                  <a:lnTo>
                    <a:pt x="1973" y="3409"/>
                  </a:lnTo>
                  <a:lnTo>
                    <a:pt x="1435" y="4306"/>
                  </a:lnTo>
                  <a:lnTo>
                    <a:pt x="897" y="5382"/>
                  </a:lnTo>
                  <a:lnTo>
                    <a:pt x="359" y="6459"/>
                  </a:lnTo>
                  <a:lnTo>
                    <a:pt x="179" y="7715"/>
                  </a:lnTo>
                  <a:lnTo>
                    <a:pt x="0" y="8970"/>
                  </a:lnTo>
                  <a:lnTo>
                    <a:pt x="0" y="104775"/>
                  </a:lnTo>
                  <a:lnTo>
                    <a:pt x="0" y="200580"/>
                  </a:lnTo>
                  <a:lnTo>
                    <a:pt x="179" y="201835"/>
                  </a:lnTo>
                  <a:lnTo>
                    <a:pt x="359" y="203091"/>
                  </a:lnTo>
                  <a:lnTo>
                    <a:pt x="897" y="204168"/>
                  </a:lnTo>
                  <a:lnTo>
                    <a:pt x="1435" y="205244"/>
                  </a:lnTo>
                  <a:lnTo>
                    <a:pt x="1973" y="206141"/>
                  </a:lnTo>
                  <a:lnTo>
                    <a:pt x="2691" y="207038"/>
                  </a:lnTo>
                  <a:lnTo>
                    <a:pt x="3588" y="207756"/>
                  </a:lnTo>
                  <a:lnTo>
                    <a:pt x="4665" y="208294"/>
                  </a:lnTo>
                  <a:lnTo>
                    <a:pt x="5562" y="208832"/>
                  </a:lnTo>
                  <a:lnTo>
                    <a:pt x="6638" y="209191"/>
                  </a:lnTo>
                  <a:lnTo>
                    <a:pt x="7715" y="209550"/>
                  </a:lnTo>
                  <a:lnTo>
                    <a:pt x="10047" y="209550"/>
                  </a:lnTo>
                  <a:lnTo>
                    <a:pt x="11303" y="209371"/>
                  </a:lnTo>
                  <a:lnTo>
                    <a:pt x="12379" y="208832"/>
                  </a:lnTo>
                  <a:lnTo>
                    <a:pt x="13635" y="208294"/>
                  </a:lnTo>
                  <a:lnTo>
                    <a:pt x="179408" y="112669"/>
                  </a:lnTo>
                  <a:lnTo>
                    <a:pt x="180485" y="111951"/>
                  </a:lnTo>
                  <a:lnTo>
                    <a:pt x="181382" y="111054"/>
                  </a:lnTo>
                  <a:lnTo>
                    <a:pt x="182279" y="110157"/>
                  </a:lnTo>
                  <a:lnTo>
                    <a:pt x="182817" y="109081"/>
                  </a:lnTo>
                  <a:lnTo>
                    <a:pt x="183355" y="108184"/>
                  </a:lnTo>
                  <a:lnTo>
                    <a:pt x="183714" y="107107"/>
                  </a:lnTo>
                  <a:lnTo>
                    <a:pt x="183894" y="105851"/>
                  </a:lnTo>
                  <a:lnTo>
                    <a:pt x="184073" y="104775"/>
                  </a:lnTo>
                  <a:lnTo>
                    <a:pt x="183894" y="103699"/>
                  </a:lnTo>
                  <a:lnTo>
                    <a:pt x="183714" y="102443"/>
                  </a:lnTo>
                  <a:lnTo>
                    <a:pt x="183355" y="101366"/>
                  </a:lnTo>
                  <a:lnTo>
                    <a:pt x="182817" y="100469"/>
                  </a:lnTo>
                  <a:lnTo>
                    <a:pt x="182279" y="99393"/>
                  </a:lnTo>
                  <a:lnTo>
                    <a:pt x="181382" y="98496"/>
                  </a:lnTo>
                  <a:lnTo>
                    <a:pt x="180485" y="97599"/>
                  </a:lnTo>
                  <a:lnTo>
                    <a:pt x="179408" y="96881"/>
                  </a:lnTo>
                  <a:lnTo>
                    <a:pt x="13635" y="1256"/>
                  </a:lnTo>
                  <a:lnTo>
                    <a:pt x="12379" y="718"/>
                  </a:lnTo>
                  <a:lnTo>
                    <a:pt x="11303" y="179"/>
                  </a:lnTo>
                  <a:lnTo>
                    <a:pt x="10047" y="0"/>
                  </a:lnTo>
                  <a:close/>
                </a:path>
              </a:pathLst>
            </a:custGeom>
            <a:solidFill>
              <a:srgbClr val="888B8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804" name="Google Shape;3804;p178"/>
          <p:cNvGrpSpPr/>
          <p:nvPr/>
        </p:nvGrpSpPr>
        <p:grpSpPr>
          <a:xfrm>
            <a:off x="269018" y="887258"/>
            <a:ext cx="3018538" cy="3771897"/>
            <a:chOff x="269018" y="887258"/>
            <a:chExt cx="3018538" cy="3771897"/>
          </a:xfrm>
        </p:grpSpPr>
        <p:sp>
          <p:nvSpPr>
            <p:cNvPr id="3805" name="Google Shape;3805;p178"/>
            <p:cNvSpPr/>
            <p:nvPr/>
          </p:nvSpPr>
          <p:spPr>
            <a:xfrm>
              <a:off x="497318" y="1725427"/>
              <a:ext cx="2549700" cy="1157400"/>
            </a:xfrm>
            <a:prstGeom prst="roundRect">
              <a:avLst>
                <a:gd name="adj" fmla="val 9104"/>
              </a:avLst>
            </a:prstGeom>
            <a:solidFill>
              <a:srgbClr val="F7F7F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06" name="Google Shape;3806;p178"/>
            <p:cNvSpPr txBox="1"/>
            <p:nvPr/>
          </p:nvSpPr>
          <p:spPr>
            <a:xfrm>
              <a:off x="1104074" y="887258"/>
              <a:ext cx="1336200" cy="246300"/>
            </a:xfrm>
            <a:prstGeom prst="rect">
              <a:avLst/>
            </a:prstGeom>
            <a:noFill/>
            <a:ln>
              <a:noFill/>
            </a:ln>
          </p:spPr>
          <p:txBody>
            <a:bodyPr spcFirstLastPara="1" wrap="square" lIns="0" tIns="0" rIns="0" bIns="0" anchor="t" anchorCtr="0">
              <a:spAutoFit/>
            </a:bodyPr>
            <a:lstStyle/>
            <a:p>
              <a:pPr marL="0" lvl="0" indent="0" algn="ctr" rtl="0">
                <a:spcBef>
                  <a:spcPts val="0"/>
                </a:spcBef>
                <a:spcAft>
                  <a:spcPts val="0"/>
                </a:spcAft>
                <a:buNone/>
              </a:pPr>
              <a:r>
                <a:rPr lang="en" sz="1600" b="1">
                  <a:solidFill>
                    <a:srgbClr val="FC5D0D"/>
                  </a:solidFill>
                  <a:latin typeface="IBM Plex Sans"/>
                  <a:ea typeface="IBM Plex Sans"/>
                  <a:cs typeface="IBM Plex Sans"/>
                  <a:sym typeface="IBM Plex Sans"/>
                </a:rPr>
                <a:t>Design</a:t>
              </a:r>
              <a:endParaRPr sz="1600">
                <a:solidFill>
                  <a:srgbClr val="FC5D0D"/>
                </a:solidFill>
              </a:endParaRPr>
            </a:p>
          </p:txBody>
        </p:sp>
        <p:grpSp>
          <p:nvGrpSpPr>
            <p:cNvPr id="3807" name="Google Shape;3807;p178"/>
            <p:cNvGrpSpPr/>
            <p:nvPr/>
          </p:nvGrpSpPr>
          <p:grpSpPr>
            <a:xfrm>
              <a:off x="694218" y="1955177"/>
              <a:ext cx="457193" cy="457193"/>
              <a:chOff x="1365755" y="1960425"/>
              <a:chExt cx="788400" cy="788400"/>
            </a:xfrm>
          </p:grpSpPr>
          <p:sp>
            <p:nvSpPr>
              <p:cNvPr id="3808" name="Google Shape;3808;p178"/>
              <p:cNvSpPr/>
              <p:nvPr/>
            </p:nvSpPr>
            <p:spPr>
              <a:xfrm>
                <a:off x="1365755" y="1960425"/>
                <a:ext cx="788400" cy="788400"/>
              </a:xfrm>
              <a:prstGeom prst="roundRect">
                <a:avLst>
                  <a:gd name="adj" fmla="val 16667"/>
                </a:avLst>
              </a:prstGeom>
              <a:solidFill>
                <a:srgbClr val="FC5D0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809" name="Google Shape;3809;p178"/>
              <p:cNvGrpSpPr/>
              <p:nvPr/>
            </p:nvGrpSpPr>
            <p:grpSpPr>
              <a:xfrm>
                <a:off x="1479376" y="2281793"/>
                <a:ext cx="548575" cy="142997"/>
                <a:chOff x="2443850" y="2022150"/>
                <a:chExt cx="419400" cy="109325"/>
              </a:xfrm>
            </p:grpSpPr>
            <p:sp>
              <p:nvSpPr>
                <p:cNvPr id="3810" name="Google Shape;3810;p178"/>
                <p:cNvSpPr/>
                <p:nvPr/>
              </p:nvSpPr>
              <p:spPr>
                <a:xfrm>
                  <a:off x="2443850" y="2038325"/>
                  <a:ext cx="77200" cy="77225"/>
                </a:xfrm>
                <a:custGeom>
                  <a:avLst/>
                  <a:gdLst/>
                  <a:ahLst/>
                  <a:cxnLst/>
                  <a:rect l="l" t="t" r="r" b="b"/>
                  <a:pathLst>
                    <a:path w="3088" h="3089" extrusionOk="0">
                      <a:moveTo>
                        <a:pt x="1380" y="1"/>
                      </a:moveTo>
                      <a:lnTo>
                        <a:pt x="1231" y="33"/>
                      </a:lnTo>
                      <a:lnTo>
                        <a:pt x="1082" y="65"/>
                      </a:lnTo>
                      <a:lnTo>
                        <a:pt x="945" y="118"/>
                      </a:lnTo>
                      <a:lnTo>
                        <a:pt x="807" y="181"/>
                      </a:lnTo>
                      <a:lnTo>
                        <a:pt x="679" y="256"/>
                      </a:lnTo>
                      <a:lnTo>
                        <a:pt x="563" y="351"/>
                      </a:lnTo>
                      <a:lnTo>
                        <a:pt x="446" y="447"/>
                      </a:lnTo>
                      <a:lnTo>
                        <a:pt x="350" y="563"/>
                      </a:lnTo>
                      <a:lnTo>
                        <a:pt x="265" y="680"/>
                      </a:lnTo>
                      <a:lnTo>
                        <a:pt x="181" y="807"/>
                      </a:lnTo>
                      <a:lnTo>
                        <a:pt x="117" y="945"/>
                      </a:lnTo>
                      <a:lnTo>
                        <a:pt x="64" y="1083"/>
                      </a:lnTo>
                      <a:lnTo>
                        <a:pt x="32" y="1232"/>
                      </a:lnTo>
                      <a:lnTo>
                        <a:pt x="0" y="1380"/>
                      </a:lnTo>
                      <a:lnTo>
                        <a:pt x="0" y="1539"/>
                      </a:lnTo>
                      <a:lnTo>
                        <a:pt x="0" y="1699"/>
                      </a:lnTo>
                      <a:lnTo>
                        <a:pt x="32" y="1858"/>
                      </a:lnTo>
                      <a:lnTo>
                        <a:pt x="64" y="2006"/>
                      </a:lnTo>
                      <a:lnTo>
                        <a:pt x="117" y="2144"/>
                      </a:lnTo>
                      <a:lnTo>
                        <a:pt x="181" y="2282"/>
                      </a:lnTo>
                      <a:lnTo>
                        <a:pt x="265" y="2410"/>
                      </a:lnTo>
                      <a:lnTo>
                        <a:pt x="350" y="2526"/>
                      </a:lnTo>
                      <a:lnTo>
                        <a:pt x="446" y="2632"/>
                      </a:lnTo>
                      <a:lnTo>
                        <a:pt x="563" y="2738"/>
                      </a:lnTo>
                      <a:lnTo>
                        <a:pt x="679" y="2823"/>
                      </a:lnTo>
                      <a:lnTo>
                        <a:pt x="807" y="2898"/>
                      </a:lnTo>
                      <a:lnTo>
                        <a:pt x="945" y="2972"/>
                      </a:lnTo>
                      <a:lnTo>
                        <a:pt x="1082" y="3025"/>
                      </a:lnTo>
                      <a:lnTo>
                        <a:pt x="1231" y="3057"/>
                      </a:lnTo>
                      <a:lnTo>
                        <a:pt x="1380" y="3078"/>
                      </a:lnTo>
                      <a:lnTo>
                        <a:pt x="1539" y="3089"/>
                      </a:lnTo>
                      <a:lnTo>
                        <a:pt x="1698" y="3078"/>
                      </a:lnTo>
                      <a:lnTo>
                        <a:pt x="1857" y="3057"/>
                      </a:lnTo>
                      <a:lnTo>
                        <a:pt x="2006" y="3025"/>
                      </a:lnTo>
                      <a:lnTo>
                        <a:pt x="2144" y="2972"/>
                      </a:lnTo>
                      <a:lnTo>
                        <a:pt x="2281" y="2898"/>
                      </a:lnTo>
                      <a:lnTo>
                        <a:pt x="2409" y="2823"/>
                      </a:lnTo>
                      <a:lnTo>
                        <a:pt x="2526" y="2738"/>
                      </a:lnTo>
                      <a:lnTo>
                        <a:pt x="2632" y="2632"/>
                      </a:lnTo>
                      <a:lnTo>
                        <a:pt x="2738" y="2526"/>
                      </a:lnTo>
                      <a:lnTo>
                        <a:pt x="2823" y="2410"/>
                      </a:lnTo>
                      <a:lnTo>
                        <a:pt x="2908" y="2282"/>
                      </a:lnTo>
                      <a:lnTo>
                        <a:pt x="2971" y="2144"/>
                      </a:lnTo>
                      <a:lnTo>
                        <a:pt x="3024" y="2006"/>
                      </a:lnTo>
                      <a:lnTo>
                        <a:pt x="3056" y="1858"/>
                      </a:lnTo>
                      <a:lnTo>
                        <a:pt x="3077" y="1699"/>
                      </a:lnTo>
                      <a:lnTo>
                        <a:pt x="3088" y="1539"/>
                      </a:lnTo>
                      <a:lnTo>
                        <a:pt x="3077" y="1380"/>
                      </a:lnTo>
                      <a:lnTo>
                        <a:pt x="3056" y="1232"/>
                      </a:lnTo>
                      <a:lnTo>
                        <a:pt x="3024" y="1083"/>
                      </a:lnTo>
                      <a:lnTo>
                        <a:pt x="2971" y="945"/>
                      </a:lnTo>
                      <a:lnTo>
                        <a:pt x="2908" y="807"/>
                      </a:lnTo>
                      <a:lnTo>
                        <a:pt x="2823" y="680"/>
                      </a:lnTo>
                      <a:lnTo>
                        <a:pt x="2738" y="563"/>
                      </a:lnTo>
                      <a:lnTo>
                        <a:pt x="2632" y="447"/>
                      </a:lnTo>
                      <a:lnTo>
                        <a:pt x="2526" y="351"/>
                      </a:lnTo>
                      <a:lnTo>
                        <a:pt x="2409" y="256"/>
                      </a:lnTo>
                      <a:lnTo>
                        <a:pt x="2281" y="181"/>
                      </a:lnTo>
                      <a:lnTo>
                        <a:pt x="2144" y="118"/>
                      </a:lnTo>
                      <a:lnTo>
                        <a:pt x="2006" y="65"/>
                      </a:lnTo>
                      <a:lnTo>
                        <a:pt x="1857" y="33"/>
                      </a:lnTo>
                      <a:lnTo>
                        <a:pt x="1698"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11" name="Google Shape;3811;p178"/>
                <p:cNvSpPr/>
                <p:nvPr/>
              </p:nvSpPr>
              <p:spPr>
                <a:xfrm>
                  <a:off x="2785775" y="2038325"/>
                  <a:ext cx="77475" cy="77225"/>
                </a:xfrm>
                <a:custGeom>
                  <a:avLst/>
                  <a:gdLst/>
                  <a:ahLst/>
                  <a:cxnLst/>
                  <a:rect l="l" t="t" r="r" b="b"/>
                  <a:pathLst>
                    <a:path w="3099" h="3089" extrusionOk="0">
                      <a:moveTo>
                        <a:pt x="1391" y="1"/>
                      </a:moveTo>
                      <a:lnTo>
                        <a:pt x="1231" y="33"/>
                      </a:lnTo>
                      <a:lnTo>
                        <a:pt x="1083" y="65"/>
                      </a:lnTo>
                      <a:lnTo>
                        <a:pt x="945" y="118"/>
                      </a:lnTo>
                      <a:lnTo>
                        <a:pt x="807" y="181"/>
                      </a:lnTo>
                      <a:lnTo>
                        <a:pt x="680" y="256"/>
                      </a:lnTo>
                      <a:lnTo>
                        <a:pt x="563" y="351"/>
                      </a:lnTo>
                      <a:lnTo>
                        <a:pt x="457" y="447"/>
                      </a:lnTo>
                      <a:lnTo>
                        <a:pt x="351" y="563"/>
                      </a:lnTo>
                      <a:lnTo>
                        <a:pt x="266" y="680"/>
                      </a:lnTo>
                      <a:lnTo>
                        <a:pt x="192" y="807"/>
                      </a:lnTo>
                      <a:lnTo>
                        <a:pt x="128" y="945"/>
                      </a:lnTo>
                      <a:lnTo>
                        <a:pt x="75" y="1083"/>
                      </a:lnTo>
                      <a:lnTo>
                        <a:pt x="32" y="1232"/>
                      </a:lnTo>
                      <a:lnTo>
                        <a:pt x="11" y="1380"/>
                      </a:lnTo>
                      <a:lnTo>
                        <a:pt x="1" y="1539"/>
                      </a:lnTo>
                      <a:lnTo>
                        <a:pt x="11" y="1699"/>
                      </a:lnTo>
                      <a:lnTo>
                        <a:pt x="32" y="1858"/>
                      </a:lnTo>
                      <a:lnTo>
                        <a:pt x="75" y="2006"/>
                      </a:lnTo>
                      <a:lnTo>
                        <a:pt x="128" y="2144"/>
                      </a:lnTo>
                      <a:lnTo>
                        <a:pt x="192" y="2282"/>
                      </a:lnTo>
                      <a:lnTo>
                        <a:pt x="266" y="2410"/>
                      </a:lnTo>
                      <a:lnTo>
                        <a:pt x="351" y="2526"/>
                      </a:lnTo>
                      <a:lnTo>
                        <a:pt x="457" y="2632"/>
                      </a:lnTo>
                      <a:lnTo>
                        <a:pt x="563" y="2738"/>
                      </a:lnTo>
                      <a:lnTo>
                        <a:pt x="680" y="2823"/>
                      </a:lnTo>
                      <a:lnTo>
                        <a:pt x="807" y="2898"/>
                      </a:lnTo>
                      <a:lnTo>
                        <a:pt x="945" y="2972"/>
                      </a:lnTo>
                      <a:lnTo>
                        <a:pt x="1083" y="3025"/>
                      </a:lnTo>
                      <a:lnTo>
                        <a:pt x="1231" y="3057"/>
                      </a:lnTo>
                      <a:lnTo>
                        <a:pt x="1391" y="3078"/>
                      </a:lnTo>
                      <a:lnTo>
                        <a:pt x="1550" y="3089"/>
                      </a:lnTo>
                      <a:lnTo>
                        <a:pt x="1709" y="3078"/>
                      </a:lnTo>
                      <a:lnTo>
                        <a:pt x="1857" y="3057"/>
                      </a:lnTo>
                      <a:lnTo>
                        <a:pt x="2006" y="3025"/>
                      </a:lnTo>
                      <a:lnTo>
                        <a:pt x="2155" y="2972"/>
                      </a:lnTo>
                      <a:lnTo>
                        <a:pt x="2282" y="2898"/>
                      </a:lnTo>
                      <a:lnTo>
                        <a:pt x="2409" y="2823"/>
                      </a:lnTo>
                      <a:lnTo>
                        <a:pt x="2537" y="2738"/>
                      </a:lnTo>
                      <a:lnTo>
                        <a:pt x="2643" y="2632"/>
                      </a:lnTo>
                      <a:lnTo>
                        <a:pt x="2738" y="2526"/>
                      </a:lnTo>
                      <a:lnTo>
                        <a:pt x="2834" y="2410"/>
                      </a:lnTo>
                      <a:lnTo>
                        <a:pt x="2908" y="2282"/>
                      </a:lnTo>
                      <a:lnTo>
                        <a:pt x="2972" y="2144"/>
                      </a:lnTo>
                      <a:lnTo>
                        <a:pt x="3025" y="2006"/>
                      </a:lnTo>
                      <a:lnTo>
                        <a:pt x="3067" y="1858"/>
                      </a:lnTo>
                      <a:lnTo>
                        <a:pt x="3088" y="1699"/>
                      </a:lnTo>
                      <a:lnTo>
                        <a:pt x="3099" y="1539"/>
                      </a:lnTo>
                      <a:lnTo>
                        <a:pt x="3088" y="1380"/>
                      </a:lnTo>
                      <a:lnTo>
                        <a:pt x="3067" y="1232"/>
                      </a:lnTo>
                      <a:lnTo>
                        <a:pt x="3025" y="1083"/>
                      </a:lnTo>
                      <a:lnTo>
                        <a:pt x="2972" y="945"/>
                      </a:lnTo>
                      <a:lnTo>
                        <a:pt x="2908" y="807"/>
                      </a:lnTo>
                      <a:lnTo>
                        <a:pt x="2834" y="680"/>
                      </a:lnTo>
                      <a:lnTo>
                        <a:pt x="2738" y="563"/>
                      </a:lnTo>
                      <a:lnTo>
                        <a:pt x="2643" y="447"/>
                      </a:lnTo>
                      <a:lnTo>
                        <a:pt x="2537" y="351"/>
                      </a:lnTo>
                      <a:lnTo>
                        <a:pt x="2409" y="256"/>
                      </a:lnTo>
                      <a:lnTo>
                        <a:pt x="2282" y="181"/>
                      </a:lnTo>
                      <a:lnTo>
                        <a:pt x="2155" y="118"/>
                      </a:lnTo>
                      <a:lnTo>
                        <a:pt x="2006" y="65"/>
                      </a:lnTo>
                      <a:lnTo>
                        <a:pt x="1857" y="33"/>
                      </a:lnTo>
                      <a:lnTo>
                        <a:pt x="1709"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12" name="Google Shape;3812;p178"/>
                <p:cNvSpPr/>
                <p:nvPr/>
              </p:nvSpPr>
              <p:spPr>
                <a:xfrm>
                  <a:off x="2550475" y="2038325"/>
                  <a:ext cx="77500" cy="77225"/>
                </a:xfrm>
                <a:custGeom>
                  <a:avLst/>
                  <a:gdLst/>
                  <a:ahLst/>
                  <a:cxnLst/>
                  <a:rect l="l" t="t" r="r" b="b"/>
                  <a:pathLst>
                    <a:path w="3100" h="3089" extrusionOk="0">
                      <a:moveTo>
                        <a:pt x="1" y="1"/>
                      </a:moveTo>
                      <a:lnTo>
                        <a:pt x="1" y="3089"/>
                      </a:lnTo>
                      <a:lnTo>
                        <a:pt x="3099" y="3089"/>
                      </a:lnTo>
                      <a:lnTo>
                        <a:pt x="3099"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13" name="Google Shape;3813;p178"/>
                <p:cNvSpPr/>
                <p:nvPr/>
              </p:nvSpPr>
              <p:spPr>
                <a:xfrm>
                  <a:off x="2651550" y="2022150"/>
                  <a:ext cx="109325" cy="109325"/>
                </a:xfrm>
                <a:custGeom>
                  <a:avLst/>
                  <a:gdLst/>
                  <a:ahLst/>
                  <a:cxnLst/>
                  <a:rect l="l" t="t" r="r" b="b"/>
                  <a:pathLst>
                    <a:path w="4373" h="4373" extrusionOk="0">
                      <a:moveTo>
                        <a:pt x="2186" y="1"/>
                      </a:moveTo>
                      <a:lnTo>
                        <a:pt x="0" y="2186"/>
                      </a:lnTo>
                      <a:lnTo>
                        <a:pt x="2186" y="4372"/>
                      </a:lnTo>
                      <a:lnTo>
                        <a:pt x="4372" y="2186"/>
                      </a:lnTo>
                      <a:lnTo>
                        <a:pt x="2186"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3814" name="Google Shape;3814;p178"/>
            <p:cNvSpPr txBox="1"/>
            <p:nvPr/>
          </p:nvSpPr>
          <p:spPr>
            <a:xfrm>
              <a:off x="433419" y="1129352"/>
              <a:ext cx="2677500" cy="431100"/>
            </a:xfrm>
            <a:prstGeom prst="rect">
              <a:avLst/>
            </a:prstGeom>
            <a:noFill/>
            <a:ln>
              <a:noFill/>
            </a:ln>
          </p:spPr>
          <p:txBody>
            <a:bodyPr spcFirstLastPara="1" wrap="square" lIns="91425" tIns="91425" rIns="91425" bIns="91425" anchor="t" anchorCtr="0">
              <a:spAutoFit/>
            </a:bodyPr>
            <a:lstStyle/>
            <a:p>
              <a:pPr marL="12700" lvl="0" indent="0" algn="ctr" rtl="0">
                <a:spcBef>
                  <a:spcPts val="0"/>
                </a:spcBef>
                <a:spcAft>
                  <a:spcPts val="0"/>
                </a:spcAft>
                <a:buNone/>
              </a:pPr>
              <a:r>
                <a:rPr lang="en" sz="800">
                  <a:solidFill>
                    <a:schemeClr val="lt2"/>
                  </a:solidFill>
                  <a:latin typeface="IBM Plex Sans"/>
                  <a:ea typeface="IBM Plex Sans"/>
                  <a:cs typeface="IBM Plex Sans"/>
                  <a:sym typeface="IBM Plex Sans"/>
                </a:rPr>
                <a:t>Developers &amp; business users collaborate to design, </a:t>
              </a:r>
              <a:br>
                <a:rPr lang="en" sz="800">
                  <a:solidFill>
                    <a:schemeClr val="lt2"/>
                  </a:solidFill>
                  <a:latin typeface="IBM Plex Sans"/>
                  <a:ea typeface="IBM Plex Sans"/>
                  <a:cs typeface="IBM Plex Sans"/>
                  <a:sym typeface="IBM Plex Sans"/>
                </a:rPr>
              </a:br>
              <a:r>
                <a:rPr lang="en" sz="800">
                  <a:solidFill>
                    <a:schemeClr val="lt2"/>
                  </a:solidFill>
                  <a:latin typeface="IBM Plex Sans"/>
                  <a:ea typeface="IBM Plex Sans"/>
                  <a:cs typeface="IBM Plex Sans"/>
                  <a:sym typeface="IBM Plex Sans"/>
                </a:rPr>
                <a:t>connect &amp; deploy processes with Camunda.</a:t>
              </a:r>
              <a:endParaRPr sz="800" b="1">
                <a:solidFill>
                  <a:schemeClr val="lt2"/>
                </a:solidFill>
                <a:latin typeface="IBM Plex Sans"/>
                <a:ea typeface="IBM Plex Sans"/>
                <a:cs typeface="IBM Plex Sans"/>
                <a:sym typeface="IBM Plex Sans"/>
              </a:endParaRPr>
            </a:p>
          </p:txBody>
        </p:sp>
        <p:sp>
          <p:nvSpPr>
            <p:cNvPr id="3815" name="Google Shape;3815;p178"/>
            <p:cNvSpPr txBox="1"/>
            <p:nvPr/>
          </p:nvSpPr>
          <p:spPr>
            <a:xfrm>
              <a:off x="1183612" y="1955177"/>
              <a:ext cx="1697100" cy="577200"/>
            </a:xfrm>
            <a:prstGeom prst="rect">
              <a:avLst/>
            </a:prstGeom>
            <a:noFill/>
            <a:ln>
              <a:noFill/>
            </a:ln>
          </p:spPr>
          <p:txBody>
            <a:bodyPr spcFirstLastPara="1" wrap="square" lIns="182875" tIns="0" rIns="0" bIns="0" anchor="t" anchorCtr="0">
              <a:spAutoFit/>
            </a:bodyPr>
            <a:lstStyle/>
            <a:p>
              <a:pPr marL="12700" lvl="0" indent="0" algn="l" rtl="0">
                <a:lnSpc>
                  <a:spcPct val="150000"/>
                </a:lnSpc>
                <a:spcBef>
                  <a:spcPts val="0"/>
                </a:spcBef>
                <a:spcAft>
                  <a:spcPts val="0"/>
                </a:spcAft>
                <a:buNone/>
              </a:pPr>
              <a:r>
                <a:rPr lang="en" sz="900" b="1">
                  <a:solidFill>
                    <a:schemeClr val="dk1"/>
                  </a:solidFill>
                  <a:latin typeface="IBM Plex Sans"/>
                  <a:ea typeface="IBM Plex Sans"/>
                  <a:cs typeface="IBM Plex Sans"/>
                  <a:sym typeface="IBM Plex Sans"/>
                </a:rPr>
                <a:t>Modeler</a:t>
              </a:r>
              <a:endParaRPr sz="700">
                <a:solidFill>
                  <a:schemeClr val="dk1"/>
                </a:solidFill>
                <a:latin typeface="IBM Plex Sans"/>
                <a:ea typeface="IBM Plex Sans"/>
                <a:cs typeface="IBM Plex Sans"/>
                <a:sym typeface="IBM Plex Sans"/>
              </a:endParaRPr>
            </a:p>
            <a:p>
              <a:pPr marL="12700" lvl="0" indent="0" algn="l" rtl="0">
                <a:spcBef>
                  <a:spcPts val="0"/>
                </a:spcBef>
                <a:spcAft>
                  <a:spcPts val="0"/>
                </a:spcAft>
                <a:buNone/>
              </a:pPr>
              <a:r>
                <a:rPr lang="en" sz="600">
                  <a:solidFill>
                    <a:schemeClr val="dk1"/>
                  </a:solidFill>
                  <a:latin typeface="IBM Plex Sans"/>
                  <a:ea typeface="IBM Plex Sans"/>
                  <a:cs typeface="IBM Plex Sans"/>
                  <a:sym typeface="IBM Plex Sans"/>
                </a:rPr>
                <a:t>Model &amp; deploy business process diagrams with BPMN &amp; DMN.</a:t>
              </a:r>
              <a:endParaRPr sz="600">
                <a:solidFill>
                  <a:schemeClr val="dk1"/>
                </a:solidFill>
                <a:latin typeface="IBM Plex Sans"/>
                <a:ea typeface="IBM Plex Sans"/>
                <a:cs typeface="IBM Plex Sans"/>
                <a:sym typeface="IBM Plex Sans"/>
              </a:endParaRPr>
            </a:p>
            <a:p>
              <a:pPr marL="12700" lvl="0" indent="0" algn="l" rtl="0">
                <a:spcBef>
                  <a:spcPts val="0"/>
                </a:spcBef>
                <a:spcAft>
                  <a:spcPts val="0"/>
                </a:spcAft>
                <a:buNone/>
              </a:pPr>
              <a:r>
                <a:rPr lang="en" sz="600">
                  <a:solidFill>
                    <a:schemeClr val="dk1"/>
                  </a:solidFill>
                  <a:latin typeface="IBM Plex Sans"/>
                  <a:ea typeface="IBM Plex Sans"/>
                  <a:cs typeface="IBM Plex Sans"/>
                  <a:sym typeface="IBM Plex Sans"/>
                </a:rPr>
                <a:t/>
              </a:r>
              <a:br>
                <a:rPr lang="en" sz="600">
                  <a:solidFill>
                    <a:schemeClr val="dk1"/>
                  </a:solidFill>
                  <a:latin typeface="IBM Plex Sans"/>
                  <a:ea typeface="IBM Plex Sans"/>
                  <a:cs typeface="IBM Plex Sans"/>
                  <a:sym typeface="IBM Plex Sans"/>
                </a:rPr>
              </a:br>
              <a:r>
                <a:rPr lang="en" sz="600">
                  <a:solidFill>
                    <a:schemeClr val="dk1"/>
                  </a:solidFill>
                  <a:latin typeface="IBM Plex Sans"/>
                  <a:ea typeface="IBM Plex Sans"/>
                  <a:cs typeface="IBM Plex Sans"/>
                  <a:sym typeface="IBM Plex Sans"/>
                </a:rPr>
                <a:t>Available via web and desktop app.</a:t>
              </a:r>
              <a:endParaRPr>
                <a:solidFill>
                  <a:schemeClr val="dk1"/>
                </a:solidFill>
              </a:endParaRPr>
            </a:p>
          </p:txBody>
        </p:sp>
        <p:grpSp>
          <p:nvGrpSpPr>
            <p:cNvPr id="3816" name="Google Shape;3816;p178"/>
            <p:cNvGrpSpPr/>
            <p:nvPr/>
          </p:nvGrpSpPr>
          <p:grpSpPr>
            <a:xfrm>
              <a:off x="727870" y="3020567"/>
              <a:ext cx="2088457" cy="221400"/>
              <a:chOff x="637200" y="3212675"/>
              <a:chExt cx="1957500" cy="221400"/>
            </a:xfrm>
          </p:grpSpPr>
          <p:cxnSp>
            <p:nvCxnSpPr>
              <p:cNvPr id="3817" name="Google Shape;3817;p178"/>
              <p:cNvCxnSpPr/>
              <p:nvPr/>
            </p:nvCxnSpPr>
            <p:spPr>
              <a:xfrm>
                <a:off x="1615938" y="3212675"/>
                <a:ext cx="0" cy="110700"/>
              </a:xfrm>
              <a:prstGeom prst="straightConnector1">
                <a:avLst/>
              </a:prstGeom>
              <a:noFill/>
              <a:ln w="9525" cap="flat" cmpd="sng">
                <a:solidFill>
                  <a:schemeClr val="lt2"/>
                </a:solidFill>
                <a:prstDash val="solid"/>
                <a:round/>
                <a:headEnd type="none" w="med" len="med"/>
                <a:tailEnd type="none" w="med" len="med"/>
              </a:ln>
            </p:spPr>
          </p:cxnSp>
          <p:cxnSp>
            <p:nvCxnSpPr>
              <p:cNvPr id="3818" name="Google Shape;3818;p178"/>
              <p:cNvCxnSpPr/>
              <p:nvPr/>
            </p:nvCxnSpPr>
            <p:spPr>
              <a:xfrm rot="10800000" flipH="1">
                <a:off x="637200" y="3313963"/>
                <a:ext cx="1957500" cy="4800"/>
              </a:xfrm>
              <a:prstGeom prst="straightConnector1">
                <a:avLst/>
              </a:prstGeom>
              <a:noFill/>
              <a:ln w="9525" cap="flat" cmpd="sng">
                <a:solidFill>
                  <a:schemeClr val="lt2"/>
                </a:solidFill>
                <a:prstDash val="solid"/>
                <a:round/>
                <a:headEnd type="none" w="med" len="med"/>
                <a:tailEnd type="none" w="med" len="med"/>
              </a:ln>
            </p:spPr>
          </p:cxnSp>
          <p:cxnSp>
            <p:nvCxnSpPr>
              <p:cNvPr id="3819" name="Google Shape;3819;p178"/>
              <p:cNvCxnSpPr/>
              <p:nvPr/>
            </p:nvCxnSpPr>
            <p:spPr>
              <a:xfrm>
                <a:off x="641688" y="3323375"/>
                <a:ext cx="0" cy="110700"/>
              </a:xfrm>
              <a:prstGeom prst="straightConnector1">
                <a:avLst/>
              </a:prstGeom>
              <a:noFill/>
              <a:ln w="9525" cap="flat" cmpd="sng">
                <a:solidFill>
                  <a:schemeClr val="lt2"/>
                </a:solidFill>
                <a:prstDash val="solid"/>
                <a:round/>
                <a:headEnd type="none" w="med" len="med"/>
                <a:tailEnd type="none" w="med" len="med"/>
              </a:ln>
            </p:spPr>
          </p:cxnSp>
          <p:cxnSp>
            <p:nvCxnSpPr>
              <p:cNvPr id="3820" name="Google Shape;3820;p178"/>
              <p:cNvCxnSpPr/>
              <p:nvPr/>
            </p:nvCxnSpPr>
            <p:spPr>
              <a:xfrm>
                <a:off x="1615938" y="3296388"/>
                <a:ext cx="0" cy="110700"/>
              </a:xfrm>
              <a:prstGeom prst="straightConnector1">
                <a:avLst/>
              </a:prstGeom>
              <a:noFill/>
              <a:ln w="9525" cap="flat" cmpd="sng">
                <a:solidFill>
                  <a:schemeClr val="lt2"/>
                </a:solidFill>
                <a:prstDash val="solid"/>
                <a:round/>
                <a:headEnd type="none" w="med" len="med"/>
                <a:tailEnd type="none" w="med" len="med"/>
              </a:ln>
            </p:spPr>
          </p:cxnSp>
          <p:cxnSp>
            <p:nvCxnSpPr>
              <p:cNvPr id="3821" name="Google Shape;3821;p178"/>
              <p:cNvCxnSpPr/>
              <p:nvPr/>
            </p:nvCxnSpPr>
            <p:spPr>
              <a:xfrm>
                <a:off x="2589925" y="3317263"/>
                <a:ext cx="0" cy="110700"/>
              </a:xfrm>
              <a:prstGeom prst="straightConnector1">
                <a:avLst/>
              </a:prstGeom>
              <a:noFill/>
              <a:ln w="9525" cap="flat" cmpd="sng">
                <a:solidFill>
                  <a:schemeClr val="lt2"/>
                </a:solidFill>
                <a:prstDash val="solid"/>
                <a:round/>
                <a:headEnd type="none" w="med" len="med"/>
                <a:tailEnd type="none" w="med" len="med"/>
              </a:ln>
            </p:spPr>
          </p:cxnSp>
        </p:grpSp>
        <p:grpSp>
          <p:nvGrpSpPr>
            <p:cNvPr id="3822" name="Google Shape;3822;p178"/>
            <p:cNvGrpSpPr/>
            <p:nvPr/>
          </p:nvGrpSpPr>
          <p:grpSpPr>
            <a:xfrm>
              <a:off x="2589755" y="3387419"/>
              <a:ext cx="457200" cy="457200"/>
              <a:chOff x="2597511" y="3997306"/>
              <a:chExt cx="457200" cy="457200"/>
            </a:xfrm>
          </p:grpSpPr>
          <p:sp>
            <p:nvSpPr>
              <p:cNvPr id="3823" name="Google Shape;3823;p178"/>
              <p:cNvSpPr/>
              <p:nvPr/>
            </p:nvSpPr>
            <p:spPr>
              <a:xfrm>
                <a:off x="2597511" y="3997306"/>
                <a:ext cx="457200" cy="457200"/>
              </a:xfrm>
              <a:prstGeom prst="roundRect">
                <a:avLst>
                  <a:gd name="adj" fmla="val 16667"/>
                </a:avLst>
              </a:prstGeom>
              <a:solidFill>
                <a:srgbClr val="FC5D0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824" name="Google Shape;3824;p178"/>
              <p:cNvGrpSpPr/>
              <p:nvPr/>
            </p:nvGrpSpPr>
            <p:grpSpPr>
              <a:xfrm>
                <a:off x="2703060" y="4119321"/>
                <a:ext cx="246086" cy="213144"/>
                <a:chOff x="7239892" y="1958476"/>
                <a:chExt cx="338775" cy="293425"/>
              </a:xfrm>
            </p:grpSpPr>
            <p:sp>
              <p:nvSpPr>
                <p:cNvPr id="3825" name="Google Shape;3825;p178"/>
                <p:cNvSpPr/>
                <p:nvPr/>
              </p:nvSpPr>
              <p:spPr>
                <a:xfrm>
                  <a:off x="7239892" y="1958476"/>
                  <a:ext cx="338775" cy="59175"/>
                </a:xfrm>
                <a:custGeom>
                  <a:avLst/>
                  <a:gdLst/>
                  <a:ahLst/>
                  <a:cxnLst/>
                  <a:rect l="l" t="t" r="r" b="b"/>
                  <a:pathLst>
                    <a:path w="13551" h="2367" extrusionOk="0">
                      <a:moveTo>
                        <a:pt x="723" y="414"/>
                      </a:moveTo>
                      <a:lnTo>
                        <a:pt x="723" y="1953"/>
                      </a:lnTo>
                      <a:lnTo>
                        <a:pt x="436" y="1953"/>
                      </a:lnTo>
                      <a:lnTo>
                        <a:pt x="436" y="414"/>
                      </a:lnTo>
                      <a:close/>
                      <a:moveTo>
                        <a:pt x="1" y="1"/>
                      </a:moveTo>
                      <a:lnTo>
                        <a:pt x="1" y="2367"/>
                      </a:lnTo>
                      <a:lnTo>
                        <a:pt x="13551" y="2367"/>
                      </a:lnTo>
                      <a:lnTo>
                        <a:pt x="1355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26" name="Google Shape;3826;p178"/>
                <p:cNvSpPr/>
                <p:nvPr/>
              </p:nvSpPr>
              <p:spPr>
                <a:xfrm>
                  <a:off x="7239892" y="2194051"/>
                  <a:ext cx="146475" cy="57850"/>
                </a:xfrm>
                <a:custGeom>
                  <a:avLst/>
                  <a:gdLst/>
                  <a:ahLst/>
                  <a:cxnLst/>
                  <a:rect l="l" t="t" r="r" b="b"/>
                  <a:pathLst>
                    <a:path w="5859" h="2314" extrusionOk="0">
                      <a:moveTo>
                        <a:pt x="1" y="0"/>
                      </a:moveTo>
                      <a:lnTo>
                        <a:pt x="1" y="2313"/>
                      </a:lnTo>
                      <a:lnTo>
                        <a:pt x="5858" y="2313"/>
                      </a:lnTo>
                      <a:lnTo>
                        <a:pt x="585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27" name="Google Shape;3827;p178"/>
                <p:cNvSpPr/>
                <p:nvPr/>
              </p:nvSpPr>
              <p:spPr>
                <a:xfrm>
                  <a:off x="7239892" y="2076526"/>
                  <a:ext cx="338775" cy="59175"/>
                </a:xfrm>
                <a:custGeom>
                  <a:avLst/>
                  <a:gdLst/>
                  <a:ahLst/>
                  <a:cxnLst/>
                  <a:rect l="l" t="t" r="r" b="b"/>
                  <a:pathLst>
                    <a:path w="13551" h="2367" extrusionOk="0">
                      <a:moveTo>
                        <a:pt x="723" y="457"/>
                      </a:moveTo>
                      <a:lnTo>
                        <a:pt x="723" y="1995"/>
                      </a:lnTo>
                      <a:lnTo>
                        <a:pt x="436" y="1995"/>
                      </a:lnTo>
                      <a:lnTo>
                        <a:pt x="436" y="457"/>
                      </a:lnTo>
                      <a:close/>
                      <a:moveTo>
                        <a:pt x="1" y="0"/>
                      </a:moveTo>
                      <a:lnTo>
                        <a:pt x="1" y="2367"/>
                      </a:lnTo>
                      <a:lnTo>
                        <a:pt x="13551" y="2367"/>
                      </a:lnTo>
                      <a:lnTo>
                        <a:pt x="1355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3828" name="Google Shape;3828;p178"/>
            <p:cNvGrpSpPr/>
            <p:nvPr/>
          </p:nvGrpSpPr>
          <p:grpSpPr>
            <a:xfrm>
              <a:off x="509618" y="3387419"/>
              <a:ext cx="457200" cy="457200"/>
              <a:chOff x="320263" y="3511638"/>
              <a:chExt cx="457200" cy="457200"/>
            </a:xfrm>
          </p:grpSpPr>
          <p:sp>
            <p:nvSpPr>
              <p:cNvPr id="3829" name="Google Shape;3829;p178"/>
              <p:cNvSpPr/>
              <p:nvPr/>
            </p:nvSpPr>
            <p:spPr>
              <a:xfrm>
                <a:off x="320263" y="3511638"/>
                <a:ext cx="457200" cy="457200"/>
              </a:xfrm>
              <a:prstGeom prst="roundRect">
                <a:avLst>
                  <a:gd name="adj" fmla="val 16667"/>
                </a:avLst>
              </a:prstGeom>
              <a:solidFill>
                <a:srgbClr val="FC5D0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830" name="Google Shape;3830;p178"/>
              <p:cNvGrpSpPr/>
              <p:nvPr/>
            </p:nvGrpSpPr>
            <p:grpSpPr>
              <a:xfrm>
                <a:off x="402434" y="3704747"/>
                <a:ext cx="292894" cy="70999"/>
                <a:chOff x="238125" y="1991650"/>
                <a:chExt cx="7143750" cy="1731675"/>
              </a:xfrm>
            </p:grpSpPr>
            <p:sp>
              <p:nvSpPr>
                <p:cNvPr id="3831" name="Google Shape;3831;p178"/>
                <p:cNvSpPr/>
                <p:nvPr/>
              </p:nvSpPr>
              <p:spPr>
                <a:xfrm>
                  <a:off x="238125" y="2199625"/>
                  <a:ext cx="1315725" cy="1315725"/>
                </a:xfrm>
                <a:custGeom>
                  <a:avLst/>
                  <a:gdLst/>
                  <a:ahLst/>
                  <a:cxnLst/>
                  <a:rect l="l" t="t" r="r" b="b"/>
                  <a:pathLst>
                    <a:path w="52629" h="52629" extrusionOk="0">
                      <a:moveTo>
                        <a:pt x="26224" y="0"/>
                      </a:moveTo>
                      <a:lnTo>
                        <a:pt x="23511" y="181"/>
                      </a:lnTo>
                      <a:lnTo>
                        <a:pt x="20979" y="543"/>
                      </a:lnTo>
                      <a:lnTo>
                        <a:pt x="18447" y="1085"/>
                      </a:lnTo>
                      <a:lnTo>
                        <a:pt x="16096" y="1990"/>
                      </a:lnTo>
                      <a:lnTo>
                        <a:pt x="13745" y="3075"/>
                      </a:lnTo>
                      <a:lnTo>
                        <a:pt x="11575" y="4522"/>
                      </a:lnTo>
                      <a:lnTo>
                        <a:pt x="9585" y="5968"/>
                      </a:lnTo>
                      <a:lnTo>
                        <a:pt x="7596" y="7777"/>
                      </a:lnTo>
                      <a:lnTo>
                        <a:pt x="5968" y="9586"/>
                      </a:lnTo>
                      <a:lnTo>
                        <a:pt x="4341" y="11575"/>
                      </a:lnTo>
                      <a:lnTo>
                        <a:pt x="3075" y="13745"/>
                      </a:lnTo>
                      <a:lnTo>
                        <a:pt x="1989" y="16096"/>
                      </a:lnTo>
                      <a:lnTo>
                        <a:pt x="1085" y="18447"/>
                      </a:lnTo>
                      <a:lnTo>
                        <a:pt x="362" y="20979"/>
                      </a:lnTo>
                      <a:lnTo>
                        <a:pt x="0" y="23692"/>
                      </a:lnTo>
                      <a:lnTo>
                        <a:pt x="0" y="26405"/>
                      </a:lnTo>
                      <a:lnTo>
                        <a:pt x="0" y="29118"/>
                      </a:lnTo>
                      <a:lnTo>
                        <a:pt x="362" y="31650"/>
                      </a:lnTo>
                      <a:lnTo>
                        <a:pt x="1085" y="34182"/>
                      </a:lnTo>
                      <a:lnTo>
                        <a:pt x="1989" y="36533"/>
                      </a:lnTo>
                      <a:lnTo>
                        <a:pt x="3075" y="38884"/>
                      </a:lnTo>
                      <a:lnTo>
                        <a:pt x="4341" y="41054"/>
                      </a:lnTo>
                      <a:lnTo>
                        <a:pt x="5968" y="43043"/>
                      </a:lnTo>
                      <a:lnTo>
                        <a:pt x="7596" y="45033"/>
                      </a:lnTo>
                      <a:lnTo>
                        <a:pt x="9585" y="46661"/>
                      </a:lnTo>
                      <a:lnTo>
                        <a:pt x="11575" y="48288"/>
                      </a:lnTo>
                      <a:lnTo>
                        <a:pt x="13745" y="49554"/>
                      </a:lnTo>
                      <a:lnTo>
                        <a:pt x="16096" y="50639"/>
                      </a:lnTo>
                      <a:lnTo>
                        <a:pt x="18447" y="51544"/>
                      </a:lnTo>
                      <a:lnTo>
                        <a:pt x="20979" y="52086"/>
                      </a:lnTo>
                      <a:lnTo>
                        <a:pt x="23511" y="52629"/>
                      </a:lnTo>
                      <a:lnTo>
                        <a:pt x="28937" y="52629"/>
                      </a:lnTo>
                      <a:lnTo>
                        <a:pt x="31650" y="52086"/>
                      </a:lnTo>
                      <a:lnTo>
                        <a:pt x="34181" y="51544"/>
                      </a:lnTo>
                      <a:lnTo>
                        <a:pt x="36533" y="50639"/>
                      </a:lnTo>
                      <a:lnTo>
                        <a:pt x="38884" y="49554"/>
                      </a:lnTo>
                      <a:lnTo>
                        <a:pt x="41054" y="48288"/>
                      </a:lnTo>
                      <a:lnTo>
                        <a:pt x="43043" y="46661"/>
                      </a:lnTo>
                      <a:lnTo>
                        <a:pt x="44852" y="45033"/>
                      </a:lnTo>
                      <a:lnTo>
                        <a:pt x="46660" y="43043"/>
                      </a:lnTo>
                      <a:lnTo>
                        <a:pt x="48107" y="41054"/>
                      </a:lnTo>
                      <a:lnTo>
                        <a:pt x="49373" y="38884"/>
                      </a:lnTo>
                      <a:lnTo>
                        <a:pt x="50639" y="36533"/>
                      </a:lnTo>
                      <a:lnTo>
                        <a:pt x="51544" y="34182"/>
                      </a:lnTo>
                      <a:lnTo>
                        <a:pt x="52086" y="31650"/>
                      </a:lnTo>
                      <a:lnTo>
                        <a:pt x="52448" y="29118"/>
                      </a:lnTo>
                      <a:lnTo>
                        <a:pt x="52629" y="26405"/>
                      </a:lnTo>
                      <a:lnTo>
                        <a:pt x="52448" y="23692"/>
                      </a:lnTo>
                      <a:lnTo>
                        <a:pt x="52086" y="20979"/>
                      </a:lnTo>
                      <a:lnTo>
                        <a:pt x="51544" y="18447"/>
                      </a:lnTo>
                      <a:lnTo>
                        <a:pt x="50639" y="16096"/>
                      </a:lnTo>
                      <a:lnTo>
                        <a:pt x="49373" y="13745"/>
                      </a:lnTo>
                      <a:lnTo>
                        <a:pt x="48107" y="11575"/>
                      </a:lnTo>
                      <a:lnTo>
                        <a:pt x="46660" y="9586"/>
                      </a:lnTo>
                      <a:lnTo>
                        <a:pt x="44852" y="7777"/>
                      </a:lnTo>
                      <a:lnTo>
                        <a:pt x="43043" y="5968"/>
                      </a:lnTo>
                      <a:lnTo>
                        <a:pt x="41054" y="4522"/>
                      </a:lnTo>
                      <a:lnTo>
                        <a:pt x="38884" y="3075"/>
                      </a:lnTo>
                      <a:lnTo>
                        <a:pt x="36533" y="1990"/>
                      </a:lnTo>
                      <a:lnTo>
                        <a:pt x="34181" y="1085"/>
                      </a:lnTo>
                      <a:lnTo>
                        <a:pt x="31650" y="543"/>
                      </a:lnTo>
                      <a:lnTo>
                        <a:pt x="28937" y="181"/>
                      </a:lnTo>
                      <a:lnTo>
                        <a:pt x="2622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32" name="Google Shape;3832;p178"/>
                <p:cNvSpPr/>
                <p:nvPr/>
              </p:nvSpPr>
              <p:spPr>
                <a:xfrm>
                  <a:off x="6066150" y="2199625"/>
                  <a:ext cx="1315725" cy="1315725"/>
                </a:xfrm>
                <a:custGeom>
                  <a:avLst/>
                  <a:gdLst/>
                  <a:ahLst/>
                  <a:cxnLst/>
                  <a:rect l="l" t="t" r="r" b="b"/>
                  <a:pathLst>
                    <a:path w="52629" h="52629" extrusionOk="0">
                      <a:moveTo>
                        <a:pt x="26405" y="0"/>
                      </a:moveTo>
                      <a:lnTo>
                        <a:pt x="23692" y="181"/>
                      </a:lnTo>
                      <a:lnTo>
                        <a:pt x="20979" y="543"/>
                      </a:lnTo>
                      <a:lnTo>
                        <a:pt x="18448" y="1085"/>
                      </a:lnTo>
                      <a:lnTo>
                        <a:pt x="16096" y="1990"/>
                      </a:lnTo>
                      <a:lnTo>
                        <a:pt x="13745" y="3075"/>
                      </a:lnTo>
                      <a:lnTo>
                        <a:pt x="11575" y="4522"/>
                      </a:lnTo>
                      <a:lnTo>
                        <a:pt x="9586" y="5968"/>
                      </a:lnTo>
                      <a:lnTo>
                        <a:pt x="7777" y="7777"/>
                      </a:lnTo>
                      <a:lnTo>
                        <a:pt x="5969" y="9586"/>
                      </a:lnTo>
                      <a:lnTo>
                        <a:pt x="4522" y="11575"/>
                      </a:lnTo>
                      <a:lnTo>
                        <a:pt x="3256" y="13745"/>
                      </a:lnTo>
                      <a:lnTo>
                        <a:pt x="1990" y="16096"/>
                      </a:lnTo>
                      <a:lnTo>
                        <a:pt x="1266" y="18447"/>
                      </a:lnTo>
                      <a:lnTo>
                        <a:pt x="543" y="20979"/>
                      </a:lnTo>
                      <a:lnTo>
                        <a:pt x="181" y="23692"/>
                      </a:lnTo>
                      <a:lnTo>
                        <a:pt x="0" y="26405"/>
                      </a:lnTo>
                      <a:lnTo>
                        <a:pt x="181" y="29118"/>
                      </a:lnTo>
                      <a:lnTo>
                        <a:pt x="543" y="31650"/>
                      </a:lnTo>
                      <a:lnTo>
                        <a:pt x="1266" y="34182"/>
                      </a:lnTo>
                      <a:lnTo>
                        <a:pt x="1990" y="36533"/>
                      </a:lnTo>
                      <a:lnTo>
                        <a:pt x="3256" y="38884"/>
                      </a:lnTo>
                      <a:lnTo>
                        <a:pt x="4522" y="41054"/>
                      </a:lnTo>
                      <a:lnTo>
                        <a:pt x="5969" y="43043"/>
                      </a:lnTo>
                      <a:lnTo>
                        <a:pt x="7777" y="45033"/>
                      </a:lnTo>
                      <a:lnTo>
                        <a:pt x="9586" y="46661"/>
                      </a:lnTo>
                      <a:lnTo>
                        <a:pt x="11575" y="48288"/>
                      </a:lnTo>
                      <a:lnTo>
                        <a:pt x="13745" y="49554"/>
                      </a:lnTo>
                      <a:lnTo>
                        <a:pt x="16096" y="50639"/>
                      </a:lnTo>
                      <a:lnTo>
                        <a:pt x="18448" y="51544"/>
                      </a:lnTo>
                      <a:lnTo>
                        <a:pt x="20979" y="52086"/>
                      </a:lnTo>
                      <a:lnTo>
                        <a:pt x="23692" y="52629"/>
                      </a:lnTo>
                      <a:lnTo>
                        <a:pt x="29118" y="52629"/>
                      </a:lnTo>
                      <a:lnTo>
                        <a:pt x="31650" y="52086"/>
                      </a:lnTo>
                      <a:lnTo>
                        <a:pt x="34182" y="51544"/>
                      </a:lnTo>
                      <a:lnTo>
                        <a:pt x="36533" y="50639"/>
                      </a:lnTo>
                      <a:lnTo>
                        <a:pt x="38884" y="49554"/>
                      </a:lnTo>
                      <a:lnTo>
                        <a:pt x="41054" y="48288"/>
                      </a:lnTo>
                      <a:lnTo>
                        <a:pt x="43044" y="46661"/>
                      </a:lnTo>
                      <a:lnTo>
                        <a:pt x="45033" y="45033"/>
                      </a:lnTo>
                      <a:lnTo>
                        <a:pt x="46661" y="43043"/>
                      </a:lnTo>
                      <a:lnTo>
                        <a:pt x="48289" y="41054"/>
                      </a:lnTo>
                      <a:lnTo>
                        <a:pt x="49554" y="38884"/>
                      </a:lnTo>
                      <a:lnTo>
                        <a:pt x="50640" y="36533"/>
                      </a:lnTo>
                      <a:lnTo>
                        <a:pt x="51544" y="34182"/>
                      </a:lnTo>
                      <a:lnTo>
                        <a:pt x="52267" y="31650"/>
                      </a:lnTo>
                      <a:lnTo>
                        <a:pt x="52629" y="29118"/>
                      </a:lnTo>
                      <a:lnTo>
                        <a:pt x="52629" y="26405"/>
                      </a:lnTo>
                      <a:lnTo>
                        <a:pt x="52629" y="23692"/>
                      </a:lnTo>
                      <a:lnTo>
                        <a:pt x="52267" y="20979"/>
                      </a:lnTo>
                      <a:lnTo>
                        <a:pt x="51544" y="18447"/>
                      </a:lnTo>
                      <a:lnTo>
                        <a:pt x="50640" y="16096"/>
                      </a:lnTo>
                      <a:lnTo>
                        <a:pt x="49554" y="13745"/>
                      </a:lnTo>
                      <a:lnTo>
                        <a:pt x="48289" y="11575"/>
                      </a:lnTo>
                      <a:lnTo>
                        <a:pt x="46661" y="9586"/>
                      </a:lnTo>
                      <a:lnTo>
                        <a:pt x="45033" y="7777"/>
                      </a:lnTo>
                      <a:lnTo>
                        <a:pt x="43044" y="5968"/>
                      </a:lnTo>
                      <a:lnTo>
                        <a:pt x="41054" y="4522"/>
                      </a:lnTo>
                      <a:lnTo>
                        <a:pt x="38884" y="3075"/>
                      </a:lnTo>
                      <a:lnTo>
                        <a:pt x="36533" y="1990"/>
                      </a:lnTo>
                      <a:lnTo>
                        <a:pt x="34182" y="1085"/>
                      </a:lnTo>
                      <a:lnTo>
                        <a:pt x="31650" y="543"/>
                      </a:lnTo>
                      <a:lnTo>
                        <a:pt x="29118" y="181"/>
                      </a:lnTo>
                      <a:lnTo>
                        <a:pt x="2640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33" name="Google Shape;3833;p178"/>
                <p:cNvSpPr/>
                <p:nvPr/>
              </p:nvSpPr>
              <p:spPr>
                <a:xfrm>
                  <a:off x="2941875" y="1991650"/>
                  <a:ext cx="1736250" cy="1731675"/>
                </a:xfrm>
                <a:custGeom>
                  <a:avLst/>
                  <a:gdLst/>
                  <a:ahLst/>
                  <a:cxnLst/>
                  <a:rect l="l" t="t" r="r" b="b"/>
                  <a:pathLst>
                    <a:path w="69450" h="69267" extrusionOk="0">
                      <a:moveTo>
                        <a:pt x="36534" y="16639"/>
                      </a:moveTo>
                      <a:lnTo>
                        <a:pt x="38342" y="17000"/>
                      </a:lnTo>
                      <a:lnTo>
                        <a:pt x="40151" y="17362"/>
                      </a:lnTo>
                      <a:lnTo>
                        <a:pt x="41778" y="18085"/>
                      </a:lnTo>
                      <a:lnTo>
                        <a:pt x="43406" y="18809"/>
                      </a:lnTo>
                      <a:lnTo>
                        <a:pt x="44853" y="19713"/>
                      </a:lnTo>
                      <a:lnTo>
                        <a:pt x="46119" y="20798"/>
                      </a:lnTo>
                      <a:lnTo>
                        <a:pt x="47566" y="21883"/>
                      </a:lnTo>
                      <a:lnTo>
                        <a:pt x="48651" y="23149"/>
                      </a:lnTo>
                      <a:lnTo>
                        <a:pt x="49736" y="24596"/>
                      </a:lnTo>
                      <a:lnTo>
                        <a:pt x="50640" y="26043"/>
                      </a:lnTo>
                      <a:lnTo>
                        <a:pt x="51364" y="27671"/>
                      </a:lnTo>
                      <a:lnTo>
                        <a:pt x="51906" y="29298"/>
                      </a:lnTo>
                      <a:lnTo>
                        <a:pt x="52449" y="31107"/>
                      </a:lnTo>
                      <a:lnTo>
                        <a:pt x="52630" y="32735"/>
                      </a:lnTo>
                      <a:lnTo>
                        <a:pt x="52810" y="34724"/>
                      </a:lnTo>
                      <a:lnTo>
                        <a:pt x="52630" y="36532"/>
                      </a:lnTo>
                      <a:lnTo>
                        <a:pt x="52449" y="38341"/>
                      </a:lnTo>
                      <a:lnTo>
                        <a:pt x="51906" y="39969"/>
                      </a:lnTo>
                      <a:lnTo>
                        <a:pt x="51364" y="41596"/>
                      </a:lnTo>
                      <a:lnTo>
                        <a:pt x="50640" y="43224"/>
                      </a:lnTo>
                      <a:lnTo>
                        <a:pt x="49736" y="44671"/>
                      </a:lnTo>
                      <a:lnTo>
                        <a:pt x="48651" y="46118"/>
                      </a:lnTo>
                      <a:lnTo>
                        <a:pt x="47566" y="47384"/>
                      </a:lnTo>
                      <a:lnTo>
                        <a:pt x="46119" y="48650"/>
                      </a:lnTo>
                      <a:lnTo>
                        <a:pt x="44853" y="49554"/>
                      </a:lnTo>
                      <a:lnTo>
                        <a:pt x="43406" y="50458"/>
                      </a:lnTo>
                      <a:lnTo>
                        <a:pt x="41778" y="51362"/>
                      </a:lnTo>
                      <a:lnTo>
                        <a:pt x="40151" y="51905"/>
                      </a:lnTo>
                      <a:lnTo>
                        <a:pt x="38342" y="52267"/>
                      </a:lnTo>
                      <a:lnTo>
                        <a:pt x="36534" y="52628"/>
                      </a:lnTo>
                      <a:lnTo>
                        <a:pt x="32916" y="52628"/>
                      </a:lnTo>
                      <a:lnTo>
                        <a:pt x="31108" y="52267"/>
                      </a:lnTo>
                      <a:lnTo>
                        <a:pt x="29299" y="51905"/>
                      </a:lnTo>
                      <a:lnTo>
                        <a:pt x="27672" y="51362"/>
                      </a:lnTo>
                      <a:lnTo>
                        <a:pt x="26044" y="50458"/>
                      </a:lnTo>
                      <a:lnTo>
                        <a:pt x="24597" y="49554"/>
                      </a:lnTo>
                      <a:lnTo>
                        <a:pt x="23331" y="48650"/>
                      </a:lnTo>
                      <a:lnTo>
                        <a:pt x="21884" y="47384"/>
                      </a:lnTo>
                      <a:lnTo>
                        <a:pt x="20799" y="46118"/>
                      </a:lnTo>
                      <a:lnTo>
                        <a:pt x="19714" y="44671"/>
                      </a:lnTo>
                      <a:lnTo>
                        <a:pt x="18810" y="43224"/>
                      </a:lnTo>
                      <a:lnTo>
                        <a:pt x="18086" y="41596"/>
                      </a:lnTo>
                      <a:lnTo>
                        <a:pt x="17544" y="39969"/>
                      </a:lnTo>
                      <a:lnTo>
                        <a:pt x="17001" y="38341"/>
                      </a:lnTo>
                      <a:lnTo>
                        <a:pt x="16820" y="36532"/>
                      </a:lnTo>
                      <a:lnTo>
                        <a:pt x="16640" y="34724"/>
                      </a:lnTo>
                      <a:lnTo>
                        <a:pt x="16820" y="32735"/>
                      </a:lnTo>
                      <a:lnTo>
                        <a:pt x="17001" y="31107"/>
                      </a:lnTo>
                      <a:lnTo>
                        <a:pt x="17544" y="29298"/>
                      </a:lnTo>
                      <a:lnTo>
                        <a:pt x="18086" y="27671"/>
                      </a:lnTo>
                      <a:lnTo>
                        <a:pt x="18810" y="26043"/>
                      </a:lnTo>
                      <a:lnTo>
                        <a:pt x="19714" y="24596"/>
                      </a:lnTo>
                      <a:lnTo>
                        <a:pt x="20799" y="23149"/>
                      </a:lnTo>
                      <a:lnTo>
                        <a:pt x="21884" y="21883"/>
                      </a:lnTo>
                      <a:lnTo>
                        <a:pt x="23331" y="20798"/>
                      </a:lnTo>
                      <a:lnTo>
                        <a:pt x="24597" y="19713"/>
                      </a:lnTo>
                      <a:lnTo>
                        <a:pt x="26044" y="18809"/>
                      </a:lnTo>
                      <a:lnTo>
                        <a:pt x="27672" y="18085"/>
                      </a:lnTo>
                      <a:lnTo>
                        <a:pt x="29299" y="17362"/>
                      </a:lnTo>
                      <a:lnTo>
                        <a:pt x="31108" y="17000"/>
                      </a:lnTo>
                      <a:lnTo>
                        <a:pt x="32916" y="16639"/>
                      </a:lnTo>
                      <a:close/>
                      <a:moveTo>
                        <a:pt x="34725" y="0"/>
                      </a:moveTo>
                      <a:lnTo>
                        <a:pt x="31108" y="181"/>
                      </a:lnTo>
                      <a:lnTo>
                        <a:pt x="27672" y="723"/>
                      </a:lnTo>
                      <a:lnTo>
                        <a:pt x="24416" y="1628"/>
                      </a:lnTo>
                      <a:lnTo>
                        <a:pt x="21161" y="2713"/>
                      </a:lnTo>
                      <a:lnTo>
                        <a:pt x="18267" y="4160"/>
                      </a:lnTo>
                      <a:lnTo>
                        <a:pt x="15374" y="5968"/>
                      </a:lnTo>
                      <a:lnTo>
                        <a:pt x="12661" y="7958"/>
                      </a:lnTo>
                      <a:lnTo>
                        <a:pt x="10129" y="10128"/>
                      </a:lnTo>
                      <a:lnTo>
                        <a:pt x="7959" y="12660"/>
                      </a:lnTo>
                      <a:lnTo>
                        <a:pt x="5969" y="15373"/>
                      </a:lnTo>
                      <a:lnTo>
                        <a:pt x="4161" y="18085"/>
                      </a:lnTo>
                      <a:lnTo>
                        <a:pt x="2714" y="21160"/>
                      </a:lnTo>
                      <a:lnTo>
                        <a:pt x="1629" y="24415"/>
                      </a:lnTo>
                      <a:lnTo>
                        <a:pt x="724" y="27671"/>
                      </a:lnTo>
                      <a:lnTo>
                        <a:pt x="182" y="31107"/>
                      </a:lnTo>
                      <a:lnTo>
                        <a:pt x="1" y="34724"/>
                      </a:lnTo>
                      <a:lnTo>
                        <a:pt x="182" y="38160"/>
                      </a:lnTo>
                      <a:lnTo>
                        <a:pt x="724" y="41596"/>
                      </a:lnTo>
                      <a:lnTo>
                        <a:pt x="1629" y="45033"/>
                      </a:lnTo>
                      <a:lnTo>
                        <a:pt x="2714" y="48107"/>
                      </a:lnTo>
                      <a:lnTo>
                        <a:pt x="4161" y="51182"/>
                      </a:lnTo>
                      <a:lnTo>
                        <a:pt x="5969" y="54075"/>
                      </a:lnTo>
                      <a:lnTo>
                        <a:pt x="7959" y="56788"/>
                      </a:lnTo>
                      <a:lnTo>
                        <a:pt x="10129" y="59139"/>
                      </a:lnTo>
                      <a:lnTo>
                        <a:pt x="12661" y="61490"/>
                      </a:lnTo>
                      <a:lnTo>
                        <a:pt x="15374" y="63480"/>
                      </a:lnTo>
                      <a:lnTo>
                        <a:pt x="18267" y="65107"/>
                      </a:lnTo>
                      <a:lnTo>
                        <a:pt x="21161" y="66554"/>
                      </a:lnTo>
                      <a:lnTo>
                        <a:pt x="24416" y="67820"/>
                      </a:lnTo>
                      <a:lnTo>
                        <a:pt x="27672" y="68724"/>
                      </a:lnTo>
                      <a:lnTo>
                        <a:pt x="31108" y="69086"/>
                      </a:lnTo>
                      <a:lnTo>
                        <a:pt x="34725" y="69267"/>
                      </a:lnTo>
                      <a:lnTo>
                        <a:pt x="38342" y="69086"/>
                      </a:lnTo>
                      <a:lnTo>
                        <a:pt x="41778" y="68724"/>
                      </a:lnTo>
                      <a:lnTo>
                        <a:pt x="45034" y="67820"/>
                      </a:lnTo>
                      <a:lnTo>
                        <a:pt x="48289" y="66554"/>
                      </a:lnTo>
                      <a:lnTo>
                        <a:pt x="51183" y="65107"/>
                      </a:lnTo>
                      <a:lnTo>
                        <a:pt x="54076" y="63480"/>
                      </a:lnTo>
                      <a:lnTo>
                        <a:pt x="56789" y="61490"/>
                      </a:lnTo>
                      <a:lnTo>
                        <a:pt x="59321" y="59139"/>
                      </a:lnTo>
                      <a:lnTo>
                        <a:pt x="61491" y="56788"/>
                      </a:lnTo>
                      <a:lnTo>
                        <a:pt x="63481" y="54075"/>
                      </a:lnTo>
                      <a:lnTo>
                        <a:pt x="65289" y="51182"/>
                      </a:lnTo>
                      <a:lnTo>
                        <a:pt x="66736" y="48107"/>
                      </a:lnTo>
                      <a:lnTo>
                        <a:pt x="67821" y="45033"/>
                      </a:lnTo>
                      <a:lnTo>
                        <a:pt x="68726" y="41596"/>
                      </a:lnTo>
                      <a:lnTo>
                        <a:pt x="69268" y="38160"/>
                      </a:lnTo>
                      <a:lnTo>
                        <a:pt x="69449" y="34724"/>
                      </a:lnTo>
                      <a:lnTo>
                        <a:pt x="69268" y="31107"/>
                      </a:lnTo>
                      <a:lnTo>
                        <a:pt x="68726" y="27671"/>
                      </a:lnTo>
                      <a:lnTo>
                        <a:pt x="67821" y="24415"/>
                      </a:lnTo>
                      <a:lnTo>
                        <a:pt x="66736" y="21160"/>
                      </a:lnTo>
                      <a:lnTo>
                        <a:pt x="65289" y="18085"/>
                      </a:lnTo>
                      <a:lnTo>
                        <a:pt x="63481" y="15373"/>
                      </a:lnTo>
                      <a:lnTo>
                        <a:pt x="61491" y="12660"/>
                      </a:lnTo>
                      <a:lnTo>
                        <a:pt x="59321" y="10128"/>
                      </a:lnTo>
                      <a:lnTo>
                        <a:pt x="56789" y="7958"/>
                      </a:lnTo>
                      <a:lnTo>
                        <a:pt x="54076" y="5968"/>
                      </a:lnTo>
                      <a:lnTo>
                        <a:pt x="51183" y="4160"/>
                      </a:lnTo>
                      <a:lnTo>
                        <a:pt x="48289" y="2713"/>
                      </a:lnTo>
                      <a:lnTo>
                        <a:pt x="45034" y="1628"/>
                      </a:lnTo>
                      <a:lnTo>
                        <a:pt x="41778" y="723"/>
                      </a:lnTo>
                      <a:lnTo>
                        <a:pt x="38342" y="181"/>
                      </a:lnTo>
                      <a:lnTo>
                        <a:pt x="3472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34" name="Google Shape;3834;p178"/>
                <p:cNvSpPr/>
                <p:nvPr/>
              </p:nvSpPr>
              <p:spPr>
                <a:xfrm>
                  <a:off x="893700" y="2633675"/>
                  <a:ext cx="5832600" cy="452150"/>
                </a:xfrm>
                <a:custGeom>
                  <a:avLst/>
                  <a:gdLst/>
                  <a:ahLst/>
                  <a:cxnLst/>
                  <a:rect l="l" t="t" r="r" b="b"/>
                  <a:pathLst>
                    <a:path w="233304" h="18086" extrusionOk="0">
                      <a:moveTo>
                        <a:pt x="1" y="0"/>
                      </a:moveTo>
                      <a:lnTo>
                        <a:pt x="1" y="18086"/>
                      </a:lnTo>
                      <a:lnTo>
                        <a:pt x="90247" y="18086"/>
                      </a:lnTo>
                      <a:lnTo>
                        <a:pt x="90247" y="0"/>
                      </a:lnTo>
                      <a:close/>
                      <a:moveTo>
                        <a:pt x="143057" y="0"/>
                      </a:moveTo>
                      <a:lnTo>
                        <a:pt x="143057" y="18086"/>
                      </a:lnTo>
                      <a:lnTo>
                        <a:pt x="233303" y="18086"/>
                      </a:lnTo>
                      <a:lnTo>
                        <a:pt x="23330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3835" name="Google Shape;3835;p178"/>
            <p:cNvGrpSpPr/>
            <p:nvPr/>
          </p:nvGrpSpPr>
          <p:grpSpPr>
            <a:xfrm>
              <a:off x="1543579" y="3387419"/>
              <a:ext cx="457200" cy="457200"/>
              <a:chOff x="1387362" y="3490439"/>
              <a:chExt cx="457200" cy="457200"/>
            </a:xfrm>
          </p:grpSpPr>
          <p:sp>
            <p:nvSpPr>
              <p:cNvPr id="3836" name="Google Shape;3836;p178"/>
              <p:cNvSpPr/>
              <p:nvPr/>
            </p:nvSpPr>
            <p:spPr>
              <a:xfrm>
                <a:off x="1387362" y="3490439"/>
                <a:ext cx="457200" cy="457200"/>
              </a:xfrm>
              <a:prstGeom prst="roundRect">
                <a:avLst>
                  <a:gd name="adj" fmla="val 16667"/>
                </a:avLst>
              </a:prstGeom>
              <a:solidFill>
                <a:srgbClr val="FC5D0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837" name="Google Shape;3837;p178"/>
              <p:cNvGrpSpPr/>
              <p:nvPr/>
            </p:nvGrpSpPr>
            <p:grpSpPr>
              <a:xfrm>
                <a:off x="1469609" y="3601177"/>
                <a:ext cx="292669" cy="235744"/>
                <a:chOff x="558125" y="238125"/>
                <a:chExt cx="6503750" cy="5238750"/>
              </a:xfrm>
            </p:grpSpPr>
            <p:sp>
              <p:nvSpPr>
                <p:cNvPr id="3838" name="Google Shape;3838;p178"/>
                <p:cNvSpPr/>
                <p:nvPr/>
              </p:nvSpPr>
              <p:spPr>
                <a:xfrm>
                  <a:off x="558125" y="4263575"/>
                  <a:ext cx="1218000" cy="1213300"/>
                </a:xfrm>
                <a:custGeom>
                  <a:avLst/>
                  <a:gdLst/>
                  <a:ahLst/>
                  <a:cxnLst/>
                  <a:rect l="l" t="t" r="r" b="b"/>
                  <a:pathLst>
                    <a:path w="48720" h="48532" extrusionOk="0">
                      <a:moveTo>
                        <a:pt x="24454" y="1"/>
                      </a:moveTo>
                      <a:lnTo>
                        <a:pt x="21820" y="189"/>
                      </a:lnTo>
                      <a:lnTo>
                        <a:pt x="19563" y="565"/>
                      </a:lnTo>
                      <a:lnTo>
                        <a:pt x="17118" y="1129"/>
                      </a:lnTo>
                      <a:lnTo>
                        <a:pt x="14860" y="1882"/>
                      </a:lnTo>
                      <a:lnTo>
                        <a:pt x="12791" y="3010"/>
                      </a:lnTo>
                      <a:lnTo>
                        <a:pt x="10722" y="4139"/>
                      </a:lnTo>
                      <a:lnTo>
                        <a:pt x="8841" y="5456"/>
                      </a:lnTo>
                      <a:lnTo>
                        <a:pt x="7148" y="7149"/>
                      </a:lnTo>
                      <a:lnTo>
                        <a:pt x="5643" y="8842"/>
                      </a:lnTo>
                      <a:lnTo>
                        <a:pt x="4326" y="10723"/>
                      </a:lnTo>
                      <a:lnTo>
                        <a:pt x="3010" y="12792"/>
                      </a:lnTo>
                      <a:lnTo>
                        <a:pt x="2069" y="14861"/>
                      </a:lnTo>
                      <a:lnTo>
                        <a:pt x="1129" y="17118"/>
                      </a:lnTo>
                      <a:lnTo>
                        <a:pt x="564" y="19376"/>
                      </a:lnTo>
                      <a:lnTo>
                        <a:pt x="188" y="21821"/>
                      </a:lnTo>
                      <a:lnTo>
                        <a:pt x="0" y="24266"/>
                      </a:lnTo>
                      <a:lnTo>
                        <a:pt x="188" y="26712"/>
                      </a:lnTo>
                      <a:lnTo>
                        <a:pt x="564" y="29157"/>
                      </a:lnTo>
                      <a:lnTo>
                        <a:pt x="1129" y="31602"/>
                      </a:lnTo>
                      <a:lnTo>
                        <a:pt x="2069" y="33672"/>
                      </a:lnTo>
                      <a:lnTo>
                        <a:pt x="3010" y="35929"/>
                      </a:lnTo>
                      <a:lnTo>
                        <a:pt x="4326" y="37810"/>
                      </a:lnTo>
                      <a:lnTo>
                        <a:pt x="5643" y="39691"/>
                      </a:lnTo>
                      <a:lnTo>
                        <a:pt x="7148" y="41384"/>
                      </a:lnTo>
                      <a:lnTo>
                        <a:pt x="8841" y="43077"/>
                      </a:lnTo>
                      <a:lnTo>
                        <a:pt x="10722" y="44394"/>
                      </a:lnTo>
                      <a:lnTo>
                        <a:pt x="12791" y="45710"/>
                      </a:lnTo>
                      <a:lnTo>
                        <a:pt x="14860" y="46651"/>
                      </a:lnTo>
                      <a:lnTo>
                        <a:pt x="17118" y="47403"/>
                      </a:lnTo>
                      <a:lnTo>
                        <a:pt x="19563" y="48156"/>
                      </a:lnTo>
                      <a:lnTo>
                        <a:pt x="21820" y="48532"/>
                      </a:lnTo>
                      <a:lnTo>
                        <a:pt x="26899" y="48532"/>
                      </a:lnTo>
                      <a:lnTo>
                        <a:pt x="29344" y="48156"/>
                      </a:lnTo>
                      <a:lnTo>
                        <a:pt x="31602" y="47403"/>
                      </a:lnTo>
                      <a:lnTo>
                        <a:pt x="33859" y="46651"/>
                      </a:lnTo>
                      <a:lnTo>
                        <a:pt x="35928" y="45710"/>
                      </a:lnTo>
                      <a:lnTo>
                        <a:pt x="37997" y="44394"/>
                      </a:lnTo>
                      <a:lnTo>
                        <a:pt x="39878" y="43077"/>
                      </a:lnTo>
                      <a:lnTo>
                        <a:pt x="41571" y="41384"/>
                      </a:lnTo>
                      <a:lnTo>
                        <a:pt x="43076" y="39691"/>
                      </a:lnTo>
                      <a:lnTo>
                        <a:pt x="44581" y="37810"/>
                      </a:lnTo>
                      <a:lnTo>
                        <a:pt x="45710" y="35929"/>
                      </a:lnTo>
                      <a:lnTo>
                        <a:pt x="46838" y="33672"/>
                      </a:lnTo>
                      <a:lnTo>
                        <a:pt x="47591" y="31602"/>
                      </a:lnTo>
                      <a:lnTo>
                        <a:pt x="48155" y="29157"/>
                      </a:lnTo>
                      <a:lnTo>
                        <a:pt x="48531" y="26712"/>
                      </a:lnTo>
                      <a:lnTo>
                        <a:pt x="48719" y="24266"/>
                      </a:lnTo>
                      <a:lnTo>
                        <a:pt x="48531" y="21821"/>
                      </a:lnTo>
                      <a:lnTo>
                        <a:pt x="48155" y="19376"/>
                      </a:lnTo>
                      <a:lnTo>
                        <a:pt x="47591" y="17118"/>
                      </a:lnTo>
                      <a:lnTo>
                        <a:pt x="46838" y="14861"/>
                      </a:lnTo>
                      <a:lnTo>
                        <a:pt x="45710" y="12792"/>
                      </a:lnTo>
                      <a:lnTo>
                        <a:pt x="44581" y="10723"/>
                      </a:lnTo>
                      <a:lnTo>
                        <a:pt x="43076" y="8842"/>
                      </a:lnTo>
                      <a:lnTo>
                        <a:pt x="41571" y="7149"/>
                      </a:lnTo>
                      <a:lnTo>
                        <a:pt x="39878" y="5456"/>
                      </a:lnTo>
                      <a:lnTo>
                        <a:pt x="37997" y="4139"/>
                      </a:lnTo>
                      <a:lnTo>
                        <a:pt x="35928" y="3010"/>
                      </a:lnTo>
                      <a:lnTo>
                        <a:pt x="33859" y="1882"/>
                      </a:lnTo>
                      <a:lnTo>
                        <a:pt x="31602" y="1129"/>
                      </a:lnTo>
                      <a:lnTo>
                        <a:pt x="29344" y="565"/>
                      </a:lnTo>
                      <a:lnTo>
                        <a:pt x="26899" y="189"/>
                      </a:lnTo>
                      <a:lnTo>
                        <a:pt x="2445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39" name="Google Shape;3839;p178"/>
                <p:cNvSpPr/>
                <p:nvPr/>
              </p:nvSpPr>
              <p:spPr>
                <a:xfrm>
                  <a:off x="5848575" y="4263575"/>
                  <a:ext cx="1213300" cy="1213300"/>
                </a:xfrm>
                <a:custGeom>
                  <a:avLst/>
                  <a:gdLst/>
                  <a:ahLst/>
                  <a:cxnLst/>
                  <a:rect l="l" t="t" r="r" b="b"/>
                  <a:pathLst>
                    <a:path w="48532" h="48532" extrusionOk="0">
                      <a:moveTo>
                        <a:pt x="24266" y="1"/>
                      </a:moveTo>
                      <a:lnTo>
                        <a:pt x="21821" y="189"/>
                      </a:lnTo>
                      <a:lnTo>
                        <a:pt x="19376" y="565"/>
                      </a:lnTo>
                      <a:lnTo>
                        <a:pt x="16930" y="1129"/>
                      </a:lnTo>
                      <a:lnTo>
                        <a:pt x="14861" y="1882"/>
                      </a:lnTo>
                      <a:lnTo>
                        <a:pt x="12604" y="3010"/>
                      </a:lnTo>
                      <a:lnTo>
                        <a:pt x="10723" y="4139"/>
                      </a:lnTo>
                      <a:lnTo>
                        <a:pt x="8842" y="5456"/>
                      </a:lnTo>
                      <a:lnTo>
                        <a:pt x="7149" y="7149"/>
                      </a:lnTo>
                      <a:lnTo>
                        <a:pt x="5456" y="8842"/>
                      </a:lnTo>
                      <a:lnTo>
                        <a:pt x="4139" y="10723"/>
                      </a:lnTo>
                      <a:lnTo>
                        <a:pt x="2822" y="12792"/>
                      </a:lnTo>
                      <a:lnTo>
                        <a:pt x="1882" y="14861"/>
                      </a:lnTo>
                      <a:lnTo>
                        <a:pt x="1129" y="17118"/>
                      </a:lnTo>
                      <a:lnTo>
                        <a:pt x="377" y="19376"/>
                      </a:lnTo>
                      <a:lnTo>
                        <a:pt x="1" y="21821"/>
                      </a:lnTo>
                      <a:lnTo>
                        <a:pt x="1" y="24266"/>
                      </a:lnTo>
                      <a:lnTo>
                        <a:pt x="1" y="26712"/>
                      </a:lnTo>
                      <a:lnTo>
                        <a:pt x="377" y="29157"/>
                      </a:lnTo>
                      <a:lnTo>
                        <a:pt x="1129" y="31602"/>
                      </a:lnTo>
                      <a:lnTo>
                        <a:pt x="1882" y="33672"/>
                      </a:lnTo>
                      <a:lnTo>
                        <a:pt x="2822" y="35929"/>
                      </a:lnTo>
                      <a:lnTo>
                        <a:pt x="4139" y="37810"/>
                      </a:lnTo>
                      <a:lnTo>
                        <a:pt x="5456" y="39691"/>
                      </a:lnTo>
                      <a:lnTo>
                        <a:pt x="7149" y="41384"/>
                      </a:lnTo>
                      <a:lnTo>
                        <a:pt x="8842" y="43077"/>
                      </a:lnTo>
                      <a:lnTo>
                        <a:pt x="10723" y="44394"/>
                      </a:lnTo>
                      <a:lnTo>
                        <a:pt x="12604" y="45710"/>
                      </a:lnTo>
                      <a:lnTo>
                        <a:pt x="14861" y="46651"/>
                      </a:lnTo>
                      <a:lnTo>
                        <a:pt x="16930" y="47403"/>
                      </a:lnTo>
                      <a:lnTo>
                        <a:pt x="19376" y="48156"/>
                      </a:lnTo>
                      <a:lnTo>
                        <a:pt x="21821" y="48532"/>
                      </a:lnTo>
                      <a:lnTo>
                        <a:pt x="26712" y="48532"/>
                      </a:lnTo>
                      <a:lnTo>
                        <a:pt x="29157" y="48156"/>
                      </a:lnTo>
                      <a:lnTo>
                        <a:pt x="31414" y="47403"/>
                      </a:lnTo>
                      <a:lnTo>
                        <a:pt x="33672" y="46651"/>
                      </a:lnTo>
                      <a:lnTo>
                        <a:pt x="35741" y="45710"/>
                      </a:lnTo>
                      <a:lnTo>
                        <a:pt x="37810" y="44394"/>
                      </a:lnTo>
                      <a:lnTo>
                        <a:pt x="39691" y="43077"/>
                      </a:lnTo>
                      <a:lnTo>
                        <a:pt x="41384" y="41384"/>
                      </a:lnTo>
                      <a:lnTo>
                        <a:pt x="43077" y="39691"/>
                      </a:lnTo>
                      <a:lnTo>
                        <a:pt x="44394" y="37810"/>
                      </a:lnTo>
                      <a:lnTo>
                        <a:pt x="45522" y="35929"/>
                      </a:lnTo>
                      <a:lnTo>
                        <a:pt x="46651" y="33672"/>
                      </a:lnTo>
                      <a:lnTo>
                        <a:pt x="47403" y="31602"/>
                      </a:lnTo>
                      <a:lnTo>
                        <a:pt x="47968" y="29157"/>
                      </a:lnTo>
                      <a:lnTo>
                        <a:pt x="48344" y="26712"/>
                      </a:lnTo>
                      <a:lnTo>
                        <a:pt x="48532" y="24266"/>
                      </a:lnTo>
                      <a:lnTo>
                        <a:pt x="48344" y="21821"/>
                      </a:lnTo>
                      <a:lnTo>
                        <a:pt x="47968" y="19376"/>
                      </a:lnTo>
                      <a:lnTo>
                        <a:pt x="47403" y="17118"/>
                      </a:lnTo>
                      <a:lnTo>
                        <a:pt x="46651" y="14861"/>
                      </a:lnTo>
                      <a:lnTo>
                        <a:pt x="45522" y="12792"/>
                      </a:lnTo>
                      <a:lnTo>
                        <a:pt x="44394" y="10723"/>
                      </a:lnTo>
                      <a:lnTo>
                        <a:pt x="43077" y="8842"/>
                      </a:lnTo>
                      <a:lnTo>
                        <a:pt x="41384" y="7149"/>
                      </a:lnTo>
                      <a:lnTo>
                        <a:pt x="39691" y="5456"/>
                      </a:lnTo>
                      <a:lnTo>
                        <a:pt x="37810" y="4139"/>
                      </a:lnTo>
                      <a:lnTo>
                        <a:pt x="35741" y="3010"/>
                      </a:lnTo>
                      <a:lnTo>
                        <a:pt x="33672" y="1882"/>
                      </a:lnTo>
                      <a:lnTo>
                        <a:pt x="31414" y="1129"/>
                      </a:lnTo>
                      <a:lnTo>
                        <a:pt x="29157" y="565"/>
                      </a:lnTo>
                      <a:lnTo>
                        <a:pt x="26712" y="189"/>
                      </a:lnTo>
                      <a:lnTo>
                        <a:pt x="2426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40" name="Google Shape;3840;p178"/>
                <p:cNvSpPr/>
                <p:nvPr/>
              </p:nvSpPr>
              <p:spPr>
                <a:xfrm>
                  <a:off x="3017600" y="238125"/>
                  <a:ext cx="1589500" cy="1589500"/>
                </a:xfrm>
                <a:custGeom>
                  <a:avLst/>
                  <a:gdLst/>
                  <a:ahLst/>
                  <a:cxnLst/>
                  <a:rect l="l" t="t" r="r" b="b"/>
                  <a:pathLst>
                    <a:path w="63580" h="63580" extrusionOk="0">
                      <a:moveTo>
                        <a:pt x="33483" y="15048"/>
                      </a:moveTo>
                      <a:lnTo>
                        <a:pt x="35176" y="15425"/>
                      </a:lnTo>
                      <a:lnTo>
                        <a:pt x="36681" y="15801"/>
                      </a:lnTo>
                      <a:lnTo>
                        <a:pt x="38186" y="16365"/>
                      </a:lnTo>
                      <a:lnTo>
                        <a:pt x="39690" y="17118"/>
                      </a:lnTo>
                      <a:lnTo>
                        <a:pt x="41195" y="17870"/>
                      </a:lnTo>
                      <a:lnTo>
                        <a:pt x="42324" y="18811"/>
                      </a:lnTo>
                      <a:lnTo>
                        <a:pt x="43641" y="19939"/>
                      </a:lnTo>
                      <a:lnTo>
                        <a:pt x="44769" y="21068"/>
                      </a:lnTo>
                      <a:lnTo>
                        <a:pt x="45710" y="22385"/>
                      </a:lnTo>
                      <a:lnTo>
                        <a:pt x="46462" y="23889"/>
                      </a:lnTo>
                      <a:lnTo>
                        <a:pt x="47215" y="25206"/>
                      </a:lnTo>
                      <a:lnTo>
                        <a:pt x="47779" y="26899"/>
                      </a:lnTo>
                      <a:lnTo>
                        <a:pt x="48155" y="28404"/>
                      </a:lnTo>
                      <a:lnTo>
                        <a:pt x="48343" y="30097"/>
                      </a:lnTo>
                      <a:lnTo>
                        <a:pt x="48531" y="31790"/>
                      </a:lnTo>
                      <a:lnTo>
                        <a:pt x="48343" y="33483"/>
                      </a:lnTo>
                      <a:lnTo>
                        <a:pt x="48155" y="35176"/>
                      </a:lnTo>
                      <a:lnTo>
                        <a:pt x="47779" y="36869"/>
                      </a:lnTo>
                      <a:lnTo>
                        <a:pt x="47215" y="38374"/>
                      </a:lnTo>
                      <a:lnTo>
                        <a:pt x="46462" y="39878"/>
                      </a:lnTo>
                      <a:lnTo>
                        <a:pt x="45710" y="41195"/>
                      </a:lnTo>
                      <a:lnTo>
                        <a:pt x="44769" y="42512"/>
                      </a:lnTo>
                      <a:lnTo>
                        <a:pt x="43641" y="43641"/>
                      </a:lnTo>
                      <a:lnTo>
                        <a:pt x="42324" y="44769"/>
                      </a:lnTo>
                      <a:lnTo>
                        <a:pt x="41195" y="45710"/>
                      </a:lnTo>
                      <a:lnTo>
                        <a:pt x="39690" y="46462"/>
                      </a:lnTo>
                      <a:lnTo>
                        <a:pt x="38186" y="47215"/>
                      </a:lnTo>
                      <a:lnTo>
                        <a:pt x="36681" y="47779"/>
                      </a:lnTo>
                      <a:lnTo>
                        <a:pt x="35176" y="48155"/>
                      </a:lnTo>
                      <a:lnTo>
                        <a:pt x="33483" y="48531"/>
                      </a:lnTo>
                      <a:lnTo>
                        <a:pt x="30097" y="48531"/>
                      </a:lnTo>
                      <a:lnTo>
                        <a:pt x="28404" y="48155"/>
                      </a:lnTo>
                      <a:lnTo>
                        <a:pt x="26711" y="47779"/>
                      </a:lnTo>
                      <a:lnTo>
                        <a:pt x="25206" y="47215"/>
                      </a:lnTo>
                      <a:lnTo>
                        <a:pt x="23702" y="46462"/>
                      </a:lnTo>
                      <a:lnTo>
                        <a:pt x="22385" y="45710"/>
                      </a:lnTo>
                      <a:lnTo>
                        <a:pt x="21068" y="44769"/>
                      </a:lnTo>
                      <a:lnTo>
                        <a:pt x="19939" y="43641"/>
                      </a:lnTo>
                      <a:lnTo>
                        <a:pt x="18811" y="42512"/>
                      </a:lnTo>
                      <a:lnTo>
                        <a:pt x="17870" y="41195"/>
                      </a:lnTo>
                      <a:lnTo>
                        <a:pt x="16930" y="39878"/>
                      </a:lnTo>
                      <a:lnTo>
                        <a:pt x="16365" y="38374"/>
                      </a:lnTo>
                      <a:lnTo>
                        <a:pt x="15801" y="36869"/>
                      </a:lnTo>
                      <a:lnTo>
                        <a:pt x="15237" y="35176"/>
                      </a:lnTo>
                      <a:lnTo>
                        <a:pt x="15049" y="33483"/>
                      </a:lnTo>
                      <a:lnTo>
                        <a:pt x="15049" y="31790"/>
                      </a:lnTo>
                      <a:lnTo>
                        <a:pt x="15049" y="30097"/>
                      </a:lnTo>
                      <a:lnTo>
                        <a:pt x="15237" y="28404"/>
                      </a:lnTo>
                      <a:lnTo>
                        <a:pt x="15801" y="26899"/>
                      </a:lnTo>
                      <a:lnTo>
                        <a:pt x="16365" y="25206"/>
                      </a:lnTo>
                      <a:lnTo>
                        <a:pt x="16930" y="23889"/>
                      </a:lnTo>
                      <a:lnTo>
                        <a:pt x="17870" y="22385"/>
                      </a:lnTo>
                      <a:lnTo>
                        <a:pt x="18811" y="21068"/>
                      </a:lnTo>
                      <a:lnTo>
                        <a:pt x="19939" y="19939"/>
                      </a:lnTo>
                      <a:lnTo>
                        <a:pt x="21068" y="18811"/>
                      </a:lnTo>
                      <a:lnTo>
                        <a:pt x="22385" y="17870"/>
                      </a:lnTo>
                      <a:lnTo>
                        <a:pt x="23702" y="17118"/>
                      </a:lnTo>
                      <a:lnTo>
                        <a:pt x="25206" y="16365"/>
                      </a:lnTo>
                      <a:lnTo>
                        <a:pt x="26711" y="15801"/>
                      </a:lnTo>
                      <a:lnTo>
                        <a:pt x="28404" y="15425"/>
                      </a:lnTo>
                      <a:lnTo>
                        <a:pt x="30097" y="15048"/>
                      </a:lnTo>
                      <a:close/>
                      <a:moveTo>
                        <a:pt x="31790" y="0"/>
                      </a:moveTo>
                      <a:lnTo>
                        <a:pt x="28404" y="188"/>
                      </a:lnTo>
                      <a:lnTo>
                        <a:pt x="25394" y="564"/>
                      </a:lnTo>
                      <a:lnTo>
                        <a:pt x="22385" y="1505"/>
                      </a:lnTo>
                      <a:lnTo>
                        <a:pt x="19375" y="2445"/>
                      </a:lnTo>
                      <a:lnTo>
                        <a:pt x="16554" y="3762"/>
                      </a:lnTo>
                      <a:lnTo>
                        <a:pt x="13920" y="5455"/>
                      </a:lnTo>
                      <a:lnTo>
                        <a:pt x="11475" y="7336"/>
                      </a:lnTo>
                      <a:lnTo>
                        <a:pt x="9217" y="9405"/>
                      </a:lnTo>
                      <a:lnTo>
                        <a:pt x="7148" y="11663"/>
                      </a:lnTo>
                      <a:lnTo>
                        <a:pt x="5455" y="14108"/>
                      </a:lnTo>
                      <a:lnTo>
                        <a:pt x="3762" y="16741"/>
                      </a:lnTo>
                      <a:lnTo>
                        <a:pt x="2446" y="19375"/>
                      </a:lnTo>
                      <a:lnTo>
                        <a:pt x="1317" y="22385"/>
                      </a:lnTo>
                      <a:lnTo>
                        <a:pt x="565" y="25394"/>
                      </a:lnTo>
                      <a:lnTo>
                        <a:pt x="0" y="28592"/>
                      </a:lnTo>
                      <a:lnTo>
                        <a:pt x="0" y="31790"/>
                      </a:lnTo>
                      <a:lnTo>
                        <a:pt x="0" y="34988"/>
                      </a:lnTo>
                      <a:lnTo>
                        <a:pt x="565" y="38186"/>
                      </a:lnTo>
                      <a:lnTo>
                        <a:pt x="1317" y="41195"/>
                      </a:lnTo>
                      <a:lnTo>
                        <a:pt x="2446" y="44205"/>
                      </a:lnTo>
                      <a:lnTo>
                        <a:pt x="3762" y="47026"/>
                      </a:lnTo>
                      <a:lnTo>
                        <a:pt x="5455" y="49660"/>
                      </a:lnTo>
                      <a:lnTo>
                        <a:pt x="7148" y="52105"/>
                      </a:lnTo>
                      <a:lnTo>
                        <a:pt x="9217" y="54363"/>
                      </a:lnTo>
                      <a:lnTo>
                        <a:pt x="11475" y="56432"/>
                      </a:lnTo>
                      <a:lnTo>
                        <a:pt x="13920" y="58125"/>
                      </a:lnTo>
                      <a:lnTo>
                        <a:pt x="16554" y="59818"/>
                      </a:lnTo>
                      <a:lnTo>
                        <a:pt x="19375" y="61134"/>
                      </a:lnTo>
                      <a:lnTo>
                        <a:pt x="22385" y="62263"/>
                      </a:lnTo>
                      <a:lnTo>
                        <a:pt x="25394" y="63015"/>
                      </a:lnTo>
                      <a:lnTo>
                        <a:pt x="28404" y="63392"/>
                      </a:lnTo>
                      <a:lnTo>
                        <a:pt x="31790" y="63580"/>
                      </a:lnTo>
                      <a:lnTo>
                        <a:pt x="34988" y="63392"/>
                      </a:lnTo>
                      <a:lnTo>
                        <a:pt x="38186" y="63015"/>
                      </a:lnTo>
                      <a:lnTo>
                        <a:pt x="41195" y="62263"/>
                      </a:lnTo>
                      <a:lnTo>
                        <a:pt x="44205" y="61134"/>
                      </a:lnTo>
                      <a:lnTo>
                        <a:pt x="46839" y="59818"/>
                      </a:lnTo>
                      <a:lnTo>
                        <a:pt x="49472" y="58125"/>
                      </a:lnTo>
                      <a:lnTo>
                        <a:pt x="51917" y="56432"/>
                      </a:lnTo>
                      <a:lnTo>
                        <a:pt x="54175" y="54363"/>
                      </a:lnTo>
                      <a:lnTo>
                        <a:pt x="56244" y="52105"/>
                      </a:lnTo>
                      <a:lnTo>
                        <a:pt x="58125" y="49660"/>
                      </a:lnTo>
                      <a:lnTo>
                        <a:pt x="59630" y="47026"/>
                      </a:lnTo>
                      <a:lnTo>
                        <a:pt x="61135" y="44205"/>
                      </a:lnTo>
                      <a:lnTo>
                        <a:pt x="62075" y="41195"/>
                      </a:lnTo>
                      <a:lnTo>
                        <a:pt x="62827" y="38186"/>
                      </a:lnTo>
                      <a:lnTo>
                        <a:pt x="63392" y="34988"/>
                      </a:lnTo>
                      <a:lnTo>
                        <a:pt x="63580" y="31790"/>
                      </a:lnTo>
                      <a:lnTo>
                        <a:pt x="63392" y="28592"/>
                      </a:lnTo>
                      <a:lnTo>
                        <a:pt x="62827" y="25394"/>
                      </a:lnTo>
                      <a:lnTo>
                        <a:pt x="62075" y="22385"/>
                      </a:lnTo>
                      <a:lnTo>
                        <a:pt x="61135" y="19375"/>
                      </a:lnTo>
                      <a:lnTo>
                        <a:pt x="59630" y="16741"/>
                      </a:lnTo>
                      <a:lnTo>
                        <a:pt x="58125" y="14108"/>
                      </a:lnTo>
                      <a:lnTo>
                        <a:pt x="56244" y="11663"/>
                      </a:lnTo>
                      <a:lnTo>
                        <a:pt x="54175" y="9405"/>
                      </a:lnTo>
                      <a:lnTo>
                        <a:pt x="51917" y="7336"/>
                      </a:lnTo>
                      <a:lnTo>
                        <a:pt x="49472" y="5455"/>
                      </a:lnTo>
                      <a:lnTo>
                        <a:pt x="46839" y="3762"/>
                      </a:lnTo>
                      <a:lnTo>
                        <a:pt x="44205" y="2445"/>
                      </a:lnTo>
                      <a:lnTo>
                        <a:pt x="41195" y="1505"/>
                      </a:lnTo>
                      <a:lnTo>
                        <a:pt x="38186" y="564"/>
                      </a:lnTo>
                      <a:lnTo>
                        <a:pt x="34988" y="188"/>
                      </a:lnTo>
                      <a:lnTo>
                        <a:pt x="3179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41" name="Google Shape;3841;p178"/>
                <p:cNvSpPr/>
                <p:nvPr/>
              </p:nvSpPr>
              <p:spPr>
                <a:xfrm>
                  <a:off x="3205700" y="4263575"/>
                  <a:ext cx="1213300" cy="1213300"/>
                </a:xfrm>
                <a:custGeom>
                  <a:avLst/>
                  <a:gdLst/>
                  <a:ahLst/>
                  <a:cxnLst/>
                  <a:rect l="l" t="t" r="r" b="b"/>
                  <a:pathLst>
                    <a:path w="48532" h="48532" extrusionOk="0">
                      <a:moveTo>
                        <a:pt x="24266" y="1"/>
                      </a:moveTo>
                      <a:lnTo>
                        <a:pt x="21821" y="189"/>
                      </a:lnTo>
                      <a:lnTo>
                        <a:pt x="19375" y="565"/>
                      </a:lnTo>
                      <a:lnTo>
                        <a:pt x="16930" y="1129"/>
                      </a:lnTo>
                      <a:lnTo>
                        <a:pt x="14673" y="1882"/>
                      </a:lnTo>
                      <a:lnTo>
                        <a:pt x="12604" y="3010"/>
                      </a:lnTo>
                      <a:lnTo>
                        <a:pt x="10722" y="4139"/>
                      </a:lnTo>
                      <a:lnTo>
                        <a:pt x="8841" y="5456"/>
                      </a:lnTo>
                      <a:lnTo>
                        <a:pt x="6960" y="7149"/>
                      </a:lnTo>
                      <a:lnTo>
                        <a:pt x="5456" y="8842"/>
                      </a:lnTo>
                      <a:lnTo>
                        <a:pt x="4139" y="10723"/>
                      </a:lnTo>
                      <a:lnTo>
                        <a:pt x="2822" y="12792"/>
                      </a:lnTo>
                      <a:lnTo>
                        <a:pt x="1881" y="14861"/>
                      </a:lnTo>
                      <a:lnTo>
                        <a:pt x="941" y="17118"/>
                      </a:lnTo>
                      <a:lnTo>
                        <a:pt x="377" y="19376"/>
                      </a:lnTo>
                      <a:lnTo>
                        <a:pt x="0" y="21821"/>
                      </a:lnTo>
                      <a:lnTo>
                        <a:pt x="0" y="24266"/>
                      </a:lnTo>
                      <a:lnTo>
                        <a:pt x="0" y="26712"/>
                      </a:lnTo>
                      <a:lnTo>
                        <a:pt x="377" y="29157"/>
                      </a:lnTo>
                      <a:lnTo>
                        <a:pt x="941" y="31602"/>
                      </a:lnTo>
                      <a:lnTo>
                        <a:pt x="1881" y="33672"/>
                      </a:lnTo>
                      <a:lnTo>
                        <a:pt x="2822" y="35929"/>
                      </a:lnTo>
                      <a:lnTo>
                        <a:pt x="4139" y="37810"/>
                      </a:lnTo>
                      <a:lnTo>
                        <a:pt x="5456" y="39691"/>
                      </a:lnTo>
                      <a:lnTo>
                        <a:pt x="6960" y="41384"/>
                      </a:lnTo>
                      <a:lnTo>
                        <a:pt x="8841" y="43077"/>
                      </a:lnTo>
                      <a:lnTo>
                        <a:pt x="10722" y="44394"/>
                      </a:lnTo>
                      <a:lnTo>
                        <a:pt x="12604" y="45710"/>
                      </a:lnTo>
                      <a:lnTo>
                        <a:pt x="14673" y="46651"/>
                      </a:lnTo>
                      <a:lnTo>
                        <a:pt x="16930" y="47403"/>
                      </a:lnTo>
                      <a:lnTo>
                        <a:pt x="19375" y="48156"/>
                      </a:lnTo>
                      <a:lnTo>
                        <a:pt x="21821" y="48532"/>
                      </a:lnTo>
                      <a:lnTo>
                        <a:pt x="26711" y="48532"/>
                      </a:lnTo>
                      <a:lnTo>
                        <a:pt x="29157" y="48156"/>
                      </a:lnTo>
                      <a:lnTo>
                        <a:pt x="31414" y="47403"/>
                      </a:lnTo>
                      <a:lnTo>
                        <a:pt x="33671" y="46651"/>
                      </a:lnTo>
                      <a:lnTo>
                        <a:pt x="35741" y="45710"/>
                      </a:lnTo>
                      <a:lnTo>
                        <a:pt x="37810" y="44394"/>
                      </a:lnTo>
                      <a:lnTo>
                        <a:pt x="39691" y="43077"/>
                      </a:lnTo>
                      <a:lnTo>
                        <a:pt x="41384" y="41384"/>
                      </a:lnTo>
                      <a:lnTo>
                        <a:pt x="42889" y="39691"/>
                      </a:lnTo>
                      <a:lnTo>
                        <a:pt x="44393" y="37810"/>
                      </a:lnTo>
                      <a:lnTo>
                        <a:pt x="45522" y="35929"/>
                      </a:lnTo>
                      <a:lnTo>
                        <a:pt x="46651" y="33672"/>
                      </a:lnTo>
                      <a:lnTo>
                        <a:pt x="47403" y="31602"/>
                      </a:lnTo>
                      <a:lnTo>
                        <a:pt x="47967" y="29157"/>
                      </a:lnTo>
                      <a:lnTo>
                        <a:pt x="48344" y="26712"/>
                      </a:lnTo>
                      <a:lnTo>
                        <a:pt x="48532" y="24266"/>
                      </a:lnTo>
                      <a:lnTo>
                        <a:pt x="48344" y="21821"/>
                      </a:lnTo>
                      <a:lnTo>
                        <a:pt x="47967" y="19376"/>
                      </a:lnTo>
                      <a:lnTo>
                        <a:pt x="47403" y="17118"/>
                      </a:lnTo>
                      <a:lnTo>
                        <a:pt x="46651" y="14861"/>
                      </a:lnTo>
                      <a:lnTo>
                        <a:pt x="45522" y="12792"/>
                      </a:lnTo>
                      <a:lnTo>
                        <a:pt x="44393" y="10723"/>
                      </a:lnTo>
                      <a:lnTo>
                        <a:pt x="42889" y="8842"/>
                      </a:lnTo>
                      <a:lnTo>
                        <a:pt x="41384" y="7149"/>
                      </a:lnTo>
                      <a:lnTo>
                        <a:pt x="39691" y="5456"/>
                      </a:lnTo>
                      <a:lnTo>
                        <a:pt x="37810" y="4139"/>
                      </a:lnTo>
                      <a:lnTo>
                        <a:pt x="35741" y="3010"/>
                      </a:lnTo>
                      <a:lnTo>
                        <a:pt x="33671" y="1882"/>
                      </a:lnTo>
                      <a:lnTo>
                        <a:pt x="31414" y="1129"/>
                      </a:lnTo>
                      <a:lnTo>
                        <a:pt x="29157" y="565"/>
                      </a:lnTo>
                      <a:lnTo>
                        <a:pt x="26711" y="189"/>
                      </a:lnTo>
                      <a:lnTo>
                        <a:pt x="2426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42" name="Google Shape;3842;p178"/>
                <p:cNvSpPr/>
                <p:nvPr/>
              </p:nvSpPr>
              <p:spPr>
                <a:xfrm>
                  <a:off x="943725" y="1489025"/>
                  <a:ext cx="5737250" cy="3381225"/>
                </a:xfrm>
                <a:custGeom>
                  <a:avLst/>
                  <a:gdLst/>
                  <a:ahLst/>
                  <a:cxnLst/>
                  <a:rect l="l" t="t" r="r" b="b"/>
                  <a:pathLst>
                    <a:path w="229490" h="135249" extrusionOk="0">
                      <a:moveTo>
                        <a:pt x="105716" y="0"/>
                      </a:moveTo>
                      <a:lnTo>
                        <a:pt x="105716" y="43076"/>
                      </a:lnTo>
                      <a:lnTo>
                        <a:pt x="1" y="43076"/>
                      </a:lnTo>
                      <a:lnTo>
                        <a:pt x="1" y="135248"/>
                      </a:lnTo>
                      <a:lnTo>
                        <a:pt x="18059" y="135248"/>
                      </a:lnTo>
                      <a:lnTo>
                        <a:pt x="18059" y="61135"/>
                      </a:lnTo>
                      <a:lnTo>
                        <a:pt x="105716" y="61135"/>
                      </a:lnTo>
                      <a:lnTo>
                        <a:pt x="105716" y="135248"/>
                      </a:lnTo>
                      <a:lnTo>
                        <a:pt x="123774" y="135248"/>
                      </a:lnTo>
                      <a:lnTo>
                        <a:pt x="123774" y="61135"/>
                      </a:lnTo>
                      <a:lnTo>
                        <a:pt x="211431" y="61135"/>
                      </a:lnTo>
                      <a:lnTo>
                        <a:pt x="211431" y="135248"/>
                      </a:lnTo>
                      <a:lnTo>
                        <a:pt x="229489" y="135248"/>
                      </a:lnTo>
                      <a:lnTo>
                        <a:pt x="229489" y="43076"/>
                      </a:lnTo>
                      <a:lnTo>
                        <a:pt x="123774" y="43076"/>
                      </a:lnTo>
                      <a:lnTo>
                        <a:pt x="12377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3843" name="Google Shape;3843;p178"/>
            <p:cNvSpPr txBox="1"/>
            <p:nvPr/>
          </p:nvSpPr>
          <p:spPr>
            <a:xfrm>
              <a:off x="339218" y="3990072"/>
              <a:ext cx="798000" cy="124200"/>
            </a:xfrm>
            <a:prstGeom prst="rect">
              <a:avLst/>
            </a:prstGeom>
            <a:noFill/>
            <a:ln>
              <a:noFill/>
            </a:ln>
          </p:spPr>
          <p:txBody>
            <a:bodyPr spcFirstLastPara="1" wrap="square" lIns="0" tIns="16175" rIns="0" bIns="0" anchor="t" anchorCtr="0">
              <a:spAutoFit/>
            </a:bodyPr>
            <a:lstStyle/>
            <a:p>
              <a:pPr marL="12700" marR="0" lvl="0" indent="0" algn="ctr" rtl="0">
                <a:lnSpc>
                  <a:spcPct val="100000"/>
                </a:lnSpc>
                <a:spcBef>
                  <a:spcPts val="0"/>
                </a:spcBef>
                <a:spcAft>
                  <a:spcPts val="0"/>
                </a:spcAft>
                <a:buNone/>
              </a:pPr>
              <a:r>
                <a:rPr lang="en" sz="700" b="1">
                  <a:solidFill>
                    <a:schemeClr val="lt2"/>
                  </a:solidFill>
                  <a:latin typeface="IBM Plex Sans"/>
                  <a:ea typeface="IBM Plex Sans"/>
                  <a:cs typeface="IBM Plex Sans"/>
                  <a:sym typeface="IBM Plex Sans"/>
                </a:rPr>
                <a:t>Connectors</a:t>
              </a:r>
              <a:endParaRPr sz="700" b="1">
                <a:solidFill>
                  <a:schemeClr val="lt2"/>
                </a:solidFill>
                <a:latin typeface="IBM Plex Sans"/>
                <a:ea typeface="IBM Plex Sans"/>
                <a:cs typeface="IBM Plex Sans"/>
                <a:sym typeface="IBM Plex Sans"/>
              </a:endParaRPr>
            </a:p>
          </p:txBody>
        </p:sp>
        <p:sp>
          <p:nvSpPr>
            <p:cNvPr id="3844" name="Google Shape;3844;p178"/>
            <p:cNvSpPr txBox="1"/>
            <p:nvPr/>
          </p:nvSpPr>
          <p:spPr>
            <a:xfrm>
              <a:off x="1210412" y="3990072"/>
              <a:ext cx="1123500" cy="124200"/>
            </a:xfrm>
            <a:prstGeom prst="rect">
              <a:avLst/>
            </a:prstGeom>
            <a:noFill/>
            <a:ln>
              <a:noFill/>
            </a:ln>
          </p:spPr>
          <p:txBody>
            <a:bodyPr spcFirstLastPara="1" wrap="square" lIns="0" tIns="16175" rIns="0" bIns="0" anchor="t" anchorCtr="0">
              <a:spAutoFit/>
            </a:bodyPr>
            <a:lstStyle/>
            <a:p>
              <a:pPr marL="12700" marR="0" lvl="0" indent="0" algn="ctr" rtl="0">
                <a:lnSpc>
                  <a:spcPct val="100000"/>
                </a:lnSpc>
                <a:spcBef>
                  <a:spcPts val="0"/>
                </a:spcBef>
                <a:spcAft>
                  <a:spcPts val="0"/>
                </a:spcAft>
                <a:buNone/>
              </a:pPr>
              <a:r>
                <a:rPr lang="en" sz="700" b="1">
                  <a:solidFill>
                    <a:schemeClr val="lt2"/>
                  </a:solidFill>
                  <a:latin typeface="IBM Plex Sans"/>
                  <a:ea typeface="IBM Plex Sans"/>
                  <a:cs typeface="IBM Plex Sans"/>
                  <a:sym typeface="IBM Plex Sans"/>
                </a:rPr>
                <a:t>Integration Framework</a:t>
              </a:r>
              <a:endParaRPr sz="700" b="1">
                <a:solidFill>
                  <a:schemeClr val="lt2"/>
                </a:solidFill>
                <a:latin typeface="IBM Plex Sans"/>
                <a:ea typeface="IBM Plex Sans"/>
                <a:cs typeface="IBM Plex Sans"/>
                <a:sym typeface="IBM Plex Sans"/>
              </a:endParaRPr>
            </a:p>
          </p:txBody>
        </p:sp>
        <p:sp>
          <p:nvSpPr>
            <p:cNvPr id="3845" name="Google Shape;3845;p178"/>
            <p:cNvSpPr txBox="1"/>
            <p:nvPr/>
          </p:nvSpPr>
          <p:spPr>
            <a:xfrm>
              <a:off x="2628905" y="3990072"/>
              <a:ext cx="378900" cy="124200"/>
            </a:xfrm>
            <a:prstGeom prst="rect">
              <a:avLst/>
            </a:prstGeom>
            <a:noFill/>
            <a:ln>
              <a:noFill/>
            </a:ln>
          </p:spPr>
          <p:txBody>
            <a:bodyPr spcFirstLastPara="1" wrap="square" lIns="0" tIns="16175" rIns="0" bIns="0" anchor="t" anchorCtr="0">
              <a:spAutoFit/>
            </a:bodyPr>
            <a:lstStyle/>
            <a:p>
              <a:pPr marL="12700" lvl="0" indent="0" algn="ctr" rtl="0">
                <a:spcBef>
                  <a:spcPts val="0"/>
                </a:spcBef>
                <a:spcAft>
                  <a:spcPts val="0"/>
                </a:spcAft>
                <a:buNone/>
              </a:pPr>
              <a:r>
                <a:rPr lang="en" sz="700" b="1">
                  <a:solidFill>
                    <a:schemeClr val="lt2"/>
                  </a:solidFill>
                  <a:latin typeface="IBM Plex Sans"/>
                  <a:ea typeface="IBM Plex Sans"/>
                  <a:cs typeface="IBM Plex Sans"/>
                  <a:sym typeface="IBM Plex Sans"/>
                </a:rPr>
                <a:t>Forms</a:t>
              </a:r>
              <a:endParaRPr sz="700" b="1">
                <a:solidFill>
                  <a:schemeClr val="lt2"/>
                </a:solidFill>
                <a:latin typeface="IBM Plex Sans"/>
                <a:ea typeface="IBM Plex Sans"/>
                <a:cs typeface="IBM Plex Sans"/>
                <a:sym typeface="IBM Plex Sans"/>
              </a:endParaRPr>
            </a:p>
          </p:txBody>
        </p:sp>
        <p:sp>
          <p:nvSpPr>
            <p:cNvPr id="3846" name="Google Shape;3846;p178"/>
            <p:cNvSpPr txBox="1"/>
            <p:nvPr/>
          </p:nvSpPr>
          <p:spPr>
            <a:xfrm>
              <a:off x="269018" y="4182155"/>
              <a:ext cx="938400" cy="477000"/>
            </a:xfrm>
            <a:prstGeom prst="rect">
              <a:avLst/>
            </a:prstGeom>
            <a:noFill/>
            <a:ln>
              <a:noFill/>
            </a:ln>
          </p:spPr>
          <p:txBody>
            <a:bodyPr spcFirstLastPara="1" wrap="square" lIns="91425" tIns="0" rIns="91425" bIns="91425" anchor="t" anchorCtr="0">
              <a:spAutoFit/>
            </a:bodyPr>
            <a:lstStyle/>
            <a:p>
              <a:pPr marL="0" lvl="0" indent="0" algn="ctr" rtl="0">
                <a:spcBef>
                  <a:spcPts val="0"/>
                </a:spcBef>
                <a:spcAft>
                  <a:spcPts val="0"/>
                </a:spcAft>
                <a:buNone/>
              </a:pPr>
              <a:r>
                <a:rPr lang="en" sz="500">
                  <a:solidFill>
                    <a:srgbClr val="B7B7B7"/>
                  </a:solidFill>
                  <a:latin typeface="IBM Plex Sans"/>
                  <a:ea typeface="IBM Plex Sans"/>
                  <a:cs typeface="IBM Plex Sans"/>
                  <a:sym typeface="IBM Plex Sans"/>
                </a:rPr>
                <a:t>Out-of-the-box integrations to easily communicate with popular enterprise applications &amp; protocols.</a:t>
              </a:r>
              <a:endParaRPr sz="500">
                <a:solidFill>
                  <a:srgbClr val="B7B7B7"/>
                </a:solidFill>
              </a:endParaRPr>
            </a:p>
          </p:txBody>
        </p:sp>
        <p:sp>
          <p:nvSpPr>
            <p:cNvPr id="3847" name="Google Shape;3847;p178"/>
            <p:cNvSpPr txBox="1"/>
            <p:nvPr/>
          </p:nvSpPr>
          <p:spPr>
            <a:xfrm>
              <a:off x="1303043" y="4182155"/>
              <a:ext cx="938400" cy="477000"/>
            </a:xfrm>
            <a:prstGeom prst="rect">
              <a:avLst/>
            </a:prstGeom>
            <a:noFill/>
            <a:ln>
              <a:noFill/>
            </a:ln>
          </p:spPr>
          <p:txBody>
            <a:bodyPr spcFirstLastPara="1" wrap="square" lIns="91425" tIns="0" rIns="91425" bIns="91425" anchor="t" anchorCtr="0">
              <a:spAutoFit/>
            </a:bodyPr>
            <a:lstStyle/>
            <a:p>
              <a:pPr marL="0" lvl="0" indent="0" algn="ctr" rtl="0">
                <a:spcBef>
                  <a:spcPts val="0"/>
                </a:spcBef>
                <a:spcAft>
                  <a:spcPts val="0"/>
                </a:spcAft>
                <a:buNone/>
              </a:pPr>
              <a:r>
                <a:rPr lang="en" sz="500">
                  <a:solidFill>
                    <a:srgbClr val="B7B7B7"/>
                  </a:solidFill>
                  <a:latin typeface="IBM Plex Sans"/>
                  <a:ea typeface="IBM Plex Sans"/>
                  <a:cs typeface="IBM Plex Sans"/>
                  <a:sym typeface="IBM Plex Sans"/>
                </a:rPr>
                <a:t>Build &amp; provision your own connectors to any system including homegrown &amp; legacy applications.</a:t>
              </a:r>
              <a:endParaRPr sz="600">
                <a:solidFill>
                  <a:srgbClr val="B7B7B7"/>
                </a:solidFill>
              </a:endParaRPr>
            </a:p>
          </p:txBody>
        </p:sp>
        <p:sp>
          <p:nvSpPr>
            <p:cNvPr id="3848" name="Google Shape;3848;p178"/>
            <p:cNvSpPr txBox="1"/>
            <p:nvPr/>
          </p:nvSpPr>
          <p:spPr>
            <a:xfrm>
              <a:off x="2349155" y="4182155"/>
              <a:ext cx="938400" cy="400200"/>
            </a:xfrm>
            <a:prstGeom prst="rect">
              <a:avLst/>
            </a:prstGeom>
            <a:noFill/>
            <a:ln>
              <a:noFill/>
            </a:ln>
          </p:spPr>
          <p:txBody>
            <a:bodyPr spcFirstLastPara="1" wrap="square" lIns="91425" tIns="0" rIns="91425" bIns="91425" anchor="t" anchorCtr="0">
              <a:spAutoFit/>
            </a:bodyPr>
            <a:lstStyle/>
            <a:p>
              <a:pPr marL="0" lvl="0" indent="0" algn="ctr" rtl="0">
                <a:spcBef>
                  <a:spcPts val="0"/>
                </a:spcBef>
                <a:spcAft>
                  <a:spcPts val="0"/>
                </a:spcAft>
                <a:buNone/>
              </a:pPr>
              <a:r>
                <a:rPr lang="en" sz="500">
                  <a:solidFill>
                    <a:srgbClr val="B7B7B7"/>
                  </a:solidFill>
                  <a:latin typeface="IBM Plex Sans"/>
                  <a:ea typeface="IBM Plex Sans"/>
                  <a:cs typeface="IBM Plex Sans"/>
                  <a:sym typeface="IBM Plex Sans"/>
                </a:rPr>
                <a:t>Drag &amp; drop creation of forms that power workflows that require human interaction.</a:t>
              </a:r>
              <a:endParaRPr sz="700">
                <a:solidFill>
                  <a:srgbClr val="B7B7B7"/>
                </a:solidFill>
              </a:endParaRPr>
            </a:p>
          </p:txBody>
        </p:sp>
      </p:grpSp>
      <p:grpSp>
        <p:nvGrpSpPr>
          <p:cNvPr id="3849" name="Google Shape;3849;p178"/>
          <p:cNvGrpSpPr/>
          <p:nvPr/>
        </p:nvGrpSpPr>
        <p:grpSpPr>
          <a:xfrm>
            <a:off x="165860" y="2218216"/>
            <a:ext cx="7650648" cy="2763219"/>
            <a:chOff x="165860" y="2218216"/>
            <a:chExt cx="7650648" cy="2763219"/>
          </a:xfrm>
        </p:grpSpPr>
        <p:grpSp>
          <p:nvGrpSpPr>
            <p:cNvPr id="3850" name="Google Shape;3850;p178"/>
            <p:cNvGrpSpPr/>
            <p:nvPr/>
          </p:nvGrpSpPr>
          <p:grpSpPr>
            <a:xfrm>
              <a:off x="208820" y="2405825"/>
              <a:ext cx="7521773" cy="2575610"/>
              <a:chOff x="152950" y="2423013"/>
              <a:chExt cx="7521773" cy="2575610"/>
            </a:xfrm>
          </p:grpSpPr>
          <p:cxnSp>
            <p:nvCxnSpPr>
              <p:cNvPr id="3851" name="Google Shape;3851;p178"/>
              <p:cNvCxnSpPr/>
              <p:nvPr/>
            </p:nvCxnSpPr>
            <p:spPr>
              <a:xfrm>
                <a:off x="7674723" y="3187523"/>
                <a:ext cx="0" cy="1811100"/>
              </a:xfrm>
              <a:prstGeom prst="straightConnector1">
                <a:avLst/>
              </a:prstGeom>
              <a:noFill/>
              <a:ln w="19050" cap="flat" cmpd="sng">
                <a:solidFill>
                  <a:srgbClr val="888B8D"/>
                </a:solidFill>
                <a:prstDash val="dash"/>
                <a:round/>
                <a:headEnd type="none" w="med" len="med"/>
                <a:tailEnd type="none" w="med" len="med"/>
              </a:ln>
            </p:spPr>
          </p:cxnSp>
          <p:cxnSp>
            <p:nvCxnSpPr>
              <p:cNvPr id="3852" name="Google Shape;3852;p178"/>
              <p:cNvCxnSpPr/>
              <p:nvPr/>
            </p:nvCxnSpPr>
            <p:spPr>
              <a:xfrm rot="10800000">
                <a:off x="160923" y="4990574"/>
                <a:ext cx="7513800" cy="0"/>
              </a:xfrm>
              <a:prstGeom prst="straightConnector1">
                <a:avLst/>
              </a:prstGeom>
              <a:noFill/>
              <a:ln w="19050" cap="flat" cmpd="sng">
                <a:solidFill>
                  <a:srgbClr val="888B8D"/>
                </a:solidFill>
                <a:prstDash val="dash"/>
                <a:round/>
                <a:headEnd type="none" w="med" len="med"/>
                <a:tailEnd type="none" w="med" len="med"/>
              </a:ln>
            </p:spPr>
          </p:cxnSp>
          <p:cxnSp>
            <p:nvCxnSpPr>
              <p:cNvPr id="3853" name="Google Shape;3853;p178"/>
              <p:cNvCxnSpPr/>
              <p:nvPr/>
            </p:nvCxnSpPr>
            <p:spPr>
              <a:xfrm rot="10800000">
                <a:off x="152950" y="2423013"/>
                <a:ext cx="0" cy="2572800"/>
              </a:xfrm>
              <a:prstGeom prst="straightConnector1">
                <a:avLst/>
              </a:prstGeom>
              <a:noFill/>
              <a:ln w="19050" cap="flat" cmpd="sng">
                <a:solidFill>
                  <a:srgbClr val="888B8D"/>
                </a:solidFill>
                <a:prstDash val="dash"/>
                <a:round/>
                <a:headEnd type="none" w="med" len="med"/>
                <a:tailEnd type="none" w="med" len="med"/>
              </a:ln>
            </p:spPr>
          </p:cxnSp>
        </p:grpSp>
        <p:sp>
          <p:nvSpPr>
            <p:cNvPr id="3854" name="Google Shape;3854;p178"/>
            <p:cNvSpPr/>
            <p:nvPr/>
          </p:nvSpPr>
          <p:spPr>
            <a:xfrm>
              <a:off x="165860" y="2218216"/>
              <a:ext cx="149559" cy="171831"/>
            </a:xfrm>
            <a:custGeom>
              <a:avLst/>
              <a:gdLst/>
              <a:ahLst/>
              <a:cxnLst/>
              <a:rect l="l" t="t" r="r" b="b"/>
              <a:pathLst>
                <a:path w="184073" h="209550" extrusionOk="0">
                  <a:moveTo>
                    <a:pt x="7715" y="0"/>
                  </a:moveTo>
                  <a:lnTo>
                    <a:pt x="6638" y="359"/>
                  </a:lnTo>
                  <a:lnTo>
                    <a:pt x="5562" y="718"/>
                  </a:lnTo>
                  <a:lnTo>
                    <a:pt x="4665" y="1256"/>
                  </a:lnTo>
                  <a:lnTo>
                    <a:pt x="3588" y="1794"/>
                  </a:lnTo>
                  <a:lnTo>
                    <a:pt x="2691" y="2512"/>
                  </a:lnTo>
                  <a:lnTo>
                    <a:pt x="1973" y="3409"/>
                  </a:lnTo>
                  <a:lnTo>
                    <a:pt x="1435" y="4306"/>
                  </a:lnTo>
                  <a:lnTo>
                    <a:pt x="897" y="5382"/>
                  </a:lnTo>
                  <a:lnTo>
                    <a:pt x="359" y="6459"/>
                  </a:lnTo>
                  <a:lnTo>
                    <a:pt x="179" y="7715"/>
                  </a:lnTo>
                  <a:lnTo>
                    <a:pt x="0" y="8970"/>
                  </a:lnTo>
                  <a:lnTo>
                    <a:pt x="0" y="104775"/>
                  </a:lnTo>
                  <a:lnTo>
                    <a:pt x="0" y="200580"/>
                  </a:lnTo>
                  <a:lnTo>
                    <a:pt x="179" y="201835"/>
                  </a:lnTo>
                  <a:lnTo>
                    <a:pt x="359" y="203091"/>
                  </a:lnTo>
                  <a:lnTo>
                    <a:pt x="897" y="204168"/>
                  </a:lnTo>
                  <a:lnTo>
                    <a:pt x="1435" y="205244"/>
                  </a:lnTo>
                  <a:lnTo>
                    <a:pt x="1973" y="206141"/>
                  </a:lnTo>
                  <a:lnTo>
                    <a:pt x="2691" y="207038"/>
                  </a:lnTo>
                  <a:lnTo>
                    <a:pt x="3588" y="207756"/>
                  </a:lnTo>
                  <a:lnTo>
                    <a:pt x="4665" y="208294"/>
                  </a:lnTo>
                  <a:lnTo>
                    <a:pt x="5562" y="208832"/>
                  </a:lnTo>
                  <a:lnTo>
                    <a:pt x="6638" y="209191"/>
                  </a:lnTo>
                  <a:lnTo>
                    <a:pt x="7715" y="209550"/>
                  </a:lnTo>
                  <a:lnTo>
                    <a:pt x="10047" y="209550"/>
                  </a:lnTo>
                  <a:lnTo>
                    <a:pt x="11303" y="209371"/>
                  </a:lnTo>
                  <a:lnTo>
                    <a:pt x="12379" y="208832"/>
                  </a:lnTo>
                  <a:lnTo>
                    <a:pt x="13635" y="208294"/>
                  </a:lnTo>
                  <a:lnTo>
                    <a:pt x="179408" y="112669"/>
                  </a:lnTo>
                  <a:lnTo>
                    <a:pt x="180485" y="111951"/>
                  </a:lnTo>
                  <a:lnTo>
                    <a:pt x="181382" y="111054"/>
                  </a:lnTo>
                  <a:lnTo>
                    <a:pt x="182279" y="110157"/>
                  </a:lnTo>
                  <a:lnTo>
                    <a:pt x="182817" y="109081"/>
                  </a:lnTo>
                  <a:lnTo>
                    <a:pt x="183355" y="108184"/>
                  </a:lnTo>
                  <a:lnTo>
                    <a:pt x="183714" y="107107"/>
                  </a:lnTo>
                  <a:lnTo>
                    <a:pt x="183894" y="105851"/>
                  </a:lnTo>
                  <a:lnTo>
                    <a:pt x="184073" y="104775"/>
                  </a:lnTo>
                  <a:lnTo>
                    <a:pt x="183894" y="103699"/>
                  </a:lnTo>
                  <a:lnTo>
                    <a:pt x="183714" y="102443"/>
                  </a:lnTo>
                  <a:lnTo>
                    <a:pt x="183355" y="101366"/>
                  </a:lnTo>
                  <a:lnTo>
                    <a:pt x="182817" y="100469"/>
                  </a:lnTo>
                  <a:lnTo>
                    <a:pt x="182279" y="99393"/>
                  </a:lnTo>
                  <a:lnTo>
                    <a:pt x="181382" y="98496"/>
                  </a:lnTo>
                  <a:lnTo>
                    <a:pt x="180485" y="97599"/>
                  </a:lnTo>
                  <a:lnTo>
                    <a:pt x="179408" y="96881"/>
                  </a:lnTo>
                  <a:lnTo>
                    <a:pt x="13635" y="1256"/>
                  </a:lnTo>
                  <a:lnTo>
                    <a:pt x="12379" y="718"/>
                  </a:lnTo>
                  <a:lnTo>
                    <a:pt x="11303" y="179"/>
                  </a:lnTo>
                  <a:lnTo>
                    <a:pt x="10047" y="0"/>
                  </a:lnTo>
                  <a:close/>
                </a:path>
              </a:pathLst>
            </a:custGeom>
            <a:solidFill>
              <a:srgbClr val="888B8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55" name="Google Shape;3855;p178"/>
            <p:cNvSpPr/>
            <p:nvPr/>
          </p:nvSpPr>
          <p:spPr>
            <a:xfrm rot="5400000">
              <a:off x="7655813" y="2953291"/>
              <a:ext cx="149559" cy="171831"/>
            </a:xfrm>
            <a:custGeom>
              <a:avLst/>
              <a:gdLst/>
              <a:ahLst/>
              <a:cxnLst/>
              <a:rect l="l" t="t" r="r" b="b"/>
              <a:pathLst>
                <a:path w="184073" h="209550" extrusionOk="0">
                  <a:moveTo>
                    <a:pt x="7715" y="0"/>
                  </a:moveTo>
                  <a:lnTo>
                    <a:pt x="6638" y="359"/>
                  </a:lnTo>
                  <a:lnTo>
                    <a:pt x="5562" y="718"/>
                  </a:lnTo>
                  <a:lnTo>
                    <a:pt x="4665" y="1256"/>
                  </a:lnTo>
                  <a:lnTo>
                    <a:pt x="3588" y="1794"/>
                  </a:lnTo>
                  <a:lnTo>
                    <a:pt x="2691" y="2512"/>
                  </a:lnTo>
                  <a:lnTo>
                    <a:pt x="1973" y="3409"/>
                  </a:lnTo>
                  <a:lnTo>
                    <a:pt x="1435" y="4306"/>
                  </a:lnTo>
                  <a:lnTo>
                    <a:pt x="897" y="5382"/>
                  </a:lnTo>
                  <a:lnTo>
                    <a:pt x="359" y="6459"/>
                  </a:lnTo>
                  <a:lnTo>
                    <a:pt x="179" y="7715"/>
                  </a:lnTo>
                  <a:lnTo>
                    <a:pt x="0" y="8970"/>
                  </a:lnTo>
                  <a:lnTo>
                    <a:pt x="0" y="104775"/>
                  </a:lnTo>
                  <a:lnTo>
                    <a:pt x="0" y="200580"/>
                  </a:lnTo>
                  <a:lnTo>
                    <a:pt x="179" y="201835"/>
                  </a:lnTo>
                  <a:lnTo>
                    <a:pt x="359" y="203091"/>
                  </a:lnTo>
                  <a:lnTo>
                    <a:pt x="897" y="204168"/>
                  </a:lnTo>
                  <a:lnTo>
                    <a:pt x="1435" y="205244"/>
                  </a:lnTo>
                  <a:lnTo>
                    <a:pt x="1973" y="206141"/>
                  </a:lnTo>
                  <a:lnTo>
                    <a:pt x="2691" y="207038"/>
                  </a:lnTo>
                  <a:lnTo>
                    <a:pt x="3588" y="207756"/>
                  </a:lnTo>
                  <a:lnTo>
                    <a:pt x="4665" y="208294"/>
                  </a:lnTo>
                  <a:lnTo>
                    <a:pt x="5562" y="208832"/>
                  </a:lnTo>
                  <a:lnTo>
                    <a:pt x="6638" y="209191"/>
                  </a:lnTo>
                  <a:lnTo>
                    <a:pt x="7715" y="209550"/>
                  </a:lnTo>
                  <a:lnTo>
                    <a:pt x="10047" y="209550"/>
                  </a:lnTo>
                  <a:lnTo>
                    <a:pt x="11303" y="209371"/>
                  </a:lnTo>
                  <a:lnTo>
                    <a:pt x="12379" y="208832"/>
                  </a:lnTo>
                  <a:lnTo>
                    <a:pt x="13635" y="208294"/>
                  </a:lnTo>
                  <a:lnTo>
                    <a:pt x="179408" y="112669"/>
                  </a:lnTo>
                  <a:lnTo>
                    <a:pt x="180485" y="111951"/>
                  </a:lnTo>
                  <a:lnTo>
                    <a:pt x="181382" y="111054"/>
                  </a:lnTo>
                  <a:lnTo>
                    <a:pt x="182279" y="110157"/>
                  </a:lnTo>
                  <a:lnTo>
                    <a:pt x="182817" y="109081"/>
                  </a:lnTo>
                  <a:lnTo>
                    <a:pt x="183355" y="108184"/>
                  </a:lnTo>
                  <a:lnTo>
                    <a:pt x="183714" y="107107"/>
                  </a:lnTo>
                  <a:lnTo>
                    <a:pt x="183894" y="105851"/>
                  </a:lnTo>
                  <a:lnTo>
                    <a:pt x="184073" y="104775"/>
                  </a:lnTo>
                  <a:lnTo>
                    <a:pt x="183894" y="103699"/>
                  </a:lnTo>
                  <a:lnTo>
                    <a:pt x="183714" y="102443"/>
                  </a:lnTo>
                  <a:lnTo>
                    <a:pt x="183355" y="101366"/>
                  </a:lnTo>
                  <a:lnTo>
                    <a:pt x="182817" y="100469"/>
                  </a:lnTo>
                  <a:lnTo>
                    <a:pt x="182279" y="99393"/>
                  </a:lnTo>
                  <a:lnTo>
                    <a:pt x="181382" y="98496"/>
                  </a:lnTo>
                  <a:lnTo>
                    <a:pt x="180485" y="97599"/>
                  </a:lnTo>
                  <a:lnTo>
                    <a:pt x="179408" y="96881"/>
                  </a:lnTo>
                  <a:lnTo>
                    <a:pt x="13635" y="1256"/>
                  </a:lnTo>
                  <a:lnTo>
                    <a:pt x="12379" y="718"/>
                  </a:lnTo>
                  <a:lnTo>
                    <a:pt x="11303" y="179"/>
                  </a:lnTo>
                  <a:lnTo>
                    <a:pt x="10047" y="0"/>
                  </a:lnTo>
                  <a:close/>
                </a:path>
              </a:pathLst>
            </a:custGeom>
            <a:solidFill>
              <a:srgbClr val="888B8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3856" name="Google Shape;3856;p178"/>
          <p:cNvPicPr preferRelativeResize="0"/>
          <p:nvPr/>
        </p:nvPicPr>
        <p:blipFill>
          <a:blip r:embed="rId3">
            <a:alphaModFix/>
          </a:blip>
          <a:stretch>
            <a:fillRect/>
          </a:stretch>
        </p:blipFill>
        <p:spPr>
          <a:xfrm>
            <a:off x="8544859" y="97932"/>
            <a:ext cx="548640" cy="548640"/>
          </a:xfrm>
          <a:prstGeom prst="rect">
            <a:avLst/>
          </a:prstGeom>
          <a:noFill/>
          <a:ln>
            <a:noFill/>
          </a:ln>
        </p:spPr>
      </p:pic>
      <p:sp>
        <p:nvSpPr>
          <p:cNvPr id="3857" name="Google Shape;3857;p178"/>
          <p:cNvSpPr txBox="1"/>
          <p:nvPr/>
        </p:nvSpPr>
        <p:spPr>
          <a:xfrm>
            <a:off x="371520" y="257310"/>
            <a:ext cx="8400900" cy="5487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SzPts val="1100"/>
              <a:buNone/>
            </a:pPr>
            <a:r>
              <a:rPr lang="en" sz="2400" b="1">
                <a:solidFill>
                  <a:schemeClr val="lt1"/>
                </a:solidFill>
                <a:latin typeface="IBM Plex Sans"/>
                <a:ea typeface="IBM Plex Sans"/>
                <a:cs typeface="IBM Plex Sans"/>
                <a:sym typeface="IBM Plex Sans"/>
              </a:rPr>
              <a:t>Camunda Platform: The Universal Process Orchestrator</a:t>
            </a:r>
            <a:endParaRPr sz="2400" b="1">
              <a:solidFill>
                <a:schemeClr val="lt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804"/>
                                        </p:tgtEl>
                                        <p:attrNameLst>
                                          <p:attrName>style.visibility</p:attrName>
                                        </p:attrNameLst>
                                      </p:cBhvr>
                                      <p:to>
                                        <p:strVal val="visible"/>
                                      </p:to>
                                    </p:set>
                                    <p:animEffect transition="in" filter="fade">
                                      <p:cBhvr>
                                        <p:cTn id="7" dur="1000"/>
                                        <p:tgtEl>
                                          <p:spTgt spid="380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776"/>
                                        </p:tgtEl>
                                        <p:attrNameLst>
                                          <p:attrName>style.visibility</p:attrName>
                                        </p:attrNameLst>
                                      </p:cBhvr>
                                      <p:to>
                                        <p:strVal val="visible"/>
                                      </p:to>
                                    </p:set>
                                    <p:animEffect transition="in" filter="fade">
                                      <p:cBhvr>
                                        <p:cTn id="12" dur="1000"/>
                                        <p:tgtEl>
                                          <p:spTgt spid="377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795"/>
                                        </p:tgtEl>
                                        <p:attrNameLst>
                                          <p:attrName>style.visibility</p:attrName>
                                        </p:attrNameLst>
                                      </p:cBhvr>
                                      <p:to>
                                        <p:strVal val="visible"/>
                                      </p:to>
                                    </p:set>
                                    <p:animEffect transition="in" filter="fade">
                                      <p:cBhvr>
                                        <p:cTn id="17" dur="1000"/>
                                        <p:tgtEl>
                                          <p:spTgt spid="379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849"/>
                                        </p:tgtEl>
                                        <p:attrNameLst>
                                          <p:attrName>style.visibility</p:attrName>
                                        </p:attrNameLst>
                                      </p:cBhvr>
                                      <p:to>
                                        <p:strVal val="visible"/>
                                      </p:to>
                                    </p:set>
                                    <p:animEffect transition="in" filter="fade">
                                      <p:cBhvr>
                                        <p:cTn id="22" dur="1000"/>
                                        <p:tgtEl>
                                          <p:spTgt spid="38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Shape 3775"/>
        <p:cNvGrpSpPr/>
        <p:nvPr/>
      </p:nvGrpSpPr>
      <p:grpSpPr>
        <a:xfrm>
          <a:off x="0" y="0"/>
          <a:ext cx="0" cy="0"/>
          <a:chOff x="0" y="0"/>
          <a:chExt cx="0" cy="0"/>
        </a:xfrm>
      </p:grpSpPr>
      <p:grpSp>
        <p:nvGrpSpPr>
          <p:cNvPr id="3776" name="Google Shape;3776;p178"/>
          <p:cNvGrpSpPr/>
          <p:nvPr/>
        </p:nvGrpSpPr>
        <p:grpSpPr>
          <a:xfrm>
            <a:off x="2475876" y="464600"/>
            <a:ext cx="6013105" cy="4327110"/>
            <a:chOff x="-104668" y="404789"/>
            <a:chExt cx="6013105" cy="4327110"/>
          </a:xfrm>
        </p:grpSpPr>
        <p:sp>
          <p:nvSpPr>
            <p:cNvPr id="3777" name="Google Shape;3777;p178"/>
            <p:cNvSpPr/>
            <p:nvPr/>
          </p:nvSpPr>
          <p:spPr>
            <a:xfrm>
              <a:off x="2694901" y="404789"/>
              <a:ext cx="3213536" cy="4327110"/>
            </a:xfrm>
            <a:prstGeom prst="roundRect">
              <a:avLst>
                <a:gd name="adj" fmla="val 4342"/>
              </a:avLst>
            </a:prstGeom>
            <a:solidFill>
              <a:srgbClr val="F7F7F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79" name="Google Shape;3779;p178"/>
            <p:cNvSpPr txBox="1"/>
            <p:nvPr/>
          </p:nvSpPr>
          <p:spPr>
            <a:xfrm>
              <a:off x="-104668" y="1458786"/>
              <a:ext cx="2677500" cy="431100"/>
            </a:xfrm>
            <a:prstGeom prst="rect">
              <a:avLst/>
            </a:prstGeom>
            <a:noFill/>
            <a:ln>
              <a:noFill/>
            </a:ln>
          </p:spPr>
          <p:txBody>
            <a:bodyPr spcFirstLastPara="1" wrap="square" lIns="91425" tIns="91425" rIns="91425" bIns="91425" anchor="t" anchorCtr="0">
              <a:spAutoFit/>
            </a:bodyPr>
            <a:lstStyle/>
            <a:p>
              <a:pPr marL="12700" lvl="0" indent="0" algn="ctr" rtl="0">
                <a:spcBef>
                  <a:spcPts val="0"/>
                </a:spcBef>
                <a:spcAft>
                  <a:spcPts val="0"/>
                </a:spcAft>
                <a:buNone/>
              </a:pPr>
              <a:r>
                <a:rPr lang="en" sz="800" dirty="0">
                  <a:solidFill>
                    <a:schemeClr val="lt2"/>
                  </a:solidFill>
                  <a:latin typeface="IBM Plex Sans"/>
                  <a:ea typeface="IBM Plex Sans"/>
                  <a:cs typeface="IBM Plex Sans"/>
                  <a:sym typeface="IBM Plex Sans"/>
                </a:rPr>
                <a:t>Enterprise-grade automation platform. Built for today’s business complexity, loved by developers.</a:t>
              </a:r>
              <a:endParaRPr sz="800" dirty="0">
                <a:solidFill>
                  <a:schemeClr val="lt2"/>
                </a:solidFill>
                <a:latin typeface="IBM Plex Sans"/>
                <a:ea typeface="IBM Plex Sans"/>
                <a:cs typeface="IBM Plex Sans"/>
                <a:sym typeface="IBM Plex Sans"/>
              </a:endParaRPr>
            </a:p>
          </p:txBody>
        </p:sp>
        <p:grpSp>
          <p:nvGrpSpPr>
            <p:cNvPr id="3780" name="Google Shape;3780;p178"/>
            <p:cNvGrpSpPr/>
            <p:nvPr/>
          </p:nvGrpSpPr>
          <p:grpSpPr>
            <a:xfrm>
              <a:off x="2946782" y="608706"/>
              <a:ext cx="457183" cy="457183"/>
              <a:chOff x="3281122" y="218904"/>
              <a:chExt cx="649500" cy="649500"/>
            </a:xfrm>
          </p:grpSpPr>
          <p:sp>
            <p:nvSpPr>
              <p:cNvPr id="3781" name="Google Shape;3781;p178"/>
              <p:cNvSpPr/>
              <p:nvPr/>
            </p:nvSpPr>
            <p:spPr>
              <a:xfrm>
                <a:off x="3281122" y="218904"/>
                <a:ext cx="649500" cy="649500"/>
              </a:xfrm>
              <a:prstGeom prst="roundRect">
                <a:avLst>
                  <a:gd name="adj" fmla="val 16667"/>
                </a:avLst>
              </a:prstGeom>
              <a:solidFill>
                <a:srgbClr val="0072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782" name="Google Shape;3782;p178"/>
              <p:cNvGrpSpPr/>
              <p:nvPr/>
            </p:nvGrpSpPr>
            <p:grpSpPr>
              <a:xfrm>
                <a:off x="3411984" y="341062"/>
                <a:ext cx="378861" cy="378037"/>
                <a:chOff x="792528" y="122599"/>
                <a:chExt cx="352298" cy="351499"/>
              </a:xfrm>
            </p:grpSpPr>
            <p:sp>
              <p:nvSpPr>
                <p:cNvPr id="3783" name="Google Shape;3783;p178"/>
                <p:cNvSpPr/>
                <p:nvPr/>
              </p:nvSpPr>
              <p:spPr>
                <a:xfrm>
                  <a:off x="792528" y="122599"/>
                  <a:ext cx="258925" cy="257050"/>
                </a:xfrm>
                <a:custGeom>
                  <a:avLst/>
                  <a:gdLst/>
                  <a:ahLst/>
                  <a:cxnLst/>
                  <a:rect l="l" t="t" r="r" b="b"/>
                  <a:pathLst>
                    <a:path w="10357" h="10282" extrusionOk="0">
                      <a:moveTo>
                        <a:pt x="4404" y="0"/>
                      </a:moveTo>
                      <a:lnTo>
                        <a:pt x="4415" y="1242"/>
                      </a:lnTo>
                      <a:lnTo>
                        <a:pt x="4139" y="1326"/>
                      </a:lnTo>
                      <a:lnTo>
                        <a:pt x="3873" y="1422"/>
                      </a:lnTo>
                      <a:lnTo>
                        <a:pt x="3619" y="1539"/>
                      </a:lnTo>
                      <a:lnTo>
                        <a:pt x="3364" y="1666"/>
                      </a:lnTo>
                      <a:lnTo>
                        <a:pt x="2494" y="796"/>
                      </a:lnTo>
                      <a:lnTo>
                        <a:pt x="828" y="2430"/>
                      </a:lnTo>
                      <a:lnTo>
                        <a:pt x="1698" y="3311"/>
                      </a:lnTo>
                      <a:lnTo>
                        <a:pt x="1560" y="3555"/>
                      </a:lnTo>
                      <a:lnTo>
                        <a:pt x="1444" y="3809"/>
                      </a:lnTo>
                      <a:lnTo>
                        <a:pt x="1348" y="4075"/>
                      </a:lnTo>
                      <a:lnTo>
                        <a:pt x="1263" y="4340"/>
                      </a:lnTo>
                      <a:lnTo>
                        <a:pt x="0" y="4340"/>
                      </a:lnTo>
                      <a:lnTo>
                        <a:pt x="0" y="6664"/>
                      </a:lnTo>
                      <a:lnTo>
                        <a:pt x="1253" y="6674"/>
                      </a:lnTo>
                      <a:lnTo>
                        <a:pt x="1327" y="6950"/>
                      </a:lnTo>
                      <a:lnTo>
                        <a:pt x="1433" y="7215"/>
                      </a:lnTo>
                      <a:lnTo>
                        <a:pt x="1539" y="7470"/>
                      </a:lnTo>
                      <a:lnTo>
                        <a:pt x="1677" y="7714"/>
                      </a:lnTo>
                      <a:lnTo>
                        <a:pt x="754" y="8627"/>
                      </a:lnTo>
                      <a:lnTo>
                        <a:pt x="2398" y="10282"/>
                      </a:lnTo>
                      <a:lnTo>
                        <a:pt x="3099" y="9603"/>
                      </a:lnTo>
                      <a:lnTo>
                        <a:pt x="2929" y="9592"/>
                      </a:lnTo>
                      <a:lnTo>
                        <a:pt x="2929" y="7268"/>
                      </a:lnTo>
                      <a:lnTo>
                        <a:pt x="3003" y="7268"/>
                      </a:lnTo>
                      <a:lnTo>
                        <a:pt x="2887" y="7077"/>
                      </a:lnTo>
                      <a:lnTo>
                        <a:pt x="2791" y="6887"/>
                      </a:lnTo>
                      <a:lnTo>
                        <a:pt x="2706" y="6685"/>
                      </a:lnTo>
                      <a:lnTo>
                        <a:pt x="2632" y="6473"/>
                      </a:lnTo>
                      <a:lnTo>
                        <a:pt x="2568" y="6250"/>
                      </a:lnTo>
                      <a:lnTo>
                        <a:pt x="2526" y="6027"/>
                      </a:lnTo>
                      <a:lnTo>
                        <a:pt x="2505" y="5794"/>
                      </a:lnTo>
                      <a:lnTo>
                        <a:pt x="2494" y="5560"/>
                      </a:lnTo>
                      <a:lnTo>
                        <a:pt x="2494" y="5401"/>
                      </a:lnTo>
                      <a:lnTo>
                        <a:pt x="2505" y="5242"/>
                      </a:lnTo>
                      <a:lnTo>
                        <a:pt x="2526" y="5093"/>
                      </a:lnTo>
                      <a:lnTo>
                        <a:pt x="2558" y="4945"/>
                      </a:lnTo>
                      <a:lnTo>
                        <a:pt x="2589" y="4796"/>
                      </a:lnTo>
                      <a:lnTo>
                        <a:pt x="2632" y="4648"/>
                      </a:lnTo>
                      <a:lnTo>
                        <a:pt x="2674" y="4499"/>
                      </a:lnTo>
                      <a:lnTo>
                        <a:pt x="2738" y="4361"/>
                      </a:lnTo>
                      <a:lnTo>
                        <a:pt x="2791" y="4223"/>
                      </a:lnTo>
                      <a:lnTo>
                        <a:pt x="2865" y="4096"/>
                      </a:lnTo>
                      <a:lnTo>
                        <a:pt x="2940" y="3958"/>
                      </a:lnTo>
                      <a:lnTo>
                        <a:pt x="3014" y="3841"/>
                      </a:lnTo>
                      <a:lnTo>
                        <a:pt x="3109" y="3714"/>
                      </a:lnTo>
                      <a:lnTo>
                        <a:pt x="3194" y="3597"/>
                      </a:lnTo>
                      <a:lnTo>
                        <a:pt x="3290" y="3491"/>
                      </a:lnTo>
                      <a:lnTo>
                        <a:pt x="3396" y="3385"/>
                      </a:lnTo>
                      <a:lnTo>
                        <a:pt x="3502" y="3279"/>
                      </a:lnTo>
                      <a:lnTo>
                        <a:pt x="3619" y="3183"/>
                      </a:lnTo>
                      <a:lnTo>
                        <a:pt x="3735" y="3088"/>
                      </a:lnTo>
                      <a:lnTo>
                        <a:pt x="3852" y="3003"/>
                      </a:lnTo>
                      <a:lnTo>
                        <a:pt x="3980" y="2929"/>
                      </a:lnTo>
                      <a:lnTo>
                        <a:pt x="4107" y="2854"/>
                      </a:lnTo>
                      <a:lnTo>
                        <a:pt x="4245" y="2780"/>
                      </a:lnTo>
                      <a:lnTo>
                        <a:pt x="4372" y="2716"/>
                      </a:lnTo>
                      <a:lnTo>
                        <a:pt x="4521" y="2663"/>
                      </a:lnTo>
                      <a:lnTo>
                        <a:pt x="4659" y="2621"/>
                      </a:lnTo>
                      <a:lnTo>
                        <a:pt x="4807" y="2579"/>
                      </a:lnTo>
                      <a:lnTo>
                        <a:pt x="4956" y="2536"/>
                      </a:lnTo>
                      <a:lnTo>
                        <a:pt x="5104" y="2515"/>
                      </a:lnTo>
                      <a:lnTo>
                        <a:pt x="5263" y="2494"/>
                      </a:lnTo>
                      <a:lnTo>
                        <a:pt x="5423" y="2483"/>
                      </a:lnTo>
                      <a:lnTo>
                        <a:pt x="5582" y="2472"/>
                      </a:lnTo>
                      <a:lnTo>
                        <a:pt x="5815" y="2483"/>
                      </a:lnTo>
                      <a:lnTo>
                        <a:pt x="6059" y="2515"/>
                      </a:lnTo>
                      <a:lnTo>
                        <a:pt x="6293" y="2557"/>
                      </a:lnTo>
                      <a:lnTo>
                        <a:pt x="6516" y="2621"/>
                      </a:lnTo>
                      <a:lnTo>
                        <a:pt x="6728" y="2706"/>
                      </a:lnTo>
                      <a:lnTo>
                        <a:pt x="6940" y="2801"/>
                      </a:lnTo>
                      <a:lnTo>
                        <a:pt x="7142" y="2907"/>
                      </a:lnTo>
                      <a:lnTo>
                        <a:pt x="7333" y="3035"/>
                      </a:lnTo>
                      <a:lnTo>
                        <a:pt x="7333" y="2929"/>
                      </a:lnTo>
                      <a:lnTo>
                        <a:pt x="9688" y="2929"/>
                      </a:lnTo>
                      <a:lnTo>
                        <a:pt x="9688" y="3109"/>
                      </a:lnTo>
                      <a:lnTo>
                        <a:pt x="10357" y="2462"/>
                      </a:lnTo>
                      <a:lnTo>
                        <a:pt x="8701" y="796"/>
                      </a:lnTo>
                      <a:lnTo>
                        <a:pt x="7799" y="1687"/>
                      </a:lnTo>
                      <a:lnTo>
                        <a:pt x="7555" y="1560"/>
                      </a:lnTo>
                      <a:lnTo>
                        <a:pt x="7290" y="1443"/>
                      </a:lnTo>
                      <a:lnTo>
                        <a:pt x="7035" y="1337"/>
                      </a:lnTo>
                      <a:lnTo>
                        <a:pt x="6760" y="1252"/>
                      </a:lnTo>
                      <a:lnTo>
                        <a:pt x="6760"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84" name="Google Shape;3784;p178"/>
                <p:cNvSpPr/>
                <p:nvPr/>
              </p:nvSpPr>
              <p:spPr>
                <a:xfrm>
                  <a:off x="865750" y="195798"/>
                  <a:ext cx="279076" cy="278300"/>
                </a:xfrm>
                <a:custGeom>
                  <a:avLst/>
                  <a:gdLst/>
                  <a:ahLst/>
                  <a:cxnLst/>
                  <a:rect l="l" t="t" r="r" b="b"/>
                  <a:pathLst>
                    <a:path w="11163" h="11132" extrusionOk="0">
                      <a:moveTo>
                        <a:pt x="5741" y="2484"/>
                      </a:moveTo>
                      <a:lnTo>
                        <a:pt x="5889" y="2494"/>
                      </a:lnTo>
                      <a:lnTo>
                        <a:pt x="6048" y="2515"/>
                      </a:lnTo>
                      <a:lnTo>
                        <a:pt x="6197" y="2547"/>
                      </a:lnTo>
                      <a:lnTo>
                        <a:pt x="6345" y="2579"/>
                      </a:lnTo>
                      <a:lnTo>
                        <a:pt x="6494" y="2622"/>
                      </a:lnTo>
                      <a:lnTo>
                        <a:pt x="6642" y="2664"/>
                      </a:lnTo>
                      <a:lnTo>
                        <a:pt x="6780" y="2728"/>
                      </a:lnTo>
                      <a:lnTo>
                        <a:pt x="6918" y="2781"/>
                      </a:lnTo>
                      <a:lnTo>
                        <a:pt x="7046" y="2855"/>
                      </a:lnTo>
                      <a:lnTo>
                        <a:pt x="7184" y="2929"/>
                      </a:lnTo>
                      <a:lnTo>
                        <a:pt x="7300" y="3004"/>
                      </a:lnTo>
                      <a:lnTo>
                        <a:pt x="7428" y="3088"/>
                      </a:lnTo>
                      <a:lnTo>
                        <a:pt x="7544" y="3184"/>
                      </a:lnTo>
                      <a:lnTo>
                        <a:pt x="7650" y="3279"/>
                      </a:lnTo>
                      <a:lnTo>
                        <a:pt x="7757" y="3386"/>
                      </a:lnTo>
                      <a:lnTo>
                        <a:pt x="7863" y="3492"/>
                      </a:lnTo>
                      <a:lnTo>
                        <a:pt x="7958" y="3598"/>
                      </a:lnTo>
                      <a:lnTo>
                        <a:pt x="8054" y="3714"/>
                      </a:lnTo>
                      <a:lnTo>
                        <a:pt x="8139" y="3842"/>
                      </a:lnTo>
                      <a:lnTo>
                        <a:pt x="8213" y="3969"/>
                      </a:lnTo>
                      <a:lnTo>
                        <a:pt x="8287" y="4096"/>
                      </a:lnTo>
                      <a:lnTo>
                        <a:pt x="8361" y="4224"/>
                      </a:lnTo>
                      <a:lnTo>
                        <a:pt x="8425" y="4362"/>
                      </a:lnTo>
                      <a:lnTo>
                        <a:pt x="8478" y="4500"/>
                      </a:lnTo>
                      <a:lnTo>
                        <a:pt x="8521" y="4648"/>
                      </a:lnTo>
                      <a:lnTo>
                        <a:pt x="8563" y="4797"/>
                      </a:lnTo>
                      <a:lnTo>
                        <a:pt x="8605" y="4945"/>
                      </a:lnTo>
                      <a:lnTo>
                        <a:pt x="8627" y="5094"/>
                      </a:lnTo>
                      <a:lnTo>
                        <a:pt x="8648" y="5253"/>
                      </a:lnTo>
                      <a:lnTo>
                        <a:pt x="8658" y="5402"/>
                      </a:lnTo>
                      <a:lnTo>
                        <a:pt x="8669" y="5561"/>
                      </a:lnTo>
                      <a:lnTo>
                        <a:pt x="8658" y="5720"/>
                      </a:lnTo>
                      <a:lnTo>
                        <a:pt x="8648" y="5879"/>
                      </a:lnTo>
                      <a:lnTo>
                        <a:pt x="8627" y="6038"/>
                      </a:lnTo>
                      <a:lnTo>
                        <a:pt x="8605" y="6187"/>
                      </a:lnTo>
                      <a:lnTo>
                        <a:pt x="8563" y="6335"/>
                      </a:lnTo>
                      <a:lnTo>
                        <a:pt x="8521" y="6484"/>
                      </a:lnTo>
                      <a:lnTo>
                        <a:pt x="8478" y="6622"/>
                      </a:lnTo>
                      <a:lnTo>
                        <a:pt x="8425" y="6770"/>
                      </a:lnTo>
                      <a:lnTo>
                        <a:pt x="8361" y="6898"/>
                      </a:lnTo>
                      <a:lnTo>
                        <a:pt x="8287" y="7036"/>
                      </a:lnTo>
                      <a:lnTo>
                        <a:pt x="8213" y="7163"/>
                      </a:lnTo>
                      <a:lnTo>
                        <a:pt x="8139" y="7290"/>
                      </a:lnTo>
                      <a:lnTo>
                        <a:pt x="8054" y="7407"/>
                      </a:lnTo>
                      <a:lnTo>
                        <a:pt x="7958" y="7524"/>
                      </a:lnTo>
                      <a:lnTo>
                        <a:pt x="7863" y="7640"/>
                      </a:lnTo>
                      <a:lnTo>
                        <a:pt x="7757" y="7747"/>
                      </a:lnTo>
                      <a:lnTo>
                        <a:pt x="7650" y="7853"/>
                      </a:lnTo>
                      <a:lnTo>
                        <a:pt x="7544" y="7948"/>
                      </a:lnTo>
                      <a:lnTo>
                        <a:pt x="7428" y="8033"/>
                      </a:lnTo>
                      <a:lnTo>
                        <a:pt x="7300" y="8129"/>
                      </a:lnTo>
                      <a:lnTo>
                        <a:pt x="7184" y="8203"/>
                      </a:lnTo>
                      <a:lnTo>
                        <a:pt x="7046" y="8277"/>
                      </a:lnTo>
                      <a:lnTo>
                        <a:pt x="6918" y="8341"/>
                      </a:lnTo>
                      <a:lnTo>
                        <a:pt x="6780" y="8404"/>
                      </a:lnTo>
                      <a:lnTo>
                        <a:pt x="6642" y="8468"/>
                      </a:lnTo>
                      <a:lnTo>
                        <a:pt x="6494" y="8511"/>
                      </a:lnTo>
                      <a:lnTo>
                        <a:pt x="6345" y="8553"/>
                      </a:lnTo>
                      <a:lnTo>
                        <a:pt x="6197" y="8585"/>
                      </a:lnTo>
                      <a:lnTo>
                        <a:pt x="6048" y="8617"/>
                      </a:lnTo>
                      <a:lnTo>
                        <a:pt x="5889" y="8638"/>
                      </a:lnTo>
                      <a:lnTo>
                        <a:pt x="5741" y="8648"/>
                      </a:lnTo>
                      <a:lnTo>
                        <a:pt x="5422" y="8648"/>
                      </a:lnTo>
                      <a:lnTo>
                        <a:pt x="5263" y="8638"/>
                      </a:lnTo>
                      <a:lnTo>
                        <a:pt x="5104" y="8617"/>
                      </a:lnTo>
                      <a:lnTo>
                        <a:pt x="4955" y="8585"/>
                      </a:lnTo>
                      <a:lnTo>
                        <a:pt x="4807" y="8553"/>
                      </a:lnTo>
                      <a:lnTo>
                        <a:pt x="4658" y="8511"/>
                      </a:lnTo>
                      <a:lnTo>
                        <a:pt x="4520" y="8468"/>
                      </a:lnTo>
                      <a:lnTo>
                        <a:pt x="4382" y="8404"/>
                      </a:lnTo>
                      <a:lnTo>
                        <a:pt x="4244" y="8341"/>
                      </a:lnTo>
                      <a:lnTo>
                        <a:pt x="4106" y="8277"/>
                      </a:lnTo>
                      <a:lnTo>
                        <a:pt x="3979" y="8203"/>
                      </a:lnTo>
                      <a:lnTo>
                        <a:pt x="3852" y="8129"/>
                      </a:lnTo>
                      <a:lnTo>
                        <a:pt x="3735" y="8033"/>
                      </a:lnTo>
                      <a:lnTo>
                        <a:pt x="3618" y="7948"/>
                      </a:lnTo>
                      <a:lnTo>
                        <a:pt x="3502" y="7853"/>
                      </a:lnTo>
                      <a:lnTo>
                        <a:pt x="3396" y="7747"/>
                      </a:lnTo>
                      <a:lnTo>
                        <a:pt x="3300" y="7640"/>
                      </a:lnTo>
                      <a:lnTo>
                        <a:pt x="3194" y="7524"/>
                      </a:lnTo>
                      <a:lnTo>
                        <a:pt x="3109" y="7407"/>
                      </a:lnTo>
                      <a:lnTo>
                        <a:pt x="3024" y="7290"/>
                      </a:lnTo>
                      <a:lnTo>
                        <a:pt x="2939" y="7163"/>
                      </a:lnTo>
                      <a:lnTo>
                        <a:pt x="2865" y="7036"/>
                      </a:lnTo>
                      <a:lnTo>
                        <a:pt x="2801" y="6898"/>
                      </a:lnTo>
                      <a:lnTo>
                        <a:pt x="2738" y="6770"/>
                      </a:lnTo>
                      <a:lnTo>
                        <a:pt x="2685" y="6622"/>
                      </a:lnTo>
                      <a:lnTo>
                        <a:pt x="2632" y="6484"/>
                      </a:lnTo>
                      <a:lnTo>
                        <a:pt x="2589" y="6335"/>
                      </a:lnTo>
                      <a:lnTo>
                        <a:pt x="2557" y="6187"/>
                      </a:lnTo>
                      <a:lnTo>
                        <a:pt x="2525" y="6038"/>
                      </a:lnTo>
                      <a:lnTo>
                        <a:pt x="2515" y="5879"/>
                      </a:lnTo>
                      <a:lnTo>
                        <a:pt x="2494" y="5720"/>
                      </a:lnTo>
                      <a:lnTo>
                        <a:pt x="2494" y="5561"/>
                      </a:lnTo>
                      <a:lnTo>
                        <a:pt x="2494" y="5402"/>
                      </a:lnTo>
                      <a:lnTo>
                        <a:pt x="2515" y="5253"/>
                      </a:lnTo>
                      <a:lnTo>
                        <a:pt x="2525" y="5094"/>
                      </a:lnTo>
                      <a:lnTo>
                        <a:pt x="2557" y="4945"/>
                      </a:lnTo>
                      <a:lnTo>
                        <a:pt x="2589" y="4797"/>
                      </a:lnTo>
                      <a:lnTo>
                        <a:pt x="2632" y="4648"/>
                      </a:lnTo>
                      <a:lnTo>
                        <a:pt x="2685" y="4500"/>
                      </a:lnTo>
                      <a:lnTo>
                        <a:pt x="2738" y="4362"/>
                      </a:lnTo>
                      <a:lnTo>
                        <a:pt x="2801" y="4224"/>
                      </a:lnTo>
                      <a:lnTo>
                        <a:pt x="2865" y="4096"/>
                      </a:lnTo>
                      <a:lnTo>
                        <a:pt x="2939" y="3969"/>
                      </a:lnTo>
                      <a:lnTo>
                        <a:pt x="3024" y="3842"/>
                      </a:lnTo>
                      <a:lnTo>
                        <a:pt x="3109" y="3714"/>
                      </a:lnTo>
                      <a:lnTo>
                        <a:pt x="3194" y="3598"/>
                      </a:lnTo>
                      <a:lnTo>
                        <a:pt x="3300" y="3492"/>
                      </a:lnTo>
                      <a:lnTo>
                        <a:pt x="3396" y="3386"/>
                      </a:lnTo>
                      <a:lnTo>
                        <a:pt x="3502" y="3279"/>
                      </a:lnTo>
                      <a:lnTo>
                        <a:pt x="3618" y="3184"/>
                      </a:lnTo>
                      <a:lnTo>
                        <a:pt x="3735" y="3088"/>
                      </a:lnTo>
                      <a:lnTo>
                        <a:pt x="3852" y="3004"/>
                      </a:lnTo>
                      <a:lnTo>
                        <a:pt x="3979" y="2929"/>
                      </a:lnTo>
                      <a:lnTo>
                        <a:pt x="4106" y="2855"/>
                      </a:lnTo>
                      <a:lnTo>
                        <a:pt x="4244" y="2781"/>
                      </a:lnTo>
                      <a:lnTo>
                        <a:pt x="4382" y="2728"/>
                      </a:lnTo>
                      <a:lnTo>
                        <a:pt x="4520" y="2664"/>
                      </a:lnTo>
                      <a:lnTo>
                        <a:pt x="4658" y="2622"/>
                      </a:lnTo>
                      <a:lnTo>
                        <a:pt x="4807" y="2579"/>
                      </a:lnTo>
                      <a:lnTo>
                        <a:pt x="4955" y="2547"/>
                      </a:lnTo>
                      <a:lnTo>
                        <a:pt x="5104" y="2515"/>
                      </a:lnTo>
                      <a:lnTo>
                        <a:pt x="5263" y="2494"/>
                      </a:lnTo>
                      <a:lnTo>
                        <a:pt x="5422" y="2484"/>
                      </a:lnTo>
                      <a:close/>
                      <a:moveTo>
                        <a:pt x="4404" y="1"/>
                      </a:moveTo>
                      <a:lnTo>
                        <a:pt x="4404" y="107"/>
                      </a:lnTo>
                      <a:lnTo>
                        <a:pt x="4414" y="1242"/>
                      </a:lnTo>
                      <a:lnTo>
                        <a:pt x="4138" y="1327"/>
                      </a:lnTo>
                      <a:lnTo>
                        <a:pt x="3873" y="1423"/>
                      </a:lnTo>
                      <a:lnTo>
                        <a:pt x="3618" y="1539"/>
                      </a:lnTo>
                      <a:lnTo>
                        <a:pt x="3364" y="1667"/>
                      </a:lnTo>
                      <a:lnTo>
                        <a:pt x="2494" y="796"/>
                      </a:lnTo>
                      <a:lnTo>
                        <a:pt x="828" y="2431"/>
                      </a:lnTo>
                      <a:lnTo>
                        <a:pt x="1698" y="3311"/>
                      </a:lnTo>
                      <a:lnTo>
                        <a:pt x="1570" y="3555"/>
                      </a:lnTo>
                      <a:lnTo>
                        <a:pt x="1454" y="3810"/>
                      </a:lnTo>
                      <a:lnTo>
                        <a:pt x="1348" y="4075"/>
                      </a:lnTo>
                      <a:lnTo>
                        <a:pt x="1263" y="4351"/>
                      </a:lnTo>
                      <a:lnTo>
                        <a:pt x="74" y="4340"/>
                      </a:lnTo>
                      <a:lnTo>
                        <a:pt x="0" y="4340"/>
                      </a:lnTo>
                      <a:lnTo>
                        <a:pt x="0" y="6664"/>
                      </a:lnTo>
                      <a:lnTo>
                        <a:pt x="170" y="6675"/>
                      </a:lnTo>
                      <a:lnTo>
                        <a:pt x="1252" y="6675"/>
                      </a:lnTo>
                      <a:lnTo>
                        <a:pt x="1326" y="6951"/>
                      </a:lnTo>
                      <a:lnTo>
                        <a:pt x="1433" y="7216"/>
                      </a:lnTo>
                      <a:lnTo>
                        <a:pt x="1549" y="7471"/>
                      </a:lnTo>
                      <a:lnTo>
                        <a:pt x="1677" y="7725"/>
                      </a:lnTo>
                      <a:lnTo>
                        <a:pt x="753" y="8627"/>
                      </a:lnTo>
                      <a:lnTo>
                        <a:pt x="2409" y="10283"/>
                      </a:lnTo>
                      <a:lnTo>
                        <a:pt x="3321" y="9381"/>
                      </a:lnTo>
                      <a:lnTo>
                        <a:pt x="3576" y="9508"/>
                      </a:lnTo>
                      <a:lnTo>
                        <a:pt x="3831" y="9625"/>
                      </a:lnTo>
                      <a:lnTo>
                        <a:pt x="4106" y="9731"/>
                      </a:lnTo>
                      <a:lnTo>
                        <a:pt x="4372" y="9816"/>
                      </a:lnTo>
                      <a:lnTo>
                        <a:pt x="4372" y="11131"/>
                      </a:lnTo>
                      <a:lnTo>
                        <a:pt x="6717" y="11131"/>
                      </a:lnTo>
                      <a:lnTo>
                        <a:pt x="6717" y="9826"/>
                      </a:lnTo>
                      <a:lnTo>
                        <a:pt x="6993" y="9741"/>
                      </a:lnTo>
                      <a:lnTo>
                        <a:pt x="7258" y="9646"/>
                      </a:lnTo>
                      <a:lnTo>
                        <a:pt x="7513" y="9529"/>
                      </a:lnTo>
                      <a:lnTo>
                        <a:pt x="7767" y="9402"/>
                      </a:lnTo>
                      <a:lnTo>
                        <a:pt x="8690" y="10314"/>
                      </a:lnTo>
                      <a:lnTo>
                        <a:pt x="10356" y="8680"/>
                      </a:lnTo>
                      <a:lnTo>
                        <a:pt x="9433" y="7757"/>
                      </a:lnTo>
                      <a:lnTo>
                        <a:pt x="9560" y="7513"/>
                      </a:lnTo>
                      <a:lnTo>
                        <a:pt x="9677" y="7258"/>
                      </a:lnTo>
                      <a:lnTo>
                        <a:pt x="9783" y="6993"/>
                      </a:lnTo>
                      <a:lnTo>
                        <a:pt x="9868" y="6728"/>
                      </a:lnTo>
                      <a:lnTo>
                        <a:pt x="11163" y="6728"/>
                      </a:lnTo>
                      <a:lnTo>
                        <a:pt x="11163" y="4394"/>
                      </a:lnTo>
                      <a:lnTo>
                        <a:pt x="9879" y="4394"/>
                      </a:lnTo>
                      <a:lnTo>
                        <a:pt x="9804" y="4118"/>
                      </a:lnTo>
                      <a:lnTo>
                        <a:pt x="9698" y="3863"/>
                      </a:lnTo>
                      <a:lnTo>
                        <a:pt x="9582" y="3598"/>
                      </a:lnTo>
                      <a:lnTo>
                        <a:pt x="9454" y="3354"/>
                      </a:lnTo>
                      <a:lnTo>
                        <a:pt x="10356" y="2462"/>
                      </a:lnTo>
                      <a:lnTo>
                        <a:pt x="8712" y="807"/>
                      </a:lnTo>
                      <a:lnTo>
                        <a:pt x="7810" y="1698"/>
                      </a:lnTo>
                      <a:lnTo>
                        <a:pt x="7555" y="1560"/>
                      </a:lnTo>
                      <a:lnTo>
                        <a:pt x="7300" y="1444"/>
                      </a:lnTo>
                      <a:lnTo>
                        <a:pt x="7035" y="1338"/>
                      </a:lnTo>
                      <a:lnTo>
                        <a:pt x="6759" y="1253"/>
                      </a:lnTo>
                      <a:lnTo>
                        <a:pt x="6759" y="181"/>
                      </a:lnTo>
                      <a:lnTo>
                        <a:pt x="6759"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3785" name="Google Shape;3785;p178"/>
            <p:cNvGrpSpPr/>
            <p:nvPr/>
          </p:nvGrpSpPr>
          <p:grpSpPr>
            <a:xfrm>
              <a:off x="2946782" y="2390014"/>
              <a:ext cx="457183" cy="457183"/>
              <a:chOff x="3737835" y="926524"/>
              <a:chExt cx="649500" cy="649500"/>
            </a:xfrm>
          </p:grpSpPr>
          <p:sp>
            <p:nvSpPr>
              <p:cNvPr id="3786" name="Google Shape;3786;p178"/>
              <p:cNvSpPr/>
              <p:nvPr/>
            </p:nvSpPr>
            <p:spPr>
              <a:xfrm>
                <a:off x="3737835" y="926524"/>
                <a:ext cx="649500" cy="649500"/>
              </a:xfrm>
              <a:prstGeom prst="roundRect">
                <a:avLst>
                  <a:gd name="adj" fmla="val 16667"/>
                </a:avLst>
              </a:prstGeom>
              <a:solidFill>
                <a:srgbClr val="0072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87" name="Google Shape;3787;p178"/>
              <p:cNvSpPr/>
              <p:nvPr/>
            </p:nvSpPr>
            <p:spPr>
              <a:xfrm>
                <a:off x="3843032" y="1148298"/>
                <a:ext cx="508933" cy="270192"/>
              </a:xfrm>
              <a:custGeom>
                <a:avLst/>
                <a:gdLst/>
                <a:ahLst/>
                <a:cxnLst/>
                <a:rect l="l" t="t" r="r" b="b"/>
                <a:pathLst>
                  <a:path w="18930" h="10049" extrusionOk="0">
                    <a:moveTo>
                      <a:pt x="7597" y="1"/>
                    </a:moveTo>
                    <a:lnTo>
                      <a:pt x="5730" y="5295"/>
                    </a:lnTo>
                    <a:lnTo>
                      <a:pt x="0" y="5571"/>
                    </a:lnTo>
                    <a:lnTo>
                      <a:pt x="6377" y="6356"/>
                    </a:lnTo>
                    <a:lnTo>
                      <a:pt x="7364" y="3576"/>
                    </a:lnTo>
                    <a:lnTo>
                      <a:pt x="8850" y="10049"/>
                    </a:lnTo>
                    <a:lnTo>
                      <a:pt x="10813" y="5911"/>
                    </a:lnTo>
                    <a:lnTo>
                      <a:pt x="18930" y="5550"/>
                    </a:lnTo>
                    <a:lnTo>
                      <a:pt x="10356" y="4606"/>
                    </a:lnTo>
                    <a:lnTo>
                      <a:pt x="9210" y="7014"/>
                    </a:lnTo>
                    <a:lnTo>
                      <a:pt x="7597"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788" name="Google Shape;3788;p178"/>
            <p:cNvGrpSpPr/>
            <p:nvPr/>
          </p:nvGrpSpPr>
          <p:grpSpPr>
            <a:xfrm>
              <a:off x="2940600" y="1710737"/>
              <a:ext cx="457183" cy="457183"/>
              <a:chOff x="2776598" y="1111627"/>
              <a:chExt cx="649500" cy="649500"/>
            </a:xfrm>
          </p:grpSpPr>
          <p:sp>
            <p:nvSpPr>
              <p:cNvPr id="3789" name="Google Shape;3789;p178"/>
              <p:cNvSpPr/>
              <p:nvPr/>
            </p:nvSpPr>
            <p:spPr>
              <a:xfrm>
                <a:off x="2776598" y="1111627"/>
                <a:ext cx="649500" cy="649500"/>
              </a:xfrm>
              <a:prstGeom prst="roundRect">
                <a:avLst>
                  <a:gd name="adj" fmla="val 16667"/>
                </a:avLst>
              </a:prstGeom>
              <a:solidFill>
                <a:srgbClr val="0072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90" name="Google Shape;3790;p178"/>
              <p:cNvSpPr/>
              <p:nvPr/>
            </p:nvSpPr>
            <p:spPr>
              <a:xfrm>
                <a:off x="2974448" y="1320733"/>
                <a:ext cx="308543" cy="252848"/>
              </a:xfrm>
              <a:custGeom>
                <a:avLst/>
                <a:gdLst/>
                <a:ahLst/>
                <a:cxnLst/>
                <a:rect l="l" t="t" r="r" b="b"/>
                <a:pathLst>
                  <a:path w="13742" h="11259" extrusionOk="0">
                    <a:moveTo>
                      <a:pt x="11524" y="1"/>
                    </a:moveTo>
                    <a:lnTo>
                      <a:pt x="4701" y="6823"/>
                    </a:lnTo>
                    <a:lnTo>
                      <a:pt x="2218" y="4341"/>
                    </a:lnTo>
                    <a:lnTo>
                      <a:pt x="0" y="6558"/>
                    </a:lnTo>
                    <a:lnTo>
                      <a:pt x="4701" y="11259"/>
                    </a:lnTo>
                    <a:lnTo>
                      <a:pt x="13741" y="2218"/>
                    </a:lnTo>
                    <a:lnTo>
                      <a:pt x="11524"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791" name="Google Shape;3791;p178"/>
            <p:cNvSpPr txBox="1"/>
            <p:nvPr/>
          </p:nvSpPr>
          <p:spPr>
            <a:xfrm>
              <a:off x="3463362" y="590811"/>
              <a:ext cx="1697100" cy="946500"/>
            </a:xfrm>
            <a:prstGeom prst="rect">
              <a:avLst/>
            </a:prstGeom>
            <a:noFill/>
            <a:ln>
              <a:noFill/>
            </a:ln>
          </p:spPr>
          <p:txBody>
            <a:bodyPr spcFirstLastPara="1" wrap="square" lIns="182875" tIns="0" rIns="0" bIns="0" anchor="t" anchorCtr="0">
              <a:spAutoFit/>
            </a:bodyPr>
            <a:lstStyle/>
            <a:p>
              <a:pPr marL="12700" lvl="0" indent="0" algn="l" rtl="0">
                <a:lnSpc>
                  <a:spcPct val="150000"/>
                </a:lnSpc>
                <a:spcBef>
                  <a:spcPts val="0"/>
                </a:spcBef>
                <a:spcAft>
                  <a:spcPts val="0"/>
                </a:spcAft>
                <a:buNone/>
              </a:pPr>
              <a:r>
                <a:rPr lang="en" sz="900" b="1" dirty="0">
                  <a:solidFill>
                    <a:schemeClr val="dk1"/>
                  </a:solidFill>
                  <a:latin typeface="IBM Plex Sans"/>
                  <a:ea typeface="IBM Plex Sans"/>
                  <a:cs typeface="IBM Plex Sans"/>
                  <a:sym typeface="IBM Plex Sans"/>
                </a:rPr>
                <a:t>Zeebe</a:t>
              </a:r>
              <a:endParaRPr sz="700" dirty="0">
                <a:solidFill>
                  <a:schemeClr val="dk1"/>
                </a:solidFill>
                <a:latin typeface="IBM Plex Sans"/>
                <a:ea typeface="IBM Plex Sans"/>
                <a:cs typeface="IBM Plex Sans"/>
                <a:sym typeface="IBM Plex Sans"/>
              </a:endParaRPr>
            </a:p>
            <a:p>
              <a:pPr marL="0" lvl="0" indent="0" algn="l" rtl="0">
                <a:spcBef>
                  <a:spcPts val="0"/>
                </a:spcBef>
                <a:spcAft>
                  <a:spcPts val="0"/>
                </a:spcAft>
                <a:buNone/>
              </a:pPr>
              <a:r>
                <a:rPr lang="en" sz="600" dirty="0">
                  <a:solidFill>
                    <a:schemeClr val="dk1"/>
                  </a:solidFill>
                  <a:latin typeface="IBM Plex Sans"/>
                  <a:ea typeface="IBM Plex Sans"/>
                  <a:cs typeface="IBM Plex Sans"/>
                  <a:sym typeface="IBM Plex Sans"/>
                </a:rPr>
                <a:t>Next-generation, cloud-native workflow engine that unlocks unparalleled speed, scale &amp; resilience. </a:t>
              </a:r>
              <a:br>
                <a:rPr lang="en" sz="600" dirty="0">
                  <a:solidFill>
                    <a:schemeClr val="dk1"/>
                  </a:solidFill>
                  <a:latin typeface="IBM Plex Sans"/>
                  <a:ea typeface="IBM Plex Sans"/>
                  <a:cs typeface="IBM Plex Sans"/>
                  <a:sym typeface="IBM Plex Sans"/>
                </a:rPr>
              </a:br>
              <a:r>
                <a:rPr lang="en" sz="600" dirty="0">
                  <a:solidFill>
                    <a:schemeClr val="dk1"/>
                  </a:solidFill>
                  <a:latin typeface="IBM Plex Sans"/>
                  <a:ea typeface="IBM Plex Sans"/>
                  <a:cs typeface="IBM Plex Sans"/>
                  <a:sym typeface="IBM Plex Sans"/>
                </a:rPr>
                <a:t/>
              </a:r>
              <a:br>
                <a:rPr lang="en" sz="600" dirty="0">
                  <a:solidFill>
                    <a:schemeClr val="dk1"/>
                  </a:solidFill>
                  <a:latin typeface="IBM Plex Sans"/>
                  <a:ea typeface="IBM Plex Sans"/>
                  <a:cs typeface="IBM Plex Sans"/>
                  <a:sym typeface="IBM Plex Sans"/>
                </a:rPr>
              </a:br>
              <a:r>
                <a:rPr lang="en" sz="600" dirty="0">
                  <a:solidFill>
                    <a:schemeClr val="dk1"/>
                  </a:solidFill>
                  <a:latin typeface="IBM Plex Sans"/>
                  <a:ea typeface="IBM Plex Sans"/>
                  <a:cs typeface="IBM Plex Sans"/>
                  <a:sym typeface="IBM Plex Sans"/>
                </a:rPr>
                <a:t>Open source SDKs in your preferred programming language brings the extensibility you need for your complex business processes.</a:t>
              </a:r>
              <a:endParaRPr dirty="0">
                <a:solidFill>
                  <a:schemeClr val="dk1"/>
                </a:solidFill>
              </a:endParaRPr>
            </a:p>
          </p:txBody>
        </p:sp>
        <p:sp>
          <p:nvSpPr>
            <p:cNvPr id="3792" name="Google Shape;3792;p178"/>
            <p:cNvSpPr txBox="1"/>
            <p:nvPr/>
          </p:nvSpPr>
          <p:spPr>
            <a:xfrm>
              <a:off x="3478013" y="2376205"/>
              <a:ext cx="1697100" cy="484800"/>
            </a:xfrm>
            <a:prstGeom prst="rect">
              <a:avLst/>
            </a:prstGeom>
            <a:noFill/>
            <a:ln>
              <a:noFill/>
            </a:ln>
          </p:spPr>
          <p:txBody>
            <a:bodyPr spcFirstLastPara="1" wrap="square" lIns="182875" tIns="0" rIns="0" bIns="0" anchor="t" anchorCtr="0">
              <a:spAutoFit/>
            </a:bodyPr>
            <a:lstStyle/>
            <a:p>
              <a:pPr marL="12700" lvl="0" indent="0" algn="l" rtl="0">
                <a:lnSpc>
                  <a:spcPct val="150000"/>
                </a:lnSpc>
                <a:spcBef>
                  <a:spcPts val="0"/>
                </a:spcBef>
                <a:spcAft>
                  <a:spcPts val="0"/>
                </a:spcAft>
                <a:buNone/>
              </a:pPr>
              <a:r>
                <a:rPr lang="en" sz="900" b="1" dirty="0">
                  <a:solidFill>
                    <a:schemeClr val="dk1"/>
                  </a:solidFill>
                  <a:latin typeface="IBM Plex Sans"/>
                  <a:ea typeface="IBM Plex Sans"/>
                  <a:cs typeface="IBM Plex Sans"/>
                  <a:sym typeface="IBM Plex Sans"/>
                </a:rPr>
                <a:t>Operate</a:t>
              </a:r>
              <a:endParaRPr sz="700" dirty="0">
                <a:solidFill>
                  <a:schemeClr val="dk1"/>
                </a:solidFill>
                <a:latin typeface="IBM Plex Sans"/>
                <a:ea typeface="IBM Plex Sans"/>
                <a:cs typeface="IBM Plex Sans"/>
                <a:sym typeface="IBM Plex Sans"/>
              </a:endParaRPr>
            </a:p>
            <a:p>
              <a:pPr marL="12700" lvl="0" indent="0" algn="l" rtl="0">
                <a:spcBef>
                  <a:spcPts val="0"/>
                </a:spcBef>
                <a:spcAft>
                  <a:spcPts val="0"/>
                </a:spcAft>
                <a:buNone/>
              </a:pPr>
              <a:r>
                <a:rPr lang="en" sz="600" dirty="0">
                  <a:solidFill>
                    <a:schemeClr val="dk1"/>
                  </a:solidFill>
                  <a:latin typeface="IBM Plex Sans"/>
                  <a:ea typeface="IBM Plex Sans"/>
                  <a:cs typeface="IBM Plex Sans"/>
                  <a:sym typeface="IBM Plex Sans"/>
                </a:rPr>
                <a:t>Real time visibility to monitor, analyze and resolve problems with any process instance.</a:t>
              </a:r>
              <a:endParaRPr sz="600" dirty="0">
                <a:solidFill>
                  <a:schemeClr val="dk1"/>
                </a:solidFill>
                <a:latin typeface="IBM Plex Sans"/>
                <a:ea typeface="IBM Plex Sans"/>
                <a:cs typeface="IBM Plex Sans"/>
                <a:sym typeface="IBM Plex Sans"/>
              </a:endParaRPr>
            </a:p>
          </p:txBody>
        </p:sp>
        <p:sp>
          <p:nvSpPr>
            <p:cNvPr id="3793" name="Google Shape;3793;p178"/>
            <p:cNvSpPr txBox="1"/>
            <p:nvPr/>
          </p:nvSpPr>
          <p:spPr>
            <a:xfrm>
              <a:off x="3463362" y="1710737"/>
              <a:ext cx="1697100" cy="484800"/>
            </a:xfrm>
            <a:prstGeom prst="rect">
              <a:avLst/>
            </a:prstGeom>
            <a:noFill/>
            <a:ln>
              <a:noFill/>
            </a:ln>
          </p:spPr>
          <p:txBody>
            <a:bodyPr spcFirstLastPara="1" wrap="square" lIns="182875" tIns="0" rIns="0" bIns="0" anchor="t" anchorCtr="0">
              <a:spAutoFit/>
            </a:bodyPr>
            <a:lstStyle/>
            <a:p>
              <a:pPr marL="12700" lvl="0" indent="0" algn="l" rtl="0">
                <a:lnSpc>
                  <a:spcPct val="150000"/>
                </a:lnSpc>
                <a:spcBef>
                  <a:spcPts val="0"/>
                </a:spcBef>
                <a:spcAft>
                  <a:spcPts val="0"/>
                </a:spcAft>
                <a:buNone/>
              </a:pPr>
              <a:r>
                <a:rPr lang="en" sz="900" b="1" dirty="0">
                  <a:solidFill>
                    <a:schemeClr val="dk1"/>
                  </a:solidFill>
                  <a:latin typeface="IBM Plex Sans"/>
                  <a:ea typeface="IBM Plex Sans"/>
                  <a:cs typeface="IBM Plex Sans"/>
                  <a:sym typeface="IBM Plex Sans"/>
                </a:rPr>
                <a:t>Tasklist</a:t>
              </a:r>
              <a:endParaRPr sz="900" b="1" dirty="0">
                <a:solidFill>
                  <a:schemeClr val="dk1"/>
                </a:solidFill>
                <a:latin typeface="IBM Plex Sans"/>
                <a:ea typeface="IBM Plex Sans"/>
                <a:cs typeface="IBM Plex Sans"/>
                <a:sym typeface="IBM Plex Sans"/>
              </a:endParaRPr>
            </a:p>
            <a:p>
              <a:pPr marL="12700" lvl="0" indent="0" algn="l" rtl="0">
                <a:spcBef>
                  <a:spcPts val="0"/>
                </a:spcBef>
                <a:spcAft>
                  <a:spcPts val="0"/>
                </a:spcAft>
                <a:buNone/>
              </a:pPr>
              <a:r>
                <a:rPr lang="en" sz="600" dirty="0">
                  <a:solidFill>
                    <a:schemeClr val="dk1"/>
                  </a:solidFill>
                  <a:latin typeface="IBM Plex Sans"/>
                  <a:ea typeface="IBM Plex Sans"/>
                  <a:cs typeface="IBM Plex Sans"/>
                  <a:sym typeface="IBM Plex Sans"/>
                </a:rPr>
                <a:t>Assign and execute tasks that require human interaction via easy-to-use Forms or via your own apps with the Tasklist API.</a:t>
              </a:r>
              <a:endParaRPr dirty="0">
                <a:solidFill>
                  <a:schemeClr val="dk1"/>
                </a:solidFill>
              </a:endParaRPr>
            </a:p>
          </p:txBody>
        </p:sp>
        <p:sp>
          <p:nvSpPr>
            <p:cNvPr id="3794" name="Google Shape;3794;p178"/>
            <p:cNvSpPr/>
            <p:nvPr/>
          </p:nvSpPr>
          <p:spPr>
            <a:xfrm>
              <a:off x="2537040" y="2238853"/>
              <a:ext cx="149559" cy="171831"/>
            </a:xfrm>
            <a:custGeom>
              <a:avLst/>
              <a:gdLst/>
              <a:ahLst/>
              <a:cxnLst/>
              <a:rect l="l" t="t" r="r" b="b"/>
              <a:pathLst>
                <a:path w="184073" h="209550" extrusionOk="0">
                  <a:moveTo>
                    <a:pt x="7715" y="0"/>
                  </a:moveTo>
                  <a:lnTo>
                    <a:pt x="6638" y="359"/>
                  </a:lnTo>
                  <a:lnTo>
                    <a:pt x="5562" y="718"/>
                  </a:lnTo>
                  <a:lnTo>
                    <a:pt x="4665" y="1256"/>
                  </a:lnTo>
                  <a:lnTo>
                    <a:pt x="3588" y="1794"/>
                  </a:lnTo>
                  <a:lnTo>
                    <a:pt x="2691" y="2512"/>
                  </a:lnTo>
                  <a:lnTo>
                    <a:pt x="1973" y="3409"/>
                  </a:lnTo>
                  <a:lnTo>
                    <a:pt x="1435" y="4306"/>
                  </a:lnTo>
                  <a:lnTo>
                    <a:pt x="897" y="5382"/>
                  </a:lnTo>
                  <a:lnTo>
                    <a:pt x="359" y="6459"/>
                  </a:lnTo>
                  <a:lnTo>
                    <a:pt x="179" y="7715"/>
                  </a:lnTo>
                  <a:lnTo>
                    <a:pt x="0" y="8970"/>
                  </a:lnTo>
                  <a:lnTo>
                    <a:pt x="0" y="104775"/>
                  </a:lnTo>
                  <a:lnTo>
                    <a:pt x="0" y="200580"/>
                  </a:lnTo>
                  <a:lnTo>
                    <a:pt x="179" y="201835"/>
                  </a:lnTo>
                  <a:lnTo>
                    <a:pt x="359" y="203091"/>
                  </a:lnTo>
                  <a:lnTo>
                    <a:pt x="897" y="204168"/>
                  </a:lnTo>
                  <a:lnTo>
                    <a:pt x="1435" y="205244"/>
                  </a:lnTo>
                  <a:lnTo>
                    <a:pt x="1973" y="206141"/>
                  </a:lnTo>
                  <a:lnTo>
                    <a:pt x="2691" y="207038"/>
                  </a:lnTo>
                  <a:lnTo>
                    <a:pt x="3588" y="207756"/>
                  </a:lnTo>
                  <a:lnTo>
                    <a:pt x="4665" y="208294"/>
                  </a:lnTo>
                  <a:lnTo>
                    <a:pt x="5562" y="208832"/>
                  </a:lnTo>
                  <a:lnTo>
                    <a:pt x="6638" y="209191"/>
                  </a:lnTo>
                  <a:lnTo>
                    <a:pt x="7715" y="209550"/>
                  </a:lnTo>
                  <a:lnTo>
                    <a:pt x="10047" y="209550"/>
                  </a:lnTo>
                  <a:lnTo>
                    <a:pt x="11303" y="209371"/>
                  </a:lnTo>
                  <a:lnTo>
                    <a:pt x="12379" y="208832"/>
                  </a:lnTo>
                  <a:lnTo>
                    <a:pt x="13635" y="208294"/>
                  </a:lnTo>
                  <a:lnTo>
                    <a:pt x="179408" y="112669"/>
                  </a:lnTo>
                  <a:lnTo>
                    <a:pt x="180485" y="111951"/>
                  </a:lnTo>
                  <a:lnTo>
                    <a:pt x="181382" y="111054"/>
                  </a:lnTo>
                  <a:lnTo>
                    <a:pt x="182279" y="110157"/>
                  </a:lnTo>
                  <a:lnTo>
                    <a:pt x="182817" y="109081"/>
                  </a:lnTo>
                  <a:lnTo>
                    <a:pt x="183355" y="108184"/>
                  </a:lnTo>
                  <a:lnTo>
                    <a:pt x="183714" y="107107"/>
                  </a:lnTo>
                  <a:lnTo>
                    <a:pt x="183894" y="105851"/>
                  </a:lnTo>
                  <a:lnTo>
                    <a:pt x="184073" y="104775"/>
                  </a:lnTo>
                  <a:lnTo>
                    <a:pt x="183894" y="103699"/>
                  </a:lnTo>
                  <a:lnTo>
                    <a:pt x="183714" y="102443"/>
                  </a:lnTo>
                  <a:lnTo>
                    <a:pt x="183355" y="101366"/>
                  </a:lnTo>
                  <a:lnTo>
                    <a:pt x="182817" y="100469"/>
                  </a:lnTo>
                  <a:lnTo>
                    <a:pt x="182279" y="99393"/>
                  </a:lnTo>
                  <a:lnTo>
                    <a:pt x="181382" y="98496"/>
                  </a:lnTo>
                  <a:lnTo>
                    <a:pt x="180485" y="97599"/>
                  </a:lnTo>
                  <a:lnTo>
                    <a:pt x="179408" y="96881"/>
                  </a:lnTo>
                  <a:lnTo>
                    <a:pt x="13635" y="1256"/>
                  </a:lnTo>
                  <a:lnTo>
                    <a:pt x="12379" y="718"/>
                  </a:lnTo>
                  <a:lnTo>
                    <a:pt x="11303" y="179"/>
                  </a:lnTo>
                  <a:lnTo>
                    <a:pt x="10047" y="0"/>
                  </a:lnTo>
                  <a:close/>
                </a:path>
              </a:pathLst>
            </a:custGeom>
            <a:solidFill>
              <a:srgbClr val="888B8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3856" name="Google Shape;3856;p178"/>
          <p:cNvPicPr preferRelativeResize="0"/>
          <p:nvPr/>
        </p:nvPicPr>
        <p:blipFill>
          <a:blip r:embed="rId3">
            <a:alphaModFix/>
          </a:blip>
          <a:stretch>
            <a:fillRect/>
          </a:stretch>
        </p:blipFill>
        <p:spPr>
          <a:xfrm>
            <a:off x="8544859" y="97932"/>
            <a:ext cx="548640" cy="548640"/>
          </a:xfrm>
          <a:prstGeom prst="rect">
            <a:avLst/>
          </a:prstGeom>
          <a:noFill/>
          <a:ln>
            <a:noFill/>
          </a:ln>
        </p:spPr>
      </p:pic>
      <p:sp>
        <p:nvSpPr>
          <p:cNvPr id="84" name="Google Shape;3800;p178"/>
          <p:cNvSpPr/>
          <p:nvPr/>
        </p:nvSpPr>
        <p:spPr>
          <a:xfrm>
            <a:off x="5524233" y="3022634"/>
            <a:ext cx="457183" cy="447797"/>
          </a:xfrm>
          <a:prstGeom prst="roundRect">
            <a:avLst>
              <a:gd name="adj" fmla="val 16667"/>
            </a:avLst>
          </a:prstGeom>
          <a:solidFill>
            <a:srgbClr val="26D07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 name="Google Shape;3801;p178"/>
          <p:cNvSpPr/>
          <p:nvPr/>
        </p:nvSpPr>
        <p:spPr>
          <a:xfrm>
            <a:off x="5603236" y="3204837"/>
            <a:ext cx="217174" cy="180507"/>
          </a:xfrm>
          <a:custGeom>
            <a:avLst/>
            <a:gdLst/>
            <a:ahLst/>
            <a:cxnLst/>
            <a:rect l="l" t="t" r="r" b="b"/>
            <a:pathLst>
              <a:path w="13445" h="11408" extrusionOk="0">
                <a:moveTo>
                  <a:pt x="13445" y="0"/>
                </a:moveTo>
                <a:lnTo>
                  <a:pt x="8362" y="404"/>
                </a:lnTo>
                <a:lnTo>
                  <a:pt x="9349" y="1836"/>
                </a:lnTo>
                <a:lnTo>
                  <a:pt x="7025" y="3576"/>
                </a:lnTo>
                <a:lnTo>
                  <a:pt x="6696" y="3852"/>
                </a:lnTo>
                <a:lnTo>
                  <a:pt x="6717" y="4170"/>
                </a:lnTo>
                <a:lnTo>
                  <a:pt x="7163" y="9412"/>
                </a:lnTo>
                <a:lnTo>
                  <a:pt x="4341" y="9094"/>
                </a:lnTo>
                <a:lnTo>
                  <a:pt x="4266" y="9094"/>
                </a:lnTo>
                <a:lnTo>
                  <a:pt x="4203" y="9115"/>
                </a:lnTo>
                <a:lnTo>
                  <a:pt x="1" y="11407"/>
                </a:lnTo>
                <a:lnTo>
                  <a:pt x="4298" y="9571"/>
                </a:lnTo>
                <a:lnTo>
                  <a:pt x="7524" y="10240"/>
                </a:lnTo>
                <a:lnTo>
                  <a:pt x="7969" y="10346"/>
                </a:lnTo>
                <a:lnTo>
                  <a:pt x="7969" y="9826"/>
                </a:lnTo>
                <a:lnTo>
                  <a:pt x="8086" y="4521"/>
                </a:lnTo>
                <a:lnTo>
                  <a:pt x="10272" y="3184"/>
                </a:lnTo>
                <a:lnTo>
                  <a:pt x="11248" y="4606"/>
                </a:lnTo>
                <a:lnTo>
                  <a:pt x="13445"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 name="Google Shape;3802;p178"/>
          <p:cNvSpPr txBox="1"/>
          <p:nvPr/>
        </p:nvSpPr>
        <p:spPr>
          <a:xfrm>
            <a:off x="6058557" y="3147920"/>
            <a:ext cx="1697100" cy="474847"/>
          </a:xfrm>
          <a:prstGeom prst="rect">
            <a:avLst/>
          </a:prstGeom>
          <a:noFill/>
          <a:ln>
            <a:noFill/>
          </a:ln>
        </p:spPr>
        <p:txBody>
          <a:bodyPr spcFirstLastPara="1" wrap="square" lIns="182875" tIns="0" rIns="0" bIns="0" anchor="t" anchorCtr="0">
            <a:spAutoFit/>
          </a:bodyPr>
          <a:lstStyle/>
          <a:p>
            <a:pPr marL="12700" lvl="0" indent="0" algn="l" rtl="0">
              <a:lnSpc>
                <a:spcPct val="150000"/>
              </a:lnSpc>
              <a:spcBef>
                <a:spcPts val="0"/>
              </a:spcBef>
              <a:spcAft>
                <a:spcPts val="0"/>
              </a:spcAft>
              <a:buNone/>
            </a:pPr>
            <a:r>
              <a:rPr lang="en" sz="900" b="1" dirty="0">
                <a:solidFill>
                  <a:schemeClr val="dk1"/>
                </a:solidFill>
                <a:latin typeface="IBM Plex Sans"/>
                <a:ea typeface="IBM Plex Sans"/>
                <a:cs typeface="IBM Plex Sans"/>
                <a:sym typeface="IBM Plex Sans"/>
              </a:rPr>
              <a:t>Optimize</a:t>
            </a:r>
            <a:endParaRPr sz="700" dirty="0">
              <a:solidFill>
                <a:schemeClr val="dk1"/>
              </a:solidFill>
              <a:latin typeface="IBM Plex Sans"/>
              <a:ea typeface="IBM Plex Sans"/>
              <a:cs typeface="IBM Plex Sans"/>
              <a:sym typeface="IBM Plex Sans"/>
            </a:endParaRPr>
          </a:p>
          <a:p>
            <a:pPr marL="12700" lvl="0" indent="0" algn="l" rtl="0">
              <a:spcBef>
                <a:spcPts val="0"/>
              </a:spcBef>
              <a:spcAft>
                <a:spcPts val="0"/>
              </a:spcAft>
              <a:buNone/>
            </a:pPr>
            <a:r>
              <a:rPr lang="en" sz="600" dirty="0">
                <a:solidFill>
                  <a:schemeClr val="dk1"/>
                </a:solidFill>
                <a:latin typeface="IBM Plex Sans"/>
                <a:ea typeface="IBM Plex Sans"/>
                <a:cs typeface="IBM Plex Sans"/>
                <a:sym typeface="IBM Plex Sans"/>
              </a:rPr>
              <a:t>Get the insights you need to understand and continuously improve your business processes.</a:t>
            </a:r>
            <a:endParaRPr dirty="0">
              <a:solidFill>
                <a:schemeClr val="dk1"/>
              </a:solidFill>
            </a:endParaRPr>
          </a:p>
        </p:txBody>
      </p:sp>
      <p:pic>
        <p:nvPicPr>
          <p:cNvPr id="2" name="Picture 1"/>
          <p:cNvPicPr>
            <a:picLocks noChangeAspect="1"/>
          </p:cNvPicPr>
          <p:nvPr/>
        </p:nvPicPr>
        <p:blipFill>
          <a:blip r:embed="rId4"/>
          <a:stretch>
            <a:fillRect/>
          </a:stretch>
        </p:blipFill>
        <p:spPr>
          <a:xfrm>
            <a:off x="187981" y="238953"/>
            <a:ext cx="4237650" cy="1991734"/>
          </a:xfrm>
          <a:prstGeom prst="rect">
            <a:avLst/>
          </a:prstGeom>
        </p:spPr>
      </p:pic>
      <p:sp>
        <p:nvSpPr>
          <p:cNvPr id="88" name="Google Shape;3863;p179"/>
          <p:cNvSpPr/>
          <p:nvPr/>
        </p:nvSpPr>
        <p:spPr>
          <a:xfrm>
            <a:off x="5378411" y="3741421"/>
            <a:ext cx="2549700" cy="997717"/>
          </a:xfrm>
          <a:prstGeom prst="roundRect">
            <a:avLst>
              <a:gd name="adj" fmla="val 9104"/>
            </a:avLst>
          </a:prstGeom>
          <a:solidFill>
            <a:srgbClr val="F7F7F7"/>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smtClean="0">
              <a:ln>
                <a:noFill/>
              </a:ln>
              <a:solidFill>
                <a:sysClr val="windowText" lastClr="000000"/>
              </a:solidFill>
              <a:effectLst/>
              <a:uLnTx/>
              <a:uFillTx/>
            </a:endParaRPr>
          </a:p>
        </p:txBody>
      </p:sp>
      <p:grpSp>
        <p:nvGrpSpPr>
          <p:cNvPr id="3" name="Group 2"/>
          <p:cNvGrpSpPr/>
          <p:nvPr/>
        </p:nvGrpSpPr>
        <p:grpSpPr>
          <a:xfrm>
            <a:off x="5549555" y="3934511"/>
            <a:ext cx="457193" cy="457193"/>
            <a:chOff x="5575311" y="3934511"/>
            <a:chExt cx="457193" cy="457193"/>
          </a:xfrm>
        </p:grpSpPr>
        <p:sp>
          <p:nvSpPr>
            <p:cNvPr id="89" name="Google Shape;3866;p179"/>
            <p:cNvSpPr/>
            <p:nvPr/>
          </p:nvSpPr>
          <p:spPr>
            <a:xfrm>
              <a:off x="5575311" y="3934511"/>
              <a:ext cx="457193" cy="457193"/>
            </a:xfrm>
            <a:prstGeom prst="roundRect">
              <a:avLst>
                <a:gd name="adj" fmla="val 16667"/>
              </a:avLst>
            </a:prstGeom>
            <a:solidFill>
              <a:srgbClr val="FC5D0D"/>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smtClean="0">
                <a:ln>
                  <a:noFill/>
                </a:ln>
                <a:solidFill>
                  <a:sysClr val="windowText" lastClr="000000"/>
                </a:solidFill>
                <a:effectLst/>
                <a:uLnTx/>
                <a:uFillTx/>
              </a:endParaRPr>
            </a:p>
          </p:txBody>
        </p:sp>
        <p:sp>
          <p:nvSpPr>
            <p:cNvPr id="90" name="Google Shape;3868;p179"/>
            <p:cNvSpPr/>
            <p:nvPr/>
          </p:nvSpPr>
          <p:spPr>
            <a:xfrm>
              <a:off x="5641200" y="4111252"/>
              <a:ext cx="58557" cy="58576"/>
            </a:xfrm>
            <a:custGeom>
              <a:avLst/>
              <a:gdLst/>
              <a:ahLst/>
              <a:cxnLst/>
              <a:rect l="l" t="t" r="r" b="b"/>
              <a:pathLst>
                <a:path w="3088" h="3089" extrusionOk="0">
                  <a:moveTo>
                    <a:pt x="1380" y="1"/>
                  </a:moveTo>
                  <a:lnTo>
                    <a:pt x="1231" y="33"/>
                  </a:lnTo>
                  <a:lnTo>
                    <a:pt x="1082" y="65"/>
                  </a:lnTo>
                  <a:lnTo>
                    <a:pt x="945" y="118"/>
                  </a:lnTo>
                  <a:lnTo>
                    <a:pt x="807" y="181"/>
                  </a:lnTo>
                  <a:lnTo>
                    <a:pt x="679" y="256"/>
                  </a:lnTo>
                  <a:lnTo>
                    <a:pt x="563" y="351"/>
                  </a:lnTo>
                  <a:lnTo>
                    <a:pt x="446" y="447"/>
                  </a:lnTo>
                  <a:lnTo>
                    <a:pt x="350" y="563"/>
                  </a:lnTo>
                  <a:lnTo>
                    <a:pt x="265" y="680"/>
                  </a:lnTo>
                  <a:lnTo>
                    <a:pt x="181" y="807"/>
                  </a:lnTo>
                  <a:lnTo>
                    <a:pt x="117" y="945"/>
                  </a:lnTo>
                  <a:lnTo>
                    <a:pt x="64" y="1083"/>
                  </a:lnTo>
                  <a:lnTo>
                    <a:pt x="32" y="1232"/>
                  </a:lnTo>
                  <a:lnTo>
                    <a:pt x="0" y="1380"/>
                  </a:lnTo>
                  <a:lnTo>
                    <a:pt x="0" y="1539"/>
                  </a:lnTo>
                  <a:lnTo>
                    <a:pt x="0" y="1699"/>
                  </a:lnTo>
                  <a:lnTo>
                    <a:pt x="32" y="1858"/>
                  </a:lnTo>
                  <a:lnTo>
                    <a:pt x="64" y="2006"/>
                  </a:lnTo>
                  <a:lnTo>
                    <a:pt x="117" y="2144"/>
                  </a:lnTo>
                  <a:lnTo>
                    <a:pt x="181" y="2282"/>
                  </a:lnTo>
                  <a:lnTo>
                    <a:pt x="265" y="2410"/>
                  </a:lnTo>
                  <a:lnTo>
                    <a:pt x="350" y="2526"/>
                  </a:lnTo>
                  <a:lnTo>
                    <a:pt x="446" y="2632"/>
                  </a:lnTo>
                  <a:lnTo>
                    <a:pt x="563" y="2738"/>
                  </a:lnTo>
                  <a:lnTo>
                    <a:pt x="679" y="2823"/>
                  </a:lnTo>
                  <a:lnTo>
                    <a:pt x="807" y="2898"/>
                  </a:lnTo>
                  <a:lnTo>
                    <a:pt x="945" y="2972"/>
                  </a:lnTo>
                  <a:lnTo>
                    <a:pt x="1082" y="3025"/>
                  </a:lnTo>
                  <a:lnTo>
                    <a:pt x="1231" y="3057"/>
                  </a:lnTo>
                  <a:lnTo>
                    <a:pt x="1380" y="3078"/>
                  </a:lnTo>
                  <a:lnTo>
                    <a:pt x="1539" y="3089"/>
                  </a:lnTo>
                  <a:lnTo>
                    <a:pt x="1698" y="3078"/>
                  </a:lnTo>
                  <a:lnTo>
                    <a:pt x="1857" y="3057"/>
                  </a:lnTo>
                  <a:lnTo>
                    <a:pt x="2006" y="3025"/>
                  </a:lnTo>
                  <a:lnTo>
                    <a:pt x="2144" y="2972"/>
                  </a:lnTo>
                  <a:lnTo>
                    <a:pt x="2281" y="2898"/>
                  </a:lnTo>
                  <a:lnTo>
                    <a:pt x="2409" y="2823"/>
                  </a:lnTo>
                  <a:lnTo>
                    <a:pt x="2526" y="2738"/>
                  </a:lnTo>
                  <a:lnTo>
                    <a:pt x="2632" y="2632"/>
                  </a:lnTo>
                  <a:lnTo>
                    <a:pt x="2738" y="2526"/>
                  </a:lnTo>
                  <a:lnTo>
                    <a:pt x="2823" y="2410"/>
                  </a:lnTo>
                  <a:lnTo>
                    <a:pt x="2908" y="2282"/>
                  </a:lnTo>
                  <a:lnTo>
                    <a:pt x="2971" y="2144"/>
                  </a:lnTo>
                  <a:lnTo>
                    <a:pt x="3024" y="2006"/>
                  </a:lnTo>
                  <a:lnTo>
                    <a:pt x="3056" y="1858"/>
                  </a:lnTo>
                  <a:lnTo>
                    <a:pt x="3077" y="1699"/>
                  </a:lnTo>
                  <a:lnTo>
                    <a:pt x="3088" y="1539"/>
                  </a:lnTo>
                  <a:lnTo>
                    <a:pt x="3077" y="1380"/>
                  </a:lnTo>
                  <a:lnTo>
                    <a:pt x="3056" y="1232"/>
                  </a:lnTo>
                  <a:lnTo>
                    <a:pt x="3024" y="1083"/>
                  </a:lnTo>
                  <a:lnTo>
                    <a:pt x="2971" y="945"/>
                  </a:lnTo>
                  <a:lnTo>
                    <a:pt x="2908" y="807"/>
                  </a:lnTo>
                  <a:lnTo>
                    <a:pt x="2823" y="680"/>
                  </a:lnTo>
                  <a:lnTo>
                    <a:pt x="2738" y="563"/>
                  </a:lnTo>
                  <a:lnTo>
                    <a:pt x="2632" y="447"/>
                  </a:lnTo>
                  <a:lnTo>
                    <a:pt x="2526" y="351"/>
                  </a:lnTo>
                  <a:lnTo>
                    <a:pt x="2409" y="256"/>
                  </a:lnTo>
                  <a:lnTo>
                    <a:pt x="2281" y="181"/>
                  </a:lnTo>
                  <a:lnTo>
                    <a:pt x="2144" y="118"/>
                  </a:lnTo>
                  <a:lnTo>
                    <a:pt x="2006" y="65"/>
                  </a:lnTo>
                  <a:lnTo>
                    <a:pt x="1857" y="33"/>
                  </a:lnTo>
                  <a:lnTo>
                    <a:pt x="1698" y="1"/>
                  </a:lnTo>
                  <a:close/>
                </a:path>
              </a:pathLst>
            </a:custGeom>
            <a:solidFill>
              <a:srgbClr val="FFFFFF"/>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smtClean="0">
                <a:ln>
                  <a:noFill/>
                </a:ln>
                <a:solidFill>
                  <a:sysClr val="windowText" lastClr="000000"/>
                </a:solidFill>
                <a:effectLst/>
                <a:uLnTx/>
                <a:uFillTx/>
              </a:endParaRPr>
            </a:p>
          </p:txBody>
        </p:sp>
        <p:sp>
          <p:nvSpPr>
            <p:cNvPr id="91" name="Google Shape;3869;p179"/>
            <p:cNvSpPr/>
            <p:nvPr/>
          </p:nvSpPr>
          <p:spPr>
            <a:xfrm>
              <a:off x="5900553" y="4111252"/>
              <a:ext cx="58766" cy="58576"/>
            </a:xfrm>
            <a:custGeom>
              <a:avLst/>
              <a:gdLst/>
              <a:ahLst/>
              <a:cxnLst/>
              <a:rect l="l" t="t" r="r" b="b"/>
              <a:pathLst>
                <a:path w="3099" h="3089" extrusionOk="0">
                  <a:moveTo>
                    <a:pt x="1391" y="1"/>
                  </a:moveTo>
                  <a:lnTo>
                    <a:pt x="1231" y="33"/>
                  </a:lnTo>
                  <a:lnTo>
                    <a:pt x="1083" y="65"/>
                  </a:lnTo>
                  <a:lnTo>
                    <a:pt x="945" y="118"/>
                  </a:lnTo>
                  <a:lnTo>
                    <a:pt x="807" y="181"/>
                  </a:lnTo>
                  <a:lnTo>
                    <a:pt x="680" y="256"/>
                  </a:lnTo>
                  <a:lnTo>
                    <a:pt x="563" y="351"/>
                  </a:lnTo>
                  <a:lnTo>
                    <a:pt x="457" y="447"/>
                  </a:lnTo>
                  <a:lnTo>
                    <a:pt x="351" y="563"/>
                  </a:lnTo>
                  <a:lnTo>
                    <a:pt x="266" y="680"/>
                  </a:lnTo>
                  <a:lnTo>
                    <a:pt x="192" y="807"/>
                  </a:lnTo>
                  <a:lnTo>
                    <a:pt x="128" y="945"/>
                  </a:lnTo>
                  <a:lnTo>
                    <a:pt x="75" y="1083"/>
                  </a:lnTo>
                  <a:lnTo>
                    <a:pt x="32" y="1232"/>
                  </a:lnTo>
                  <a:lnTo>
                    <a:pt x="11" y="1380"/>
                  </a:lnTo>
                  <a:lnTo>
                    <a:pt x="1" y="1539"/>
                  </a:lnTo>
                  <a:lnTo>
                    <a:pt x="11" y="1699"/>
                  </a:lnTo>
                  <a:lnTo>
                    <a:pt x="32" y="1858"/>
                  </a:lnTo>
                  <a:lnTo>
                    <a:pt x="75" y="2006"/>
                  </a:lnTo>
                  <a:lnTo>
                    <a:pt x="128" y="2144"/>
                  </a:lnTo>
                  <a:lnTo>
                    <a:pt x="192" y="2282"/>
                  </a:lnTo>
                  <a:lnTo>
                    <a:pt x="266" y="2410"/>
                  </a:lnTo>
                  <a:lnTo>
                    <a:pt x="351" y="2526"/>
                  </a:lnTo>
                  <a:lnTo>
                    <a:pt x="457" y="2632"/>
                  </a:lnTo>
                  <a:lnTo>
                    <a:pt x="563" y="2738"/>
                  </a:lnTo>
                  <a:lnTo>
                    <a:pt x="680" y="2823"/>
                  </a:lnTo>
                  <a:lnTo>
                    <a:pt x="807" y="2898"/>
                  </a:lnTo>
                  <a:lnTo>
                    <a:pt x="945" y="2972"/>
                  </a:lnTo>
                  <a:lnTo>
                    <a:pt x="1083" y="3025"/>
                  </a:lnTo>
                  <a:lnTo>
                    <a:pt x="1231" y="3057"/>
                  </a:lnTo>
                  <a:lnTo>
                    <a:pt x="1391" y="3078"/>
                  </a:lnTo>
                  <a:lnTo>
                    <a:pt x="1550" y="3089"/>
                  </a:lnTo>
                  <a:lnTo>
                    <a:pt x="1709" y="3078"/>
                  </a:lnTo>
                  <a:lnTo>
                    <a:pt x="1857" y="3057"/>
                  </a:lnTo>
                  <a:lnTo>
                    <a:pt x="2006" y="3025"/>
                  </a:lnTo>
                  <a:lnTo>
                    <a:pt x="2155" y="2972"/>
                  </a:lnTo>
                  <a:lnTo>
                    <a:pt x="2282" y="2898"/>
                  </a:lnTo>
                  <a:lnTo>
                    <a:pt x="2409" y="2823"/>
                  </a:lnTo>
                  <a:lnTo>
                    <a:pt x="2537" y="2738"/>
                  </a:lnTo>
                  <a:lnTo>
                    <a:pt x="2643" y="2632"/>
                  </a:lnTo>
                  <a:lnTo>
                    <a:pt x="2738" y="2526"/>
                  </a:lnTo>
                  <a:lnTo>
                    <a:pt x="2834" y="2410"/>
                  </a:lnTo>
                  <a:lnTo>
                    <a:pt x="2908" y="2282"/>
                  </a:lnTo>
                  <a:lnTo>
                    <a:pt x="2972" y="2144"/>
                  </a:lnTo>
                  <a:lnTo>
                    <a:pt x="3025" y="2006"/>
                  </a:lnTo>
                  <a:lnTo>
                    <a:pt x="3067" y="1858"/>
                  </a:lnTo>
                  <a:lnTo>
                    <a:pt x="3088" y="1699"/>
                  </a:lnTo>
                  <a:lnTo>
                    <a:pt x="3099" y="1539"/>
                  </a:lnTo>
                  <a:lnTo>
                    <a:pt x="3088" y="1380"/>
                  </a:lnTo>
                  <a:lnTo>
                    <a:pt x="3067" y="1232"/>
                  </a:lnTo>
                  <a:lnTo>
                    <a:pt x="3025" y="1083"/>
                  </a:lnTo>
                  <a:lnTo>
                    <a:pt x="2972" y="945"/>
                  </a:lnTo>
                  <a:lnTo>
                    <a:pt x="2908" y="807"/>
                  </a:lnTo>
                  <a:lnTo>
                    <a:pt x="2834" y="680"/>
                  </a:lnTo>
                  <a:lnTo>
                    <a:pt x="2738" y="563"/>
                  </a:lnTo>
                  <a:lnTo>
                    <a:pt x="2643" y="447"/>
                  </a:lnTo>
                  <a:lnTo>
                    <a:pt x="2537" y="351"/>
                  </a:lnTo>
                  <a:lnTo>
                    <a:pt x="2409" y="256"/>
                  </a:lnTo>
                  <a:lnTo>
                    <a:pt x="2282" y="181"/>
                  </a:lnTo>
                  <a:lnTo>
                    <a:pt x="2155" y="118"/>
                  </a:lnTo>
                  <a:lnTo>
                    <a:pt x="2006" y="65"/>
                  </a:lnTo>
                  <a:lnTo>
                    <a:pt x="1857" y="33"/>
                  </a:lnTo>
                  <a:lnTo>
                    <a:pt x="1709" y="1"/>
                  </a:lnTo>
                  <a:close/>
                </a:path>
              </a:pathLst>
            </a:custGeom>
            <a:solidFill>
              <a:srgbClr val="FFFFFF"/>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smtClean="0">
                <a:ln>
                  <a:noFill/>
                </a:ln>
                <a:solidFill>
                  <a:sysClr val="windowText" lastClr="000000"/>
                </a:solidFill>
                <a:effectLst/>
                <a:uLnTx/>
                <a:uFillTx/>
              </a:endParaRPr>
            </a:p>
          </p:txBody>
        </p:sp>
        <p:sp>
          <p:nvSpPr>
            <p:cNvPr id="92" name="Google Shape;3870;p179"/>
            <p:cNvSpPr/>
            <p:nvPr/>
          </p:nvSpPr>
          <p:spPr>
            <a:xfrm>
              <a:off x="5722076" y="4111252"/>
              <a:ext cx="58785" cy="58576"/>
            </a:xfrm>
            <a:custGeom>
              <a:avLst/>
              <a:gdLst/>
              <a:ahLst/>
              <a:cxnLst/>
              <a:rect l="l" t="t" r="r" b="b"/>
              <a:pathLst>
                <a:path w="3100" h="3089" extrusionOk="0">
                  <a:moveTo>
                    <a:pt x="1" y="1"/>
                  </a:moveTo>
                  <a:lnTo>
                    <a:pt x="1" y="3089"/>
                  </a:lnTo>
                  <a:lnTo>
                    <a:pt x="3099" y="3089"/>
                  </a:lnTo>
                  <a:lnTo>
                    <a:pt x="3099" y="1"/>
                  </a:lnTo>
                  <a:close/>
                </a:path>
              </a:pathLst>
            </a:custGeom>
            <a:solidFill>
              <a:srgbClr val="FFFFFF"/>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smtClean="0">
                <a:ln>
                  <a:noFill/>
                </a:ln>
                <a:solidFill>
                  <a:sysClr val="windowText" lastClr="000000"/>
                </a:solidFill>
                <a:effectLst/>
                <a:uLnTx/>
                <a:uFillTx/>
              </a:endParaRPr>
            </a:p>
          </p:txBody>
        </p:sp>
      </p:grpSp>
      <p:sp>
        <p:nvSpPr>
          <p:cNvPr id="93" name="Google Shape;3873;p179"/>
          <p:cNvSpPr txBox="1"/>
          <p:nvPr/>
        </p:nvSpPr>
        <p:spPr>
          <a:xfrm>
            <a:off x="6064705" y="3912622"/>
            <a:ext cx="1697100" cy="577200"/>
          </a:xfrm>
          <a:prstGeom prst="rect">
            <a:avLst/>
          </a:prstGeom>
          <a:noFill/>
          <a:ln>
            <a:noFill/>
          </a:ln>
        </p:spPr>
        <p:txBody>
          <a:bodyPr spcFirstLastPara="1" wrap="square" lIns="182875" tIns="0" rIns="0" bIns="0" anchor="t" anchorCtr="0">
            <a:spAutoFit/>
          </a:bodyPr>
          <a:lstStyle/>
          <a:p>
            <a:pPr marL="12700" marR="0" lvl="0" indent="0" defTabSz="914400" eaLnBrk="1" fontAlgn="auto" latinLnBrk="0" hangingPunct="1">
              <a:lnSpc>
                <a:spcPct val="150000"/>
              </a:lnSpc>
              <a:spcBef>
                <a:spcPts val="0"/>
              </a:spcBef>
              <a:spcAft>
                <a:spcPts val="0"/>
              </a:spcAft>
              <a:buClrTx/>
              <a:buSzTx/>
              <a:buFontTx/>
              <a:buNone/>
              <a:tabLst/>
              <a:defRPr/>
            </a:pPr>
            <a:r>
              <a:rPr kumimoji="0" lang="en" sz="900" b="1" i="0" u="none" strike="noStrike" kern="0" cap="none" spc="0" normalizeH="0" baseline="0" noProof="0" dirty="0" smtClean="0">
                <a:ln>
                  <a:noFill/>
                </a:ln>
                <a:solidFill>
                  <a:sysClr val="windowText" lastClr="000000"/>
                </a:solidFill>
                <a:effectLst/>
                <a:uLnTx/>
                <a:uFillTx/>
                <a:latin typeface="IBM Plex Sans"/>
                <a:ea typeface="IBM Plex Sans"/>
                <a:cs typeface="IBM Plex Sans"/>
                <a:sym typeface="IBM Plex Sans"/>
              </a:rPr>
              <a:t>Modeler</a:t>
            </a:r>
            <a:endParaRPr kumimoji="0" sz="700" b="0" i="0" u="none" strike="noStrike" kern="0" cap="none" spc="0" normalizeH="0" baseline="0" noProof="0" dirty="0" smtClean="0">
              <a:ln>
                <a:noFill/>
              </a:ln>
              <a:solidFill>
                <a:sysClr val="windowText" lastClr="000000"/>
              </a:solidFill>
              <a:effectLst/>
              <a:uLnTx/>
              <a:uFillTx/>
              <a:latin typeface="IBM Plex Sans"/>
              <a:ea typeface="IBM Plex Sans"/>
              <a:cs typeface="IBM Plex Sans"/>
              <a:sym typeface="IBM Plex Sans"/>
            </a:endParaRPr>
          </a:p>
          <a:p>
            <a:pPr marL="12700" marR="0" lvl="0" indent="0" defTabSz="914400" eaLnBrk="1" fontAlgn="auto" latinLnBrk="0" hangingPunct="1">
              <a:lnSpc>
                <a:spcPct val="100000"/>
              </a:lnSpc>
              <a:spcBef>
                <a:spcPts val="0"/>
              </a:spcBef>
              <a:spcAft>
                <a:spcPts val="0"/>
              </a:spcAft>
              <a:buClrTx/>
              <a:buSzTx/>
              <a:buFontTx/>
              <a:buNone/>
              <a:tabLst/>
              <a:defRPr/>
            </a:pPr>
            <a:r>
              <a:rPr kumimoji="0" lang="en" sz="600" b="0" i="0" u="none" strike="noStrike" kern="0" cap="none" spc="0" normalizeH="0" baseline="0" noProof="0" dirty="0" smtClean="0">
                <a:ln>
                  <a:noFill/>
                </a:ln>
                <a:solidFill>
                  <a:sysClr val="windowText" lastClr="000000"/>
                </a:solidFill>
                <a:effectLst/>
                <a:uLnTx/>
                <a:uFillTx/>
                <a:latin typeface="IBM Plex Sans"/>
                <a:ea typeface="IBM Plex Sans"/>
                <a:cs typeface="IBM Plex Sans"/>
                <a:sym typeface="IBM Plex Sans"/>
              </a:rPr>
              <a:t>Model &amp; deploy business process diagrams with BPMN &amp; DMN.</a:t>
            </a:r>
            <a:endParaRPr kumimoji="0" sz="600" b="0" i="0" u="none" strike="noStrike" kern="0" cap="none" spc="0" normalizeH="0" baseline="0" noProof="0" dirty="0" smtClean="0">
              <a:ln>
                <a:noFill/>
              </a:ln>
              <a:solidFill>
                <a:sysClr val="windowText" lastClr="000000"/>
              </a:solidFill>
              <a:effectLst/>
              <a:uLnTx/>
              <a:uFillTx/>
              <a:latin typeface="IBM Plex Sans"/>
              <a:ea typeface="IBM Plex Sans"/>
              <a:cs typeface="IBM Plex Sans"/>
              <a:sym typeface="IBM Plex Sans"/>
            </a:endParaRPr>
          </a:p>
          <a:p>
            <a:pPr marL="12700" marR="0" lvl="0" indent="0" defTabSz="914400" eaLnBrk="1" fontAlgn="auto" latinLnBrk="0" hangingPunct="1">
              <a:lnSpc>
                <a:spcPct val="100000"/>
              </a:lnSpc>
              <a:spcBef>
                <a:spcPts val="0"/>
              </a:spcBef>
              <a:spcAft>
                <a:spcPts val="0"/>
              </a:spcAft>
              <a:buClrTx/>
              <a:buSzTx/>
              <a:buFontTx/>
              <a:buNone/>
              <a:tabLst/>
              <a:defRPr/>
            </a:pPr>
            <a:r>
              <a:rPr kumimoji="0" lang="en" sz="600" b="0" i="0" u="none" strike="noStrike" kern="0" cap="none" spc="0" normalizeH="0" baseline="0" noProof="0" dirty="0" smtClean="0">
                <a:ln>
                  <a:noFill/>
                </a:ln>
                <a:solidFill>
                  <a:sysClr val="windowText" lastClr="000000"/>
                </a:solidFill>
                <a:effectLst/>
                <a:uLnTx/>
                <a:uFillTx/>
                <a:latin typeface="IBM Plex Sans"/>
                <a:ea typeface="IBM Plex Sans"/>
                <a:cs typeface="IBM Plex Sans"/>
                <a:sym typeface="IBM Plex Sans"/>
              </a:rPr>
              <a:t/>
            </a:r>
            <a:br>
              <a:rPr kumimoji="0" lang="en" sz="600" b="0" i="0" u="none" strike="noStrike" kern="0" cap="none" spc="0" normalizeH="0" baseline="0" noProof="0" dirty="0" smtClean="0">
                <a:ln>
                  <a:noFill/>
                </a:ln>
                <a:solidFill>
                  <a:sysClr val="windowText" lastClr="000000"/>
                </a:solidFill>
                <a:effectLst/>
                <a:uLnTx/>
                <a:uFillTx/>
                <a:latin typeface="IBM Plex Sans"/>
                <a:ea typeface="IBM Plex Sans"/>
                <a:cs typeface="IBM Plex Sans"/>
                <a:sym typeface="IBM Plex Sans"/>
              </a:rPr>
            </a:br>
            <a:r>
              <a:rPr kumimoji="0" lang="en" sz="600" b="0" i="0" u="none" strike="noStrike" kern="0" cap="none" spc="0" normalizeH="0" baseline="0" noProof="0" dirty="0" smtClean="0">
                <a:ln>
                  <a:noFill/>
                </a:ln>
                <a:solidFill>
                  <a:sysClr val="windowText" lastClr="000000"/>
                </a:solidFill>
                <a:effectLst/>
                <a:uLnTx/>
                <a:uFillTx/>
                <a:latin typeface="IBM Plex Sans"/>
                <a:ea typeface="IBM Plex Sans"/>
                <a:cs typeface="IBM Plex Sans"/>
                <a:sym typeface="IBM Plex Sans"/>
              </a:rPr>
              <a:t>Available via web and desktop app.</a:t>
            </a:r>
            <a:endParaRPr kumimoji="0" sz="1800" b="0" i="0" u="none" strike="noStrike" kern="0" cap="none" spc="0" normalizeH="0" baseline="0" noProof="0" dirty="0" smtClean="0">
              <a:ln>
                <a:noFill/>
              </a:ln>
              <a:solidFill>
                <a:sysClr val="windowText" lastClr="000000"/>
              </a:solidFill>
              <a:effectLst/>
              <a:uLnTx/>
              <a:uFillTx/>
            </a:endParaRPr>
          </a:p>
        </p:txBody>
      </p:sp>
      <p:sp>
        <p:nvSpPr>
          <p:cNvPr id="94" name="Google Shape;3813;p178"/>
          <p:cNvSpPr/>
          <p:nvPr/>
        </p:nvSpPr>
        <p:spPr>
          <a:xfrm>
            <a:off x="5786492" y="4099078"/>
            <a:ext cx="82924" cy="82924"/>
          </a:xfrm>
          <a:custGeom>
            <a:avLst/>
            <a:gdLst/>
            <a:ahLst/>
            <a:cxnLst/>
            <a:rect l="l" t="t" r="r" b="b"/>
            <a:pathLst>
              <a:path w="4373" h="4373" extrusionOk="0">
                <a:moveTo>
                  <a:pt x="2186" y="1"/>
                </a:moveTo>
                <a:lnTo>
                  <a:pt x="0" y="2186"/>
                </a:lnTo>
                <a:lnTo>
                  <a:pt x="2186" y="4372"/>
                </a:lnTo>
                <a:lnTo>
                  <a:pt x="4372" y="2186"/>
                </a:lnTo>
                <a:lnTo>
                  <a:pt x="2186"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2271365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776"/>
                                        </p:tgtEl>
                                        <p:attrNameLst>
                                          <p:attrName>style.visibility</p:attrName>
                                        </p:attrNameLst>
                                      </p:cBhvr>
                                      <p:to>
                                        <p:strVal val="visible"/>
                                      </p:to>
                                    </p:set>
                                    <p:animEffect transition="in" filter="fade">
                                      <p:cBhvr>
                                        <p:cTn id="7" dur="1000"/>
                                        <p:tgtEl>
                                          <p:spTgt spid="377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Shape 3861"/>
        <p:cNvGrpSpPr/>
        <p:nvPr/>
      </p:nvGrpSpPr>
      <p:grpSpPr>
        <a:xfrm>
          <a:off x="0" y="0"/>
          <a:ext cx="0" cy="0"/>
          <a:chOff x="0" y="0"/>
          <a:chExt cx="0" cy="0"/>
        </a:xfrm>
      </p:grpSpPr>
      <p:grpSp>
        <p:nvGrpSpPr>
          <p:cNvPr id="3862" name="Google Shape;3862;p179"/>
          <p:cNvGrpSpPr/>
          <p:nvPr/>
        </p:nvGrpSpPr>
        <p:grpSpPr>
          <a:xfrm>
            <a:off x="269018" y="887258"/>
            <a:ext cx="3018537" cy="3771897"/>
            <a:chOff x="269018" y="887258"/>
            <a:chExt cx="3018537" cy="3771897"/>
          </a:xfrm>
        </p:grpSpPr>
        <p:sp>
          <p:nvSpPr>
            <p:cNvPr id="3863" name="Google Shape;3863;p179"/>
            <p:cNvSpPr/>
            <p:nvPr/>
          </p:nvSpPr>
          <p:spPr>
            <a:xfrm>
              <a:off x="497318" y="1783976"/>
              <a:ext cx="2549700" cy="997717"/>
            </a:xfrm>
            <a:prstGeom prst="roundRect">
              <a:avLst>
                <a:gd name="adj" fmla="val 9104"/>
              </a:avLst>
            </a:prstGeom>
            <a:solidFill>
              <a:srgbClr val="F7F7F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64" name="Google Shape;3864;p179"/>
            <p:cNvSpPr txBox="1"/>
            <p:nvPr/>
          </p:nvSpPr>
          <p:spPr>
            <a:xfrm>
              <a:off x="1104074" y="887258"/>
              <a:ext cx="1336200" cy="246300"/>
            </a:xfrm>
            <a:prstGeom prst="rect">
              <a:avLst/>
            </a:prstGeom>
            <a:noFill/>
            <a:ln>
              <a:noFill/>
            </a:ln>
          </p:spPr>
          <p:txBody>
            <a:bodyPr spcFirstLastPara="1" wrap="square" lIns="0" tIns="0" rIns="0" bIns="0" anchor="t" anchorCtr="0">
              <a:spAutoFit/>
            </a:bodyPr>
            <a:lstStyle/>
            <a:p>
              <a:pPr marL="0" lvl="0" indent="0" algn="ctr" rtl="0">
                <a:spcBef>
                  <a:spcPts val="0"/>
                </a:spcBef>
                <a:spcAft>
                  <a:spcPts val="0"/>
                </a:spcAft>
                <a:buNone/>
              </a:pPr>
              <a:r>
                <a:rPr lang="en" sz="1600" b="1">
                  <a:solidFill>
                    <a:srgbClr val="FC5D0D"/>
                  </a:solidFill>
                  <a:latin typeface="IBM Plex Sans"/>
                  <a:ea typeface="IBM Plex Sans"/>
                  <a:cs typeface="IBM Plex Sans"/>
                  <a:sym typeface="IBM Plex Sans"/>
                </a:rPr>
                <a:t>Design</a:t>
              </a:r>
              <a:endParaRPr sz="1600">
                <a:solidFill>
                  <a:srgbClr val="FC5D0D"/>
                </a:solidFill>
              </a:endParaRPr>
            </a:p>
          </p:txBody>
        </p:sp>
        <p:grpSp>
          <p:nvGrpSpPr>
            <p:cNvPr id="3865" name="Google Shape;3865;p179"/>
            <p:cNvGrpSpPr/>
            <p:nvPr/>
          </p:nvGrpSpPr>
          <p:grpSpPr>
            <a:xfrm>
              <a:off x="694218" y="1977066"/>
              <a:ext cx="457193" cy="457193"/>
              <a:chOff x="1365755" y="1998171"/>
              <a:chExt cx="788400" cy="788400"/>
            </a:xfrm>
          </p:grpSpPr>
          <p:sp>
            <p:nvSpPr>
              <p:cNvPr id="3866" name="Google Shape;3866;p179"/>
              <p:cNvSpPr/>
              <p:nvPr/>
            </p:nvSpPr>
            <p:spPr>
              <a:xfrm>
                <a:off x="1365755" y="1998171"/>
                <a:ext cx="788400" cy="788400"/>
              </a:xfrm>
              <a:prstGeom prst="roundRect">
                <a:avLst>
                  <a:gd name="adj" fmla="val 16667"/>
                </a:avLst>
              </a:prstGeom>
              <a:solidFill>
                <a:srgbClr val="FC5D0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867" name="Google Shape;3867;p179"/>
              <p:cNvGrpSpPr/>
              <p:nvPr/>
            </p:nvGrpSpPr>
            <p:grpSpPr>
              <a:xfrm>
                <a:off x="1479376" y="2281793"/>
                <a:ext cx="548575" cy="142997"/>
                <a:chOff x="2443850" y="2022150"/>
                <a:chExt cx="419400" cy="109325"/>
              </a:xfrm>
            </p:grpSpPr>
            <p:sp>
              <p:nvSpPr>
                <p:cNvPr id="3868" name="Google Shape;3868;p179"/>
                <p:cNvSpPr/>
                <p:nvPr/>
              </p:nvSpPr>
              <p:spPr>
                <a:xfrm>
                  <a:off x="2443850" y="2038325"/>
                  <a:ext cx="77200" cy="77225"/>
                </a:xfrm>
                <a:custGeom>
                  <a:avLst/>
                  <a:gdLst/>
                  <a:ahLst/>
                  <a:cxnLst/>
                  <a:rect l="l" t="t" r="r" b="b"/>
                  <a:pathLst>
                    <a:path w="3088" h="3089" extrusionOk="0">
                      <a:moveTo>
                        <a:pt x="1380" y="1"/>
                      </a:moveTo>
                      <a:lnTo>
                        <a:pt x="1231" y="33"/>
                      </a:lnTo>
                      <a:lnTo>
                        <a:pt x="1082" y="65"/>
                      </a:lnTo>
                      <a:lnTo>
                        <a:pt x="945" y="118"/>
                      </a:lnTo>
                      <a:lnTo>
                        <a:pt x="807" y="181"/>
                      </a:lnTo>
                      <a:lnTo>
                        <a:pt x="679" y="256"/>
                      </a:lnTo>
                      <a:lnTo>
                        <a:pt x="563" y="351"/>
                      </a:lnTo>
                      <a:lnTo>
                        <a:pt x="446" y="447"/>
                      </a:lnTo>
                      <a:lnTo>
                        <a:pt x="350" y="563"/>
                      </a:lnTo>
                      <a:lnTo>
                        <a:pt x="265" y="680"/>
                      </a:lnTo>
                      <a:lnTo>
                        <a:pt x="181" y="807"/>
                      </a:lnTo>
                      <a:lnTo>
                        <a:pt x="117" y="945"/>
                      </a:lnTo>
                      <a:lnTo>
                        <a:pt x="64" y="1083"/>
                      </a:lnTo>
                      <a:lnTo>
                        <a:pt x="32" y="1232"/>
                      </a:lnTo>
                      <a:lnTo>
                        <a:pt x="0" y="1380"/>
                      </a:lnTo>
                      <a:lnTo>
                        <a:pt x="0" y="1539"/>
                      </a:lnTo>
                      <a:lnTo>
                        <a:pt x="0" y="1699"/>
                      </a:lnTo>
                      <a:lnTo>
                        <a:pt x="32" y="1858"/>
                      </a:lnTo>
                      <a:lnTo>
                        <a:pt x="64" y="2006"/>
                      </a:lnTo>
                      <a:lnTo>
                        <a:pt x="117" y="2144"/>
                      </a:lnTo>
                      <a:lnTo>
                        <a:pt x="181" y="2282"/>
                      </a:lnTo>
                      <a:lnTo>
                        <a:pt x="265" y="2410"/>
                      </a:lnTo>
                      <a:lnTo>
                        <a:pt x="350" y="2526"/>
                      </a:lnTo>
                      <a:lnTo>
                        <a:pt x="446" y="2632"/>
                      </a:lnTo>
                      <a:lnTo>
                        <a:pt x="563" y="2738"/>
                      </a:lnTo>
                      <a:lnTo>
                        <a:pt x="679" y="2823"/>
                      </a:lnTo>
                      <a:lnTo>
                        <a:pt x="807" y="2898"/>
                      </a:lnTo>
                      <a:lnTo>
                        <a:pt x="945" y="2972"/>
                      </a:lnTo>
                      <a:lnTo>
                        <a:pt x="1082" y="3025"/>
                      </a:lnTo>
                      <a:lnTo>
                        <a:pt x="1231" y="3057"/>
                      </a:lnTo>
                      <a:lnTo>
                        <a:pt x="1380" y="3078"/>
                      </a:lnTo>
                      <a:lnTo>
                        <a:pt x="1539" y="3089"/>
                      </a:lnTo>
                      <a:lnTo>
                        <a:pt x="1698" y="3078"/>
                      </a:lnTo>
                      <a:lnTo>
                        <a:pt x="1857" y="3057"/>
                      </a:lnTo>
                      <a:lnTo>
                        <a:pt x="2006" y="3025"/>
                      </a:lnTo>
                      <a:lnTo>
                        <a:pt x="2144" y="2972"/>
                      </a:lnTo>
                      <a:lnTo>
                        <a:pt x="2281" y="2898"/>
                      </a:lnTo>
                      <a:lnTo>
                        <a:pt x="2409" y="2823"/>
                      </a:lnTo>
                      <a:lnTo>
                        <a:pt x="2526" y="2738"/>
                      </a:lnTo>
                      <a:lnTo>
                        <a:pt x="2632" y="2632"/>
                      </a:lnTo>
                      <a:lnTo>
                        <a:pt x="2738" y="2526"/>
                      </a:lnTo>
                      <a:lnTo>
                        <a:pt x="2823" y="2410"/>
                      </a:lnTo>
                      <a:lnTo>
                        <a:pt x="2908" y="2282"/>
                      </a:lnTo>
                      <a:lnTo>
                        <a:pt x="2971" y="2144"/>
                      </a:lnTo>
                      <a:lnTo>
                        <a:pt x="3024" y="2006"/>
                      </a:lnTo>
                      <a:lnTo>
                        <a:pt x="3056" y="1858"/>
                      </a:lnTo>
                      <a:lnTo>
                        <a:pt x="3077" y="1699"/>
                      </a:lnTo>
                      <a:lnTo>
                        <a:pt x="3088" y="1539"/>
                      </a:lnTo>
                      <a:lnTo>
                        <a:pt x="3077" y="1380"/>
                      </a:lnTo>
                      <a:lnTo>
                        <a:pt x="3056" y="1232"/>
                      </a:lnTo>
                      <a:lnTo>
                        <a:pt x="3024" y="1083"/>
                      </a:lnTo>
                      <a:lnTo>
                        <a:pt x="2971" y="945"/>
                      </a:lnTo>
                      <a:lnTo>
                        <a:pt x="2908" y="807"/>
                      </a:lnTo>
                      <a:lnTo>
                        <a:pt x="2823" y="680"/>
                      </a:lnTo>
                      <a:lnTo>
                        <a:pt x="2738" y="563"/>
                      </a:lnTo>
                      <a:lnTo>
                        <a:pt x="2632" y="447"/>
                      </a:lnTo>
                      <a:lnTo>
                        <a:pt x="2526" y="351"/>
                      </a:lnTo>
                      <a:lnTo>
                        <a:pt x="2409" y="256"/>
                      </a:lnTo>
                      <a:lnTo>
                        <a:pt x="2281" y="181"/>
                      </a:lnTo>
                      <a:lnTo>
                        <a:pt x="2144" y="118"/>
                      </a:lnTo>
                      <a:lnTo>
                        <a:pt x="2006" y="65"/>
                      </a:lnTo>
                      <a:lnTo>
                        <a:pt x="1857" y="33"/>
                      </a:lnTo>
                      <a:lnTo>
                        <a:pt x="1698"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69" name="Google Shape;3869;p179"/>
                <p:cNvSpPr/>
                <p:nvPr/>
              </p:nvSpPr>
              <p:spPr>
                <a:xfrm>
                  <a:off x="2785775" y="2038325"/>
                  <a:ext cx="77475" cy="77225"/>
                </a:xfrm>
                <a:custGeom>
                  <a:avLst/>
                  <a:gdLst/>
                  <a:ahLst/>
                  <a:cxnLst/>
                  <a:rect l="l" t="t" r="r" b="b"/>
                  <a:pathLst>
                    <a:path w="3099" h="3089" extrusionOk="0">
                      <a:moveTo>
                        <a:pt x="1391" y="1"/>
                      </a:moveTo>
                      <a:lnTo>
                        <a:pt x="1231" y="33"/>
                      </a:lnTo>
                      <a:lnTo>
                        <a:pt x="1083" y="65"/>
                      </a:lnTo>
                      <a:lnTo>
                        <a:pt x="945" y="118"/>
                      </a:lnTo>
                      <a:lnTo>
                        <a:pt x="807" y="181"/>
                      </a:lnTo>
                      <a:lnTo>
                        <a:pt x="680" y="256"/>
                      </a:lnTo>
                      <a:lnTo>
                        <a:pt x="563" y="351"/>
                      </a:lnTo>
                      <a:lnTo>
                        <a:pt x="457" y="447"/>
                      </a:lnTo>
                      <a:lnTo>
                        <a:pt x="351" y="563"/>
                      </a:lnTo>
                      <a:lnTo>
                        <a:pt x="266" y="680"/>
                      </a:lnTo>
                      <a:lnTo>
                        <a:pt x="192" y="807"/>
                      </a:lnTo>
                      <a:lnTo>
                        <a:pt x="128" y="945"/>
                      </a:lnTo>
                      <a:lnTo>
                        <a:pt x="75" y="1083"/>
                      </a:lnTo>
                      <a:lnTo>
                        <a:pt x="32" y="1232"/>
                      </a:lnTo>
                      <a:lnTo>
                        <a:pt x="11" y="1380"/>
                      </a:lnTo>
                      <a:lnTo>
                        <a:pt x="1" y="1539"/>
                      </a:lnTo>
                      <a:lnTo>
                        <a:pt x="11" y="1699"/>
                      </a:lnTo>
                      <a:lnTo>
                        <a:pt x="32" y="1858"/>
                      </a:lnTo>
                      <a:lnTo>
                        <a:pt x="75" y="2006"/>
                      </a:lnTo>
                      <a:lnTo>
                        <a:pt x="128" y="2144"/>
                      </a:lnTo>
                      <a:lnTo>
                        <a:pt x="192" y="2282"/>
                      </a:lnTo>
                      <a:lnTo>
                        <a:pt x="266" y="2410"/>
                      </a:lnTo>
                      <a:lnTo>
                        <a:pt x="351" y="2526"/>
                      </a:lnTo>
                      <a:lnTo>
                        <a:pt x="457" y="2632"/>
                      </a:lnTo>
                      <a:lnTo>
                        <a:pt x="563" y="2738"/>
                      </a:lnTo>
                      <a:lnTo>
                        <a:pt x="680" y="2823"/>
                      </a:lnTo>
                      <a:lnTo>
                        <a:pt x="807" y="2898"/>
                      </a:lnTo>
                      <a:lnTo>
                        <a:pt x="945" y="2972"/>
                      </a:lnTo>
                      <a:lnTo>
                        <a:pt x="1083" y="3025"/>
                      </a:lnTo>
                      <a:lnTo>
                        <a:pt x="1231" y="3057"/>
                      </a:lnTo>
                      <a:lnTo>
                        <a:pt x="1391" y="3078"/>
                      </a:lnTo>
                      <a:lnTo>
                        <a:pt x="1550" y="3089"/>
                      </a:lnTo>
                      <a:lnTo>
                        <a:pt x="1709" y="3078"/>
                      </a:lnTo>
                      <a:lnTo>
                        <a:pt x="1857" y="3057"/>
                      </a:lnTo>
                      <a:lnTo>
                        <a:pt x="2006" y="3025"/>
                      </a:lnTo>
                      <a:lnTo>
                        <a:pt x="2155" y="2972"/>
                      </a:lnTo>
                      <a:lnTo>
                        <a:pt x="2282" y="2898"/>
                      </a:lnTo>
                      <a:lnTo>
                        <a:pt x="2409" y="2823"/>
                      </a:lnTo>
                      <a:lnTo>
                        <a:pt x="2537" y="2738"/>
                      </a:lnTo>
                      <a:lnTo>
                        <a:pt x="2643" y="2632"/>
                      </a:lnTo>
                      <a:lnTo>
                        <a:pt x="2738" y="2526"/>
                      </a:lnTo>
                      <a:lnTo>
                        <a:pt x="2834" y="2410"/>
                      </a:lnTo>
                      <a:lnTo>
                        <a:pt x="2908" y="2282"/>
                      </a:lnTo>
                      <a:lnTo>
                        <a:pt x="2972" y="2144"/>
                      </a:lnTo>
                      <a:lnTo>
                        <a:pt x="3025" y="2006"/>
                      </a:lnTo>
                      <a:lnTo>
                        <a:pt x="3067" y="1858"/>
                      </a:lnTo>
                      <a:lnTo>
                        <a:pt x="3088" y="1699"/>
                      </a:lnTo>
                      <a:lnTo>
                        <a:pt x="3099" y="1539"/>
                      </a:lnTo>
                      <a:lnTo>
                        <a:pt x="3088" y="1380"/>
                      </a:lnTo>
                      <a:lnTo>
                        <a:pt x="3067" y="1232"/>
                      </a:lnTo>
                      <a:lnTo>
                        <a:pt x="3025" y="1083"/>
                      </a:lnTo>
                      <a:lnTo>
                        <a:pt x="2972" y="945"/>
                      </a:lnTo>
                      <a:lnTo>
                        <a:pt x="2908" y="807"/>
                      </a:lnTo>
                      <a:lnTo>
                        <a:pt x="2834" y="680"/>
                      </a:lnTo>
                      <a:lnTo>
                        <a:pt x="2738" y="563"/>
                      </a:lnTo>
                      <a:lnTo>
                        <a:pt x="2643" y="447"/>
                      </a:lnTo>
                      <a:lnTo>
                        <a:pt x="2537" y="351"/>
                      </a:lnTo>
                      <a:lnTo>
                        <a:pt x="2409" y="256"/>
                      </a:lnTo>
                      <a:lnTo>
                        <a:pt x="2282" y="181"/>
                      </a:lnTo>
                      <a:lnTo>
                        <a:pt x="2155" y="118"/>
                      </a:lnTo>
                      <a:lnTo>
                        <a:pt x="2006" y="65"/>
                      </a:lnTo>
                      <a:lnTo>
                        <a:pt x="1857" y="33"/>
                      </a:lnTo>
                      <a:lnTo>
                        <a:pt x="1709"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0" name="Google Shape;3870;p179"/>
                <p:cNvSpPr/>
                <p:nvPr/>
              </p:nvSpPr>
              <p:spPr>
                <a:xfrm>
                  <a:off x="2550475" y="2038325"/>
                  <a:ext cx="77500" cy="77225"/>
                </a:xfrm>
                <a:custGeom>
                  <a:avLst/>
                  <a:gdLst/>
                  <a:ahLst/>
                  <a:cxnLst/>
                  <a:rect l="l" t="t" r="r" b="b"/>
                  <a:pathLst>
                    <a:path w="3100" h="3089" extrusionOk="0">
                      <a:moveTo>
                        <a:pt x="1" y="1"/>
                      </a:moveTo>
                      <a:lnTo>
                        <a:pt x="1" y="3089"/>
                      </a:lnTo>
                      <a:lnTo>
                        <a:pt x="3099" y="3089"/>
                      </a:lnTo>
                      <a:lnTo>
                        <a:pt x="3099"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1" name="Google Shape;3871;p179"/>
                <p:cNvSpPr/>
                <p:nvPr/>
              </p:nvSpPr>
              <p:spPr>
                <a:xfrm>
                  <a:off x="2651549" y="2022150"/>
                  <a:ext cx="109325" cy="109325"/>
                </a:xfrm>
                <a:custGeom>
                  <a:avLst/>
                  <a:gdLst/>
                  <a:ahLst/>
                  <a:cxnLst/>
                  <a:rect l="l" t="t" r="r" b="b"/>
                  <a:pathLst>
                    <a:path w="4373" h="4373" extrusionOk="0">
                      <a:moveTo>
                        <a:pt x="2186" y="1"/>
                      </a:moveTo>
                      <a:lnTo>
                        <a:pt x="0" y="2186"/>
                      </a:lnTo>
                      <a:lnTo>
                        <a:pt x="2186" y="4372"/>
                      </a:lnTo>
                      <a:lnTo>
                        <a:pt x="4372" y="2186"/>
                      </a:lnTo>
                      <a:lnTo>
                        <a:pt x="2186"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3872" name="Google Shape;3872;p179"/>
            <p:cNvSpPr txBox="1"/>
            <p:nvPr/>
          </p:nvSpPr>
          <p:spPr>
            <a:xfrm>
              <a:off x="433419" y="1129352"/>
              <a:ext cx="2677500" cy="431100"/>
            </a:xfrm>
            <a:prstGeom prst="rect">
              <a:avLst/>
            </a:prstGeom>
            <a:noFill/>
            <a:ln>
              <a:noFill/>
            </a:ln>
          </p:spPr>
          <p:txBody>
            <a:bodyPr spcFirstLastPara="1" wrap="square" lIns="91425" tIns="91425" rIns="91425" bIns="91425" anchor="t" anchorCtr="0">
              <a:spAutoFit/>
            </a:bodyPr>
            <a:lstStyle/>
            <a:p>
              <a:pPr marL="12700" lvl="0" indent="0" algn="ctr" rtl="0">
                <a:spcBef>
                  <a:spcPts val="0"/>
                </a:spcBef>
                <a:spcAft>
                  <a:spcPts val="0"/>
                </a:spcAft>
                <a:buNone/>
              </a:pPr>
              <a:r>
                <a:rPr lang="en" sz="800">
                  <a:solidFill>
                    <a:schemeClr val="lt2"/>
                  </a:solidFill>
                  <a:latin typeface="IBM Plex Sans"/>
                  <a:ea typeface="IBM Plex Sans"/>
                  <a:cs typeface="IBM Plex Sans"/>
                  <a:sym typeface="IBM Plex Sans"/>
                </a:rPr>
                <a:t>Developers &amp; business users collaborate to design, </a:t>
              </a:r>
              <a:br>
                <a:rPr lang="en" sz="800">
                  <a:solidFill>
                    <a:schemeClr val="lt2"/>
                  </a:solidFill>
                  <a:latin typeface="IBM Plex Sans"/>
                  <a:ea typeface="IBM Plex Sans"/>
                  <a:cs typeface="IBM Plex Sans"/>
                  <a:sym typeface="IBM Plex Sans"/>
                </a:rPr>
              </a:br>
              <a:r>
                <a:rPr lang="en" sz="800">
                  <a:solidFill>
                    <a:schemeClr val="lt2"/>
                  </a:solidFill>
                  <a:latin typeface="IBM Plex Sans"/>
                  <a:ea typeface="IBM Plex Sans"/>
                  <a:cs typeface="IBM Plex Sans"/>
                  <a:sym typeface="IBM Plex Sans"/>
                </a:rPr>
                <a:t>connect &amp; deploy processes with Camunda.</a:t>
              </a:r>
              <a:endParaRPr sz="800" b="1">
                <a:solidFill>
                  <a:schemeClr val="lt2"/>
                </a:solidFill>
                <a:latin typeface="IBM Plex Sans"/>
                <a:ea typeface="IBM Plex Sans"/>
                <a:cs typeface="IBM Plex Sans"/>
                <a:sym typeface="IBM Plex Sans"/>
              </a:endParaRPr>
            </a:p>
          </p:txBody>
        </p:sp>
        <p:sp>
          <p:nvSpPr>
            <p:cNvPr id="3873" name="Google Shape;3873;p179"/>
            <p:cNvSpPr txBox="1"/>
            <p:nvPr/>
          </p:nvSpPr>
          <p:spPr>
            <a:xfrm>
              <a:off x="1183612" y="1955177"/>
              <a:ext cx="1697100" cy="577200"/>
            </a:xfrm>
            <a:prstGeom prst="rect">
              <a:avLst/>
            </a:prstGeom>
            <a:noFill/>
            <a:ln>
              <a:noFill/>
            </a:ln>
          </p:spPr>
          <p:txBody>
            <a:bodyPr spcFirstLastPara="1" wrap="square" lIns="182875" tIns="0" rIns="0" bIns="0" anchor="t" anchorCtr="0">
              <a:spAutoFit/>
            </a:bodyPr>
            <a:lstStyle/>
            <a:p>
              <a:pPr marL="12700" lvl="0" indent="0" algn="l" rtl="0">
                <a:lnSpc>
                  <a:spcPct val="150000"/>
                </a:lnSpc>
                <a:spcBef>
                  <a:spcPts val="0"/>
                </a:spcBef>
                <a:spcAft>
                  <a:spcPts val="0"/>
                </a:spcAft>
                <a:buNone/>
              </a:pPr>
              <a:r>
                <a:rPr lang="en" sz="900" b="1" dirty="0">
                  <a:solidFill>
                    <a:schemeClr val="dk1"/>
                  </a:solidFill>
                  <a:latin typeface="IBM Plex Sans"/>
                  <a:ea typeface="IBM Plex Sans"/>
                  <a:cs typeface="IBM Plex Sans"/>
                  <a:sym typeface="IBM Plex Sans"/>
                </a:rPr>
                <a:t>Modeler</a:t>
              </a:r>
              <a:endParaRPr sz="700" dirty="0">
                <a:solidFill>
                  <a:schemeClr val="dk1"/>
                </a:solidFill>
                <a:latin typeface="IBM Plex Sans"/>
                <a:ea typeface="IBM Plex Sans"/>
                <a:cs typeface="IBM Plex Sans"/>
                <a:sym typeface="IBM Plex Sans"/>
              </a:endParaRPr>
            </a:p>
            <a:p>
              <a:pPr marL="12700" lvl="0" indent="0" algn="l" rtl="0">
                <a:spcBef>
                  <a:spcPts val="0"/>
                </a:spcBef>
                <a:spcAft>
                  <a:spcPts val="0"/>
                </a:spcAft>
                <a:buNone/>
              </a:pPr>
              <a:r>
                <a:rPr lang="en" sz="600" dirty="0">
                  <a:solidFill>
                    <a:schemeClr val="dk1"/>
                  </a:solidFill>
                  <a:latin typeface="IBM Plex Sans"/>
                  <a:ea typeface="IBM Plex Sans"/>
                  <a:cs typeface="IBM Plex Sans"/>
                  <a:sym typeface="IBM Plex Sans"/>
                </a:rPr>
                <a:t>Model &amp; deploy business process diagrams with BPMN &amp; DMN.</a:t>
              </a:r>
              <a:endParaRPr sz="600" dirty="0">
                <a:solidFill>
                  <a:schemeClr val="dk1"/>
                </a:solidFill>
                <a:latin typeface="IBM Plex Sans"/>
                <a:ea typeface="IBM Plex Sans"/>
                <a:cs typeface="IBM Plex Sans"/>
                <a:sym typeface="IBM Plex Sans"/>
              </a:endParaRPr>
            </a:p>
            <a:p>
              <a:pPr marL="12700" lvl="0" indent="0" algn="l" rtl="0">
                <a:spcBef>
                  <a:spcPts val="0"/>
                </a:spcBef>
                <a:spcAft>
                  <a:spcPts val="0"/>
                </a:spcAft>
                <a:buNone/>
              </a:pPr>
              <a:r>
                <a:rPr lang="en" sz="600" dirty="0">
                  <a:solidFill>
                    <a:schemeClr val="dk1"/>
                  </a:solidFill>
                  <a:latin typeface="IBM Plex Sans"/>
                  <a:ea typeface="IBM Plex Sans"/>
                  <a:cs typeface="IBM Plex Sans"/>
                  <a:sym typeface="IBM Plex Sans"/>
                </a:rPr>
                <a:t/>
              </a:r>
              <a:br>
                <a:rPr lang="en" sz="600" dirty="0">
                  <a:solidFill>
                    <a:schemeClr val="dk1"/>
                  </a:solidFill>
                  <a:latin typeface="IBM Plex Sans"/>
                  <a:ea typeface="IBM Plex Sans"/>
                  <a:cs typeface="IBM Plex Sans"/>
                  <a:sym typeface="IBM Plex Sans"/>
                </a:rPr>
              </a:br>
              <a:r>
                <a:rPr lang="en" sz="600" dirty="0">
                  <a:solidFill>
                    <a:schemeClr val="dk1"/>
                  </a:solidFill>
                  <a:latin typeface="IBM Plex Sans"/>
                  <a:ea typeface="IBM Plex Sans"/>
                  <a:cs typeface="IBM Plex Sans"/>
                  <a:sym typeface="IBM Plex Sans"/>
                </a:rPr>
                <a:t>Available via web and desktop app.</a:t>
              </a:r>
              <a:endParaRPr dirty="0">
                <a:solidFill>
                  <a:schemeClr val="dk1"/>
                </a:solidFill>
              </a:endParaRPr>
            </a:p>
          </p:txBody>
        </p:sp>
        <p:grpSp>
          <p:nvGrpSpPr>
            <p:cNvPr id="3874" name="Google Shape;3874;p179"/>
            <p:cNvGrpSpPr/>
            <p:nvPr/>
          </p:nvGrpSpPr>
          <p:grpSpPr>
            <a:xfrm>
              <a:off x="727870" y="3020567"/>
              <a:ext cx="2088457" cy="221400"/>
              <a:chOff x="637200" y="3212675"/>
              <a:chExt cx="1957500" cy="221400"/>
            </a:xfrm>
          </p:grpSpPr>
          <p:cxnSp>
            <p:nvCxnSpPr>
              <p:cNvPr id="3875" name="Google Shape;3875;p179"/>
              <p:cNvCxnSpPr/>
              <p:nvPr/>
            </p:nvCxnSpPr>
            <p:spPr>
              <a:xfrm>
                <a:off x="1615938" y="3212675"/>
                <a:ext cx="0" cy="110700"/>
              </a:xfrm>
              <a:prstGeom prst="straightConnector1">
                <a:avLst/>
              </a:prstGeom>
              <a:noFill/>
              <a:ln w="9525" cap="flat" cmpd="sng">
                <a:solidFill>
                  <a:schemeClr val="lt2"/>
                </a:solidFill>
                <a:prstDash val="solid"/>
                <a:round/>
                <a:headEnd type="none" w="med" len="med"/>
                <a:tailEnd type="none" w="med" len="med"/>
              </a:ln>
            </p:spPr>
          </p:cxnSp>
          <p:cxnSp>
            <p:nvCxnSpPr>
              <p:cNvPr id="3876" name="Google Shape;3876;p179"/>
              <p:cNvCxnSpPr/>
              <p:nvPr/>
            </p:nvCxnSpPr>
            <p:spPr>
              <a:xfrm rot="10800000" flipH="1">
                <a:off x="637200" y="3313963"/>
                <a:ext cx="1957500" cy="4800"/>
              </a:xfrm>
              <a:prstGeom prst="straightConnector1">
                <a:avLst/>
              </a:prstGeom>
              <a:noFill/>
              <a:ln w="9525" cap="flat" cmpd="sng">
                <a:solidFill>
                  <a:schemeClr val="lt2"/>
                </a:solidFill>
                <a:prstDash val="solid"/>
                <a:round/>
                <a:headEnd type="none" w="med" len="med"/>
                <a:tailEnd type="none" w="med" len="med"/>
              </a:ln>
            </p:spPr>
          </p:cxnSp>
          <p:cxnSp>
            <p:nvCxnSpPr>
              <p:cNvPr id="3877" name="Google Shape;3877;p179"/>
              <p:cNvCxnSpPr/>
              <p:nvPr/>
            </p:nvCxnSpPr>
            <p:spPr>
              <a:xfrm>
                <a:off x="641688" y="3323375"/>
                <a:ext cx="0" cy="110700"/>
              </a:xfrm>
              <a:prstGeom prst="straightConnector1">
                <a:avLst/>
              </a:prstGeom>
              <a:noFill/>
              <a:ln w="9525" cap="flat" cmpd="sng">
                <a:solidFill>
                  <a:schemeClr val="lt2"/>
                </a:solidFill>
                <a:prstDash val="solid"/>
                <a:round/>
                <a:headEnd type="none" w="med" len="med"/>
                <a:tailEnd type="none" w="med" len="med"/>
              </a:ln>
            </p:spPr>
          </p:cxnSp>
          <p:cxnSp>
            <p:nvCxnSpPr>
              <p:cNvPr id="3878" name="Google Shape;3878;p179"/>
              <p:cNvCxnSpPr/>
              <p:nvPr/>
            </p:nvCxnSpPr>
            <p:spPr>
              <a:xfrm>
                <a:off x="1615938" y="3296388"/>
                <a:ext cx="0" cy="110700"/>
              </a:xfrm>
              <a:prstGeom prst="straightConnector1">
                <a:avLst/>
              </a:prstGeom>
              <a:noFill/>
              <a:ln w="9525" cap="flat" cmpd="sng">
                <a:solidFill>
                  <a:schemeClr val="lt2"/>
                </a:solidFill>
                <a:prstDash val="solid"/>
                <a:round/>
                <a:headEnd type="none" w="med" len="med"/>
                <a:tailEnd type="none" w="med" len="med"/>
              </a:ln>
            </p:spPr>
          </p:cxnSp>
          <p:cxnSp>
            <p:nvCxnSpPr>
              <p:cNvPr id="3879" name="Google Shape;3879;p179"/>
              <p:cNvCxnSpPr/>
              <p:nvPr/>
            </p:nvCxnSpPr>
            <p:spPr>
              <a:xfrm>
                <a:off x="2589925" y="3317263"/>
                <a:ext cx="0" cy="110700"/>
              </a:xfrm>
              <a:prstGeom prst="straightConnector1">
                <a:avLst/>
              </a:prstGeom>
              <a:noFill/>
              <a:ln w="9525" cap="flat" cmpd="sng">
                <a:solidFill>
                  <a:schemeClr val="lt2"/>
                </a:solidFill>
                <a:prstDash val="solid"/>
                <a:round/>
                <a:headEnd type="none" w="med" len="med"/>
                <a:tailEnd type="none" w="med" len="med"/>
              </a:ln>
            </p:spPr>
          </p:cxnSp>
        </p:grpSp>
        <p:grpSp>
          <p:nvGrpSpPr>
            <p:cNvPr id="3880" name="Google Shape;3880;p179"/>
            <p:cNvGrpSpPr/>
            <p:nvPr/>
          </p:nvGrpSpPr>
          <p:grpSpPr>
            <a:xfrm>
              <a:off x="2589755" y="3387419"/>
              <a:ext cx="457200" cy="457200"/>
              <a:chOff x="2597511" y="3997306"/>
              <a:chExt cx="457200" cy="457200"/>
            </a:xfrm>
          </p:grpSpPr>
          <p:sp>
            <p:nvSpPr>
              <p:cNvPr id="3881" name="Google Shape;3881;p179"/>
              <p:cNvSpPr/>
              <p:nvPr/>
            </p:nvSpPr>
            <p:spPr>
              <a:xfrm>
                <a:off x="2597511" y="3997306"/>
                <a:ext cx="457200" cy="457200"/>
              </a:xfrm>
              <a:prstGeom prst="roundRect">
                <a:avLst>
                  <a:gd name="adj" fmla="val 16667"/>
                </a:avLst>
              </a:prstGeom>
              <a:solidFill>
                <a:srgbClr val="FC5D0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882" name="Google Shape;3882;p179"/>
              <p:cNvGrpSpPr/>
              <p:nvPr/>
            </p:nvGrpSpPr>
            <p:grpSpPr>
              <a:xfrm>
                <a:off x="2703060" y="4119321"/>
                <a:ext cx="246086" cy="213144"/>
                <a:chOff x="7239892" y="1958476"/>
                <a:chExt cx="338775" cy="293425"/>
              </a:xfrm>
            </p:grpSpPr>
            <p:sp>
              <p:nvSpPr>
                <p:cNvPr id="3883" name="Google Shape;3883;p179"/>
                <p:cNvSpPr/>
                <p:nvPr/>
              </p:nvSpPr>
              <p:spPr>
                <a:xfrm>
                  <a:off x="7239892" y="1958476"/>
                  <a:ext cx="338775" cy="59175"/>
                </a:xfrm>
                <a:custGeom>
                  <a:avLst/>
                  <a:gdLst/>
                  <a:ahLst/>
                  <a:cxnLst/>
                  <a:rect l="l" t="t" r="r" b="b"/>
                  <a:pathLst>
                    <a:path w="13551" h="2367" extrusionOk="0">
                      <a:moveTo>
                        <a:pt x="723" y="414"/>
                      </a:moveTo>
                      <a:lnTo>
                        <a:pt x="723" y="1953"/>
                      </a:lnTo>
                      <a:lnTo>
                        <a:pt x="436" y="1953"/>
                      </a:lnTo>
                      <a:lnTo>
                        <a:pt x="436" y="414"/>
                      </a:lnTo>
                      <a:close/>
                      <a:moveTo>
                        <a:pt x="1" y="1"/>
                      </a:moveTo>
                      <a:lnTo>
                        <a:pt x="1" y="2367"/>
                      </a:lnTo>
                      <a:lnTo>
                        <a:pt x="13551" y="2367"/>
                      </a:lnTo>
                      <a:lnTo>
                        <a:pt x="1355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4" name="Google Shape;3884;p179"/>
                <p:cNvSpPr/>
                <p:nvPr/>
              </p:nvSpPr>
              <p:spPr>
                <a:xfrm>
                  <a:off x="7239892" y="2194051"/>
                  <a:ext cx="146475" cy="57850"/>
                </a:xfrm>
                <a:custGeom>
                  <a:avLst/>
                  <a:gdLst/>
                  <a:ahLst/>
                  <a:cxnLst/>
                  <a:rect l="l" t="t" r="r" b="b"/>
                  <a:pathLst>
                    <a:path w="5859" h="2314" extrusionOk="0">
                      <a:moveTo>
                        <a:pt x="1" y="0"/>
                      </a:moveTo>
                      <a:lnTo>
                        <a:pt x="1" y="2313"/>
                      </a:lnTo>
                      <a:lnTo>
                        <a:pt x="5858" y="2313"/>
                      </a:lnTo>
                      <a:lnTo>
                        <a:pt x="585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5" name="Google Shape;3885;p179"/>
                <p:cNvSpPr/>
                <p:nvPr/>
              </p:nvSpPr>
              <p:spPr>
                <a:xfrm>
                  <a:off x="7239892" y="2076526"/>
                  <a:ext cx="338775" cy="59175"/>
                </a:xfrm>
                <a:custGeom>
                  <a:avLst/>
                  <a:gdLst/>
                  <a:ahLst/>
                  <a:cxnLst/>
                  <a:rect l="l" t="t" r="r" b="b"/>
                  <a:pathLst>
                    <a:path w="13551" h="2367" extrusionOk="0">
                      <a:moveTo>
                        <a:pt x="723" y="457"/>
                      </a:moveTo>
                      <a:lnTo>
                        <a:pt x="723" y="1995"/>
                      </a:lnTo>
                      <a:lnTo>
                        <a:pt x="436" y="1995"/>
                      </a:lnTo>
                      <a:lnTo>
                        <a:pt x="436" y="457"/>
                      </a:lnTo>
                      <a:close/>
                      <a:moveTo>
                        <a:pt x="1" y="0"/>
                      </a:moveTo>
                      <a:lnTo>
                        <a:pt x="1" y="2367"/>
                      </a:lnTo>
                      <a:lnTo>
                        <a:pt x="13551" y="2367"/>
                      </a:lnTo>
                      <a:lnTo>
                        <a:pt x="1355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3886" name="Google Shape;3886;p179"/>
            <p:cNvGrpSpPr/>
            <p:nvPr/>
          </p:nvGrpSpPr>
          <p:grpSpPr>
            <a:xfrm>
              <a:off x="509618" y="3387419"/>
              <a:ext cx="457200" cy="457200"/>
              <a:chOff x="320263" y="3511638"/>
              <a:chExt cx="457200" cy="457200"/>
            </a:xfrm>
          </p:grpSpPr>
          <p:sp>
            <p:nvSpPr>
              <p:cNvPr id="3887" name="Google Shape;3887;p179"/>
              <p:cNvSpPr/>
              <p:nvPr/>
            </p:nvSpPr>
            <p:spPr>
              <a:xfrm>
                <a:off x="320263" y="3511638"/>
                <a:ext cx="457200" cy="457200"/>
              </a:xfrm>
              <a:prstGeom prst="roundRect">
                <a:avLst>
                  <a:gd name="adj" fmla="val 16667"/>
                </a:avLst>
              </a:prstGeom>
              <a:solidFill>
                <a:srgbClr val="FC5D0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888" name="Google Shape;3888;p179"/>
              <p:cNvGrpSpPr/>
              <p:nvPr/>
            </p:nvGrpSpPr>
            <p:grpSpPr>
              <a:xfrm>
                <a:off x="402434" y="3704747"/>
                <a:ext cx="292894" cy="70999"/>
                <a:chOff x="238125" y="1991650"/>
                <a:chExt cx="7143750" cy="1731675"/>
              </a:xfrm>
            </p:grpSpPr>
            <p:sp>
              <p:nvSpPr>
                <p:cNvPr id="3889" name="Google Shape;3889;p179"/>
                <p:cNvSpPr/>
                <p:nvPr/>
              </p:nvSpPr>
              <p:spPr>
                <a:xfrm>
                  <a:off x="238125" y="2199625"/>
                  <a:ext cx="1315725" cy="1315725"/>
                </a:xfrm>
                <a:custGeom>
                  <a:avLst/>
                  <a:gdLst/>
                  <a:ahLst/>
                  <a:cxnLst/>
                  <a:rect l="l" t="t" r="r" b="b"/>
                  <a:pathLst>
                    <a:path w="52629" h="52629" extrusionOk="0">
                      <a:moveTo>
                        <a:pt x="26224" y="0"/>
                      </a:moveTo>
                      <a:lnTo>
                        <a:pt x="23511" y="181"/>
                      </a:lnTo>
                      <a:lnTo>
                        <a:pt x="20979" y="543"/>
                      </a:lnTo>
                      <a:lnTo>
                        <a:pt x="18447" y="1085"/>
                      </a:lnTo>
                      <a:lnTo>
                        <a:pt x="16096" y="1990"/>
                      </a:lnTo>
                      <a:lnTo>
                        <a:pt x="13745" y="3075"/>
                      </a:lnTo>
                      <a:lnTo>
                        <a:pt x="11575" y="4522"/>
                      </a:lnTo>
                      <a:lnTo>
                        <a:pt x="9585" y="5968"/>
                      </a:lnTo>
                      <a:lnTo>
                        <a:pt x="7596" y="7777"/>
                      </a:lnTo>
                      <a:lnTo>
                        <a:pt x="5968" y="9586"/>
                      </a:lnTo>
                      <a:lnTo>
                        <a:pt x="4341" y="11575"/>
                      </a:lnTo>
                      <a:lnTo>
                        <a:pt x="3075" y="13745"/>
                      </a:lnTo>
                      <a:lnTo>
                        <a:pt x="1989" y="16096"/>
                      </a:lnTo>
                      <a:lnTo>
                        <a:pt x="1085" y="18447"/>
                      </a:lnTo>
                      <a:lnTo>
                        <a:pt x="362" y="20979"/>
                      </a:lnTo>
                      <a:lnTo>
                        <a:pt x="0" y="23692"/>
                      </a:lnTo>
                      <a:lnTo>
                        <a:pt x="0" y="26405"/>
                      </a:lnTo>
                      <a:lnTo>
                        <a:pt x="0" y="29118"/>
                      </a:lnTo>
                      <a:lnTo>
                        <a:pt x="362" y="31650"/>
                      </a:lnTo>
                      <a:lnTo>
                        <a:pt x="1085" y="34182"/>
                      </a:lnTo>
                      <a:lnTo>
                        <a:pt x="1989" y="36533"/>
                      </a:lnTo>
                      <a:lnTo>
                        <a:pt x="3075" y="38884"/>
                      </a:lnTo>
                      <a:lnTo>
                        <a:pt x="4341" y="41054"/>
                      </a:lnTo>
                      <a:lnTo>
                        <a:pt x="5968" y="43043"/>
                      </a:lnTo>
                      <a:lnTo>
                        <a:pt x="7596" y="45033"/>
                      </a:lnTo>
                      <a:lnTo>
                        <a:pt x="9585" y="46661"/>
                      </a:lnTo>
                      <a:lnTo>
                        <a:pt x="11575" y="48288"/>
                      </a:lnTo>
                      <a:lnTo>
                        <a:pt x="13745" y="49554"/>
                      </a:lnTo>
                      <a:lnTo>
                        <a:pt x="16096" y="50639"/>
                      </a:lnTo>
                      <a:lnTo>
                        <a:pt x="18447" y="51544"/>
                      </a:lnTo>
                      <a:lnTo>
                        <a:pt x="20979" y="52086"/>
                      </a:lnTo>
                      <a:lnTo>
                        <a:pt x="23511" y="52629"/>
                      </a:lnTo>
                      <a:lnTo>
                        <a:pt x="28937" y="52629"/>
                      </a:lnTo>
                      <a:lnTo>
                        <a:pt x="31650" y="52086"/>
                      </a:lnTo>
                      <a:lnTo>
                        <a:pt x="34181" y="51544"/>
                      </a:lnTo>
                      <a:lnTo>
                        <a:pt x="36533" y="50639"/>
                      </a:lnTo>
                      <a:lnTo>
                        <a:pt x="38884" y="49554"/>
                      </a:lnTo>
                      <a:lnTo>
                        <a:pt x="41054" y="48288"/>
                      </a:lnTo>
                      <a:lnTo>
                        <a:pt x="43043" y="46661"/>
                      </a:lnTo>
                      <a:lnTo>
                        <a:pt x="44852" y="45033"/>
                      </a:lnTo>
                      <a:lnTo>
                        <a:pt x="46660" y="43043"/>
                      </a:lnTo>
                      <a:lnTo>
                        <a:pt x="48107" y="41054"/>
                      </a:lnTo>
                      <a:lnTo>
                        <a:pt x="49373" y="38884"/>
                      </a:lnTo>
                      <a:lnTo>
                        <a:pt x="50639" y="36533"/>
                      </a:lnTo>
                      <a:lnTo>
                        <a:pt x="51544" y="34182"/>
                      </a:lnTo>
                      <a:lnTo>
                        <a:pt x="52086" y="31650"/>
                      </a:lnTo>
                      <a:lnTo>
                        <a:pt x="52448" y="29118"/>
                      </a:lnTo>
                      <a:lnTo>
                        <a:pt x="52629" y="26405"/>
                      </a:lnTo>
                      <a:lnTo>
                        <a:pt x="52448" y="23692"/>
                      </a:lnTo>
                      <a:lnTo>
                        <a:pt x="52086" y="20979"/>
                      </a:lnTo>
                      <a:lnTo>
                        <a:pt x="51544" y="18447"/>
                      </a:lnTo>
                      <a:lnTo>
                        <a:pt x="50639" y="16096"/>
                      </a:lnTo>
                      <a:lnTo>
                        <a:pt x="49373" y="13745"/>
                      </a:lnTo>
                      <a:lnTo>
                        <a:pt x="48107" y="11575"/>
                      </a:lnTo>
                      <a:lnTo>
                        <a:pt x="46660" y="9586"/>
                      </a:lnTo>
                      <a:lnTo>
                        <a:pt x="44852" y="7777"/>
                      </a:lnTo>
                      <a:lnTo>
                        <a:pt x="43043" y="5968"/>
                      </a:lnTo>
                      <a:lnTo>
                        <a:pt x="41054" y="4522"/>
                      </a:lnTo>
                      <a:lnTo>
                        <a:pt x="38884" y="3075"/>
                      </a:lnTo>
                      <a:lnTo>
                        <a:pt x="36533" y="1990"/>
                      </a:lnTo>
                      <a:lnTo>
                        <a:pt x="34181" y="1085"/>
                      </a:lnTo>
                      <a:lnTo>
                        <a:pt x="31650" y="543"/>
                      </a:lnTo>
                      <a:lnTo>
                        <a:pt x="28937" y="181"/>
                      </a:lnTo>
                      <a:lnTo>
                        <a:pt x="2622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0" name="Google Shape;3890;p179"/>
                <p:cNvSpPr/>
                <p:nvPr/>
              </p:nvSpPr>
              <p:spPr>
                <a:xfrm>
                  <a:off x="6066150" y="2199625"/>
                  <a:ext cx="1315725" cy="1315725"/>
                </a:xfrm>
                <a:custGeom>
                  <a:avLst/>
                  <a:gdLst/>
                  <a:ahLst/>
                  <a:cxnLst/>
                  <a:rect l="l" t="t" r="r" b="b"/>
                  <a:pathLst>
                    <a:path w="52629" h="52629" extrusionOk="0">
                      <a:moveTo>
                        <a:pt x="26405" y="0"/>
                      </a:moveTo>
                      <a:lnTo>
                        <a:pt x="23692" y="181"/>
                      </a:lnTo>
                      <a:lnTo>
                        <a:pt x="20979" y="543"/>
                      </a:lnTo>
                      <a:lnTo>
                        <a:pt x="18448" y="1085"/>
                      </a:lnTo>
                      <a:lnTo>
                        <a:pt x="16096" y="1990"/>
                      </a:lnTo>
                      <a:lnTo>
                        <a:pt x="13745" y="3075"/>
                      </a:lnTo>
                      <a:lnTo>
                        <a:pt x="11575" y="4522"/>
                      </a:lnTo>
                      <a:lnTo>
                        <a:pt x="9586" y="5968"/>
                      </a:lnTo>
                      <a:lnTo>
                        <a:pt x="7777" y="7777"/>
                      </a:lnTo>
                      <a:lnTo>
                        <a:pt x="5969" y="9586"/>
                      </a:lnTo>
                      <a:lnTo>
                        <a:pt x="4522" y="11575"/>
                      </a:lnTo>
                      <a:lnTo>
                        <a:pt x="3256" y="13745"/>
                      </a:lnTo>
                      <a:lnTo>
                        <a:pt x="1990" y="16096"/>
                      </a:lnTo>
                      <a:lnTo>
                        <a:pt x="1266" y="18447"/>
                      </a:lnTo>
                      <a:lnTo>
                        <a:pt x="543" y="20979"/>
                      </a:lnTo>
                      <a:lnTo>
                        <a:pt x="181" y="23692"/>
                      </a:lnTo>
                      <a:lnTo>
                        <a:pt x="0" y="26405"/>
                      </a:lnTo>
                      <a:lnTo>
                        <a:pt x="181" y="29118"/>
                      </a:lnTo>
                      <a:lnTo>
                        <a:pt x="543" y="31650"/>
                      </a:lnTo>
                      <a:lnTo>
                        <a:pt x="1266" y="34182"/>
                      </a:lnTo>
                      <a:lnTo>
                        <a:pt x="1990" y="36533"/>
                      </a:lnTo>
                      <a:lnTo>
                        <a:pt x="3256" y="38884"/>
                      </a:lnTo>
                      <a:lnTo>
                        <a:pt x="4522" y="41054"/>
                      </a:lnTo>
                      <a:lnTo>
                        <a:pt x="5969" y="43043"/>
                      </a:lnTo>
                      <a:lnTo>
                        <a:pt x="7777" y="45033"/>
                      </a:lnTo>
                      <a:lnTo>
                        <a:pt x="9586" y="46661"/>
                      </a:lnTo>
                      <a:lnTo>
                        <a:pt x="11575" y="48288"/>
                      </a:lnTo>
                      <a:lnTo>
                        <a:pt x="13745" y="49554"/>
                      </a:lnTo>
                      <a:lnTo>
                        <a:pt x="16096" y="50639"/>
                      </a:lnTo>
                      <a:lnTo>
                        <a:pt x="18448" y="51544"/>
                      </a:lnTo>
                      <a:lnTo>
                        <a:pt x="20979" y="52086"/>
                      </a:lnTo>
                      <a:lnTo>
                        <a:pt x="23692" y="52629"/>
                      </a:lnTo>
                      <a:lnTo>
                        <a:pt x="29118" y="52629"/>
                      </a:lnTo>
                      <a:lnTo>
                        <a:pt x="31650" y="52086"/>
                      </a:lnTo>
                      <a:lnTo>
                        <a:pt x="34182" y="51544"/>
                      </a:lnTo>
                      <a:lnTo>
                        <a:pt x="36533" y="50639"/>
                      </a:lnTo>
                      <a:lnTo>
                        <a:pt x="38884" y="49554"/>
                      </a:lnTo>
                      <a:lnTo>
                        <a:pt x="41054" y="48288"/>
                      </a:lnTo>
                      <a:lnTo>
                        <a:pt x="43044" y="46661"/>
                      </a:lnTo>
                      <a:lnTo>
                        <a:pt x="45033" y="45033"/>
                      </a:lnTo>
                      <a:lnTo>
                        <a:pt x="46661" y="43043"/>
                      </a:lnTo>
                      <a:lnTo>
                        <a:pt x="48289" y="41054"/>
                      </a:lnTo>
                      <a:lnTo>
                        <a:pt x="49554" y="38884"/>
                      </a:lnTo>
                      <a:lnTo>
                        <a:pt x="50640" y="36533"/>
                      </a:lnTo>
                      <a:lnTo>
                        <a:pt x="51544" y="34182"/>
                      </a:lnTo>
                      <a:lnTo>
                        <a:pt x="52267" y="31650"/>
                      </a:lnTo>
                      <a:lnTo>
                        <a:pt x="52629" y="29118"/>
                      </a:lnTo>
                      <a:lnTo>
                        <a:pt x="52629" y="26405"/>
                      </a:lnTo>
                      <a:lnTo>
                        <a:pt x="52629" y="23692"/>
                      </a:lnTo>
                      <a:lnTo>
                        <a:pt x="52267" y="20979"/>
                      </a:lnTo>
                      <a:lnTo>
                        <a:pt x="51544" y="18447"/>
                      </a:lnTo>
                      <a:lnTo>
                        <a:pt x="50640" y="16096"/>
                      </a:lnTo>
                      <a:lnTo>
                        <a:pt x="49554" y="13745"/>
                      </a:lnTo>
                      <a:lnTo>
                        <a:pt x="48289" y="11575"/>
                      </a:lnTo>
                      <a:lnTo>
                        <a:pt x="46661" y="9586"/>
                      </a:lnTo>
                      <a:lnTo>
                        <a:pt x="45033" y="7777"/>
                      </a:lnTo>
                      <a:lnTo>
                        <a:pt x="43044" y="5968"/>
                      </a:lnTo>
                      <a:lnTo>
                        <a:pt x="41054" y="4522"/>
                      </a:lnTo>
                      <a:lnTo>
                        <a:pt x="38884" y="3075"/>
                      </a:lnTo>
                      <a:lnTo>
                        <a:pt x="36533" y="1990"/>
                      </a:lnTo>
                      <a:lnTo>
                        <a:pt x="34182" y="1085"/>
                      </a:lnTo>
                      <a:lnTo>
                        <a:pt x="31650" y="543"/>
                      </a:lnTo>
                      <a:lnTo>
                        <a:pt x="29118" y="181"/>
                      </a:lnTo>
                      <a:lnTo>
                        <a:pt x="2640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1" name="Google Shape;3891;p179"/>
                <p:cNvSpPr/>
                <p:nvPr/>
              </p:nvSpPr>
              <p:spPr>
                <a:xfrm>
                  <a:off x="2941875" y="1991650"/>
                  <a:ext cx="1736250" cy="1731675"/>
                </a:xfrm>
                <a:custGeom>
                  <a:avLst/>
                  <a:gdLst/>
                  <a:ahLst/>
                  <a:cxnLst/>
                  <a:rect l="l" t="t" r="r" b="b"/>
                  <a:pathLst>
                    <a:path w="69450" h="69267" extrusionOk="0">
                      <a:moveTo>
                        <a:pt x="36534" y="16639"/>
                      </a:moveTo>
                      <a:lnTo>
                        <a:pt x="38342" y="17000"/>
                      </a:lnTo>
                      <a:lnTo>
                        <a:pt x="40151" y="17362"/>
                      </a:lnTo>
                      <a:lnTo>
                        <a:pt x="41778" y="18085"/>
                      </a:lnTo>
                      <a:lnTo>
                        <a:pt x="43406" y="18809"/>
                      </a:lnTo>
                      <a:lnTo>
                        <a:pt x="44853" y="19713"/>
                      </a:lnTo>
                      <a:lnTo>
                        <a:pt x="46119" y="20798"/>
                      </a:lnTo>
                      <a:lnTo>
                        <a:pt x="47566" y="21883"/>
                      </a:lnTo>
                      <a:lnTo>
                        <a:pt x="48651" y="23149"/>
                      </a:lnTo>
                      <a:lnTo>
                        <a:pt x="49736" y="24596"/>
                      </a:lnTo>
                      <a:lnTo>
                        <a:pt x="50640" y="26043"/>
                      </a:lnTo>
                      <a:lnTo>
                        <a:pt x="51364" y="27671"/>
                      </a:lnTo>
                      <a:lnTo>
                        <a:pt x="51906" y="29298"/>
                      </a:lnTo>
                      <a:lnTo>
                        <a:pt x="52449" y="31107"/>
                      </a:lnTo>
                      <a:lnTo>
                        <a:pt x="52630" y="32735"/>
                      </a:lnTo>
                      <a:lnTo>
                        <a:pt x="52810" y="34724"/>
                      </a:lnTo>
                      <a:lnTo>
                        <a:pt x="52630" y="36532"/>
                      </a:lnTo>
                      <a:lnTo>
                        <a:pt x="52449" y="38341"/>
                      </a:lnTo>
                      <a:lnTo>
                        <a:pt x="51906" y="39969"/>
                      </a:lnTo>
                      <a:lnTo>
                        <a:pt x="51364" y="41596"/>
                      </a:lnTo>
                      <a:lnTo>
                        <a:pt x="50640" y="43224"/>
                      </a:lnTo>
                      <a:lnTo>
                        <a:pt x="49736" y="44671"/>
                      </a:lnTo>
                      <a:lnTo>
                        <a:pt x="48651" y="46118"/>
                      </a:lnTo>
                      <a:lnTo>
                        <a:pt x="47566" y="47384"/>
                      </a:lnTo>
                      <a:lnTo>
                        <a:pt x="46119" y="48650"/>
                      </a:lnTo>
                      <a:lnTo>
                        <a:pt x="44853" y="49554"/>
                      </a:lnTo>
                      <a:lnTo>
                        <a:pt x="43406" y="50458"/>
                      </a:lnTo>
                      <a:lnTo>
                        <a:pt x="41778" y="51362"/>
                      </a:lnTo>
                      <a:lnTo>
                        <a:pt x="40151" y="51905"/>
                      </a:lnTo>
                      <a:lnTo>
                        <a:pt x="38342" y="52267"/>
                      </a:lnTo>
                      <a:lnTo>
                        <a:pt x="36534" y="52628"/>
                      </a:lnTo>
                      <a:lnTo>
                        <a:pt x="32916" y="52628"/>
                      </a:lnTo>
                      <a:lnTo>
                        <a:pt x="31108" y="52267"/>
                      </a:lnTo>
                      <a:lnTo>
                        <a:pt x="29299" y="51905"/>
                      </a:lnTo>
                      <a:lnTo>
                        <a:pt x="27672" y="51362"/>
                      </a:lnTo>
                      <a:lnTo>
                        <a:pt x="26044" y="50458"/>
                      </a:lnTo>
                      <a:lnTo>
                        <a:pt x="24597" y="49554"/>
                      </a:lnTo>
                      <a:lnTo>
                        <a:pt x="23331" y="48650"/>
                      </a:lnTo>
                      <a:lnTo>
                        <a:pt x="21884" y="47384"/>
                      </a:lnTo>
                      <a:lnTo>
                        <a:pt x="20799" y="46118"/>
                      </a:lnTo>
                      <a:lnTo>
                        <a:pt x="19714" y="44671"/>
                      </a:lnTo>
                      <a:lnTo>
                        <a:pt x="18810" y="43224"/>
                      </a:lnTo>
                      <a:lnTo>
                        <a:pt x="18086" y="41596"/>
                      </a:lnTo>
                      <a:lnTo>
                        <a:pt x="17544" y="39969"/>
                      </a:lnTo>
                      <a:lnTo>
                        <a:pt x="17001" y="38341"/>
                      </a:lnTo>
                      <a:lnTo>
                        <a:pt x="16820" y="36532"/>
                      </a:lnTo>
                      <a:lnTo>
                        <a:pt x="16640" y="34724"/>
                      </a:lnTo>
                      <a:lnTo>
                        <a:pt x="16820" y="32735"/>
                      </a:lnTo>
                      <a:lnTo>
                        <a:pt x="17001" y="31107"/>
                      </a:lnTo>
                      <a:lnTo>
                        <a:pt x="17544" y="29298"/>
                      </a:lnTo>
                      <a:lnTo>
                        <a:pt x="18086" y="27671"/>
                      </a:lnTo>
                      <a:lnTo>
                        <a:pt x="18810" y="26043"/>
                      </a:lnTo>
                      <a:lnTo>
                        <a:pt x="19714" y="24596"/>
                      </a:lnTo>
                      <a:lnTo>
                        <a:pt x="20799" y="23149"/>
                      </a:lnTo>
                      <a:lnTo>
                        <a:pt x="21884" y="21883"/>
                      </a:lnTo>
                      <a:lnTo>
                        <a:pt x="23331" y="20798"/>
                      </a:lnTo>
                      <a:lnTo>
                        <a:pt x="24597" y="19713"/>
                      </a:lnTo>
                      <a:lnTo>
                        <a:pt x="26044" y="18809"/>
                      </a:lnTo>
                      <a:lnTo>
                        <a:pt x="27672" y="18085"/>
                      </a:lnTo>
                      <a:lnTo>
                        <a:pt x="29299" y="17362"/>
                      </a:lnTo>
                      <a:lnTo>
                        <a:pt x="31108" y="17000"/>
                      </a:lnTo>
                      <a:lnTo>
                        <a:pt x="32916" y="16639"/>
                      </a:lnTo>
                      <a:close/>
                      <a:moveTo>
                        <a:pt x="34725" y="0"/>
                      </a:moveTo>
                      <a:lnTo>
                        <a:pt x="31108" y="181"/>
                      </a:lnTo>
                      <a:lnTo>
                        <a:pt x="27672" y="723"/>
                      </a:lnTo>
                      <a:lnTo>
                        <a:pt x="24416" y="1628"/>
                      </a:lnTo>
                      <a:lnTo>
                        <a:pt x="21161" y="2713"/>
                      </a:lnTo>
                      <a:lnTo>
                        <a:pt x="18267" y="4160"/>
                      </a:lnTo>
                      <a:lnTo>
                        <a:pt x="15374" y="5968"/>
                      </a:lnTo>
                      <a:lnTo>
                        <a:pt x="12661" y="7958"/>
                      </a:lnTo>
                      <a:lnTo>
                        <a:pt x="10129" y="10128"/>
                      </a:lnTo>
                      <a:lnTo>
                        <a:pt x="7959" y="12660"/>
                      </a:lnTo>
                      <a:lnTo>
                        <a:pt x="5969" y="15373"/>
                      </a:lnTo>
                      <a:lnTo>
                        <a:pt x="4161" y="18085"/>
                      </a:lnTo>
                      <a:lnTo>
                        <a:pt x="2714" y="21160"/>
                      </a:lnTo>
                      <a:lnTo>
                        <a:pt x="1629" y="24415"/>
                      </a:lnTo>
                      <a:lnTo>
                        <a:pt x="724" y="27671"/>
                      </a:lnTo>
                      <a:lnTo>
                        <a:pt x="182" y="31107"/>
                      </a:lnTo>
                      <a:lnTo>
                        <a:pt x="1" y="34724"/>
                      </a:lnTo>
                      <a:lnTo>
                        <a:pt x="182" y="38160"/>
                      </a:lnTo>
                      <a:lnTo>
                        <a:pt x="724" y="41596"/>
                      </a:lnTo>
                      <a:lnTo>
                        <a:pt x="1629" y="45033"/>
                      </a:lnTo>
                      <a:lnTo>
                        <a:pt x="2714" y="48107"/>
                      </a:lnTo>
                      <a:lnTo>
                        <a:pt x="4161" y="51182"/>
                      </a:lnTo>
                      <a:lnTo>
                        <a:pt x="5969" y="54075"/>
                      </a:lnTo>
                      <a:lnTo>
                        <a:pt x="7959" y="56788"/>
                      </a:lnTo>
                      <a:lnTo>
                        <a:pt x="10129" y="59139"/>
                      </a:lnTo>
                      <a:lnTo>
                        <a:pt x="12661" y="61490"/>
                      </a:lnTo>
                      <a:lnTo>
                        <a:pt x="15374" y="63480"/>
                      </a:lnTo>
                      <a:lnTo>
                        <a:pt x="18267" y="65107"/>
                      </a:lnTo>
                      <a:lnTo>
                        <a:pt x="21161" y="66554"/>
                      </a:lnTo>
                      <a:lnTo>
                        <a:pt x="24416" y="67820"/>
                      </a:lnTo>
                      <a:lnTo>
                        <a:pt x="27672" y="68724"/>
                      </a:lnTo>
                      <a:lnTo>
                        <a:pt x="31108" y="69086"/>
                      </a:lnTo>
                      <a:lnTo>
                        <a:pt x="34725" y="69267"/>
                      </a:lnTo>
                      <a:lnTo>
                        <a:pt x="38342" y="69086"/>
                      </a:lnTo>
                      <a:lnTo>
                        <a:pt x="41778" y="68724"/>
                      </a:lnTo>
                      <a:lnTo>
                        <a:pt x="45034" y="67820"/>
                      </a:lnTo>
                      <a:lnTo>
                        <a:pt x="48289" y="66554"/>
                      </a:lnTo>
                      <a:lnTo>
                        <a:pt x="51183" y="65107"/>
                      </a:lnTo>
                      <a:lnTo>
                        <a:pt x="54076" y="63480"/>
                      </a:lnTo>
                      <a:lnTo>
                        <a:pt x="56789" y="61490"/>
                      </a:lnTo>
                      <a:lnTo>
                        <a:pt x="59321" y="59139"/>
                      </a:lnTo>
                      <a:lnTo>
                        <a:pt x="61491" y="56788"/>
                      </a:lnTo>
                      <a:lnTo>
                        <a:pt x="63481" y="54075"/>
                      </a:lnTo>
                      <a:lnTo>
                        <a:pt x="65289" y="51182"/>
                      </a:lnTo>
                      <a:lnTo>
                        <a:pt x="66736" y="48107"/>
                      </a:lnTo>
                      <a:lnTo>
                        <a:pt x="67821" y="45033"/>
                      </a:lnTo>
                      <a:lnTo>
                        <a:pt x="68726" y="41596"/>
                      </a:lnTo>
                      <a:lnTo>
                        <a:pt x="69268" y="38160"/>
                      </a:lnTo>
                      <a:lnTo>
                        <a:pt x="69449" y="34724"/>
                      </a:lnTo>
                      <a:lnTo>
                        <a:pt x="69268" y="31107"/>
                      </a:lnTo>
                      <a:lnTo>
                        <a:pt x="68726" y="27671"/>
                      </a:lnTo>
                      <a:lnTo>
                        <a:pt x="67821" y="24415"/>
                      </a:lnTo>
                      <a:lnTo>
                        <a:pt x="66736" y="21160"/>
                      </a:lnTo>
                      <a:lnTo>
                        <a:pt x="65289" y="18085"/>
                      </a:lnTo>
                      <a:lnTo>
                        <a:pt x="63481" y="15373"/>
                      </a:lnTo>
                      <a:lnTo>
                        <a:pt x="61491" y="12660"/>
                      </a:lnTo>
                      <a:lnTo>
                        <a:pt x="59321" y="10128"/>
                      </a:lnTo>
                      <a:lnTo>
                        <a:pt x="56789" y="7958"/>
                      </a:lnTo>
                      <a:lnTo>
                        <a:pt x="54076" y="5968"/>
                      </a:lnTo>
                      <a:lnTo>
                        <a:pt x="51183" y="4160"/>
                      </a:lnTo>
                      <a:lnTo>
                        <a:pt x="48289" y="2713"/>
                      </a:lnTo>
                      <a:lnTo>
                        <a:pt x="45034" y="1628"/>
                      </a:lnTo>
                      <a:lnTo>
                        <a:pt x="41778" y="723"/>
                      </a:lnTo>
                      <a:lnTo>
                        <a:pt x="38342" y="181"/>
                      </a:lnTo>
                      <a:lnTo>
                        <a:pt x="3472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2" name="Google Shape;3892;p179"/>
                <p:cNvSpPr/>
                <p:nvPr/>
              </p:nvSpPr>
              <p:spPr>
                <a:xfrm>
                  <a:off x="893700" y="2633675"/>
                  <a:ext cx="5832600" cy="452150"/>
                </a:xfrm>
                <a:custGeom>
                  <a:avLst/>
                  <a:gdLst/>
                  <a:ahLst/>
                  <a:cxnLst/>
                  <a:rect l="l" t="t" r="r" b="b"/>
                  <a:pathLst>
                    <a:path w="233304" h="18086" extrusionOk="0">
                      <a:moveTo>
                        <a:pt x="1" y="0"/>
                      </a:moveTo>
                      <a:lnTo>
                        <a:pt x="1" y="18086"/>
                      </a:lnTo>
                      <a:lnTo>
                        <a:pt x="90247" y="18086"/>
                      </a:lnTo>
                      <a:lnTo>
                        <a:pt x="90247" y="0"/>
                      </a:lnTo>
                      <a:close/>
                      <a:moveTo>
                        <a:pt x="143057" y="0"/>
                      </a:moveTo>
                      <a:lnTo>
                        <a:pt x="143057" y="18086"/>
                      </a:lnTo>
                      <a:lnTo>
                        <a:pt x="233303" y="18086"/>
                      </a:lnTo>
                      <a:lnTo>
                        <a:pt x="23330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3893" name="Google Shape;3893;p179"/>
            <p:cNvGrpSpPr/>
            <p:nvPr/>
          </p:nvGrpSpPr>
          <p:grpSpPr>
            <a:xfrm>
              <a:off x="1543579" y="3387419"/>
              <a:ext cx="457200" cy="457200"/>
              <a:chOff x="1387362" y="3490439"/>
              <a:chExt cx="457200" cy="457200"/>
            </a:xfrm>
          </p:grpSpPr>
          <p:sp>
            <p:nvSpPr>
              <p:cNvPr id="3894" name="Google Shape;3894;p179"/>
              <p:cNvSpPr/>
              <p:nvPr/>
            </p:nvSpPr>
            <p:spPr>
              <a:xfrm>
                <a:off x="1387362" y="3490439"/>
                <a:ext cx="457200" cy="457200"/>
              </a:xfrm>
              <a:prstGeom prst="roundRect">
                <a:avLst>
                  <a:gd name="adj" fmla="val 16667"/>
                </a:avLst>
              </a:prstGeom>
              <a:solidFill>
                <a:srgbClr val="FC5D0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895" name="Google Shape;3895;p179"/>
              <p:cNvGrpSpPr/>
              <p:nvPr/>
            </p:nvGrpSpPr>
            <p:grpSpPr>
              <a:xfrm>
                <a:off x="1469609" y="3601177"/>
                <a:ext cx="292669" cy="235744"/>
                <a:chOff x="558125" y="238125"/>
                <a:chExt cx="6503750" cy="5238750"/>
              </a:xfrm>
            </p:grpSpPr>
            <p:sp>
              <p:nvSpPr>
                <p:cNvPr id="3896" name="Google Shape;3896;p179"/>
                <p:cNvSpPr/>
                <p:nvPr/>
              </p:nvSpPr>
              <p:spPr>
                <a:xfrm>
                  <a:off x="558125" y="4263575"/>
                  <a:ext cx="1218000" cy="1213300"/>
                </a:xfrm>
                <a:custGeom>
                  <a:avLst/>
                  <a:gdLst/>
                  <a:ahLst/>
                  <a:cxnLst/>
                  <a:rect l="l" t="t" r="r" b="b"/>
                  <a:pathLst>
                    <a:path w="48720" h="48532" extrusionOk="0">
                      <a:moveTo>
                        <a:pt x="24454" y="1"/>
                      </a:moveTo>
                      <a:lnTo>
                        <a:pt x="21820" y="189"/>
                      </a:lnTo>
                      <a:lnTo>
                        <a:pt x="19563" y="565"/>
                      </a:lnTo>
                      <a:lnTo>
                        <a:pt x="17118" y="1129"/>
                      </a:lnTo>
                      <a:lnTo>
                        <a:pt x="14860" y="1882"/>
                      </a:lnTo>
                      <a:lnTo>
                        <a:pt x="12791" y="3010"/>
                      </a:lnTo>
                      <a:lnTo>
                        <a:pt x="10722" y="4139"/>
                      </a:lnTo>
                      <a:lnTo>
                        <a:pt x="8841" y="5456"/>
                      </a:lnTo>
                      <a:lnTo>
                        <a:pt x="7148" y="7149"/>
                      </a:lnTo>
                      <a:lnTo>
                        <a:pt x="5643" y="8842"/>
                      </a:lnTo>
                      <a:lnTo>
                        <a:pt x="4326" y="10723"/>
                      </a:lnTo>
                      <a:lnTo>
                        <a:pt x="3010" y="12792"/>
                      </a:lnTo>
                      <a:lnTo>
                        <a:pt x="2069" y="14861"/>
                      </a:lnTo>
                      <a:lnTo>
                        <a:pt x="1129" y="17118"/>
                      </a:lnTo>
                      <a:lnTo>
                        <a:pt x="564" y="19376"/>
                      </a:lnTo>
                      <a:lnTo>
                        <a:pt x="188" y="21821"/>
                      </a:lnTo>
                      <a:lnTo>
                        <a:pt x="0" y="24266"/>
                      </a:lnTo>
                      <a:lnTo>
                        <a:pt x="188" y="26712"/>
                      </a:lnTo>
                      <a:lnTo>
                        <a:pt x="564" y="29157"/>
                      </a:lnTo>
                      <a:lnTo>
                        <a:pt x="1129" y="31602"/>
                      </a:lnTo>
                      <a:lnTo>
                        <a:pt x="2069" y="33672"/>
                      </a:lnTo>
                      <a:lnTo>
                        <a:pt x="3010" y="35929"/>
                      </a:lnTo>
                      <a:lnTo>
                        <a:pt x="4326" y="37810"/>
                      </a:lnTo>
                      <a:lnTo>
                        <a:pt x="5643" y="39691"/>
                      </a:lnTo>
                      <a:lnTo>
                        <a:pt x="7148" y="41384"/>
                      </a:lnTo>
                      <a:lnTo>
                        <a:pt x="8841" y="43077"/>
                      </a:lnTo>
                      <a:lnTo>
                        <a:pt x="10722" y="44394"/>
                      </a:lnTo>
                      <a:lnTo>
                        <a:pt x="12791" y="45710"/>
                      </a:lnTo>
                      <a:lnTo>
                        <a:pt x="14860" y="46651"/>
                      </a:lnTo>
                      <a:lnTo>
                        <a:pt x="17118" y="47403"/>
                      </a:lnTo>
                      <a:lnTo>
                        <a:pt x="19563" y="48156"/>
                      </a:lnTo>
                      <a:lnTo>
                        <a:pt x="21820" y="48532"/>
                      </a:lnTo>
                      <a:lnTo>
                        <a:pt x="26899" y="48532"/>
                      </a:lnTo>
                      <a:lnTo>
                        <a:pt x="29344" y="48156"/>
                      </a:lnTo>
                      <a:lnTo>
                        <a:pt x="31602" y="47403"/>
                      </a:lnTo>
                      <a:lnTo>
                        <a:pt x="33859" y="46651"/>
                      </a:lnTo>
                      <a:lnTo>
                        <a:pt x="35928" y="45710"/>
                      </a:lnTo>
                      <a:lnTo>
                        <a:pt x="37997" y="44394"/>
                      </a:lnTo>
                      <a:lnTo>
                        <a:pt x="39878" y="43077"/>
                      </a:lnTo>
                      <a:lnTo>
                        <a:pt x="41571" y="41384"/>
                      </a:lnTo>
                      <a:lnTo>
                        <a:pt x="43076" y="39691"/>
                      </a:lnTo>
                      <a:lnTo>
                        <a:pt x="44581" y="37810"/>
                      </a:lnTo>
                      <a:lnTo>
                        <a:pt x="45710" y="35929"/>
                      </a:lnTo>
                      <a:lnTo>
                        <a:pt x="46838" y="33672"/>
                      </a:lnTo>
                      <a:lnTo>
                        <a:pt x="47591" y="31602"/>
                      </a:lnTo>
                      <a:lnTo>
                        <a:pt x="48155" y="29157"/>
                      </a:lnTo>
                      <a:lnTo>
                        <a:pt x="48531" y="26712"/>
                      </a:lnTo>
                      <a:lnTo>
                        <a:pt x="48719" y="24266"/>
                      </a:lnTo>
                      <a:lnTo>
                        <a:pt x="48531" y="21821"/>
                      </a:lnTo>
                      <a:lnTo>
                        <a:pt x="48155" y="19376"/>
                      </a:lnTo>
                      <a:lnTo>
                        <a:pt x="47591" y="17118"/>
                      </a:lnTo>
                      <a:lnTo>
                        <a:pt x="46838" y="14861"/>
                      </a:lnTo>
                      <a:lnTo>
                        <a:pt x="45710" y="12792"/>
                      </a:lnTo>
                      <a:lnTo>
                        <a:pt x="44581" y="10723"/>
                      </a:lnTo>
                      <a:lnTo>
                        <a:pt x="43076" y="8842"/>
                      </a:lnTo>
                      <a:lnTo>
                        <a:pt x="41571" y="7149"/>
                      </a:lnTo>
                      <a:lnTo>
                        <a:pt x="39878" y="5456"/>
                      </a:lnTo>
                      <a:lnTo>
                        <a:pt x="37997" y="4139"/>
                      </a:lnTo>
                      <a:lnTo>
                        <a:pt x="35928" y="3010"/>
                      </a:lnTo>
                      <a:lnTo>
                        <a:pt x="33859" y="1882"/>
                      </a:lnTo>
                      <a:lnTo>
                        <a:pt x="31602" y="1129"/>
                      </a:lnTo>
                      <a:lnTo>
                        <a:pt x="29344" y="565"/>
                      </a:lnTo>
                      <a:lnTo>
                        <a:pt x="26899" y="189"/>
                      </a:lnTo>
                      <a:lnTo>
                        <a:pt x="2445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7" name="Google Shape;3897;p179"/>
                <p:cNvSpPr/>
                <p:nvPr/>
              </p:nvSpPr>
              <p:spPr>
                <a:xfrm>
                  <a:off x="5848575" y="4263575"/>
                  <a:ext cx="1213300" cy="1213300"/>
                </a:xfrm>
                <a:custGeom>
                  <a:avLst/>
                  <a:gdLst/>
                  <a:ahLst/>
                  <a:cxnLst/>
                  <a:rect l="l" t="t" r="r" b="b"/>
                  <a:pathLst>
                    <a:path w="48532" h="48532" extrusionOk="0">
                      <a:moveTo>
                        <a:pt x="24266" y="1"/>
                      </a:moveTo>
                      <a:lnTo>
                        <a:pt x="21821" y="189"/>
                      </a:lnTo>
                      <a:lnTo>
                        <a:pt x="19376" y="565"/>
                      </a:lnTo>
                      <a:lnTo>
                        <a:pt x="16930" y="1129"/>
                      </a:lnTo>
                      <a:lnTo>
                        <a:pt x="14861" y="1882"/>
                      </a:lnTo>
                      <a:lnTo>
                        <a:pt x="12604" y="3010"/>
                      </a:lnTo>
                      <a:lnTo>
                        <a:pt x="10723" y="4139"/>
                      </a:lnTo>
                      <a:lnTo>
                        <a:pt x="8842" y="5456"/>
                      </a:lnTo>
                      <a:lnTo>
                        <a:pt x="7149" y="7149"/>
                      </a:lnTo>
                      <a:lnTo>
                        <a:pt x="5456" y="8842"/>
                      </a:lnTo>
                      <a:lnTo>
                        <a:pt x="4139" y="10723"/>
                      </a:lnTo>
                      <a:lnTo>
                        <a:pt x="2822" y="12792"/>
                      </a:lnTo>
                      <a:lnTo>
                        <a:pt x="1882" y="14861"/>
                      </a:lnTo>
                      <a:lnTo>
                        <a:pt x="1129" y="17118"/>
                      </a:lnTo>
                      <a:lnTo>
                        <a:pt x="377" y="19376"/>
                      </a:lnTo>
                      <a:lnTo>
                        <a:pt x="1" y="21821"/>
                      </a:lnTo>
                      <a:lnTo>
                        <a:pt x="1" y="24266"/>
                      </a:lnTo>
                      <a:lnTo>
                        <a:pt x="1" y="26712"/>
                      </a:lnTo>
                      <a:lnTo>
                        <a:pt x="377" y="29157"/>
                      </a:lnTo>
                      <a:lnTo>
                        <a:pt x="1129" y="31602"/>
                      </a:lnTo>
                      <a:lnTo>
                        <a:pt x="1882" y="33672"/>
                      </a:lnTo>
                      <a:lnTo>
                        <a:pt x="2822" y="35929"/>
                      </a:lnTo>
                      <a:lnTo>
                        <a:pt x="4139" y="37810"/>
                      </a:lnTo>
                      <a:lnTo>
                        <a:pt x="5456" y="39691"/>
                      </a:lnTo>
                      <a:lnTo>
                        <a:pt x="7149" y="41384"/>
                      </a:lnTo>
                      <a:lnTo>
                        <a:pt x="8842" y="43077"/>
                      </a:lnTo>
                      <a:lnTo>
                        <a:pt x="10723" y="44394"/>
                      </a:lnTo>
                      <a:lnTo>
                        <a:pt x="12604" y="45710"/>
                      </a:lnTo>
                      <a:lnTo>
                        <a:pt x="14861" y="46651"/>
                      </a:lnTo>
                      <a:lnTo>
                        <a:pt x="16930" y="47403"/>
                      </a:lnTo>
                      <a:lnTo>
                        <a:pt x="19376" y="48156"/>
                      </a:lnTo>
                      <a:lnTo>
                        <a:pt x="21821" y="48532"/>
                      </a:lnTo>
                      <a:lnTo>
                        <a:pt x="26712" y="48532"/>
                      </a:lnTo>
                      <a:lnTo>
                        <a:pt x="29157" y="48156"/>
                      </a:lnTo>
                      <a:lnTo>
                        <a:pt x="31414" y="47403"/>
                      </a:lnTo>
                      <a:lnTo>
                        <a:pt x="33672" y="46651"/>
                      </a:lnTo>
                      <a:lnTo>
                        <a:pt x="35741" y="45710"/>
                      </a:lnTo>
                      <a:lnTo>
                        <a:pt x="37810" y="44394"/>
                      </a:lnTo>
                      <a:lnTo>
                        <a:pt x="39691" y="43077"/>
                      </a:lnTo>
                      <a:lnTo>
                        <a:pt x="41384" y="41384"/>
                      </a:lnTo>
                      <a:lnTo>
                        <a:pt x="43077" y="39691"/>
                      </a:lnTo>
                      <a:lnTo>
                        <a:pt x="44394" y="37810"/>
                      </a:lnTo>
                      <a:lnTo>
                        <a:pt x="45522" y="35929"/>
                      </a:lnTo>
                      <a:lnTo>
                        <a:pt x="46651" y="33672"/>
                      </a:lnTo>
                      <a:lnTo>
                        <a:pt x="47403" y="31602"/>
                      </a:lnTo>
                      <a:lnTo>
                        <a:pt x="47968" y="29157"/>
                      </a:lnTo>
                      <a:lnTo>
                        <a:pt x="48344" y="26712"/>
                      </a:lnTo>
                      <a:lnTo>
                        <a:pt x="48532" y="24266"/>
                      </a:lnTo>
                      <a:lnTo>
                        <a:pt x="48344" y="21821"/>
                      </a:lnTo>
                      <a:lnTo>
                        <a:pt x="47968" y="19376"/>
                      </a:lnTo>
                      <a:lnTo>
                        <a:pt x="47403" y="17118"/>
                      </a:lnTo>
                      <a:lnTo>
                        <a:pt x="46651" y="14861"/>
                      </a:lnTo>
                      <a:lnTo>
                        <a:pt x="45522" y="12792"/>
                      </a:lnTo>
                      <a:lnTo>
                        <a:pt x="44394" y="10723"/>
                      </a:lnTo>
                      <a:lnTo>
                        <a:pt x="43077" y="8842"/>
                      </a:lnTo>
                      <a:lnTo>
                        <a:pt x="41384" y="7149"/>
                      </a:lnTo>
                      <a:lnTo>
                        <a:pt x="39691" y="5456"/>
                      </a:lnTo>
                      <a:lnTo>
                        <a:pt x="37810" y="4139"/>
                      </a:lnTo>
                      <a:lnTo>
                        <a:pt x="35741" y="3010"/>
                      </a:lnTo>
                      <a:lnTo>
                        <a:pt x="33672" y="1882"/>
                      </a:lnTo>
                      <a:lnTo>
                        <a:pt x="31414" y="1129"/>
                      </a:lnTo>
                      <a:lnTo>
                        <a:pt x="29157" y="565"/>
                      </a:lnTo>
                      <a:lnTo>
                        <a:pt x="26712" y="189"/>
                      </a:lnTo>
                      <a:lnTo>
                        <a:pt x="2426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8" name="Google Shape;3898;p179"/>
                <p:cNvSpPr/>
                <p:nvPr/>
              </p:nvSpPr>
              <p:spPr>
                <a:xfrm>
                  <a:off x="3017600" y="238125"/>
                  <a:ext cx="1589500" cy="1589500"/>
                </a:xfrm>
                <a:custGeom>
                  <a:avLst/>
                  <a:gdLst/>
                  <a:ahLst/>
                  <a:cxnLst/>
                  <a:rect l="l" t="t" r="r" b="b"/>
                  <a:pathLst>
                    <a:path w="63580" h="63580" extrusionOk="0">
                      <a:moveTo>
                        <a:pt x="33483" y="15048"/>
                      </a:moveTo>
                      <a:lnTo>
                        <a:pt x="35176" y="15425"/>
                      </a:lnTo>
                      <a:lnTo>
                        <a:pt x="36681" y="15801"/>
                      </a:lnTo>
                      <a:lnTo>
                        <a:pt x="38186" y="16365"/>
                      </a:lnTo>
                      <a:lnTo>
                        <a:pt x="39690" y="17118"/>
                      </a:lnTo>
                      <a:lnTo>
                        <a:pt x="41195" y="17870"/>
                      </a:lnTo>
                      <a:lnTo>
                        <a:pt x="42324" y="18811"/>
                      </a:lnTo>
                      <a:lnTo>
                        <a:pt x="43641" y="19939"/>
                      </a:lnTo>
                      <a:lnTo>
                        <a:pt x="44769" y="21068"/>
                      </a:lnTo>
                      <a:lnTo>
                        <a:pt x="45710" y="22385"/>
                      </a:lnTo>
                      <a:lnTo>
                        <a:pt x="46462" y="23889"/>
                      </a:lnTo>
                      <a:lnTo>
                        <a:pt x="47215" y="25206"/>
                      </a:lnTo>
                      <a:lnTo>
                        <a:pt x="47779" y="26899"/>
                      </a:lnTo>
                      <a:lnTo>
                        <a:pt x="48155" y="28404"/>
                      </a:lnTo>
                      <a:lnTo>
                        <a:pt x="48343" y="30097"/>
                      </a:lnTo>
                      <a:lnTo>
                        <a:pt x="48531" y="31790"/>
                      </a:lnTo>
                      <a:lnTo>
                        <a:pt x="48343" y="33483"/>
                      </a:lnTo>
                      <a:lnTo>
                        <a:pt x="48155" y="35176"/>
                      </a:lnTo>
                      <a:lnTo>
                        <a:pt x="47779" y="36869"/>
                      </a:lnTo>
                      <a:lnTo>
                        <a:pt x="47215" y="38374"/>
                      </a:lnTo>
                      <a:lnTo>
                        <a:pt x="46462" y="39878"/>
                      </a:lnTo>
                      <a:lnTo>
                        <a:pt x="45710" y="41195"/>
                      </a:lnTo>
                      <a:lnTo>
                        <a:pt x="44769" y="42512"/>
                      </a:lnTo>
                      <a:lnTo>
                        <a:pt x="43641" y="43641"/>
                      </a:lnTo>
                      <a:lnTo>
                        <a:pt x="42324" y="44769"/>
                      </a:lnTo>
                      <a:lnTo>
                        <a:pt x="41195" y="45710"/>
                      </a:lnTo>
                      <a:lnTo>
                        <a:pt x="39690" y="46462"/>
                      </a:lnTo>
                      <a:lnTo>
                        <a:pt x="38186" y="47215"/>
                      </a:lnTo>
                      <a:lnTo>
                        <a:pt x="36681" y="47779"/>
                      </a:lnTo>
                      <a:lnTo>
                        <a:pt x="35176" y="48155"/>
                      </a:lnTo>
                      <a:lnTo>
                        <a:pt x="33483" y="48531"/>
                      </a:lnTo>
                      <a:lnTo>
                        <a:pt x="30097" y="48531"/>
                      </a:lnTo>
                      <a:lnTo>
                        <a:pt x="28404" y="48155"/>
                      </a:lnTo>
                      <a:lnTo>
                        <a:pt x="26711" y="47779"/>
                      </a:lnTo>
                      <a:lnTo>
                        <a:pt x="25206" y="47215"/>
                      </a:lnTo>
                      <a:lnTo>
                        <a:pt x="23702" y="46462"/>
                      </a:lnTo>
                      <a:lnTo>
                        <a:pt x="22385" y="45710"/>
                      </a:lnTo>
                      <a:lnTo>
                        <a:pt x="21068" y="44769"/>
                      </a:lnTo>
                      <a:lnTo>
                        <a:pt x="19939" y="43641"/>
                      </a:lnTo>
                      <a:lnTo>
                        <a:pt x="18811" y="42512"/>
                      </a:lnTo>
                      <a:lnTo>
                        <a:pt x="17870" y="41195"/>
                      </a:lnTo>
                      <a:lnTo>
                        <a:pt x="16930" y="39878"/>
                      </a:lnTo>
                      <a:lnTo>
                        <a:pt x="16365" y="38374"/>
                      </a:lnTo>
                      <a:lnTo>
                        <a:pt x="15801" y="36869"/>
                      </a:lnTo>
                      <a:lnTo>
                        <a:pt x="15237" y="35176"/>
                      </a:lnTo>
                      <a:lnTo>
                        <a:pt x="15049" y="33483"/>
                      </a:lnTo>
                      <a:lnTo>
                        <a:pt x="15049" y="31790"/>
                      </a:lnTo>
                      <a:lnTo>
                        <a:pt x="15049" y="30097"/>
                      </a:lnTo>
                      <a:lnTo>
                        <a:pt x="15237" y="28404"/>
                      </a:lnTo>
                      <a:lnTo>
                        <a:pt x="15801" y="26899"/>
                      </a:lnTo>
                      <a:lnTo>
                        <a:pt x="16365" y="25206"/>
                      </a:lnTo>
                      <a:lnTo>
                        <a:pt x="16930" y="23889"/>
                      </a:lnTo>
                      <a:lnTo>
                        <a:pt x="17870" y="22385"/>
                      </a:lnTo>
                      <a:lnTo>
                        <a:pt x="18811" y="21068"/>
                      </a:lnTo>
                      <a:lnTo>
                        <a:pt x="19939" y="19939"/>
                      </a:lnTo>
                      <a:lnTo>
                        <a:pt x="21068" y="18811"/>
                      </a:lnTo>
                      <a:lnTo>
                        <a:pt x="22385" y="17870"/>
                      </a:lnTo>
                      <a:lnTo>
                        <a:pt x="23702" y="17118"/>
                      </a:lnTo>
                      <a:lnTo>
                        <a:pt x="25206" y="16365"/>
                      </a:lnTo>
                      <a:lnTo>
                        <a:pt x="26711" y="15801"/>
                      </a:lnTo>
                      <a:lnTo>
                        <a:pt x="28404" y="15425"/>
                      </a:lnTo>
                      <a:lnTo>
                        <a:pt x="30097" y="15048"/>
                      </a:lnTo>
                      <a:close/>
                      <a:moveTo>
                        <a:pt x="31790" y="0"/>
                      </a:moveTo>
                      <a:lnTo>
                        <a:pt x="28404" y="188"/>
                      </a:lnTo>
                      <a:lnTo>
                        <a:pt x="25394" y="564"/>
                      </a:lnTo>
                      <a:lnTo>
                        <a:pt x="22385" y="1505"/>
                      </a:lnTo>
                      <a:lnTo>
                        <a:pt x="19375" y="2445"/>
                      </a:lnTo>
                      <a:lnTo>
                        <a:pt x="16554" y="3762"/>
                      </a:lnTo>
                      <a:lnTo>
                        <a:pt x="13920" y="5455"/>
                      </a:lnTo>
                      <a:lnTo>
                        <a:pt x="11475" y="7336"/>
                      </a:lnTo>
                      <a:lnTo>
                        <a:pt x="9217" y="9405"/>
                      </a:lnTo>
                      <a:lnTo>
                        <a:pt x="7148" y="11663"/>
                      </a:lnTo>
                      <a:lnTo>
                        <a:pt x="5455" y="14108"/>
                      </a:lnTo>
                      <a:lnTo>
                        <a:pt x="3762" y="16741"/>
                      </a:lnTo>
                      <a:lnTo>
                        <a:pt x="2446" y="19375"/>
                      </a:lnTo>
                      <a:lnTo>
                        <a:pt x="1317" y="22385"/>
                      </a:lnTo>
                      <a:lnTo>
                        <a:pt x="565" y="25394"/>
                      </a:lnTo>
                      <a:lnTo>
                        <a:pt x="0" y="28592"/>
                      </a:lnTo>
                      <a:lnTo>
                        <a:pt x="0" y="31790"/>
                      </a:lnTo>
                      <a:lnTo>
                        <a:pt x="0" y="34988"/>
                      </a:lnTo>
                      <a:lnTo>
                        <a:pt x="565" y="38186"/>
                      </a:lnTo>
                      <a:lnTo>
                        <a:pt x="1317" y="41195"/>
                      </a:lnTo>
                      <a:lnTo>
                        <a:pt x="2446" y="44205"/>
                      </a:lnTo>
                      <a:lnTo>
                        <a:pt x="3762" y="47026"/>
                      </a:lnTo>
                      <a:lnTo>
                        <a:pt x="5455" y="49660"/>
                      </a:lnTo>
                      <a:lnTo>
                        <a:pt x="7148" y="52105"/>
                      </a:lnTo>
                      <a:lnTo>
                        <a:pt x="9217" y="54363"/>
                      </a:lnTo>
                      <a:lnTo>
                        <a:pt x="11475" y="56432"/>
                      </a:lnTo>
                      <a:lnTo>
                        <a:pt x="13920" y="58125"/>
                      </a:lnTo>
                      <a:lnTo>
                        <a:pt x="16554" y="59818"/>
                      </a:lnTo>
                      <a:lnTo>
                        <a:pt x="19375" y="61134"/>
                      </a:lnTo>
                      <a:lnTo>
                        <a:pt x="22385" y="62263"/>
                      </a:lnTo>
                      <a:lnTo>
                        <a:pt x="25394" y="63015"/>
                      </a:lnTo>
                      <a:lnTo>
                        <a:pt x="28404" y="63392"/>
                      </a:lnTo>
                      <a:lnTo>
                        <a:pt x="31790" y="63580"/>
                      </a:lnTo>
                      <a:lnTo>
                        <a:pt x="34988" y="63392"/>
                      </a:lnTo>
                      <a:lnTo>
                        <a:pt x="38186" y="63015"/>
                      </a:lnTo>
                      <a:lnTo>
                        <a:pt x="41195" y="62263"/>
                      </a:lnTo>
                      <a:lnTo>
                        <a:pt x="44205" y="61134"/>
                      </a:lnTo>
                      <a:lnTo>
                        <a:pt x="46839" y="59818"/>
                      </a:lnTo>
                      <a:lnTo>
                        <a:pt x="49472" y="58125"/>
                      </a:lnTo>
                      <a:lnTo>
                        <a:pt x="51917" y="56432"/>
                      </a:lnTo>
                      <a:lnTo>
                        <a:pt x="54175" y="54363"/>
                      </a:lnTo>
                      <a:lnTo>
                        <a:pt x="56244" y="52105"/>
                      </a:lnTo>
                      <a:lnTo>
                        <a:pt x="58125" y="49660"/>
                      </a:lnTo>
                      <a:lnTo>
                        <a:pt x="59630" y="47026"/>
                      </a:lnTo>
                      <a:lnTo>
                        <a:pt x="61135" y="44205"/>
                      </a:lnTo>
                      <a:lnTo>
                        <a:pt x="62075" y="41195"/>
                      </a:lnTo>
                      <a:lnTo>
                        <a:pt x="62827" y="38186"/>
                      </a:lnTo>
                      <a:lnTo>
                        <a:pt x="63392" y="34988"/>
                      </a:lnTo>
                      <a:lnTo>
                        <a:pt x="63580" y="31790"/>
                      </a:lnTo>
                      <a:lnTo>
                        <a:pt x="63392" y="28592"/>
                      </a:lnTo>
                      <a:lnTo>
                        <a:pt x="62827" y="25394"/>
                      </a:lnTo>
                      <a:lnTo>
                        <a:pt x="62075" y="22385"/>
                      </a:lnTo>
                      <a:lnTo>
                        <a:pt x="61135" y="19375"/>
                      </a:lnTo>
                      <a:lnTo>
                        <a:pt x="59630" y="16741"/>
                      </a:lnTo>
                      <a:lnTo>
                        <a:pt x="58125" y="14108"/>
                      </a:lnTo>
                      <a:lnTo>
                        <a:pt x="56244" y="11663"/>
                      </a:lnTo>
                      <a:lnTo>
                        <a:pt x="54175" y="9405"/>
                      </a:lnTo>
                      <a:lnTo>
                        <a:pt x="51917" y="7336"/>
                      </a:lnTo>
                      <a:lnTo>
                        <a:pt x="49472" y="5455"/>
                      </a:lnTo>
                      <a:lnTo>
                        <a:pt x="46839" y="3762"/>
                      </a:lnTo>
                      <a:lnTo>
                        <a:pt x="44205" y="2445"/>
                      </a:lnTo>
                      <a:lnTo>
                        <a:pt x="41195" y="1505"/>
                      </a:lnTo>
                      <a:lnTo>
                        <a:pt x="38186" y="564"/>
                      </a:lnTo>
                      <a:lnTo>
                        <a:pt x="34988" y="188"/>
                      </a:lnTo>
                      <a:lnTo>
                        <a:pt x="3179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9" name="Google Shape;3899;p179"/>
                <p:cNvSpPr/>
                <p:nvPr/>
              </p:nvSpPr>
              <p:spPr>
                <a:xfrm>
                  <a:off x="3205700" y="4263575"/>
                  <a:ext cx="1213300" cy="1213300"/>
                </a:xfrm>
                <a:custGeom>
                  <a:avLst/>
                  <a:gdLst/>
                  <a:ahLst/>
                  <a:cxnLst/>
                  <a:rect l="l" t="t" r="r" b="b"/>
                  <a:pathLst>
                    <a:path w="48532" h="48532" extrusionOk="0">
                      <a:moveTo>
                        <a:pt x="24266" y="1"/>
                      </a:moveTo>
                      <a:lnTo>
                        <a:pt x="21821" y="189"/>
                      </a:lnTo>
                      <a:lnTo>
                        <a:pt x="19375" y="565"/>
                      </a:lnTo>
                      <a:lnTo>
                        <a:pt x="16930" y="1129"/>
                      </a:lnTo>
                      <a:lnTo>
                        <a:pt x="14673" y="1882"/>
                      </a:lnTo>
                      <a:lnTo>
                        <a:pt x="12604" y="3010"/>
                      </a:lnTo>
                      <a:lnTo>
                        <a:pt x="10722" y="4139"/>
                      </a:lnTo>
                      <a:lnTo>
                        <a:pt x="8841" y="5456"/>
                      </a:lnTo>
                      <a:lnTo>
                        <a:pt x="6960" y="7149"/>
                      </a:lnTo>
                      <a:lnTo>
                        <a:pt x="5456" y="8842"/>
                      </a:lnTo>
                      <a:lnTo>
                        <a:pt x="4139" y="10723"/>
                      </a:lnTo>
                      <a:lnTo>
                        <a:pt x="2822" y="12792"/>
                      </a:lnTo>
                      <a:lnTo>
                        <a:pt x="1881" y="14861"/>
                      </a:lnTo>
                      <a:lnTo>
                        <a:pt x="941" y="17118"/>
                      </a:lnTo>
                      <a:lnTo>
                        <a:pt x="377" y="19376"/>
                      </a:lnTo>
                      <a:lnTo>
                        <a:pt x="0" y="21821"/>
                      </a:lnTo>
                      <a:lnTo>
                        <a:pt x="0" y="24266"/>
                      </a:lnTo>
                      <a:lnTo>
                        <a:pt x="0" y="26712"/>
                      </a:lnTo>
                      <a:lnTo>
                        <a:pt x="377" y="29157"/>
                      </a:lnTo>
                      <a:lnTo>
                        <a:pt x="941" y="31602"/>
                      </a:lnTo>
                      <a:lnTo>
                        <a:pt x="1881" y="33672"/>
                      </a:lnTo>
                      <a:lnTo>
                        <a:pt x="2822" y="35929"/>
                      </a:lnTo>
                      <a:lnTo>
                        <a:pt x="4139" y="37810"/>
                      </a:lnTo>
                      <a:lnTo>
                        <a:pt x="5456" y="39691"/>
                      </a:lnTo>
                      <a:lnTo>
                        <a:pt x="6960" y="41384"/>
                      </a:lnTo>
                      <a:lnTo>
                        <a:pt x="8841" y="43077"/>
                      </a:lnTo>
                      <a:lnTo>
                        <a:pt x="10722" y="44394"/>
                      </a:lnTo>
                      <a:lnTo>
                        <a:pt x="12604" y="45710"/>
                      </a:lnTo>
                      <a:lnTo>
                        <a:pt x="14673" y="46651"/>
                      </a:lnTo>
                      <a:lnTo>
                        <a:pt x="16930" y="47403"/>
                      </a:lnTo>
                      <a:lnTo>
                        <a:pt x="19375" y="48156"/>
                      </a:lnTo>
                      <a:lnTo>
                        <a:pt x="21821" y="48532"/>
                      </a:lnTo>
                      <a:lnTo>
                        <a:pt x="26711" y="48532"/>
                      </a:lnTo>
                      <a:lnTo>
                        <a:pt x="29157" y="48156"/>
                      </a:lnTo>
                      <a:lnTo>
                        <a:pt x="31414" y="47403"/>
                      </a:lnTo>
                      <a:lnTo>
                        <a:pt x="33671" y="46651"/>
                      </a:lnTo>
                      <a:lnTo>
                        <a:pt x="35741" y="45710"/>
                      </a:lnTo>
                      <a:lnTo>
                        <a:pt x="37810" y="44394"/>
                      </a:lnTo>
                      <a:lnTo>
                        <a:pt x="39691" y="43077"/>
                      </a:lnTo>
                      <a:lnTo>
                        <a:pt x="41384" y="41384"/>
                      </a:lnTo>
                      <a:lnTo>
                        <a:pt x="42889" y="39691"/>
                      </a:lnTo>
                      <a:lnTo>
                        <a:pt x="44393" y="37810"/>
                      </a:lnTo>
                      <a:lnTo>
                        <a:pt x="45522" y="35929"/>
                      </a:lnTo>
                      <a:lnTo>
                        <a:pt x="46651" y="33672"/>
                      </a:lnTo>
                      <a:lnTo>
                        <a:pt x="47403" y="31602"/>
                      </a:lnTo>
                      <a:lnTo>
                        <a:pt x="47967" y="29157"/>
                      </a:lnTo>
                      <a:lnTo>
                        <a:pt x="48344" y="26712"/>
                      </a:lnTo>
                      <a:lnTo>
                        <a:pt x="48532" y="24266"/>
                      </a:lnTo>
                      <a:lnTo>
                        <a:pt x="48344" y="21821"/>
                      </a:lnTo>
                      <a:lnTo>
                        <a:pt x="47967" y="19376"/>
                      </a:lnTo>
                      <a:lnTo>
                        <a:pt x="47403" y="17118"/>
                      </a:lnTo>
                      <a:lnTo>
                        <a:pt x="46651" y="14861"/>
                      </a:lnTo>
                      <a:lnTo>
                        <a:pt x="45522" y="12792"/>
                      </a:lnTo>
                      <a:lnTo>
                        <a:pt x="44393" y="10723"/>
                      </a:lnTo>
                      <a:lnTo>
                        <a:pt x="42889" y="8842"/>
                      </a:lnTo>
                      <a:lnTo>
                        <a:pt x="41384" y="7149"/>
                      </a:lnTo>
                      <a:lnTo>
                        <a:pt x="39691" y="5456"/>
                      </a:lnTo>
                      <a:lnTo>
                        <a:pt x="37810" y="4139"/>
                      </a:lnTo>
                      <a:lnTo>
                        <a:pt x="35741" y="3010"/>
                      </a:lnTo>
                      <a:lnTo>
                        <a:pt x="33671" y="1882"/>
                      </a:lnTo>
                      <a:lnTo>
                        <a:pt x="31414" y="1129"/>
                      </a:lnTo>
                      <a:lnTo>
                        <a:pt x="29157" y="565"/>
                      </a:lnTo>
                      <a:lnTo>
                        <a:pt x="26711" y="189"/>
                      </a:lnTo>
                      <a:lnTo>
                        <a:pt x="2426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0" name="Google Shape;3900;p179"/>
                <p:cNvSpPr/>
                <p:nvPr/>
              </p:nvSpPr>
              <p:spPr>
                <a:xfrm>
                  <a:off x="943725" y="1489025"/>
                  <a:ext cx="5737250" cy="3381225"/>
                </a:xfrm>
                <a:custGeom>
                  <a:avLst/>
                  <a:gdLst/>
                  <a:ahLst/>
                  <a:cxnLst/>
                  <a:rect l="l" t="t" r="r" b="b"/>
                  <a:pathLst>
                    <a:path w="229490" h="135249" extrusionOk="0">
                      <a:moveTo>
                        <a:pt x="105716" y="0"/>
                      </a:moveTo>
                      <a:lnTo>
                        <a:pt x="105716" y="43076"/>
                      </a:lnTo>
                      <a:lnTo>
                        <a:pt x="1" y="43076"/>
                      </a:lnTo>
                      <a:lnTo>
                        <a:pt x="1" y="135248"/>
                      </a:lnTo>
                      <a:lnTo>
                        <a:pt x="18059" y="135248"/>
                      </a:lnTo>
                      <a:lnTo>
                        <a:pt x="18059" y="61135"/>
                      </a:lnTo>
                      <a:lnTo>
                        <a:pt x="105716" y="61135"/>
                      </a:lnTo>
                      <a:lnTo>
                        <a:pt x="105716" y="135248"/>
                      </a:lnTo>
                      <a:lnTo>
                        <a:pt x="123774" y="135248"/>
                      </a:lnTo>
                      <a:lnTo>
                        <a:pt x="123774" y="61135"/>
                      </a:lnTo>
                      <a:lnTo>
                        <a:pt x="211431" y="61135"/>
                      </a:lnTo>
                      <a:lnTo>
                        <a:pt x="211431" y="135248"/>
                      </a:lnTo>
                      <a:lnTo>
                        <a:pt x="229489" y="135248"/>
                      </a:lnTo>
                      <a:lnTo>
                        <a:pt x="229489" y="43076"/>
                      </a:lnTo>
                      <a:lnTo>
                        <a:pt x="123774" y="43076"/>
                      </a:lnTo>
                      <a:lnTo>
                        <a:pt x="12377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3901" name="Google Shape;3901;p179"/>
            <p:cNvSpPr txBox="1"/>
            <p:nvPr/>
          </p:nvSpPr>
          <p:spPr>
            <a:xfrm>
              <a:off x="339218" y="3990072"/>
              <a:ext cx="798000" cy="124200"/>
            </a:xfrm>
            <a:prstGeom prst="rect">
              <a:avLst/>
            </a:prstGeom>
            <a:noFill/>
            <a:ln>
              <a:noFill/>
            </a:ln>
          </p:spPr>
          <p:txBody>
            <a:bodyPr spcFirstLastPara="1" wrap="square" lIns="0" tIns="16175" rIns="0" bIns="0" anchor="t" anchorCtr="0">
              <a:spAutoFit/>
            </a:bodyPr>
            <a:lstStyle/>
            <a:p>
              <a:pPr marL="12700" marR="0" lvl="0" indent="0" algn="ctr" rtl="0">
                <a:lnSpc>
                  <a:spcPct val="100000"/>
                </a:lnSpc>
                <a:spcBef>
                  <a:spcPts val="0"/>
                </a:spcBef>
                <a:spcAft>
                  <a:spcPts val="0"/>
                </a:spcAft>
                <a:buNone/>
              </a:pPr>
              <a:r>
                <a:rPr lang="en" sz="700" b="1">
                  <a:solidFill>
                    <a:schemeClr val="lt2"/>
                  </a:solidFill>
                  <a:latin typeface="IBM Plex Sans"/>
                  <a:ea typeface="IBM Plex Sans"/>
                  <a:cs typeface="IBM Plex Sans"/>
                  <a:sym typeface="IBM Plex Sans"/>
                </a:rPr>
                <a:t>Connectors</a:t>
              </a:r>
              <a:endParaRPr sz="700" b="1">
                <a:solidFill>
                  <a:schemeClr val="lt2"/>
                </a:solidFill>
                <a:latin typeface="IBM Plex Sans"/>
                <a:ea typeface="IBM Plex Sans"/>
                <a:cs typeface="IBM Plex Sans"/>
                <a:sym typeface="IBM Plex Sans"/>
              </a:endParaRPr>
            </a:p>
          </p:txBody>
        </p:sp>
        <p:sp>
          <p:nvSpPr>
            <p:cNvPr id="3902" name="Google Shape;3902;p179"/>
            <p:cNvSpPr txBox="1"/>
            <p:nvPr/>
          </p:nvSpPr>
          <p:spPr>
            <a:xfrm>
              <a:off x="1210412" y="3990072"/>
              <a:ext cx="1123500" cy="124200"/>
            </a:xfrm>
            <a:prstGeom prst="rect">
              <a:avLst/>
            </a:prstGeom>
            <a:noFill/>
            <a:ln>
              <a:noFill/>
            </a:ln>
          </p:spPr>
          <p:txBody>
            <a:bodyPr spcFirstLastPara="1" wrap="square" lIns="0" tIns="16175" rIns="0" bIns="0" anchor="t" anchorCtr="0">
              <a:spAutoFit/>
            </a:bodyPr>
            <a:lstStyle/>
            <a:p>
              <a:pPr marL="12700" marR="0" lvl="0" indent="0" algn="ctr" rtl="0">
                <a:lnSpc>
                  <a:spcPct val="100000"/>
                </a:lnSpc>
                <a:spcBef>
                  <a:spcPts val="0"/>
                </a:spcBef>
                <a:spcAft>
                  <a:spcPts val="0"/>
                </a:spcAft>
                <a:buNone/>
              </a:pPr>
              <a:r>
                <a:rPr lang="en" sz="700" b="1">
                  <a:solidFill>
                    <a:schemeClr val="lt2"/>
                  </a:solidFill>
                  <a:latin typeface="IBM Plex Sans"/>
                  <a:ea typeface="IBM Plex Sans"/>
                  <a:cs typeface="IBM Plex Sans"/>
                  <a:sym typeface="IBM Plex Sans"/>
                </a:rPr>
                <a:t>Integration Framework</a:t>
              </a:r>
              <a:endParaRPr sz="700" b="1">
                <a:solidFill>
                  <a:schemeClr val="lt2"/>
                </a:solidFill>
                <a:latin typeface="IBM Plex Sans"/>
                <a:ea typeface="IBM Plex Sans"/>
                <a:cs typeface="IBM Plex Sans"/>
                <a:sym typeface="IBM Plex Sans"/>
              </a:endParaRPr>
            </a:p>
          </p:txBody>
        </p:sp>
        <p:sp>
          <p:nvSpPr>
            <p:cNvPr id="3903" name="Google Shape;3903;p179"/>
            <p:cNvSpPr txBox="1"/>
            <p:nvPr/>
          </p:nvSpPr>
          <p:spPr>
            <a:xfrm>
              <a:off x="2628905" y="3990072"/>
              <a:ext cx="378900" cy="124200"/>
            </a:xfrm>
            <a:prstGeom prst="rect">
              <a:avLst/>
            </a:prstGeom>
            <a:noFill/>
            <a:ln>
              <a:noFill/>
            </a:ln>
          </p:spPr>
          <p:txBody>
            <a:bodyPr spcFirstLastPara="1" wrap="square" lIns="0" tIns="16175" rIns="0" bIns="0" anchor="t" anchorCtr="0">
              <a:spAutoFit/>
            </a:bodyPr>
            <a:lstStyle/>
            <a:p>
              <a:pPr marL="12700" lvl="0" indent="0" algn="ctr" rtl="0">
                <a:spcBef>
                  <a:spcPts val="0"/>
                </a:spcBef>
                <a:spcAft>
                  <a:spcPts val="0"/>
                </a:spcAft>
                <a:buNone/>
              </a:pPr>
              <a:r>
                <a:rPr lang="en" sz="700" b="1">
                  <a:solidFill>
                    <a:schemeClr val="lt2"/>
                  </a:solidFill>
                  <a:latin typeface="IBM Plex Sans"/>
                  <a:ea typeface="IBM Plex Sans"/>
                  <a:cs typeface="IBM Plex Sans"/>
                  <a:sym typeface="IBM Plex Sans"/>
                </a:rPr>
                <a:t>Forms</a:t>
              </a:r>
              <a:endParaRPr sz="700" b="1">
                <a:solidFill>
                  <a:schemeClr val="lt2"/>
                </a:solidFill>
                <a:latin typeface="IBM Plex Sans"/>
                <a:ea typeface="IBM Plex Sans"/>
                <a:cs typeface="IBM Plex Sans"/>
                <a:sym typeface="IBM Plex Sans"/>
              </a:endParaRPr>
            </a:p>
          </p:txBody>
        </p:sp>
        <p:sp>
          <p:nvSpPr>
            <p:cNvPr id="3904" name="Google Shape;3904;p179"/>
            <p:cNvSpPr txBox="1"/>
            <p:nvPr/>
          </p:nvSpPr>
          <p:spPr>
            <a:xfrm>
              <a:off x="269018" y="4182155"/>
              <a:ext cx="938400" cy="477000"/>
            </a:xfrm>
            <a:prstGeom prst="rect">
              <a:avLst/>
            </a:prstGeom>
            <a:noFill/>
            <a:ln>
              <a:noFill/>
            </a:ln>
          </p:spPr>
          <p:txBody>
            <a:bodyPr spcFirstLastPara="1" wrap="square" lIns="91425" tIns="0" rIns="91425" bIns="91425" anchor="t" anchorCtr="0">
              <a:spAutoFit/>
            </a:bodyPr>
            <a:lstStyle/>
            <a:p>
              <a:pPr marL="0" lvl="0" indent="0" algn="ctr" rtl="0">
                <a:spcBef>
                  <a:spcPts val="0"/>
                </a:spcBef>
                <a:spcAft>
                  <a:spcPts val="0"/>
                </a:spcAft>
                <a:buNone/>
              </a:pPr>
              <a:r>
                <a:rPr lang="en" sz="500">
                  <a:solidFill>
                    <a:srgbClr val="B7B7B7"/>
                  </a:solidFill>
                  <a:latin typeface="IBM Plex Sans"/>
                  <a:ea typeface="IBM Plex Sans"/>
                  <a:cs typeface="IBM Plex Sans"/>
                  <a:sym typeface="IBM Plex Sans"/>
                </a:rPr>
                <a:t>Out-of-the-box integrations to easily communicate with popular enterprise applications &amp; protocols.</a:t>
              </a:r>
              <a:endParaRPr sz="500">
                <a:solidFill>
                  <a:srgbClr val="B7B7B7"/>
                </a:solidFill>
              </a:endParaRPr>
            </a:p>
          </p:txBody>
        </p:sp>
        <p:sp>
          <p:nvSpPr>
            <p:cNvPr id="3905" name="Google Shape;3905;p179"/>
            <p:cNvSpPr txBox="1"/>
            <p:nvPr/>
          </p:nvSpPr>
          <p:spPr>
            <a:xfrm>
              <a:off x="1303043" y="4182155"/>
              <a:ext cx="938400" cy="477000"/>
            </a:xfrm>
            <a:prstGeom prst="rect">
              <a:avLst/>
            </a:prstGeom>
            <a:noFill/>
            <a:ln>
              <a:noFill/>
            </a:ln>
          </p:spPr>
          <p:txBody>
            <a:bodyPr spcFirstLastPara="1" wrap="square" lIns="91425" tIns="0" rIns="91425" bIns="91425" anchor="t" anchorCtr="0">
              <a:spAutoFit/>
            </a:bodyPr>
            <a:lstStyle/>
            <a:p>
              <a:pPr marL="0" lvl="0" indent="0" algn="ctr" rtl="0">
                <a:spcBef>
                  <a:spcPts val="0"/>
                </a:spcBef>
                <a:spcAft>
                  <a:spcPts val="0"/>
                </a:spcAft>
                <a:buNone/>
              </a:pPr>
              <a:r>
                <a:rPr lang="en" sz="500">
                  <a:solidFill>
                    <a:srgbClr val="B7B7B7"/>
                  </a:solidFill>
                  <a:latin typeface="IBM Plex Sans"/>
                  <a:ea typeface="IBM Plex Sans"/>
                  <a:cs typeface="IBM Plex Sans"/>
                  <a:sym typeface="IBM Plex Sans"/>
                </a:rPr>
                <a:t>Build &amp; provision your own connectors to any system including homegrown &amp; legacy applications.</a:t>
              </a:r>
              <a:endParaRPr sz="600">
                <a:solidFill>
                  <a:srgbClr val="B7B7B7"/>
                </a:solidFill>
              </a:endParaRPr>
            </a:p>
          </p:txBody>
        </p:sp>
        <p:sp>
          <p:nvSpPr>
            <p:cNvPr id="3906" name="Google Shape;3906;p179"/>
            <p:cNvSpPr txBox="1"/>
            <p:nvPr/>
          </p:nvSpPr>
          <p:spPr>
            <a:xfrm>
              <a:off x="2349155" y="4182155"/>
              <a:ext cx="938400" cy="400200"/>
            </a:xfrm>
            <a:prstGeom prst="rect">
              <a:avLst/>
            </a:prstGeom>
            <a:noFill/>
            <a:ln>
              <a:noFill/>
            </a:ln>
          </p:spPr>
          <p:txBody>
            <a:bodyPr spcFirstLastPara="1" wrap="square" lIns="91425" tIns="0" rIns="91425" bIns="91425" anchor="t" anchorCtr="0">
              <a:spAutoFit/>
            </a:bodyPr>
            <a:lstStyle/>
            <a:p>
              <a:pPr marL="0" lvl="0" indent="0" algn="ctr" rtl="0">
                <a:spcBef>
                  <a:spcPts val="0"/>
                </a:spcBef>
                <a:spcAft>
                  <a:spcPts val="0"/>
                </a:spcAft>
                <a:buNone/>
              </a:pPr>
              <a:r>
                <a:rPr lang="en" sz="500">
                  <a:solidFill>
                    <a:srgbClr val="B7B7B7"/>
                  </a:solidFill>
                  <a:latin typeface="IBM Plex Sans"/>
                  <a:ea typeface="IBM Plex Sans"/>
                  <a:cs typeface="IBM Plex Sans"/>
                  <a:sym typeface="IBM Plex Sans"/>
                </a:rPr>
                <a:t>Drag &amp; drop creation of forms that power workflows that require human interaction.</a:t>
              </a:r>
              <a:endParaRPr sz="700">
                <a:solidFill>
                  <a:srgbClr val="B7B7B7"/>
                </a:solidFill>
              </a:endParaRPr>
            </a:p>
          </p:txBody>
        </p:sp>
      </p:grpSp>
      <p:sp>
        <p:nvSpPr>
          <p:cNvPr id="3907" name="Google Shape;3907;p179"/>
          <p:cNvSpPr txBox="1">
            <a:spLocks noGrp="1"/>
          </p:cNvSpPr>
          <p:nvPr>
            <p:ph type="sldNum" idx="12"/>
          </p:nvPr>
        </p:nvSpPr>
        <p:spPr>
          <a:xfrm>
            <a:off x="8366700" y="4805546"/>
            <a:ext cx="548700" cy="215400"/>
          </a:xfrm>
          <a:prstGeom prst="rect">
            <a:avLst/>
          </a:prstGeom>
        </p:spPr>
        <p:txBody>
          <a:bodyPr spcFirstLastPara="1" wrap="square" lIns="0" tIns="0" rIns="0" bIns="0" anchor="b" anchorCtr="0">
            <a:normAutofit/>
          </a:bodyPr>
          <a:lstStyle/>
          <a:p>
            <a:pPr marL="0" lvl="0" indent="0" algn="r" rtl="0">
              <a:spcBef>
                <a:spcPts val="0"/>
              </a:spcBef>
              <a:spcAft>
                <a:spcPts val="0"/>
              </a:spcAft>
              <a:buNone/>
            </a:pPr>
            <a:fld id="{00000000-1234-1234-1234-123412341234}" type="slidenum">
              <a:rPr lang="en"/>
              <a:t>30</a:t>
            </a:fld>
            <a:endParaRPr/>
          </a:p>
        </p:txBody>
      </p:sp>
      <p:grpSp>
        <p:nvGrpSpPr>
          <p:cNvPr id="3908" name="Google Shape;3908;p179"/>
          <p:cNvGrpSpPr/>
          <p:nvPr/>
        </p:nvGrpSpPr>
        <p:grpSpPr>
          <a:xfrm>
            <a:off x="3462176" y="950675"/>
            <a:ext cx="5535749" cy="3312631"/>
            <a:chOff x="3462176" y="950675"/>
            <a:chExt cx="5535749" cy="3312631"/>
          </a:xfrm>
        </p:grpSpPr>
        <p:pic>
          <p:nvPicPr>
            <p:cNvPr id="3909" name="Google Shape;3909;p179"/>
            <p:cNvPicPr preferRelativeResize="0"/>
            <p:nvPr/>
          </p:nvPicPr>
          <p:blipFill rotWithShape="1">
            <a:blip r:embed="rId3">
              <a:alphaModFix/>
            </a:blip>
            <a:srcRect l="465" r="475"/>
            <a:stretch/>
          </p:blipFill>
          <p:spPr>
            <a:xfrm>
              <a:off x="3462176" y="1414201"/>
              <a:ext cx="5082675" cy="2849104"/>
            </a:xfrm>
            <a:prstGeom prst="rect">
              <a:avLst/>
            </a:prstGeom>
            <a:noFill/>
            <a:ln w="9525" cap="flat" cmpd="sng">
              <a:solidFill>
                <a:schemeClr val="accent1"/>
              </a:solidFill>
              <a:prstDash val="solid"/>
              <a:round/>
              <a:headEnd type="none" w="sm" len="sm"/>
              <a:tailEnd type="none" w="sm" len="sm"/>
            </a:ln>
          </p:spPr>
        </p:pic>
        <p:sp>
          <p:nvSpPr>
            <p:cNvPr id="3910" name="Google Shape;3910;p179"/>
            <p:cNvSpPr/>
            <p:nvPr/>
          </p:nvSpPr>
          <p:spPr>
            <a:xfrm>
              <a:off x="6817500" y="981301"/>
              <a:ext cx="777300" cy="215400"/>
            </a:xfrm>
            <a:prstGeom prst="wedgeRectCallout">
              <a:avLst>
                <a:gd name="adj1" fmla="val -2058"/>
                <a:gd name="adj2" fmla="val 239600"/>
              </a:avLst>
            </a:prstGeom>
            <a:solidFill>
              <a:schemeClr val="accent1"/>
            </a:solidFill>
            <a:ln>
              <a:noFill/>
            </a:ln>
          </p:spPr>
          <p:txBody>
            <a:bodyPr spcFirstLastPara="1" wrap="square" lIns="0" tIns="0" rIns="0" bIns="0" anchor="ctr" anchorCtr="0">
              <a:noAutofit/>
            </a:bodyPr>
            <a:lstStyle/>
            <a:p>
              <a:pPr marL="0" lvl="0" indent="0" algn="ctr" rtl="0">
                <a:spcBef>
                  <a:spcPts val="0"/>
                </a:spcBef>
                <a:spcAft>
                  <a:spcPts val="0"/>
                </a:spcAft>
                <a:buNone/>
              </a:pPr>
              <a:r>
                <a:rPr lang="en" sz="600">
                  <a:solidFill>
                    <a:srgbClr val="FFFFFF"/>
                  </a:solidFill>
                  <a:latin typeface="IBM Plex Sans"/>
                  <a:ea typeface="IBM Plex Sans"/>
                  <a:cs typeface="IBM Plex Sans"/>
                  <a:sym typeface="IBM Plex Sans"/>
                </a:rPr>
                <a:t>Deploy and run </a:t>
              </a:r>
              <a:br>
                <a:rPr lang="en" sz="600">
                  <a:solidFill>
                    <a:srgbClr val="FFFFFF"/>
                  </a:solidFill>
                  <a:latin typeface="IBM Plex Sans"/>
                  <a:ea typeface="IBM Plex Sans"/>
                  <a:cs typeface="IBM Plex Sans"/>
                  <a:sym typeface="IBM Plex Sans"/>
                </a:rPr>
              </a:br>
              <a:r>
                <a:rPr lang="en" sz="600">
                  <a:solidFill>
                    <a:srgbClr val="FFFFFF"/>
                  </a:solidFill>
                  <a:latin typeface="IBM Plex Sans"/>
                  <a:ea typeface="IBM Plex Sans"/>
                  <a:cs typeface="IBM Plex Sans"/>
                  <a:sym typeface="IBM Plex Sans"/>
                </a:rPr>
                <a:t>BPMN models</a:t>
              </a:r>
              <a:endParaRPr sz="600">
                <a:solidFill>
                  <a:srgbClr val="FFFFFF"/>
                </a:solidFill>
                <a:latin typeface="IBM Plex Sans"/>
                <a:ea typeface="IBM Plex Sans"/>
                <a:cs typeface="IBM Plex Sans"/>
                <a:sym typeface="IBM Plex Sans"/>
              </a:endParaRPr>
            </a:p>
          </p:txBody>
        </p:sp>
        <p:sp>
          <p:nvSpPr>
            <p:cNvPr id="3911" name="Google Shape;3911;p179"/>
            <p:cNvSpPr/>
            <p:nvPr/>
          </p:nvSpPr>
          <p:spPr>
            <a:xfrm>
              <a:off x="8220499" y="3191305"/>
              <a:ext cx="777300" cy="269100"/>
            </a:xfrm>
            <a:prstGeom prst="wedgeRectCallout">
              <a:avLst>
                <a:gd name="adj1" fmla="val -23649"/>
                <a:gd name="adj2" fmla="val -171583"/>
              </a:avLst>
            </a:prstGeom>
            <a:solidFill>
              <a:schemeClr val="accent1"/>
            </a:solidFill>
            <a:ln>
              <a:noFill/>
            </a:ln>
          </p:spPr>
          <p:txBody>
            <a:bodyPr spcFirstLastPara="1" wrap="square" lIns="0" tIns="0" rIns="0" bIns="0" anchor="ctr" anchorCtr="0">
              <a:noAutofit/>
            </a:bodyPr>
            <a:lstStyle/>
            <a:p>
              <a:pPr marL="0" lvl="0" indent="0" algn="ctr" rtl="0">
                <a:spcBef>
                  <a:spcPts val="0"/>
                </a:spcBef>
                <a:spcAft>
                  <a:spcPts val="0"/>
                </a:spcAft>
                <a:buNone/>
              </a:pPr>
              <a:r>
                <a:rPr lang="en" sz="600">
                  <a:solidFill>
                    <a:srgbClr val="FFFFFF"/>
                  </a:solidFill>
                  <a:latin typeface="IBM Plex Sans"/>
                  <a:ea typeface="IBM Plex Sans"/>
                  <a:cs typeface="IBM Plex Sans"/>
                  <a:sym typeface="IBM Plex Sans"/>
                </a:rPr>
                <a:t>Improved properties panel</a:t>
              </a:r>
              <a:endParaRPr sz="600">
                <a:solidFill>
                  <a:srgbClr val="FFFFFF"/>
                </a:solidFill>
                <a:latin typeface="IBM Plex Sans"/>
                <a:ea typeface="IBM Plex Sans"/>
                <a:cs typeface="IBM Plex Sans"/>
                <a:sym typeface="IBM Plex Sans"/>
              </a:endParaRPr>
            </a:p>
          </p:txBody>
        </p:sp>
        <p:sp>
          <p:nvSpPr>
            <p:cNvPr id="3912" name="Google Shape;3912;p179"/>
            <p:cNvSpPr/>
            <p:nvPr/>
          </p:nvSpPr>
          <p:spPr>
            <a:xfrm>
              <a:off x="8057075" y="950675"/>
              <a:ext cx="821400" cy="282900"/>
            </a:xfrm>
            <a:prstGeom prst="wedgeRectCallout">
              <a:avLst>
                <a:gd name="adj1" fmla="val -44378"/>
                <a:gd name="adj2" fmla="val 194719"/>
              </a:avLst>
            </a:prstGeom>
            <a:solidFill>
              <a:schemeClr val="accent1"/>
            </a:solidFill>
            <a:ln>
              <a:noFill/>
            </a:ln>
          </p:spPr>
          <p:txBody>
            <a:bodyPr spcFirstLastPara="1" wrap="square" lIns="0" tIns="0" rIns="0" bIns="0" anchor="ctr" anchorCtr="0">
              <a:noAutofit/>
            </a:bodyPr>
            <a:lstStyle/>
            <a:p>
              <a:pPr marL="0" lvl="0" indent="0" algn="ctr" rtl="0">
                <a:spcBef>
                  <a:spcPts val="0"/>
                </a:spcBef>
                <a:spcAft>
                  <a:spcPts val="0"/>
                </a:spcAft>
                <a:buNone/>
              </a:pPr>
              <a:r>
                <a:rPr lang="en" sz="600">
                  <a:solidFill>
                    <a:srgbClr val="FFFFFF"/>
                  </a:solidFill>
                  <a:latin typeface="IBM Plex Sans"/>
                  <a:ea typeface="IBM Plex Sans"/>
                  <a:cs typeface="IBM Plex Sans"/>
                  <a:sym typeface="IBM Plex Sans"/>
                </a:rPr>
                <a:t>Versioning and diffing of BPMN models</a:t>
              </a:r>
              <a:endParaRPr sz="600">
                <a:solidFill>
                  <a:srgbClr val="FFFFFF"/>
                </a:solidFill>
                <a:latin typeface="IBM Plex Sans"/>
                <a:ea typeface="IBM Plex Sans"/>
                <a:cs typeface="IBM Plex Sans"/>
                <a:sym typeface="IBM Plex Sans"/>
              </a:endParaRPr>
            </a:p>
          </p:txBody>
        </p:sp>
        <p:sp>
          <p:nvSpPr>
            <p:cNvPr id="3913" name="Google Shape;3913;p179"/>
            <p:cNvSpPr/>
            <p:nvPr/>
          </p:nvSpPr>
          <p:spPr>
            <a:xfrm>
              <a:off x="8176525" y="2054475"/>
              <a:ext cx="821400" cy="312300"/>
            </a:xfrm>
            <a:prstGeom prst="wedgeRectCallout">
              <a:avLst>
                <a:gd name="adj1" fmla="val -38462"/>
                <a:gd name="adj2" fmla="val -149416"/>
              </a:avLst>
            </a:prstGeom>
            <a:solidFill>
              <a:schemeClr val="accent1"/>
            </a:solidFill>
            <a:ln>
              <a:noFill/>
            </a:ln>
          </p:spPr>
          <p:txBody>
            <a:bodyPr spcFirstLastPara="1" wrap="square" lIns="0" tIns="0" rIns="0" bIns="0" anchor="ctr" anchorCtr="0">
              <a:noAutofit/>
            </a:bodyPr>
            <a:lstStyle/>
            <a:p>
              <a:pPr marL="0" lvl="0" indent="0" algn="ctr" rtl="0">
                <a:spcBef>
                  <a:spcPts val="0"/>
                </a:spcBef>
                <a:spcAft>
                  <a:spcPts val="0"/>
                </a:spcAft>
                <a:buNone/>
              </a:pPr>
              <a:r>
                <a:rPr lang="en" sz="600">
                  <a:solidFill>
                    <a:srgbClr val="FFFFFF"/>
                  </a:solidFill>
                  <a:latin typeface="IBM Plex Sans"/>
                  <a:ea typeface="IBM Plex Sans"/>
                  <a:cs typeface="IBM Plex Sans"/>
                  <a:sym typeface="IBM Plex Sans"/>
                </a:rPr>
                <a:t>Share and collaborate on BPMN models</a:t>
              </a:r>
              <a:endParaRPr sz="600">
                <a:solidFill>
                  <a:srgbClr val="FFFFFF"/>
                </a:solidFill>
                <a:latin typeface="IBM Plex Sans"/>
                <a:ea typeface="IBM Plex Sans"/>
                <a:cs typeface="IBM Plex Sans"/>
                <a:sym typeface="IBM Plex Sans"/>
              </a:endParaRPr>
            </a:p>
          </p:txBody>
        </p:sp>
        <p:sp>
          <p:nvSpPr>
            <p:cNvPr id="3914" name="Google Shape;3914;p179"/>
            <p:cNvSpPr/>
            <p:nvPr/>
          </p:nvSpPr>
          <p:spPr>
            <a:xfrm>
              <a:off x="3705946" y="2514669"/>
              <a:ext cx="777300" cy="269100"/>
            </a:xfrm>
            <a:prstGeom prst="wedgeRectCallout">
              <a:avLst>
                <a:gd name="adj1" fmla="val 717"/>
                <a:gd name="adj2" fmla="val -90869"/>
              </a:avLst>
            </a:prstGeom>
            <a:solidFill>
              <a:schemeClr val="accent1"/>
            </a:solidFill>
            <a:ln>
              <a:noFill/>
            </a:ln>
          </p:spPr>
          <p:txBody>
            <a:bodyPr spcFirstLastPara="1" wrap="square" lIns="68575" tIns="68575" rIns="68575" bIns="68575" anchor="ctr" anchorCtr="0">
              <a:noAutofit/>
            </a:bodyPr>
            <a:lstStyle/>
            <a:p>
              <a:pPr marL="0" lvl="0" indent="0" algn="ctr" rtl="0">
                <a:spcBef>
                  <a:spcPts val="0"/>
                </a:spcBef>
                <a:spcAft>
                  <a:spcPts val="0"/>
                </a:spcAft>
                <a:buNone/>
              </a:pPr>
              <a:r>
                <a:rPr lang="en" sz="600">
                  <a:solidFill>
                    <a:srgbClr val="FFFFFF"/>
                  </a:solidFill>
                  <a:latin typeface="IBM Plex Sans"/>
                  <a:ea typeface="IBM Plex Sans"/>
                  <a:cs typeface="IBM Plex Sans"/>
                  <a:sym typeface="IBM Plex Sans"/>
                </a:rPr>
                <a:t>Leave comments for collaboration</a:t>
              </a:r>
              <a:endParaRPr sz="600">
                <a:solidFill>
                  <a:srgbClr val="FFFFFF"/>
                </a:solidFill>
                <a:latin typeface="IBM Plex Sans"/>
                <a:ea typeface="IBM Plex Sans"/>
                <a:cs typeface="IBM Plex Sans"/>
                <a:sym typeface="IBM Plex Sans"/>
              </a:endParaRPr>
            </a:p>
          </p:txBody>
        </p:sp>
      </p:grpSp>
      <p:sp>
        <p:nvSpPr>
          <p:cNvPr id="3915" name="Google Shape;3915;p179"/>
          <p:cNvSpPr txBox="1"/>
          <p:nvPr/>
        </p:nvSpPr>
        <p:spPr>
          <a:xfrm>
            <a:off x="371520" y="257310"/>
            <a:ext cx="8400900" cy="5487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SzPts val="1100"/>
              <a:buNone/>
            </a:pPr>
            <a:r>
              <a:rPr lang="en" sz="2400" b="1">
                <a:solidFill>
                  <a:schemeClr val="lt1"/>
                </a:solidFill>
                <a:latin typeface="IBM Plex Sans"/>
                <a:ea typeface="IBM Plex Sans"/>
                <a:cs typeface="IBM Plex Sans"/>
                <a:sym typeface="IBM Plex Sans"/>
              </a:rPr>
              <a:t>Camunda Platform: The Universal Process Orchestrator</a:t>
            </a:r>
            <a:endParaRPr sz="2400" b="1">
              <a:solidFill>
                <a:schemeClr val="lt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862"/>
                                        </p:tgtEl>
                                        <p:attrNameLst>
                                          <p:attrName>style.visibility</p:attrName>
                                        </p:attrNameLst>
                                      </p:cBhvr>
                                      <p:to>
                                        <p:strVal val="visible"/>
                                      </p:to>
                                    </p:set>
                                    <p:animEffect transition="in" filter="fade">
                                      <p:cBhvr>
                                        <p:cTn id="7" dur="1000"/>
                                        <p:tgtEl>
                                          <p:spTgt spid="386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908"/>
                                        </p:tgtEl>
                                        <p:attrNameLst>
                                          <p:attrName>style.visibility</p:attrName>
                                        </p:attrNameLst>
                                      </p:cBhvr>
                                      <p:to>
                                        <p:strVal val="visible"/>
                                      </p:to>
                                    </p:set>
                                    <p:animEffect transition="in" filter="fade">
                                      <p:cBhvr>
                                        <p:cTn id="12" dur="1000"/>
                                        <p:tgtEl>
                                          <p:spTgt spid="390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Shape 3919"/>
        <p:cNvGrpSpPr/>
        <p:nvPr/>
      </p:nvGrpSpPr>
      <p:grpSpPr>
        <a:xfrm>
          <a:off x="0" y="0"/>
          <a:ext cx="0" cy="0"/>
          <a:chOff x="0" y="0"/>
          <a:chExt cx="0" cy="0"/>
        </a:xfrm>
      </p:grpSpPr>
      <p:grpSp>
        <p:nvGrpSpPr>
          <p:cNvPr id="3920" name="Google Shape;3920;p180"/>
          <p:cNvGrpSpPr/>
          <p:nvPr/>
        </p:nvGrpSpPr>
        <p:grpSpPr>
          <a:xfrm>
            <a:off x="269018" y="887258"/>
            <a:ext cx="3018538" cy="3771897"/>
            <a:chOff x="269018" y="887258"/>
            <a:chExt cx="3018538" cy="3771897"/>
          </a:xfrm>
        </p:grpSpPr>
        <p:sp>
          <p:nvSpPr>
            <p:cNvPr id="3921" name="Google Shape;3921;p180"/>
            <p:cNvSpPr/>
            <p:nvPr/>
          </p:nvSpPr>
          <p:spPr>
            <a:xfrm>
              <a:off x="497318" y="1725427"/>
              <a:ext cx="2549700" cy="1157400"/>
            </a:xfrm>
            <a:prstGeom prst="roundRect">
              <a:avLst>
                <a:gd name="adj" fmla="val 9104"/>
              </a:avLst>
            </a:prstGeom>
            <a:solidFill>
              <a:srgbClr val="F7F7F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2" name="Google Shape;3922;p180"/>
            <p:cNvSpPr txBox="1"/>
            <p:nvPr/>
          </p:nvSpPr>
          <p:spPr>
            <a:xfrm>
              <a:off x="1104074" y="887258"/>
              <a:ext cx="1336200" cy="246300"/>
            </a:xfrm>
            <a:prstGeom prst="rect">
              <a:avLst/>
            </a:prstGeom>
            <a:noFill/>
            <a:ln>
              <a:noFill/>
            </a:ln>
          </p:spPr>
          <p:txBody>
            <a:bodyPr spcFirstLastPara="1" wrap="square" lIns="0" tIns="0" rIns="0" bIns="0" anchor="t" anchorCtr="0">
              <a:spAutoFit/>
            </a:bodyPr>
            <a:lstStyle/>
            <a:p>
              <a:pPr marL="0" lvl="0" indent="0" algn="ctr" rtl="0">
                <a:spcBef>
                  <a:spcPts val="0"/>
                </a:spcBef>
                <a:spcAft>
                  <a:spcPts val="0"/>
                </a:spcAft>
                <a:buNone/>
              </a:pPr>
              <a:r>
                <a:rPr lang="en" sz="1600" b="1">
                  <a:solidFill>
                    <a:srgbClr val="FC5D0D"/>
                  </a:solidFill>
                  <a:latin typeface="IBM Plex Sans"/>
                  <a:ea typeface="IBM Plex Sans"/>
                  <a:cs typeface="IBM Plex Sans"/>
                  <a:sym typeface="IBM Plex Sans"/>
                </a:rPr>
                <a:t>Design</a:t>
              </a:r>
              <a:endParaRPr sz="1600">
                <a:solidFill>
                  <a:srgbClr val="FC5D0D"/>
                </a:solidFill>
              </a:endParaRPr>
            </a:p>
          </p:txBody>
        </p:sp>
        <p:grpSp>
          <p:nvGrpSpPr>
            <p:cNvPr id="3923" name="Google Shape;3923;p180"/>
            <p:cNvGrpSpPr/>
            <p:nvPr/>
          </p:nvGrpSpPr>
          <p:grpSpPr>
            <a:xfrm>
              <a:off x="694218" y="1955177"/>
              <a:ext cx="457193" cy="457193"/>
              <a:chOff x="1365755" y="1960425"/>
              <a:chExt cx="788400" cy="788400"/>
            </a:xfrm>
          </p:grpSpPr>
          <p:sp>
            <p:nvSpPr>
              <p:cNvPr id="3924" name="Google Shape;3924;p180"/>
              <p:cNvSpPr/>
              <p:nvPr/>
            </p:nvSpPr>
            <p:spPr>
              <a:xfrm>
                <a:off x="1365755" y="1960425"/>
                <a:ext cx="788400" cy="788400"/>
              </a:xfrm>
              <a:prstGeom prst="roundRect">
                <a:avLst>
                  <a:gd name="adj" fmla="val 16667"/>
                </a:avLst>
              </a:prstGeom>
              <a:solidFill>
                <a:srgbClr val="FC5D0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925" name="Google Shape;3925;p180"/>
              <p:cNvGrpSpPr/>
              <p:nvPr/>
            </p:nvGrpSpPr>
            <p:grpSpPr>
              <a:xfrm>
                <a:off x="1479376" y="2281793"/>
                <a:ext cx="548575" cy="142997"/>
                <a:chOff x="2443850" y="2022150"/>
                <a:chExt cx="419400" cy="109325"/>
              </a:xfrm>
            </p:grpSpPr>
            <p:sp>
              <p:nvSpPr>
                <p:cNvPr id="3926" name="Google Shape;3926;p180"/>
                <p:cNvSpPr/>
                <p:nvPr/>
              </p:nvSpPr>
              <p:spPr>
                <a:xfrm>
                  <a:off x="2443850" y="2038325"/>
                  <a:ext cx="77200" cy="77225"/>
                </a:xfrm>
                <a:custGeom>
                  <a:avLst/>
                  <a:gdLst/>
                  <a:ahLst/>
                  <a:cxnLst/>
                  <a:rect l="l" t="t" r="r" b="b"/>
                  <a:pathLst>
                    <a:path w="3088" h="3089" extrusionOk="0">
                      <a:moveTo>
                        <a:pt x="1380" y="1"/>
                      </a:moveTo>
                      <a:lnTo>
                        <a:pt x="1231" y="33"/>
                      </a:lnTo>
                      <a:lnTo>
                        <a:pt x="1082" y="65"/>
                      </a:lnTo>
                      <a:lnTo>
                        <a:pt x="945" y="118"/>
                      </a:lnTo>
                      <a:lnTo>
                        <a:pt x="807" y="181"/>
                      </a:lnTo>
                      <a:lnTo>
                        <a:pt x="679" y="256"/>
                      </a:lnTo>
                      <a:lnTo>
                        <a:pt x="563" y="351"/>
                      </a:lnTo>
                      <a:lnTo>
                        <a:pt x="446" y="447"/>
                      </a:lnTo>
                      <a:lnTo>
                        <a:pt x="350" y="563"/>
                      </a:lnTo>
                      <a:lnTo>
                        <a:pt x="265" y="680"/>
                      </a:lnTo>
                      <a:lnTo>
                        <a:pt x="181" y="807"/>
                      </a:lnTo>
                      <a:lnTo>
                        <a:pt x="117" y="945"/>
                      </a:lnTo>
                      <a:lnTo>
                        <a:pt x="64" y="1083"/>
                      </a:lnTo>
                      <a:lnTo>
                        <a:pt x="32" y="1232"/>
                      </a:lnTo>
                      <a:lnTo>
                        <a:pt x="0" y="1380"/>
                      </a:lnTo>
                      <a:lnTo>
                        <a:pt x="0" y="1539"/>
                      </a:lnTo>
                      <a:lnTo>
                        <a:pt x="0" y="1699"/>
                      </a:lnTo>
                      <a:lnTo>
                        <a:pt x="32" y="1858"/>
                      </a:lnTo>
                      <a:lnTo>
                        <a:pt x="64" y="2006"/>
                      </a:lnTo>
                      <a:lnTo>
                        <a:pt x="117" y="2144"/>
                      </a:lnTo>
                      <a:lnTo>
                        <a:pt x="181" y="2282"/>
                      </a:lnTo>
                      <a:lnTo>
                        <a:pt x="265" y="2410"/>
                      </a:lnTo>
                      <a:lnTo>
                        <a:pt x="350" y="2526"/>
                      </a:lnTo>
                      <a:lnTo>
                        <a:pt x="446" y="2632"/>
                      </a:lnTo>
                      <a:lnTo>
                        <a:pt x="563" y="2738"/>
                      </a:lnTo>
                      <a:lnTo>
                        <a:pt x="679" y="2823"/>
                      </a:lnTo>
                      <a:lnTo>
                        <a:pt x="807" y="2898"/>
                      </a:lnTo>
                      <a:lnTo>
                        <a:pt x="945" y="2972"/>
                      </a:lnTo>
                      <a:lnTo>
                        <a:pt x="1082" y="3025"/>
                      </a:lnTo>
                      <a:lnTo>
                        <a:pt x="1231" y="3057"/>
                      </a:lnTo>
                      <a:lnTo>
                        <a:pt x="1380" y="3078"/>
                      </a:lnTo>
                      <a:lnTo>
                        <a:pt x="1539" y="3089"/>
                      </a:lnTo>
                      <a:lnTo>
                        <a:pt x="1698" y="3078"/>
                      </a:lnTo>
                      <a:lnTo>
                        <a:pt x="1857" y="3057"/>
                      </a:lnTo>
                      <a:lnTo>
                        <a:pt x="2006" y="3025"/>
                      </a:lnTo>
                      <a:lnTo>
                        <a:pt x="2144" y="2972"/>
                      </a:lnTo>
                      <a:lnTo>
                        <a:pt x="2281" y="2898"/>
                      </a:lnTo>
                      <a:lnTo>
                        <a:pt x="2409" y="2823"/>
                      </a:lnTo>
                      <a:lnTo>
                        <a:pt x="2526" y="2738"/>
                      </a:lnTo>
                      <a:lnTo>
                        <a:pt x="2632" y="2632"/>
                      </a:lnTo>
                      <a:lnTo>
                        <a:pt x="2738" y="2526"/>
                      </a:lnTo>
                      <a:lnTo>
                        <a:pt x="2823" y="2410"/>
                      </a:lnTo>
                      <a:lnTo>
                        <a:pt x="2908" y="2282"/>
                      </a:lnTo>
                      <a:lnTo>
                        <a:pt x="2971" y="2144"/>
                      </a:lnTo>
                      <a:lnTo>
                        <a:pt x="3024" y="2006"/>
                      </a:lnTo>
                      <a:lnTo>
                        <a:pt x="3056" y="1858"/>
                      </a:lnTo>
                      <a:lnTo>
                        <a:pt x="3077" y="1699"/>
                      </a:lnTo>
                      <a:lnTo>
                        <a:pt x="3088" y="1539"/>
                      </a:lnTo>
                      <a:lnTo>
                        <a:pt x="3077" y="1380"/>
                      </a:lnTo>
                      <a:lnTo>
                        <a:pt x="3056" y="1232"/>
                      </a:lnTo>
                      <a:lnTo>
                        <a:pt x="3024" y="1083"/>
                      </a:lnTo>
                      <a:lnTo>
                        <a:pt x="2971" y="945"/>
                      </a:lnTo>
                      <a:lnTo>
                        <a:pt x="2908" y="807"/>
                      </a:lnTo>
                      <a:lnTo>
                        <a:pt x="2823" y="680"/>
                      </a:lnTo>
                      <a:lnTo>
                        <a:pt x="2738" y="563"/>
                      </a:lnTo>
                      <a:lnTo>
                        <a:pt x="2632" y="447"/>
                      </a:lnTo>
                      <a:lnTo>
                        <a:pt x="2526" y="351"/>
                      </a:lnTo>
                      <a:lnTo>
                        <a:pt x="2409" y="256"/>
                      </a:lnTo>
                      <a:lnTo>
                        <a:pt x="2281" y="181"/>
                      </a:lnTo>
                      <a:lnTo>
                        <a:pt x="2144" y="118"/>
                      </a:lnTo>
                      <a:lnTo>
                        <a:pt x="2006" y="65"/>
                      </a:lnTo>
                      <a:lnTo>
                        <a:pt x="1857" y="33"/>
                      </a:lnTo>
                      <a:lnTo>
                        <a:pt x="1698"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7" name="Google Shape;3927;p180"/>
                <p:cNvSpPr/>
                <p:nvPr/>
              </p:nvSpPr>
              <p:spPr>
                <a:xfrm>
                  <a:off x="2785775" y="2038325"/>
                  <a:ext cx="77475" cy="77225"/>
                </a:xfrm>
                <a:custGeom>
                  <a:avLst/>
                  <a:gdLst/>
                  <a:ahLst/>
                  <a:cxnLst/>
                  <a:rect l="l" t="t" r="r" b="b"/>
                  <a:pathLst>
                    <a:path w="3099" h="3089" extrusionOk="0">
                      <a:moveTo>
                        <a:pt x="1391" y="1"/>
                      </a:moveTo>
                      <a:lnTo>
                        <a:pt x="1231" y="33"/>
                      </a:lnTo>
                      <a:lnTo>
                        <a:pt x="1083" y="65"/>
                      </a:lnTo>
                      <a:lnTo>
                        <a:pt x="945" y="118"/>
                      </a:lnTo>
                      <a:lnTo>
                        <a:pt x="807" y="181"/>
                      </a:lnTo>
                      <a:lnTo>
                        <a:pt x="680" y="256"/>
                      </a:lnTo>
                      <a:lnTo>
                        <a:pt x="563" y="351"/>
                      </a:lnTo>
                      <a:lnTo>
                        <a:pt x="457" y="447"/>
                      </a:lnTo>
                      <a:lnTo>
                        <a:pt x="351" y="563"/>
                      </a:lnTo>
                      <a:lnTo>
                        <a:pt x="266" y="680"/>
                      </a:lnTo>
                      <a:lnTo>
                        <a:pt x="192" y="807"/>
                      </a:lnTo>
                      <a:lnTo>
                        <a:pt x="128" y="945"/>
                      </a:lnTo>
                      <a:lnTo>
                        <a:pt x="75" y="1083"/>
                      </a:lnTo>
                      <a:lnTo>
                        <a:pt x="32" y="1232"/>
                      </a:lnTo>
                      <a:lnTo>
                        <a:pt x="11" y="1380"/>
                      </a:lnTo>
                      <a:lnTo>
                        <a:pt x="1" y="1539"/>
                      </a:lnTo>
                      <a:lnTo>
                        <a:pt x="11" y="1699"/>
                      </a:lnTo>
                      <a:lnTo>
                        <a:pt x="32" y="1858"/>
                      </a:lnTo>
                      <a:lnTo>
                        <a:pt x="75" y="2006"/>
                      </a:lnTo>
                      <a:lnTo>
                        <a:pt x="128" y="2144"/>
                      </a:lnTo>
                      <a:lnTo>
                        <a:pt x="192" y="2282"/>
                      </a:lnTo>
                      <a:lnTo>
                        <a:pt x="266" y="2410"/>
                      </a:lnTo>
                      <a:lnTo>
                        <a:pt x="351" y="2526"/>
                      </a:lnTo>
                      <a:lnTo>
                        <a:pt x="457" y="2632"/>
                      </a:lnTo>
                      <a:lnTo>
                        <a:pt x="563" y="2738"/>
                      </a:lnTo>
                      <a:lnTo>
                        <a:pt x="680" y="2823"/>
                      </a:lnTo>
                      <a:lnTo>
                        <a:pt x="807" y="2898"/>
                      </a:lnTo>
                      <a:lnTo>
                        <a:pt x="945" y="2972"/>
                      </a:lnTo>
                      <a:lnTo>
                        <a:pt x="1083" y="3025"/>
                      </a:lnTo>
                      <a:lnTo>
                        <a:pt x="1231" y="3057"/>
                      </a:lnTo>
                      <a:lnTo>
                        <a:pt x="1391" y="3078"/>
                      </a:lnTo>
                      <a:lnTo>
                        <a:pt x="1550" y="3089"/>
                      </a:lnTo>
                      <a:lnTo>
                        <a:pt x="1709" y="3078"/>
                      </a:lnTo>
                      <a:lnTo>
                        <a:pt x="1857" y="3057"/>
                      </a:lnTo>
                      <a:lnTo>
                        <a:pt x="2006" y="3025"/>
                      </a:lnTo>
                      <a:lnTo>
                        <a:pt x="2155" y="2972"/>
                      </a:lnTo>
                      <a:lnTo>
                        <a:pt x="2282" y="2898"/>
                      </a:lnTo>
                      <a:lnTo>
                        <a:pt x="2409" y="2823"/>
                      </a:lnTo>
                      <a:lnTo>
                        <a:pt x="2537" y="2738"/>
                      </a:lnTo>
                      <a:lnTo>
                        <a:pt x="2643" y="2632"/>
                      </a:lnTo>
                      <a:lnTo>
                        <a:pt x="2738" y="2526"/>
                      </a:lnTo>
                      <a:lnTo>
                        <a:pt x="2834" y="2410"/>
                      </a:lnTo>
                      <a:lnTo>
                        <a:pt x="2908" y="2282"/>
                      </a:lnTo>
                      <a:lnTo>
                        <a:pt x="2972" y="2144"/>
                      </a:lnTo>
                      <a:lnTo>
                        <a:pt x="3025" y="2006"/>
                      </a:lnTo>
                      <a:lnTo>
                        <a:pt x="3067" y="1858"/>
                      </a:lnTo>
                      <a:lnTo>
                        <a:pt x="3088" y="1699"/>
                      </a:lnTo>
                      <a:lnTo>
                        <a:pt x="3099" y="1539"/>
                      </a:lnTo>
                      <a:lnTo>
                        <a:pt x="3088" y="1380"/>
                      </a:lnTo>
                      <a:lnTo>
                        <a:pt x="3067" y="1232"/>
                      </a:lnTo>
                      <a:lnTo>
                        <a:pt x="3025" y="1083"/>
                      </a:lnTo>
                      <a:lnTo>
                        <a:pt x="2972" y="945"/>
                      </a:lnTo>
                      <a:lnTo>
                        <a:pt x="2908" y="807"/>
                      </a:lnTo>
                      <a:lnTo>
                        <a:pt x="2834" y="680"/>
                      </a:lnTo>
                      <a:lnTo>
                        <a:pt x="2738" y="563"/>
                      </a:lnTo>
                      <a:lnTo>
                        <a:pt x="2643" y="447"/>
                      </a:lnTo>
                      <a:lnTo>
                        <a:pt x="2537" y="351"/>
                      </a:lnTo>
                      <a:lnTo>
                        <a:pt x="2409" y="256"/>
                      </a:lnTo>
                      <a:lnTo>
                        <a:pt x="2282" y="181"/>
                      </a:lnTo>
                      <a:lnTo>
                        <a:pt x="2155" y="118"/>
                      </a:lnTo>
                      <a:lnTo>
                        <a:pt x="2006" y="65"/>
                      </a:lnTo>
                      <a:lnTo>
                        <a:pt x="1857" y="33"/>
                      </a:lnTo>
                      <a:lnTo>
                        <a:pt x="1709"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8" name="Google Shape;3928;p180"/>
                <p:cNvSpPr/>
                <p:nvPr/>
              </p:nvSpPr>
              <p:spPr>
                <a:xfrm>
                  <a:off x="2550475" y="2038325"/>
                  <a:ext cx="77500" cy="77225"/>
                </a:xfrm>
                <a:custGeom>
                  <a:avLst/>
                  <a:gdLst/>
                  <a:ahLst/>
                  <a:cxnLst/>
                  <a:rect l="l" t="t" r="r" b="b"/>
                  <a:pathLst>
                    <a:path w="3100" h="3089" extrusionOk="0">
                      <a:moveTo>
                        <a:pt x="1" y="1"/>
                      </a:moveTo>
                      <a:lnTo>
                        <a:pt x="1" y="3089"/>
                      </a:lnTo>
                      <a:lnTo>
                        <a:pt x="3099" y="3089"/>
                      </a:lnTo>
                      <a:lnTo>
                        <a:pt x="3099"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9" name="Google Shape;3929;p180"/>
                <p:cNvSpPr/>
                <p:nvPr/>
              </p:nvSpPr>
              <p:spPr>
                <a:xfrm>
                  <a:off x="2651550" y="2022150"/>
                  <a:ext cx="109325" cy="109325"/>
                </a:xfrm>
                <a:custGeom>
                  <a:avLst/>
                  <a:gdLst/>
                  <a:ahLst/>
                  <a:cxnLst/>
                  <a:rect l="l" t="t" r="r" b="b"/>
                  <a:pathLst>
                    <a:path w="4373" h="4373" extrusionOk="0">
                      <a:moveTo>
                        <a:pt x="2186" y="1"/>
                      </a:moveTo>
                      <a:lnTo>
                        <a:pt x="0" y="2186"/>
                      </a:lnTo>
                      <a:lnTo>
                        <a:pt x="2186" y="4372"/>
                      </a:lnTo>
                      <a:lnTo>
                        <a:pt x="4372" y="2186"/>
                      </a:lnTo>
                      <a:lnTo>
                        <a:pt x="2186"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3930" name="Google Shape;3930;p180"/>
            <p:cNvSpPr txBox="1"/>
            <p:nvPr/>
          </p:nvSpPr>
          <p:spPr>
            <a:xfrm>
              <a:off x="433419" y="1129352"/>
              <a:ext cx="2677500" cy="431100"/>
            </a:xfrm>
            <a:prstGeom prst="rect">
              <a:avLst/>
            </a:prstGeom>
            <a:noFill/>
            <a:ln>
              <a:noFill/>
            </a:ln>
          </p:spPr>
          <p:txBody>
            <a:bodyPr spcFirstLastPara="1" wrap="square" lIns="91425" tIns="91425" rIns="91425" bIns="91425" anchor="t" anchorCtr="0">
              <a:spAutoFit/>
            </a:bodyPr>
            <a:lstStyle/>
            <a:p>
              <a:pPr marL="12700" lvl="0" indent="0" algn="ctr" rtl="0">
                <a:spcBef>
                  <a:spcPts val="0"/>
                </a:spcBef>
                <a:spcAft>
                  <a:spcPts val="0"/>
                </a:spcAft>
                <a:buNone/>
              </a:pPr>
              <a:r>
                <a:rPr lang="en" sz="800">
                  <a:solidFill>
                    <a:schemeClr val="lt2"/>
                  </a:solidFill>
                  <a:latin typeface="IBM Plex Sans"/>
                  <a:ea typeface="IBM Plex Sans"/>
                  <a:cs typeface="IBM Plex Sans"/>
                  <a:sym typeface="IBM Plex Sans"/>
                </a:rPr>
                <a:t>Developers &amp; business users collaborate to design, </a:t>
              </a:r>
              <a:br>
                <a:rPr lang="en" sz="800">
                  <a:solidFill>
                    <a:schemeClr val="lt2"/>
                  </a:solidFill>
                  <a:latin typeface="IBM Plex Sans"/>
                  <a:ea typeface="IBM Plex Sans"/>
                  <a:cs typeface="IBM Plex Sans"/>
                  <a:sym typeface="IBM Plex Sans"/>
                </a:rPr>
              </a:br>
              <a:r>
                <a:rPr lang="en" sz="800">
                  <a:solidFill>
                    <a:schemeClr val="lt2"/>
                  </a:solidFill>
                  <a:latin typeface="IBM Plex Sans"/>
                  <a:ea typeface="IBM Plex Sans"/>
                  <a:cs typeface="IBM Plex Sans"/>
                  <a:sym typeface="IBM Plex Sans"/>
                </a:rPr>
                <a:t>connect &amp; deploy processes with Camunda.</a:t>
              </a:r>
              <a:endParaRPr sz="800" b="1">
                <a:solidFill>
                  <a:schemeClr val="lt2"/>
                </a:solidFill>
                <a:latin typeface="IBM Plex Sans"/>
                <a:ea typeface="IBM Plex Sans"/>
                <a:cs typeface="IBM Plex Sans"/>
                <a:sym typeface="IBM Plex Sans"/>
              </a:endParaRPr>
            </a:p>
          </p:txBody>
        </p:sp>
        <p:sp>
          <p:nvSpPr>
            <p:cNvPr id="3931" name="Google Shape;3931;p180"/>
            <p:cNvSpPr txBox="1"/>
            <p:nvPr/>
          </p:nvSpPr>
          <p:spPr>
            <a:xfrm>
              <a:off x="1183612" y="1955177"/>
              <a:ext cx="1697100" cy="577200"/>
            </a:xfrm>
            <a:prstGeom prst="rect">
              <a:avLst/>
            </a:prstGeom>
            <a:noFill/>
            <a:ln>
              <a:noFill/>
            </a:ln>
          </p:spPr>
          <p:txBody>
            <a:bodyPr spcFirstLastPara="1" wrap="square" lIns="182875" tIns="0" rIns="0" bIns="0" anchor="t" anchorCtr="0">
              <a:spAutoFit/>
            </a:bodyPr>
            <a:lstStyle/>
            <a:p>
              <a:pPr marL="12700" lvl="0" indent="0" algn="l" rtl="0">
                <a:lnSpc>
                  <a:spcPct val="150000"/>
                </a:lnSpc>
                <a:spcBef>
                  <a:spcPts val="0"/>
                </a:spcBef>
                <a:spcAft>
                  <a:spcPts val="0"/>
                </a:spcAft>
                <a:buNone/>
              </a:pPr>
              <a:r>
                <a:rPr lang="en" sz="900" b="1">
                  <a:solidFill>
                    <a:schemeClr val="dk1"/>
                  </a:solidFill>
                  <a:latin typeface="IBM Plex Sans"/>
                  <a:ea typeface="IBM Plex Sans"/>
                  <a:cs typeface="IBM Plex Sans"/>
                  <a:sym typeface="IBM Plex Sans"/>
                </a:rPr>
                <a:t>Modeler</a:t>
              </a:r>
              <a:endParaRPr sz="700">
                <a:solidFill>
                  <a:schemeClr val="dk1"/>
                </a:solidFill>
                <a:latin typeface="IBM Plex Sans"/>
                <a:ea typeface="IBM Plex Sans"/>
                <a:cs typeface="IBM Plex Sans"/>
                <a:sym typeface="IBM Plex Sans"/>
              </a:endParaRPr>
            </a:p>
            <a:p>
              <a:pPr marL="12700" lvl="0" indent="0" algn="l" rtl="0">
                <a:spcBef>
                  <a:spcPts val="0"/>
                </a:spcBef>
                <a:spcAft>
                  <a:spcPts val="0"/>
                </a:spcAft>
                <a:buNone/>
              </a:pPr>
              <a:r>
                <a:rPr lang="en" sz="600">
                  <a:solidFill>
                    <a:schemeClr val="dk1"/>
                  </a:solidFill>
                  <a:latin typeface="IBM Plex Sans"/>
                  <a:ea typeface="IBM Plex Sans"/>
                  <a:cs typeface="IBM Plex Sans"/>
                  <a:sym typeface="IBM Plex Sans"/>
                </a:rPr>
                <a:t>Model &amp; deploy business process diagrams with BPMN &amp; DMN.</a:t>
              </a:r>
              <a:endParaRPr sz="600">
                <a:solidFill>
                  <a:schemeClr val="dk1"/>
                </a:solidFill>
                <a:latin typeface="IBM Plex Sans"/>
                <a:ea typeface="IBM Plex Sans"/>
                <a:cs typeface="IBM Plex Sans"/>
                <a:sym typeface="IBM Plex Sans"/>
              </a:endParaRPr>
            </a:p>
            <a:p>
              <a:pPr marL="12700" lvl="0" indent="0" algn="l" rtl="0">
                <a:spcBef>
                  <a:spcPts val="0"/>
                </a:spcBef>
                <a:spcAft>
                  <a:spcPts val="0"/>
                </a:spcAft>
                <a:buNone/>
              </a:pPr>
              <a:r>
                <a:rPr lang="en" sz="600">
                  <a:solidFill>
                    <a:schemeClr val="dk1"/>
                  </a:solidFill>
                  <a:latin typeface="IBM Plex Sans"/>
                  <a:ea typeface="IBM Plex Sans"/>
                  <a:cs typeface="IBM Plex Sans"/>
                  <a:sym typeface="IBM Plex Sans"/>
                </a:rPr>
                <a:t/>
              </a:r>
              <a:br>
                <a:rPr lang="en" sz="600">
                  <a:solidFill>
                    <a:schemeClr val="dk1"/>
                  </a:solidFill>
                  <a:latin typeface="IBM Plex Sans"/>
                  <a:ea typeface="IBM Plex Sans"/>
                  <a:cs typeface="IBM Plex Sans"/>
                  <a:sym typeface="IBM Plex Sans"/>
                </a:rPr>
              </a:br>
              <a:r>
                <a:rPr lang="en" sz="600">
                  <a:solidFill>
                    <a:schemeClr val="dk1"/>
                  </a:solidFill>
                  <a:latin typeface="IBM Plex Sans"/>
                  <a:ea typeface="IBM Plex Sans"/>
                  <a:cs typeface="IBM Plex Sans"/>
                  <a:sym typeface="IBM Plex Sans"/>
                </a:rPr>
                <a:t>Available via web and desktop app.</a:t>
              </a:r>
              <a:endParaRPr>
                <a:solidFill>
                  <a:schemeClr val="dk1"/>
                </a:solidFill>
              </a:endParaRPr>
            </a:p>
          </p:txBody>
        </p:sp>
        <p:grpSp>
          <p:nvGrpSpPr>
            <p:cNvPr id="3932" name="Google Shape;3932;p180"/>
            <p:cNvGrpSpPr/>
            <p:nvPr/>
          </p:nvGrpSpPr>
          <p:grpSpPr>
            <a:xfrm>
              <a:off x="727870" y="3020567"/>
              <a:ext cx="2088457" cy="221400"/>
              <a:chOff x="637200" y="3212675"/>
              <a:chExt cx="1957500" cy="221400"/>
            </a:xfrm>
          </p:grpSpPr>
          <p:cxnSp>
            <p:nvCxnSpPr>
              <p:cNvPr id="3933" name="Google Shape;3933;p180"/>
              <p:cNvCxnSpPr/>
              <p:nvPr/>
            </p:nvCxnSpPr>
            <p:spPr>
              <a:xfrm>
                <a:off x="1615938" y="3212675"/>
                <a:ext cx="0" cy="110700"/>
              </a:xfrm>
              <a:prstGeom prst="straightConnector1">
                <a:avLst/>
              </a:prstGeom>
              <a:noFill/>
              <a:ln w="9525" cap="flat" cmpd="sng">
                <a:solidFill>
                  <a:schemeClr val="lt2"/>
                </a:solidFill>
                <a:prstDash val="solid"/>
                <a:round/>
                <a:headEnd type="none" w="med" len="med"/>
                <a:tailEnd type="none" w="med" len="med"/>
              </a:ln>
            </p:spPr>
          </p:cxnSp>
          <p:cxnSp>
            <p:nvCxnSpPr>
              <p:cNvPr id="3934" name="Google Shape;3934;p180"/>
              <p:cNvCxnSpPr/>
              <p:nvPr/>
            </p:nvCxnSpPr>
            <p:spPr>
              <a:xfrm rot="10800000" flipH="1">
                <a:off x="637200" y="3313963"/>
                <a:ext cx="1957500" cy="4800"/>
              </a:xfrm>
              <a:prstGeom prst="straightConnector1">
                <a:avLst/>
              </a:prstGeom>
              <a:noFill/>
              <a:ln w="9525" cap="flat" cmpd="sng">
                <a:solidFill>
                  <a:schemeClr val="lt2"/>
                </a:solidFill>
                <a:prstDash val="solid"/>
                <a:round/>
                <a:headEnd type="none" w="med" len="med"/>
                <a:tailEnd type="none" w="med" len="med"/>
              </a:ln>
            </p:spPr>
          </p:cxnSp>
          <p:cxnSp>
            <p:nvCxnSpPr>
              <p:cNvPr id="3935" name="Google Shape;3935;p180"/>
              <p:cNvCxnSpPr/>
              <p:nvPr/>
            </p:nvCxnSpPr>
            <p:spPr>
              <a:xfrm>
                <a:off x="641688" y="3323375"/>
                <a:ext cx="0" cy="110700"/>
              </a:xfrm>
              <a:prstGeom prst="straightConnector1">
                <a:avLst/>
              </a:prstGeom>
              <a:noFill/>
              <a:ln w="9525" cap="flat" cmpd="sng">
                <a:solidFill>
                  <a:schemeClr val="lt2"/>
                </a:solidFill>
                <a:prstDash val="solid"/>
                <a:round/>
                <a:headEnd type="none" w="med" len="med"/>
                <a:tailEnd type="none" w="med" len="med"/>
              </a:ln>
            </p:spPr>
          </p:cxnSp>
          <p:cxnSp>
            <p:nvCxnSpPr>
              <p:cNvPr id="3936" name="Google Shape;3936;p180"/>
              <p:cNvCxnSpPr/>
              <p:nvPr/>
            </p:nvCxnSpPr>
            <p:spPr>
              <a:xfrm>
                <a:off x="1615938" y="3296388"/>
                <a:ext cx="0" cy="110700"/>
              </a:xfrm>
              <a:prstGeom prst="straightConnector1">
                <a:avLst/>
              </a:prstGeom>
              <a:noFill/>
              <a:ln w="9525" cap="flat" cmpd="sng">
                <a:solidFill>
                  <a:schemeClr val="lt2"/>
                </a:solidFill>
                <a:prstDash val="solid"/>
                <a:round/>
                <a:headEnd type="none" w="med" len="med"/>
                <a:tailEnd type="none" w="med" len="med"/>
              </a:ln>
            </p:spPr>
          </p:cxnSp>
          <p:cxnSp>
            <p:nvCxnSpPr>
              <p:cNvPr id="3937" name="Google Shape;3937;p180"/>
              <p:cNvCxnSpPr/>
              <p:nvPr/>
            </p:nvCxnSpPr>
            <p:spPr>
              <a:xfrm>
                <a:off x="2589925" y="3317263"/>
                <a:ext cx="0" cy="110700"/>
              </a:xfrm>
              <a:prstGeom prst="straightConnector1">
                <a:avLst/>
              </a:prstGeom>
              <a:noFill/>
              <a:ln w="9525" cap="flat" cmpd="sng">
                <a:solidFill>
                  <a:schemeClr val="lt2"/>
                </a:solidFill>
                <a:prstDash val="solid"/>
                <a:round/>
                <a:headEnd type="none" w="med" len="med"/>
                <a:tailEnd type="none" w="med" len="med"/>
              </a:ln>
            </p:spPr>
          </p:cxnSp>
        </p:grpSp>
        <p:grpSp>
          <p:nvGrpSpPr>
            <p:cNvPr id="3938" name="Google Shape;3938;p180"/>
            <p:cNvGrpSpPr/>
            <p:nvPr/>
          </p:nvGrpSpPr>
          <p:grpSpPr>
            <a:xfrm>
              <a:off x="2589755" y="3387419"/>
              <a:ext cx="457200" cy="457200"/>
              <a:chOff x="2597511" y="3997306"/>
              <a:chExt cx="457200" cy="457200"/>
            </a:xfrm>
          </p:grpSpPr>
          <p:sp>
            <p:nvSpPr>
              <p:cNvPr id="3939" name="Google Shape;3939;p180"/>
              <p:cNvSpPr/>
              <p:nvPr/>
            </p:nvSpPr>
            <p:spPr>
              <a:xfrm>
                <a:off x="2597511" y="3997306"/>
                <a:ext cx="457200" cy="457200"/>
              </a:xfrm>
              <a:prstGeom prst="roundRect">
                <a:avLst>
                  <a:gd name="adj" fmla="val 16667"/>
                </a:avLst>
              </a:prstGeom>
              <a:solidFill>
                <a:srgbClr val="FC5D0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940" name="Google Shape;3940;p180"/>
              <p:cNvGrpSpPr/>
              <p:nvPr/>
            </p:nvGrpSpPr>
            <p:grpSpPr>
              <a:xfrm>
                <a:off x="2703060" y="4119321"/>
                <a:ext cx="246086" cy="213144"/>
                <a:chOff x="7239892" y="1958476"/>
                <a:chExt cx="338775" cy="293425"/>
              </a:xfrm>
            </p:grpSpPr>
            <p:sp>
              <p:nvSpPr>
                <p:cNvPr id="3941" name="Google Shape;3941;p180"/>
                <p:cNvSpPr/>
                <p:nvPr/>
              </p:nvSpPr>
              <p:spPr>
                <a:xfrm>
                  <a:off x="7239892" y="1958476"/>
                  <a:ext cx="338775" cy="59175"/>
                </a:xfrm>
                <a:custGeom>
                  <a:avLst/>
                  <a:gdLst/>
                  <a:ahLst/>
                  <a:cxnLst/>
                  <a:rect l="l" t="t" r="r" b="b"/>
                  <a:pathLst>
                    <a:path w="13551" h="2367" extrusionOk="0">
                      <a:moveTo>
                        <a:pt x="723" y="414"/>
                      </a:moveTo>
                      <a:lnTo>
                        <a:pt x="723" y="1953"/>
                      </a:lnTo>
                      <a:lnTo>
                        <a:pt x="436" y="1953"/>
                      </a:lnTo>
                      <a:lnTo>
                        <a:pt x="436" y="414"/>
                      </a:lnTo>
                      <a:close/>
                      <a:moveTo>
                        <a:pt x="1" y="1"/>
                      </a:moveTo>
                      <a:lnTo>
                        <a:pt x="1" y="2367"/>
                      </a:lnTo>
                      <a:lnTo>
                        <a:pt x="13551" y="2367"/>
                      </a:lnTo>
                      <a:lnTo>
                        <a:pt x="1355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2" name="Google Shape;3942;p180"/>
                <p:cNvSpPr/>
                <p:nvPr/>
              </p:nvSpPr>
              <p:spPr>
                <a:xfrm>
                  <a:off x="7239892" y="2194051"/>
                  <a:ext cx="146475" cy="57850"/>
                </a:xfrm>
                <a:custGeom>
                  <a:avLst/>
                  <a:gdLst/>
                  <a:ahLst/>
                  <a:cxnLst/>
                  <a:rect l="l" t="t" r="r" b="b"/>
                  <a:pathLst>
                    <a:path w="5859" h="2314" extrusionOk="0">
                      <a:moveTo>
                        <a:pt x="1" y="0"/>
                      </a:moveTo>
                      <a:lnTo>
                        <a:pt x="1" y="2313"/>
                      </a:lnTo>
                      <a:lnTo>
                        <a:pt x="5858" y="2313"/>
                      </a:lnTo>
                      <a:lnTo>
                        <a:pt x="585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3" name="Google Shape;3943;p180"/>
                <p:cNvSpPr/>
                <p:nvPr/>
              </p:nvSpPr>
              <p:spPr>
                <a:xfrm>
                  <a:off x="7239892" y="2076526"/>
                  <a:ext cx="338775" cy="59175"/>
                </a:xfrm>
                <a:custGeom>
                  <a:avLst/>
                  <a:gdLst/>
                  <a:ahLst/>
                  <a:cxnLst/>
                  <a:rect l="l" t="t" r="r" b="b"/>
                  <a:pathLst>
                    <a:path w="13551" h="2367" extrusionOk="0">
                      <a:moveTo>
                        <a:pt x="723" y="457"/>
                      </a:moveTo>
                      <a:lnTo>
                        <a:pt x="723" y="1995"/>
                      </a:lnTo>
                      <a:lnTo>
                        <a:pt x="436" y="1995"/>
                      </a:lnTo>
                      <a:lnTo>
                        <a:pt x="436" y="457"/>
                      </a:lnTo>
                      <a:close/>
                      <a:moveTo>
                        <a:pt x="1" y="0"/>
                      </a:moveTo>
                      <a:lnTo>
                        <a:pt x="1" y="2367"/>
                      </a:lnTo>
                      <a:lnTo>
                        <a:pt x="13551" y="2367"/>
                      </a:lnTo>
                      <a:lnTo>
                        <a:pt x="1355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3944" name="Google Shape;3944;p180"/>
            <p:cNvGrpSpPr/>
            <p:nvPr/>
          </p:nvGrpSpPr>
          <p:grpSpPr>
            <a:xfrm>
              <a:off x="509618" y="3387419"/>
              <a:ext cx="457200" cy="457200"/>
              <a:chOff x="320263" y="3511638"/>
              <a:chExt cx="457200" cy="457200"/>
            </a:xfrm>
          </p:grpSpPr>
          <p:sp>
            <p:nvSpPr>
              <p:cNvPr id="3945" name="Google Shape;3945;p180"/>
              <p:cNvSpPr/>
              <p:nvPr/>
            </p:nvSpPr>
            <p:spPr>
              <a:xfrm>
                <a:off x="320263" y="3511638"/>
                <a:ext cx="457200" cy="457200"/>
              </a:xfrm>
              <a:prstGeom prst="roundRect">
                <a:avLst>
                  <a:gd name="adj" fmla="val 16667"/>
                </a:avLst>
              </a:prstGeom>
              <a:solidFill>
                <a:srgbClr val="FC5D0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946" name="Google Shape;3946;p180"/>
              <p:cNvGrpSpPr/>
              <p:nvPr/>
            </p:nvGrpSpPr>
            <p:grpSpPr>
              <a:xfrm>
                <a:off x="402434" y="3704747"/>
                <a:ext cx="292894" cy="70999"/>
                <a:chOff x="238125" y="1991650"/>
                <a:chExt cx="7143750" cy="1731675"/>
              </a:xfrm>
            </p:grpSpPr>
            <p:sp>
              <p:nvSpPr>
                <p:cNvPr id="3947" name="Google Shape;3947;p180"/>
                <p:cNvSpPr/>
                <p:nvPr/>
              </p:nvSpPr>
              <p:spPr>
                <a:xfrm>
                  <a:off x="238125" y="2199625"/>
                  <a:ext cx="1315725" cy="1315725"/>
                </a:xfrm>
                <a:custGeom>
                  <a:avLst/>
                  <a:gdLst/>
                  <a:ahLst/>
                  <a:cxnLst/>
                  <a:rect l="l" t="t" r="r" b="b"/>
                  <a:pathLst>
                    <a:path w="52629" h="52629" extrusionOk="0">
                      <a:moveTo>
                        <a:pt x="26224" y="0"/>
                      </a:moveTo>
                      <a:lnTo>
                        <a:pt x="23511" y="181"/>
                      </a:lnTo>
                      <a:lnTo>
                        <a:pt x="20979" y="543"/>
                      </a:lnTo>
                      <a:lnTo>
                        <a:pt x="18447" y="1085"/>
                      </a:lnTo>
                      <a:lnTo>
                        <a:pt x="16096" y="1990"/>
                      </a:lnTo>
                      <a:lnTo>
                        <a:pt x="13745" y="3075"/>
                      </a:lnTo>
                      <a:lnTo>
                        <a:pt x="11575" y="4522"/>
                      </a:lnTo>
                      <a:lnTo>
                        <a:pt x="9585" y="5968"/>
                      </a:lnTo>
                      <a:lnTo>
                        <a:pt x="7596" y="7777"/>
                      </a:lnTo>
                      <a:lnTo>
                        <a:pt x="5968" y="9586"/>
                      </a:lnTo>
                      <a:lnTo>
                        <a:pt x="4341" y="11575"/>
                      </a:lnTo>
                      <a:lnTo>
                        <a:pt x="3075" y="13745"/>
                      </a:lnTo>
                      <a:lnTo>
                        <a:pt x="1989" y="16096"/>
                      </a:lnTo>
                      <a:lnTo>
                        <a:pt x="1085" y="18447"/>
                      </a:lnTo>
                      <a:lnTo>
                        <a:pt x="362" y="20979"/>
                      </a:lnTo>
                      <a:lnTo>
                        <a:pt x="0" y="23692"/>
                      </a:lnTo>
                      <a:lnTo>
                        <a:pt x="0" y="26405"/>
                      </a:lnTo>
                      <a:lnTo>
                        <a:pt x="0" y="29118"/>
                      </a:lnTo>
                      <a:lnTo>
                        <a:pt x="362" y="31650"/>
                      </a:lnTo>
                      <a:lnTo>
                        <a:pt x="1085" y="34182"/>
                      </a:lnTo>
                      <a:lnTo>
                        <a:pt x="1989" y="36533"/>
                      </a:lnTo>
                      <a:lnTo>
                        <a:pt x="3075" y="38884"/>
                      </a:lnTo>
                      <a:lnTo>
                        <a:pt x="4341" y="41054"/>
                      </a:lnTo>
                      <a:lnTo>
                        <a:pt x="5968" y="43043"/>
                      </a:lnTo>
                      <a:lnTo>
                        <a:pt x="7596" y="45033"/>
                      </a:lnTo>
                      <a:lnTo>
                        <a:pt x="9585" y="46661"/>
                      </a:lnTo>
                      <a:lnTo>
                        <a:pt x="11575" y="48288"/>
                      </a:lnTo>
                      <a:lnTo>
                        <a:pt x="13745" y="49554"/>
                      </a:lnTo>
                      <a:lnTo>
                        <a:pt x="16096" y="50639"/>
                      </a:lnTo>
                      <a:lnTo>
                        <a:pt x="18447" y="51544"/>
                      </a:lnTo>
                      <a:lnTo>
                        <a:pt x="20979" y="52086"/>
                      </a:lnTo>
                      <a:lnTo>
                        <a:pt x="23511" y="52629"/>
                      </a:lnTo>
                      <a:lnTo>
                        <a:pt x="28937" y="52629"/>
                      </a:lnTo>
                      <a:lnTo>
                        <a:pt x="31650" y="52086"/>
                      </a:lnTo>
                      <a:lnTo>
                        <a:pt x="34181" y="51544"/>
                      </a:lnTo>
                      <a:lnTo>
                        <a:pt x="36533" y="50639"/>
                      </a:lnTo>
                      <a:lnTo>
                        <a:pt x="38884" y="49554"/>
                      </a:lnTo>
                      <a:lnTo>
                        <a:pt x="41054" y="48288"/>
                      </a:lnTo>
                      <a:lnTo>
                        <a:pt x="43043" y="46661"/>
                      </a:lnTo>
                      <a:lnTo>
                        <a:pt x="44852" y="45033"/>
                      </a:lnTo>
                      <a:lnTo>
                        <a:pt x="46660" y="43043"/>
                      </a:lnTo>
                      <a:lnTo>
                        <a:pt x="48107" y="41054"/>
                      </a:lnTo>
                      <a:lnTo>
                        <a:pt x="49373" y="38884"/>
                      </a:lnTo>
                      <a:lnTo>
                        <a:pt x="50639" y="36533"/>
                      </a:lnTo>
                      <a:lnTo>
                        <a:pt x="51544" y="34182"/>
                      </a:lnTo>
                      <a:lnTo>
                        <a:pt x="52086" y="31650"/>
                      </a:lnTo>
                      <a:lnTo>
                        <a:pt x="52448" y="29118"/>
                      </a:lnTo>
                      <a:lnTo>
                        <a:pt x="52629" y="26405"/>
                      </a:lnTo>
                      <a:lnTo>
                        <a:pt x="52448" y="23692"/>
                      </a:lnTo>
                      <a:lnTo>
                        <a:pt x="52086" y="20979"/>
                      </a:lnTo>
                      <a:lnTo>
                        <a:pt x="51544" y="18447"/>
                      </a:lnTo>
                      <a:lnTo>
                        <a:pt x="50639" y="16096"/>
                      </a:lnTo>
                      <a:lnTo>
                        <a:pt x="49373" y="13745"/>
                      </a:lnTo>
                      <a:lnTo>
                        <a:pt x="48107" y="11575"/>
                      </a:lnTo>
                      <a:lnTo>
                        <a:pt x="46660" y="9586"/>
                      </a:lnTo>
                      <a:lnTo>
                        <a:pt x="44852" y="7777"/>
                      </a:lnTo>
                      <a:lnTo>
                        <a:pt x="43043" y="5968"/>
                      </a:lnTo>
                      <a:lnTo>
                        <a:pt x="41054" y="4522"/>
                      </a:lnTo>
                      <a:lnTo>
                        <a:pt x="38884" y="3075"/>
                      </a:lnTo>
                      <a:lnTo>
                        <a:pt x="36533" y="1990"/>
                      </a:lnTo>
                      <a:lnTo>
                        <a:pt x="34181" y="1085"/>
                      </a:lnTo>
                      <a:lnTo>
                        <a:pt x="31650" y="543"/>
                      </a:lnTo>
                      <a:lnTo>
                        <a:pt x="28937" y="181"/>
                      </a:lnTo>
                      <a:lnTo>
                        <a:pt x="2622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8" name="Google Shape;3948;p180"/>
                <p:cNvSpPr/>
                <p:nvPr/>
              </p:nvSpPr>
              <p:spPr>
                <a:xfrm>
                  <a:off x="6066150" y="2199625"/>
                  <a:ext cx="1315725" cy="1315725"/>
                </a:xfrm>
                <a:custGeom>
                  <a:avLst/>
                  <a:gdLst/>
                  <a:ahLst/>
                  <a:cxnLst/>
                  <a:rect l="l" t="t" r="r" b="b"/>
                  <a:pathLst>
                    <a:path w="52629" h="52629" extrusionOk="0">
                      <a:moveTo>
                        <a:pt x="26405" y="0"/>
                      </a:moveTo>
                      <a:lnTo>
                        <a:pt x="23692" y="181"/>
                      </a:lnTo>
                      <a:lnTo>
                        <a:pt x="20979" y="543"/>
                      </a:lnTo>
                      <a:lnTo>
                        <a:pt x="18448" y="1085"/>
                      </a:lnTo>
                      <a:lnTo>
                        <a:pt x="16096" y="1990"/>
                      </a:lnTo>
                      <a:lnTo>
                        <a:pt x="13745" y="3075"/>
                      </a:lnTo>
                      <a:lnTo>
                        <a:pt x="11575" y="4522"/>
                      </a:lnTo>
                      <a:lnTo>
                        <a:pt x="9586" y="5968"/>
                      </a:lnTo>
                      <a:lnTo>
                        <a:pt x="7777" y="7777"/>
                      </a:lnTo>
                      <a:lnTo>
                        <a:pt x="5969" y="9586"/>
                      </a:lnTo>
                      <a:lnTo>
                        <a:pt x="4522" y="11575"/>
                      </a:lnTo>
                      <a:lnTo>
                        <a:pt x="3256" y="13745"/>
                      </a:lnTo>
                      <a:lnTo>
                        <a:pt x="1990" y="16096"/>
                      </a:lnTo>
                      <a:lnTo>
                        <a:pt x="1266" y="18447"/>
                      </a:lnTo>
                      <a:lnTo>
                        <a:pt x="543" y="20979"/>
                      </a:lnTo>
                      <a:lnTo>
                        <a:pt x="181" y="23692"/>
                      </a:lnTo>
                      <a:lnTo>
                        <a:pt x="0" y="26405"/>
                      </a:lnTo>
                      <a:lnTo>
                        <a:pt x="181" y="29118"/>
                      </a:lnTo>
                      <a:lnTo>
                        <a:pt x="543" y="31650"/>
                      </a:lnTo>
                      <a:lnTo>
                        <a:pt x="1266" y="34182"/>
                      </a:lnTo>
                      <a:lnTo>
                        <a:pt x="1990" y="36533"/>
                      </a:lnTo>
                      <a:lnTo>
                        <a:pt x="3256" y="38884"/>
                      </a:lnTo>
                      <a:lnTo>
                        <a:pt x="4522" y="41054"/>
                      </a:lnTo>
                      <a:lnTo>
                        <a:pt x="5969" y="43043"/>
                      </a:lnTo>
                      <a:lnTo>
                        <a:pt x="7777" y="45033"/>
                      </a:lnTo>
                      <a:lnTo>
                        <a:pt x="9586" y="46661"/>
                      </a:lnTo>
                      <a:lnTo>
                        <a:pt x="11575" y="48288"/>
                      </a:lnTo>
                      <a:lnTo>
                        <a:pt x="13745" y="49554"/>
                      </a:lnTo>
                      <a:lnTo>
                        <a:pt x="16096" y="50639"/>
                      </a:lnTo>
                      <a:lnTo>
                        <a:pt x="18448" y="51544"/>
                      </a:lnTo>
                      <a:lnTo>
                        <a:pt x="20979" y="52086"/>
                      </a:lnTo>
                      <a:lnTo>
                        <a:pt x="23692" y="52629"/>
                      </a:lnTo>
                      <a:lnTo>
                        <a:pt x="29118" y="52629"/>
                      </a:lnTo>
                      <a:lnTo>
                        <a:pt x="31650" y="52086"/>
                      </a:lnTo>
                      <a:lnTo>
                        <a:pt x="34182" y="51544"/>
                      </a:lnTo>
                      <a:lnTo>
                        <a:pt x="36533" y="50639"/>
                      </a:lnTo>
                      <a:lnTo>
                        <a:pt x="38884" y="49554"/>
                      </a:lnTo>
                      <a:lnTo>
                        <a:pt x="41054" y="48288"/>
                      </a:lnTo>
                      <a:lnTo>
                        <a:pt x="43044" y="46661"/>
                      </a:lnTo>
                      <a:lnTo>
                        <a:pt x="45033" y="45033"/>
                      </a:lnTo>
                      <a:lnTo>
                        <a:pt x="46661" y="43043"/>
                      </a:lnTo>
                      <a:lnTo>
                        <a:pt x="48289" y="41054"/>
                      </a:lnTo>
                      <a:lnTo>
                        <a:pt x="49554" y="38884"/>
                      </a:lnTo>
                      <a:lnTo>
                        <a:pt x="50640" y="36533"/>
                      </a:lnTo>
                      <a:lnTo>
                        <a:pt x="51544" y="34182"/>
                      </a:lnTo>
                      <a:lnTo>
                        <a:pt x="52267" y="31650"/>
                      </a:lnTo>
                      <a:lnTo>
                        <a:pt x="52629" y="29118"/>
                      </a:lnTo>
                      <a:lnTo>
                        <a:pt x="52629" y="26405"/>
                      </a:lnTo>
                      <a:lnTo>
                        <a:pt x="52629" y="23692"/>
                      </a:lnTo>
                      <a:lnTo>
                        <a:pt x="52267" y="20979"/>
                      </a:lnTo>
                      <a:lnTo>
                        <a:pt x="51544" y="18447"/>
                      </a:lnTo>
                      <a:lnTo>
                        <a:pt x="50640" y="16096"/>
                      </a:lnTo>
                      <a:lnTo>
                        <a:pt x="49554" y="13745"/>
                      </a:lnTo>
                      <a:lnTo>
                        <a:pt x="48289" y="11575"/>
                      </a:lnTo>
                      <a:lnTo>
                        <a:pt x="46661" y="9586"/>
                      </a:lnTo>
                      <a:lnTo>
                        <a:pt x="45033" y="7777"/>
                      </a:lnTo>
                      <a:lnTo>
                        <a:pt x="43044" y="5968"/>
                      </a:lnTo>
                      <a:lnTo>
                        <a:pt x="41054" y="4522"/>
                      </a:lnTo>
                      <a:lnTo>
                        <a:pt x="38884" y="3075"/>
                      </a:lnTo>
                      <a:lnTo>
                        <a:pt x="36533" y="1990"/>
                      </a:lnTo>
                      <a:lnTo>
                        <a:pt x="34182" y="1085"/>
                      </a:lnTo>
                      <a:lnTo>
                        <a:pt x="31650" y="543"/>
                      </a:lnTo>
                      <a:lnTo>
                        <a:pt x="29118" y="181"/>
                      </a:lnTo>
                      <a:lnTo>
                        <a:pt x="2640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9" name="Google Shape;3949;p180"/>
                <p:cNvSpPr/>
                <p:nvPr/>
              </p:nvSpPr>
              <p:spPr>
                <a:xfrm>
                  <a:off x="2941875" y="1991650"/>
                  <a:ext cx="1736250" cy="1731675"/>
                </a:xfrm>
                <a:custGeom>
                  <a:avLst/>
                  <a:gdLst/>
                  <a:ahLst/>
                  <a:cxnLst/>
                  <a:rect l="l" t="t" r="r" b="b"/>
                  <a:pathLst>
                    <a:path w="69450" h="69267" extrusionOk="0">
                      <a:moveTo>
                        <a:pt x="36534" y="16639"/>
                      </a:moveTo>
                      <a:lnTo>
                        <a:pt x="38342" y="17000"/>
                      </a:lnTo>
                      <a:lnTo>
                        <a:pt x="40151" y="17362"/>
                      </a:lnTo>
                      <a:lnTo>
                        <a:pt x="41778" y="18085"/>
                      </a:lnTo>
                      <a:lnTo>
                        <a:pt x="43406" y="18809"/>
                      </a:lnTo>
                      <a:lnTo>
                        <a:pt x="44853" y="19713"/>
                      </a:lnTo>
                      <a:lnTo>
                        <a:pt x="46119" y="20798"/>
                      </a:lnTo>
                      <a:lnTo>
                        <a:pt x="47566" y="21883"/>
                      </a:lnTo>
                      <a:lnTo>
                        <a:pt x="48651" y="23149"/>
                      </a:lnTo>
                      <a:lnTo>
                        <a:pt x="49736" y="24596"/>
                      </a:lnTo>
                      <a:lnTo>
                        <a:pt x="50640" y="26043"/>
                      </a:lnTo>
                      <a:lnTo>
                        <a:pt x="51364" y="27671"/>
                      </a:lnTo>
                      <a:lnTo>
                        <a:pt x="51906" y="29298"/>
                      </a:lnTo>
                      <a:lnTo>
                        <a:pt x="52449" y="31107"/>
                      </a:lnTo>
                      <a:lnTo>
                        <a:pt x="52630" y="32735"/>
                      </a:lnTo>
                      <a:lnTo>
                        <a:pt x="52810" y="34724"/>
                      </a:lnTo>
                      <a:lnTo>
                        <a:pt x="52630" y="36532"/>
                      </a:lnTo>
                      <a:lnTo>
                        <a:pt x="52449" y="38341"/>
                      </a:lnTo>
                      <a:lnTo>
                        <a:pt x="51906" y="39969"/>
                      </a:lnTo>
                      <a:lnTo>
                        <a:pt x="51364" y="41596"/>
                      </a:lnTo>
                      <a:lnTo>
                        <a:pt x="50640" y="43224"/>
                      </a:lnTo>
                      <a:lnTo>
                        <a:pt x="49736" y="44671"/>
                      </a:lnTo>
                      <a:lnTo>
                        <a:pt x="48651" y="46118"/>
                      </a:lnTo>
                      <a:lnTo>
                        <a:pt x="47566" y="47384"/>
                      </a:lnTo>
                      <a:lnTo>
                        <a:pt x="46119" y="48650"/>
                      </a:lnTo>
                      <a:lnTo>
                        <a:pt x="44853" y="49554"/>
                      </a:lnTo>
                      <a:lnTo>
                        <a:pt x="43406" y="50458"/>
                      </a:lnTo>
                      <a:lnTo>
                        <a:pt x="41778" y="51362"/>
                      </a:lnTo>
                      <a:lnTo>
                        <a:pt x="40151" y="51905"/>
                      </a:lnTo>
                      <a:lnTo>
                        <a:pt x="38342" y="52267"/>
                      </a:lnTo>
                      <a:lnTo>
                        <a:pt x="36534" y="52628"/>
                      </a:lnTo>
                      <a:lnTo>
                        <a:pt x="32916" y="52628"/>
                      </a:lnTo>
                      <a:lnTo>
                        <a:pt x="31108" y="52267"/>
                      </a:lnTo>
                      <a:lnTo>
                        <a:pt x="29299" y="51905"/>
                      </a:lnTo>
                      <a:lnTo>
                        <a:pt x="27672" y="51362"/>
                      </a:lnTo>
                      <a:lnTo>
                        <a:pt x="26044" y="50458"/>
                      </a:lnTo>
                      <a:lnTo>
                        <a:pt x="24597" y="49554"/>
                      </a:lnTo>
                      <a:lnTo>
                        <a:pt x="23331" y="48650"/>
                      </a:lnTo>
                      <a:lnTo>
                        <a:pt x="21884" y="47384"/>
                      </a:lnTo>
                      <a:lnTo>
                        <a:pt x="20799" y="46118"/>
                      </a:lnTo>
                      <a:lnTo>
                        <a:pt x="19714" y="44671"/>
                      </a:lnTo>
                      <a:lnTo>
                        <a:pt x="18810" y="43224"/>
                      </a:lnTo>
                      <a:lnTo>
                        <a:pt x="18086" y="41596"/>
                      </a:lnTo>
                      <a:lnTo>
                        <a:pt x="17544" y="39969"/>
                      </a:lnTo>
                      <a:lnTo>
                        <a:pt x="17001" y="38341"/>
                      </a:lnTo>
                      <a:lnTo>
                        <a:pt x="16820" y="36532"/>
                      </a:lnTo>
                      <a:lnTo>
                        <a:pt x="16640" y="34724"/>
                      </a:lnTo>
                      <a:lnTo>
                        <a:pt x="16820" y="32735"/>
                      </a:lnTo>
                      <a:lnTo>
                        <a:pt x="17001" y="31107"/>
                      </a:lnTo>
                      <a:lnTo>
                        <a:pt x="17544" y="29298"/>
                      </a:lnTo>
                      <a:lnTo>
                        <a:pt x="18086" y="27671"/>
                      </a:lnTo>
                      <a:lnTo>
                        <a:pt x="18810" y="26043"/>
                      </a:lnTo>
                      <a:lnTo>
                        <a:pt x="19714" y="24596"/>
                      </a:lnTo>
                      <a:lnTo>
                        <a:pt x="20799" y="23149"/>
                      </a:lnTo>
                      <a:lnTo>
                        <a:pt x="21884" y="21883"/>
                      </a:lnTo>
                      <a:lnTo>
                        <a:pt x="23331" y="20798"/>
                      </a:lnTo>
                      <a:lnTo>
                        <a:pt x="24597" y="19713"/>
                      </a:lnTo>
                      <a:lnTo>
                        <a:pt x="26044" y="18809"/>
                      </a:lnTo>
                      <a:lnTo>
                        <a:pt x="27672" y="18085"/>
                      </a:lnTo>
                      <a:lnTo>
                        <a:pt x="29299" y="17362"/>
                      </a:lnTo>
                      <a:lnTo>
                        <a:pt x="31108" y="17000"/>
                      </a:lnTo>
                      <a:lnTo>
                        <a:pt x="32916" y="16639"/>
                      </a:lnTo>
                      <a:close/>
                      <a:moveTo>
                        <a:pt x="34725" y="0"/>
                      </a:moveTo>
                      <a:lnTo>
                        <a:pt x="31108" y="181"/>
                      </a:lnTo>
                      <a:lnTo>
                        <a:pt x="27672" y="723"/>
                      </a:lnTo>
                      <a:lnTo>
                        <a:pt x="24416" y="1628"/>
                      </a:lnTo>
                      <a:lnTo>
                        <a:pt x="21161" y="2713"/>
                      </a:lnTo>
                      <a:lnTo>
                        <a:pt x="18267" y="4160"/>
                      </a:lnTo>
                      <a:lnTo>
                        <a:pt x="15374" y="5968"/>
                      </a:lnTo>
                      <a:lnTo>
                        <a:pt x="12661" y="7958"/>
                      </a:lnTo>
                      <a:lnTo>
                        <a:pt x="10129" y="10128"/>
                      </a:lnTo>
                      <a:lnTo>
                        <a:pt x="7959" y="12660"/>
                      </a:lnTo>
                      <a:lnTo>
                        <a:pt x="5969" y="15373"/>
                      </a:lnTo>
                      <a:lnTo>
                        <a:pt x="4161" y="18085"/>
                      </a:lnTo>
                      <a:lnTo>
                        <a:pt x="2714" y="21160"/>
                      </a:lnTo>
                      <a:lnTo>
                        <a:pt x="1629" y="24415"/>
                      </a:lnTo>
                      <a:lnTo>
                        <a:pt x="724" y="27671"/>
                      </a:lnTo>
                      <a:lnTo>
                        <a:pt x="182" y="31107"/>
                      </a:lnTo>
                      <a:lnTo>
                        <a:pt x="1" y="34724"/>
                      </a:lnTo>
                      <a:lnTo>
                        <a:pt x="182" y="38160"/>
                      </a:lnTo>
                      <a:lnTo>
                        <a:pt x="724" y="41596"/>
                      </a:lnTo>
                      <a:lnTo>
                        <a:pt x="1629" y="45033"/>
                      </a:lnTo>
                      <a:lnTo>
                        <a:pt x="2714" y="48107"/>
                      </a:lnTo>
                      <a:lnTo>
                        <a:pt x="4161" y="51182"/>
                      </a:lnTo>
                      <a:lnTo>
                        <a:pt x="5969" y="54075"/>
                      </a:lnTo>
                      <a:lnTo>
                        <a:pt x="7959" y="56788"/>
                      </a:lnTo>
                      <a:lnTo>
                        <a:pt x="10129" y="59139"/>
                      </a:lnTo>
                      <a:lnTo>
                        <a:pt x="12661" y="61490"/>
                      </a:lnTo>
                      <a:lnTo>
                        <a:pt x="15374" y="63480"/>
                      </a:lnTo>
                      <a:lnTo>
                        <a:pt x="18267" y="65107"/>
                      </a:lnTo>
                      <a:lnTo>
                        <a:pt x="21161" y="66554"/>
                      </a:lnTo>
                      <a:lnTo>
                        <a:pt x="24416" y="67820"/>
                      </a:lnTo>
                      <a:lnTo>
                        <a:pt x="27672" y="68724"/>
                      </a:lnTo>
                      <a:lnTo>
                        <a:pt x="31108" y="69086"/>
                      </a:lnTo>
                      <a:lnTo>
                        <a:pt x="34725" y="69267"/>
                      </a:lnTo>
                      <a:lnTo>
                        <a:pt x="38342" y="69086"/>
                      </a:lnTo>
                      <a:lnTo>
                        <a:pt x="41778" y="68724"/>
                      </a:lnTo>
                      <a:lnTo>
                        <a:pt x="45034" y="67820"/>
                      </a:lnTo>
                      <a:lnTo>
                        <a:pt x="48289" y="66554"/>
                      </a:lnTo>
                      <a:lnTo>
                        <a:pt x="51183" y="65107"/>
                      </a:lnTo>
                      <a:lnTo>
                        <a:pt x="54076" y="63480"/>
                      </a:lnTo>
                      <a:lnTo>
                        <a:pt x="56789" y="61490"/>
                      </a:lnTo>
                      <a:lnTo>
                        <a:pt x="59321" y="59139"/>
                      </a:lnTo>
                      <a:lnTo>
                        <a:pt x="61491" y="56788"/>
                      </a:lnTo>
                      <a:lnTo>
                        <a:pt x="63481" y="54075"/>
                      </a:lnTo>
                      <a:lnTo>
                        <a:pt x="65289" y="51182"/>
                      </a:lnTo>
                      <a:lnTo>
                        <a:pt x="66736" y="48107"/>
                      </a:lnTo>
                      <a:lnTo>
                        <a:pt x="67821" y="45033"/>
                      </a:lnTo>
                      <a:lnTo>
                        <a:pt x="68726" y="41596"/>
                      </a:lnTo>
                      <a:lnTo>
                        <a:pt x="69268" y="38160"/>
                      </a:lnTo>
                      <a:lnTo>
                        <a:pt x="69449" y="34724"/>
                      </a:lnTo>
                      <a:lnTo>
                        <a:pt x="69268" y="31107"/>
                      </a:lnTo>
                      <a:lnTo>
                        <a:pt x="68726" y="27671"/>
                      </a:lnTo>
                      <a:lnTo>
                        <a:pt x="67821" y="24415"/>
                      </a:lnTo>
                      <a:lnTo>
                        <a:pt x="66736" y="21160"/>
                      </a:lnTo>
                      <a:lnTo>
                        <a:pt x="65289" y="18085"/>
                      </a:lnTo>
                      <a:lnTo>
                        <a:pt x="63481" y="15373"/>
                      </a:lnTo>
                      <a:lnTo>
                        <a:pt x="61491" y="12660"/>
                      </a:lnTo>
                      <a:lnTo>
                        <a:pt x="59321" y="10128"/>
                      </a:lnTo>
                      <a:lnTo>
                        <a:pt x="56789" y="7958"/>
                      </a:lnTo>
                      <a:lnTo>
                        <a:pt x="54076" y="5968"/>
                      </a:lnTo>
                      <a:lnTo>
                        <a:pt x="51183" y="4160"/>
                      </a:lnTo>
                      <a:lnTo>
                        <a:pt x="48289" y="2713"/>
                      </a:lnTo>
                      <a:lnTo>
                        <a:pt x="45034" y="1628"/>
                      </a:lnTo>
                      <a:lnTo>
                        <a:pt x="41778" y="723"/>
                      </a:lnTo>
                      <a:lnTo>
                        <a:pt x="38342" y="181"/>
                      </a:lnTo>
                      <a:lnTo>
                        <a:pt x="3472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0" name="Google Shape;3950;p180"/>
                <p:cNvSpPr/>
                <p:nvPr/>
              </p:nvSpPr>
              <p:spPr>
                <a:xfrm>
                  <a:off x="893700" y="2633675"/>
                  <a:ext cx="5832600" cy="452150"/>
                </a:xfrm>
                <a:custGeom>
                  <a:avLst/>
                  <a:gdLst/>
                  <a:ahLst/>
                  <a:cxnLst/>
                  <a:rect l="l" t="t" r="r" b="b"/>
                  <a:pathLst>
                    <a:path w="233304" h="18086" extrusionOk="0">
                      <a:moveTo>
                        <a:pt x="1" y="0"/>
                      </a:moveTo>
                      <a:lnTo>
                        <a:pt x="1" y="18086"/>
                      </a:lnTo>
                      <a:lnTo>
                        <a:pt x="90247" y="18086"/>
                      </a:lnTo>
                      <a:lnTo>
                        <a:pt x="90247" y="0"/>
                      </a:lnTo>
                      <a:close/>
                      <a:moveTo>
                        <a:pt x="143057" y="0"/>
                      </a:moveTo>
                      <a:lnTo>
                        <a:pt x="143057" y="18086"/>
                      </a:lnTo>
                      <a:lnTo>
                        <a:pt x="233303" y="18086"/>
                      </a:lnTo>
                      <a:lnTo>
                        <a:pt x="23330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3951" name="Google Shape;3951;p180"/>
            <p:cNvGrpSpPr/>
            <p:nvPr/>
          </p:nvGrpSpPr>
          <p:grpSpPr>
            <a:xfrm>
              <a:off x="1543579" y="3387419"/>
              <a:ext cx="457200" cy="457200"/>
              <a:chOff x="1387362" y="3490439"/>
              <a:chExt cx="457200" cy="457200"/>
            </a:xfrm>
          </p:grpSpPr>
          <p:sp>
            <p:nvSpPr>
              <p:cNvPr id="3952" name="Google Shape;3952;p180"/>
              <p:cNvSpPr/>
              <p:nvPr/>
            </p:nvSpPr>
            <p:spPr>
              <a:xfrm>
                <a:off x="1387362" y="3490439"/>
                <a:ext cx="457200" cy="457200"/>
              </a:xfrm>
              <a:prstGeom prst="roundRect">
                <a:avLst>
                  <a:gd name="adj" fmla="val 16667"/>
                </a:avLst>
              </a:prstGeom>
              <a:solidFill>
                <a:srgbClr val="FC5D0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953" name="Google Shape;3953;p180"/>
              <p:cNvGrpSpPr/>
              <p:nvPr/>
            </p:nvGrpSpPr>
            <p:grpSpPr>
              <a:xfrm>
                <a:off x="1469609" y="3601177"/>
                <a:ext cx="292669" cy="235744"/>
                <a:chOff x="558125" y="238125"/>
                <a:chExt cx="6503750" cy="5238750"/>
              </a:xfrm>
            </p:grpSpPr>
            <p:sp>
              <p:nvSpPr>
                <p:cNvPr id="3954" name="Google Shape;3954;p180"/>
                <p:cNvSpPr/>
                <p:nvPr/>
              </p:nvSpPr>
              <p:spPr>
                <a:xfrm>
                  <a:off x="558125" y="4263575"/>
                  <a:ext cx="1218000" cy="1213300"/>
                </a:xfrm>
                <a:custGeom>
                  <a:avLst/>
                  <a:gdLst/>
                  <a:ahLst/>
                  <a:cxnLst/>
                  <a:rect l="l" t="t" r="r" b="b"/>
                  <a:pathLst>
                    <a:path w="48720" h="48532" extrusionOk="0">
                      <a:moveTo>
                        <a:pt x="24454" y="1"/>
                      </a:moveTo>
                      <a:lnTo>
                        <a:pt x="21820" y="189"/>
                      </a:lnTo>
                      <a:lnTo>
                        <a:pt x="19563" y="565"/>
                      </a:lnTo>
                      <a:lnTo>
                        <a:pt x="17118" y="1129"/>
                      </a:lnTo>
                      <a:lnTo>
                        <a:pt x="14860" y="1882"/>
                      </a:lnTo>
                      <a:lnTo>
                        <a:pt x="12791" y="3010"/>
                      </a:lnTo>
                      <a:lnTo>
                        <a:pt x="10722" y="4139"/>
                      </a:lnTo>
                      <a:lnTo>
                        <a:pt x="8841" y="5456"/>
                      </a:lnTo>
                      <a:lnTo>
                        <a:pt x="7148" y="7149"/>
                      </a:lnTo>
                      <a:lnTo>
                        <a:pt x="5643" y="8842"/>
                      </a:lnTo>
                      <a:lnTo>
                        <a:pt x="4326" y="10723"/>
                      </a:lnTo>
                      <a:lnTo>
                        <a:pt x="3010" y="12792"/>
                      </a:lnTo>
                      <a:lnTo>
                        <a:pt x="2069" y="14861"/>
                      </a:lnTo>
                      <a:lnTo>
                        <a:pt x="1129" y="17118"/>
                      </a:lnTo>
                      <a:lnTo>
                        <a:pt x="564" y="19376"/>
                      </a:lnTo>
                      <a:lnTo>
                        <a:pt x="188" y="21821"/>
                      </a:lnTo>
                      <a:lnTo>
                        <a:pt x="0" y="24266"/>
                      </a:lnTo>
                      <a:lnTo>
                        <a:pt x="188" y="26712"/>
                      </a:lnTo>
                      <a:lnTo>
                        <a:pt x="564" y="29157"/>
                      </a:lnTo>
                      <a:lnTo>
                        <a:pt x="1129" y="31602"/>
                      </a:lnTo>
                      <a:lnTo>
                        <a:pt x="2069" y="33672"/>
                      </a:lnTo>
                      <a:lnTo>
                        <a:pt x="3010" y="35929"/>
                      </a:lnTo>
                      <a:lnTo>
                        <a:pt x="4326" y="37810"/>
                      </a:lnTo>
                      <a:lnTo>
                        <a:pt x="5643" y="39691"/>
                      </a:lnTo>
                      <a:lnTo>
                        <a:pt x="7148" y="41384"/>
                      </a:lnTo>
                      <a:lnTo>
                        <a:pt x="8841" y="43077"/>
                      </a:lnTo>
                      <a:lnTo>
                        <a:pt x="10722" y="44394"/>
                      </a:lnTo>
                      <a:lnTo>
                        <a:pt x="12791" y="45710"/>
                      </a:lnTo>
                      <a:lnTo>
                        <a:pt x="14860" y="46651"/>
                      </a:lnTo>
                      <a:lnTo>
                        <a:pt x="17118" y="47403"/>
                      </a:lnTo>
                      <a:lnTo>
                        <a:pt x="19563" y="48156"/>
                      </a:lnTo>
                      <a:lnTo>
                        <a:pt x="21820" y="48532"/>
                      </a:lnTo>
                      <a:lnTo>
                        <a:pt x="26899" y="48532"/>
                      </a:lnTo>
                      <a:lnTo>
                        <a:pt x="29344" y="48156"/>
                      </a:lnTo>
                      <a:lnTo>
                        <a:pt x="31602" y="47403"/>
                      </a:lnTo>
                      <a:lnTo>
                        <a:pt x="33859" y="46651"/>
                      </a:lnTo>
                      <a:lnTo>
                        <a:pt x="35928" y="45710"/>
                      </a:lnTo>
                      <a:lnTo>
                        <a:pt x="37997" y="44394"/>
                      </a:lnTo>
                      <a:lnTo>
                        <a:pt x="39878" y="43077"/>
                      </a:lnTo>
                      <a:lnTo>
                        <a:pt x="41571" y="41384"/>
                      </a:lnTo>
                      <a:lnTo>
                        <a:pt x="43076" y="39691"/>
                      </a:lnTo>
                      <a:lnTo>
                        <a:pt x="44581" y="37810"/>
                      </a:lnTo>
                      <a:lnTo>
                        <a:pt x="45710" y="35929"/>
                      </a:lnTo>
                      <a:lnTo>
                        <a:pt x="46838" y="33672"/>
                      </a:lnTo>
                      <a:lnTo>
                        <a:pt x="47591" y="31602"/>
                      </a:lnTo>
                      <a:lnTo>
                        <a:pt x="48155" y="29157"/>
                      </a:lnTo>
                      <a:lnTo>
                        <a:pt x="48531" y="26712"/>
                      </a:lnTo>
                      <a:lnTo>
                        <a:pt x="48719" y="24266"/>
                      </a:lnTo>
                      <a:lnTo>
                        <a:pt x="48531" y="21821"/>
                      </a:lnTo>
                      <a:lnTo>
                        <a:pt x="48155" y="19376"/>
                      </a:lnTo>
                      <a:lnTo>
                        <a:pt x="47591" y="17118"/>
                      </a:lnTo>
                      <a:lnTo>
                        <a:pt x="46838" y="14861"/>
                      </a:lnTo>
                      <a:lnTo>
                        <a:pt x="45710" y="12792"/>
                      </a:lnTo>
                      <a:lnTo>
                        <a:pt x="44581" y="10723"/>
                      </a:lnTo>
                      <a:lnTo>
                        <a:pt x="43076" y="8842"/>
                      </a:lnTo>
                      <a:lnTo>
                        <a:pt x="41571" y="7149"/>
                      </a:lnTo>
                      <a:lnTo>
                        <a:pt x="39878" y="5456"/>
                      </a:lnTo>
                      <a:lnTo>
                        <a:pt x="37997" y="4139"/>
                      </a:lnTo>
                      <a:lnTo>
                        <a:pt x="35928" y="3010"/>
                      </a:lnTo>
                      <a:lnTo>
                        <a:pt x="33859" y="1882"/>
                      </a:lnTo>
                      <a:lnTo>
                        <a:pt x="31602" y="1129"/>
                      </a:lnTo>
                      <a:lnTo>
                        <a:pt x="29344" y="565"/>
                      </a:lnTo>
                      <a:lnTo>
                        <a:pt x="26899" y="189"/>
                      </a:lnTo>
                      <a:lnTo>
                        <a:pt x="2445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5" name="Google Shape;3955;p180"/>
                <p:cNvSpPr/>
                <p:nvPr/>
              </p:nvSpPr>
              <p:spPr>
                <a:xfrm>
                  <a:off x="5848575" y="4263575"/>
                  <a:ext cx="1213300" cy="1213300"/>
                </a:xfrm>
                <a:custGeom>
                  <a:avLst/>
                  <a:gdLst/>
                  <a:ahLst/>
                  <a:cxnLst/>
                  <a:rect l="l" t="t" r="r" b="b"/>
                  <a:pathLst>
                    <a:path w="48532" h="48532" extrusionOk="0">
                      <a:moveTo>
                        <a:pt x="24266" y="1"/>
                      </a:moveTo>
                      <a:lnTo>
                        <a:pt x="21821" y="189"/>
                      </a:lnTo>
                      <a:lnTo>
                        <a:pt x="19376" y="565"/>
                      </a:lnTo>
                      <a:lnTo>
                        <a:pt x="16930" y="1129"/>
                      </a:lnTo>
                      <a:lnTo>
                        <a:pt x="14861" y="1882"/>
                      </a:lnTo>
                      <a:lnTo>
                        <a:pt x="12604" y="3010"/>
                      </a:lnTo>
                      <a:lnTo>
                        <a:pt x="10723" y="4139"/>
                      </a:lnTo>
                      <a:lnTo>
                        <a:pt x="8842" y="5456"/>
                      </a:lnTo>
                      <a:lnTo>
                        <a:pt x="7149" y="7149"/>
                      </a:lnTo>
                      <a:lnTo>
                        <a:pt x="5456" y="8842"/>
                      </a:lnTo>
                      <a:lnTo>
                        <a:pt x="4139" y="10723"/>
                      </a:lnTo>
                      <a:lnTo>
                        <a:pt x="2822" y="12792"/>
                      </a:lnTo>
                      <a:lnTo>
                        <a:pt x="1882" y="14861"/>
                      </a:lnTo>
                      <a:lnTo>
                        <a:pt x="1129" y="17118"/>
                      </a:lnTo>
                      <a:lnTo>
                        <a:pt x="377" y="19376"/>
                      </a:lnTo>
                      <a:lnTo>
                        <a:pt x="1" y="21821"/>
                      </a:lnTo>
                      <a:lnTo>
                        <a:pt x="1" y="24266"/>
                      </a:lnTo>
                      <a:lnTo>
                        <a:pt x="1" y="26712"/>
                      </a:lnTo>
                      <a:lnTo>
                        <a:pt x="377" y="29157"/>
                      </a:lnTo>
                      <a:lnTo>
                        <a:pt x="1129" y="31602"/>
                      </a:lnTo>
                      <a:lnTo>
                        <a:pt x="1882" y="33672"/>
                      </a:lnTo>
                      <a:lnTo>
                        <a:pt x="2822" y="35929"/>
                      </a:lnTo>
                      <a:lnTo>
                        <a:pt x="4139" y="37810"/>
                      </a:lnTo>
                      <a:lnTo>
                        <a:pt x="5456" y="39691"/>
                      </a:lnTo>
                      <a:lnTo>
                        <a:pt x="7149" y="41384"/>
                      </a:lnTo>
                      <a:lnTo>
                        <a:pt x="8842" y="43077"/>
                      </a:lnTo>
                      <a:lnTo>
                        <a:pt x="10723" y="44394"/>
                      </a:lnTo>
                      <a:lnTo>
                        <a:pt x="12604" y="45710"/>
                      </a:lnTo>
                      <a:lnTo>
                        <a:pt x="14861" y="46651"/>
                      </a:lnTo>
                      <a:lnTo>
                        <a:pt x="16930" y="47403"/>
                      </a:lnTo>
                      <a:lnTo>
                        <a:pt x="19376" y="48156"/>
                      </a:lnTo>
                      <a:lnTo>
                        <a:pt x="21821" y="48532"/>
                      </a:lnTo>
                      <a:lnTo>
                        <a:pt x="26712" y="48532"/>
                      </a:lnTo>
                      <a:lnTo>
                        <a:pt x="29157" y="48156"/>
                      </a:lnTo>
                      <a:lnTo>
                        <a:pt x="31414" y="47403"/>
                      </a:lnTo>
                      <a:lnTo>
                        <a:pt x="33672" y="46651"/>
                      </a:lnTo>
                      <a:lnTo>
                        <a:pt x="35741" y="45710"/>
                      </a:lnTo>
                      <a:lnTo>
                        <a:pt x="37810" y="44394"/>
                      </a:lnTo>
                      <a:lnTo>
                        <a:pt x="39691" y="43077"/>
                      </a:lnTo>
                      <a:lnTo>
                        <a:pt x="41384" y="41384"/>
                      </a:lnTo>
                      <a:lnTo>
                        <a:pt x="43077" y="39691"/>
                      </a:lnTo>
                      <a:lnTo>
                        <a:pt x="44394" y="37810"/>
                      </a:lnTo>
                      <a:lnTo>
                        <a:pt x="45522" y="35929"/>
                      </a:lnTo>
                      <a:lnTo>
                        <a:pt x="46651" y="33672"/>
                      </a:lnTo>
                      <a:lnTo>
                        <a:pt x="47403" y="31602"/>
                      </a:lnTo>
                      <a:lnTo>
                        <a:pt x="47968" y="29157"/>
                      </a:lnTo>
                      <a:lnTo>
                        <a:pt x="48344" y="26712"/>
                      </a:lnTo>
                      <a:lnTo>
                        <a:pt x="48532" y="24266"/>
                      </a:lnTo>
                      <a:lnTo>
                        <a:pt x="48344" y="21821"/>
                      </a:lnTo>
                      <a:lnTo>
                        <a:pt x="47968" y="19376"/>
                      </a:lnTo>
                      <a:lnTo>
                        <a:pt x="47403" y="17118"/>
                      </a:lnTo>
                      <a:lnTo>
                        <a:pt x="46651" y="14861"/>
                      </a:lnTo>
                      <a:lnTo>
                        <a:pt x="45522" y="12792"/>
                      </a:lnTo>
                      <a:lnTo>
                        <a:pt x="44394" y="10723"/>
                      </a:lnTo>
                      <a:lnTo>
                        <a:pt x="43077" y="8842"/>
                      </a:lnTo>
                      <a:lnTo>
                        <a:pt x="41384" y="7149"/>
                      </a:lnTo>
                      <a:lnTo>
                        <a:pt x="39691" y="5456"/>
                      </a:lnTo>
                      <a:lnTo>
                        <a:pt x="37810" y="4139"/>
                      </a:lnTo>
                      <a:lnTo>
                        <a:pt x="35741" y="3010"/>
                      </a:lnTo>
                      <a:lnTo>
                        <a:pt x="33672" y="1882"/>
                      </a:lnTo>
                      <a:lnTo>
                        <a:pt x="31414" y="1129"/>
                      </a:lnTo>
                      <a:lnTo>
                        <a:pt x="29157" y="565"/>
                      </a:lnTo>
                      <a:lnTo>
                        <a:pt x="26712" y="189"/>
                      </a:lnTo>
                      <a:lnTo>
                        <a:pt x="2426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6" name="Google Shape;3956;p180"/>
                <p:cNvSpPr/>
                <p:nvPr/>
              </p:nvSpPr>
              <p:spPr>
                <a:xfrm>
                  <a:off x="3017600" y="238125"/>
                  <a:ext cx="1589500" cy="1589500"/>
                </a:xfrm>
                <a:custGeom>
                  <a:avLst/>
                  <a:gdLst/>
                  <a:ahLst/>
                  <a:cxnLst/>
                  <a:rect l="l" t="t" r="r" b="b"/>
                  <a:pathLst>
                    <a:path w="63580" h="63580" extrusionOk="0">
                      <a:moveTo>
                        <a:pt x="33483" y="15048"/>
                      </a:moveTo>
                      <a:lnTo>
                        <a:pt x="35176" y="15425"/>
                      </a:lnTo>
                      <a:lnTo>
                        <a:pt x="36681" y="15801"/>
                      </a:lnTo>
                      <a:lnTo>
                        <a:pt x="38186" y="16365"/>
                      </a:lnTo>
                      <a:lnTo>
                        <a:pt x="39690" y="17118"/>
                      </a:lnTo>
                      <a:lnTo>
                        <a:pt x="41195" y="17870"/>
                      </a:lnTo>
                      <a:lnTo>
                        <a:pt x="42324" y="18811"/>
                      </a:lnTo>
                      <a:lnTo>
                        <a:pt x="43641" y="19939"/>
                      </a:lnTo>
                      <a:lnTo>
                        <a:pt x="44769" y="21068"/>
                      </a:lnTo>
                      <a:lnTo>
                        <a:pt x="45710" y="22385"/>
                      </a:lnTo>
                      <a:lnTo>
                        <a:pt x="46462" y="23889"/>
                      </a:lnTo>
                      <a:lnTo>
                        <a:pt x="47215" y="25206"/>
                      </a:lnTo>
                      <a:lnTo>
                        <a:pt x="47779" y="26899"/>
                      </a:lnTo>
                      <a:lnTo>
                        <a:pt x="48155" y="28404"/>
                      </a:lnTo>
                      <a:lnTo>
                        <a:pt x="48343" y="30097"/>
                      </a:lnTo>
                      <a:lnTo>
                        <a:pt x="48531" y="31790"/>
                      </a:lnTo>
                      <a:lnTo>
                        <a:pt x="48343" y="33483"/>
                      </a:lnTo>
                      <a:lnTo>
                        <a:pt x="48155" y="35176"/>
                      </a:lnTo>
                      <a:lnTo>
                        <a:pt x="47779" y="36869"/>
                      </a:lnTo>
                      <a:lnTo>
                        <a:pt x="47215" y="38374"/>
                      </a:lnTo>
                      <a:lnTo>
                        <a:pt x="46462" y="39878"/>
                      </a:lnTo>
                      <a:lnTo>
                        <a:pt x="45710" y="41195"/>
                      </a:lnTo>
                      <a:lnTo>
                        <a:pt x="44769" y="42512"/>
                      </a:lnTo>
                      <a:lnTo>
                        <a:pt x="43641" y="43641"/>
                      </a:lnTo>
                      <a:lnTo>
                        <a:pt x="42324" y="44769"/>
                      </a:lnTo>
                      <a:lnTo>
                        <a:pt x="41195" y="45710"/>
                      </a:lnTo>
                      <a:lnTo>
                        <a:pt x="39690" y="46462"/>
                      </a:lnTo>
                      <a:lnTo>
                        <a:pt x="38186" y="47215"/>
                      </a:lnTo>
                      <a:lnTo>
                        <a:pt x="36681" y="47779"/>
                      </a:lnTo>
                      <a:lnTo>
                        <a:pt x="35176" y="48155"/>
                      </a:lnTo>
                      <a:lnTo>
                        <a:pt x="33483" y="48531"/>
                      </a:lnTo>
                      <a:lnTo>
                        <a:pt x="30097" y="48531"/>
                      </a:lnTo>
                      <a:lnTo>
                        <a:pt x="28404" y="48155"/>
                      </a:lnTo>
                      <a:lnTo>
                        <a:pt x="26711" y="47779"/>
                      </a:lnTo>
                      <a:lnTo>
                        <a:pt x="25206" y="47215"/>
                      </a:lnTo>
                      <a:lnTo>
                        <a:pt x="23702" y="46462"/>
                      </a:lnTo>
                      <a:lnTo>
                        <a:pt x="22385" y="45710"/>
                      </a:lnTo>
                      <a:lnTo>
                        <a:pt x="21068" y="44769"/>
                      </a:lnTo>
                      <a:lnTo>
                        <a:pt x="19939" y="43641"/>
                      </a:lnTo>
                      <a:lnTo>
                        <a:pt x="18811" y="42512"/>
                      </a:lnTo>
                      <a:lnTo>
                        <a:pt x="17870" y="41195"/>
                      </a:lnTo>
                      <a:lnTo>
                        <a:pt x="16930" y="39878"/>
                      </a:lnTo>
                      <a:lnTo>
                        <a:pt x="16365" y="38374"/>
                      </a:lnTo>
                      <a:lnTo>
                        <a:pt x="15801" y="36869"/>
                      </a:lnTo>
                      <a:lnTo>
                        <a:pt x="15237" y="35176"/>
                      </a:lnTo>
                      <a:lnTo>
                        <a:pt x="15049" y="33483"/>
                      </a:lnTo>
                      <a:lnTo>
                        <a:pt x="15049" y="31790"/>
                      </a:lnTo>
                      <a:lnTo>
                        <a:pt x="15049" y="30097"/>
                      </a:lnTo>
                      <a:lnTo>
                        <a:pt x="15237" y="28404"/>
                      </a:lnTo>
                      <a:lnTo>
                        <a:pt x="15801" y="26899"/>
                      </a:lnTo>
                      <a:lnTo>
                        <a:pt x="16365" y="25206"/>
                      </a:lnTo>
                      <a:lnTo>
                        <a:pt x="16930" y="23889"/>
                      </a:lnTo>
                      <a:lnTo>
                        <a:pt x="17870" y="22385"/>
                      </a:lnTo>
                      <a:lnTo>
                        <a:pt x="18811" y="21068"/>
                      </a:lnTo>
                      <a:lnTo>
                        <a:pt x="19939" y="19939"/>
                      </a:lnTo>
                      <a:lnTo>
                        <a:pt x="21068" y="18811"/>
                      </a:lnTo>
                      <a:lnTo>
                        <a:pt x="22385" y="17870"/>
                      </a:lnTo>
                      <a:lnTo>
                        <a:pt x="23702" y="17118"/>
                      </a:lnTo>
                      <a:lnTo>
                        <a:pt x="25206" y="16365"/>
                      </a:lnTo>
                      <a:lnTo>
                        <a:pt x="26711" y="15801"/>
                      </a:lnTo>
                      <a:lnTo>
                        <a:pt x="28404" y="15425"/>
                      </a:lnTo>
                      <a:lnTo>
                        <a:pt x="30097" y="15048"/>
                      </a:lnTo>
                      <a:close/>
                      <a:moveTo>
                        <a:pt x="31790" y="0"/>
                      </a:moveTo>
                      <a:lnTo>
                        <a:pt x="28404" y="188"/>
                      </a:lnTo>
                      <a:lnTo>
                        <a:pt x="25394" y="564"/>
                      </a:lnTo>
                      <a:lnTo>
                        <a:pt x="22385" y="1505"/>
                      </a:lnTo>
                      <a:lnTo>
                        <a:pt x="19375" y="2445"/>
                      </a:lnTo>
                      <a:lnTo>
                        <a:pt x="16554" y="3762"/>
                      </a:lnTo>
                      <a:lnTo>
                        <a:pt x="13920" y="5455"/>
                      </a:lnTo>
                      <a:lnTo>
                        <a:pt x="11475" y="7336"/>
                      </a:lnTo>
                      <a:lnTo>
                        <a:pt x="9217" y="9405"/>
                      </a:lnTo>
                      <a:lnTo>
                        <a:pt x="7148" y="11663"/>
                      </a:lnTo>
                      <a:lnTo>
                        <a:pt x="5455" y="14108"/>
                      </a:lnTo>
                      <a:lnTo>
                        <a:pt x="3762" y="16741"/>
                      </a:lnTo>
                      <a:lnTo>
                        <a:pt x="2446" y="19375"/>
                      </a:lnTo>
                      <a:lnTo>
                        <a:pt x="1317" y="22385"/>
                      </a:lnTo>
                      <a:lnTo>
                        <a:pt x="565" y="25394"/>
                      </a:lnTo>
                      <a:lnTo>
                        <a:pt x="0" y="28592"/>
                      </a:lnTo>
                      <a:lnTo>
                        <a:pt x="0" y="31790"/>
                      </a:lnTo>
                      <a:lnTo>
                        <a:pt x="0" y="34988"/>
                      </a:lnTo>
                      <a:lnTo>
                        <a:pt x="565" y="38186"/>
                      </a:lnTo>
                      <a:lnTo>
                        <a:pt x="1317" y="41195"/>
                      </a:lnTo>
                      <a:lnTo>
                        <a:pt x="2446" y="44205"/>
                      </a:lnTo>
                      <a:lnTo>
                        <a:pt x="3762" y="47026"/>
                      </a:lnTo>
                      <a:lnTo>
                        <a:pt x="5455" y="49660"/>
                      </a:lnTo>
                      <a:lnTo>
                        <a:pt x="7148" y="52105"/>
                      </a:lnTo>
                      <a:lnTo>
                        <a:pt x="9217" y="54363"/>
                      </a:lnTo>
                      <a:lnTo>
                        <a:pt x="11475" y="56432"/>
                      </a:lnTo>
                      <a:lnTo>
                        <a:pt x="13920" y="58125"/>
                      </a:lnTo>
                      <a:lnTo>
                        <a:pt x="16554" y="59818"/>
                      </a:lnTo>
                      <a:lnTo>
                        <a:pt x="19375" y="61134"/>
                      </a:lnTo>
                      <a:lnTo>
                        <a:pt x="22385" y="62263"/>
                      </a:lnTo>
                      <a:lnTo>
                        <a:pt x="25394" y="63015"/>
                      </a:lnTo>
                      <a:lnTo>
                        <a:pt x="28404" y="63392"/>
                      </a:lnTo>
                      <a:lnTo>
                        <a:pt x="31790" y="63580"/>
                      </a:lnTo>
                      <a:lnTo>
                        <a:pt x="34988" y="63392"/>
                      </a:lnTo>
                      <a:lnTo>
                        <a:pt x="38186" y="63015"/>
                      </a:lnTo>
                      <a:lnTo>
                        <a:pt x="41195" y="62263"/>
                      </a:lnTo>
                      <a:lnTo>
                        <a:pt x="44205" y="61134"/>
                      </a:lnTo>
                      <a:lnTo>
                        <a:pt x="46839" y="59818"/>
                      </a:lnTo>
                      <a:lnTo>
                        <a:pt x="49472" y="58125"/>
                      </a:lnTo>
                      <a:lnTo>
                        <a:pt x="51917" y="56432"/>
                      </a:lnTo>
                      <a:lnTo>
                        <a:pt x="54175" y="54363"/>
                      </a:lnTo>
                      <a:lnTo>
                        <a:pt x="56244" y="52105"/>
                      </a:lnTo>
                      <a:lnTo>
                        <a:pt x="58125" y="49660"/>
                      </a:lnTo>
                      <a:lnTo>
                        <a:pt x="59630" y="47026"/>
                      </a:lnTo>
                      <a:lnTo>
                        <a:pt x="61135" y="44205"/>
                      </a:lnTo>
                      <a:lnTo>
                        <a:pt x="62075" y="41195"/>
                      </a:lnTo>
                      <a:lnTo>
                        <a:pt x="62827" y="38186"/>
                      </a:lnTo>
                      <a:lnTo>
                        <a:pt x="63392" y="34988"/>
                      </a:lnTo>
                      <a:lnTo>
                        <a:pt x="63580" y="31790"/>
                      </a:lnTo>
                      <a:lnTo>
                        <a:pt x="63392" y="28592"/>
                      </a:lnTo>
                      <a:lnTo>
                        <a:pt x="62827" y="25394"/>
                      </a:lnTo>
                      <a:lnTo>
                        <a:pt x="62075" y="22385"/>
                      </a:lnTo>
                      <a:lnTo>
                        <a:pt x="61135" y="19375"/>
                      </a:lnTo>
                      <a:lnTo>
                        <a:pt x="59630" y="16741"/>
                      </a:lnTo>
                      <a:lnTo>
                        <a:pt x="58125" y="14108"/>
                      </a:lnTo>
                      <a:lnTo>
                        <a:pt x="56244" y="11663"/>
                      </a:lnTo>
                      <a:lnTo>
                        <a:pt x="54175" y="9405"/>
                      </a:lnTo>
                      <a:lnTo>
                        <a:pt x="51917" y="7336"/>
                      </a:lnTo>
                      <a:lnTo>
                        <a:pt x="49472" y="5455"/>
                      </a:lnTo>
                      <a:lnTo>
                        <a:pt x="46839" y="3762"/>
                      </a:lnTo>
                      <a:lnTo>
                        <a:pt x="44205" y="2445"/>
                      </a:lnTo>
                      <a:lnTo>
                        <a:pt x="41195" y="1505"/>
                      </a:lnTo>
                      <a:lnTo>
                        <a:pt x="38186" y="564"/>
                      </a:lnTo>
                      <a:lnTo>
                        <a:pt x="34988" y="188"/>
                      </a:lnTo>
                      <a:lnTo>
                        <a:pt x="3179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7" name="Google Shape;3957;p180"/>
                <p:cNvSpPr/>
                <p:nvPr/>
              </p:nvSpPr>
              <p:spPr>
                <a:xfrm>
                  <a:off x="3205700" y="4263575"/>
                  <a:ext cx="1213300" cy="1213300"/>
                </a:xfrm>
                <a:custGeom>
                  <a:avLst/>
                  <a:gdLst/>
                  <a:ahLst/>
                  <a:cxnLst/>
                  <a:rect l="l" t="t" r="r" b="b"/>
                  <a:pathLst>
                    <a:path w="48532" h="48532" extrusionOk="0">
                      <a:moveTo>
                        <a:pt x="24266" y="1"/>
                      </a:moveTo>
                      <a:lnTo>
                        <a:pt x="21821" y="189"/>
                      </a:lnTo>
                      <a:lnTo>
                        <a:pt x="19375" y="565"/>
                      </a:lnTo>
                      <a:lnTo>
                        <a:pt x="16930" y="1129"/>
                      </a:lnTo>
                      <a:lnTo>
                        <a:pt x="14673" y="1882"/>
                      </a:lnTo>
                      <a:lnTo>
                        <a:pt x="12604" y="3010"/>
                      </a:lnTo>
                      <a:lnTo>
                        <a:pt x="10722" y="4139"/>
                      </a:lnTo>
                      <a:lnTo>
                        <a:pt x="8841" y="5456"/>
                      </a:lnTo>
                      <a:lnTo>
                        <a:pt x="6960" y="7149"/>
                      </a:lnTo>
                      <a:lnTo>
                        <a:pt x="5456" y="8842"/>
                      </a:lnTo>
                      <a:lnTo>
                        <a:pt x="4139" y="10723"/>
                      </a:lnTo>
                      <a:lnTo>
                        <a:pt x="2822" y="12792"/>
                      </a:lnTo>
                      <a:lnTo>
                        <a:pt x="1881" y="14861"/>
                      </a:lnTo>
                      <a:lnTo>
                        <a:pt x="941" y="17118"/>
                      </a:lnTo>
                      <a:lnTo>
                        <a:pt x="377" y="19376"/>
                      </a:lnTo>
                      <a:lnTo>
                        <a:pt x="0" y="21821"/>
                      </a:lnTo>
                      <a:lnTo>
                        <a:pt x="0" y="24266"/>
                      </a:lnTo>
                      <a:lnTo>
                        <a:pt x="0" y="26712"/>
                      </a:lnTo>
                      <a:lnTo>
                        <a:pt x="377" y="29157"/>
                      </a:lnTo>
                      <a:lnTo>
                        <a:pt x="941" y="31602"/>
                      </a:lnTo>
                      <a:lnTo>
                        <a:pt x="1881" y="33672"/>
                      </a:lnTo>
                      <a:lnTo>
                        <a:pt x="2822" y="35929"/>
                      </a:lnTo>
                      <a:lnTo>
                        <a:pt x="4139" y="37810"/>
                      </a:lnTo>
                      <a:lnTo>
                        <a:pt x="5456" y="39691"/>
                      </a:lnTo>
                      <a:lnTo>
                        <a:pt x="6960" y="41384"/>
                      </a:lnTo>
                      <a:lnTo>
                        <a:pt x="8841" y="43077"/>
                      </a:lnTo>
                      <a:lnTo>
                        <a:pt x="10722" y="44394"/>
                      </a:lnTo>
                      <a:lnTo>
                        <a:pt x="12604" y="45710"/>
                      </a:lnTo>
                      <a:lnTo>
                        <a:pt x="14673" y="46651"/>
                      </a:lnTo>
                      <a:lnTo>
                        <a:pt x="16930" y="47403"/>
                      </a:lnTo>
                      <a:lnTo>
                        <a:pt x="19375" y="48156"/>
                      </a:lnTo>
                      <a:lnTo>
                        <a:pt x="21821" y="48532"/>
                      </a:lnTo>
                      <a:lnTo>
                        <a:pt x="26711" y="48532"/>
                      </a:lnTo>
                      <a:lnTo>
                        <a:pt x="29157" y="48156"/>
                      </a:lnTo>
                      <a:lnTo>
                        <a:pt x="31414" y="47403"/>
                      </a:lnTo>
                      <a:lnTo>
                        <a:pt x="33671" y="46651"/>
                      </a:lnTo>
                      <a:lnTo>
                        <a:pt x="35741" y="45710"/>
                      </a:lnTo>
                      <a:lnTo>
                        <a:pt x="37810" y="44394"/>
                      </a:lnTo>
                      <a:lnTo>
                        <a:pt x="39691" y="43077"/>
                      </a:lnTo>
                      <a:lnTo>
                        <a:pt x="41384" y="41384"/>
                      </a:lnTo>
                      <a:lnTo>
                        <a:pt x="42889" y="39691"/>
                      </a:lnTo>
                      <a:lnTo>
                        <a:pt x="44393" y="37810"/>
                      </a:lnTo>
                      <a:lnTo>
                        <a:pt x="45522" y="35929"/>
                      </a:lnTo>
                      <a:lnTo>
                        <a:pt x="46651" y="33672"/>
                      </a:lnTo>
                      <a:lnTo>
                        <a:pt x="47403" y="31602"/>
                      </a:lnTo>
                      <a:lnTo>
                        <a:pt x="47967" y="29157"/>
                      </a:lnTo>
                      <a:lnTo>
                        <a:pt x="48344" y="26712"/>
                      </a:lnTo>
                      <a:lnTo>
                        <a:pt x="48532" y="24266"/>
                      </a:lnTo>
                      <a:lnTo>
                        <a:pt x="48344" y="21821"/>
                      </a:lnTo>
                      <a:lnTo>
                        <a:pt x="47967" y="19376"/>
                      </a:lnTo>
                      <a:lnTo>
                        <a:pt x="47403" y="17118"/>
                      </a:lnTo>
                      <a:lnTo>
                        <a:pt x="46651" y="14861"/>
                      </a:lnTo>
                      <a:lnTo>
                        <a:pt x="45522" y="12792"/>
                      </a:lnTo>
                      <a:lnTo>
                        <a:pt x="44393" y="10723"/>
                      </a:lnTo>
                      <a:lnTo>
                        <a:pt x="42889" y="8842"/>
                      </a:lnTo>
                      <a:lnTo>
                        <a:pt x="41384" y="7149"/>
                      </a:lnTo>
                      <a:lnTo>
                        <a:pt x="39691" y="5456"/>
                      </a:lnTo>
                      <a:lnTo>
                        <a:pt x="37810" y="4139"/>
                      </a:lnTo>
                      <a:lnTo>
                        <a:pt x="35741" y="3010"/>
                      </a:lnTo>
                      <a:lnTo>
                        <a:pt x="33671" y="1882"/>
                      </a:lnTo>
                      <a:lnTo>
                        <a:pt x="31414" y="1129"/>
                      </a:lnTo>
                      <a:lnTo>
                        <a:pt x="29157" y="565"/>
                      </a:lnTo>
                      <a:lnTo>
                        <a:pt x="26711" y="189"/>
                      </a:lnTo>
                      <a:lnTo>
                        <a:pt x="2426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8" name="Google Shape;3958;p180"/>
                <p:cNvSpPr/>
                <p:nvPr/>
              </p:nvSpPr>
              <p:spPr>
                <a:xfrm>
                  <a:off x="943725" y="1489025"/>
                  <a:ext cx="5737250" cy="3381225"/>
                </a:xfrm>
                <a:custGeom>
                  <a:avLst/>
                  <a:gdLst/>
                  <a:ahLst/>
                  <a:cxnLst/>
                  <a:rect l="l" t="t" r="r" b="b"/>
                  <a:pathLst>
                    <a:path w="229490" h="135249" extrusionOk="0">
                      <a:moveTo>
                        <a:pt x="105716" y="0"/>
                      </a:moveTo>
                      <a:lnTo>
                        <a:pt x="105716" y="43076"/>
                      </a:lnTo>
                      <a:lnTo>
                        <a:pt x="1" y="43076"/>
                      </a:lnTo>
                      <a:lnTo>
                        <a:pt x="1" y="135248"/>
                      </a:lnTo>
                      <a:lnTo>
                        <a:pt x="18059" y="135248"/>
                      </a:lnTo>
                      <a:lnTo>
                        <a:pt x="18059" y="61135"/>
                      </a:lnTo>
                      <a:lnTo>
                        <a:pt x="105716" y="61135"/>
                      </a:lnTo>
                      <a:lnTo>
                        <a:pt x="105716" y="135248"/>
                      </a:lnTo>
                      <a:lnTo>
                        <a:pt x="123774" y="135248"/>
                      </a:lnTo>
                      <a:lnTo>
                        <a:pt x="123774" y="61135"/>
                      </a:lnTo>
                      <a:lnTo>
                        <a:pt x="211431" y="61135"/>
                      </a:lnTo>
                      <a:lnTo>
                        <a:pt x="211431" y="135248"/>
                      </a:lnTo>
                      <a:lnTo>
                        <a:pt x="229489" y="135248"/>
                      </a:lnTo>
                      <a:lnTo>
                        <a:pt x="229489" y="43076"/>
                      </a:lnTo>
                      <a:lnTo>
                        <a:pt x="123774" y="43076"/>
                      </a:lnTo>
                      <a:lnTo>
                        <a:pt x="12377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3959" name="Google Shape;3959;p180"/>
            <p:cNvSpPr txBox="1"/>
            <p:nvPr/>
          </p:nvSpPr>
          <p:spPr>
            <a:xfrm>
              <a:off x="339218" y="3990072"/>
              <a:ext cx="798000" cy="124200"/>
            </a:xfrm>
            <a:prstGeom prst="rect">
              <a:avLst/>
            </a:prstGeom>
            <a:noFill/>
            <a:ln>
              <a:noFill/>
            </a:ln>
          </p:spPr>
          <p:txBody>
            <a:bodyPr spcFirstLastPara="1" wrap="square" lIns="0" tIns="16175" rIns="0" bIns="0" anchor="t" anchorCtr="0">
              <a:spAutoFit/>
            </a:bodyPr>
            <a:lstStyle/>
            <a:p>
              <a:pPr marL="12700" marR="0" lvl="0" indent="0" algn="ctr" rtl="0">
                <a:lnSpc>
                  <a:spcPct val="100000"/>
                </a:lnSpc>
                <a:spcBef>
                  <a:spcPts val="0"/>
                </a:spcBef>
                <a:spcAft>
                  <a:spcPts val="0"/>
                </a:spcAft>
                <a:buNone/>
              </a:pPr>
              <a:r>
                <a:rPr lang="en" sz="700" b="1">
                  <a:solidFill>
                    <a:schemeClr val="lt2"/>
                  </a:solidFill>
                  <a:latin typeface="IBM Plex Sans"/>
                  <a:ea typeface="IBM Plex Sans"/>
                  <a:cs typeface="IBM Plex Sans"/>
                  <a:sym typeface="IBM Plex Sans"/>
                </a:rPr>
                <a:t>Connectors</a:t>
              </a:r>
              <a:endParaRPr sz="700" b="1">
                <a:solidFill>
                  <a:schemeClr val="lt2"/>
                </a:solidFill>
                <a:latin typeface="IBM Plex Sans"/>
                <a:ea typeface="IBM Plex Sans"/>
                <a:cs typeface="IBM Plex Sans"/>
                <a:sym typeface="IBM Plex Sans"/>
              </a:endParaRPr>
            </a:p>
          </p:txBody>
        </p:sp>
        <p:sp>
          <p:nvSpPr>
            <p:cNvPr id="3960" name="Google Shape;3960;p180"/>
            <p:cNvSpPr txBox="1"/>
            <p:nvPr/>
          </p:nvSpPr>
          <p:spPr>
            <a:xfrm>
              <a:off x="1210412" y="3990072"/>
              <a:ext cx="1123500" cy="124200"/>
            </a:xfrm>
            <a:prstGeom prst="rect">
              <a:avLst/>
            </a:prstGeom>
            <a:noFill/>
            <a:ln>
              <a:noFill/>
            </a:ln>
          </p:spPr>
          <p:txBody>
            <a:bodyPr spcFirstLastPara="1" wrap="square" lIns="0" tIns="16175" rIns="0" bIns="0" anchor="t" anchorCtr="0">
              <a:spAutoFit/>
            </a:bodyPr>
            <a:lstStyle/>
            <a:p>
              <a:pPr marL="12700" marR="0" lvl="0" indent="0" algn="ctr" rtl="0">
                <a:lnSpc>
                  <a:spcPct val="100000"/>
                </a:lnSpc>
                <a:spcBef>
                  <a:spcPts val="0"/>
                </a:spcBef>
                <a:spcAft>
                  <a:spcPts val="0"/>
                </a:spcAft>
                <a:buNone/>
              </a:pPr>
              <a:r>
                <a:rPr lang="en" sz="700" b="1">
                  <a:solidFill>
                    <a:schemeClr val="lt2"/>
                  </a:solidFill>
                  <a:latin typeface="IBM Plex Sans"/>
                  <a:ea typeface="IBM Plex Sans"/>
                  <a:cs typeface="IBM Plex Sans"/>
                  <a:sym typeface="IBM Plex Sans"/>
                </a:rPr>
                <a:t>Integration Framework</a:t>
              </a:r>
              <a:endParaRPr sz="700" b="1">
                <a:solidFill>
                  <a:schemeClr val="lt2"/>
                </a:solidFill>
                <a:latin typeface="IBM Plex Sans"/>
                <a:ea typeface="IBM Plex Sans"/>
                <a:cs typeface="IBM Plex Sans"/>
                <a:sym typeface="IBM Plex Sans"/>
              </a:endParaRPr>
            </a:p>
          </p:txBody>
        </p:sp>
        <p:sp>
          <p:nvSpPr>
            <p:cNvPr id="3961" name="Google Shape;3961;p180"/>
            <p:cNvSpPr txBox="1"/>
            <p:nvPr/>
          </p:nvSpPr>
          <p:spPr>
            <a:xfrm>
              <a:off x="2628905" y="3990072"/>
              <a:ext cx="378900" cy="124200"/>
            </a:xfrm>
            <a:prstGeom prst="rect">
              <a:avLst/>
            </a:prstGeom>
            <a:noFill/>
            <a:ln>
              <a:noFill/>
            </a:ln>
          </p:spPr>
          <p:txBody>
            <a:bodyPr spcFirstLastPara="1" wrap="square" lIns="0" tIns="16175" rIns="0" bIns="0" anchor="t" anchorCtr="0">
              <a:spAutoFit/>
            </a:bodyPr>
            <a:lstStyle/>
            <a:p>
              <a:pPr marL="12700" lvl="0" indent="0" algn="ctr" rtl="0">
                <a:spcBef>
                  <a:spcPts val="0"/>
                </a:spcBef>
                <a:spcAft>
                  <a:spcPts val="0"/>
                </a:spcAft>
                <a:buNone/>
              </a:pPr>
              <a:r>
                <a:rPr lang="en" sz="700" b="1">
                  <a:solidFill>
                    <a:schemeClr val="lt2"/>
                  </a:solidFill>
                  <a:latin typeface="IBM Plex Sans"/>
                  <a:ea typeface="IBM Plex Sans"/>
                  <a:cs typeface="IBM Plex Sans"/>
                  <a:sym typeface="IBM Plex Sans"/>
                </a:rPr>
                <a:t>Forms</a:t>
              </a:r>
              <a:endParaRPr sz="700" b="1">
                <a:solidFill>
                  <a:schemeClr val="lt2"/>
                </a:solidFill>
                <a:latin typeface="IBM Plex Sans"/>
                <a:ea typeface="IBM Plex Sans"/>
                <a:cs typeface="IBM Plex Sans"/>
                <a:sym typeface="IBM Plex Sans"/>
              </a:endParaRPr>
            </a:p>
          </p:txBody>
        </p:sp>
        <p:sp>
          <p:nvSpPr>
            <p:cNvPr id="3962" name="Google Shape;3962;p180"/>
            <p:cNvSpPr txBox="1"/>
            <p:nvPr/>
          </p:nvSpPr>
          <p:spPr>
            <a:xfrm>
              <a:off x="269018" y="4182155"/>
              <a:ext cx="938400" cy="477000"/>
            </a:xfrm>
            <a:prstGeom prst="rect">
              <a:avLst/>
            </a:prstGeom>
            <a:noFill/>
            <a:ln>
              <a:noFill/>
            </a:ln>
          </p:spPr>
          <p:txBody>
            <a:bodyPr spcFirstLastPara="1" wrap="square" lIns="91425" tIns="0" rIns="91425" bIns="91425" anchor="t" anchorCtr="0">
              <a:spAutoFit/>
            </a:bodyPr>
            <a:lstStyle/>
            <a:p>
              <a:pPr marL="0" lvl="0" indent="0" algn="ctr" rtl="0">
                <a:spcBef>
                  <a:spcPts val="0"/>
                </a:spcBef>
                <a:spcAft>
                  <a:spcPts val="0"/>
                </a:spcAft>
                <a:buNone/>
              </a:pPr>
              <a:r>
                <a:rPr lang="en" sz="500">
                  <a:solidFill>
                    <a:srgbClr val="B7B7B7"/>
                  </a:solidFill>
                  <a:latin typeface="IBM Plex Sans"/>
                  <a:ea typeface="IBM Plex Sans"/>
                  <a:cs typeface="IBM Plex Sans"/>
                  <a:sym typeface="IBM Plex Sans"/>
                </a:rPr>
                <a:t>Out-of-the-box integrations to easily communicate with popular enterprise applications &amp; protocols.</a:t>
              </a:r>
              <a:endParaRPr sz="500">
                <a:solidFill>
                  <a:srgbClr val="B7B7B7"/>
                </a:solidFill>
              </a:endParaRPr>
            </a:p>
          </p:txBody>
        </p:sp>
        <p:sp>
          <p:nvSpPr>
            <p:cNvPr id="3963" name="Google Shape;3963;p180"/>
            <p:cNvSpPr txBox="1"/>
            <p:nvPr/>
          </p:nvSpPr>
          <p:spPr>
            <a:xfrm>
              <a:off x="1303043" y="4182155"/>
              <a:ext cx="938400" cy="477000"/>
            </a:xfrm>
            <a:prstGeom prst="rect">
              <a:avLst/>
            </a:prstGeom>
            <a:noFill/>
            <a:ln>
              <a:noFill/>
            </a:ln>
          </p:spPr>
          <p:txBody>
            <a:bodyPr spcFirstLastPara="1" wrap="square" lIns="91425" tIns="0" rIns="91425" bIns="91425" anchor="t" anchorCtr="0">
              <a:spAutoFit/>
            </a:bodyPr>
            <a:lstStyle/>
            <a:p>
              <a:pPr marL="0" lvl="0" indent="0" algn="ctr" rtl="0">
                <a:spcBef>
                  <a:spcPts val="0"/>
                </a:spcBef>
                <a:spcAft>
                  <a:spcPts val="0"/>
                </a:spcAft>
                <a:buNone/>
              </a:pPr>
              <a:r>
                <a:rPr lang="en" sz="500">
                  <a:solidFill>
                    <a:srgbClr val="B7B7B7"/>
                  </a:solidFill>
                  <a:latin typeface="IBM Plex Sans"/>
                  <a:ea typeface="IBM Plex Sans"/>
                  <a:cs typeface="IBM Plex Sans"/>
                  <a:sym typeface="IBM Plex Sans"/>
                </a:rPr>
                <a:t>Build &amp; provision your own connectors to any system including homegrown &amp; legacy applications.</a:t>
              </a:r>
              <a:endParaRPr sz="600">
                <a:solidFill>
                  <a:srgbClr val="B7B7B7"/>
                </a:solidFill>
              </a:endParaRPr>
            </a:p>
          </p:txBody>
        </p:sp>
        <p:sp>
          <p:nvSpPr>
            <p:cNvPr id="3964" name="Google Shape;3964;p180"/>
            <p:cNvSpPr txBox="1"/>
            <p:nvPr/>
          </p:nvSpPr>
          <p:spPr>
            <a:xfrm>
              <a:off x="2349155" y="4182155"/>
              <a:ext cx="938400" cy="400200"/>
            </a:xfrm>
            <a:prstGeom prst="rect">
              <a:avLst/>
            </a:prstGeom>
            <a:noFill/>
            <a:ln>
              <a:noFill/>
            </a:ln>
          </p:spPr>
          <p:txBody>
            <a:bodyPr spcFirstLastPara="1" wrap="square" lIns="91425" tIns="0" rIns="91425" bIns="91425" anchor="t" anchorCtr="0">
              <a:spAutoFit/>
            </a:bodyPr>
            <a:lstStyle/>
            <a:p>
              <a:pPr marL="0" lvl="0" indent="0" algn="ctr" rtl="0">
                <a:spcBef>
                  <a:spcPts val="0"/>
                </a:spcBef>
                <a:spcAft>
                  <a:spcPts val="0"/>
                </a:spcAft>
                <a:buNone/>
              </a:pPr>
              <a:r>
                <a:rPr lang="en" sz="500">
                  <a:solidFill>
                    <a:srgbClr val="B7B7B7"/>
                  </a:solidFill>
                  <a:latin typeface="IBM Plex Sans"/>
                  <a:ea typeface="IBM Plex Sans"/>
                  <a:cs typeface="IBM Plex Sans"/>
                  <a:sym typeface="IBM Plex Sans"/>
                </a:rPr>
                <a:t>Drag &amp; drop creation of forms that power workflows that require human interaction.</a:t>
              </a:r>
              <a:endParaRPr sz="700">
                <a:solidFill>
                  <a:srgbClr val="B7B7B7"/>
                </a:solidFill>
              </a:endParaRPr>
            </a:p>
          </p:txBody>
        </p:sp>
      </p:grpSp>
      <p:sp>
        <p:nvSpPr>
          <p:cNvPr id="3965" name="Google Shape;3965;p180"/>
          <p:cNvSpPr txBox="1">
            <a:spLocks noGrp="1"/>
          </p:cNvSpPr>
          <p:nvPr>
            <p:ph type="sldNum" idx="12"/>
          </p:nvPr>
        </p:nvSpPr>
        <p:spPr>
          <a:xfrm>
            <a:off x="8366700" y="4805546"/>
            <a:ext cx="548700" cy="215400"/>
          </a:xfrm>
          <a:prstGeom prst="rect">
            <a:avLst/>
          </a:prstGeom>
        </p:spPr>
        <p:txBody>
          <a:bodyPr spcFirstLastPara="1" wrap="square" lIns="0" tIns="0" rIns="0" bIns="0" anchor="b" anchorCtr="0">
            <a:normAutofit/>
          </a:bodyPr>
          <a:lstStyle/>
          <a:p>
            <a:pPr marL="0" lvl="0" indent="0" algn="r" rtl="0">
              <a:spcBef>
                <a:spcPts val="0"/>
              </a:spcBef>
              <a:spcAft>
                <a:spcPts val="0"/>
              </a:spcAft>
              <a:buNone/>
            </a:pPr>
            <a:fld id="{00000000-1234-1234-1234-123412341234}" type="slidenum">
              <a:rPr lang="en"/>
              <a:t>31</a:t>
            </a:fld>
            <a:endParaRPr/>
          </a:p>
        </p:txBody>
      </p:sp>
      <p:sp>
        <p:nvSpPr>
          <p:cNvPr id="3966" name="Google Shape;3966;p180"/>
          <p:cNvSpPr txBox="1">
            <a:spLocks noGrp="1"/>
          </p:cNvSpPr>
          <p:nvPr>
            <p:ph type="body" idx="4294967295"/>
          </p:nvPr>
        </p:nvSpPr>
        <p:spPr>
          <a:xfrm>
            <a:off x="3408323" y="1302618"/>
            <a:ext cx="3073800" cy="2272200"/>
          </a:xfrm>
          <a:prstGeom prst="rect">
            <a:avLst/>
          </a:prstGeom>
        </p:spPr>
        <p:txBody>
          <a:bodyPr spcFirstLastPara="1" wrap="square" lIns="0" tIns="0" rIns="0" bIns="0" anchor="t" anchorCtr="0">
            <a:normAutofit fontScale="70000" lnSpcReduction="20000"/>
          </a:bodyPr>
          <a:lstStyle/>
          <a:p>
            <a:pPr marL="457200" lvl="0" indent="-313055" algn="l" rtl="0">
              <a:spcBef>
                <a:spcPts val="20"/>
              </a:spcBef>
              <a:spcAft>
                <a:spcPts val="0"/>
              </a:spcAft>
              <a:buSzPct val="100000"/>
              <a:buChar char="■"/>
            </a:pPr>
            <a:r>
              <a:rPr lang="en" sz="1900">
                <a:solidFill>
                  <a:schemeClr val="lt1"/>
                </a:solidFill>
              </a:rPr>
              <a:t>An </a:t>
            </a:r>
            <a:r>
              <a:rPr lang="en" sz="1900" b="1">
                <a:solidFill>
                  <a:schemeClr val="lt1"/>
                </a:solidFill>
              </a:rPr>
              <a:t>outbound connector</a:t>
            </a:r>
            <a:r>
              <a:rPr lang="en" sz="1900">
                <a:solidFill>
                  <a:schemeClr val="lt1"/>
                </a:solidFill>
              </a:rPr>
              <a:t> lets the process invoke an outside system to do something </a:t>
            </a:r>
            <a:br>
              <a:rPr lang="en" sz="1900">
                <a:solidFill>
                  <a:schemeClr val="lt1"/>
                </a:solidFill>
              </a:rPr>
            </a:br>
            <a:endParaRPr sz="1900">
              <a:solidFill>
                <a:schemeClr val="lt1"/>
              </a:solidFill>
            </a:endParaRPr>
          </a:p>
          <a:p>
            <a:pPr marL="457200" lvl="0" indent="-313055" algn="l" rtl="0">
              <a:spcBef>
                <a:spcPts val="20"/>
              </a:spcBef>
              <a:spcAft>
                <a:spcPts val="0"/>
              </a:spcAft>
              <a:buSzPct val="100000"/>
              <a:buChar char="■"/>
            </a:pPr>
            <a:r>
              <a:rPr lang="en" sz="1900">
                <a:solidFill>
                  <a:schemeClr val="lt1"/>
                </a:solidFill>
              </a:rPr>
              <a:t>An </a:t>
            </a:r>
            <a:r>
              <a:rPr lang="en" sz="1900" b="1">
                <a:solidFill>
                  <a:schemeClr val="lt1"/>
                </a:solidFill>
              </a:rPr>
              <a:t>inbound connector</a:t>
            </a:r>
            <a:r>
              <a:rPr lang="en" sz="1900">
                <a:solidFill>
                  <a:schemeClr val="lt1"/>
                </a:solidFill>
              </a:rPr>
              <a:t> means the process can be triggered by an outside system </a:t>
            </a:r>
            <a:endParaRPr sz="1900">
              <a:solidFill>
                <a:schemeClr val="lt1"/>
              </a:solidFill>
            </a:endParaRPr>
          </a:p>
          <a:p>
            <a:pPr marL="457200" lvl="0" indent="0" algn="l" rtl="0">
              <a:spcBef>
                <a:spcPts val="20"/>
              </a:spcBef>
              <a:spcAft>
                <a:spcPts val="0"/>
              </a:spcAft>
              <a:buNone/>
            </a:pPr>
            <a:endParaRPr sz="1900">
              <a:solidFill>
                <a:schemeClr val="lt1"/>
              </a:solidFill>
            </a:endParaRPr>
          </a:p>
          <a:p>
            <a:pPr marL="457200" lvl="0" indent="-313055" algn="l" rtl="0">
              <a:spcBef>
                <a:spcPts val="20"/>
              </a:spcBef>
              <a:spcAft>
                <a:spcPts val="20"/>
              </a:spcAft>
              <a:buSzPct val="100000"/>
              <a:buChar char="■"/>
            </a:pPr>
            <a:r>
              <a:rPr lang="en" sz="1900">
                <a:solidFill>
                  <a:schemeClr val="lt1"/>
                </a:solidFill>
              </a:rPr>
              <a:t>Discover and reuse connectors, out of the box or built via the new </a:t>
            </a:r>
            <a:r>
              <a:rPr lang="en" sz="1900" b="1">
                <a:solidFill>
                  <a:schemeClr val="lt1"/>
                </a:solidFill>
              </a:rPr>
              <a:t>Integration Framework</a:t>
            </a:r>
            <a:r>
              <a:rPr lang="en" sz="1900">
                <a:solidFill>
                  <a:schemeClr val="lt1"/>
                </a:solidFill>
              </a:rPr>
              <a:t> </a:t>
            </a:r>
            <a:endParaRPr sz="1900">
              <a:solidFill>
                <a:schemeClr val="lt1"/>
              </a:solidFill>
            </a:endParaRPr>
          </a:p>
        </p:txBody>
      </p:sp>
      <p:grpSp>
        <p:nvGrpSpPr>
          <p:cNvPr id="3967" name="Google Shape;3967;p180"/>
          <p:cNvGrpSpPr/>
          <p:nvPr/>
        </p:nvGrpSpPr>
        <p:grpSpPr>
          <a:xfrm>
            <a:off x="6636661" y="1300008"/>
            <a:ext cx="2093117" cy="1832644"/>
            <a:chOff x="6636661" y="1300008"/>
            <a:chExt cx="2093117" cy="1832644"/>
          </a:xfrm>
        </p:grpSpPr>
        <p:pic>
          <p:nvPicPr>
            <p:cNvPr id="3968" name="Google Shape;3968;p180"/>
            <p:cNvPicPr preferRelativeResize="0"/>
            <p:nvPr/>
          </p:nvPicPr>
          <p:blipFill>
            <a:blip r:embed="rId3">
              <a:alphaModFix/>
            </a:blip>
            <a:stretch>
              <a:fillRect/>
            </a:stretch>
          </p:blipFill>
          <p:spPr>
            <a:xfrm>
              <a:off x="6636661" y="2231225"/>
              <a:ext cx="2093117" cy="901426"/>
            </a:xfrm>
            <a:prstGeom prst="rect">
              <a:avLst/>
            </a:prstGeom>
            <a:noFill/>
            <a:ln w="9525" cap="flat" cmpd="sng">
              <a:solidFill>
                <a:schemeClr val="accent5"/>
              </a:solidFill>
              <a:prstDash val="solid"/>
              <a:round/>
              <a:headEnd type="none" w="sm" len="sm"/>
              <a:tailEnd type="none" w="sm" len="sm"/>
            </a:ln>
          </p:spPr>
        </p:pic>
        <p:sp>
          <p:nvSpPr>
            <p:cNvPr id="3969" name="Google Shape;3969;p180"/>
            <p:cNvSpPr/>
            <p:nvPr/>
          </p:nvSpPr>
          <p:spPr>
            <a:xfrm rot="5400000">
              <a:off x="7716817" y="2022790"/>
              <a:ext cx="178500" cy="86100"/>
            </a:xfrm>
            <a:prstGeom prst="rightArrow">
              <a:avLst>
                <a:gd name="adj1" fmla="val 13512"/>
                <a:gd name="adj2" fmla="val 50000"/>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0" name="Google Shape;3970;p180"/>
            <p:cNvSpPr/>
            <p:nvPr/>
          </p:nvSpPr>
          <p:spPr>
            <a:xfrm>
              <a:off x="6711273" y="1693510"/>
              <a:ext cx="106360" cy="136625"/>
            </a:xfrm>
            <a:custGeom>
              <a:avLst/>
              <a:gdLst/>
              <a:ahLst/>
              <a:cxnLst/>
              <a:rect l="l" t="t" r="r" b="b"/>
              <a:pathLst>
                <a:path w="13442" h="17267" extrusionOk="0">
                  <a:moveTo>
                    <a:pt x="6721" y="0"/>
                  </a:moveTo>
                  <a:lnTo>
                    <a:pt x="6559" y="14"/>
                  </a:lnTo>
                  <a:lnTo>
                    <a:pt x="6397" y="14"/>
                  </a:lnTo>
                  <a:lnTo>
                    <a:pt x="6086" y="68"/>
                  </a:lnTo>
                  <a:lnTo>
                    <a:pt x="5775" y="149"/>
                  </a:lnTo>
                  <a:lnTo>
                    <a:pt x="5491" y="257"/>
                  </a:lnTo>
                  <a:lnTo>
                    <a:pt x="5207" y="392"/>
                  </a:lnTo>
                  <a:lnTo>
                    <a:pt x="4950" y="541"/>
                  </a:lnTo>
                  <a:lnTo>
                    <a:pt x="4706" y="730"/>
                  </a:lnTo>
                  <a:lnTo>
                    <a:pt x="4476" y="933"/>
                  </a:lnTo>
                  <a:lnTo>
                    <a:pt x="4274" y="1163"/>
                  </a:lnTo>
                  <a:lnTo>
                    <a:pt x="4098" y="1406"/>
                  </a:lnTo>
                  <a:lnTo>
                    <a:pt x="3936" y="1663"/>
                  </a:lnTo>
                  <a:lnTo>
                    <a:pt x="3800" y="1947"/>
                  </a:lnTo>
                  <a:lnTo>
                    <a:pt x="3692" y="2231"/>
                  </a:lnTo>
                  <a:lnTo>
                    <a:pt x="3611" y="2542"/>
                  </a:lnTo>
                  <a:lnTo>
                    <a:pt x="3571" y="2853"/>
                  </a:lnTo>
                  <a:lnTo>
                    <a:pt x="3557" y="3015"/>
                  </a:lnTo>
                  <a:lnTo>
                    <a:pt x="3544" y="3178"/>
                  </a:lnTo>
                  <a:lnTo>
                    <a:pt x="3557" y="3340"/>
                  </a:lnTo>
                  <a:lnTo>
                    <a:pt x="3571" y="3502"/>
                  </a:lnTo>
                  <a:lnTo>
                    <a:pt x="3611" y="3813"/>
                  </a:lnTo>
                  <a:lnTo>
                    <a:pt x="3692" y="4124"/>
                  </a:lnTo>
                  <a:lnTo>
                    <a:pt x="3800" y="4408"/>
                  </a:lnTo>
                  <a:lnTo>
                    <a:pt x="3936" y="4692"/>
                  </a:lnTo>
                  <a:lnTo>
                    <a:pt x="4098" y="4949"/>
                  </a:lnTo>
                  <a:lnTo>
                    <a:pt x="4274" y="5192"/>
                  </a:lnTo>
                  <a:lnTo>
                    <a:pt x="4476" y="5422"/>
                  </a:lnTo>
                  <a:lnTo>
                    <a:pt x="4706" y="5625"/>
                  </a:lnTo>
                  <a:lnTo>
                    <a:pt x="4950" y="5801"/>
                  </a:lnTo>
                  <a:lnTo>
                    <a:pt x="5207" y="5963"/>
                  </a:lnTo>
                  <a:lnTo>
                    <a:pt x="5491" y="6098"/>
                  </a:lnTo>
                  <a:lnTo>
                    <a:pt x="5775" y="6206"/>
                  </a:lnTo>
                  <a:lnTo>
                    <a:pt x="6086" y="6288"/>
                  </a:lnTo>
                  <a:lnTo>
                    <a:pt x="6397" y="6328"/>
                  </a:lnTo>
                  <a:lnTo>
                    <a:pt x="6559" y="6342"/>
                  </a:lnTo>
                  <a:lnTo>
                    <a:pt x="6721" y="6355"/>
                  </a:lnTo>
                  <a:lnTo>
                    <a:pt x="6883" y="6342"/>
                  </a:lnTo>
                  <a:lnTo>
                    <a:pt x="7046" y="6328"/>
                  </a:lnTo>
                  <a:lnTo>
                    <a:pt x="7357" y="6288"/>
                  </a:lnTo>
                  <a:lnTo>
                    <a:pt x="7668" y="6206"/>
                  </a:lnTo>
                  <a:lnTo>
                    <a:pt x="7952" y="6098"/>
                  </a:lnTo>
                  <a:lnTo>
                    <a:pt x="8235" y="5963"/>
                  </a:lnTo>
                  <a:lnTo>
                    <a:pt x="8492" y="5801"/>
                  </a:lnTo>
                  <a:lnTo>
                    <a:pt x="8736" y="5625"/>
                  </a:lnTo>
                  <a:lnTo>
                    <a:pt x="8966" y="5422"/>
                  </a:lnTo>
                  <a:lnTo>
                    <a:pt x="9168" y="5192"/>
                  </a:lnTo>
                  <a:lnTo>
                    <a:pt x="9358" y="4949"/>
                  </a:lnTo>
                  <a:lnTo>
                    <a:pt x="9506" y="4692"/>
                  </a:lnTo>
                  <a:lnTo>
                    <a:pt x="9642" y="4408"/>
                  </a:lnTo>
                  <a:lnTo>
                    <a:pt x="9750" y="4124"/>
                  </a:lnTo>
                  <a:lnTo>
                    <a:pt x="9831" y="3813"/>
                  </a:lnTo>
                  <a:lnTo>
                    <a:pt x="9885" y="3502"/>
                  </a:lnTo>
                  <a:lnTo>
                    <a:pt x="9885" y="3340"/>
                  </a:lnTo>
                  <a:lnTo>
                    <a:pt x="9899" y="3178"/>
                  </a:lnTo>
                  <a:lnTo>
                    <a:pt x="9885" y="3015"/>
                  </a:lnTo>
                  <a:lnTo>
                    <a:pt x="9885" y="2853"/>
                  </a:lnTo>
                  <a:lnTo>
                    <a:pt x="9831" y="2542"/>
                  </a:lnTo>
                  <a:lnTo>
                    <a:pt x="9750" y="2231"/>
                  </a:lnTo>
                  <a:lnTo>
                    <a:pt x="9642" y="1947"/>
                  </a:lnTo>
                  <a:lnTo>
                    <a:pt x="9506" y="1663"/>
                  </a:lnTo>
                  <a:lnTo>
                    <a:pt x="9358" y="1406"/>
                  </a:lnTo>
                  <a:lnTo>
                    <a:pt x="9168" y="1163"/>
                  </a:lnTo>
                  <a:lnTo>
                    <a:pt x="8966" y="933"/>
                  </a:lnTo>
                  <a:lnTo>
                    <a:pt x="8736" y="730"/>
                  </a:lnTo>
                  <a:lnTo>
                    <a:pt x="8492" y="541"/>
                  </a:lnTo>
                  <a:lnTo>
                    <a:pt x="8235" y="392"/>
                  </a:lnTo>
                  <a:lnTo>
                    <a:pt x="7952" y="257"/>
                  </a:lnTo>
                  <a:lnTo>
                    <a:pt x="7668" y="149"/>
                  </a:lnTo>
                  <a:lnTo>
                    <a:pt x="7357" y="68"/>
                  </a:lnTo>
                  <a:lnTo>
                    <a:pt x="7046" y="14"/>
                  </a:lnTo>
                  <a:lnTo>
                    <a:pt x="6883" y="14"/>
                  </a:lnTo>
                  <a:lnTo>
                    <a:pt x="6721" y="0"/>
                  </a:lnTo>
                  <a:close/>
                  <a:moveTo>
                    <a:pt x="6843" y="12845"/>
                  </a:moveTo>
                  <a:lnTo>
                    <a:pt x="6964" y="12859"/>
                  </a:lnTo>
                  <a:lnTo>
                    <a:pt x="7073" y="12886"/>
                  </a:lnTo>
                  <a:lnTo>
                    <a:pt x="7181" y="12927"/>
                  </a:lnTo>
                  <a:lnTo>
                    <a:pt x="7289" y="12981"/>
                  </a:lnTo>
                  <a:lnTo>
                    <a:pt x="7384" y="13048"/>
                  </a:lnTo>
                  <a:lnTo>
                    <a:pt x="7478" y="13116"/>
                  </a:lnTo>
                  <a:lnTo>
                    <a:pt x="7559" y="13183"/>
                  </a:lnTo>
                  <a:lnTo>
                    <a:pt x="7641" y="13265"/>
                  </a:lnTo>
                  <a:lnTo>
                    <a:pt x="7708" y="13359"/>
                  </a:lnTo>
                  <a:lnTo>
                    <a:pt x="7762" y="13454"/>
                  </a:lnTo>
                  <a:lnTo>
                    <a:pt x="7816" y="13562"/>
                  </a:lnTo>
                  <a:lnTo>
                    <a:pt x="7857" y="13670"/>
                  </a:lnTo>
                  <a:lnTo>
                    <a:pt x="7884" y="13792"/>
                  </a:lnTo>
                  <a:lnTo>
                    <a:pt x="7897" y="13900"/>
                  </a:lnTo>
                  <a:lnTo>
                    <a:pt x="7911" y="14022"/>
                  </a:lnTo>
                  <a:lnTo>
                    <a:pt x="7897" y="14143"/>
                  </a:lnTo>
                  <a:lnTo>
                    <a:pt x="7884" y="14265"/>
                  </a:lnTo>
                  <a:lnTo>
                    <a:pt x="7857" y="14373"/>
                  </a:lnTo>
                  <a:lnTo>
                    <a:pt x="7816" y="14482"/>
                  </a:lnTo>
                  <a:lnTo>
                    <a:pt x="7762" y="14590"/>
                  </a:lnTo>
                  <a:lnTo>
                    <a:pt x="7708" y="14684"/>
                  </a:lnTo>
                  <a:lnTo>
                    <a:pt x="7641" y="14779"/>
                  </a:lnTo>
                  <a:lnTo>
                    <a:pt x="7559" y="14860"/>
                  </a:lnTo>
                  <a:lnTo>
                    <a:pt x="7478" y="14941"/>
                  </a:lnTo>
                  <a:lnTo>
                    <a:pt x="7384" y="15009"/>
                  </a:lnTo>
                  <a:lnTo>
                    <a:pt x="7289" y="15063"/>
                  </a:lnTo>
                  <a:lnTo>
                    <a:pt x="7181" y="15117"/>
                  </a:lnTo>
                  <a:lnTo>
                    <a:pt x="7073" y="15158"/>
                  </a:lnTo>
                  <a:lnTo>
                    <a:pt x="6964" y="15185"/>
                  </a:lnTo>
                  <a:lnTo>
                    <a:pt x="6843" y="15212"/>
                  </a:lnTo>
                  <a:lnTo>
                    <a:pt x="6599" y="15212"/>
                  </a:lnTo>
                  <a:lnTo>
                    <a:pt x="6478" y="15185"/>
                  </a:lnTo>
                  <a:lnTo>
                    <a:pt x="6369" y="15158"/>
                  </a:lnTo>
                  <a:lnTo>
                    <a:pt x="6261" y="15117"/>
                  </a:lnTo>
                  <a:lnTo>
                    <a:pt x="6153" y="15063"/>
                  </a:lnTo>
                  <a:lnTo>
                    <a:pt x="6059" y="15009"/>
                  </a:lnTo>
                  <a:lnTo>
                    <a:pt x="5964" y="14941"/>
                  </a:lnTo>
                  <a:lnTo>
                    <a:pt x="5883" y="14860"/>
                  </a:lnTo>
                  <a:lnTo>
                    <a:pt x="5802" y="14779"/>
                  </a:lnTo>
                  <a:lnTo>
                    <a:pt x="5734" y="14684"/>
                  </a:lnTo>
                  <a:lnTo>
                    <a:pt x="5680" y="14590"/>
                  </a:lnTo>
                  <a:lnTo>
                    <a:pt x="5626" y="14482"/>
                  </a:lnTo>
                  <a:lnTo>
                    <a:pt x="5585" y="14373"/>
                  </a:lnTo>
                  <a:lnTo>
                    <a:pt x="5558" y="14265"/>
                  </a:lnTo>
                  <a:lnTo>
                    <a:pt x="5545" y="14143"/>
                  </a:lnTo>
                  <a:lnTo>
                    <a:pt x="5531" y="14022"/>
                  </a:lnTo>
                  <a:lnTo>
                    <a:pt x="5545" y="13900"/>
                  </a:lnTo>
                  <a:lnTo>
                    <a:pt x="5558" y="13792"/>
                  </a:lnTo>
                  <a:lnTo>
                    <a:pt x="5585" y="13670"/>
                  </a:lnTo>
                  <a:lnTo>
                    <a:pt x="5626" y="13562"/>
                  </a:lnTo>
                  <a:lnTo>
                    <a:pt x="5680" y="13454"/>
                  </a:lnTo>
                  <a:lnTo>
                    <a:pt x="5734" y="13359"/>
                  </a:lnTo>
                  <a:lnTo>
                    <a:pt x="5802" y="13265"/>
                  </a:lnTo>
                  <a:lnTo>
                    <a:pt x="5883" y="13183"/>
                  </a:lnTo>
                  <a:lnTo>
                    <a:pt x="5964" y="13116"/>
                  </a:lnTo>
                  <a:lnTo>
                    <a:pt x="6059" y="13048"/>
                  </a:lnTo>
                  <a:lnTo>
                    <a:pt x="6153" y="12981"/>
                  </a:lnTo>
                  <a:lnTo>
                    <a:pt x="6261" y="12927"/>
                  </a:lnTo>
                  <a:lnTo>
                    <a:pt x="6369" y="12886"/>
                  </a:lnTo>
                  <a:lnTo>
                    <a:pt x="6478" y="12859"/>
                  </a:lnTo>
                  <a:lnTo>
                    <a:pt x="6599" y="12845"/>
                  </a:lnTo>
                  <a:close/>
                  <a:moveTo>
                    <a:pt x="3868" y="7897"/>
                  </a:moveTo>
                  <a:lnTo>
                    <a:pt x="2894" y="9208"/>
                  </a:lnTo>
                  <a:lnTo>
                    <a:pt x="2894" y="10777"/>
                  </a:lnTo>
                  <a:lnTo>
                    <a:pt x="1" y="10777"/>
                  </a:lnTo>
                  <a:lnTo>
                    <a:pt x="650" y="17267"/>
                  </a:lnTo>
                  <a:lnTo>
                    <a:pt x="12792" y="17267"/>
                  </a:lnTo>
                  <a:lnTo>
                    <a:pt x="13441" y="10777"/>
                  </a:lnTo>
                  <a:lnTo>
                    <a:pt x="10548" y="10777"/>
                  </a:lnTo>
                  <a:lnTo>
                    <a:pt x="10548" y="9208"/>
                  </a:lnTo>
                  <a:lnTo>
                    <a:pt x="9588" y="7897"/>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1" name="Google Shape;3971;p180"/>
            <p:cNvSpPr/>
            <p:nvPr/>
          </p:nvSpPr>
          <p:spPr>
            <a:xfrm>
              <a:off x="8241974" y="1753575"/>
              <a:ext cx="70059" cy="16227"/>
            </a:xfrm>
            <a:custGeom>
              <a:avLst/>
              <a:gdLst/>
              <a:ahLst/>
              <a:cxnLst/>
              <a:rect l="l" t="t" r="r" b="b"/>
              <a:pathLst>
                <a:path w="7180" h="1663" extrusionOk="0">
                  <a:moveTo>
                    <a:pt x="709" y="1"/>
                  </a:moveTo>
                  <a:lnTo>
                    <a:pt x="610" y="11"/>
                  </a:lnTo>
                  <a:lnTo>
                    <a:pt x="532" y="30"/>
                  </a:lnTo>
                  <a:lnTo>
                    <a:pt x="453" y="50"/>
                  </a:lnTo>
                  <a:lnTo>
                    <a:pt x="374" y="70"/>
                  </a:lnTo>
                  <a:lnTo>
                    <a:pt x="315" y="109"/>
                  </a:lnTo>
                  <a:lnTo>
                    <a:pt x="256" y="148"/>
                  </a:lnTo>
                  <a:lnTo>
                    <a:pt x="197" y="188"/>
                  </a:lnTo>
                  <a:lnTo>
                    <a:pt x="148" y="237"/>
                  </a:lnTo>
                  <a:lnTo>
                    <a:pt x="109" y="286"/>
                  </a:lnTo>
                  <a:lnTo>
                    <a:pt x="79" y="345"/>
                  </a:lnTo>
                  <a:lnTo>
                    <a:pt x="50" y="414"/>
                  </a:lnTo>
                  <a:lnTo>
                    <a:pt x="30" y="483"/>
                  </a:lnTo>
                  <a:lnTo>
                    <a:pt x="10" y="552"/>
                  </a:lnTo>
                  <a:lnTo>
                    <a:pt x="1" y="620"/>
                  </a:lnTo>
                  <a:lnTo>
                    <a:pt x="1" y="709"/>
                  </a:lnTo>
                  <a:lnTo>
                    <a:pt x="1" y="955"/>
                  </a:lnTo>
                  <a:lnTo>
                    <a:pt x="1" y="1033"/>
                  </a:lnTo>
                  <a:lnTo>
                    <a:pt x="10" y="1112"/>
                  </a:lnTo>
                  <a:lnTo>
                    <a:pt x="30" y="1181"/>
                  </a:lnTo>
                  <a:lnTo>
                    <a:pt x="50" y="1250"/>
                  </a:lnTo>
                  <a:lnTo>
                    <a:pt x="79" y="1319"/>
                  </a:lnTo>
                  <a:lnTo>
                    <a:pt x="109" y="1368"/>
                  </a:lnTo>
                  <a:lnTo>
                    <a:pt x="148" y="1427"/>
                  </a:lnTo>
                  <a:lnTo>
                    <a:pt x="197" y="1476"/>
                  </a:lnTo>
                  <a:lnTo>
                    <a:pt x="256" y="1515"/>
                  </a:lnTo>
                  <a:lnTo>
                    <a:pt x="315" y="1555"/>
                  </a:lnTo>
                  <a:lnTo>
                    <a:pt x="374" y="1584"/>
                  </a:lnTo>
                  <a:lnTo>
                    <a:pt x="453" y="1614"/>
                  </a:lnTo>
                  <a:lnTo>
                    <a:pt x="532" y="1633"/>
                  </a:lnTo>
                  <a:lnTo>
                    <a:pt x="610" y="1653"/>
                  </a:lnTo>
                  <a:lnTo>
                    <a:pt x="709" y="1663"/>
                  </a:lnTo>
                  <a:lnTo>
                    <a:pt x="905" y="1663"/>
                  </a:lnTo>
                  <a:lnTo>
                    <a:pt x="1004" y="1653"/>
                  </a:lnTo>
                  <a:lnTo>
                    <a:pt x="1082" y="1633"/>
                  </a:lnTo>
                  <a:lnTo>
                    <a:pt x="1161" y="1614"/>
                  </a:lnTo>
                  <a:lnTo>
                    <a:pt x="1240" y="1584"/>
                  </a:lnTo>
                  <a:lnTo>
                    <a:pt x="1299" y="1555"/>
                  </a:lnTo>
                  <a:lnTo>
                    <a:pt x="1358" y="1515"/>
                  </a:lnTo>
                  <a:lnTo>
                    <a:pt x="1417" y="1476"/>
                  </a:lnTo>
                  <a:lnTo>
                    <a:pt x="1466" y="1427"/>
                  </a:lnTo>
                  <a:lnTo>
                    <a:pt x="1505" y="1368"/>
                  </a:lnTo>
                  <a:lnTo>
                    <a:pt x="1535" y="1319"/>
                  </a:lnTo>
                  <a:lnTo>
                    <a:pt x="1564" y="1250"/>
                  </a:lnTo>
                  <a:lnTo>
                    <a:pt x="1584" y="1181"/>
                  </a:lnTo>
                  <a:lnTo>
                    <a:pt x="1604" y="1112"/>
                  </a:lnTo>
                  <a:lnTo>
                    <a:pt x="1604" y="1033"/>
                  </a:lnTo>
                  <a:lnTo>
                    <a:pt x="1613" y="955"/>
                  </a:lnTo>
                  <a:lnTo>
                    <a:pt x="1613" y="709"/>
                  </a:lnTo>
                  <a:lnTo>
                    <a:pt x="1604" y="620"/>
                  </a:lnTo>
                  <a:lnTo>
                    <a:pt x="1604" y="552"/>
                  </a:lnTo>
                  <a:lnTo>
                    <a:pt x="1584" y="483"/>
                  </a:lnTo>
                  <a:lnTo>
                    <a:pt x="1564" y="414"/>
                  </a:lnTo>
                  <a:lnTo>
                    <a:pt x="1535" y="345"/>
                  </a:lnTo>
                  <a:lnTo>
                    <a:pt x="1505" y="286"/>
                  </a:lnTo>
                  <a:lnTo>
                    <a:pt x="1466" y="237"/>
                  </a:lnTo>
                  <a:lnTo>
                    <a:pt x="1417" y="188"/>
                  </a:lnTo>
                  <a:lnTo>
                    <a:pt x="1358" y="148"/>
                  </a:lnTo>
                  <a:lnTo>
                    <a:pt x="1299" y="109"/>
                  </a:lnTo>
                  <a:lnTo>
                    <a:pt x="1240" y="70"/>
                  </a:lnTo>
                  <a:lnTo>
                    <a:pt x="1161" y="50"/>
                  </a:lnTo>
                  <a:lnTo>
                    <a:pt x="1082" y="30"/>
                  </a:lnTo>
                  <a:lnTo>
                    <a:pt x="1004" y="11"/>
                  </a:lnTo>
                  <a:lnTo>
                    <a:pt x="905" y="1"/>
                  </a:lnTo>
                  <a:close/>
                  <a:moveTo>
                    <a:pt x="3492" y="1"/>
                  </a:moveTo>
                  <a:lnTo>
                    <a:pt x="3403" y="11"/>
                  </a:lnTo>
                  <a:lnTo>
                    <a:pt x="3315" y="30"/>
                  </a:lnTo>
                  <a:lnTo>
                    <a:pt x="3236" y="50"/>
                  </a:lnTo>
                  <a:lnTo>
                    <a:pt x="3167" y="70"/>
                  </a:lnTo>
                  <a:lnTo>
                    <a:pt x="3098" y="109"/>
                  </a:lnTo>
                  <a:lnTo>
                    <a:pt x="3039" y="148"/>
                  </a:lnTo>
                  <a:lnTo>
                    <a:pt x="2980" y="188"/>
                  </a:lnTo>
                  <a:lnTo>
                    <a:pt x="2941" y="237"/>
                  </a:lnTo>
                  <a:lnTo>
                    <a:pt x="2902" y="286"/>
                  </a:lnTo>
                  <a:lnTo>
                    <a:pt x="2862" y="345"/>
                  </a:lnTo>
                  <a:lnTo>
                    <a:pt x="2833" y="414"/>
                  </a:lnTo>
                  <a:lnTo>
                    <a:pt x="2813" y="483"/>
                  </a:lnTo>
                  <a:lnTo>
                    <a:pt x="2803" y="552"/>
                  </a:lnTo>
                  <a:lnTo>
                    <a:pt x="2793" y="620"/>
                  </a:lnTo>
                  <a:lnTo>
                    <a:pt x="2784" y="709"/>
                  </a:lnTo>
                  <a:lnTo>
                    <a:pt x="2784" y="955"/>
                  </a:lnTo>
                  <a:lnTo>
                    <a:pt x="2793" y="1033"/>
                  </a:lnTo>
                  <a:lnTo>
                    <a:pt x="2803" y="1112"/>
                  </a:lnTo>
                  <a:lnTo>
                    <a:pt x="2813" y="1181"/>
                  </a:lnTo>
                  <a:lnTo>
                    <a:pt x="2833" y="1250"/>
                  </a:lnTo>
                  <a:lnTo>
                    <a:pt x="2862" y="1319"/>
                  </a:lnTo>
                  <a:lnTo>
                    <a:pt x="2902" y="1368"/>
                  </a:lnTo>
                  <a:lnTo>
                    <a:pt x="2941" y="1427"/>
                  </a:lnTo>
                  <a:lnTo>
                    <a:pt x="2980" y="1476"/>
                  </a:lnTo>
                  <a:lnTo>
                    <a:pt x="3039" y="1515"/>
                  </a:lnTo>
                  <a:lnTo>
                    <a:pt x="3098" y="1555"/>
                  </a:lnTo>
                  <a:lnTo>
                    <a:pt x="3167" y="1584"/>
                  </a:lnTo>
                  <a:lnTo>
                    <a:pt x="3236" y="1614"/>
                  </a:lnTo>
                  <a:lnTo>
                    <a:pt x="3315" y="1633"/>
                  </a:lnTo>
                  <a:lnTo>
                    <a:pt x="3403" y="1653"/>
                  </a:lnTo>
                  <a:lnTo>
                    <a:pt x="3492" y="1663"/>
                  </a:lnTo>
                  <a:lnTo>
                    <a:pt x="3688" y="1663"/>
                  </a:lnTo>
                  <a:lnTo>
                    <a:pt x="3787" y="1653"/>
                  </a:lnTo>
                  <a:lnTo>
                    <a:pt x="3875" y="1633"/>
                  </a:lnTo>
                  <a:lnTo>
                    <a:pt x="3954" y="1614"/>
                  </a:lnTo>
                  <a:lnTo>
                    <a:pt x="4023" y="1584"/>
                  </a:lnTo>
                  <a:lnTo>
                    <a:pt x="4091" y="1555"/>
                  </a:lnTo>
                  <a:lnTo>
                    <a:pt x="4150" y="1515"/>
                  </a:lnTo>
                  <a:lnTo>
                    <a:pt x="4200" y="1476"/>
                  </a:lnTo>
                  <a:lnTo>
                    <a:pt x="4249" y="1427"/>
                  </a:lnTo>
                  <a:lnTo>
                    <a:pt x="4288" y="1368"/>
                  </a:lnTo>
                  <a:lnTo>
                    <a:pt x="4318" y="1319"/>
                  </a:lnTo>
                  <a:lnTo>
                    <a:pt x="4347" y="1250"/>
                  </a:lnTo>
                  <a:lnTo>
                    <a:pt x="4367" y="1181"/>
                  </a:lnTo>
                  <a:lnTo>
                    <a:pt x="4386" y="1112"/>
                  </a:lnTo>
                  <a:lnTo>
                    <a:pt x="4396" y="1033"/>
                  </a:lnTo>
                  <a:lnTo>
                    <a:pt x="4396" y="955"/>
                  </a:lnTo>
                  <a:lnTo>
                    <a:pt x="4396" y="709"/>
                  </a:lnTo>
                  <a:lnTo>
                    <a:pt x="4396" y="620"/>
                  </a:lnTo>
                  <a:lnTo>
                    <a:pt x="4386" y="552"/>
                  </a:lnTo>
                  <a:lnTo>
                    <a:pt x="4367" y="483"/>
                  </a:lnTo>
                  <a:lnTo>
                    <a:pt x="4347" y="414"/>
                  </a:lnTo>
                  <a:lnTo>
                    <a:pt x="4318" y="345"/>
                  </a:lnTo>
                  <a:lnTo>
                    <a:pt x="4288" y="286"/>
                  </a:lnTo>
                  <a:lnTo>
                    <a:pt x="4249" y="237"/>
                  </a:lnTo>
                  <a:lnTo>
                    <a:pt x="4200" y="188"/>
                  </a:lnTo>
                  <a:lnTo>
                    <a:pt x="4150" y="148"/>
                  </a:lnTo>
                  <a:lnTo>
                    <a:pt x="4091" y="109"/>
                  </a:lnTo>
                  <a:lnTo>
                    <a:pt x="4023" y="70"/>
                  </a:lnTo>
                  <a:lnTo>
                    <a:pt x="3954" y="50"/>
                  </a:lnTo>
                  <a:lnTo>
                    <a:pt x="3875" y="30"/>
                  </a:lnTo>
                  <a:lnTo>
                    <a:pt x="3787" y="11"/>
                  </a:lnTo>
                  <a:lnTo>
                    <a:pt x="3688" y="1"/>
                  </a:lnTo>
                  <a:close/>
                  <a:moveTo>
                    <a:pt x="6274" y="1"/>
                  </a:moveTo>
                  <a:lnTo>
                    <a:pt x="6186" y="11"/>
                  </a:lnTo>
                  <a:lnTo>
                    <a:pt x="6097" y="30"/>
                  </a:lnTo>
                  <a:lnTo>
                    <a:pt x="6019" y="50"/>
                  </a:lnTo>
                  <a:lnTo>
                    <a:pt x="5950" y="70"/>
                  </a:lnTo>
                  <a:lnTo>
                    <a:pt x="5881" y="109"/>
                  </a:lnTo>
                  <a:lnTo>
                    <a:pt x="5822" y="148"/>
                  </a:lnTo>
                  <a:lnTo>
                    <a:pt x="5773" y="188"/>
                  </a:lnTo>
                  <a:lnTo>
                    <a:pt x="5724" y="237"/>
                  </a:lnTo>
                  <a:lnTo>
                    <a:pt x="5684" y="286"/>
                  </a:lnTo>
                  <a:lnTo>
                    <a:pt x="5645" y="345"/>
                  </a:lnTo>
                  <a:lnTo>
                    <a:pt x="5625" y="414"/>
                  </a:lnTo>
                  <a:lnTo>
                    <a:pt x="5606" y="483"/>
                  </a:lnTo>
                  <a:lnTo>
                    <a:pt x="5586" y="552"/>
                  </a:lnTo>
                  <a:lnTo>
                    <a:pt x="5576" y="620"/>
                  </a:lnTo>
                  <a:lnTo>
                    <a:pt x="5576" y="709"/>
                  </a:lnTo>
                  <a:lnTo>
                    <a:pt x="5576" y="955"/>
                  </a:lnTo>
                  <a:lnTo>
                    <a:pt x="5576" y="1033"/>
                  </a:lnTo>
                  <a:lnTo>
                    <a:pt x="5586" y="1112"/>
                  </a:lnTo>
                  <a:lnTo>
                    <a:pt x="5606" y="1181"/>
                  </a:lnTo>
                  <a:lnTo>
                    <a:pt x="5625" y="1250"/>
                  </a:lnTo>
                  <a:lnTo>
                    <a:pt x="5645" y="1319"/>
                  </a:lnTo>
                  <a:lnTo>
                    <a:pt x="5684" y="1368"/>
                  </a:lnTo>
                  <a:lnTo>
                    <a:pt x="5724" y="1427"/>
                  </a:lnTo>
                  <a:lnTo>
                    <a:pt x="5773" y="1476"/>
                  </a:lnTo>
                  <a:lnTo>
                    <a:pt x="5822" y="1515"/>
                  </a:lnTo>
                  <a:lnTo>
                    <a:pt x="5881" y="1555"/>
                  </a:lnTo>
                  <a:lnTo>
                    <a:pt x="5950" y="1584"/>
                  </a:lnTo>
                  <a:lnTo>
                    <a:pt x="6019" y="1614"/>
                  </a:lnTo>
                  <a:lnTo>
                    <a:pt x="6097" y="1633"/>
                  </a:lnTo>
                  <a:lnTo>
                    <a:pt x="6186" y="1653"/>
                  </a:lnTo>
                  <a:lnTo>
                    <a:pt x="6274" y="1663"/>
                  </a:lnTo>
                  <a:lnTo>
                    <a:pt x="6481" y="1663"/>
                  </a:lnTo>
                  <a:lnTo>
                    <a:pt x="6569" y="1653"/>
                  </a:lnTo>
                  <a:lnTo>
                    <a:pt x="6658" y="1633"/>
                  </a:lnTo>
                  <a:lnTo>
                    <a:pt x="6737" y="1614"/>
                  </a:lnTo>
                  <a:lnTo>
                    <a:pt x="6805" y="1584"/>
                  </a:lnTo>
                  <a:lnTo>
                    <a:pt x="6874" y="1555"/>
                  </a:lnTo>
                  <a:lnTo>
                    <a:pt x="6933" y="1515"/>
                  </a:lnTo>
                  <a:lnTo>
                    <a:pt x="6982" y="1476"/>
                  </a:lnTo>
                  <a:lnTo>
                    <a:pt x="7032" y="1427"/>
                  </a:lnTo>
                  <a:lnTo>
                    <a:pt x="7071" y="1368"/>
                  </a:lnTo>
                  <a:lnTo>
                    <a:pt x="7110" y="1319"/>
                  </a:lnTo>
                  <a:lnTo>
                    <a:pt x="7130" y="1250"/>
                  </a:lnTo>
                  <a:lnTo>
                    <a:pt x="7159" y="1181"/>
                  </a:lnTo>
                  <a:lnTo>
                    <a:pt x="7169" y="1112"/>
                  </a:lnTo>
                  <a:lnTo>
                    <a:pt x="7179" y="1033"/>
                  </a:lnTo>
                  <a:lnTo>
                    <a:pt x="7179" y="955"/>
                  </a:lnTo>
                  <a:lnTo>
                    <a:pt x="7179" y="709"/>
                  </a:lnTo>
                  <a:lnTo>
                    <a:pt x="7179" y="620"/>
                  </a:lnTo>
                  <a:lnTo>
                    <a:pt x="7169" y="552"/>
                  </a:lnTo>
                  <a:lnTo>
                    <a:pt x="7159" y="483"/>
                  </a:lnTo>
                  <a:lnTo>
                    <a:pt x="7130" y="414"/>
                  </a:lnTo>
                  <a:lnTo>
                    <a:pt x="7110" y="345"/>
                  </a:lnTo>
                  <a:lnTo>
                    <a:pt x="7071" y="286"/>
                  </a:lnTo>
                  <a:lnTo>
                    <a:pt x="7032" y="237"/>
                  </a:lnTo>
                  <a:lnTo>
                    <a:pt x="6982" y="188"/>
                  </a:lnTo>
                  <a:lnTo>
                    <a:pt x="6933" y="148"/>
                  </a:lnTo>
                  <a:lnTo>
                    <a:pt x="6874" y="109"/>
                  </a:lnTo>
                  <a:lnTo>
                    <a:pt x="6805" y="70"/>
                  </a:lnTo>
                  <a:lnTo>
                    <a:pt x="6737" y="50"/>
                  </a:lnTo>
                  <a:lnTo>
                    <a:pt x="6658" y="30"/>
                  </a:lnTo>
                  <a:lnTo>
                    <a:pt x="6569" y="11"/>
                  </a:lnTo>
                  <a:lnTo>
                    <a:pt x="648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2" name="Google Shape;3972;p180"/>
            <p:cNvSpPr/>
            <p:nvPr/>
          </p:nvSpPr>
          <p:spPr>
            <a:xfrm>
              <a:off x="8205506" y="1718752"/>
              <a:ext cx="142977" cy="85886"/>
            </a:xfrm>
            <a:custGeom>
              <a:avLst/>
              <a:gdLst/>
              <a:ahLst/>
              <a:cxnLst/>
              <a:rect l="l" t="t" r="r" b="b"/>
              <a:pathLst>
                <a:path w="14653" h="8802" extrusionOk="0">
                  <a:moveTo>
                    <a:pt x="1604" y="0"/>
                  </a:moveTo>
                  <a:lnTo>
                    <a:pt x="1515" y="10"/>
                  </a:lnTo>
                  <a:lnTo>
                    <a:pt x="1437" y="30"/>
                  </a:lnTo>
                  <a:lnTo>
                    <a:pt x="1358" y="50"/>
                  </a:lnTo>
                  <a:lnTo>
                    <a:pt x="1279" y="79"/>
                  </a:lnTo>
                  <a:lnTo>
                    <a:pt x="1210" y="118"/>
                  </a:lnTo>
                  <a:lnTo>
                    <a:pt x="1151" y="158"/>
                  </a:lnTo>
                  <a:lnTo>
                    <a:pt x="1092" y="207"/>
                  </a:lnTo>
                  <a:lnTo>
                    <a:pt x="1043" y="266"/>
                  </a:lnTo>
                  <a:lnTo>
                    <a:pt x="994" y="335"/>
                  </a:lnTo>
                  <a:lnTo>
                    <a:pt x="955" y="404"/>
                  </a:lnTo>
                  <a:lnTo>
                    <a:pt x="915" y="482"/>
                  </a:lnTo>
                  <a:lnTo>
                    <a:pt x="896" y="571"/>
                  </a:lnTo>
                  <a:lnTo>
                    <a:pt x="876" y="669"/>
                  </a:lnTo>
                  <a:lnTo>
                    <a:pt x="856" y="767"/>
                  </a:lnTo>
                  <a:lnTo>
                    <a:pt x="856" y="876"/>
                  </a:lnTo>
                  <a:lnTo>
                    <a:pt x="856" y="3098"/>
                  </a:lnTo>
                  <a:lnTo>
                    <a:pt x="856" y="3196"/>
                  </a:lnTo>
                  <a:lnTo>
                    <a:pt x="837" y="3285"/>
                  </a:lnTo>
                  <a:lnTo>
                    <a:pt x="827" y="3363"/>
                  </a:lnTo>
                  <a:lnTo>
                    <a:pt x="797" y="3442"/>
                  </a:lnTo>
                  <a:lnTo>
                    <a:pt x="768" y="3511"/>
                  </a:lnTo>
                  <a:lnTo>
                    <a:pt x="729" y="3570"/>
                  </a:lnTo>
                  <a:lnTo>
                    <a:pt x="679" y="3629"/>
                  </a:lnTo>
                  <a:lnTo>
                    <a:pt x="630" y="3678"/>
                  </a:lnTo>
                  <a:lnTo>
                    <a:pt x="571" y="3727"/>
                  </a:lnTo>
                  <a:lnTo>
                    <a:pt x="502" y="3767"/>
                  </a:lnTo>
                  <a:lnTo>
                    <a:pt x="434" y="3796"/>
                  </a:lnTo>
                  <a:lnTo>
                    <a:pt x="355" y="3826"/>
                  </a:lnTo>
                  <a:lnTo>
                    <a:pt x="276" y="3845"/>
                  </a:lnTo>
                  <a:lnTo>
                    <a:pt x="188" y="3855"/>
                  </a:lnTo>
                  <a:lnTo>
                    <a:pt x="99" y="3865"/>
                  </a:lnTo>
                  <a:lnTo>
                    <a:pt x="1" y="3875"/>
                  </a:lnTo>
                  <a:lnTo>
                    <a:pt x="1" y="4927"/>
                  </a:lnTo>
                  <a:lnTo>
                    <a:pt x="99" y="4937"/>
                  </a:lnTo>
                  <a:lnTo>
                    <a:pt x="188" y="4947"/>
                  </a:lnTo>
                  <a:lnTo>
                    <a:pt x="276" y="4956"/>
                  </a:lnTo>
                  <a:lnTo>
                    <a:pt x="355" y="4976"/>
                  </a:lnTo>
                  <a:lnTo>
                    <a:pt x="434" y="5006"/>
                  </a:lnTo>
                  <a:lnTo>
                    <a:pt x="502" y="5035"/>
                  </a:lnTo>
                  <a:lnTo>
                    <a:pt x="571" y="5074"/>
                  </a:lnTo>
                  <a:lnTo>
                    <a:pt x="630" y="5124"/>
                  </a:lnTo>
                  <a:lnTo>
                    <a:pt x="679" y="5173"/>
                  </a:lnTo>
                  <a:lnTo>
                    <a:pt x="729" y="5232"/>
                  </a:lnTo>
                  <a:lnTo>
                    <a:pt x="768" y="5291"/>
                  </a:lnTo>
                  <a:lnTo>
                    <a:pt x="797" y="5360"/>
                  </a:lnTo>
                  <a:lnTo>
                    <a:pt x="827" y="5438"/>
                  </a:lnTo>
                  <a:lnTo>
                    <a:pt x="837" y="5517"/>
                  </a:lnTo>
                  <a:lnTo>
                    <a:pt x="856" y="5605"/>
                  </a:lnTo>
                  <a:lnTo>
                    <a:pt x="856" y="5704"/>
                  </a:lnTo>
                  <a:lnTo>
                    <a:pt x="856" y="7926"/>
                  </a:lnTo>
                  <a:lnTo>
                    <a:pt x="856" y="8034"/>
                  </a:lnTo>
                  <a:lnTo>
                    <a:pt x="876" y="8133"/>
                  </a:lnTo>
                  <a:lnTo>
                    <a:pt x="896" y="8231"/>
                  </a:lnTo>
                  <a:lnTo>
                    <a:pt x="915" y="8319"/>
                  </a:lnTo>
                  <a:lnTo>
                    <a:pt x="955" y="8398"/>
                  </a:lnTo>
                  <a:lnTo>
                    <a:pt x="994" y="8467"/>
                  </a:lnTo>
                  <a:lnTo>
                    <a:pt x="1043" y="8536"/>
                  </a:lnTo>
                  <a:lnTo>
                    <a:pt x="1092" y="8595"/>
                  </a:lnTo>
                  <a:lnTo>
                    <a:pt x="1151" y="8644"/>
                  </a:lnTo>
                  <a:lnTo>
                    <a:pt x="1210" y="8683"/>
                  </a:lnTo>
                  <a:lnTo>
                    <a:pt x="1279" y="8723"/>
                  </a:lnTo>
                  <a:lnTo>
                    <a:pt x="1358" y="8752"/>
                  </a:lnTo>
                  <a:lnTo>
                    <a:pt x="1437" y="8772"/>
                  </a:lnTo>
                  <a:lnTo>
                    <a:pt x="1515" y="8791"/>
                  </a:lnTo>
                  <a:lnTo>
                    <a:pt x="1604" y="8801"/>
                  </a:lnTo>
                  <a:lnTo>
                    <a:pt x="2715" y="8801"/>
                  </a:lnTo>
                  <a:lnTo>
                    <a:pt x="2715" y="7867"/>
                  </a:lnTo>
                  <a:lnTo>
                    <a:pt x="2056" y="7867"/>
                  </a:lnTo>
                  <a:lnTo>
                    <a:pt x="2056" y="5605"/>
                  </a:lnTo>
                  <a:lnTo>
                    <a:pt x="2046" y="5458"/>
                  </a:lnTo>
                  <a:lnTo>
                    <a:pt x="2027" y="5320"/>
                  </a:lnTo>
                  <a:lnTo>
                    <a:pt x="2007" y="5202"/>
                  </a:lnTo>
                  <a:lnTo>
                    <a:pt x="1968" y="5084"/>
                  </a:lnTo>
                  <a:lnTo>
                    <a:pt x="1918" y="4986"/>
                  </a:lnTo>
                  <a:lnTo>
                    <a:pt x="1859" y="4888"/>
                  </a:lnTo>
                  <a:lnTo>
                    <a:pt x="1791" y="4809"/>
                  </a:lnTo>
                  <a:lnTo>
                    <a:pt x="1712" y="4730"/>
                  </a:lnTo>
                  <a:lnTo>
                    <a:pt x="1623" y="4671"/>
                  </a:lnTo>
                  <a:lnTo>
                    <a:pt x="1525" y="4612"/>
                  </a:lnTo>
                  <a:lnTo>
                    <a:pt x="1417" y="4573"/>
                  </a:lnTo>
                  <a:lnTo>
                    <a:pt x="1299" y="4534"/>
                  </a:lnTo>
                  <a:lnTo>
                    <a:pt x="1171" y="4504"/>
                  </a:lnTo>
                  <a:lnTo>
                    <a:pt x="1033" y="4484"/>
                  </a:lnTo>
                  <a:lnTo>
                    <a:pt x="886" y="4475"/>
                  </a:lnTo>
                  <a:lnTo>
                    <a:pt x="729" y="4465"/>
                  </a:lnTo>
                  <a:lnTo>
                    <a:pt x="729" y="4327"/>
                  </a:lnTo>
                  <a:lnTo>
                    <a:pt x="886" y="4327"/>
                  </a:lnTo>
                  <a:lnTo>
                    <a:pt x="1033" y="4317"/>
                  </a:lnTo>
                  <a:lnTo>
                    <a:pt x="1171" y="4298"/>
                  </a:lnTo>
                  <a:lnTo>
                    <a:pt x="1299" y="4268"/>
                  </a:lnTo>
                  <a:lnTo>
                    <a:pt x="1417" y="4229"/>
                  </a:lnTo>
                  <a:lnTo>
                    <a:pt x="1525" y="4189"/>
                  </a:lnTo>
                  <a:lnTo>
                    <a:pt x="1623" y="4130"/>
                  </a:lnTo>
                  <a:lnTo>
                    <a:pt x="1712" y="4071"/>
                  </a:lnTo>
                  <a:lnTo>
                    <a:pt x="1791" y="3993"/>
                  </a:lnTo>
                  <a:lnTo>
                    <a:pt x="1859" y="3914"/>
                  </a:lnTo>
                  <a:lnTo>
                    <a:pt x="1918" y="3816"/>
                  </a:lnTo>
                  <a:lnTo>
                    <a:pt x="1968" y="3717"/>
                  </a:lnTo>
                  <a:lnTo>
                    <a:pt x="2007" y="3599"/>
                  </a:lnTo>
                  <a:lnTo>
                    <a:pt x="2027" y="3481"/>
                  </a:lnTo>
                  <a:lnTo>
                    <a:pt x="2046" y="3344"/>
                  </a:lnTo>
                  <a:lnTo>
                    <a:pt x="2056" y="3196"/>
                  </a:lnTo>
                  <a:lnTo>
                    <a:pt x="2056" y="935"/>
                  </a:lnTo>
                  <a:lnTo>
                    <a:pt x="2715" y="935"/>
                  </a:lnTo>
                  <a:lnTo>
                    <a:pt x="2715" y="0"/>
                  </a:lnTo>
                  <a:close/>
                  <a:moveTo>
                    <a:pt x="11939" y="0"/>
                  </a:moveTo>
                  <a:lnTo>
                    <a:pt x="11939" y="935"/>
                  </a:lnTo>
                  <a:lnTo>
                    <a:pt x="12607" y="935"/>
                  </a:lnTo>
                  <a:lnTo>
                    <a:pt x="12607" y="3196"/>
                  </a:lnTo>
                  <a:lnTo>
                    <a:pt x="12607" y="3344"/>
                  </a:lnTo>
                  <a:lnTo>
                    <a:pt x="12627" y="3481"/>
                  </a:lnTo>
                  <a:lnTo>
                    <a:pt x="12657" y="3599"/>
                  </a:lnTo>
                  <a:lnTo>
                    <a:pt x="12696" y="3717"/>
                  </a:lnTo>
                  <a:lnTo>
                    <a:pt x="12735" y="3816"/>
                  </a:lnTo>
                  <a:lnTo>
                    <a:pt x="12794" y="3914"/>
                  </a:lnTo>
                  <a:lnTo>
                    <a:pt x="12863" y="3993"/>
                  </a:lnTo>
                  <a:lnTo>
                    <a:pt x="12942" y="4071"/>
                  </a:lnTo>
                  <a:lnTo>
                    <a:pt x="13030" y="4130"/>
                  </a:lnTo>
                  <a:lnTo>
                    <a:pt x="13129" y="4189"/>
                  </a:lnTo>
                  <a:lnTo>
                    <a:pt x="13237" y="4229"/>
                  </a:lnTo>
                  <a:lnTo>
                    <a:pt x="13355" y="4268"/>
                  </a:lnTo>
                  <a:lnTo>
                    <a:pt x="13492" y="4298"/>
                  </a:lnTo>
                  <a:lnTo>
                    <a:pt x="13630" y="4317"/>
                  </a:lnTo>
                  <a:lnTo>
                    <a:pt x="13778" y="4327"/>
                  </a:lnTo>
                  <a:lnTo>
                    <a:pt x="13935" y="4327"/>
                  </a:lnTo>
                  <a:lnTo>
                    <a:pt x="13935" y="4465"/>
                  </a:lnTo>
                  <a:lnTo>
                    <a:pt x="13778" y="4475"/>
                  </a:lnTo>
                  <a:lnTo>
                    <a:pt x="13630" y="4484"/>
                  </a:lnTo>
                  <a:lnTo>
                    <a:pt x="13492" y="4504"/>
                  </a:lnTo>
                  <a:lnTo>
                    <a:pt x="13355" y="4534"/>
                  </a:lnTo>
                  <a:lnTo>
                    <a:pt x="13237" y="4573"/>
                  </a:lnTo>
                  <a:lnTo>
                    <a:pt x="13129" y="4612"/>
                  </a:lnTo>
                  <a:lnTo>
                    <a:pt x="13030" y="4671"/>
                  </a:lnTo>
                  <a:lnTo>
                    <a:pt x="12942" y="4730"/>
                  </a:lnTo>
                  <a:lnTo>
                    <a:pt x="12863" y="4809"/>
                  </a:lnTo>
                  <a:lnTo>
                    <a:pt x="12794" y="4888"/>
                  </a:lnTo>
                  <a:lnTo>
                    <a:pt x="12735" y="4986"/>
                  </a:lnTo>
                  <a:lnTo>
                    <a:pt x="12696" y="5084"/>
                  </a:lnTo>
                  <a:lnTo>
                    <a:pt x="12657" y="5202"/>
                  </a:lnTo>
                  <a:lnTo>
                    <a:pt x="12627" y="5320"/>
                  </a:lnTo>
                  <a:lnTo>
                    <a:pt x="12607" y="5458"/>
                  </a:lnTo>
                  <a:lnTo>
                    <a:pt x="12607" y="5605"/>
                  </a:lnTo>
                  <a:lnTo>
                    <a:pt x="12607" y="7867"/>
                  </a:lnTo>
                  <a:lnTo>
                    <a:pt x="11939" y="7867"/>
                  </a:lnTo>
                  <a:lnTo>
                    <a:pt x="11939" y="8801"/>
                  </a:lnTo>
                  <a:lnTo>
                    <a:pt x="13060" y="8801"/>
                  </a:lnTo>
                  <a:lnTo>
                    <a:pt x="13138" y="8791"/>
                  </a:lnTo>
                  <a:lnTo>
                    <a:pt x="13227" y="8772"/>
                  </a:lnTo>
                  <a:lnTo>
                    <a:pt x="13306" y="8752"/>
                  </a:lnTo>
                  <a:lnTo>
                    <a:pt x="13374" y="8723"/>
                  </a:lnTo>
                  <a:lnTo>
                    <a:pt x="13443" y="8683"/>
                  </a:lnTo>
                  <a:lnTo>
                    <a:pt x="13512" y="8644"/>
                  </a:lnTo>
                  <a:lnTo>
                    <a:pt x="13571" y="8595"/>
                  </a:lnTo>
                  <a:lnTo>
                    <a:pt x="13620" y="8536"/>
                  </a:lnTo>
                  <a:lnTo>
                    <a:pt x="13669" y="8467"/>
                  </a:lnTo>
                  <a:lnTo>
                    <a:pt x="13709" y="8398"/>
                  </a:lnTo>
                  <a:lnTo>
                    <a:pt x="13738" y="8319"/>
                  </a:lnTo>
                  <a:lnTo>
                    <a:pt x="13768" y="8231"/>
                  </a:lnTo>
                  <a:lnTo>
                    <a:pt x="13787" y="8133"/>
                  </a:lnTo>
                  <a:lnTo>
                    <a:pt x="13797" y="8034"/>
                  </a:lnTo>
                  <a:lnTo>
                    <a:pt x="13807" y="7926"/>
                  </a:lnTo>
                  <a:lnTo>
                    <a:pt x="13807" y="5704"/>
                  </a:lnTo>
                  <a:lnTo>
                    <a:pt x="13807" y="5605"/>
                  </a:lnTo>
                  <a:lnTo>
                    <a:pt x="13817" y="5517"/>
                  </a:lnTo>
                  <a:lnTo>
                    <a:pt x="13837" y="5438"/>
                  </a:lnTo>
                  <a:lnTo>
                    <a:pt x="13866" y="5360"/>
                  </a:lnTo>
                  <a:lnTo>
                    <a:pt x="13896" y="5291"/>
                  </a:lnTo>
                  <a:lnTo>
                    <a:pt x="13935" y="5232"/>
                  </a:lnTo>
                  <a:lnTo>
                    <a:pt x="13974" y="5173"/>
                  </a:lnTo>
                  <a:lnTo>
                    <a:pt x="14033" y="5124"/>
                  </a:lnTo>
                  <a:lnTo>
                    <a:pt x="14092" y="5074"/>
                  </a:lnTo>
                  <a:lnTo>
                    <a:pt x="14151" y="5035"/>
                  </a:lnTo>
                  <a:lnTo>
                    <a:pt x="14220" y="5006"/>
                  </a:lnTo>
                  <a:lnTo>
                    <a:pt x="14299" y="4976"/>
                  </a:lnTo>
                  <a:lnTo>
                    <a:pt x="14377" y="4956"/>
                  </a:lnTo>
                  <a:lnTo>
                    <a:pt x="14466" y="4947"/>
                  </a:lnTo>
                  <a:lnTo>
                    <a:pt x="14564" y="4937"/>
                  </a:lnTo>
                  <a:lnTo>
                    <a:pt x="14653" y="4927"/>
                  </a:lnTo>
                  <a:lnTo>
                    <a:pt x="14653" y="3875"/>
                  </a:lnTo>
                  <a:lnTo>
                    <a:pt x="14564" y="3865"/>
                  </a:lnTo>
                  <a:lnTo>
                    <a:pt x="14466" y="3855"/>
                  </a:lnTo>
                  <a:lnTo>
                    <a:pt x="14377" y="3845"/>
                  </a:lnTo>
                  <a:lnTo>
                    <a:pt x="14299" y="3826"/>
                  </a:lnTo>
                  <a:lnTo>
                    <a:pt x="14220" y="3796"/>
                  </a:lnTo>
                  <a:lnTo>
                    <a:pt x="14151" y="3767"/>
                  </a:lnTo>
                  <a:lnTo>
                    <a:pt x="14092" y="3727"/>
                  </a:lnTo>
                  <a:lnTo>
                    <a:pt x="14033" y="3678"/>
                  </a:lnTo>
                  <a:lnTo>
                    <a:pt x="13974" y="3629"/>
                  </a:lnTo>
                  <a:lnTo>
                    <a:pt x="13935" y="3570"/>
                  </a:lnTo>
                  <a:lnTo>
                    <a:pt x="13896" y="3511"/>
                  </a:lnTo>
                  <a:lnTo>
                    <a:pt x="13866" y="3442"/>
                  </a:lnTo>
                  <a:lnTo>
                    <a:pt x="13837" y="3363"/>
                  </a:lnTo>
                  <a:lnTo>
                    <a:pt x="13817" y="3285"/>
                  </a:lnTo>
                  <a:lnTo>
                    <a:pt x="13807" y="3196"/>
                  </a:lnTo>
                  <a:lnTo>
                    <a:pt x="13807" y="3098"/>
                  </a:lnTo>
                  <a:lnTo>
                    <a:pt x="13807" y="876"/>
                  </a:lnTo>
                  <a:lnTo>
                    <a:pt x="13797" y="767"/>
                  </a:lnTo>
                  <a:lnTo>
                    <a:pt x="13787" y="669"/>
                  </a:lnTo>
                  <a:lnTo>
                    <a:pt x="13768" y="571"/>
                  </a:lnTo>
                  <a:lnTo>
                    <a:pt x="13738" y="482"/>
                  </a:lnTo>
                  <a:lnTo>
                    <a:pt x="13709" y="404"/>
                  </a:lnTo>
                  <a:lnTo>
                    <a:pt x="13669" y="335"/>
                  </a:lnTo>
                  <a:lnTo>
                    <a:pt x="13620" y="266"/>
                  </a:lnTo>
                  <a:lnTo>
                    <a:pt x="13571" y="207"/>
                  </a:lnTo>
                  <a:lnTo>
                    <a:pt x="13512" y="158"/>
                  </a:lnTo>
                  <a:lnTo>
                    <a:pt x="13443" y="118"/>
                  </a:lnTo>
                  <a:lnTo>
                    <a:pt x="13374" y="79"/>
                  </a:lnTo>
                  <a:lnTo>
                    <a:pt x="13306" y="50"/>
                  </a:lnTo>
                  <a:lnTo>
                    <a:pt x="13227" y="30"/>
                  </a:lnTo>
                  <a:lnTo>
                    <a:pt x="13138" y="10"/>
                  </a:lnTo>
                  <a:lnTo>
                    <a:pt x="1306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3" name="Google Shape;3973;p180"/>
            <p:cNvSpPr/>
            <p:nvPr/>
          </p:nvSpPr>
          <p:spPr>
            <a:xfrm>
              <a:off x="8581010" y="1757969"/>
              <a:ext cx="14022" cy="13924"/>
            </a:xfrm>
            <a:custGeom>
              <a:avLst/>
              <a:gdLst/>
              <a:ahLst/>
              <a:cxnLst/>
              <a:rect l="l" t="t" r="r" b="b"/>
              <a:pathLst>
                <a:path w="1437" h="1427" extrusionOk="0">
                  <a:moveTo>
                    <a:pt x="650" y="1"/>
                  </a:moveTo>
                  <a:lnTo>
                    <a:pt x="571" y="11"/>
                  </a:lnTo>
                  <a:lnTo>
                    <a:pt x="502" y="30"/>
                  </a:lnTo>
                  <a:lnTo>
                    <a:pt x="443" y="60"/>
                  </a:lnTo>
                  <a:lnTo>
                    <a:pt x="374" y="89"/>
                  </a:lnTo>
                  <a:lnTo>
                    <a:pt x="315" y="119"/>
                  </a:lnTo>
                  <a:lnTo>
                    <a:pt x="266" y="158"/>
                  </a:lnTo>
                  <a:lnTo>
                    <a:pt x="217" y="207"/>
                  </a:lnTo>
                  <a:lnTo>
                    <a:pt x="168" y="257"/>
                  </a:lnTo>
                  <a:lnTo>
                    <a:pt x="128" y="316"/>
                  </a:lnTo>
                  <a:lnTo>
                    <a:pt x="89" y="375"/>
                  </a:lnTo>
                  <a:lnTo>
                    <a:pt x="60" y="434"/>
                  </a:lnTo>
                  <a:lnTo>
                    <a:pt x="40" y="502"/>
                  </a:lnTo>
                  <a:lnTo>
                    <a:pt x="20" y="571"/>
                  </a:lnTo>
                  <a:lnTo>
                    <a:pt x="10" y="640"/>
                  </a:lnTo>
                  <a:lnTo>
                    <a:pt x="1" y="709"/>
                  </a:lnTo>
                  <a:lnTo>
                    <a:pt x="10" y="788"/>
                  </a:lnTo>
                  <a:lnTo>
                    <a:pt x="20" y="856"/>
                  </a:lnTo>
                  <a:lnTo>
                    <a:pt x="40" y="925"/>
                  </a:lnTo>
                  <a:lnTo>
                    <a:pt x="60" y="994"/>
                  </a:lnTo>
                  <a:lnTo>
                    <a:pt x="89" y="1053"/>
                  </a:lnTo>
                  <a:lnTo>
                    <a:pt x="128" y="1112"/>
                  </a:lnTo>
                  <a:lnTo>
                    <a:pt x="168" y="1171"/>
                  </a:lnTo>
                  <a:lnTo>
                    <a:pt x="217" y="1220"/>
                  </a:lnTo>
                  <a:lnTo>
                    <a:pt x="266" y="1260"/>
                  </a:lnTo>
                  <a:lnTo>
                    <a:pt x="315" y="1309"/>
                  </a:lnTo>
                  <a:lnTo>
                    <a:pt x="374" y="1338"/>
                  </a:lnTo>
                  <a:lnTo>
                    <a:pt x="443" y="1368"/>
                  </a:lnTo>
                  <a:lnTo>
                    <a:pt x="502" y="1397"/>
                  </a:lnTo>
                  <a:lnTo>
                    <a:pt x="571" y="1417"/>
                  </a:lnTo>
                  <a:lnTo>
                    <a:pt x="650" y="1427"/>
                  </a:lnTo>
                  <a:lnTo>
                    <a:pt x="787" y="1427"/>
                  </a:lnTo>
                  <a:lnTo>
                    <a:pt x="866" y="1417"/>
                  </a:lnTo>
                  <a:lnTo>
                    <a:pt x="935" y="1397"/>
                  </a:lnTo>
                  <a:lnTo>
                    <a:pt x="994" y="1368"/>
                  </a:lnTo>
                  <a:lnTo>
                    <a:pt x="1063" y="1338"/>
                  </a:lnTo>
                  <a:lnTo>
                    <a:pt x="1122" y="1309"/>
                  </a:lnTo>
                  <a:lnTo>
                    <a:pt x="1171" y="1260"/>
                  </a:lnTo>
                  <a:lnTo>
                    <a:pt x="1220" y="1220"/>
                  </a:lnTo>
                  <a:lnTo>
                    <a:pt x="1269" y="1171"/>
                  </a:lnTo>
                  <a:lnTo>
                    <a:pt x="1308" y="1112"/>
                  </a:lnTo>
                  <a:lnTo>
                    <a:pt x="1348" y="1053"/>
                  </a:lnTo>
                  <a:lnTo>
                    <a:pt x="1377" y="994"/>
                  </a:lnTo>
                  <a:lnTo>
                    <a:pt x="1397" y="925"/>
                  </a:lnTo>
                  <a:lnTo>
                    <a:pt x="1417" y="856"/>
                  </a:lnTo>
                  <a:lnTo>
                    <a:pt x="1426" y="788"/>
                  </a:lnTo>
                  <a:lnTo>
                    <a:pt x="1436" y="709"/>
                  </a:lnTo>
                  <a:lnTo>
                    <a:pt x="1426" y="640"/>
                  </a:lnTo>
                  <a:lnTo>
                    <a:pt x="1417" y="571"/>
                  </a:lnTo>
                  <a:lnTo>
                    <a:pt x="1397" y="502"/>
                  </a:lnTo>
                  <a:lnTo>
                    <a:pt x="1377" y="434"/>
                  </a:lnTo>
                  <a:lnTo>
                    <a:pt x="1348" y="375"/>
                  </a:lnTo>
                  <a:lnTo>
                    <a:pt x="1308" y="316"/>
                  </a:lnTo>
                  <a:lnTo>
                    <a:pt x="1269" y="257"/>
                  </a:lnTo>
                  <a:lnTo>
                    <a:pt x="1220" y="207"/>
                  </a:lnTo>
                  <a:lnTo>
                    <a:pt x="1171" y="158"/>
                  </a:lnTo>
                  <a:lnTo>
                    <a:pt x="1122" y="119"/>
                  </a:lnTo>
                  <a:lnTo>
                    <a:pt x="1063" y="89"/>
                  </a:lnTo>
                  <a:lnTo>
                    <a:pt x="994" y="60"/>
                  </a:lnTo>
                  <a:lnTo>
                    <a:pt x="935" y="30"/>
                  </a:lnTo>
                  <a:lnTo>
                    <a:pt x="866" y="11"/>
                  </a:lnTo>
                  <a:lnTo>
                    <a:pt x="78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4" name="Google Shape;3974;p180"/>
            <p:cNvSpPr/>
            <p:nvPr/>
          </p:nvSpPr>
          <p:spPr>
            <a:xfrm>
              <a:off x="8520076" y="1698198"/>
              <a:ext cx="135873" cy="133473"/>
            </a:xfrm>
            <a:custGeom>
              <a:avLst/>
              <a:gdLst/>
              <a:ahLst/>
              <a:cxnLst/>
              <a:rect l="l" t="t" r="r" b="b"/>
              <a:pathLst>
                <a:path w="13925" h="13679" extrusionOk="0">
                  <a:moveTo>
                    <a:pt x="4996" y="1"/>
                  </a:moveTo>
                  <a:lnTo>
                    <a:pt x="5035" y="129"/>
                  </a:lnTo>
                  <a:lnTo>
                    <a:pt x="5065" y="266"/>
                  </a:lnTo>
                  <a:lnTo>
                    <a:pt x="5084" y="404"/>
                  </a:lnTo>
                  <a:lnTo>
                    <a:pt x="5084" y="542"/>
                  </a:lnTo>
                  <a:lnTo>
                    <a:pt x="5084" y="650"/>
                  </a:lnTo>
                  <a:lnTo>
                    <a:pt x="5074" y="748"/>
                  </a:lnTo>
                  <a:lnTo>
                    <a:pt x="5055" y="846"/>
                  </a:lnTo>
                  <a:lnTo>
                    <a:pt x="5035" y="945"/>
                  </a:lnTo>
                  <a:lnTo>
                    <a:pt x="8890" y="945"/>
                  </a:lnTo>
                  <a:lnTo>
                    <a:pt x="8870" y="846"/>
                  </a:lnTo>
                  <a:lnTo>
                    <a:pt x="8850" y="748"/>
                  </a:lnTo>
                  <a:lnTo>
                    <a:pt x="8841" y="650"/>
                  </a:lnTo>
                  <a:lnTo>
                    <a:pt x="8841" y="542"/>
                  </a:lnTo>
                  <a:lnTo>
                    <a:pt x="8841" y="404"/>
                  </a:lnTo>
                  <a:lnTo>
                    <a:pt x="8860" y="266"/>
                  </a:lnTo>
                  <a:lnTo>
                    <a:pt x="8890" y="129"/>
                  </a:lnTo>
                  <a:lnTo>
                    <a:pt x="8929" y="1"/>
                  </a:lnTo>
                  <a:close/>
                  <a:moveTo>
                    <a:pt x="2105" y="1564"/>
                  </a:moveTo>
                  <a:lnTo>
                    <a:pt x="0" y="5222"/>
                  </a:lnTo>
                  <a:lnTo>
                    <a:pt x="118" y="5252"/>
                  </a:lnTo>
                  <a:lnTo>
                    <a:pt x="227" y="5291"/>
                  </a:lnTo>
                  <a:lnTo>
                    <a:pt x="345" y="5340"/>
                  </a:lnTo>
                  <a:lnTo>
                    <a:pt x="443" y="5399"/>
                  </a:lnTo>
                  <a:lnTo>
                    <a:pt x="551" y="5468"/>
                  </a:lnTo>
                  <a:lnTo>
                    <a:pt x="649" y="5537"/>
                  </a:lnTo>
                  <a:lnTo>
                    <a:pt x="738" y="5616"/>
                  </a:lnTo>
                  <a:lnTo>
                    <a:pt x="817" y="5694"/>
                  </a:lnTo>
                  <a:lnTo>
                    <a:pt x="2882" y="2125"/>
                  </a:lnTo>
                  <a:lnTo>
                    <a:pt x="2773" y="2076"/>
                  </a:lnTo>
                  <a:lnTo>
                    <a:pt x="2655" y="2026"/>
                  </a:lnTo>
                  <a:lnTo>
                    <a:pt x="2557" y="1967"/>
                  </a:lnTo>
                  <a:lnTo>
                    <a:pt x="2449" y="1899"/>
                  </a:lnTo>
                  <a:lnTo>
                    <a:pt x="2360" y="1830"/>
                  </a:lnTo>
                  <a:lnTo>
                    <a:pt x="2272" y="1741"/>
                  </a:lnTo>
                  <a:lnTo>
                    <a:pt x="2183" y="1663"/>
                  </a:lnTo>
                  <a:lnTo>
                    <a:pt x="2105" y="1564"/>
                  </a:lnTo>
                  <a:close/>
                  <a:moveTo>
                    <a:pt x="11820" y="1564"/>
                  </a:moveTo>
                  <a:lnTo>
                    <a:pt x="11742" y="1663"/>
                  </a:lnTo>
                  <a:lnTo>
                    <a:pt x="11653" y="1741"/>
                  </a:lnTo>
                  <a:lnTo>
                    <a:pt x="11565" y="1830"/>
                  </a:lnTo>
                  <a:lnTo>
                    <a:pt x="11476" y="1899"/>
                  </a:lnTo>
                  <a:lnTo>
                    <a:pt x="11368" y="1967"/>
                  </a:lnTo>
                  <a:lnTo>
                    <a:pt x="11270" y="2026"/>
                  </a:lnTo>
                  <a:lnTo>
                    <a:pt x="11152" y="2076"/>
                  </a:lnTo>
                  <a:lnTo>
                    <a:pt x="11043" y="2125"/>
                  </a:lnTo>
                  <a:lnTo>
                    <a:pt x="13108" y="5694"/>
                  </a:lnTo>
                  <a:lnTo>
                    <a:pt x="13187" y="5616"/>
                  </a:lnTo>
                  <a:lnTo>
                    <a:pt x="13276" y="5537"/>
                  </a:lnTo>
                  <a:lnTo>
                    <a:pt x="13374" y="5468"/>
                  </a:lnTo>
                  <a:lnTo>
                    <a:pt x="13482" y="5399"/>
                  </a:lnTo>
                  <a:lnTo>
                    <a:pt x="13580" y="5340"/>
                  </a:lnTo>
                  <a:lnTo>
                    <a:pt x="13698" y="5291"/>
                  </a:lnTo>
                  <a:lnTo>
                    <a:pt x="13807" y="5252"/>
                  </a:lnTo>
                  <a:lnTo>
                    <a:pt x="13925" y="5222"/>
                  </a:lnTo>
                  <a:lnTo>
                    <a:pt x="11820" y="1564"/>
                  </a:lnTo>
                  <a:close/>
                  <a:moveTo>
                    <a:pt x="817" y="7985"/>
                  </a:moveTo>
                  <a:lnTo>
                    <a:pt x="738" y="8064"/>
                  </a:lnTo>
                  <a:lnTo>
                    <a:pt x="649" y="8143"/>
                  </a:lnTo>
                  <a:lnTo>
                    <a:pt x="551" y="8212"/>
                  </a:lnTo>
                  <a:lnTo>
                    <a:pt x="443" y="8280"/>
                  </a:lnTo>
                  <a:lnTo>
                    <a:pt x="345" y="8339"/>
                  </a:lnTo>
                  <a:lnTo>
                    <a:pt x="227" y="8389"/>
                  </a:lnTo>
                  <a:lnTo>
                    <a:pt x="118" y="8428"/>
                  </a:lnTo>
                  <a:lnTo>
                    <a:pt x="0" y="8457"/>
                  </a:lnTo>
                  <a:lnTo>
                    <a:pt x="2134" y="12155"/>
                  </a:lnTo>
                  <a:lnTo>
                    <a:pt x="2213" y="12066"/>
                  </a:lnTo>
                  <a:lnTo>
                    <a:pt x="2292" y="11978"/>
                  </a:lnTo>
                  <a:lnTo>
                    <a:pt x="2390" y="11899"/>
                  </a:lnTo>
                  <a:lnTo>
                    <a:pt x="2488" y="11830"/>
                  </a:lnTo>
                  <a:lnTo>
                    <a:pt x="2587" y="11761"/>
                  </a:lnTo>
                  <a:lnTo>
                    <a:pt x="2695" y="11712"/>
                  </a:lnTo>
                  <a:lnTo>
                    <a:pt x="2803" y="11663"/>
                  </a:lnTo>
                  <a:lnTo>
                    <a:pt x="2921" y="11614"/>
                  </a:lnTo>
                  <a:lnTo>
                    <a:pt x="817" y="7985"/>
                  </a:lnTo>
                  <a:close/>
                  <a:moveTo>
                    <a:pt x="13108" y="7985"/>
                  </a:moveTo>
                  <a:lnTo>
                    <a:pt x="11004" y="11614"/>
                  </a:lnTo>
                  <a:lnTo>
                    <a:pt x="11122" y="11663"/>
                  </a:lnTo>
                  <a:lnTo>
                    <a:pt x="11230" y="11712"/>
                  </a:lnTo>
                  <a:lnTo>
                    <a:pt x="11338" y="11761"/>
                  </a:lnTo>
                  <a:lnTo>
                    <a:pt x="11437" y="11830"/>
                  </a:lnTo>
                  <a:lnTo>
                    <a:pt x="11535" y="11899"/>
                  </a:lnTo>
                  <a:lnTo>
                    <a:pt x="11633" y="11978"/>
                  </a:lnTo>
                  <a:lnTo>
                    <a:pt x="11712" y="12066"/>
                  </a:lnTo>
                  <a:lnTo>
                    <a:pt x="11791" y="12155"/>
                  </a:lnTo>
                  <a:lnTo>
                    <a:pt x="13925" y="8457"/>
                  </a:lnTo>
                  <a:lnTo>
                    <a:pt x="13807" y="8428"/>
                  </a:lnTo>
                  <a:lnTo>
                    <a:pt x="13698" y="8389"/>
                  </a:lnTo>
                  <a:lnTo>
                    <a:pt x="13580" y="8339"/>
                  </a:lnTo>
                  <a:lnTo>
                    <a:pt x="13482" y="8280"/>
                  </a:lnTo>
                  <a:lnTo>
                    <a:pt x="13374" y="8212"/>
                  </a:lnTo>
                  <a:lnTo>
                    <a:pt x="13276" y="8143"/>
                  </a:lnTo>
                  <a:lnTo>
                    <a:pt x="13187" y="8064"/>
                  </a:lnTo>
                  <a:lnTo>
                    <a:pt x="13108" y="7985"/>
                  </a:lnTo>
                  <a:close/>
                  <a:moveTo>
                    <a:pt x="5015" y="12725"/>
                  </a:moveTo>
                  <a:lnTo>
                    <a:pt x="5045" y="12843"/>
                  </a:lnTo>
                  <a:lnTo>
                    <a:pt x="5065" y="12961"/>
                  </a:lnTo>
                  <a:lnTo>
                    <a:pt x="5084" y="13079"/>
                  </a:lnTo>
                  <a:lnTo>
                    <a:pt x="5084" y="13207"/>
                  </a:lnTo>
                  <a:lnTo>
                    <a:pt x="5084" y="13325"/>
                  </a:lnTo>
                  <a:lnTo>
                    <a:pt x="5065" y="13453"/>
                  </a:lnTo>
                  <a:lnTo>
                    <a:pt x="5045" y="13571"/>
                  </a:lnTo>
                  <a:lnTo>
                    <a:pt x="5015" y="13679"/>
                  </a:lnTo>
                  <a:lnTo>
                    <a:pt x="8909" y="13679"/>
                  </a:lnTo>
                  <a:lnTo>
                    <a:pt x="8880" y="13571"/>
                  </a:lnTo>
                  <a:lnTo>
                    <a:pt x="8860" y="13453"/>
                  </a:lnTo>
                  <a:lnTo>
                    <a:pt x="8841" y="13325"/>
                  </a:lnTo>
                  <a:lnTo>
                    <a:pt x="8841" y="13207"/>
                  </a:lnTo>
                  <a:lnTo>
                    <a:pt x="8841" y="13079"/>
                  </a:lnTo>
                  <a:lnTo>
                    <a:pt x="8860" y="12961"/>
                  </a:lnTo>
                  <a:lnTo>
                    <a:pt x="8880" y="12843"/>
                  </a:lnTo>
                  <a:lnTo>
                    <a:pt x="8909" y="12725"/>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5" name="Google Shape;3975;p180"/>
            <p:cNvSpPr/>
            <p:nvPr/>
          </p:nvSpPr>
          <p:spPr>
            <a:xfrm>
              <a:off x="8509332" y="1696568"/>
              <a:ext cx="157359" cy="137405"/>
            </a:xfrm>
            <a:custGeom>
              <a:avLst/>
              <a:gdLst/>
              <a:ahLst/>
              <a:cxnLst/>
              <a:rect l="l" t="t" r="r" b="b"/>
              <a:pathLst>
                <a:path w="16127" h="14082" extrusionOk="0">
                  <a:moveTo>
                    <a:pt x="4455" y="1"/>
                  </a:moveTo>
                  <a:lnTo>
                    <a:pt x="4376" y="10"/>
                  </a:lnTo>
                  <a:lnTo>
                    <a:pt x="4307" y="30"/>
                  </a:lnTo>
                  <a:lnTo>
                    <a:pt x="4248" y="60"/>
                  </a:lnTo>
                  <a:lnTo>
                    <a:pt x="4179" y="89"/>
                  </a:lnTo>
                  <a:lnTo>
                    <a:pt x="4120" y="119"/>
                  </a:lnTo>
                  <a:lnTo>
                    <a:pt x="4071" y="158"/>
                  </a:lnTo>
                  <a:lnTo>
                    <a:pt x="4022" y="207"/>
                  </a:lnTo>
                  <a:lnTo>
                    <a:pt x="3973" y="256"/>
                  </a:lnTo>
                  <a:lnTo>
                    <a:pt x="3933" y="315"/>
                  </a:lnTo>
                  <a:lnTo>
                    <a:pt x="3894" y="374"/>
                  </a:lnTo>
                  <a:lnTo>
                    <a:pt x="3865" y="433"/>
                  </a:lnTo>
                  <a:lnTo>
                    <a:pt x="3845" y="502"/>
                  </a:lnTo>
                  <a:lnTo>
                    <a:pt x="3825" y="571"/>
                  </a:lnTo>
                  <a:lnTo>
                    <a:pt x="3815" y="640"/>
                  </a:lnTo>
                  <a:lnTo>
                    <a:pt x="3806" y="709"/>
                  </a:lnTo>
                  <a:lnTo>
                    <a:pt x="3815" y="787"/>
                  </a:lnTo>
                  <a:lnTo>
                    <a:pt x="3825" y="856"/>
                  </a:lnTo>
                  <a:lnTo>
                    <a:pt x="3845" y="925"/>
                  </a:lnTo>
                  <a:lnTo>
                    <a:pt x="3865" y="994"/>
                  </a:lnTo>
                  <a:lnTo>
                    <a:pt x="3894" y="1053"/>
                  </a:lnTo>
                  <a:lnTo>
                    <a:pt x="3933" y="1112"/>
                  </a:lnTo>
                  <a:lnTo>
                    <a:pt x="3973" y="1171"/>
                  </a:lnTo>
                  <a:lnTo>
                    <a:pt x="4022" y="1220"/>
                  </a:lnTo>
                  <a:lnTo>
                    <a:pt x="4071" y="1259"/>
                  </a:lnTo>
                  <a:lnTo>
                    <a:pt x="4120" y="1308"/>
                  </a:lnTo>
                  <a:lnTo>
                    <a:pt x="4179" y="1338"/>
                  </a:lnTo>
                  <a:lnTo>
                    <a:pt x="4248" y="1367"/>
                  </a:lnTo>
                  <a:lnTo>
                    <a:pt x="4307" y="1397"/>
                  </a:lnTo>
                  <a:lnTo>
                    <a:pt x="4376" y="1417"/>
                  </a:lnTo>
                  <a:lnTo>
                    <a:pt x="4455" y="1426"/>
                  </a:lnTo>
                  <a:lnTo>
                    <a:pt x="4592" y="1426"/>
                  </a:lnTo>
                  <a:lnTo>
                    <a:pt x="4671" y="1417"/>
                  </a:lnTo>
                  <a:lnTo>
                    <a:pt x="4740" y="1397"/>
                  </a:lnTo>
                  <a:lnTo>
                    <a:pt x="4799" y="1367"/>
                  </a:lnTo>
                  <a:lnTo>
                    <a:pt x="4868" y="1338"/>
                  </a:lnTo>
                  <a:lnTo>
                    <a:pt x="4927" y="1308"/>
                  </a:lnTo>
                  <a:lnTo>
                    <a:pt x="4976" y="1259"/>
                  </a:lnTo>
                  <a:lnTo>
                    <a:pt x="5025" y="1220"/>
                  </a:lnTo>
                  <a:lnTo>
                    <a:pt x="5074" y="1171"/>
                  </a:lnTo>
                  <a:lnTo>
                    <a:pt x="5113" y="1112"/>
                  </a:lnTo>
                  <a:lnTo>
                    <a:pt x="5153" y="1053"/>
                  </a:lnTo>
                  <a:lnTo>
                    <a:pt x="5182" y="994"/>
                  </a:lnTo>
                  <a:lnTo>
                    <a:pt x="5202" y="925"/>
                  </a:lnTo>
                  <a:lnTo>
                    <a:pt x="5222" y="856"/>
                  </a:lnTo>
                  <a:lnTo>
                    <a:pt x="5231" y="787"/>
                  </a:lnTo>
                  <a:lnTo>
                    <a:pt x="5241" y="709"/>
                  </a:lnTo>
                  <a:lnTo>
                    <a:pt x="5231" y="640"/>
                  </a:lnTo>
                  <a:lnTo>
                    <a:pt x="5222" y="571"/>
                  </a:lnTo>
                  <a:lnTo>
                    <a:pt x="5202" y="502"/>
                  </a:lnTo>
                  <a:lnTo>
                    <a:pt x="5182" y="433"/>
                  </a:lnTo>
                  <a:lnTo>
                    <a:pt x="5153" y="374"/>
                  </a:lnTo>
                  <a:lnTo>
                    <a:pt x="5113" y="315"/>
                  </a:lnTo>
                  <a:lnTo>
                    <a:pt x="5074" y="256"/>
                  </a:lnTo>
                  <a:lnTo>
                    <a:pt x="5025" y="207"/>
                  </a:lnTo>
                  <a:lnTo>
                    <a:pt x="4976" y="158"/>
                  </a:lnTo>
                  <a:lnTo>
                    <a:pt x="4927" y="119"/>
                  </a:lnTo>
                  <a:lnTo>
                    <a:pt x="4868" y="89"/>
                  </a:lnTo>
                  <a:lnTo>
                    <a:pt x="4799" y="60"/>
                  </a:lnTo>
                  <a:lnTo>
                    <a:pt x="4740" y="30"/>
                  </a:lnTo>
                  <a:lnTo>
                    <a:pt x="4671" y="10"/>
                  </a:lnTo>
                  <a:lnTo>
                    <a:pt x="4592" y="1"/>
                  </a:lnTo>
                  <a:close/>
                  <a:moveTo>
                    <a:pt x="11535" y="1"/>
                  </a:moveTo>
                  <a:lnTo>
                    <a:pt x="11456" y="10"/>
                  </a:lnTo>
                  <a:lnTo>
                    <a:pt x="11387" y="30"/>
                  </a:lnTo>
                  <a:lnTo>
                    <a:pt x="11328" y="60"/>
                  </a:lnTo>
                  <a:lnTo>
                    <a:pt x="11259" y="89"/>
                  </a:lnTo>
                  <a:lnTo>
                    <a:pt x="11200" y="119"/>
                  </a:lnTo>
                  <a:lnTo>
                    <a:pt x="11151" y="158"/>
                  </a:lnTo>
                  <a:lnTo>
                    <a:pt x="11102" y="207"/>
                  </a:lnTo>
                  <a:lnTo>
                    <a:pt x="11053" y="256"/>
                  </a:lnTo>
                  <a:lnTo>
                    <a:pt x="11014" y="315"/>
                  </a:lnTo>
                  <a:lnTo>
                    <a:pt x="10974" y="374"/>
                  </a:lnTo>
                  <a:lnTo>
                    <a:pt x="10945" y="433"/>
                  </a:lnTo>
                  <a:lnTo>
                    <a:pt x="10925" y="502"/>
                  </a:lnTo>
                  <a:lnTo>
                    <a:pt x="10905" y="571"/>
                  </a:lnTo>
                  <a:lnTo>
                    <a:pt x="10896" y="640"/>
                  </a:lnTo>
                  <a:lnTo>
                    <a:pt x="10886" y="709"/>
                  </a:lnTo>
                  <a:lnTo>
                    <a:pt x="10896" y="787"/>
                  </a:lnTo>
                  <a:lnTo>
                    <a:pt x="10905" y="856"/>
                  </a:lnTo>
                  <a:lnTo>
                    <a:pt x="10925" y="925"/>
                  </a:lnTo>
                  <a:lnTo>
                    <a:pt x="10945" y="994"/>
                  </a:lnTo>
                  <a:lnTo>
                    <a:pt x="10974" y="1053"/>
                  </a:lnTo>
                  <a:lnTo>
                    <a:pt x="11014" y="1112"/>
                  </a:lnTo>
                  <a:lnTo>
                    <a:pt x="11053" y="1171"/>
                  </a:lnTo>
                  <a:lnTo>
                    <a:pt x="11102" y="1220"/>
                  </a:lnTo>
                  <a:lnTo>
                    <a:pt x="11151" y="1259"/>
                  </a:lnTo>
                  <a:lnTo>
                    <a:pt x="11200" y="1308"/>
                  </a:lnTo>
                  <a:lnTo>
                    <a:pt x="11259" y="1338"/>
                  </a:lnTo>
                  <a:lnTo>
                    <a:pt x="11328" y="1367"/>
                  </a:lnTo>
                  <a:lnTo>
                    <a:pt x="11387" y="1397"/>
                  </a:lnTo>
                  <a:lnTo>
                    <a:pt x="11456" y="1417"/>
                  </a:lnTo>
                  <a:lnTo>
                    <a:pt x="11535" y="1426"/>
                  </a:lnTo>
                  <a:lnTo>
                    <a:pt x="11672" y="1426"/>
                  </a:lnTo>
                  <a:lnTo>
                    <a:pt x="11751" y="1417"/>
                  </a:lnTo>
                  <a:lnTo>
                    <a:pt x="11820" y="1397"/>
                  </a:lnTo>
                  <a:lnTo>
                    <a:pt x="11879" y="1367"/>
                  </a:lnTo>
                  <a:lnTo>
                    <a:pt x="11948" y="1338"/>
                  </a:lnTo>
                  <a:lnTo>
                    <a:pt x="12007" y="1308"/>
                  </a:lnTo>
                  <a:lnTo>
                    <a:pt x="12056" y="1259"/>
                  </a:lnTo>
                  <a:lnTo>
                    <a:pt x="12105" y="1220"/>
                  </a:lnTo>
                  <a:lnTo>
                    <a:pt x="12154" y="1171"/>
                  </a:lnTo>
                  <a:lnTo>
                    <a:pt x="12194" y="1112"/>
                  </a:lnTo>
                  <a:lnTo>
                    <a:pt x="12233" y="1053"/>
                  </a:lnTo>
                  <a:lnTo>
                    <a:pt x="12262" y="994"/>
                  </a:lnTo>
                  <a:lnTo>
                    <a:pt x="12282" y="925"/>
                  </a:lnTo>
                  <a:lnTo>
                    <a:pt x="12302" y="856"/>
                  </a:lnTo>
                  <a:lnTo>
                    <a:pt x="12312" y="787"/>
                  </a:lnTo>
                  <a:lnTo>
                    <a:pt x="12321" y="709"/>
                  </a:lnTo>
                  <a:lnTo>
                    <a:pt x="12312" y="640"/>
                  </a:lnTo>
                  <a:lnTo>
                    <a:pt x="12302" y="571"/>
                  </a:lnTo>
                  <a:lnTo>
                    <a:pt x="12282" y="502"/>
                  </a:lnTo>
                  <a:lnTo>
                    <a:pt x="12262" y="433"/>
                  </a:lnTo>
                  <a:lnTo>
                    <a:pt x="12233" y="374"/>
                  </a:lnTo>
                  <a:lnTo>
                    <a:pt x="12194" y="315"/>
                  </a:lnTo>
                  <a:lnTo>
                    <a:pt x="12154" y="256"/>
                  </a:lnTo>
                  <a:lnTo>
                    <a:pt x="12105" y="207"/>
                  </a:lnTo>
                  <a:lnTo>
                    <a:pt x="12056" y="158"/>
                  </a:lnTo>
                  <a:lnTo>
                    <a:pt x="12007" y="119"/>
                  </a:lnTo>
                  <a:lnTo>
                    <a:pt x="11948" y="89"/>
                  </a:lnTo>
                  <a:lnTo>
                    <a:pt x="11879" y="60"/>
                  </a:lnTo>
                  <a:lnTo>
                    <a:pt x="11820" y="30"/>
                  </a:lnTo>
                  <a:lnTo>
                    <a:pt x="11751" y="10"/>
                  </a:lnTo>
                  <a:lnTo>
                    <a:pt x="11672" y="1"/>
                  </a:lnTo>
                  <a:close/>
                  <a:moveTo>
                    <a:pt x="639" y="6294"/>
                  </a:moveTo>
                  <a:lnTo>
                    <a:pt x="570" y="6304"/>
                  </a:lnTo>
                  <a:lnTo>
                    <a:pt x="502" y="6323"/>
                  </a:lnTo>
                  <a:lnTo>
                    <a:pt x="433" y="6353"/>
                  </a:lnTo>
                  <a:lnTo>
                    <a:pt x="374" y="6382"/>
                  </a:lnTo>
                  <a:lnTo>
                    <a:pt x="315" y="6412"/>
                  </a:lnTo>
                  <a:lnTo>
                    <a:pt x="256" y="6451"/>
                  </a:lnTo>
                  <a:lnTo>
                    <a:pt x="207" y="6500"/>
                  </a:lnTo>
                  <a:lnTo>
                    <a:pt x="157" y="6550"/>
                  </a:lnTo>
                  <a:lnTo>
                    <a:pt x="118" y="6609"/>
                  </a:lnTo>
                  <a:lnTo>
                    <a:pt x="89" y="6668"/>
                  </a:lnTo>
                  <a:lnTo>
                    <a:pt x="59" y="6727"/>
                  </a:lnTo>
                  <a:lnTo>
                    <a:pt x="30" y="6795"/>
                  </a:lnTo>
                  <a:lnTo>
                    <a:pt x="10" y="6864"/>
                  </a:lnTo>
                  <a:lnTo>
                    <a:pt x="0" y="6933"/>
                  </a:lnTo>
                  <a:lnTo>
                    <a:pt x="0" y="7002"/>
                  </a:lnTo>
                  <a:lnTo>
                    <a:pt x="0" y="7081"/>
                  </a:lnTo>
                  <a:lnTo>
                    <a:pt x="10" y="7149"/>
                  </a:lnTo>
                  <a:lnTo>
                    <a:pt x="30" y="7218"/>
                  </a:lnTo>
                  <a:lnTo>
                    <a:pt x="59" y="7287"/>
                  </a:lnTo>
                  <a:lnTo>
                    <a:pt x="89" y="7346"/>
                  </a:lnTo>
                  <a:lnTo>
                    <a:pt x="118" y="7405"/>
                  </a:lnTo>
                  <a:lnTo>
                    <a:pt x="157" y="7464"/>
                  </a:lnTo>
                  <a:lnTo>
                    <a:pt x="207" y="7513"/>
                  </a:lnTo>
                  <a:lnTo>
                    <a:pt x="256" y="7553"/>
                  </a:lnTo>
                  <a:lnTo>
                    <a:pt x="315" y="7602"/>
                  </a:lnTo>
                  <a:lnTo>
                    <a:pt x="374" y="7631"/>
                  </a:lnTo>
                  <a:lnTo>
                    <a:pt x="433" y="7661"/>
                  </a:lnTo>
                  <a:lnTo>
                    <a:pt x="502" y="7690"/>
                  </a:lnTo>
                  <a:lnTo>
                    <a:pt x="570" y="7710"/>
                  </a:lnTo>
                  <a:lnTo>
                    <a:pt x="639" y="7720"/>
                  </a:lnTo>
                  <a:lnTo>
                    <a:pt x="787" y="7720"/>
                  </a:lnTo>
                  <a:lnTo>
                    <a:pt x="856" y="7710"/>
                  </a:lnTo>
                  <a:lnTo>
                    <a:pt x="924" y="7690"/>
                  </a:lnTo>
                  <a:lnTo>
                    <a:pt x="993" y="7661"/>
                  </a:lnTo>
                  <a:lnTo>
                    <a:pt x="1052" y="7631"/>
                  </a:lnTo>
                  <a:lnTo>
                    <a:pt x="1111" y="7602"/>
                  </a:lnTo>
                  <a:lnTo>
                    <a:pt x="1170" y="7553"/>
                  </a:lnTo>
                  <a:lnTo>
                    <a:pt x="1219" y="7513"/>
                  </a:lnTo>
                  <a:lnTo>
                    <a:pt x="1259" y="7464"/>
                  </a:lnTo>
                  <a:lnTo>
                    <a:pt x="1308" y="7405"/>
                  </a:lnTo>
                  <a:lnTo>
                    <a:pt x="1337" y="7346"/>
                  </a:lnTo>
                  <a:lnTo>
                    <a:pt x="1367" y="7287"/>
                  </a:lnTo>
                  <a:lnTo>
                    <a:pt x="1396" y="7218"/>
                  </a:lnTo>
                  <a:lnTo>
                    <a:pt x="1416" y="7149"/>
                  </a:lnTo>
                  <a:lnTo>
                    <a:pt x="1426" y="7081"/>
                  </a:lnTo>
                  <a:lnTo>
                    <a:pt x="1426" y="7002"/>
                  </a:lnTo>
                  <a:lnTo>
                    <a:pt x="1426" y="6933"/>
                  </a:lnTo>
                  <a:lnTo>
                    <a:pt x="1416" y="6864"/>
                  </a:lnTo>
                  <a:lnTo>
                    <a:pt x="1396" y="6795"/>
                  </a:lnTo>
                  <a:lnTo>
                    <a:pt x="1367" y="6727"/>
                  </a:lnTo>
                  <a:lnTo>
                    <a:pt x="1337" y="6668"/>
                  </a:lnTo>
                  <a:lnTo>
                    <a:pt x="1308" y="6609"/>
                  </a:lnTo>
                  <a:lnTo>
                    <a:pt x="1259" y="6550"/>
                  </a:lnTo>
                  <a:lnTo>
                    <a:pt x="1219" y="6500"/>
                  </a:lnTo>
                  <a:lnTo>
                    <a:pt x="1170" y="6451"/>
                  </a:lnTo>
                  <a:lnTo>
                    <a:pt x="1111" y="6412"/>
                  </a:lnTo>
                  <a:lnTo>
                    <a:pt x="1052" y="6382"/>
                  </a:lnTo>
                  <a:lnTo>
                    <a:pt x="993" y="6353"/>
                  </a:lnTo>
                  <a:lnTo>
                    <a:pt x="924" y="6323"/>
                  </a:lnTo>
                  <a:lnTo>
                    <a:pt x="856" y="6304"/>
                  </a:lnTo>
                  <a:lnTo>
                    <a:pt x="787" y="6294"/>
                  </a:lnTo>
                  <a:close/>
                  <a:moveTo>
                    <a:pt x="15340" y="6294"/>
                  </a:moveTo>
                  <a:lnTo>
                    <a:pt x="15271" y="6304"/>
                  </a:lnTo>
                  <a:lnTo>
                    <a:pt x="15203" y="6323"/>
                  </a:lnTo>
                  <a:lnTo>
                    <a:pt x="15134" y="6353"/>
                  </a:lnTo>
                  <a:lnTo>
                    <a:pt x="15075" y="6382"/>
                  </a:lnTo>
                  <a:lnTo>
                    <a:pt x="15016" y="6412"/>
                  </a:lnTo>
                  <a:lnTo>
                    <a:pt x="14957" y="6451"/>
                  </a:lnTo>
                  <a:lnTo>
                    <a:pt x="14908" y="6500"/>
                  </a:lnTo>
                  <a:lnTo>
                    <a:pt x="14868" y="6550"/>
                  </a:lnTo>
                  <a:lnTo>
                    <a:pt x="14819" y="6609"/>
                  </a:lnTo>
                  <a:lnTo>
                    <a:pt x="14790" y="6668"/>
                  </a:lnTo>
                  <a:lnTo>
                    <a:pt x="14760" y="6727"/>
                  </a:lnTo>
                  <a:lnTo>
                    <a:pt x="14731" y="6795"/>
                  </a:lnTo>
                  <a:lnTo>
                    <a:pt x="14711" y="6864"/>
                  </a:lnTo>
                  <a:lnTo>
                    <a:pt x="14701" y="6933"/>
                  </a:lnTo>
                  <a:lnTo>
                    <a:pt x="14701" y="7002"/>
                  </a:lnTo>
                  <a:lnTo>
                    <a:pt x="14701" y="7081"/>
                  </a:lnTo>
                  <a:lnTo>
                    <a:pt x="14711" y="7149"/>
                  </a:lnTo>
                  <a:lnTo>
                    <a:pt x="14731" y="7218"/>
                  </a:lnTo>
                  <a:lnTo>
                    <a:pt x="14760" y="7287"/>
                  </a:lnTo>
                  <a:lnTo>
                    <a:pt x="14790" y="7346"/>
                  </a:lnTo>
                  <a:lnTo>
                    <a:pt x="14819" y="7405"/>
                  </a:lnTo>
                  <a:lnTo>
                    <a:pt x="14868" y="7464"/>
                  </a:lnTo>
                  <a:lnTo>
                    <a:pt x="14908" y="7513"/>
                  </a:lnTo>
                  <a:lnTo>
                    <a:pt x="14957" y="7553"/>
                  </a:lnTo>
                  <a:lnTo>
                    <a:pt x="15016" y="7602"/>
                  </a:lnTo>
                  <a:lnTo>
                    <a:pt x="15075" y="7631"/>
                  </a:lnTo>
                  <a:lnTo>
                    <a:pt x="15134" y="7661"/>
                  </a:lnTo>
                  <a:lnTo>
                    <a:pt x="15203" y="7690"/>
                  </a:lnTo>
                  <a:lnTo>
                    <a:pt x="15271" y="7710"/>
                  </a:lnTo>
                  <a:lnTo>
                    <a:pt x="15340" y="7720"/>
                  </a:lnTo>
                  <a:lnTo>
                    <a:pt x="15488" y="7720"/>
                  </a:lnTo>
                  <a:lnTo>
                    <a:pt x="15557" y="7710"/>
                  </a:lnTo>
                  <a:lnTo>
                    <a:pt x="15625" y="7690"/>
                  </a:lnTo>
                  <a:lnTo>
                    <a:pt x="15694" y="7661"/>
                  </a:lnTo>
                  <a:lnTo>
                    <a:pt x="15753" y="7631"/>
                  </a:lnTo>
                  <a:lnTo>
                    <a:pt x="15812" y="7602"/>
                  </a:lnTo>
                  <a:lnTo>
                    <a:pt x="15871" y="7553"/>
                  </a:lnTo>
                  <a:lnTo>
                    <a:pt x="15920" y="7513"/>
                  </a:lnTo>
                  <a:lnTo>
                    <a:pt x="15970" y="7464"/>
                  </a:lnTo>
                  <a:lnTo>
                    <a:pt x="16009" y="7405"/>
                  </a:lnTo>
                  <a:lnTo>
                    <a:pt x="16038" y="7346"/>
                  </a:lnTo>
                  <a:lnTo>
                    <a:pt x="16068" y="7287"/>
                  </a:lnTo>
                  <a:lnTo>
                    <a:pt x="16097" y="7218"/>
                  </a:lnTo>
                  <a:lnTo>
                    <a:pt x="16117" y="7149"/>
                  </a:lnTo>
                  <a:lnTo>
                    <a:pt x="16127" y="7081"/>
                  </a:lnTo>
                  <a:lnTo>
                    <a:pt x="16127" y="7002"/>
                  </a:lnTo>
                  <a:lnTo>
                    <a:pt x="16127" y="6933"/>
                  </a:lnTo>
                  <a:lnTo>
                    <a:pt x="16117" y="6864"/>
                  </a:lnTo>
                  <a:lnTo>
                    <a:pt x="16097" y="6795"/>
                  </a:lnTo>
                  <a:lnTo>
                    <a:pt x="16068" y="6727"/>
                  </a:lnTo>
                  <a:lnTo>
                    <a:pt x="16038" y="6668"/>
                  </a:lnTo>
                  <a:lnTo>
                    <a:pt x="16009" y="6609"/>
                  </a:lnTo>
                  <a:lnTo>
                    <a:pt x="15970" y="6550"/>
                  </a:lnTo>
                  <a:lnTo>
                    <a:pt x="15920" y="6500"/>
                  </a:lnTo>
                  <a:lnTo>
                    <a:pt x="15871" y="6451"/>
                  </a:lnTo>
                  <a:lnTo>
                    <a:pt x="15812" y="6412"/>
                  </a:lnTo>
                  <a:lnTo>
                    <a:pt x="15753" y="6382"/>
                  </a:lnTo>
                  <a:lnTo>
                    <a:pt x="15694" y="6353"/>
                  </a:lnTo>
                  <a:lnTo>
                    <a:pt x="15625" y="6323"/>
                  </a:lnTo>
                  <a:lnTo>
                    <a:pt x="15557" y="6304"/>
                  </a:lnTo>
                  <a:lnTo>
                    <a:pt x="15488" y="6294"/>
                  </a:lnTo>
                  <a:close/>
                  <a:moveTo>
                    <a:pt x="4523" y="12656"/>
                  </a:moveTo>
                  <a:lnTo>
                    <a:pt x="4455" y="12666"/>
                  </a:lnTo>
                  <a:lnTo>
                    <a:pt x="4376" y="12676"/>
                  </a:lnTo>
                  <a:lnTo>
                    <a:pt x="4307" y="12695"/>
                  </a:lnTo>
                  <a:lnTo>
                    <a:pt x="4248" y="12715"/>
                  </a:lnTo>
                  <a:lnTo>
                    <a:pt x="4179" y="12745"/>
                  </a:lnTo>
                  <a:lnTo>
                    <a:pt x="4120" y="12784"/>
                  </a:lnTo>
                  <a:lnTo>
                    <a:pt x="4071" y="12823"/>
                  </a:lnTo>
                  <a:lnTo>
                    <a:pt x="4022" y="12872"/>
                  </a:lnTo>
                  <a:lnTo>
                    <a:pt x="3973" y="12922"/>
                  </a:lnTo>
                  <a:lnTo>
                    <a:pt x="3933" y="12971"/>
                  </a:lnTo>
                  <a:lnTo>
                    <a:pt x="3894" y="13030"/>
                  </a:lnTo>
                  <a:lnTo>
                    <a:pt x="3865" y="13099"/>
                  </a:lnTo>
                  <a:lnTo>
                    <a:pt x="3845" y="13158"/>
                  </a:lnTo>
                  <a:lnTo>
                    <a:pt x="3825" y="13226"/>
                  </a:lnTo>
                  <a:lnTo>
                    <a:pt x="3815" y="13295"/>
                  </a:lnTo>
                  <a:lnTo>
                    <a:pt x="3806" y="13374"/>
                  </a:lnTo>
                  <a:lnTo>
                    <a:pt x="3815" y="13443"/>
                  </a:lnTo>
                  <a:lnTo>
                    <a:pt x="3825" y="13512"/>
                  </a:lnTo>
                  <a:lnTo>
                    <a:pt x="3845" y="13580"/>
                  </a:lnTo>
                  <a:lnTo>
                    <a:pt x="3865" y="13649"/>
                  </a:lnTo>
                  <a:lnTo>
                    <a:pt x="3894" y="13708"/>
                  </a:lnTo>
                  <a:lnTo>
                    <a:pt x="3933" y="13767"/>
                  </a:lnTo>
                  <a:lnTo>
                    <a:pt x="3973" y="13826"/>
                  </a:lnTo>
                  <a:lnTo>
                    <a:pt x="4022" y="13875"/>
                  </a:lnTo>
                  <a:lnTo>
                    <a:pt x="4071" y="13925"/>
                  </a:lnTo>
                  <a:lnTo>
                    <a:pt x="4120" y="13964"/>
                  </a:lnTo>
                  <a:lnTo>
                    <a:pt x="4179" y="14003"/>
                  </a:lnTo>
                  <a:lnTo>
                    <a:pt x="4248" y="14033"/>
                  </a:lnTo>
                  <a:lnTo>
                    <a:pt x="4307" y="14052"/>
                  </a:lnTo>
                  <a:lnTo>
                    <a:pt x="4376" y="14072"/>
                  </a:lnTo>
                  <a:lnTo>
                    <a:pt x="4455" y="14082"/>
                  </a:lnTo>
                  <a:lnTo>
                    <a:pt x="4592" y="14082"/>
                  </a:lnTo>
                  <a:lnTo>
                    <a:pt x="4671" y="14072"/>
                  </a:lnTo>
                  <a:lnTo>
                    <a:pt x="4740" y="14052"/>
                  </a:lnTo>
                  <a:lnTo>
                    <a:pt x="4799" y="14033"/>
                  </a:lnTo>
                  <a:lnTo>
                    <a:pt x="4868" y="14003"/>
                  </a:lnTo>
                  <a:lnTo>
                    <a:pt x="4927" y="13964"/>
                  </a:lnTo>
                  <a:lnTo>
                    <a:pt x="4976" y="13925"/>
                  </a:lnTo>
                  <a:lnTo>
                    <a:pt x="5025" y="13875"/>
                  </a:lnTo>
                  <a:lnTo>
                    <a:pt x="5074" y="13826"/>
                  </a:lnTo>
                  <a:lnTo>
                    <a:pt x="5113" y="13767"/>
                  </a:lnTo>
                  <a:lnTo>
                    <a:pt x="5153" y="13708"/>
                  </a:lnTo>
                  <a:lnTo>
                    <a:pt x="5182" y="13649"/>
                  </a:lnTo>
                  <a:lnTo>
                    <a:pt x="5202" y="13580"/>
                  </a:lnTo>
                  <a:lnTo>
                    <a:pt x="5222" y="13512"/>
                  </a:lnTo>
                  <a:lnTo>
                    <a:pt x="5231" y="13443"/>
                  </a:lnTo>
                  <a:lnTo>
                    <a:pt x="5241" y="13374"/>
                  </a:lnTo>
                  <a:lnTo>
                    <a:pt x="5231" y="13295"/>
                  </a:lnTo>
                  <a:lnTo>
                    <a:pt x="5222" y="13226"/>
                  </a:lnTo>
                  <a:lnTo>
                    <a:pt x="5202" y="13158"/>
                  </a:lnTo>
                  <a:lnTo>
                    <a:pt x="5182" y="13099"/>
                  </a:lnTo>
                  <a:lnTo>
                    <a:pt x="5153" y="13030"/>
                  </a:lnTo>
                  <a:lnTo>
                    <a:pt x="5113" y="12971"/>
                  </a:lnTo>
                  <a:lnTo>
                    <a:pt x="5074" y="12922"/>
                  </a:lnTo>
                  <a:lnTo>
                    <a:pt x="5025" y="12872"/>
                  </a:lnTo>
                  <a:lnTo>
                    <a:pt x="4976" y="12823"/>
                  </a:lnTo>
                  <a:lnTo>
                    <a:pt x="4927" y="12784"/>
                  </a:lnTo>
                  <a:lnTo>
                    <a:pt x="4868" y="12745"/>
                  </a:lnTo>
                  <a:lnTo>
                    <a:pt x="4799" y="12715"/>
                  </a:lnTo>
                  <a:lnTo>
                    <a:pt x="4740" y="12695"/>
                  </a:lnTo>
                  <a:lnTo>
                    <a:pt x="4671" y="12676"/>
                  </a:lnTo>
                  <a:lnTo>
                    <a:pt x="4592" y="12666"/>
                  </a:lnTo>
                  <a:lnTo>
                    <a:pt x="4523" y="12656"/>
                  </a:lnTo>
                  <a:close/>
                  <a:moveTo>
                    <a:pt x="11604" y="12656"/>
                  </a:moveTo>
                  <a:lnTo>
                    <a:pt x="11535" y="12666"/>
                  </a:lnTo>
                  <a:lnTo>
                    <a:pt x="11456" y="12676"/>
                  </a:lnTo>
                  <a:lnTo>
                    <a:pt x="11387" y="12695"/>
                  </a:lnTo>
                  <a:lnTo>
                    <a:pt x="11328" y="12715"/>
                  </a:lnTo>
                  <a:lnTo>
                    <a:pt x="11259" y="12745"/>
                  </a:lnTo>
                  <a:lnTo>
                    <a:pt x="11200" y="12784"/>
                  </a:lnTo>
                  <a:lnTo>
                    <a:pt x="11151" y="12823"/>
                  </a:lnTo>
                  <a:lnTo>
                    <a:pt x="11102" y="12872"/>
                  </a:lnTo>
                  <a:lnTo>
                    <a:pt x="11053" y="12922"/>
                  </a:lnTo>
                  <a:lnTo>
                    <a:pt x="11014" y="12971"/>
                  </a:lnTo>
                  <a:lnTo>
                    <a:pt x="10974" y="13030"/>
                  </a:lnTo>
                  <a:lnTo>
                    <a:pt x="10945" y="13099"/>
                  </a:lnTo>
                  <a:lnTo>
                    <a:pt x="10925" y="13158"/>
                  </a:lnTo>
                  <a:lnTo>
                    <a:pt x="10905" y="13226"/>
                  </a:lnTo>
                  <a:lnTo>
                    <a:pt x="10896" y="13295"/>
                  </a:lnTo>
                  <a:lnTo>
                    <a:pt x="10886" y="13374"/>
                  </a:lnTo>
                  <a:lnTo>
                    <a:pt x="10896" y="13443"/>
                  </a:lnTo>
                  <a:lnTo>
                    <a:pt x="10905" y="13512"/>
                  </a:lnTo>
                  <a:lnTo>
                    <a:pt x="10925" y="13580"/>
                  </a:lnTo>
                  <a:lnTo>
                    <a:pt x="10945" y="13649"/>
                  </a:lnTo>
                  <a:lnTo>
                    <a:pt x="10974" y="13708"/>
                  </a:lnTo>
                  <a:lnTo>
                    <a:pt x="11014" y="13767"/>
                  </a:lnTo>
                  <a:lnTo>
                    <a:pt x="11053" y="13826"/>
                  </a:lnTo>
                  <a:lnTo>
                    <a:pt x="11102" y="13875"/>
                  </a:lnTo>
                  <a:lnTo>
                    <a:pt x="11151" y="13925"/>
                  </a:lnTo>
                  <a:lnTo>
                    <a:pt x="11200" y="13964"/>
                  </a:lnTo>
                  <a:lnTo>
                    <a:pt x="11259" y="14003"/>
                  </a:lnTo>
                  <a:lnTo>
                    <a:pt x="11328" y="14033"/>
                  </a:lnTo>
                  <a:lnTo>
                    <a:pt x="11387" y="14052"/>
                  </a:lnTo>
                  <a:lnTo>
                    <a:pt x="11456" y="14072"/>
                  </a:lnTo>
                  <a:lnTo>
                    <a:pt x="11535" y="14082"/>
                  </a:lnTo>
                  <a:lnTo>
                    <a:pt x="11672" y="14082"/>
                  </a:lnTo>
                  <a:lnTo>
                    <a:pt x="11751" y="14072"/>
                  </a:lnTo>
                  <a:lnTo>
                    <a:pt x="11820" y="14052"/>
                  </a:lnTo>
                  <a:lnTo>
                    <a:pt x="11879" y="14033"/>
                  </a:lnTo>
                  <a:lnTo>
                    <a:pt x="11948" y="14003"/>
                  </a:lnTo>
                  <a:lnTo>
                    <a:pt x="12007" y="13964"/>
                  </a:lnTo>
                  <a:lnTo>
                    <a:pt x="12056" y="13925"/>
                  </a:lnTo>
                  <a:lnTo>
                    <a:pt x="12105" y="13875"/>
                  </a:lnTo>
                  <a:lnTo>
                    <a:pt x="12154" y="13826"/>
                  </a:lnTo>
                  <a:lnTo>
                    <a:pt x="12194" y="13767"/>
                  </a:lnTo>
                  <a:lnTo>
                    <a:pt x="12233" y="13708"/>
                  </a:lnTo>
                  <a:lnTo>
                    <a:pt x="12262" y="13649"/>
                  </a:lnTo>
                  <a:lnTo>
                    <a:pt x="12282" y="13580"/>
                  </a:lnTo>
                  <a:lnTo>
                    <a:pt x="12302" y="13512"/>
                  </a:lnTo>
                  <a:lnTo>
                    <a:pt x="12312" y="13443"/>
                  </a:lnTo>
                  <a:lnTo>
                    <a:pt x="12321" y="13374"/>
                  </a:lnTo>
                  <a:lnTo>
                    <a:pt x="12312" y="13295"/>
                  </a:lnTo>
                  <a:lnTo>
                    <a:pt x="12302" y="13226"/>
                  </a:lnTo>
                  <a:lnTo>
                    <a:pt x="12282" y="13158"/>
                  </a:lnTo>
                  <a:lnTo>
                    <a:pt x="12262" y="13099"/>
                  </a:lnTo>
                  <a:lnTo>
                    <a:pt x="12233" y="13030"/>
                  </a:lnTo>
                  <a:lnTo>
                    <a:pt x="12194" y="12971"/>
                  </a:lnTo>
                  <a:lnTo>
                    <a:pt x="12154" y="12922"/>
                  </a:lnTo>
                  <a:lnTo>
                    <a:pt x="12105" y="12872"/>
                  </a:lnTo>
                  <a:lnTo>
                    <a:pt x="12056" y="12823"/>
                  </a:lnTo>
                  <a:lnTo>
                    <a:pt x="12007" y="12784"/>
                  </a:lnTo>
                  <a:lnTo>
                    <a:pt x="11948" y="12745"/>
                  </a:lnTo>
                  <a:lnTo>
                    <a:pt x="11879" y="12715"/>
                  </a:lnTo>
                  <a:lnTo>
                    <a:pt x="11820" y="12695"/>
                  </a:lnTo>
                  <a:lnTo>
                    <a:pt x="11751" y="12676"/>
                  </a:lnTo>
                  <a:lnTo>
                    <a:pt x="11672" y="12666"/>
                  </a:lnTo>
                  <a:lnTo>
                    <a:pt x="11604" y="12656"/>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6" name="Google Shape;3976;p180"/>
            <p:cNvSpPr/>
            <p:nvPr/>
          </p:nvSpPr>
          <p:spPr>
            <a:xfrm>
              <a:off x="8541858" y="1718736"/>
              <a:ext cx="92316" cy="92404"/>
            </a:xfrm>
            <a:custGeom>
              <a:avLst/>
              <a:gdLst/>
              <a:ahLst/>
              <a:cxnLst/>
              <a:rect l="l" t="t" r="r" b="b"/>
              <a:pathLst>
                <a:path w="9461" h="9470" extrusionOk="0">
                  <a:moveTo>
                    <a:pt x="5232" y="0"/>
                  </a:moveTo>
                  <a:lnTo>
                    <a:pt x="4966" y="10"/>
                  </a:lnTo>
                  <a:lnTo>
                    <a:pt x="4701" y="30"/>
                  </a:lnTo>
                  <a:lnTo>
                    <a:pt x="4435" y="69"/>
                  </a:lnTo>
                  <a:lnTo>
                    <a:pt x="4180" y="108"/>
                  </a:lnTo>
                  <a:lnTo>
                    <a:pt x="3924" y="167"/>
                  </a:lnTo>
                  <a:lnTo>
                    <a:pt x="3678" y="236"/>
                  </a:lnTo>
                  <a:lnTo>
                    <a:pt x="3432" y="325"/>
                  </a:lnTo>
                  <a:lnTo>
                    <a:pt x="3196" y="413"/>
                  </a:lnTo>
                  <a:lnTo>
                    <a:pt x="2970" y="521"/>
                  </a:lnTo>
                  <a:lnTo>
                    <a:pt x="2744" y="639"/>
                  </a:lnTo>
                  <a:lnTo>
                    <a:pt x="2518" y="767"/>
                  </a:lnTo>
                  <a:lnTo>
                    <a:pt x="2311" y="895"/>
                  </a:lnTo>
                  <a:lnTo>
                    <a:pt x="2105" y="1042"/>
                  </a:lnTo>
                  <a:lnTo>
                    <a:pt x="1908" y="1200"/>
                  </a:lnTo>
                  <a:lnTo>
                    <a:pt x="1721" y="1367"/>
                  </a:lnTo>
                  <a:lnTo>
                    <a:pt x="1535" y="1544"/>
                  </a:lnTo>
                  <a:lnTo>
                    <a:pt x="1358" y="1721"/>
                  </a:lnTo>
                  <a:lnTo>
                    <a:pt x="1200" y="1908"/>
                  </a:lnTo>
                  <a:lnTo>
                    <a:pt x="1043" y="2104"/>
                  </a:lnTo>
                  <a:lnTo>
                    <a:pt x="895" y="2311"/>
                  </a:lnTo>
                  <a:lnTo>
                    <a:pt x="758" y="2527"/>
                  </a:lnTo>
                  <a:lnTo>
                    <a:pt x="630" y="2744"/>
                  </a:lnTo>
                  <a:lnTo>
                    <a:pt x="522" y="2970"/>
                  </a:lnTo>
                  <a:lnTo>
                    <a:pt x="414" y="3206"/>
                  </a:lnTo>
                  <a:lnTo>
                    <a:pt x="315" y="3442"/>
                  </a:lnTo>
                  <a:lnTo>
                    <a:pt x="237" y="3688"/>
                  </a:lnTo>
                  <a:lnTo>
                    <a:pt x="168" y="3933"/>
                  </a:lnTo>
                  <a:lnTo>
                    <a:pt x="109" y="4189"/>
                  </a:lnTo>
                  <a:lnTo>
                    <a:pt x="60" y="4445"/>
                  </a:lnTo>
                  <a:lnTo>
                    <a:pt x="30" y="4700"/>
                  </a:lnTo>
                  <a:lnTo>
                    <a:pt x="10" y="4966"/>
                  </a:lnTo>
                  <a:lnTo>
                    <a:pt x="1" y="5241"/>
                  </a:lnTo>
                  <a:lnTo>
                    <a:pt x="954" y="5241"/>
                  </a:lnTo>
                  <a:lnTo>
                    <a:pt x="954" y="5015"/>
                  </a:lnTo>
                  <a:lnTo>
                    <a:pt x="974" y="4799"/>
                  </a:lnTo>
                  <a:lnTo>
                    <a:pt x="1004" y="4592"/>
                  </a:lnTo>
                  <a:lnTo>
                    <a:pt x="1043" y="4376"/>
                  </a:lnTo>
                  <a:lnTo>
                    <a:pt x="1082" y="4169"/>
                  </a:lnTo>
                  <a:lnTo>
                    <a:pt x="1141" y="3963"/>
                  </a:lnTo>
                  <a:lnTo>
                    <a:pt x="1210" y="3766"/>
                  </a:lnTo>
                  <a:lnTo>
                    <a:pt x="1289" y="3570"/>
                  </a:lnTo>
                  <a:lnTo>
                    <a:pt x="1377" y="3383"/>
                  </a:lnTo>
                  <a:lnTo>
                    <a:pt x="1466" y="3196"/>
                  </a:lnTo>
                  <a:lnTo>
                    <a:pt x="1574" y="3019"/>
                  </a:lnTo>
                  <a:lnTo>
                    <a:pt x="1682" y="2842"/>
                  </a:lnTo>
                  <a:lnTo>
                    <a:pt x="1800" y="2675"/>
                  </a:lnTo>
                  <a:lnTo>
                    <a:pt x="1928" y="2517"/>
                  </a:lnTo>
                  <a:lnTo>
                    <a:pt x="2066" y="2360"/>
                  </a:lnTo>
                  <a:lnTo>
                    <a:pt x="2203" y="2213"/>
                  </a:lnTo>
                  <a:lnTo>
                    <a:pt x="2361" y="2075"/>
                  </a:lnTo>
                  <a:lnTo>
                    <a:pt x="2508" y="1937"/>
                  </a:lnTo>
                  <a:lnTo>
                    <a:pt x="2675" y="1809"/>
                  </a:lnTo>
                  <a:lnTo>
                    <a:pt x="2842" y="1691"/>
                  </a:lnTo>
                  <a:lnTo>
                    <a:pt x="3019" y="1573"/>
                  </a:lnTo>
                  <a:lnTo>
                    <a:pt x="3196" y="1475"/>
                  </a:lnTo>
                  <a:lnTo>
                    <a:pt x="3383" y="1377"/>
                  </a:lnTo>
                  <a:lnTo>
                    <a:pt x="3570" y="1288"/>
                  </a:lnTo>
                  <a:lnTo>
                    <a:pt x="3767" y="1219"/>
                  </a:lnTo>
                  <a:lnTo>
                    <a:pt x="3963" y="1151"/>
                  </a:lnTo>
                  <a:lnTo>
                    <a:pt x="4170" y="1092"/>
                  </a:lnTo>
                  <a:lnTo>
                    <a:pt x="4376" y="1042"/>
                  </a:lnTo>
                  <a:lnTo>
                    <a:pt x="4583" y="1003"/>
                  </a:lnTo>
                  <a:lnTo>
                    <a:pt x="4799" y="974"/>
                  </a:lnTo>
                  <a:lnTo>
                    <a:pt x="5016" y="964"/>
                  </a:lnTo>
                  <a:lnTo>
                    <a:pt x="5232" y="954"/>
                  </a:lnTo>
                  <a:lnTo>
                    <a:pt x="5232" y="0"/>
                  </a:lnTo>
                  <a:close/>
                  <a:moveTo>
                    <a:pt x="5065" y="1908"/>
                  </a:moveTo>
                  <a:lnTo>
                    <a:pt x="4898" y="1927"/>
                  </a:lnTo>
                  <a:lnTo>
                    <a:pt x="4730" y="1947"/>
                  </a:lnTo>
                  <a:lnTo>
                    <a:pt x="4563" y="1977"/>
                  </a:lnTo>
                  <a:lnTo>
                    <a:pt x="4406" y="2016"/>
                  </a:lnTo>
                  <a:lnTo>
                    <a:pt x="4249" y="2055"/>
                  </a:lnTo>
                  <a:lnTo>
                    <a:pt x="4091" y="2114"/>
                  </a:lnTo>
                  <a:lnTo>
                    <a:pt x="3944" y="2173"/>
                  </a:lnTo>
                  <a:lnTo>
                    <a:pt x="3796" y="2232"/>
                  </a:lnTo>
                  <a:lnTo>
                    <a:pt x="3649" y="2311"/>
                  </a:lnTo>
                  <a:lnTo>
                    <a:pt x="3511" y="2390"/>
                  </a:lnTo>
                  <a:lnTo>
                    <a:pt x="3373" y="2478"/>
                  </a:lnTo>
                  <a:lnTo>
                    <a:pt x="3246" y="2567"/>
                  </a:lnTo>
                  <a:lnTo>
                    <a:pt x="3118" y="2665"/>
                  </a:lnTo>
                  <a:lnTo>
                    <a:pt x="3000" y="2773"/>
                  </a:lnTo>
                  <a:lnTo>
                    <a:pt x="2882" y="2881"/>
                  </a:lnTo>
                  <a:lnTo>
                    <a:pt x="2774" y="2999"/>
                  </a:lnTo>
                  <a:lnTo>
                    <a:pt x="2665" y="3117"/>
                  </a:lnTo>
                  <a:lnTo>
                    <a:pt x="2567" y="3245"/>
                  </a:lnTo>
                  <a:lnTo>
                    <a:pt x="2469" y="3383"/>
                  </a:lnTo>
                  <a:lnTo>
                    <a:pt x="2390" y="3511"/>
                  </a:lnTo>
                  <a:lnTo>
                    <a:pt x="2311" y="3648"/>
                  </a:lnTo>
                  <a:lnTo>
                    <a:pt x="2233" y="3796"/>
                  </a:lnTo>
                  <a:lnTo>
                    <a:pt x="2164" y="3943"/>
                  </a:lnTo>
                  <a:lnTo>
                    <a:pt x="2105" y="4091"/>
                  </a:lnTo>
                  <a:lnTo>
                    <a:pt x="2056" y="4248"/>
                  </a:lnTo>
                  <a:lnTo>
                    <a:pt x="2007" y="4405"/>
                  </a:lnTo>
                  <a:lnTo>
                    <a:pt x="1967" y="4573"/>
                  </a:lnTo>
                  <a:lnTo>
                    <a:pt x="1938" y="4730"/>
                  </a:lnTo>
                  <a:lnTo>
                    <a:pt x="1918" y="4897"/>
                  </a:lnTo>
                  <a:lnTo>
                    <a:pt x="1908" y="5064"/>
                  </a:lnTo>
                  <a:lnTo>
                    <a:pt x="1908" y="5241"/>
                  </a:lnTo>
                  <a:lnTo>
                    <a:pt x="2852" y="5241"/>
                  </a:lnTo>
                  <a:lnTo>
                    <a:pt x="2862" y="5113"/>
                  </a:lnTo>
                  <a:lnTo>
                    <a:pt x="2872" y="4995"/>
                  </a:lnTo>
                  <a:lnTo>
                    <a:pt x="2882" y="4877"/>
                  </a:lnTo>
                  <a:lnTo>
                    <a:pt x="2901" y="4759"/>
                  </a:lnTo>
                  <a:lnTo>
                    <a:pt x="2931" y="4641"/>
                  </a:lnTo>
                  <a:lnTo>
                    <a:pt x="2960" y="4533"/>
                  </a:lnTo>
                  <a:lnTo>
                    <a:pt x="3039" y="4317"/>
                  </a:lnTo>
                  <a:lnTo>
                    <a:pt x="3147" y="4110"/>
                  </a:lnTo>
                  <a:lnTo>
                    <a:pt x="3265" y="3914"/>
                  </a:lnTo>
                  <a:lnTo>
                    <a:pt x="3403" y="3727"/>
                  </a:lnTo>
                  <a:lnTo>
                    <a:pt x="3550" y="3560"/>
                  </a:lnTo>
                  <a:lnTo>
                    <a:pt x="3727" y="3402"/>
                  </a:lnTo>
                  <a:lnTo>
                    <a:pt x="3904" y="3265"/>
                  </a:lnTo>
                  <a:lnTo>
                    <a:pt x="4101" y="3147"/>
                  </a:lnTo>
                  <a:lnTo>
                    <a:pt x="4308" y="3048"/>
                  </a:lnTo>
                  <a:lnTo>
                    <a:pt x="4524" y="2970"/>
                  </a:lnTo>
                  <a:lnTo>
                    <a:pt x="4642" y="2930"/>
                  </a:lnTo>
                  <a:lnTo>
                    <a:pt x="4760" y="2911"/>
                  </a:lnTo>
                  <a:lnTo>
                    <a:pt x="4878" y="2891"/>
                  </a:lnTo>
                  <a:lnTo>
                    <a:pt x="4996" y="2871"/>
                  </a:lnTo>
                  <a:lnTo>
                    <a:pt x="5114" y="2862"/>
                  </a:lnTo>
                  <a:lnTo>
                    <a:pt x="5232" y="2862"/>
                  </a:lnTo>
                  <a:lnTo>
                    <a:pt x="5232" y="1908"/>
                  </a:lnTo>
                  <a:close/>
                  <a:moveTo>
                    <a:pt x="6609" y="4228"/>
                  </a:moveTo>
                  <a:lnTo>
                    <a:pt x="6599" y="4356"/>
                  </a:lnTo>
                  <a:lnTo>
                    <a:pt x="6589" y="4474"/>
                  </a:lnTo>
                  <a:lnTo>
                    <a:pt x="6579" y="4592"/>
                  </a:lnTo>
                  <a:lnTo>
                    <a:pt x="6559" y="4710"/>
                  </a:lnTo>
                  <a:lnTo>
                    <a:pt x="6530" y="4818"/>
                  </a:lnTo>
                  <a:lnTo>
                    <a:pt x="6500" y="4936"/>
                  </a:lnTo>
                  <a:lnTo>
                    <a:pt x="6422" y="5153"/>
                  </a:lnTo>
                  <a:lnTo>
                    <a:pt x="6314" y="5359"/>
                  </a:lnTo>
                  <a:lnTo>
                    <a:pt x="6196" y="5556"/>
                  </a:lnTo>
                  <a:lnTo>
                    <a:pt x="6058" y="5743"/>
                  </a:lnTo>
                  <a:lnTo>
                    <a:pt x="5910" y="5910"/>
                  </a:lnTo>
                  <a:lnTo>
                    <a:pt x="5733" y="6067"/>
                  </a:lnTo>
                  <a:lnTo>
                    <a:pt x="5556" y="6205"/>
                  </a:lnTo>
                  <a:lnTo>
                    <a:pt x="5360" y="6323"/>
                  </a:lnTo>
                  <a:lnTo>
                    <a:pt x="5153" y="6421"/>
                  </a:lnTo>
                  <a:lnTo>
                    <a:pt x="4927" y="6500"/>
                  </a:lnTo>
                  <a:lnTo>
                    <a:pt x="4819" y="6529"/>
                  </a:lnTo>
                  <a:lnTo>
                    <a:pt x="4701" y="6559"/>
                  </a:lnTo>
                  <a:lnTo>
                    <a:pt x="4583" y="6579"/>
                  </a:lnTo>
                  <a:lnTo>
                    <a:pt x="4465" y="6598"/>
                  </a:lnTo>
                  <a:lnTo>
                    <a:pt x="4347" y="6608"/>
                  </a:lnTo>
                  <a:lnTo>
                    <a:pt x="4229" y="6608"/>
                  </a:lnTo>
                  <a:lnTo>
                    <a:pt x="4229" y="7562"/>
                  </a:lnTo>
                  <a:lnTo>
                    <a:pt x="4396" y="7552"/>
                  </a:lnTo>
                  <a:lnTo>
                    <a:pt x="4563" y="7542"/>
                  </a:lnTo>
                  <a:lnTo>
                    <a:pt x="4730" y="7523"/>
                  </a:lnTo>
                  <a:lnTo>
                    <a:pt x="4898" y="7493"/>
                  </a:lnTo>
                  <a:lnTo>
                    <a:pt x="5055" y="7454"/>
                  </a:lnTo>
                  <a:lnTo>
                    <a:pt x="5212" y="7414"/>
                  </a:lnTo>
                  <a:lnTo>
                    <a:pt x="5370" y="7355"/>
                  </a:lnTo>
                  <a:lnTo>
                    <a:pt x="5517" y="7296"/>
                  </a:lnTo>
                  <a:lnTo>
                    <a:pt x="5665" y="7228"/>
                  </a:lnTo>
                  <a:lnTo>
                    <a:pt x="5812" y="7159"/>
                  </a:lnTo>
                  <a:lnTo>
                    <a:pt x="5950" y="7080"/>
                  </a:lnTo>
                  <a:lnTo>
                    <a:pt x="6087" y="6992"/>
                  </a:lnTo>
                  <a:lnTo>
                    <a:pt x="6215" y="6903"/>
                  </a:lnTo>
                  <a:lnTo>
                    <a:pt x="6343" y="6795"/>
                  </a:lnTo>
                  <a:lnTo>
                    <a:pt x="6461" y="6697"/>
                  </a:lnTo>
                  <a:lnTo>
                    <a:pt x="6579" y="6588"/>
                  </a:lnTo>
                  <a:lnTo>
                    <a:pt x="6687" y="6470"/>
                  </a:lnTo>
                  <a:lnTo>
                    <a:pt x="6795" y="6343"/>
                  </a:lnTo>
                  <a:lnTo>
                    <a:pt x="6894" y="6225"/>
                  </a:lnTo>
                  <a:lnTo>
                    <a:pt x="6982" y="6087"/>
                  </a:lnTo>
                  <a:lnTo>
                    <a:pt x="7071" y="5959"/>
                  </a:lnTo>
                  <a:lnTo>
                    <a:pt x="7150" y="5812"/>
                  </a:lnTo>
                  <a:lnTo>
                    <a:pt x="7228" y="5674"/>
                  </a:lnTo>
                  <a:lnTo>
                    <a:pt x="7297" y="5526"/>
                  </a:lnTo>
                  <a:lnTo>
                    <a:pt x="7356" y="5369"/>
                  </a:lnTo>
                  <a:lnTo>
                    <a:pt x="7405" y="5222"/>
                  </a:lnTo>
                  <a:lnTo>
                    <a:pt x="7454" y="5064"/>
                  </a:lnTo>
                  <a:lnTo>
                    <a:pt x="7494" y="4897"/>
                  </a:lnTo>
                  <a:lnTo>
                    <a:pt x="7523" y="4740"/>
                  </a:lnTo>
                  <a:lnTo>
                    <a:pt x="7543" y="4573"/>
                  </a:lnTo>
                  <a:lnTo>
                    <a:pt x="7553" y="4396"/>
                  </a:lnTo>
                  <a:lnTo>
                    <a:pt x="7553" y="4228"/>
                  </a:lnTo>
                  <a:close/>
                  <a:moveTo>
                    <a:pt x="8507" y="4228"/>
                  </a:moveTo>
                  <a:lnTo>
                    <a:pt x="8507" y="4445"/>
                  </a:lnTo>
                  <a:lnTo>
                    <a:pt x="8487" y="4671"/>
                  </a:lnTo>
                  <a:lnTo>
                    <a:pt x="8457" y="4877"/>
                  </a:lnTo>
                  <a:lnTo>
                    <a:pt x="8418" y="5094"/>
                  </a:lnTo>
                  <a:lnTo>
                    <a:pt x="8379" y="5300"/>
                  </a:lnTo>
                  <a:lnTo>
                    <a:pt x="8320" y="5497"/>
                  </a:lnTo>
                  <a:lnTo>
                    <a:pt x="8251" y="5703"/>
                  </a:lnTo>
                  <a:lnTo>
                    <a:pt x="8172" y="5890"/>
                  </a:lnTo>
                  <a:lnTo>
                    <a:pt x="8084" y="6087"/>
                  </a:lnTo>
                  <a:lnTo>
                    <a:pt x="7995" y="6274"/>
                  </a:lnTo>
                  <a:lnTo>
                    <a:pt x="7887" y="6451"/>
                  </a:lnTo>
                  <a:lnTo>
                    <a:pt x="7779" y="6618"/>
                  </a:lnTo>
                  <a:lnTo>
                    <a:pt x="7661" y="6795"/>
                  </a:lnTo>
                  <a:lnTo>
                    <a:pt x="7533" y="6952"/>
                  </a:lnTo>
                  <a:lnTo>
                    <a:pt x="7395" y="7110"/>
                  </a:lnTo>
                  <a:lnTo>
                    <a:pt x="7258" y="7257"/>
                  </a:lnTo>
                  <a:lnTo>
                    <a:pt x="7100" y="7395"/>
                  </a:lnTo>
                  <a:lnTo>
                    <a:pt x="6953" y="7532"/>
                  </a:lnTo>
                  <a:lnTo>
                    <a:pt x="6786" y="7660"/>
                  </a:lnTo>
                  <a:lnTo>
                    <a:pt x="6618" y="7778"/>
                  </a:lnTo>
                  <a:lnTo>
                    <a:pt x="6441" y="7896"/>
                  </a:lnTo>
                  <a:lnTo>
                    <a:pt x="6264" y="7995"/>
                  </a:lnTo>
                  <a:lnTo>
                    <a:pt x="6078" y="8093"/>
                  </a:lnTo>
                  <a:lnTo>
                    <a:pt x="5891" y="8172"/>
                  </a:lnTo>
                  <a:lnTo>
                    <a:pt x="5694" y="8250"/>
                  </a:lnTo>
                  <a:lnTo>
                    <a:pt x="5497" y="8319"/>
                  </a:lnTo>
                  <a:lnTo>
                    <a:pt x="5291" y="8378"/>
                  </a:lnTo>
                  <a:lnTo>
                    <a:pt x="5084" y="8427"/>
                  </a:lnTo>
                  <a:lnTo>
                    <a:pt x="4878" y="8467"/>
                  </a:lnTo>
                  <a:lnTo>
                    <a:pt x="4662" y="8486"/>
                  </a:lnTo>
                  <a:lnTo>
                    <a:pt x="4445" y="8506"/>
                  </a:lnTo>
                  <a:lnTo>
                    <a:pt x="4229" y="8516"/>
                  </a:lnTo>
                  <a:lnTo>
                    <a:pt x="4229" y="9470"/>
                  </a:lnTo>
                  <a:lnTo>
                    <a:pt x="4494" y="9460"/>
                  </a:lnTo>
                  <a:lnTo>
                    <a:pt x="4760" y="9440"/>
                  </a:lnTo>
                  <a:lnTo>
                    <a:pt x="5025" y="9401"/>
                  </a:lnTo>
                  <a:lnTo>
                    <a:pt x="5281" y="9361"/>
                  </a:lnTo>
                  <a:lnTo>
                    <a:pt x="5537" y="9302"/>
                  </a:lnTo>
                  <a:lnTo>
                    <a:pt x="5783" y="9234"/>
                  </a:lnTo>
                  <a:lnTo>
                    <a:pt x="6019" y="9145"/>
                  </a:lnTo>
                  <a:lnTo>
                    <a:pt x="6264" y="9057"/>
                  </a:lnTo>
                  <a:lnTo>
                    <a:pt x="6491" y="8948"/>
                  </a:lnTo>
                  <a:lnTo>
                    <a:pt x="6717" y="8830"/>
                  </a:lnTo>
                  <a:lnTo>
                    <a:pt x="6933" y="8703"/>
                  </a:lnTo>
                  <a:lnTo>
                    <a:pt x="7150" y="8565"/>
                  </a:lnTo>
                  <a:lnTo>
                    <a:pt x="7356" y="8427"/>
                  </a:lnTo>
                  <a:lnTo>
                    <a:pt x="7553" y="8270"/>
                  </a:lnTo>
                  <a:lnTo>
                    <a:pt x="7740" y="8103"/>
                  </a:lnTo>
                  <a:lnTo>
                    <a:pt x="7926" y="7926"/>
                  </a:lnTo>
                  <a:lnTo>
                    <a:pt x="8103" y="7749"/>
                  </a:lnTo>
                  <a:lnTo>
                    <a:pt x="8261" y="7562"/>
                  </a:lnTo>
                  <a:lnTo>
                    <a:pt x="8418" y="7355"/>
                  </a:lnTo>
                  <a:lnTo>
                    <a:pt x="8566" y="7159"/>
                  </a:lnTo>
                  <a:lnTo>
                    <a:pt x="8703" y="6942"/>
                  </a:lnTo>
                  <a:lnTo>
                    <a:pt x="8831" y="6726"/>
                  </a:lnTo>
                  <a:lnTo>
                    <a:pt x="8939" y="6500"/>
                  </a:lnTo>
                  <a:lnTo>
                    <a:pt x="9047" y="6264"/>
                  </a:lnTo>
                  <a:lnTo>
                    <a:pt x="9146" y="6028"/>
                  </a:lnTo>
                  <a:lnTo>
                    <a:pt x="9224" y="5782"/>
                  </a:lnTo>
                  <a:lnTo>
                    <a:pt x="9293" y="5536"/>
                  </a:lnTo>
                  <a:lnTo>
                    <a:pt x="9352" y="5281"/>
                  </a:lnTo>
                  <a:lnTo>
                    <a:pt x="9401" y="5025"/>
                  </a:lnTo>
                  <a:lnTo>
                    <a:pt x="9431" y="4759"/>
                  </a:lnTo>
                  <a:lnTo>
                    <a:pt x="9451" y="4494"/>
                  </a:lnTo>
                  <a:lnTo>
                    <a:pt x="9460" y="4228"/>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7" name="Google Shape;3977;p180"/>
            <p:cNvSpPr/>
            <p:nvPr/>
          </p:nvSpPr>
          <p:spPr>
            <a:xfrm>
              <a:off x="7583938" y="1692774"/>
              <a:ext cx="148831" cy="138078"/>
            </a:xfrm>
            <a:custGeom>
              <a:avLst/>
              <a:gdLst/>
              <a:ahLst/>
              <a:cxnLst/>
              <a:rect l="l" t="t" r="r" b="b"/>
              <a:pathLst>
                <a:path w="15253" h="14151" extrusionOk="0">
                  <a:moveTo>
                    <a:pt x="10080" y="954"/>
                  </a:moveTo>
                  <a:lnTo>
                    <a:pt x="10886" y="2360"/>
                  </a:lnTo>
                  <a:lnTo>
                    <a:pt x="10483" y="3068"/>
                  </a:lnTo>
                  <a:lnTo>
                    <a:pt x="10080" y="3776"/>
                  </a:lnTo>
                  <a:lnTo>
                    <a:pt x="8448" y="3776"/>
                  </a:lnTo>
                  <a:lnTo>
                    <a:pt x="8044" y="3068"/>
                  </a:lnTo>
                  <a:lnTo>
                    <a:pt x="7631" y="2360"/>
                  </a:lnTo>
                  <a:lnTo>
                    <a:pt x="8448" y="954"/>
                  </a:lnTo>
                  <a:close/>
                  <a:moveTo>
                    <a:pt x="6805" y="2842"/>
                  </a:moveTo>
                  <a:lnTo>
                    <a:pt x="7218" y="3540"/>
                  </a:lnTo>
                  <a:lnTo>
                    <a:pt x="7622" y="4248"/>
                  </a:lnTo>
                  <a:lnTo>
                    <a:pt x="7218" y="4956"/>
                  </a:lnTo>
                  <a:lnTo>
                    <a:pt x="6805" y="5654"/>
                  </a:lnTo>
                  <a:lnTo>
                    <a:pt x="5183" y="5654"/>
                  </a:lnTo>
                  <a:lnTo>
                    <a:pt x="4780" y="4956"/>
                  </a:lnTo>
                  <a:lnTo>
                    <a:pt x="4367" y="4248"/>
                  </a:lnTo>
                  <a:lnTo>
                    <a:pt x="5183" y="2842"/>
                  </a:lnTo>
                  <a:close/>
                  <a:moveTo>
                    <a:pt x="13345" y="2842"/>
                  </a:moveTo>
                  <a:lnTo>
                    <a:pt x="14151" y="4248"/>
                  </a:lnTo>
                  <a:lnTo>
                    <a:pt x="13345" y="5654"/>
                  </a:lnTo>
                  <a:lnTo>
                    <a:pt x="11712" y="5654"/>
                  </a:lnTo>
                  <a:lnTo>
                    <a:pt x="11309" y="4956"/>
                  </a:lnTo>
                  <a:lnTo>
                    <a:pt x="10896" y="4248"/>
                  </a:lnTo>
                  <a:lnTo>
                    <a:pt x="11309" y="3540"/>
                  </a:lnTo>
                  <a:lnTo>
                    <a:pt x="11712" y="2842"/>
                  </a:lnTo>
                  <a:close/>
                  <a:moveTo>
                    <a:pt x="3541" y="4720"/>
                  </a:moveTo>
                  <a:lnTo>
                    <a:pt x="3954" y="5428"/>
                  </a:lnTo>
                  <a:lnTo>
                    <a:pt x="4357" y="6136"/>
                  </a:lnTo>
                  <a:lnTo>
                    <a:pt x="3954" y="6834"/>
                  </a:lnTo>
                  <a:lnTo>
                    <a:pt x="3541" y="7542"/>
                  </a:lnTo>
                  <a:lnTo>
                    <a:pt x="1918" y="7542"/>
                  </a:lnTo>
                  <a:lnTo>
                    <a:pt x="1102" y="6136"/>
                  </a:lnTo>
                  <a:lnTo>
                    <a:pt x="1918" y="4720"/>
                  </a:lnTo>
                  <a:close/>
                  <a:moveTo>
                    <a:pt x="10080" y="4720"/>
                  </a:moveTo>
                  <a:lnTo>
                    <a:pt x="10483" y="5428"/>
                  </a:lnTo>
                  <a:lnTo>
                    <a:pt x="10886" y="6136"/>
                  </a:lnTo>
                  <a:lnTo>
                    <a:pt x="10483" y="6834"/>
                  </a:lnTo>
                  <a:lnTo>
                    <a:pt x="10080" y="7542"/>
                  </a:lnTo>
                  <a:lnTo>
                    <a:pt x="8448" y="7542"/>
                  </a:lnTo>
                  <a:lnTo>
                    <a:pt x="8044" y="6834"/>
                  </a:lnTo>
                  <a:lnTo>
                    <a:pt x="7631" y="6136"/>
                  </a:lnTo>
                  <a:lnTo>
                    <a:pt x="8044" y="5428"/>
                  </a:lnTo>
                  <a:lnTo>
                    <a:pt x="8448" y="4720"/>
                  </a:lnTo>
                  <a:close/>
                  <a:moveTo>
                    <a:pt x="13345" y="6608"/>
                  </a:moveTo>
                  <a:lnTo>
                    <a:pt x="14151" y="8024"/>
                  </a:lnTo>
                  <a:lnTo>
                    <a:pt x="13345" y="9430"/>
                  </a:lnTo>
                  <a:lnTo>
                    <a:pt x="11712" y="9430"/>
                  </a:lnTo>
                  <a:lnTo>
                    <a:pt x="11309" y="8722"/>
                  </a:lnTo>
                  <a:lnTo>
                    <a:pt x="10896" y="8024"/>
                  </a:lnTo>
                  <a:lnTo>
                    <a:pt x="11309" y="7316"/>
                  </a:lnTo>
                  <a:lnTo>
                    <a:pt x="11712" y="6608"/>
                  </a:lnTo>
                  <a:close/>
                  <a:moveTo>
                    <a:pt x="10080" y="8496"/>
                  </a:moveTo>
                  <a:lnTo>
                    <a:pt x="10483" y="9204"/>
                  </a:lnTo>
                  <a:lnTo>
                    <a:pt x="10886" y="9902"/>
                  </a:lnTo>
                  <a:lnTo>
                    <a:pt x="10080" y="11318"/>
                  </a:lnTo>
                  <a:lnTo>
                    <a:pt x="8448" y="11318"/>
                  </a:lnTo>
                  <a:lnTo>
                    <a:pt x="8044" y="10610"/>
                  </a:lnTo>
                  <a:lnTo>
                    <a:pt x="7631" y="9902"/>
                  </a:lnTo>
                  <a:lnTo>
                    <a:pt x="8044" y="9204"/>
                  </a:lnTo>
                  <a:lnTo>
                    <a:pt x="8448" y="8496"/>
                  </a:lnTo>
                  <a:close/>
                  <a:moveTo>
                    <a:pt x="6805" y="10384"/>
                  </a:moveTo>
                  <a:lnTo>
                    <a:pt x="7218" y="11082"/>
                  </a:lnTo>
                  <a:lnTo>
                    <a:pt x="7622" y="11790"/>
                  </a:lnTo>
                  <a:lnTo>
                    <a:pt x="6805" y="13197"/>
                  </a:lnTo>
                  <a:lnTo>
                    <a:pt x="5183" y="13197"/>
                  </a:lnTo>
                  <a:lnTo>
                    <a:pt x="4367" y="11790"/>
                  </a:lnTo>
                  <a:lnTo>
                    <a:pt x="5183" y="10384"/>
                  </a:lnTo>
                  <a:close/>
                  <a:moveTo>
                    <a:pt x="7897" y="0"/>
                  </a:moveTo>
                  <a:lnTo>
                    <a:pt x="6805" y="1888"/>
                  </a:lnTo>
                  <a:lnTo>
                    <a:pt x="4632" y="1888"/>
                  </a:lnTo>
                  <a:lnTo>
                    <a:pt x="3541" y="3776"/>
                  </a:lnTo>
                  <a:lnTo>
                    <a:pt x="1367" y="3776"/>
                  </a:lnTo>
                  <a:lnTo>
                    <a:pt x="1" y="6136"/>
                  </a:lnTo>
                  <a:lnTo>
                    <a:pt x="1367" y="8496"/>
                  </a:lnTo>
                  <a:lnTo>
                    <a:pt x="3541" y="8496"/>
                  </a:lnTo>
                  <a:lnTo>
                    <a:pt x="4357" y="9902"/>
                  </a:lnTo>
                  <a:lnTo>
                    <a:pt x="3265" y="11790"/>
                  </a:lnTo>
                  <a:lnTo>
                    <a:pt x="4632" y="14150"/>
                  </a:lnTo>
                  <a:lnTo>
                    <a:pt x="7356" y="14150"/>
                  </a:lnTo>
                  <a:lnTo>
                    <a:pt x="8448" y="12262"/>
                  </a:lnTo>
                  <a:lnTo>
                    <a:pt x="10621" y="12262"/>
                  </a:lnTo>
                  <a:lnTo>
                    <a:pt x="11712" y="10384"/>
                  </a:lnTo>
                  <a:lnTo>
                    <a:pt x="13885" y="10384"/>
                  </a:lnTo>
                  <a:lnTo>
                    <a:pt x="15252" y="8024"/>
                  </a:lnTo>
                  <a:lnTo>
                    <a:pt x="14161" y="6136"/>
                  </a:lnTo>
                  <a:lnTo>
                    <a:pt x="15252" y="4248"/>
                  </a:lnTo>
                  <a:lnTo>
                    <a:pt x="13885" y="1888"/>
                  </a:lnTo>
                  <a:lnTo>
                    <a:pt x="11712" y="1888"/>
                  </a:lnTo>
                  <a:lnTo>
                    <a:pt x="1062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8" name="Google Shape;3978;p180"/>
            <p:cNvSpPr/>
            <p:nvPr/>
          </p:nvSpPr>
          <p:spPr>
            <a:xfrm>
              <a:off x="7031517" y="1740339"/>
              <a:ext cx="42699" cy="42611"/>
            </a:xfrm>
            <a:custGeom>
              <a:avLst/>
              <a:gdLst/>
              <a:ahLst/>
              <a:cxnLst/>
              <a:rect l="l" t="t" r="r" b="b"/>
              <a:pathLst>
                <a:path w="4376" h="4367" extrusionOk="0">
                  <a:moveTo>
                    <a:pt x="2193" y="974"/>
                  </a:moveTo>
                  <a:lnTo>
                    <a:pt x="2311" y="984"/>
                  </a:lnTo>
                  <a:lnTo>
                    <a:pt x="2439" y="1004"/>
                  </a:lnTo>
                  <a:lnTo>
                    <a:pt x="2547" y="1033"/>
                  </a:lnTo>
                  <a:lnTo>
                    <a:pt x="2665" y="1073"/>
                  </a:lnTo>
                  <a:lnTo>
                    <a:pt x="2763" y="1122"/>
                  </a:lnTo>
                  <a:lnTo>
                    <a:pt x="2871" y="1181"/>
                  </a:lnTo>
                  <a:lnTo>
                    <a:pt x="2960" y="1250"/>
                  </a:lnTo>
                  <a:lnTo>
                    <a:pt x="3048" y="1328"/>
                  </a:lnTo>
                  <a:lnTo>
                    <a:pt x="3127" y="1417"/>
                  </a:lnTo>
                  <a:lnTo>
                    <a:pt x="3196" y="1505"/>
                  </a:lnTo>
                  <a:lnTo>
                    <a:pt x="3255" y="1604"/>
                  </a:lnTo>
                  <a:lnTo>
                    <a:pt x="3304" y="1712"/>
                  </a:lnTo>
                  <a:lnTo>
                    <a:pt x="3343" y="1820"/>
                  </a:lnTo>
                  <a:lnTo>
                    <a:pt x="3373" y="1938"/>
                  </a:lnTo>
                  <a:lnTo>
                    <a:pt x="3393" y="2056"/>
                  </a:lnTo>
                  <a:lnTo>
                    <a:pt x="3402" y="2184"/>
                  </a:lnTo>
                  <a:lnTo>
                    <a:pt x="3393" y="2312"/>
                  </a:lnTo>
                  <a:lnTo>
                    <a:pt x="3373" y="2430"/>
                  </a:lnTo>
                  <a:lnTo>
                    <a:pt x="3343" y="2548"/>
                  </a:lnTo>
                  <a:lnTo>
                    <a:pt x="3304" y="2656"/>
                  </a:lnTo>
                  <a:lnTo>
                    <a:pt x="3255" y="2764"/>
                  </a:lnTo>
                  <a:lnTo>
                    <a:pt x="3196" y="2862"/>
                  </a:lnTo>
                  <a:lnTo>
                    <a:pt x="3127" y="2951"/>
                  </a:lnTo>
                  <a:lnTo>
                    <a:pt x="3048" y="3039"/>
                  </a:lnTo>
                  <a:lnTo>
                    <a:pt x="2960" y="3118"/>
                  </a:lnTo>
                  <a:lnTo>
                    <a:pt x="2871" y="3187"/>
                  </a:lnTo>
                  <a:lnTo>
                    <a:pt x="2763" y="3246"/>
                  </a:lnTo>
                  <a:lnTo>
                    <a:pt x="2665" y="3295"/>
                  </a:lnTo>
                  <a:lnTo>
                    <a:pt x="2547" y="3334"/>
                  </a:lnTo>
                  <a:lnTo>
                    <a:pt x="2439" y="3364"/>
                  </a:lnTo>
                  <a:lnTo>
                    <a:pt x="2311" y="3384"/>
                  </a:lnTo>
                  <a:lnTo>
                    <a:pt x="2193" y="3393"/>
                  </a:lnTo>
                  <a:lnTo>
                    <a:pt x="2065" y="3384"/>
                  </a:lnTo>
                  <a:lnTo>
                    <a:pt x="1947" y="3364"/>
                  </a:lnTo>
                  <a:lnTo>
                    <a:pt x="1829" y="3334"/>
                  </a:lnTo>
                  <a:lnTo>
                    <a:pt x="1721" y="3295"/>
                  </a:lnTo>
                  <a:lnTo>
                    <a:pt x="1613" y="3246"/>
                  </a:lnTo>
                  <a:lnTo>
                    <a:pt x="1514" y="3187"/>
                  </a:lnTo>
                  <a:lnTo>
                    <a:pt x="1426" y="3118"/>
                  </a:lnTo>
                  <a:lnTo>
                    <a:pt x="1337" y="3039"/>
                  </a:lnTo>
                  <a:lnTo>
                    <a:pt x="1259" y="2951"/>
                  </a:lnTo>
                  <a:lnTo>
                    <a:pt x="1190" y="2862"/>
                  </a:lnTo>
                  <a:lnTo>
                    <a:pt x="1131" y="2764"/>
                  </a:lnTo>
                  <a:lnTo>
                    <a:pt x="1082" y="2656"/>
                  </a:lnTo>
                  <a:lnTo>
                    <a:pt x="1033" y="2548"/>
                  </a:lnTo>
                  <a:lnTo>
                    <a:pt x="1003" y="2430"/>
                  </a:lnTo>
                  <a:lnTo>
                    <a:pt x="993" y="2312"/>
                  </a:lnTo>
                  <a:lnTo>
                    <a:pt x="983" y="2184"/>
                  </a:lnTo>
                  <a:lnTo>
                    <a:pt x="993" y="2056"/>
                  </a:lnTo>
                  <a:lnTo>
                    <a:pt x="1003" y="1938"/>
                  </a:lnTo>
                  <a:lnTo>
                    <a:pt x="1033" y="1820"/>
                  </a:lnTo>
                  <a:lnTo>
                    <a:pt x="1082" y="1712"/>
                  </a:lnTo>
                  <a:lnTo>
                    <a:pt x="1131" y="1604"/>
                  </a:lnTo>
                  <a:lnTo>
                    <a:pt x="1190" y="1505"/>
                  </a:lnTo>
                  <a:lnTo>
                    <a:pt x="1259" y="1417"/>
                  </a:lnTo>
                  <a:lnTo>
                    <a:pt x="1337" y="1328"/>
                  </a:lnTo>
                  <a:lnTo>
                    <a:pt x="1426" y="1250"/>
                  </a:lnTo>
                  <a:lnTo>
                    <a:pt x="1514" y="1181"/>
                  </a:lnTo>
                  <a:lnTo>
                    <a:pt x="1613" y="1122"/>
                  </a:lnTo>
                  <a:lnTo>
                    <a:pt x="1721" y="1073"/>
                  </a:lnTo>
                  <a:lnTo>
                    <a:pt x="1829" y="1033"/>
                  </a:lnTo>
                  <a:lnTo>
                    <a:pt x="1947" y="1004"/>
                  </a:lnTo>
                  <a:lnTo>
                    <a:pt x="2065" y="984"/>
                  </a:lnTo>
                  <a:lnTo>
                    <a:pt x="2193" y="974"/>
                  </a:lnTo>
                  <a:close/>
                  <a:moveTo>
                    <a:pt x="1731" y="1"/>
                  </a:moveTo>
                  <a:lnTo>
                    <a:pt x="1731" y="493"/>
                  </a:lnTo>
                  <a:lnTo>
                    <a:pt x="1632" y="522"/>
                  </a:lnTo>
                  <a:lnTo>
                    <a:pt x="1524" y="561"/>
                  </a:lnTo>
                  <a:lnTo>
                    <a:pt x="1426" y="611"/>
                  </a:lnTo>
                  <a:lnTo>
                    <a:pt x="1328" y="660"/>
                  </a:lnTo>
                  <a:lnTo>
                    <a:pt x="983" y="316"/>
                  </a:lnTo>
                  <a:lnTo>
                    <a:pt x="334" y="955"/>
                  </a:lnTo>
                  <a:lnTo>
                    <a:pt x="669" y="1299"/>
                  </a:lnTo>
                  <a:lnTo>
                    <a:pt x="620" y="1397"/>
                  </a:lnTo>
                  <a:lnTo>
                    <a:pt x="570" y="1496"/>
                  </a:lnTo>
                  <a:lnTo>
                    <a:pt x="531" y="1604"/>
                  </a:lnTo>
                  <a:lnTo>
                    <a:pt x="502" y="1702"/>
                  </a:lnTo>
                  <a:lnTo>
                    <a:pt x="0" y="1702"/>
                  </a:lnTo>
                  <a:lnTo>
                    <a:pt x="0" y="2617"/>
                  </a:lnTo>
                  <a:lnTo>
                    <a:pt x="492" y="2617"/>
                  </a:lnTo>
                  <a:lnTo>
                    <a:pt x="531" y="2725"/>
                  </a:lnTo>
                  <a:lnTo>
                    <a:pt x="570" y="2833"/>
                  </a:lnTo>
                  <a:lnTo>
                    <a:pt x="610" y="2931"/>
                  </a:lnTo>
                  <a:lnTo>
                    <a:pt x="659" y="3030"/>
                  </a:lnTo>
                  <a:lnTo>
                    <a:pt x="305" y="3384"/>
                  </a:lnTo>
                  <a:lnTo>
                    <a:pt x="944" y="4033"/>
                  </a:lnTo>
                  <a:lnTo>
                    <a:pt x="1308" y="3679"/>
                  </a:lnTo>
                  <a:lnTo>
                    <a:pt x="1406" y="3728"/>
                  </a:lnTo>
                  <a:lnTo>
                    <a:pt x="1505" y="3777"/>
                  </a:lnTo>
                  <a:lnTo>
                    <a:pt x="1613" y="3816"/>
                  </a:lnTo>
                  <a:lnTo>
                    <a:pt x="1721" y="3846"/>
                  </a:lnTo>
                  <a:lnTo>
                    <a:pt x="1721" y="4367"/>
                  </a:lnTo>
                  <a:lnTo>
                    <a:pt x="2635" y="4367"/>
                  </a:lnTo>
                  <a:lnTo>
                    <a:pt x="2635" y="3856"/>
                  </a:lnTo>
                  <a:lnTo>
                    <a:pt x="2744" y="3826"/>
                  </a:lnTo>
                  <a:lnTo>
                    <a:pt x="2852" y="3787"/>
                  </a:lnTo>
                  <a:lnTo>
                    <a:pt x="2950" y="3738"/>
                  </a:lnTo>
                  <a:lnTo>
                    <a:pt x="3048" y="3688"/>
                  </a:lnTo>
                  <a:lnTo>
                    <a:pt x="3412" y="4042"/>
                  </a:lnTo>
                  <a:lnTo>
                    <a:pt x="4061" y="3403"/>
                  </a:lnTo>
                  <a:lnTo>
                    <a:pt x="3697" y="3039"/>
                  </a:lnTo>
                  <a:lnTo>
                    <a:pt x="3756" y="2951"/>
                  </a:lnTo>
                  <a:lnTo>
                    <a:pt x="3796" y="2843"/>
                  </a:lnTo>
                  <a:lnTo>
                    <a:pt x="3835" y="2744"/>
                  </a:lnTo>
                  <a:lnTo>
                    <a:pt x="3874" y="2636"/>
                  </a:lnTo>
                  <a:lnTo>
                    <a:pt x="4376" y="2636"/>
                  </a:lnTo>
                  <a:lnTo>
                    <a:pt x="4376" y="1722"/>
                  </a:lnTo>
                  <a:lnTo>
                    <a:pt x="3874" y="1722"/>
                  </a:lnTo>
                  <a:lnTo>
                    <a:pt x="3845" y="1623"/>
                  </a:lnTo>
                  <a:lnTo>
                    <a:pt x="3806" y="1515"/>
                  </a:lnTo>
                  <a:lnTo>
                    <a:pt x="3756" y="1417"/>
                  </a:lnTo>
                  <a:lnTo>
                    <a:pt x="3707" y="1319"/>
                  </a:lnTo>
                  <a:lnTo>
                    <a:pt x="4061" y="965"/>
                  </a:lnTo>
                  <a:lnTo>
                    <a:pt x="3412" y="316"/>
                  </a:lnTo>
                  <a:lnTo>
                    <a:pt x="3068" y="670"/>
                  </a:lnTo>
                  <a:lnTo>
                    <a:pt x="2960" y="611"/>
                  </a:lnTo>
                  <a:lnTo>
                    <a:pt x="2862" y="571"/>
                  </a:lnTo>
                  <a:lnTo>
                    <a:pt x="2763" y="532"/>
                  </a:lnTo>
                  <a:lnTo>
                    <a:pt x="2655" y="493"/>
                  </a:lnTo>
                  <a:lnTo>
                    <a:pt x="265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9" name="Google Shape;3979;p180"/>
            <p:cNvSpPr/>
            <p:nvPr/>
          </p:nvSpPr>
          <p:spPr>
            <a:xfrm>
              <a:off x="6978449" y="1693135"/>
              <a:ext cx="148919" cy="137122"/>
            </a:xfrm>
            <a:custGeom>
              <a:avLst/>
              <a:gdLst/>
              <a:ahLst/>
              <a:cxnLst/>
              <a:rect l="l" t="t" r="r" b="b"/>
              <a:pathLst>
                <a:path w="15262" h="14053" extrusionOk="0">
                  <a:moveTo>
                    <a:pt x="10955" y="3688"/>
                  </a:moveTo>
                  <a:lnTo>
                    <a:pt x="10955" y="10355"/>
                  </a:lnTo>
                  <a:lnTo>
                    <a:pt x="4297" y="10355"/>
                  </a:lnTo>
                  <a:lnTo>
                    <a:pt x="4297" y="3688"/>
                  </a:lnTo>
                  <a:close/>
                  <a:moveTo>
                    <a:pt x="3344" y="1"/>
                  </a:moveTo>
                  <a:lnTo>
                    <a:pt x="3245" y="11"/>
                  </a:lnTo>
                  <a:lnTo>
                    <a:pt x="3147" y="21"/>
                  </a:lnTo>
                  <a:lnTo>
                    <a:pt x="3058" y="50"/>
                  </a:lnTo>
                  <a:lnTo>
                    <a:pt x="2970" y="80"/>
                  </a:lnTo>
                  <a:lnTo>
                    <a:pt x="2891" y="119"/>
                  </a:lnTo>
                  <a:lnTo>
                    <a:pt x="2813" y="168"/>
                  </a:lnTo>
                  <a:lnTo>
                    <a:pt x="2734" y="217"/>
                  </a:lnTo>
                  <a:lnTo>
                    <a:pt x="2675" y="286"/>
                  </a:lnTo>
                  <a:lnTo>
                    <a:pt x="2606" y="355"/>
                  </a:lnTo>
                  <a:lnTo>
                    <a:pt x="2557" y="424"/>
                  </a:lnTo>
                  <a:lnTo>
                    <a:pt x="2508" y="502"/>
                  </a:lnTo>
                  <a:lnTo>
                    <a:pt x="2468" y="581"/>
                  </a:lnTo>
                  <a:lnTo>
                    <a:pt x="2439" y="670"/>
                  </a:lnTo>
                  <a:lnTo>
                    <a:pt x="2409" y="768"/>
                  </a:lnTo>
                  <a:lnTo>
                    <a:pt x="2400" y="856"/>
                  </a:lnTo>
                  <a:lnTo>
                    <a:pt x="2390" y="955"/>
                  </a:lnTo>
                  <a:lnTo>
                    <a:pt x="2400" y="1053"/>
                  </a:lnTo>
                  <a:lnTo>
                    <a:pt x="2409" y="1151"/>
                  </a:lnTo>
                  <a:lnTo>
                    <a:pt x="2439" y="1240"/>
                  </a:lnTo>
                  <a:lnTo>
                    <a:pt x="2468" y="1328"/>
                  </a:lnTo>
                  <a:lnTo>
                    <a:pt x="2508" y="1407"/>
                  </a:lnTo>
                  <a:lnTo>
                    <a:pt x="2557" y="1486"/>
                  </a:lnTo>
                  <a:lnTo>
                    <a:pt x="2606" y="1564"/>
                  </a:lnTo>
                  <a:lnTo>
                    <a:pt x="2675" y="1623"/>
                  </a:lnTo>
                  <a:lnTo>
                    <a:pt x="2734" y="1692"/>
                  </a:lnTo>
                  <a:lnTo>
                    <a:pt x="2813" y="1741"/>
                  </a:lnTo>
                  <a:lnTo>
                    <a:pt x="2891" y="1791"/>
                  </a:lnTo>
                  <a:lnTo>
                    <a:pt x="2970" y="1830"/>
                  </a:lnTo>
                  <a:lnTo>
                    <a:pt x="3058" y="1859"/>
                  </a:lnTo>
                  <a:lnTo>
                    <a:pt x="3147" y="1889"/>
                  </a:lnTo>
                  <a:lnTo>
                    <a:pt x="3245" y="1899"/>
                  </a:lnTo>
                  <a:lnTo>
                    <a:pt x="3344" y="1909"/>
                  </a:lnTo>
                  <a:lnTo>
                    <a:pt x="3471" y="1899"/>
                  </a:lnTo>
                  <a:lnTo>
                    <a:pt x="3599" y="1869"/>
                  </a:lnTo>
                  <a:lnTo>
                    <a:pt x="3717" y="1830"/>
                  </a:lnTo>
                  <a:lnTo>
                    <a:pt x="3825" y="1771"/>
                  </a:lnTo>
                  <a:lnTo>
                    <a:pt x="3924" y="1702"/>
                  </a:lnTo>
                  <a:lnTo>
                    <a:pt x="4022" y="1623"/>
                  </a:lnTo>
                  <a:lnTo>
                    <a:pt x="4101" y="1535"/>
                  </a:lnTo>
                  <a:lnTo>
                    <a:pt x="4170" y="1427"/>
                  </a:lnTo>
                  <a:lnTo>
                    <a:pt x="5241" y="1427"/>
                  </a:lnTo>
                  <a:lnTo>
                    <a:pt x="5241" y="2744"/>
                  </a:lnTo>
                  <a:lnTo>
                    <a:pt x="3344" y="2744"/>
                  </a:lnTo>
                  <a:lnTo>
                    <a:pt x="3344" y="4642"/>
                  </a:lnTo>
                  <a:lnTo>
                    <a:pt x="1770" y="4642"/>
                  </a:lnTo>
                  <a:lnTo>
                    <a:pt x="1701" y="4544"/>
                  </a:lnTo>
                  <a:lnTo>
                    <a:pt x="1623" y="4446"/>
                  </a:lnTo>
                  <a:lnTo>
                    <a:pt x="1534" y="4367"/>
                  </a:lnTo>
                  <a:lnTo>
                    <a:pt x="1436" y="4298"/>
                  </a:lnTo>
                  <a:lnTo>
                    <a:pt x="1318" y="4239"/>
                  </a:lnTo>
                  <a:lnTo>
                    <a:pt x="1200" y="4200"/>
                  </a:lnTo>
                  <a:lnTo>
                    <a:pt x="1082" y="4180"/>
                  </a:lnTo>
                  <a:lnTo>
                    <a:pt x="944" y="4170"/>
                  </a:lnTo>
                  <a:lnTo>
                    <a:pt x="856" y="4170"/>
                  </a:lnTo>
                  <a:lnTo>
                    <a:pt x="757" y="4190"/>
                  </a:lnTo>
                  <a:lnTo>
                    <a:pt x="669" y="4210"/>
                  </a:lnTo>
                  <a:lnTo>
                    <a:pt x="580" y="4239"/>
                  </a:lnTo>
                  <a:lnTo>
                    <a:pt x="492" y="4278"/>
                  </a:lnTo>
                  <a:lnTo>
                    <a:pt x="413" y="4328"/>
                  </a:lnTo>
                  <a:lnTo>
                    <a:pt x="344" y="4387"/>
                  </a:lnTo>
                  <a:lnTo>
                    <a:pt x="275" y="4446"/>
                  </a:lnTo>
                  <a:lnTo>
                    <a:pt x="216" y="4514"/>
                  </a:lnTo>
                  <a:lnTo>
                    <a:pt x="157" y="4583"/>
                  </a:lnTo>
                  <a:lnTo>
                    <a:pt x="108" y="4662"/>
                  </a:lnTo>
                  <a:lnTo>
                    <a:pt x="69" y="4750"/>
                  </a:lnTo>
                  <a:lnTo>
                    <a:pt x="39" y="4839"/>
                  </a:lnTo>
                  <a:lnTo>
                    <a:pt x="20" y="4927"/>
                  </a:lnTo>
                  <a:lnTo>
                    <a:pt x="0" y="5026"/>
                  </a:lnTo>
                  <a:lnTo>
                    <a:pt x="0" y="5124"/>
                  </a:lnTo>
                  <a:lnTo>
                    <a:pt x="0" y="5213"/>
                  </a:lnTo>
                  <a:lnTo>
                    <a:pt x="20" y="5311"/>
                  </a:lnTo>
                  <a:lnTo>
                    <a:pt x="39" y="5399"/>
                  </a:lnTo>
                  <a:lnTo>
                    <a:pt x="69" y="5488"/>
                  </a:lnTo>
                  <a:lnTo>
                    <a:pt x="108" y="5576"/>
                  </a:lnTo>
                  <a:lnTo>
                    <a:pt x="157" y="5655"/>
                  </a:lnTo>
                  <a:lnTo>
                    <a:pt x="216" y="5724"/>
                  </a:lnTo>
                  <a:lnTo>
                    <a:pt x="275" y="5793"/>
                  </a:lnTo>
                  <a:lnTo>
                    <a:pt x="344" y="5852"/>
                  </a:lnTo>
                  <a:lnTo>
                    <a:pt x="413" y="5911"/>
                  </a:lnTo>
                  <a:lnTo>
                    <a:pt x="492" y="5960"/>
                  </a:lnTo>
                  <a:lnTo>
                    <a:pt x="580" y="5999"/>
                  </a:lnTo>
                  <a:lnTo>
                    <a:pt x="669" y="6029"/>
                  </a:lnTo>
                  <a:lnTo>
                    <a:pt x="757" y="6048"/>
                  </a:lnTo>
                  <a:lnTo>
                    <a:pt x="856" y="6068"/>
                  </a:lnTo>
                  <a:lnTo>
                    <a:pt x="944" y="6068"/>
                  </a:lnTo>
                  <a:lnTo>
                    <a:pt x="1082" y="6058"/>
                  </a:lnTo>
                  <a:lnTo>
                    <a:pt x="1200" y="6039"/>
                  </a:lnTo>
                  <a:lnTo>
                    <a:pt x="1318" y="5999"/>
                  </a:lnTo>
                  <a:lnTo>
                    <a:pt x="1436" y="5940"/>
                  </a:lnTo>
                  <a:lnTo>
                    <a:pt x="1534" y="5871"/>
                  </a:lnTo>
                  <a:lnTo>
                    <a:pt x="1623" y="5793"/>
                  </a:lnTo>
                  <a:lnTo>
                    <a:pt x="1701" y="5694"/>
                  </a:lnTo>
                  <a:lnTo>
                    <a:pt x="1770" y="5596"/>
                  </a:lnTo>
                  <a:lnTo>
                    <a:pt x="3344" y="5596"/>
                  </a:lnTo>
                  <a:lnTo>
                    <a:pt x="3344" y="8448"/>
                  </a:lnTo>
                  <a:lnTo>
                    <a:pt x="1770" y="8448"/>
                  </a:lnTo>
                  <a:lnTo>
                    <a:pt x="1701" y="8349"/>
                  </a:lnTo>
                  <a:lnTo>
                    <a:pt x="1623" y="8251"/>
                  </a:lnTo>
                  <a:lnTo>
                    <a:pt x="1534" y="8172"/>
                  </a:lnTo>
                  <a:lnTo>
                    <a:pt x="1436" y="8104"/>
                  </a:lnTo>
                  <a:lnTo>
                    <a:pt x="1318" y="8045"/>
                  </a:lnTo>
                  <a:lnTo>
                    <a:pt x="1200" y="8005"/>
                  </a:lnTo>
                  <a:lnTo>
                    <a:pt x="1082" y="7986"/>
                  </a:lnTo>
                  <a:lnTo>
                    <a:pt x="944" y="7976"/>
                  </a:lnTo>
                  <a:lnTo>
                    <a:pt x="856" y="7976"/>
                  </a:lnTo>
                  <a:lnTo>
                    <a:pt x="757" y="7995"/>
                  </a:lnTo>
                  <a:lnTo>
                    <a:pt x="669" y="8015"/>
                  </a:lnTo>
                  <a:lnTo>
                    <a:pt x="580" y="8045"/>
                  </a:lnTo>
                  <a:lnTo>
                    <a:pt x="492" y="8084"/>
                  </a:lnTo>
                  <a:lnTo>
                    <a:pt x="413" y="8133"/>
                  </a:lnTo>
                  <a:lnTo>
                    <a:pt x="344" y="8192"/>
                  </a:lnTo>
                  <a:lnTo>
                    <a:pt x="275" y="8251"/>
                  </a:lnTo>
                  <a:lnTo>
                    <a:pt x="216" y="8320"/>
                  </a:lnTo>
                  <a:lnTo>
                    <a:pt x="157" y="8389"/>
                  </a:lnTo>
                  <a:lnTo>
                    <a:pt x="108" y="8467"/>
                  </a:lnTo>
                  <a:lnTo>
                    <a:pt x="69" y="8556"/>
                  </a:lnTo>
                  <a:lnTo>
                    <a:pt x="39" y="8644"/>
                  </a:lnTo>
                  <a:lnTo>
                    <a:pt x="20" y="8733"/>
                  </a:lnTo>
                  <a:lnTo>
                    <a:pt x="0" y="8831"/>
                  </a:lnTo>
                  <a:lnTo>
                    <a:pt x="0" y="8930"/>
                  </a:lnTo>
                  <a:lnTo>
                    <a:pt x="0" y="9018"/>
                  </a:lnTo>
                  <a:lnTo>
                    <a:pt x="20" y="9116"/>
                  </a:lnTo>
                  <a:lnTo>
                    <a:pt x="39" y="9205"/>
                  </a:lnTo>
                  <a:lnTo>
                    <a:pt x="69" y="9293"/>
                  </a:lnTo>
                  <a:lnTo>
                    <a:pt x="108" y="9382"/>
                  </a:lnTo>
                  <a:lnTo>
                    <a:pt x="157" y="9461"/>
                  </a:lnTo>
                  <a:lnTo>
                    <a:pt x="216" y="9529"/>
                  </a:lnTo>
                  <a:lnTo>
                    <a:pt x="275" y="9598"/>
                  </a:lnTo>
                  <a:lnTo>
                    <a:pt x="344" y="9657"/>
                  </a:lnTo>
                  <a:lnTo>
                    <a:pt x="413" y="9716"/>
                  </a:lnTo>
                  <a:lnTo>
                    <a:pt x="492" y="9765"/>
                  </a:lnTo>
                  <a:lnTo>
                    <a:pt x="580" y="9805"/>
                  </a:lnTo>
                  <a:lnTo>
                    <a:pt x="669" y="9834"/>
                  </a:lnTo>
                  <a:lnTo>
                    <a:pt x="757" y="9854"/>
                  </a:lnTo>
                  <a:lnTo>
                    <a:pt x="856" y="9874"/>
                  </a:lnTo>
                  <a:lnTo>
                    <a:pt x="944" y="9874"/>
                  </a:lnTo>
                  <a:lnTo>
                    <a:pt x="1082" y="9864"/>
                  </a:lnTo>
                  <a:lnTo>
                    <a:pt x="1200" y="9844"/>
                  </a:lnTo>
                  <a:lnTo>
                    <a:pt x="1318" y="9805"/>
                  </a:lnTo>
                  <a:lnTo>
                    <a:pt x="1436" y="9746"/>
                  </a:lnTo>
                  <a:lnTo>
                    <a:pt x="1534" y="9677"/>
                  </a:lnTo>
                  <a:lnTo>
                    <a:pt x="1623" y="9598"/>
                  </a:lnTo>
                  <a:lnTo>
                    <a:pt x="1701" y="9500"/>
                  </a:lnTo>
                  <a:lnTo>
                    <a:pt x="1770" y="9402"/>
                  </a:lnTo>
                  <a:lnTo>
                    <a:pt x="3344" y="9402"/>
                  </a:lnTo>
                  <a:lnTo>
                    <a:pt x="3344" y="11299"/>
                  </a:lnTo>
                  <a:lnTo>
                    <a:pt x="5241" y="11299"/>
                  </a:lnTo>
                  <a:lnTo>
                    <a:pt x="5241" y="12617"/>
                  </a:lnTo>
                  <a:lnTo>
                    <a:pt x="4170" y="12617"/>
                  </a:lnTo>
                  <a:lnTo>
                    <a:pt x="4101" y="12519"/>
                  </a:lnTo>
                  <a:lnTo>
                    <a:pt x="4022" y="12430"/>
                  </a:lnTo>
                  <a:lnTo>
                    <a:pt x="3924" y="12342"/>
                  </a:lnTo>
                  <a:lnTo>
                    <a:pt x="3825" y="12273"/>
                  </a:lnTo>
                  <a:lnTo>
                    <a:pt x="3717" y="12224"/>
                  </a:lnTo>
                  <a:lnTo>
                    <a:pt x="3599" y="12184"/>
                  </a:lnTo>
                  <a:lnTo>
                    <a:pt x="3471" y="12155"/>
                  </a:lnTo>
                  <a:lnTo>
                    <a:pt x="3344" y="12145"/>
                  </a:lnTo>
                  <a:lnTo>
                    <a:pt x="3245" y="12155"/>
                  </a:lnTo>
                  <a:lnTo>
                    <a:pt x="3147" y="12165"/>
                  </a:lnTo>
                  <a:lnTo>
                    <a:pt x="3058" y="12184"/>
                  </a:lnTo>
                  <a:lnTo>
                    <a:pt x="2970" y="12224"/>
                  </a:lnTo>
                  <a:lnTo>
                    <a:pt x="2891" y="12263"/>
                  </a:lnTo>
                  <a:lnTo>
                    <a:pt x="2813" y="12312"/>
                  </a:lnTo>
                  <a:lnTo>
                    <a:pt x="2734" y="12361"/>
                  </a:lnTo>
                  <a:lnTo>
                    <a:pt x="2675" y="12420"/>
                  </a:lnTo>
                  <a:lnTo>
                    <a:pt x="2606" y="12489"/>
                  </a:lnTo>
                  <a:lnTo>
                    <a:pt x="2557" y="12568"/>
                  </a:lnTo>
                  <a:lnTo>
                    <a:pt x="2508" y="12647"/>
                  </a:lnTo>
                  <a:lnTo>
                    <a:pt x="2468" y="12725"/>
                  </a:lnTo>
                  <a:lnTo>
                    <a:pt x="2439" y="12814"/>
                  </a:lnTo>
                  <a:lnTo>
                    <a:pt x="2409" y="12902"/>
                  </a:lnTo>
                  <a:lnTo>
                    <a:pt x="2400" y="13001"/>
                  </a:lnTo>
                  <a:lnTo>
                    <a:pt x="2390" y="13099"/>
                  </a:lnTo>
                  <a:lnTo>
                    <a:pt x="2400" y="13197"/>
                  </a:lnTo>
                  <a:lnTo>
                    <a:pt x="2409" y="13286"/>
                  </a:lnTo>
                  <a:lnTo>
                    <a:pt x="2439" y="13384"/>
                  </a:lnTo>
                  <a:lnTo>
                    <a:pt x="2468" y="13473"/>
                  </a:lnTo>
                  <a:lnTo>
                    <a:pt x="2508" y="13551"/>
                  </a:lnTo>
                  <a:lnTo>
                    <a:pt x="2557" y="13630"/>
                  </a:lnTo>
                  <a:lnTo>
                    <a:pt x="2606" y="13699"/>
                  </a:lnTo>
                  <a:lnTo>
                    <a:pt x="2675" y="13768"/>
                  </a:lnTo>
                  <a:lnTo>
                    <a:pt x="2734" y="13836"/>
                  </a:lnTo>
                  <a:lnTo>
                    <a:pt x="2813" y="13886"/>
                  </a:lnTo>
                  <a:lnTo>
                    <a:pt x="2891" y="13935"/>
                  </a:lnTo>
                  <a:lnTo>
                    <a:pt x="2970" y="13974"/>
                  </a:lnTo>
                  <a:lnTo>
                    <a:pt x="3058" y="14004"/>
                  </a:lnTo>
                  <a:lnTo>
                    <a:pt x="3147" y="14033"/>
                  </a:lnTo>
                  <a:lnTo>
                    <a:pt x="3245" y="14043"/>
                  </a:lnTo>
                  <a:lnTo>
                    <a:pt x="3344" y="14053"/>
                  </a:lnTo>
                  <a:lnTo>
                    <a:pt x="3471" y="14043"/>
                  </a:lnTo>
                  <a:lnTo>
                    <a:pt x="3599" y="14013"/>
                  </a:lnTo>
                  <a:lnTo>
                    <a:pt x="3717" y="13974"/>
                  </a:lnTo>
                  <a:lnTo>
                    <a:pt x="3825" y="13915"/>
                  </a:lnTo>
                  <a:lnTo>
                    <a:pt x="3924" y="13846"/>
                  </a:lnTo>
                  <a:lnTo>
                    <a:pt x="4022" y="13768"/>
                  </a:lnTo>
                  <a:lnTo>
                    <a:pt x="4101" y="13679"/>
                  </a:lnTo>
                  <a:lnTo>
                    <a:pt x="4170" y="13571"/>
                  </a:lnTo>
                  <a:lnTo>
                    <a:pt x="6195" y="13571"/>
                  </a:lnTo>
                  <a:lnTo>
                    <a:pt x="6195" y="12617"/>
                  </a:lnTo>
                  <a:lnTo>
                    <a:pt x="6195" y="11299"/>
                  </a:lnTo>
                  <a:lnTo>
                    <a:pt x="9057" y="11299"/>
                  </a:lnTo>
                  <a:lnTo>
                    <a:pt x="9057" y="12617"/>
                  </a:lnTo>
                  <a:lnTo>
                    <a:pt x="9057" y="13571"/>
                  </a:lnTo>
                  <a:lnTo>
                    <a:pt x="11082" y="13571"/>
                  </a:lnTo>
                  <a:lnTo>
                    <a:pt x="11151" y="13679"/>
                  </a:lnTo>
                  <a:lnTo>
                    <a:pt x="11230" y="13768"/>
                  </a:lnTo>
                  <a:lnTo>
                    <a:pt x="11328" y="13846"/>
                  </a:lnTo>
                  <a:lnTo>
                    <a:pt x="11427" y="13915"/>
                  </a:lnTo>
                  <a:lnTo>
                    <a:pt x="11535" y="13974"/>
                  </a:lnTo>
                  <a:lnTo>
                    <a:pt x="11653" y="14013"/>
                  </a:lnTo>
                  <a:lnTo>
                    <a:pt x="11781" y="14043"/>
                  </a:lnTo>
                  <a:lnTo>
                    <a:pt x="11908" y="14053"/>
                  </a:lnTo>
                  <a:lnTo>
                    <a:pt x="12007" y="14043"/>
                  </a:lnTo>
                  <a:lnTo>
                    <a:pt x="12095" y="14033"/>
                  </a:lnTo>
                  <a:lnTo>
                    <a:pt x="12194" y="14004"/>
                  </a:lnTo>
                  <a:lnTo>
                    <a:pt x="12282" y="13974"/>
                  </a:lnTo>
                  <a:lnTo>
                    <a:pt x="12361" y="13935"/>
                  </a:lnTo>
                  <a:lnTo>
                    <a:pt x="12439" y="13886"/>
                  </a:lnTo>
                  <a:lnTo>
                    <a:pt x="12508" y="13836"/>
                  </a:lnTo>
                  <a:lnTo>
                    <a:pt x="12577" y="13768"/>
                  </a:lnTo>
                  <a:lnTo>
                    <a:pt x="12646" y="13699"/>
                  </a:lnTo>
                  <a:lnTo>
                    <a:pt x="12695" y="13630"/>
                  </a:lnTo>
                  <a:lnTo>
                    <a:pt x="12744" y="13551"/>
                  </a:lnTo>
                  <a:lnTo>
                    <a:pt x="12784" y="13473"/>
                  </a:lnTo>
                  <a:lnTo>
                    <a:pt x="12813" y="13384"/>
                  </a:lnTo>
                  <a:lnTo>
                    <a:pt x="12843" y="13286"/>
                  </a:lnTo>
                  <a:lnTo>
                    <a:pt x="12852" y="13197"/>
                  </a:lnTo>
                  <a:lnTo>
                    <a:pt x="12862" y="13099"/>
                  </a:lnTo>
                  <a:lnTo>
                    <a:pt x="12852" y="13001"/>
                  </a:lnTo>
                  <a:lnTo>
                    <a:pt x="12843" y="12902"/>
                  </a:lnTo>
                  <a:lnTo>
                    <a:pt x="12813" y="12814"/>
                  </a:lnTo>
                  <a:lnTo>
                    <a:pt x="12784" y="12725"/>
                  </a:lnTo>
                  <a:lnTo>
                    <a:pt x="12744" y="12647"/>
                  </a:lnTo>
                  <a:lnTo>
                    <a:pt x="12695" y="12568"/>
                  </a:lnTo>
                  <a:lnTo>
                    <a:pt x="12646" y="12489"/>
                  </a:lnTo>
                  <a:lnTo>
                    <a:pt x="12577" y="12420"/>
                  </a:lnTo>
                  <a:lnTo>
                    <a:pt x="12508" y="12361"/>
                  </a:lnTo>
                  <a:lnTo>
                    <a:pt x="12439" y="12312"/>
                  </a:lnTo>
                  <a:lnTo>
                    <a:pt x="12361" y="12263"/>
                  </a:lnTo>
                  <a:lnTo>
                    <a:pt x="12282" y="12224"/>
                  </a:lnTo>
                  <a:lnTo>
                    <a:pt x="12194" y="12184"/>
                  </a:lnTo>
                  <a:lnTo>
                    <a:pt x="12095" y="12165"/>
                  </a:lnTo>
                  <a:lnTo>
                    <a:pt x="12007" y="12155"/>
                  </a:lnTo>
                  <a:lnTo>
                    <a:pt x="11908" y="12145"/>
                  </a:lnTo>
                  <a:lnTo>
                    <a:pt x="11781" y="12155"/>
                  </a:lnTo>
                  <a:lnTo>
                    <a:pt x="11653" y="12184"/>
                  </a:lnTo>
                  <a:lnTo>
                    <a:pt x="11535" y="12224"/>
                  </a:lnTo>
                  <a:lnTo>
                    <a:pt x="11427" y="12273"/>
                  </a:lnTo>
                  <a:lnTo>
                    <a:pt x="11328" y="12342"/>
                  </a:lnTo>
                  <a:lnTo>
                    <a:pt x="11230" y="12430"/>
                  </a:lnTo>
                  <a:lnTo>
                    <a:pt x="11151" y="12519"/>
                  </a:lnTo>
                  <a:lnTo>
                    <a:pt x="11082" y="12617"/>
                  </a:lnTo>
                  <a:lnTo>
                    <a:pt x="10011" y="12617"/>
                  </a:lnTo>
                  <a:lnTo>
                    <a:pt x="10011" y="11299"/>
                  </a:lnTo>
                  <a:lnTo>
                    <a:pt x="11908" y="11299"/>
                  </a:lnTo>
                  <a:lnTo>
                    <a:pt x="11908" y="9402"/>
                  </a:lnTo>
                  <a:lnTo>
                    <a:pt x="13482" y="9402"/>
                  </a:lnTo>
                  <a:lnTo>
                    <a:pt x="13551" y="9500"/>
                  </a:lnTo>
                  <a:lnTo>
                    <a:pt x="13629" y="9598"/>
                  </a:lnTo>
                  <a:lnTo>
                    <a:pt x="13718" y="9677"/>
                  </a:lnTo>
                  <a:lnTo>
                    <a:pt x="13826" y="9746"/>
                  </a:lnTo>
                  <a:lnTo>
                    <a:pt x="13934" y="9805"/>
                  </a:lnTo>
                  <a:lnTo>
                    <a:pt x="14052" y="9844"/>
                  </a:lnTo>
                  <a:lnTo>
                    <a:pt x="14180" y="9864"/>
                  </a:lnTo>
                  <a:lnTo>
                    <a:pt x="14308" y="9874"/>
                  </a:lnTo>
                  <a:lnTo>
                    <a:pt x="14406" y="9874"/>
                  </a:lnTo>
                  <a:lnTo>
                    <a:pt x="14495" y="9854"/>
                  </a:lnTo>
                  <a:lnTo>
                    <a:pt x="14593" y="9834"/>
                  </a:lnTo>
                  <a:lnTo>
                    <a:pt x="14672" y="9805"/>
                  </a:lnTo>
                  <a:lnTo>
                    <a:pt x="14760" y="9765"/>
                  </a:lnTo>
                  <a:lnTo>
                    <a:pt x="14839" y="9716"/>
                  </a:lnTo>
                  <a:lnTo>
                    <a:pt x="14908" y="9657"/>
                  </a:lnTo>
                  <a:lnTo>
                    <a:pt x="14976" y="9598"/>
                  </a:lnTo>
                  <a:lnTo>
                    <a:pt x="15035" y="9529"/>
                  </a:lnTo>
                  <a:lnTo>
                    <a:pt x="15094" y="9461"/>
                  </a:lnTo>
                  <a:lnTo>
                    <a:pt x="15144" y="9382"/>
                  </a:lnTo>
                  <a:lnTo>
                    <a:pt x="15183" y="9293"/>
                  </a:lnTo>
                  <a:lnTo>
                    <a:pt x="15212" y="9205"/>
                  </a:lnTo>
                  <a:lnTo>
                    <a:pt x="15242" y="9116"/>
                  </a:lnTo>
                  <a:lnTo>
                    <a:pt x="15252" y="9018"/>
                  </a:lnTo>
                  <a:lnTo>
                    <a:pt x="15262" y="8930"/>
                  </a:lnTo>
                  <a:lnTo>
                    <a:pt x="15252" y="8831"/>
                  </a:lnTo>
                  <a:lnTo>
                    <a:pt x="15242" y="8733"/>
                  </a:lnTo>
                  <a:lnTo>
                    <a:pt x="15212" y="8644"/>
                  </a:lnTo>
                  <a:lnTo>
                    <a:pt x="15183" y="8556"/>
                  </a:lnTo>
                  <a:lnTo>
                    <a:pt x="15144" y="8467"/>
                  </a:lnTo>
                  <a:lnTo>
                    <a:pt x="15094" y="8389"/>
                  </a:lnTo>
                  <a:lnTo>
                    <a:pt x="15035" y="8320"/>
                  </a:lnTo>
                  <a:lnTo>
                    <a:pt x="14976" y="8251"/>
                  </a:lnTo>
                  <a:lnTo>
                    <a:pt x="14908" y="8192"/>
                  </a:lnTo>
                  <a:lnTo>
                    <a:pt x="14839" y="8133"/>
                  </a:lnTo>
                  <a:lnTo>
                    <a:pt x="14760" y="8084"/>
                  </a:lnTo>
                  <a:lnTo>
                    <a:pt x="14672" y="8045"/>
                  </a:lnTo>
                  <a:lnTo>
                    <a:pt x="14593" y="8015"/>
                  </a:lnTo>
                  <a:lnTo>
                    <a:pt x="14495" y="7995"/>
                  </a:lnTo>
                  <a:lnTo>
                    <a:pt x="14406" y="7976"/>
                  </a:lnTo>
                  <a:lnTo>
                    <a:pt x="14308" y="7976"/>
                  </a:lnTo>
                  <a:lnTo>
                    <a:pt x="14180" y="7986"/>
                  </a:lnTo>
                  <a:lnTo>
                    <a:pt x="14052" y="8005"/>
                  </a:lnTo>
                  <a:lnTo>
                    <a:pt x="13934" y="8045"/>
                  </a:lnTo>
                  <a:lnTo>
                    <a:pt x="13826" y="8104"/>
                  </a:lnTo>
                  <a:lnTo>
                    <a:pt x="13718" y="8172"/>
                  </a:lnTo>
                  <a:lnTo>
                    <a:pt x="13629" y="8251"/>
                  </a:lnTo>
                  <a:lnTo>
                    <a:pt x="13551" y="8349"/>
                  </a:lnTo>
                  <a:lnTo>
                    <a:pt x="13482" y="8448"/>
                  </a:lnTo>
                  <a:lnTo>
                    <a:pt x="11908" y="8448"/>
                  </a:lnTo>
                  <a:lnTo>
                    <a:pt x="11908" y="5596"/>
                  </a:lnTo>
                  <a:lnTo>
                    <a:pt x="13482" y="5596"/>
                  </a:lnTo>
                  <a:lnTo>
                    <a:pt x="13551" y="5694"/>
                  </a:lnTo>
                  <a:lnTo>
                    <a:pt x="13629" y="5793"/>
                  </a:lnTo>
                  <a:lnTo>
                    <a:pt x="13718" y="5871"/>
                  </a:lnTo>
                  <a:lnTo>
                    <a:pt x="13826" y="5940"/>
                  </a:lnTo>
                  <a:lnTo>
                    <a:pt x="13934" y="5999"/>
                  </a:lnTo>
                  <a:lnTo>
                    <a:pt x="14052" y="6039"/>
                  </a:lnTo>
                  <a:lnTo>
                    <a:pt x="14180" y="6058"/>
                  </a:lnTo>
                  <a:lnTo>
                    <a:pt x="14308" y="6068"/>
                  </a:lnTo>
                  <a:lnTo>
                    <a:pt x="14406" y="6068"/>
                  </a:lnTo>
                  <a:lnTo>
                    <a:pt x="14495" y="6048"/>
                  </a:lnTo>
                  <a:lnTo>
                    <a:pt x="14593" y="6029"/>
                  </a:lnTo>
                  <a:lnTo>
                    <a:pt x="14672" y="5999"/>
                  </a:lnTo>
                  <a:lnTo>
                    <a:pt x="14760" y="5960"/>
                  </a:lnTo>
                  <a:lnTo>
                    <a:pt x="14839" y="5911"/>
                  </a:lnTo>
                  <a:lnTo>
                    <a:pt x="14908" y="5852"/>
                  </a:lnTo>
                  <a:lnTo>
                    <a:pt x="14976" y="5793"/>
                  </a:lnTo>
                  <a:lnTo>
                    <a:pt x="15035" y="5724"/>
                  </a:lnTo>
                  <a:lnTo>
                    <a:pt x="15094" y="5655"/>
                  </a:lnTo>
                  <a:lnTo>
                    <a:pt x="15144" y="5576"/>
                  </a:lnTo>
                  <a:lnTo>
                    <a:pt x="15183" y="5488"/>
                  </a:lnTo>
                  <a:lnTo>
                    <a:pt x="15212" y="5399"/>
                  </a:lnTo>
                  <a:lnTo>
                    <a:pt x="15242" y="5311"/>
                  </a:lnTo>
                  <a:lnTo>
                    <a:pt x="15252" y="5213"/>
                  </a:lnTo>
                  <a:lnTo>
                    <a:pt x="15262" y="5124"/>
                  </a:lnTo>
                  <a:lnTo>
                    <a:pt x="15252" y="5026"/>
                  </a:lnTo>
                  <a:lnTo>
                    <a:pt x="15242" y="4927"/>
                  </a:lnTo>
                  <a:lnTo>
                    <a:pt x="15212" y="4839"/>
                  </a:lnTo>
                  <a:lnTo>
                    <a:pt x="15183" y="4750"/>
                  </a:lnTo>
                  <a:lnTo>
                    <a:pt x="15144" y="4662"/>
                  </a:lnTo>
                  <a:lnTo>
                    <a:pt x="15094" y="4583"/>
                  </a:lnTo>
                  <a:lnTo>
                    <a:pt x="15035" y="4514"/>
                  </a:lnTo>
                  <a:lnTo>
                    <a:pt x="14976" y="4446"/>
                  </a:lnTo>
                  <a:lnTo>
                    <a:pt x="14908" y="4387"/>
                  </a:lnTo>
                  <a:lnTo>
                    <a:pt x="14839" y="4328"/>
                  </a:lnTo>
                  <a:lnTo>
                    <a:pt x="14760" y="4278"/>
                  </a:lnTo>
                  <a:lnTo>
                    <a:pt x="14672" y="4239"/>
                  </a:lnTo>
                  <a:lnTo>
                    <a:pt x="14593" y="4210"/>
                  </a:lnTo>
                  <a:lnTo>
                    <a:pt x="14495" y="4190"/>
                  </a:lnTo>
                  <a:lnTo>
                    <a:pt x="14406" y="4170"/>
                  </a:lnTo>
                  <a:lnTo>
                    <a:pt x="14308" y="4170"/>
                  </a:lnTo>
                  <a:lnTo>
                    <a:pt x="14180" y="4180"/>
                  </a:lnTo>
                  <a:lnTo>
                    <a:pt x="14052" y="4200"/>
                  </a:lnTo>
                  <a:lnTo>
                    <a:pt x="13934" y="4239"/>
                  </a:lnTo>
                  <a:lnTo>
                    <a:pt x="13826" y="4298"/>
                  </a:lnTo>
                  <a:lnTo>
                    <a:pt x="13718" y="4367"/>
                  </a:lnTo>
                  <a:lnTo>
                    <a:pt x="13629" y="4446"/>
                  </a:lnTo>
                  <a:lnTo>
                    <a:pt x="13551" y="4544"/>
                  </a:lnTo>
                  <a:lnTo>
                    <a:pt x="13482" y="4642"/>
                  </a:lnTo>
                  <a:lnTo>
                    <a:pt x="11908" y="4642"/>
                  </a:lnTo>
                  <a:lnTo>
                    <a:pt x="11908" y="2744"/>
                  </a:lnTo>
                  <a:lnTo>
                    <a:pt x="10011" y="2744"/>
                  </a:lnTo>
                  <a:lnTo>
                    <a:pt x="10011" y="1427"/>
                  </a:lnTo>
                  <a:lnTo>
                    <a:pt x="11082" y="1427"/>
                  </a:lnTo>
                  <a:lnTo>
                    <a:pt x="11151" y="1535"/>
                  </a:lnTo>
                  <a:lnTo>
                    <a:pt x="11230" y="1623"/>
                  </a:lnTo>
                  <a:lnTo>
                    <a:pt x="11328" y="1702"/>
                  </a:lnTo>
                  <a:lnTo>
                    <a:pt x="11427" y="1771"/>
                  </a:lnTo>
                  <a:lnTo>
                    <a:pt x="11535" y="1830"/>
                  </a:lnTo>
                  <a:lnTo>
                    <a:pt x="11653" y="1869"/>
                  </a:lnTo>
                  <a:lnTo>
                    <a:pt x="11781" y="1899"/>
                  </a:lnTo>
                  <a:lnTo>
                    <a:pt x="11908" y="1909"/>
                  </a:lnTo>
                  <a:lnTo>
                    <a:pt x="12007" y="1899"/>
                  </a:lnTo>
                  <a:lnTo>
                    <a:pt x="12095" y="1889"/>
                  </a:lnTo>
                  <a:lnTo>
                    <a:pt x="12194" y="1859"/>
                  </a:lnTo>
                  <a:lnTo>
                    <a:pt x="12282" y="1830"/>
                  </a:lnTo>
                  <a:lnTo>
                    <a:pt x="12361" y="1791"/>
                  </a:lnTo>
                  <a:lnTo>
                    <a:pt x="12439" y="1741"/>
                  </a:lnTo>
                  <a:lnTo>
                    <a:pt x="12508" y="1692"/>
                  </a:lnTo>
                  <a:lnTo>
                    <a:pt x="12577" y="1623"/>
                  </a:lnTo>
                  <a:lnTo>
                    <a:pt x="12646" y="1564"/>
                  </a:lnTo>
                  <a:lnTo>
                    <a:pt x="12695" y="1486"/>
                  </a:lnTo>
                  <a:lnTo>
                    <a:pt x="12744" y="1407"/>
                  </a:lnTo>
                  <a:lnTo>
                    <a:pt x="12784" y="1328"/>
                  </a:lnTo>
                  <a:lnTo>
                    <a:pt x="12813" y="1240"/>
                  </a:lnTo>
                  <a:lnTo>
                    <a:pt x="12843" y="1151"/>
                  </a:lnTo>
                  <a:lnTo>
                    <a:pt x="12852" y="1053"/>
                  </a:lnTo>
                  <a:lnTo>
                    <a:pt x="12862" y="955"/>
                  </a:lnTo>
                  <a:lnTo>
                    <a:pt x="12852" y="856"/>
                  </a:lnTo>
                  <a:lnTo>
                    <a:pt x="12843" y="768"/>
                  </a:lnTo>
                  <a:lnTo>
                    <a:pt x="12813" y="670"/>
                  </a:lnTo>
                  <a:lnTo>
                    <a:pt x="12784" y="581"/>
                  </a:lnTo>
                  <a:lnTo>
                    <a:pt x="12744" y="502"/>
                  </a:lnTo>
                  <a:lnTo>
                    <a:pt x="12695" y="424"/>
                  </a:lnTo>
                  <a:lnTo>
                    <a:pt x="12646" y="355"/>
                  </a:lnTo>
                  <a:lnTo>
                    <a:pt x="12577" y="286"/>
                  </a:lnTo>
                  <a:lnTo>
                    <a:pt x="12508" y="217"/>
                  </a:lnTo>
                  <a:lnTo>
                    <a:pt x="12439" y="168"/>
                  </a:lnTo>
                  <a:lnTo>
                    <a:pt x="12361" y="119"/>
                  </a:lnTo>
                  <a:lnTo>
                    <a:pt x="12282" y="80"/>
                  </a:lnTo>
                  <a:lnTo>
                    <a:pt x="12194" y="50"/>
                  </a:lnTo>
                  <a:lnTo>
                    <a:pt x="12095" y="21"/>
                  </a:lnTo>
                  <a:lnTo>
                    <a:pt x="12007" y="11"/>
                  </a:lnTo>
                  <a:lnTo>
                    <a:pt x="11908" y="1"/>
                  </a:lnTo>
                  <a:lnTo>
                    <a:pt x="11781" y="11"/>
                  </a:lnTo>
                  <a:lnTo>
                    <a:pt x="11653" y="40"/>
                  </a:lnTo>
                  <a:lnTo>
                    <a:pt x="11535" y="80"/>
                  </a:lnTo>
                  <a:lnTo>
                    <a:pt x="11427" y="139"/>
                  </a:lnTo>
                  <a:lnTo>
                    <a:pt x="11328" y="207"/>
                  </a:lnTo>
                  <a:lnTo>
                    <a:pt x="11230" y="286"/>
                  </a:lnTo>
                  <a:lnTo>
                    <a:pt x="11151" y="375"/>
                  </a:lnTo>
                  <a:lnTo>
                    <a:pt x="11082" y="483"/>
                  </a:lnTo>
                  <a:lnTo>
                    <a:pt x="9057" y="483"/>
                  </a:lnTo>
                  <a:lnTo>
                    <a:pt x="9057" y="1427"/>
                  </a:lnTo>
                  <a:lnTo>
                    <a:pt x="9057" y="2744"/>
                  </a:lnTo>
                  <a:lnTo>
                    <a:pt x="6195" y="2744"/>
                  </a:lnTo>
                  <a:lnTo>
                    <a:pt x="6195" y="483"/>
                  </a:lnTo>
                  <a:lnTo>
                    <a:pt x="4170" y="483"/>
                  </a:lnTo>
                  <a:lnTo>
                    <a:pt x="4101" y="375"/>
                  </a:lnTo>
                  <a:lnTo>
                    <a:pt x="4022" y="286"/>
                  </a:lnTo>
                  <a:lnTo>
                    <a:pt x="3924" y="207"/>
                  </a:lnTo>
                  <a:lnTo>
                    <a:pt x="3825" y="139"/>
                  </a:lnTo>
                  <a:lnTo>
                    <a:pt x="3717" y="80"/>
                  </a:lnTo>
                  <a:lnTo>
                    <a:pt x="3599" y="40"/>
                  </a:lnTo>
                  <a:lnTo>
                    <a:pt x="3471" y="11"/>
                  </a:lnTo>
                  <a:lnTo>
                    <a:pt x="334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0" name="Google Shape;3980;p180"/>
            <p:cNvSpPr/>
            <p:nvPr/>
          </p:nvSpPr>
          <p:spPr>
            <a:xfrm>
              <a:off x="7951010" y="1791225"/>
              <a:ext cx="36278" cy="9221"/>
            </a:xfrm>
            <a:custGeom>
              <a:avLst/>
              <a:gdLst/>
              <a:ahLst/>
              <a:cxnLst/>
              <a:rect l="l" t="t" r="r" b="b"/>
              <a:pathLst>
                <a:path w="3718" h="945" extrusionOk="0">
                  <a:moveTo>
                    <a:pt x="0" y="0"/>
                  </a:moveTo>
                  <a:lnTo>
                    <a:pt x="0" y="944"/>
                  </a:lnTo>
                  <a:lnTo>
                    <a:pt x="3717" y="944"/>
                  </a:lnTo>
                  <a:lnTo>
                    <a:pt x="371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1" name="Google Shape;3981;p180"/>
            <p:cNvSpPr/>
            <p:nvPr/>
          </p:nvSpPr>
          <p:spPr>
            <a:xfrm>
              <a:off x="7893620" y="1690103"/>
              <a:ext cx="151036" cy="143260"/>
            </a:xfrm>
            <a:custGeom>
              <a:avLst/>
              <a:gdLst/>
              <a:ahLst/>
              <a:cxnLst/>
              <a:rect l="l" t="t" r="r" b="b"/>
              <a:pathLst>
                <a:path w="15479" h="14682" extrusionOk="0">
                  <a:moveTo>
                    <a:pt x="7858" y="954"/>
                  </a:moveTo>
                  <a:lnTo>
                    <a:pt x="7976" y="974"/>
                  </a:lnTo>
                  <a:lnTo>
                    <a:pt x="8084" y="1003"/>
                  </a:lnTo>
                  <a:lnTo>
                    <a:pt x="8182" y="1042"/>
                  </a:lnTo>
                  <a:lnTo>
                    <a:pt x="8291" y="1092"/>
                  </a:lnTo>
                  <a:lnTo>
                    <a:pt x="8379" y="1151"/>
                  </a:lnTo>
                  <a:lnTo>
                    <a:pt x="8468" y="1210"/>
                  </a:lnTo>
                  <a:lnTo>
                    <a:pt x="8546" y="1288"/>
                  </a:lnTo>
                  <a:lnTo>
                    <a:pt x="8625" y="1367"/>
                  </a:lnTo>
                  <a:lnTo>
                    <a:pt x="8694" y="1455"/>
                  </a:lnTo>
                  <a:lnTo>
                    <a:pt x="8743" y="1554"/>
                  </a:lnTo>
                  <a:lnTo>
                    <a:pt x="8792" y="1652"/>
                  </a:lnTo>
                  <a:lnTo>
                    <a:pt x="8831" y="1750"/>
                  </a:lnTo>
                  <a:lnTo>
                    <a:pt x="8861" y="1868"/>
                  </a:lnTo>
                  <a:lnTo>
                    <a:pt x="8881" y="1977"/>
                  </a:lnTo>
                  <a:lnTo>
                    <a:pt x="8881" y="2095"/>
                  </a:lnTo>
                  <a:lnTo>
                    <a:pt x="8881" y="2213"/>
                  </a:lnTo>
                  <a:lnTo>
                    <a:pt x="8861" y="2321"/>
                  </a:lnTo>
                  <a:lnTo>
                    <a:pt x="8831" y="2429"/>
                  </a:lnTo>
                  <a:lnTo>
                    <a:pt x="8792" y="2537"/>
                  </a:lnTo>
                  <a:lnTo>
                    <a:pt x="8743" y="2635"/>
                  </a:lnTo>
                  <a:lnTo>
                    <a:pt x="8694" y="2734"/>
                  </a:lnTo>
                  <a:lnTo>
                    <a:pt x="8625" y="2822"/>
                  </a:lnTo>
                  <a:lnTo>
                    <a:pt x="8546" y="2901"/>
                  </a:lnTo>
                  <a:lnTo>
                    <a:pt x="8468" y="2980"/>
                  </a:lnTo>
                  <a:lnTo>
                    <a:pt x="8379" y="3039"/>
                  </a:lnTo>
                  <a:lnTo>
                    <a:pt x="8291" y="3098"/>
                  </a:lnTo>
                  <a:lnTo>
                    <a:pt x="8182" y="3147"/>
                  </a:lnTo>
                  <a:lnTo>
                    <a:pt x="8084" y="3186"/>
                  </a:lnTo>
                  <a:lnTo>
                    <a:pt x="7976" y="3216"/>
                  </a:lnTo>
                  <a:lnTo>
                    <a:pt x="7858" y="3235"/>
                  </a:lnTo>
                  <a:lnTo>
                    <a:pt x="7622" y="3235"/>
                  </a:lnTo>
                  <a:lnTo>
                    <a:pt x="7514" y="3216"/>
                  </a:lnTo>
                  <a:lnTo>
                    <a:pt x="7406" y="3186"/>
                  </a:lnTo>
                  <a:lnTo>
                    <a:pt x="7297" y="3147"/>
                  </a:lnTo>
                  <a:lnTo>
                    <a:pt x="7199" y="3098"/>
                  </a:lnTo>
                  <a:lnTo>
                    <a:pt x="7101" y="3039"/>
                  </a:lnTo>
                  <a:lnTo>
                    <a:pt x="7012" y="2980"/>
                  </a:lnTo>
                  <a:lnTo>
                    <a:pt x="6934" y="2901"/>
                  </a:lnTo>
                  <a:lnTo>
                    <a:pt x="6865" y="2822"/>
                  </a:lnTo>
                  <a:lnTo>
                    <a:pt x="6796" y="2734"/>
                  </a:lnTo>
                  <a:lnTo>
                    <a:pt x="6737" y="2635"/>
                  </a:lnTo>
                  <a:lnTo>
                    <a:pt x="6688" y="2537"/>
                  </a:lnTo>
                  <a:lnTo>
                    <a:pt x="6648" y="2429"/>
                  </a:lnTo>
                  <a:lnTo>
                    <a:pt x="6629" y="2321"/>
                  </a:lnTo>
                  <a:lnTo>
                    <a:pt x="6609" y="2213"/>
                  </a:lnTo>
                  <a:lnTo>
                    <a:pt x="6599" y="2095"/>
                  </a:lnTo>
                  <a:lnTo>
                    <a:pt x="6609" y="1977"/>
                  </a:lnTo>
                  <a:lnTo>
                    <a:pt x="6629" y="1868"/>
                  </a:lnTo>
                  <a:lnTo>
                    <a:pt x="6648" y="1750"/>
                  </a:lnTo>
                  <a:lnTo>
                    <a:pt x="6688" y="1652"/>
                  </a:lnTo>
                  <a:lnTo>
                    <a:pt x="6737" y="1554"/>
                  </a:lnTo>
                  <a:lnTo>
                    <a:pt x="6796" y="1455"/>
                  </a:lnTo>
                  <a:lnTo>
                    <a:pt x="6865" y="1367"/>
                  </a:lnTo>
                  <a:lnTo>
                    <a:pt x="6934" y="1288"/>
                  </a:lnTo>
                  <a:lnTo>
                    <a:pt x="7012" y="1210"/>
                  </a:lnTo>
                  <a:lnTo>
                    <a:pt x="7101" y="1151"/>
                  </a:lnTo>
                  <a:lnTo>
                    <a:pt x="7199" y="1092"/>
                  </a:lnTo>
                  <a:lnTo>
                    <a:pt x="7297" y="1042"/>
                  </a:lnTo>
                  <a:lnTo>
                    <a:pt x="7406" y="1003"/>
                  </a:lnTo>
                  <a:lnTo>
                    <a:pt x="7514" y="974"/>
                  </a:lnTo>
                  <a:lnTo>
                    <a:pt x="7622" y="954"/>
                  </a:lnTo>
                  <a:close/>
                  <a:moveTo>
                    <a:pt x="8025" y="4169"/>
                  </a:moveTo>
                  <a:lnTo>
                    <a:pt x="8025" y="4661"/>
                  </a:lnTo>
                  <a:lnTo>
                    <a:pt x="7465" y="4661"/>
                  </a:lnTo>
                  <a:lnTo>
                    <a:pt x="7465" y="4169"/>
                  </a:lnTo>
                  <a:lnTo>
                    <a:pt x="7602" y="4179"/>
                  </a:lnTo>
                  <a:lnTo>
                    <a:pt x="7740" y="4189"/>
                  </a:lnTo>
                  <a:lnTo>
                    <a:pt x="7887" y="4179"/>
                  </a:lnTo>
                  <a:lnTo>
                    <a:pt x="8025" y="4169"/>
                  </a:lnTo>
                  <a:close/>
                  <a:moveTo>
                    <a:pt x="1427" y="7031"/>
                  </a:moveTo>
                  <a:lnTo>
                    <a:pt x="1427" y="10364"/>
                  </a:lnTo>
                  <a:lnTo>
                    <a:pt x="955" y="10364"/>
                  </a:lnTo>
                  <a:lnTo>
                    <a:pt x="955" y="7031"/>
                  </a:lnTo>
                  <a:close/>
                  <a:moveTo>
                    <a:pt x="14535" y="7031"/>
                  </a:moveTo>
                  <a:lnTo>
                    <a:pt x="14535" y="10364"/>
                  </a:lnTo>
                  <a:lnTo>
                    <a:pt x="14053" y="10364"/>
                  </a:lnTo>
                  <a:lnTo>
                    <a:pt x="14053" y="7031"/>
                  </a:lnTo>
                  <a:close/>
                  <a:moveTo>
                    <a:pt x="13109" y="5615"/>
                  </a:moveTo>
                  <a:lnTo>
                    <a:pt x="13109" y="12125"/>
                  </a:lnTo>
                  <a:lnTo>
                    <a:pt x="2381" y="12125"/>
                  </a:lnTo>
                  <a:lnTo>
                    <a:pt x="2381" y="5615"/>
                  </a:lnTo>
                  <a:close/>
                  <a:moveTo>
                    <a:pt x="9598" y="13078"/>
                  </a:moveTo>
                  <a:lnTo>
                    <a:pt x="9598" y="13737"/>
                  </a:lnTo>
                  <a:lnTo>
                    <a:pt x="5881" y="13737"/>
                  </a:lnTo>
                  <a:lnTo>
                    <a:pt x="5881" y="13078"/>
                  </a:lnTo>
                  <a:close/>
                  <a:moveTo>
                    <a:pt x="7740" y="0"/>
                  </a:moveTo>
                  <a:lnTo>
                    <a:pt x="7533" y="10"/>
                  </a:lnTo>
                  <a:lnTo>
                    <a:pt x="7317" y="39"/>
                  </a:lnTo>
                  <a:lnTo>
                    <a:pt x="7120" y="98"/>
                  </a:lnTo>
                  <a:lnTo>
                    <a:pt x="6924" y="167"/>
                  </a:lnTo>
                  <a:lnTo>
                    <a:pt x="6747" y="256"/>
                  </a:lnTo>
                  <a:lnTo>
                    <a:pt x="6570" y="354"/>
                  </a:lnTo>
                  <a:lnTo>
                    <a:pt x="6412" y="482"/>
                  </a:lnTo>
                  <a:lnTo>
                    <a:pt x="6265" y="620"/>
                  </a:lnTo>
                  <a:lnTo>
                    <a:pt x="6127" y="767"/>
                  </a:lnTo>
                  <a:lnTo>
                    <a:pt x="6009" y="924"/>
                  </a:lnTo>
                  <a:lnTo>
                    <a:pt x="5901" y="1101"/>
                  </a:lnTo>
                  <a:lnTo>
                    <a:pt x="5813" y="1278"/>
                  </a:lnTo>
                  <a:lnTo>
                    <a:pt x="5744" y="1475"/>
                  </a:lnTo>
                  <a:lnTo>
                    <a:pt x="5695" y="1672"/>
                  </a:lnTo>
                  <a:lnTo>
                    <a:pt x="5655" y="1878"/>
                  </a:lnTo>
                  <a:lnTo>
                    <a:pt x="5645" y="2095"/>
                  </a:lnTo>
                  <a:lnTo>
                    <a:pt x="5655" y="2222"/>
                  </a:lnTo>
                  <a:lnTo>
                    <a:pt x="5665" y="2350"/>
                  </a:lnTo>
                  <a:lnTo>
                    <a:pt x="5685" y="2478"/>
                  </a:lnTo>
                  <a:lnTo>
                    <a:pt x="5714" y="2596"/>
                  </a:lnTo>
                  <a:lnTo>
                    <a:pt x="5744" y="2714"/>
                  </a:lnTo>
                  <a:lnTo>
                    <a:pt x="5783" y="2832"/>
                  </a:lnTo>
                  <a:lnTo>
                    <a:pt x="5832" y="2950"/>
                  </a:lnTo>
                  <a:lnTo>
                    <a:pt x="5881" y="3058"/>
                  </a:lnTo>
                  <a:lnTo>
                    <a:pt x="5940" y="3166"/>
                  </a:lnTo>
                  <a:lnTo>
                    <a:pt x="6009" y="3265"/>
                  </a:lnTo>
                  <a:lnTo>
                    <a:pt x="6078" y="3363"/>
                  </a:lnTo>
                  <a:lnTo>
                    <a:pt x="6157" y="3461"/>
                  </a:lnTo>
                  <a:lnTo>
                    <a:pt x="6235" y="3550"/>
                  </a:lnTo>
                  <a:lnTo>
                    <a:pt x="6324" y="3638"/>
                  </a:lnTo>
                  <a:lnTo>
                    <a:pt x="6412" y="3717"/>
                  </a:lnTo>
                  <a:lnTo>
                    <a:pt x="6511" y="3786"/>
                  </a:lnTo>
                  <a:lnTo>
                    <a:pt x="6511" y="4661"/>
                  </a:lnTo>
                  <a:lnTo>
                    <a:pt x="1427" y="4661"/>
                  </a:lnTo>
                  <a:lnTo>
                    <a:pt x="1427" y="4995"/>
                  </a:lnTo>
                  <a:lnTo>
                    <a:pt x="1427" y="5615"/>
                  </a:lnTo>
                  <a:lnTo>
                    <a:pt x="1427" y="6077"/>
                  </a:lnTo>
                  <a:lnTo>
                    <a:pt x="1" y="6077"/>
                  </a:lnTo>
                  <a:lnTo>
                    <a:pt x="1" y="11308"/>
                  </a:lnTo>
                  <a:lnTo>
                    <a:pt x="1427" y="11308"/>
                  </a:lnTo>
                  <a:lnTo>
                    <a:pt x="1427" y="13078"/>
                  </a:lnTo>
                  <a:lnTo>
                    <a:pt x="4937" y="13078"/>
                  </a:lnTo>
                  <a:lnTo>
                    <a:pt x="4937" y="14681"/>
                  </a:lnTo>
                  <a:lnTo>
                    <a:pt x="10552" y="14681"/>
                  </a:lnTo>
                  <a:lnTo>
                    <a:pt x="10552" y="13078"/>
                  </a:lnTo>
                  <a:lnTo>
                    <a:pt x="14053" y="13078"/>
                  </a:lnTo>
                  <a:lnTo>
                    <a:pt x="14053" y="11308"/>
                  </a:lnTo>
                  <a:lnTo>
                    <a:pt x="15479" y="11308"/>
                  </a:lnTo>
                  <a:lnTo>
                    <a:pt x="15479" y="6077"/>
                  </a:lnTo>
                  <a:lnTo>
                    <a:pt x="14053" y="6077"/>
                  </a:lnTo>
                  <a:lnTo>
                    <a:pt x="14053" y="4661"/>
                  </a:lnTo>
                  <a:lnTo>
                    <a:pt x="8969" y="4661"/>
                  </a:lnTo>
                  <a:lnTo>
                    <a:pt x="8969" y="3786"/>
                  </a:lnTo>
                  <a:lnTo>
                    <a:pt x="9067" y="3717"/>
                  </a:lnTo>
                  <a:lnTo>
                    <a:pt x="9156" y="3638"/>
                  </a:lnTo>
                  <a:lnTo>
                    <a:pt x="9244" y="3550"/>
                  </a:lnTo>
                  <a:lnTo>
                    <a:pt x="9333" y="3461"/>
                  </a:lnTo>
                  <a:lnTo>
                    <a:pt x="9402" y="3363"/>
                  </a:lnTo>
                  <a:lnTo>
                    <a:pt x="9480" y="3265"/>
                  </a:lnTo>
                  <a:lnTo>
                    <a:pt x="9539" y="3166"/>
                  </a:lnTo>
                  <a:lnTo>
                    <a:pt x="9598" y="3058"/>
                  </a:lnTo>
                  <a:lnTo>
                    <a:pt x="9657" y="2950"/>
                  </a:lnTo>
                  <a:lnTo>
                    <a:pt x="9697" y="2832"/>
                  </a:lnTo>
                  <a:lnTo>
                    <a:pt x="9746" y="2714"/>
                  </a:lnTo>
                  <a:lnTo>
                    <a:pt x="9775" y="2596"/>
                  </a:lnTo>
                  <a:lnTo>
                    <a:pt x="9805" y="2478"/>
                  </a:lnTo>
                  <a:lnTo>
                    <a:pt x="9825" y="2350"/>
                  </a:lnTo>
                  <a:lnTo>
                    <a:pt x="9834" y="2222"/>
                  </a:lnTo>
                  <a:lnTo>
                    <a:pt x="9834" y="2095"/>
                  </a:lnTo>
                  <a:lnTo>
                    <a:pt x="9825" y="1878"/>
                  </a:lnTo>
                  <a:lnTo>
                    <a:pt x="9795" y="1672"/>
                  </a:lnTo>
                  <a:lnTo>
                    <a:pt x="9746" y="1475"/>
                  </a:lnTo>
                  <a:lnTo>
                    <a:pt x="9667" y="1278"/>
                  </a:lnTo>
                  <a:lnTo>
                    <a:pt x="9579" y="1101"/>
                  </a:lnTo>
                  <a:lnTo>
                    <a:pt x="9480" y="924"/>
                  </a:lnTo>
                  <a:lnTo>
                    <a:pt x="9362" y="767"/>
                  </a:lnTo>
                  <a:lnTo>
                    <a:pt x="9225" y="620"/>
                  </a:lnTo>
                  <a:lnTo>
                    <a:pt x="9077" y="482"/>
                  </a:lnTo>
                  <a:lnTo>
                    <a:pt x="8910" y="354"/>
                  </a:lnTo>
                  <a:lnTo>
                    <a:pt x="8743" y="256"/>
                  </a:lnTo>
                  <a:lnTo>
                    <a:pt x="8556" y="167"/>
                  </a:lnTo>
                  <a:lnTo>
                    <a:pt x="8369" y="98"/>
                  </a:lnTo>
                  <a:lnTo>
                    <a:pt x="8163" y="39"/>
                  </a:lnTo>
                  <a:lnTo>
                    <a:pt x="7956" y="10"/>
                  </a:lnTo>
                  <a:lnTo>
                    <a:pt x="774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2" name="Google Shape;3982;p180"/>
            <p:cNvSpPr/>
            <p:nvPr/>
          </p:nvSpPr>
          <p:spPr>
            <a:xfrm>
              <a:off x="7924711" y="1753709"/>
              <a:ext cx="88862" cy="32346"/>
            </a:xfrm>
            <a:custGeom>
              <a:avLst/>
              <a:gdLst/>
              <a:ahLst/>
              <a:cxnLst/>
              <a:rect l="l" t="t" r="r" b="b"/>
              <a:pathLst>
                <a:path w="9107" h="3315" extrusionOk="0">
                  <a:moveTo>
                    <a:pt x="1732" y="954"/>
                  </a:moveTo>
                  <a:lnTo>
                    <a:pt x="1800" y="964"/>
                  </a:lnTo>
                  <a:lnTo>
                    <a:pt x="1869" y="984"/>
                  </a:lnTo>
                  <a:lnTo>
                    <a:pt x="1938" y="1004"/>
                  </a:lnTo>
                  <a:lnTo>
                    <a:pt x="1997" y="1033"/>
                  </a:lnTo>
                  <a:lnTo>
                    <a:pt x="2056" y="1072"/>
                  </a:lnTo>
                  <a:lnTo>
                    <a:pt x="2115" y="1112"/>
                  </a:lnTo>
                  <a:lnTo>
                    <a:pt x="2164" y="1161"/>
                  </a:lnTo>
                  <a:lnTo>
                    <a:pt x="2204" y="1210"/>
                  </a:lnTo>
                  <a:lnTo>
                    <a:pt x="2243" y="1259"/>
                  </a:lnTo>
                  <a:lnTo>
                    <a:pt x="2282" y="1318"/>
                  </a:lnTo>
                  <a:lnTo>
                    <a:pt x="2312" y="1387"/>
                  </a:lnTo>
                  <a:lnTo>
                    <a:pt x="2341" y="1446"/>
                  </a:lnTo>
                  <a:lnTo>
                    <a:pt x="2351" y="1515"/>
                  </a:lnTo>
                  <a:lnTo>
                    <a:pt x="2361" y="1584"/>
                  </a:lnTo>
                  <a:lnTo>
                    <a:pt x="2371" y="1662"/>
                  </a:lnTo>
                  <a:lnTo>
                    <a:pt x="2361" y="1731"/>
                  </a:lnTo>
                  <a:lnTo>
                    <a:pt x="2351" y="1800"/>
                  </a:lnTo>
                  <a:lnTo>
                    <a:pt x="2341" y="1869"/>
                  </a:lnTo>
                  <a:lnTo>
                    <a:pt x="2312" y="1928"/>
                  </a:lnTo>
                  <a:lnTo>
                    <a:pt x="2282" y="1997"/>
                  </a:lnTo>
                  <a:lnTo>
                    <a:pt x="2243" y="2056"/>
                  </a:lnTo>
                  <a:lnTo>
                    <a:pt x="2204" y="2105"/>
                  </a:lnTo>
                  <a:lnTo>
                    <a:pt x="2164" y="2154"/>
                  </a:lnTo>
                  <a:lnTo>
                    <a:pt x="2115" y="2203"/>
                  </a:lnTo>
                  <a:lnTo>
                    <a:pt x="2056" y="2243"/>
                  </a:lnTo>
                  <a:lnTo>
                    <a:pt x="1997" y="2282"/>
                  </a:lnTo>
                  <a:lnTo>
                    <a:pt x="1938" y="2311"/>
                  </a:lnTo>
                  <a:lnTo>
                    <a:pt x="1869" y="2331"/>
                  </a:lnTo>
                  <a:lnTo>
                    <a:pt x="1800" y="2351"/>
                  </a:lnTo>
                  <a:lnTo>
                    <a:pt x="1732" y="2361"/>
                  </a:lnTo>
                  <a:lnTo>
                    <a:pt x="1594" y="2361"/>
                  </a:lnTo>
                  <a:lnTo>
                    <a:pt x="1515" y="2351"/>
                  </a:lnTo>
                  <a:lnTo>
                    <a:pt x="1456" y="2331"/>
                  </a:lnTo>
                  <a:lnTo>
                    <a:pt x="1387" y="2311"/>
                  </a:lnTo>
                  <a:lnTo>
                    <a:pt x="1328" y="2282"/>
                  </a:lnTo>
                  <a:lnTo>
                    <a:pt x="1269" y="2243"/>
                  </a:lnTo>
                  <a:lnTo>
                    <a:pt x="1210" y="2203"/>
                  </a:lnTo>
                  <a:lnTo>
                    <a:pt x="1161" y="2154"/>
                  </a:lnTo>
                  <a:lnTo>
                    <a:pt x="1122" y="2105"/>
                  </a:lnTo>
                  <a:lnTo>
                    <a:pt x="1073" y="2056"/>
                  </a:lnTo>
                  <a:lnTo>
                    <a:pt x="1043" y="1997"/>
                  </a:lnTo>
                  <a:lnTo>
                    <a:pt x="1014" y="1928"/>
                  </a:lnTo>
                  <a:lnTo>
                    <a:pt x="984" y="1869"/>
                  </a:lnTo>
                  <a:lnTo>
                    <a:pt x="974" y="1800"/>
                  </a:lnTo>
                  <a:lnTo>
                    <a:pt x="955" y="1731"/>
                  </a:lnTo>
                  <a:lnTo>
                    <a:pt x="955" y="1662"/>
                  </a:lnTo>
                  <a:lnTo>
                    <a:pt x="955" y="1584"/>
                  </a:lnTo>
                  <a:lnTo>
                    <a:pt x="974" y="1515"/>
                  </a:lnTo>
                  <a:lnTo>
                    <a:pt x="984" y="1446"/>
                  </a:lnTo>
                  <a:lnTo>
                    <a:pt x="1014" y="1387"/>
                  </a:lnTo>
                  <a:lnTo>
                    <a:pt x="1043" y="1318"/>
                  </a:lnTo>
                  <a:lnTo>
                    <a:pt x="1073" y="1259"/>
                  </a:lnTo>
                  <a:lnTo>
                    <a:pt x="1122" y="1210"/>
                  </a:lnTo>
                  <a:lnTo>
                    <a:pt x="1161" y="1161"/>
                  </a:lnTo>
                  <a:lnTo>
                    <a:pt x="1210" y="1112"/>
                  </a:lnTo>
                  <a:lnTo>
                    <a:pt x="1269" y="1072"/>
                  </a:lnTo>
                  <a:lnTo>
                    <a:pt x="1328" y="1033"/>
                  </a:lnTo>
                  <a:lnTo>
                    <a:pt x="1387" y="1004"/>
                  </a:lnTo>
                  <a:lnTo>
                    <a:pt x="1456" y="984"/>
                  </a:lnTo>
                  <a:lnTo>
                    <a:pt x="1515" y="964"/>
                  </a:lnTo>
                  <a:lnTo>
                    <a:pt x="1594" y="954"/>
                  </a:lnTo>
                  <a:close/>
                  <a:moveTo>
                    <a:pt x="7524" y="954"/>
                  </a:moveTo>
                  <a:lnTo>
                    <a:pt x="7592" y="964"/>
                  </a:lnTo>
                  <a:lnTo>
                    <a:pt x="7661" y="984"/>
                  </a:lnTo>
                  <a:lnTo>
                    <a:pt x="7730" y="1004"/>
                  </a:lnTo>
                  <a:lnTo>
                    <a:pt x="7789" y="1033"/>
                  </a:lnTo>
                  <a:lnTo>
                    <a:pt x="7848" y="1072"/>
                  </a:lnTo>
                  <a:lnTo>
                    <a:pt x="7897" y="1112"/>
                  </a:lnTo>
                  <a:lnTo>
                    <a:pt x="7946" y="1161"/>
                  </a:lnTo>
                  <a:lnTo>
                    <a:pt x="7996" y="1210"/>
                  </a:lnTo>
                  <a:lnTo>
                    <a:pt x="8035" y="1259"/>
                  </a:lnTo>
                  <a:lnTo>
                    <a:pt x="8074" y="1318"/>
                  </a:lnTo>
                  <a:lnTo>
                    <a:pt x="8104" y="1387"/>
                  </a:lnTo>
                  <a:lnTo>
                    <a:pt x="8123" y="1446"/>
                  </a:lnTo>
                  <a:lnTo>
                    <a:pt x="8143" y="1515"/>
                  </a:lnTo>
                  <a:lnTo>
                    <a:pt x="8153" y="1584"/>
                  </a:lnTo>
                  <a:lnTo>
                    <a:pt x="8153" y="1662"/>
                  </a:lnTo>
                  <a:lnTo>
                    <a:pt x="8153" y="1731"/>
                  </a:lnTo>
                  <a:lnTo>
                    <a:pt x="8143" y="1800"/>
                  </a:lnTo>
                  <a:lnTo>
                    <a:pt x="8123" y="1869"/>
                  </a:lnTo>
                  <a:lnTo>
                    <a:pt x="8104" y="1928"/>
                  </a:lnTo>
                  <a:lnTo>
                    <a:pt x="8074" y="1997"/>
                  </a:lnTo>
                  <a:lnTo>
                    <a:pt x="8035" y="2056"/>
                  </a:lnTo>
                  <a:lnTo>
                    <a:pt x="7996" y="2105"/>
                  </a:lnTo>
                  <a:lnTo>
                    <a:pt x="7946" y="2154"/>
                  </a:lnTo>
                  <a:lnTo>
                    <a:pt x="7897" y="2203"/>
                  </a:lnTo>
                  <a:lnTo>
                    <a:pt x="7848" y="2243"/>
                  </a:lnTo>
                  <a:lnTo>
                    <a:pt x="7789" y="2282"/>
                  </a:lnTo>
                  <a:lnTo>
                    <a:pt x="7730" y="2311"/>
                  </a:lnTo>
                  <a:lnTo>
                    <a:pt x="7661" y="2331"/>
                  </a:lnTo>
                  <a:lnTo>
                    <a:pt x="7592" y="2351"/>
                  </a:lnTo>
                  <a:lnTo>
                    <a:pt x="7524" y="2361"/>
                  </a:lnTo>
                  <a:lnTo>
                    <a:pt x="7376" y="2361"/>
                  </a:lnTo>
                  <a:lnTo>
                    <a:pt x="7307" y="2351"/>
                  </a:lnTo>
                  <a:lnTo>
                    <a:pt x="7238" y="2331"/>
                  </a:lnTo>
                  <a:lnTo>
                    <a:pt x="7179" y="2311"/>
                  </a:lnTo>
                  <a:lnTo>
                    <a:pt x="7111" y="2282"/>
                  </a:lnTo>
                  <a:lnTo>
                    <a:pt x="7061" y="2243"/>
                  </a:lnTo>
                  <a:lnTo>
                    <a:pt x="7002" y="2203"/>
                  </a:lnTo>
                  <a:lnTo>
                    <a:pt x="6953" y="2154"/>
                  </a:lnTo>
                  <a:lnTo>
                    <a:pt x="6904" y="2105"/>
                  </a:lnTo>
                  <a:lnTo>
                    <a:pt x="6865" y="2056"/>
                  </a:lnTo>
                  <a:lnTo>
                    <a:pt x="6835" y="1997"/>
                  </a:lnTo>
                  <a:lnTo>
                    <a:pt x="6796" y="1928"/>
                  </a:lnTo>
                  <a:lnTo>
                    <a:pt x="6776" y="1869"/>
                  </a:lnTo>
                  <a:lnTo>
                    <a:pt x="6757" y="1800"/>
                  </a:lnTo>
                  <a:lnTo>
                    <a:pt x="6747" y="1731"/>
                  </a:lnTo>
                  <a:lnTo>
                    <a:pt x="6747" y="1662"/>
                  </a:lnTo>
                  <a:lnTo>
                    <a:pt x="6747" y="1584"/>
                  </a:lnTo>
                  <a:lnTo>
                    <a:pt x="6757" y="1515"/>
                  </a:lnTo>
                  <a:lnTo>
                    <a:pt x="6776" y="1446"/>
                  </a:lnTo>
                  <a:lnTo>
                    <a:pt x="6796" y="1387"/>
                  </a:lnTo>
                  <a:lnTo>
                    <a:pt x="6835" y="1318"/>
                  </a:lnTo>
                  <a:lnTo>
                    <a:pt x="6865" y="1259"/>
                  </a:lnTo>
                  <a:lnTo>
                    <a:pt x="6904" y="1210"/>
                  </a:lnTo>
                  <a:lnTo>
                    <a:pt x="6953" y="1161"/>
                  </a:lnTo>
                  <a:lnTo>
                    <a:pt x="7002" y="1112"/>
                  </a:lnTo>
                  <a:lnTo>
                    <a:pt x="7061" y="1072"/>
                  </a:lnTo>
                  <a:lnTo>
                    <a:pt x="7111" y="1033"/>
                  </a:lnTo>
                  <a:lnTo>
                    <a:pt x="7179" y="1004"/>
                  </a:lnTo>
                  <a:lnTo>
                    <a:pt x="7238" y="984"/>
                  </a:lnTo>
                  <a:lnTo>
                    <a:pt x="7307" y="964"/>
                  </a:lnTo>
                  <a:lnTo>
                    <a:pt x="7376" y="954"/>
                  </a:lnTo>
                  <a:close/>
                  <a:moveTo>
                    <a:pt x="1663" y="1"/>
                  </a:moveTo>
                  <a:lnTo>
                    <a:pt x="1496" y="10"/>
                  </a:lnTo>
                  <a:lnTo>
                    <a:pt x="1328" y="30"/>
                  </a:lnTo>
                  <a:lnTo>
                    <a:pt x="1171" y="79"/>
                  </a:lnTo>
                  <a:lnTo>
                    <a:pt x="1014" y="128"/>
                  </a:lnTo>
                  <a:lnTo>
                    <a:pt x="876" y="197"/>
                  </a:lnTo>
                  <a:lnTo>
                    <a:pt x="738" y="286"/>
                  </a:lnTo>
                  <a:lnTo>
                    <a:pt x="611" y="374"/>
                  </a:lnTo>
                  <a:lnTo>
                    <a:pt x="493" y="482"/>
                  </a:lnTo>
                  <a:lnTo>
                    <a:pt x="384" y="600"/>
                  </a:lnTo>
                  <a:lnTo>
                    <a:pt x="286" y="728"/>
                  </a:lnTo>
                  <a:lnTo>
                    <a:pt x="207" y="866"/>
                  </a:lnTo>
                  <a:lnTo>
                    <a:pt x="139" y="1013"/>
                  </a:lnTo>
                  <a:lnTo>
                    <a:pt x="80" y="1161"/>
                  </a:lnTo>
                  <a:lnTo>
                    <a:pt x="40" y="1328"/>
                  </a:lnTo>
                  <a:lnTo>
                    <a:pt x="11" y="1485"/>
                  </a:lnTo>
                  <a:lnTo>
                    <a:pt x="1" y="1662"/>
                  </a:lnTo>
                  <a:lnTo>
                    <a:pt x="11" y="1830"/>
                  </a:lnTo>
                  <a:lnTo>
                    <a:pt x="40" y="1987"/>
                  </a:lnTo>
                  <a:lnTo>
                    <a:pt x="80" y="2154"/>
                  </a:lnTo>
                  <a:lnTo>
                    <a:pt x="139" y="2302"/>
                  </a:lnTo>
                  <a:lnTo>
                    <a:pt x="207" y="2449"/>
                  </a:lnTo>
                  <a:lnTo>
                    <a:pt x="286" y="2587"/>
                  </a:lnTo>
                  <a:lnTo>
                    <a:pt x="384" y="2715"/>
                  </a:lnTo>
                  <a:lnTo>
                    <a:pt x="493" y="2833"/>
                  </a:lnTo>
                  <a:lnTo>
                    <a:pt x="611" y="2941"/>
                  </a:lnTo>
                  <a:lnTo>
                    <a:pt x="738" y="3029"/>
                  </a:lnTo>
                  <a:lnTo>
                    <a:pt x="876" y="3118"/>
                  </a:lnTo>
                  <a:lnTo>
                    <a:pt x="1014" y="3187"/>
                  </a:lnTo>
                  <a:lnTo>
                    <a:pt x="1171" y="3246"/>
                  </a:lnTo>
                  <a:lnTo>
                    <a:pt x="1328" y="3285"/>
                  </a:lnTo>
                  <a:lnTo>
                    <a:pt x="1496" y="3305"/>
                  </a:lnTo>
                  <a:lnTo>
                    <a:pt x="1663" y="3314"/>
                  </a:lnTo>
                  <a:lnTo>
                    <a:pt x="1830" y="3305"/>
                  </a:lnTo>
                  <a:lnTo>
                    <a:pt x="1997" y="3285"/>
                  </a:lnTo>
                  <a:lnTo>
                    <a:pt x="2155" y="3246"/>
                  </a:lnTo>
                  <a:lnTo>
                    <a:pt x="2312" y="3187"/>
                  </a:lnTo>
                  <a:lnTo>
                    <a:pt x="2450" y="3118"/>
                  </a:lnTo>
                  <a:lnTo>
                    <a:pt x="2587" y="3029"/>
                  </a:lnTo>
                  <a:lnTo>
                    <a:pt x="2715" y="2941"/>
                  </a:lnTo>
                  <a:lnTo>
                    <a:pt x="2833" y="2833"/>
                  </a:lnTo>
                  <a:lnTo>
                    <a:pt x="2941" y="2715"/>
                  </a:lnTo>
                  <a:lnTo>
                    <a:pt x="3040" y="2587"/>
                  </a:lnTo>
                  <a:lnTo>
                    <a:pt x="3118" y="2449"/>
                  </a:lnTo>
                  <a:lnTo>
                    <a:pt x="3187" y="2302"/>
                  </a:lnTo>
                  <a:lnTo>
                    <a:pt x="3246" y="2154"/>
                  </a:lnTo>
                  <a:lnTo>
                    <a:pt x="3285" y="1987"/>
                  </a:lnTo>
                  <a:lnTo>
                    <a:pt x="3315" y="1830"/>
                  </a:lnTo>
                  <a:lnTo>
                    <a:pt x="3325" y="1662"/>
                  </a:lnTo>
                  <a:lnTo>
                    <a:pt x="3315" y="1485"/>
                  </a:lnTo>
                  <a:lnTo>
                    <a:pt x="3285" y="1328"/>
                  </a:lnTo>
                  <a:lnTo>
                    <a:pt x="3246" y="1161"/>
                  </a:lnTo>
                  <a:lnTo>
                    <a:pt x="3187" y="1013"/>
                  </a:lnTo>
                  <a:lnTo>
                    <a:pt x="3118" y="866"/>
                  </a:lnTo>
                  <a:lnTo>
                    <a:pt x="3040" y="728"/>
                  </a:lnTo>
                  <a:lnTo>
                    <a:pt x="2941" y="600"/>
                  </a:lnTo>
                  <a:lnTo>
                    <a:pt x="2833" y="482"/>
                  </a:lnTo>
                  <a:lnTo>
                    <a:pt x="2715" y="374"/>
                  </a:lnTo>
                  <a:lnTo>
                    <a:pt x="2587" y="286"/>
                  </a:lnTo>
                  <a:lnTo>
                    <a:pt x="2450" y="197"/>
                  </a:lnTo>
                  <a:lnTo>
                    <a:pt x="2312" y="128"/>
                  </a:lnTo>
                  <a:lnTo>
                    <a:pt x="2155" y="79"/>
                  </a:lnTo>
                  <a:lnTo>
                    <a:pt x="1997" y="30"/>
                  </a:lnTo>
                  <a:lnTo>
                    <a:pt x="1830" y="10"/>
                  </a:lnTo>
                  <a:lnTo>
                    <a:pt x="1663" y="1"/>
                  </a:lnTo>
                  <a:close/>
                  <a:moveTo>
                    <a:pt x="7455" y="1"/>
                  </a:moveTo>
                  <a:lnTo>
                    <a:pt x="7278" y="10"/>
                  </a:lnTo>
                  <a:lnTo>
                    <a:pt x="7120" y="30"/>
                  </a:lnTo>
                  <a:lnTo>
                    <a:pt x="6963" y="79"/>
                  </a:lnTo>
                  <a:lnTo>
                    <a:pt x="6806" y="128"/>
                  </a:lnTo>
                  <a:lnTo>
                    <a:pt x="6658" y="197"/>
                  </a:lnTo>
                  <a:lnTo>
                    <a:pt x="6521" y="286"/>
                  </a:lnTo>
                  <a:lnTo>
                    <a:pt x="6393" y="374"/>
                  </a:lnTo>
                  <a:lnTo>
                    <a:pt x="6285" y="482"/>
                  </a:lnTo>
                  <a:lnTo>
                    <a:pt x="6176" y="600"/>
                  </a:lnTo>
                  <a:lnTo>
                    <a:pt x="6078" y="728"/>
                  </a:lnTo>
                  <a:lnTo>
                    <a:pt x="5990" y="866"/>
                  </a:lnTo>
                  <a:lnTo>
                    <a:pt x="5921" y="1013"/>
                  </a:lnTo>
                  <a:lnTo>
                    <a:pt x="5872" y="1161"/>
                  </a:lnTo>
                  <a:lnTo>
                    <a:pt x="5822" y="1328"/>
                  </a:lnTo>
                  <a:lnTo>
                    <a:pt x="5803" y="1485"/>
                  </a:lnTo>
                  <a:lnTo>
                    <a:pt x="5793" y="1662"/>
                  </a:lnTo>
                  <a:lnTo>
                    <a:pt x="5803" y="1830"/>
                  </a:lnTo>
                  <a:lnTo>
                    <a:pt x="5822" y="1987"/>
                  </a:lnTo>
                  <a:lnTo>
                    <a:pt x="5872" y="2154"/>
                  </a:lnTo>
                  <a:lnTo>
                    <a:pt x="5921" y="2302"/>
                  </a:lnTo>
                  <a:lnTo>
                    <a:pt x="5990" y="2449"/>
                  </a:lnTo>
                  <a:lnTo>
                    <a:pt x="6078" y="2587"/>
                  </a:lnTo>
                  <a:lnTo>
                    <a:pt x="6176" y="2715"/>
                  </a:lnTo>
                  <a:lnTo>
                    <a:pt x="6285" y="2833"/>
                  </a:lnTo>
                  <a:lnTo>
                    <a:pt x="6393" y="2941"/>
                  </a:lnTo>
                  <a:lnTo>
                    <a:pt x="6521" y="3029"/>
                  </a:lnTo>
                  <a:lnTo>
                    <a:pt x="6658" y="3118"/>
                  </a:lnTo>
                  <a:lnTo>
                    <a:pt x="6806" y="3187"/>
                  </a:lnTo>
                  <a:lnTo>
                    <a:pt x="6963" y="3246"/>
                  </a:lnTo>
                  <a:lnTo>
                    <a:pt x="7120" y="3285"/>
                  </a:lnTo>
                  <a:lnTo>
                    <a:pt x="7278" y="3305"/>
                  </a:lnTo>
                  <a:lnTo>
                    <a:pt x="7455" y="3314"/>
                  </a:lnTo>
                  <a:lnTo>
                    <a:pt x="7622" y="3305"/>
                  </a:lnTo>
                  <a:lnTo>
                    <a:pt x="7789" y="3285"/>
                  </a:lnTo>
                  <a:lnTo>
                    <a:pt x="7946" y="3246"/>
                  </a:lnTo>
                  <a:lnTo>
                    <a:pt x="8094" y="3187"/>
                  </a:lnTo>
                  <a:lnTo>
                    <a:pt x="8241" y="3118"/>
                  </a:lnTo>
                  <a:lnTo>
                    <a:pt x="8379" y="3029"/>
                  </a:lnTo>
                  <a:lnTo>
                    <a:pt x="8507" y="2941"/>
                  </a:lnTo>
                  <a:lnTo>
                    <a:pt x="8625" y="2833"/>
                  </a:lnTo>
                  <a:lnTo>
                    <a:pt x="8733" y="2715"/>
                  </a:lnTo>
                  <a:lnTo>
                    <a:pt x="8822" y="2587"/>
                  </a:lnTo>
                  <a:lnTo>
                    <a:pt x="8910" y="2449"/>
                  </a:lnTo>
                  <a:lnTo>
                    <a:pt x="8979" y="2302"/>
                  </a:lnTo>
                  <a:lnTo>
                    <a:pt x="9038" y="2154"/>
                  </a:lnTo>
                  <a:lnTo>
                    <a:pt x="9077" y="1987"/>
                  </a:lnTo>
                  <a:lnTo>
                    <a:pt x="9097" y="1830"/>
                  </a:lnTo>
                  <a:lnTo>
                    <a:pt x="9107" y="1662"/>
                  </a:lnTo>
                  <a:lnTo>
                    <a:pt x="9097" y="1485"/>
                  </a:lnTo>
                  <a:lnTo>
                    <a:pt x="9077" y="1328"/>
                  </a:lnTo>
                  <a:lnTo>
                    <a:pt x="9038" y="1161"/>
                  </a:lnTo>
                  <a:lnTo>
                    <a:pt x="8979" y="1013"/>
                  </a:lnTo>
                  <a:lnTo>
                    <a:pt x="8910" y="866"/>
                  </a:lnTo>
                  <a:lnTo>
                    <a:pt x="8822" y="728"/>
                  </a:lnTo>
                  <a:lnTo>
                    <a:pt x="8733" y="600"/>
                  </a:lnTo>
                  <a:lnTo>
                    <a:pt x="8625" y="482"/>
                  </a:lnTo>
                  <a:lnTo>
                    <a:pt x="8507" y="374"/>
                  </a:lnTo>
                  <a:lnTo>
                    <a:pt x="8379" y="286"/>
                  </a:lnTo>
                  <a:lnTo>
                    <a:pt x="8241" y="197"/>
                  </a:lnTo>
                  <a:lnTo>
                    <a:pt x="8094" y="128"/>
                  </a:lnTo>
                  <a:lnTo>
                    <a:pt x="7946" y="79"/>
                  </a:lnTo>
                  <a:lnTo>
                    <a:pt x="7789" y="30"/>
                  </a:lnTo>
                  <a:lnTo>
                    <a:pt x="7622" y="10"/>
                  </a:lnTo>
                  <a:lnTo>
                    <a:pt x="745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3" name="Google Shape;3983;p180"/>
            <p:cNvSpPr/>
            <p:nvPr/>
          </p:nvSpPr>
          <p:spPr>
            <a:xfrm>
              <a:off x="7336245" y="1745118"/>
              <a:ext cx="38826" cy="33255"/>
            </a:xfrm>
            <a:custGeom>
              <a:avLst/>
              <a:gdLst/>
              <a:ahLst/>
              <a:cxnLst/>
              <a:rect l="l" t="t" r="r" b="b"/>
              <a:pathLst>
                <a:path w="4732" h="4053" extrusionOk="0">
                  <a:moveTo>
                    <a:pt x="3947" y="1"/>
                  </a:moveTo>
                  <a:lnTo>
                    <a:pt x="1762" y="2610"/>
                  </a:lnTo>
                  <a:lnTo>
                    <a:pt x="659" y="1677"/>
                  </a:lnTo>
                  <a:lnTo>
                    <a:pt x="1" y="2472"/>
                  </a:lnTo>
                  <a:lnTo>
                    <a:pt x="1889" y="4053"/>
                  </a:lnTo>
                  <a:lnTo>
                    <a:pt x="2557" y="3268"/>
                  </a:lnTo>
                  <a:lnTo>
                    <a:pt x="2547" y="3268"/>
                  </a:lnTo>
                  <a:lnTo>
                    <a:pt x="4732" y="669"/>
                  </a:lnTo>
                  <a:lnTo>
                    <a:pt x="394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4" name="Google Shape;3984;p180"/>
            <p:cNvSpPr/>
            <p:nvPr/>
          </p:nvSpPr>
          <p:spPr>
            <a:xfrm>
              <a:off x="7288218" y="1694472"/>
              <a:ext cx="134870" cy="134530"/>
            </a:xfrm>
            <a:custGeom>
              <a:avLst/>
              <a:gdLst/>
              <a:ahLst/>
              <a:cxnLst/>
              <a:rect l="l" t="t" r="r" b="b"/>
              <a:pathLst>
                <a:path w="14272" h="14236" extrusionOk="0">
                  <a:moveTo>
                    <a:pt x="7344" y="3172"/>
                  </a:moveTo>
                  <a:lnTo>
                    <a:pt x="7547" y="3196"/>
                  </a:lnTo>
                  <a:lnTo>
                    <a:pt x="7738" y="3219"/>
                  </a:lnTo>
                  <a:lnTo>
                    <a:pt x="7929" y="3255"/>
                  </a:lnTo>
                  <a:lnTo>
                    <a:pt x="8119" y="3291"/>
                  </a:lnTo>
                  <a:lnTo>
                    <a:pt x="8310" y="3351"/>
                  </a:lnTo>
                  <a:lnTo>
                    <a:pt x="8501" y="3410"/>
                  </a:lnTo>
                  <a:lnTo>
                    <a:pt x="8680" y="3482"/>
                  </a:lnTo>
                  <a:lnTo>
                    <a:pt x="8847" y="3565"/>
                  </a:lnTo>
                  <a:lnTo>
                    <a:pt x="9026" y="3649"/>
                  </a:lnTo>
                  <a:lnTo>
                    <a:pt x="9180" y="3744"/>
                  </a:lnTo>
                  <a:lnTo>
                    <a:pt x="9347" y="3839"/>
                  </a:lnTo>
                  <a:lnTo>
                    <a:pt x="9502" y="3959"/>
                  </a:lnTo>
                  <a:lnTo>
                    <a:pt x="9645" y="4078"/>
                  </a:lnTo>
                  <a:lnTo>
                    <a:pt x="9789" y="4197"/>
                  </a:lnTo>
                  <a:lnTo>
                    <a:pt x="9932" y="4328"/>
                  </a:lnTo>
                  <a:lnTo>
                    <a:pt x="10063" y="4459"/>
                  </a:lnTo>
                  <a:lnTo>
                    <a:pt x="10182" y="4602"/>
                  </a:lnTo>
                  <a:lnTo>
                    <a:pt x="10301" y="4757"/>
                  </a:lnTo>
                  <a:lnTo>
                    <a:pt x="10408" y="4912"/>
                  </a:lnTo>
                  <a:lnTo>
                    <a:pt x="10516" y="5067"/>
                  </a:lnTo>
                  <a:lnTo>
                    <a:pt x="10611" y="5234"/>
                  </a:lnTo>
                  <a:lnTo>
                    <a:pt x="10695" y="5401"/>
                  </a:lnTo>
                  <a:lnTo>
                    <a:pt x="10778" y="5580"/>
                  </a:lnTo>
                  <a:lnTo>
                    <a:pt x="10850" y="5759"/>
                  </a:lnTo>
                  <a:lnTo>
                    <a:pt x="10909" y="5938"/>
                  </a:lnTo>
                  <a:lnTo>
                    <a:pt x="10957" y="6128"/>
                  </a:lnTo>
                  <a:lnTo>
                    <a:pt x="11005" y="6319"/>
                  </a:lnTo>
                  <a:lnTo>
                    <a:pt x="11040" y="6510"/>
                  </a:lnTo>
                  <a:lnTo>
                    <a:pt x="11064" y="6713"/>
                  </a:lnTo>
                  <a:lnTo>
                    <a:pt x="11076" y="6915"/>
                  </a:lnTo>
                  <a:lnTo>
                    <a:pt x="11088" y="7118"/>
                  </a:lnTo>
                  <a:lnTo>
                    <a:pt x="11076" y="7321"/>
                  </a:lnTo>
                  <a:lnTo>
                    <a:pt x="11064" y="7523"/>
                  </a:lnTo>
                  <a:lnTo>
                    <a:pt x="11040" y="7714"/>
                  </a:lnTo>
                  <a:lnTo>
                    <a:pt x="11005" y="7917"/>
                  </a:lnTo>
                  <a:lnTo>
                    <a:pt x="10957" y="8107"/>
                  </a:lnTo>
                  <a:lnTo>
                    <a:pt x="10909" y="8286"/>
                  </a:lnTo>
                  <a:lnTo>
                    <a:pt x="10850" y="8477"/>
                  </a:lnTo>
                  <a:lnTo>
                    <a:pt x="10778" y="8656"/>
                  </a:lnTo>
                  <a:lnTo>
                    <a:pt x="10695" y="8823"/>
                  </a:lnTo>
                  <a:lnTo>
                    <a:pt x="10611" y="9002"/>
                  </a:lnTo>
                  <a:lnTo>
                    <a:pt x="10516" y="9157"/>
                  </a:lnTo>
                  <a:lnTo>
                    <a:pt x="10408" y="9323"/>
                  </a:lnTo>
                  <a:lnTo>
                    <a:pt x="10301" y="9478"/>
                  </a:lnTo>
                  <a:lnTo>
                    <a:pt x="10182" y="9622"/>
                  </a:lnTo>
                  <a:lnTo>
                    <a:pt x="10063" y="9765"/>
                  </a:lnTo>
                  <a:lnTo>
                    <a:pt x="9932" y="9908"/>
                  </a:lnTo>
                  <a:lnTo>
                    <a:pt x="9789" y="10039"/>
                  </a:lnTo>
                  <a:lnTo>
                    <a:pt x="9645" y="10158"/>
                  </a:lnTo>
                  <a:lnTo>
                    <a:pt x="9502" y="10277"/>
                  </a:lnTo>
                  <a:lnTo>
                    <a:pt x="9347" y="10385"/>
                  </a:lnTo>
                  <a:lnTo>
                    <a:pt x="9180" y="10492"/>
                  </a:lnTo>
                  <a:lnTo>
                    <a:pt x="9026" y="10587"/>
                  </a:lnTo>
                  <a:lnTo>
                    <a:pt x="8847" y="10671"/>
                  </a:lnTo>
                  <a:lnTo>
                    <a:pt x="8680" y="10754"/>
                  </a:lnTo>
                  <a:lnTo>
                    <a:pt x="8501" y="10826"/>
                  </a:lnTo>
                  <a:lnTo>
                    <a:pt x="8310" y="10885"/>
                  </a:lnTo>
                  <a:lnTo>
                    <a:pt x="8119" y="10933"/>
                  </a:lnTo>
                  <a:lnTo>
                    <a:pt x="7929" y="10981"/>
                  </a:lnTo>
                  <a:lnTo>
                    <a:pt x="7738" y="11016"/>
                  </a:lnTo>
                  <a:lnTo>
                    <a:pt x="7547" y="11040"/>
                  </a:lnTo>
                  <a:lnTo>
                    <a:pt x="7344" y="11052"/>
                  </a:lnTo>
                  <a:lnTo>
                    <a:pt x="7142" y="11064"/>
                  </a:lnTo>
                  <a:lnTo>
                    <a:pt x="6939" y="11052"/>
                  </a:lnTo>
                  <a:lnTo>
                    <a:pt x="6736" y="11040"/>
                  </a:lnTo>
                  <a:lnTo>
                    <a:pt x="6534" y="11016"/>
                  </a:lnTo>
                  <a:lnTo>
                    <a:pt x="6343" y="10981"/>
                  </a:lnTo>
                  <a:lnTo>
                    <a:pt x="6152" y="10933"/>
                  </a:lnTo>
                  <a:lnTo>
                    <a:pt x="5962" y="10885"/>
                  </a:lnTo>
                  <a:lnTo>
                    <a:pt x="5783" y="10826"/>
                  </a:lnTo>
                  <a:lnTo>
                    <a:pt x="5604" y="10754"/>
                  </a:lnTo>
                  <a:lnTo>
                    <a:pt x="5425" y="10671"/>
                  </a:lnTo>
                  <a:lnTo>
                    <a:pt x="5258" y="10587"/>
                  </a:lnTo>
                  <a:lnTo>
                    <a:pt x="5091" y="10492"/>
                  </a:lnTo>
                  <a:lnTo>
                    <a:pt x="4936" y="10385"/>
                  </a:lnTo>
                  <a:lnTo>
                    <a:pt x="4781" y="10277"/>
                  </a:lnTo>
                  <a:lnTo>
                    <a:pt x="4626" y="10158"/>
                  </a:lnTo>
                  <a:lnTo>
                    <a:pt x="4483" y="10039"/>
                  </a:lnTo>
                  <a:lnTo>
                    <a:pt x="4352" y="9908"/>
                  </a:lnTo>
                  <a:lnTo>
                    <a:pt x="4221" y="9765"/>
                  </a:lnTo>
                  <a:lnTo>
                    <a:pt x="4090" y="9622"/>
                  </a:lnTo>
                  <a:lnTo>
                    <a:pt x="3982" y="9478"/>
                  </a:lnTo>
                  <a:lnTo>
                    <a:pt x="3863" y="9323"/>
                  </a:lnTo>
                  <a:lnTo>
                    <a:pt x="3768" y="9157"/>
                  </a:lnTo>
                  <a:lnTo>
                    <a:pt x="3672" y="9002"/>
                  </a:lnTo>
                  <a:lnTo>
                    <a:pt x="3577" y="8823"/>
                  </a:lnTo>
                  <a:lnTo>
                    <a:pt x="3506" y="8656"/>
                  </a:lnTo>
                  <a:lnTo>
                    <a:pt x="3434" y="8477"/>
                  </a:lnTo>
                  <a:lnTo>
                    <a:pt x="3374" y="8286"/>
                  </a:lnTo>
                  <a:lnTo>
                    <a:pt x="3315" y="8107"/>
                  </a:lnTo>
                  <a:lnTo>
                    <a:pt x="3279" y="7917"/>
                  </a:lnTo>
                  <a:lnTo>
                    <a:pt x="3243" y="7714"/>
                  </a:lnTo>
                  <a:lnTo>
                    <a:pt x="3219" y="7523"/>
                  </a:lnTo>
                  <a:lnTo>
                    <a:pt x="3196" y="7321"/>
                  </a:lnTo>
                  <a:lnTo>
                    <a:pt x="3196" y="7118"/>
                  </a:lnTo>
                  <a:lnTo>
                    <a:pt x="3196" y="6915"/>
                  </a:lnTo>
                  <a:lnTo>
                    <a:pt x="3219" y="6713"/>
                  </a:lnTo>
                  <a:lnTo>
                    <a:pt x="3243" y="6510"/>
                  </a:lnTo>
                  <a:lnTo>
                    <a:pt x="3279" y="6319"/>
                  </a:lnTo>
                  <a:lnTo>
                    <a:pt x="3315" y="6128"/>
                  </a:lnTo>
                  <a:lnTo>
                    <a:pt x="3374" y="5938"/>
                  </a:lnTo>
                  <a:lnTo>
                    <a:pt x="3434" y="5759"/>
                  </a:lnTo>
                  <a:lnTo>
                    <a:pt x="3506" y="5580"/>
                  </a:lnTo>
                  <a:lnTo>
                    <a:pt x="3577" y="5401"/>
                  </a:lnTo>
                  <a:lnTo>
                    <a:pt x="3672" y="5234"/>
                  </a:lnTo>
                  <a:lnTo>
                    <a:pt x="3768" y="5067"/>
                  </a:lnTo>
                  <a:lnTo>
                    <a:pt x="3863" y="4912"/>
                  </a:lnTo>
                  <a:lnTo>
                    <a:pt x="3982" y="4757"/>
                  </a:lnTo>
                  <a:lnTo>
                    <a:pt x="4090" y="4602"/>
                  </a:lnTo>
                  <a:lnTo>
                    <a:pt x="4221" y="4459"/>
                  </a:lnTo>
                  <a:lnTo>
                    <a:pt x="4352" y="4328"/>
                  </a:lnTo>
                  <a:lnTo>
                    <a:pt x="4483" y="4197"/>
                  </a:lnTo>
                  <a:lnTo>
                    <a:pt x="4626" y="4078"/>
                  </a:lnTo>
                  <a:lnTo>
                    <a:pt x="4781" y="3959"/>
                  </a:lnTo>
                  <a:lnTo>
                    <a:pt x="4936" y="3839"/>
                  </a:lnTo>
                  <a:lnTo>
                    <a:pt x="5091" y="3744"/>
                  </a:lnTo>
                  <a:lnTo>
                    <a:pt x="5258" y="3649"/>
                  </a:lnTo>
                  <a:lnTo>
                    <a:pt x="5425" y="3565"/>
                  </a:lnTo>
                  <a:lnTo>
                    <a:pt x="5604" y="3482"/>
                  </a:lnTo>
                  <a:lnTo>
                    <a:pt x="5783" y="3410"/>
                  </a:lnTo>
                  <a:lnTo>
                    <a:pt x="5962" y="3351"/>
                  </a:lnTo>
                  <a:lnTo>
                    <a:pt x="6152" y="3291"/>
                  </a:lnTo>
                  <a:lnTo>
                    <a:pt x="6343" y="3255"/>
                  </a:lnTo>
                  <a:lnTo>
                    <a:pt x="6534" y="3219"/>
                  </a:lnTo>
                  <a:lnTo>
                    <a:pt x="6736" y="3196"/>
                  </a:lnTo>
                  <a:lnTo>
                    <a:pt x="6939" y="3172"/>
                  </a:lnTo>
                  <a:close/>
                  <a:moveTo>
                    <a:pt x="5640" y="0"/>
                  </a:moveTo>
                  <a:lnTo>
                    <a:pt x="5640" y="132"/>
                  </a:lnTo>
                  <a:lnTo>
                    <a:pt x="5652" y="1598"/>
                  </a:lnTo>
                  <a:lnTo>
                    <a:pt x="5306" y="1693"/>
                  </a:lnTo>
                  <a:lnTo>
                    <a:pt x="4960" y="1825"/>
                  </a:lnTo>
                  <a:lnTo>
                    <a:pt x="4626" y="1968"/>
                  </a:lnTo>
                  <a:lnTo>
                    <a:pt x="4304" y="2134"/>
                  </a:lnTo>
                  <a:lnTo>
                    <a:pt x="3196" y="1014"/>
                  </a:lnTo>
                  <a:lnTo>
                    <a:pt x="1062" y="3112"/>
                  </a:lnTo>
                  <a:lnTo>
                    <a:pt x="2182" y="4233"/>
                  </a:lnTo>
                  <a:lnTo>
                    <a:pt x="2003" y="4555"/>
                  </a:lnTo>
                  <a:lnTo>
                    <a:pt x="1860" y="4877"/>
                  </a:lnTo>
                  <a:lnTo>
                    <a:pt x="1729" y="5210"/>
                  </a:lnTo>
                  <a:lnTo>
                    <a:pt x="1622" y="5556"/>
                  </a:lnTo>
                  <a:lnTo>
                    <a:pt x="108" y="5544"/>
                  </a:lnTo>
                  <a:lnTo>
                    <a:pt x="0" y="5544"/>
                  </a:lnTo>
                  <a:lnTo>
                    <a:pt x="0" y="8525"/>
                  </a:lnTo>
                  <a:lnTo>
                    <a:pt x="215" y="8525"/>
                  </a:lnTo>
                  <a:lnTo>
                    <a:pt x="1598" y="8537"/>
                  </a:lnTo>
                  <a:lnTo>
                    <a:pt x="1705" y="8882"/>
                  </a:lnTo>
                  <a:lnTo>
                    <a:pt x="1836" y="9228"/>
                  </a:lnTo>
                  <a:lnTo>
                    <a:pt x="1980" y="9550"/>
                  </a:lnTo>
                  <a:lnTo>
                    <a:pt x="2146" y="9872"/>
                  </a:lnTo>
                  <a:lnTo>
                    <a:pt x="966" y="11028"/>
                  </a:lnTo>
                  <a:lnTo>
                    <a:pt x="3076" y="13150"/>
                  </a:lnTo>
                  <a:lnTo>
                    <a:pt x="4257" y="11994"/>
                  </a:lnTo>
                  <a:lnTo>
                    <a:pt x="4579" y="12161"/>
                  </a:lnTo>
                  <a:lnTo>
                    <a:pt x="4912" y="12316"/>
                  </a:lnTo>
                  <a:lnTo>
                    <a:pt x="5246" y="12447"/>
                  </a:lnTo>
                  <a:lnTo>
                    <a:pt x="5592" y="12554"/>
                  </a:lnTo>
                  <a:lnTo>
                    <a:pt x="5592" y="14235"/>
                  </a:lnTo>
                  <a:lnTo>
                    <a:pt x="8596" y="14235"/>
                  </a:lnTo>
                  <a:lnTo>
                    <a:pt x="8596" y="12566"/>
                  </a:lnTo>
                  <a:lnTo>
                    <a:pt x="8942" y="12459"/>
                  </a:lnTo>
                  <a:lnTo>
                    <a:pt x="9288" y="12340"/>
                  </a:lnTo>
                  <a:lnTo>
                    <a:pt x="9610" y="12185"/>
                  </a:lnTo>
                  <a:lnTo>
                    <a:pt x="9932" y="12018"/>
                  </a:lnTo>
                  <a:lnTo>
                    <a:pt x="11112" y="13186"/>
                  </a:lnTo>
                  <a:lnTo>
                    <a:pt x="13246" y="11100"/>
                  </a:lnTo>
                  <a:lnTo>
                    <a:pt x="12066" y="9920"/>
                  </a:lnTo>
                  <a:lnTo>
                    <a:pt x="12233" y="9610"/>
                  </a:lnTo>
                  <a:lnTo>
                    <a:pt x="12388" y="9276"/>
                  </a:lnTo>
                  <a:lnTo>
                    <a:pt x="12519" y="8942"/>
                  </a:lnTo>
                  <a:lnTo>
                    <a:pt x="12626" y="8596"/>
                  </a:lnTo>
                  <a:lnTo>
                    <a:pt x="14271" y="8596"/>
                  </a:lnTo>
                  <a:lnTo>
                    <a:pt x="14271" y="5616"/>
                  </a:lnTo>
                  <a:lnTo>
                    <a:pt x="12638" y="5616"/>
                  </a:lnTo>
                  <a:lnTo>
                    <a:pt x="12543" y="5270"/>
                  </a:lnTo>
                  <a:lnTo>
                    <a:pt x="12411" y="4936"/>
                  </a:lnTo>
                  <a:lnTo>
                    <a:pt x="12268" y="4602"/>
                  </a:lnTo>
                  <a:lnTo>
                    <a:pt x="12089" y="4280"/>
                  </a:lnTo>
                  <a:lnTo>
                    <a:pt x="13246" y="3148"/>
                  </a:lnTo>
                  <a:lnTo>
                    <a:pt x="11136" y="1026"/>
                  </a:lnTo>
                  <a:lnTo>
                    <a:pt x="9991" y="2170"/>
                  </a:lnTo>
                  <a:lnTo>
                    <a:pt x="9669" y="1991"/>
                  </a:lnTo>
                  <a:lnTo>
                    <a:pt x="9335" y="1848"/>
                  </a:lnTo>
                  <a:lnTo>
                    <a:pt x="9002" y="1717"/>
                  </a:lnTo>
                  <a:lnTo>
                    <a:pt x="8644" y="1610"/>
                  </a:lnTo>
                  <a:lnTo>
                    <a:pt x="8656" y="239"/>
                  </a:lnTo>
                  <a:lnTo>
                    <a:pt x="865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5" name="Google Shape;3985;p180"/>
            <p:cNvSpPr/>
            <p:nvPr/>
          </p:nvSpPr>
          <p:spPr>
            <a:xfrm rot="-5394222">
              <a:off x="7242169" y="2022676"/>
              <a:ext cx="178500" cy="86100"/>
            </a:xfrm>
            <a:prstGeom prst="rightArrow">
              <a:avLst>
                <a:gd name="adj1" fmla="val 13512"/>
                <a:gd name="adj2" fmla="val 50000"/>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6" name="Google Shape;3986;p180"/>
            <p:cNvSpPr/>
            <p:nvPr/>
          </p:nvSpPr>
          <p:spPr>
            <a:xfrm>
              <a:off x="6636676" y="1300008"/>
              <a:ext cx="2093100" cy="278400"/>
            </a:xfrm>
            <a:prstGeom prst="rect">
              <a:avLst/>
            </a:pr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7" name="Google Shape;3987;p180"/>
            <p:cNvSpPr/>
            <p:nvPr/>
          </p:nvSpPr>
          <p:spPr>
            <a:xfrm>
              <a:off x="6636671" y="1622453"/>
              <a:ext cx="2093100" cy="278400"/>
            </a:xfrm>
            <a:prstGeom prst="rect">
              <a:avLst/>
            </a:pr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3988" name="Google Shape;3988;p180"/>
            <p:cNvPicPr preferRelativeResize="0"/>
            <p:nvPr/>
          </p:nvPicPr>
          <p:blipFill>
            <a:blip r:embed="rId4">
              <a:alphaModFix/>
            </a:blip>
            <a:stretch>
              <a:fillRect/>
            </a:stretch>
          </p:blipFill>
          <p:spPr>
            <a:xfrm>
              <a:off x="8266973" y="1349988"/>
              <a:ext cx="389004" cy="178375"/>
            </a:xfrm>
            <a:prstGeom prst="rect">
              <a:avLst/>
            </a:prstGeom>
            <a:noFill/>
            <a:ln>
              <a:noFill/>
            </a:ln>
          </p:spPr>
        </p:pic>
        <p:pic>
          <p:nvPicPr>
            <p:cNvPr id="3989" name="Google Shape;3989;p180"/>
            <p:cNvPicPr preferRelativeResize="0"/>
            <p:nvPr/>
          </p:nvPicPr>
          <p:blipFill>
            <a:blip r:embed="rId5">
              <a:alphaModFix/>
            </a:blip>
            <a:stretch>
              <a:fillRect/>
            </a:stretch>
          </p:blipFill>
          <p:spPr>
            <a:xfrm>
              <a:off x="7691388" y="1383051"/>
              <a:ext cx="513175" cy="112250"/>
            </a:xfrm>
            <a:prstGeom prst="rect">
              <a:avLst/>
            </a:prstGeom>
            <a:noFill/>
            <a:ln>
              <a:noFill/>
            </a:ln>
          </p:spPr>
        </p:pic>
        <p:pic>
          <p:nvPicPr>
            <p:cNvPr id="3990" name="Google Shape;3990;p180"/>
            <p:cNvPicPr preferRelativeResize="0"/>
            <p:nvPr/>
          </p:nvPicPr>
          <p:blipFill>
            <a:blip r:embed="rId6">
              <a:alphaModFix/>
            </a:blip>
            <a:stretch>
              <a:fillRect/>
            </a:stretch>
          </p:blipFill>
          <p:spPr>
            <a:xfrm>
              <a:off x="6728275" y="1354450"/>
              <a:ext cx="241977" cy="169472"/>
            </a:xfrm>
            <a:prstGeom prst="rect">
              <a:avLst/>
            </a:prstGeom>
            <a:noFill/>
            <a:ln>
              <a:noFill/>
            </a:ln>
          </p:spPr>
        </p:pic>
        <p:pic>
          <p:nvPicPr>
            <p:cNvPr id="3991" name="Google Shape;3991;p180"/>
            <p:cNvPicPr preferRelativeResize="0"/>
            <p:nvPr/>
          </p:nvPicPr>
          <p:blipFill>
            <a:blip r:embed="rId7">
              <a:alphaModFix/>
            </a:blip>
            <a:stretch>
              <a:fillRect/>
            </a:stretch>
          </p:blipFill>
          <p:spPr>
            <a:xfrm>
              <a:off x="7420174" y="1376686"/>
              <a:ext cx="208826" cy="115189"/>
            </a:xfrm>
            <a:prstGeom prst="rect">
              <a:avLst/>
            </a:prstGeom>
            <a:noFill/>
            <a:ln>
              <a:noFill/>
            </a:ln>
          </p:spPr>
        </p:pic>
        <p:pic>
          <p:nvPicPr>
            <p:cNvPr id="3992" name="Google Shape;3992;p180"/>
            <p:cNvPicPr preferRelativeResize="0"/>
            <p:nvPr/>
          </p:nvPicPr>
          <p:blipFill>
            <a:blip r:embed="rId8">
              <a:alphaModFix/>
            </a:blip>
            <a:stretch>
              <a:fillRect/>
            </a:stretch>
          </p:blipFill>
          <p:spPr>
            <a:xfrm>
              <a:off x="7090800" y="1345087"/>
              <a:ext cx="208824" cy="178376"/>
            </a:xfrm>
            <a:prstGeom prst="rect">
              <a:avLst/>
            </a:prstGeom>
            <a:noFill/>
            <a:ln>
              <a:noFill/>
            </a:ln>
          </p:spPr>
        </p:pic>
      </p:grpSp>
      <p:sp>
        <p:nvSpPr>
          <p:cNvPr id="3993" name="Google Shape;3993;p180"/>
          <p:cNvSpPr txBox="1"/>
          <p:nvPr/>
        </p:nvSpPr>
        <p:spPr>
          <a:xfrm>
            <a:off x="371520" y="257310"/>
            <a:ext cx="8400900" cy="5487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SzPts val="1100"/>
              <a:buNone/>
            </a:pPr>
            <a:r>
              <a:rPr lang="en" sz="2400" b="1">
                <a:solidFill>
                  <a:schemeClr val="lt1"/>
                </a:solidFill>
                <a:latin typeface="IBM Plex Sans"/>
                <a:ea typeface="IBM Plex Sans"/>
                <a:cs typeface="IBM Plex Sans"/>
                <a:sym typeface="IBM Plex Sans"/>
              </a:rPr>
              <a:t>Camunda Platform: The Universal Process Orchestrator</a:t>
            </a:r>
            <a:endParaRPr sz="2400" b="1">
              <a:solidFill>
                <a:schemeClr val="lt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966"/>
                                        </p:tgtEl>
                                        <p:attrNameLst>
                                          <p:attrName>style.visibility</p:attrName>
                                        </p:attrNameLst>
                                      </p:cBhvr>
                                      <p:to>
                                        <p:strVal val="visible"/>
                                      </p:to>
                                    </p:set>
                                    <p:animEffect transition="in" filter="fade">
                                      <p:cBhvr>
                                        <p:cTn id="7" dur="1000"/>
                                        <p:tgtEl>
                                          <p:spTgt spid="3966"/>
                                        </p:tgtEl>
                                      </p:cBhvr>
                                    </p:animEffect>
                                  </p:childTnLst>
                                </p:cTn>
                              </p:par>
                              <p:par>
                                <p:cTn id="8" presetID="10" presetClass="entr" presetSubtype="0" fill="hold" nodeType="withEffect">
                                  <p:stCondLst>
                                    <p:cond delay="0"/>
                                  </p:stCondLst>
                                  <p:childTnLst>
                                    <p:set>
                                      <p:cBhvr>
                                        <p:cTn id="9" dur="1" fill="hold">
                                          <p:stCondLst>
                                            <p:cond delay="0"/>
                                          </p:stCondLst>
                                        </p:cTn>
                                        <p:tgtEl>
                                          <p:spTgt spid="3967"/>
                                        </p:tgtEl>
                                        <p:attrNameLst>
                                          <p:attrName>style.visibility</p:attrName>
                                        </p:attrNameLst>
                                      </p:cBhvr>
                                      <p:to>
                                        <p:strVal val="visible"/>
                                      </p:to>
                                    </p:set>
                                    <p:animEffect transition="in" filter="fade">
                                      <p:cBhvr>
                                        <p:cTn id="10" dur="1000"/>
                                        <p:tgtEl>
                                          <p:spTgt spid="396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Shape 3997"/>
        <p:cNvGrpSpPr/>
        <p:nvPr/>
      </p:nvGrpSpPr>
      <p:grpSpPr>
        <a:xfrm>
          <a:off x="0" y="0"/>
          <a:ext cx="0" cy="0"/>
          <a:chOff x="0" y="0"/>
          <a:chExt cx="0" cy="0"/>
        </a:xfrm>
      </p:grpSpPr>
      <p:grpSp>
        <p:nvGrpSpPr>
          <p:cNvPr id="3998" name="Google Shape;3998;p181"/>
          <p:cNvGrpSpPr/>
          <p:nvPr/>
        </p:nvGrpSpPr>
        <p:grpSpPr>
          <a:xfrm>
            <a:off x="269018" y="887258"/>
            <a:ext cx="3018538" cy="3771897"/>
            <a:chOff x="269018" y="887258"/>
            <a:chExt cx="3018538" cy="3771897"/>
          </a:xfrm>
        </p:grpSpPr>
        <p:sp>
          <p:nvSpPr>
            <p:cNvPr id="3999" name="Google Shape;3999;p181"/>
            <p:cNvSpPr/>
            <p:nvPr/>
          </p:nvSpPr>
          <p:spPr>
            <a:xfrm>
              <a:off x="497318" y="1725427"/>
              <a:ext cx="2549700" cy="1157400"/>
            </a:xfrm>
            <a:prstGeom prst="roundRect">
              <a:avLst>
                <a:gd name="adj" fmla="val 9104"/>
              </a:avLst>
            </a:prstGeom>
            <a:solidFill>
              <a:srgbClr val="F7F7F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0" name="Google Shape;4000;p181"/>
            <p:cNvSpPr txBox="1"/>
            <p:nvPr/>
          </p:nvSpPr>
          <p:spPr>
            <a:xfrm>
              <a:off x="1104074" y="887258"/>
              <a:ext cx="1336200" cy="246300"/>
            </a:xfrm>
            <a:prstGeom prst="rect">
              <a:avLst/>
            </a:prstGeom>
            <a:noFill/>
            <a:ln>
              <a:noFill/>
            </a:ln>
          </p:spPr>
          <p:txBody>
            <a:bodyPr spcFirstLastPara="1" wrap="square" lIns="0" tIns="0" rIns="0" bIns="0" anchor="t" anchorCtr="0">
              <a:spAutoFit/>
            </a:bodyPr>
            <a:lstStyle/>
            <a:p>
              <a:pPr marL="0" lvl="0" indent="0" algn="ctr" rtl="0">
                <a:spcBef>
                  <a:spcPts val="0"/>
                </a:spcBef>
                <a:spcAft>
                  <a:spcPts val="0"/>
                </a:spcAft>
                <a:buNone/>
              </a:pPr>
              <a:r>
                <a:rPr lang="en" sz="1600" b="1">
                  <a:solidFill>
                    <a:srgbClr val="FC5D0D"/>
                  </a:solidFill>
                  <a:latin typeface="IBM Plex Sans"/>
                  <a:ea typeface="IBM Plex Sans"/>
                  <a:cs typeface="IBM Plex Sans"/>
                  <a:sym typeface="IBM Plex Sans"/>
                </a:rPr>
                <a:t>Design</a:t>
              </a:r>
              <a:endParaRPr sz="1600">
                <a:solidFill>
                  <a:srgbClr val="FC5D0D"/>
                </a:solidFill>
              </a:endParaRPr>
            </a:p>
          </p:txBody>
        </p:sp>
        <p:grpSp>
          <p:nvGrpSpPr>
            <p:cNvPr id="4001" name="Google Shape;4001;p181"/>
            <p:cNvGrpSpPr/>
            <p:nvPr/>
          </p:nvGrpSpPr>
          <p:grpSpPr>
            <a:xfrm>
              <a:off x="694218" y="1955177"/>
              <a:ext cx="457193" cy="457193"/>
              <a:chOff x="1365755" y="1960425"/>
              <a:chExt cx="788400" cy="788400"/>
            </a:xfrm>
          </p:grpSpPr>
          <p:sp>
            <p:nvSpPr>
              <p:cNvPr id="4002" name="Google Shape;4002;p181"/>
              <p:cNvSpPr/>
              <p:nvPr/>
            </p:nvSpPr>
            <p:spPr>
              <a:xfrm>
                <a:off x="1365755" y="1960425"/>
                <a:ext cx="788400" cy="788400"/>
              </a:xfrm>
              <a:prstGeom prst="roundRect">
                <a:avLst>
                  <a:gd name="adj" fmla="val 16667"/>
                </a:avLst>
              </a:prstGeom>
              <a:solidFill>
                <a:srgbClr val="FC5D0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003" name="Google Shape;4003;p181"/>
              <p:cNvGrpSpPr/>
              <p:nvPr/>
            </p:nvGrpSpPr>
            <p:grpSpPr>
              <a:xfrm>
                <a:off x="1479376" y="2281793"/>
                <a:ext cx="548575" cy="142997"/>
                <a:chOff x="2443850" y="2022150"/>
                <a:chExt cx="419400" cy="109325"/>
              </a:xfrm>
            </p:grpSpPr>
            <p:sp>
              <p:nvSpPr>
                <p:cNvPr id="4004" name="Google Shape;4004;p181"/>
                <p:cNvSpPr/>
                <p:nvPr/>
              </p:nvSpPr>
              <p:spPr>
                <a:xfrm>
                  <a:off x="2443850" y="2038325"/>
                  <a:ext cx="77200" cy="77225"/>
                </a:xfrm>
                <a:custGeom>
                  <a:avLst/>
                  <a:gdLst/>
                  <a:ahLst/>
                  <a:cxnLst/>
                  <a:rect l="l" t="t" r="r" b="b"/>
                  <a:pathLst>
                    <a:path w="3088" h="3089" extrusionOk="0">
                      <a:moveTo>
                        <a:pt x="1380" y="1"/>
                      </a:moveTo>
                      <a:lnTo>
                        <a:pt x="1231" y="33"/>
                      </a:lnTo>
                      <a:lnTo>
                        <a:pt x="1082" y="65"/>
                      </a:lnTo>
                      <a:lnTo>
                        <a:pt x="945" y="118"/>
                      </a:lnTo>
                      <a:lnTo>
                        <a:pt x="807" y="181"/>
                      </a:lnTo>
                      <a:lnTo>
                        <a:pt x="679" y="256"/>
                      </a:lnTo>
                      <a:lnTo>
                        <a:pt x="563" y="351"/>
                      </a:lnTo>
                      <a:lnTo>
                        <a:pt x="446" y="447"/>
                      </a:lnTo>
                      <a:lnTo>
                        <a:pt x="350" y="563"/>
                      </a:lnTo>
                      <a:lnTo>
                        <a:pt x="265" y="680"/>
                      </a:lnTo>
                      <a:lnTo>
                        <a:pt x="181" y="807"/>
                      </a:lnTo>
                      <a:lnTo>
                        <a:pt x="117" y="945"/>
                      </a:lnTo>
                      <a:lnTo>
                        <a:pt x="64" y="1083"/>
                      </a:lnTo>
                      <a:lnTo>
                        <a:pt x="32" y="1232"/>
                      </a:lnTo>
                      <a:lnTo>
                        <a:pt x="0" y="1380"/>
                      </a:lnTo>
                      <a:lnTo>
                        <a:pt x="0" y="1539"/>
                      </a:lnTo>
                      <a:lnTo>
                        <a:pt x="0" y="1699"/>
                      </a:lnTo>
                      <a:lnTo>
                        <a:pt x="32" y="1858"/>
                      </a:lnTo>
                      <a:lnTo>
                        <a:pt x="64" y="2006"/>
                      </a:lnTo>
                      <a:lnTo>
                        <a:pt x="117" y="2144"/>
                      </a:lnTo>
                      <a:lnTo>
                        <a:pt x="181" y="2282"/>
                      </a:lnTo>
                      <a:lnTo>
                        <a:pt x="265" y="2410"/>
                      </a:lnTo>
                      <a:lnTo>
                        <a:pt x="350" y="2526"/>
                      </a:lnTo>
                      <a:lnTo>
                        <a:pt x="446" y="2632"/>
                      </a:lnTo>
                      <a:lnTo>
                        <a:pt x="563" y="2738"/>
                      </a:lnTo>
                      <a:lnTo>
                        <a:pt x="679" y="2823"/>
                      </a:lnTo>
                      <a:lnTo>
                        <a:pt x="807" y="2898"/>
                      </a:lnTo>
                      <a:lnTo>
                        <a:pt x="945" y="2972"/>
                      </a:lnTo>
                      <a:lnTo>
                        <a:pt x="1082" y="3025"/>
                      </a:lnTo>
                      <a:lnTo>
                        <a:pt x="1231" y="3057"/>
                      </a:lnTo>
                      <a:lnTo>
                        <a:pt x="1380" y="3078"/>
                      </a:lnTo>
                      <a:lnTo>
                        <a:pt x="1539" y="3089"/>
                      </a:lnTo>
                      <a:lnTo>
                        <a:pt x="1698" y="3078"/>
                      </a:lnTo>
                      <a:lnTo>
                        <a:pt x="1857" y="3057"/>
                      </a:lnTo>
                      <a:lnTo>
                        <a:pt x="2006" y="3025"/>
                      </a:lnTo>
                      <a:lnTo>
                        <a:pt x="2144" y="2972"/>
                      </a:lnTo>
                      <a:lnTo>
                        <a:pt x="2281" y="2898"/>
                      </a:lnTo>
                      <a:lnTo>
                        <a:pt x="2409" y="2823"/>
                      </a:lnTo>
                      <a:lnTo>
                        <a:pt x="2526" y="2738"/>
                      </a:lnTo>
                      <a:lnTo>
                        <a:pt x="2632" y="2632"/>
                      </a:lnTo>
                      <a:lnTo>
                        <a:pt x="2738" y="2526"/>
                      </a:lnTo>
                      <a:lnTo>
                        <a:pt x="2823" y="2410"/>
                      </a:lnTo>
                      <a:lnTo>
                        <a:pt x="2908" y="2282"/>
                      </a:lnTo>
                      <a:lnTo>
                        <a:pt x="2971" y="2144"/>
                      </a:lnTo>
                      <a:lnTo>
                        <a:pt x="3024" y="2006"/>
                      </a:lnTo>
                      <a:lnTo>
                        <a:pt x="3056" y="1858"/>
                      </a:lnTo>
                      <a:lnTo>
                        <a:pt x="3077" y="1699"/>
                      </a:lnTo>
                      <a:lnTo>
                        <a:pt x="3088" y="1539"/>
                      </a:lnTo>
                      <a:lnTo>
                        <a:pt x="3077" y="1380"/>
                      </a:lnTo>
                      <a:lnTo>
                        <a:pt x="3056" y="1232"/>
                      </a:lnTo>
                      <a:lnTo>
                        <a:pt x="3024" y="1083"/>
                      </a:lnTo>
                      <a:lnTo>
                        <a:pt x="2971" y="945"/>
                      </a:lnTo>
                      <a:lnTo>
                        <a:pt x="2908" y="807"/>
                      </a:lnTo>
                      <a:lnTo>
                        <a:pt x="2823" y="680"/>
                      </a:lnTo>
                      <a:lnTo>
                        <a:pt x="2738" y="563"/>
                      </a:lnTo>
                      <a:lnTo>
                        <a:pt x="2632" y="447"/>
                      </a:lnTo>
                      <a:lnTo>
                        <a:pt x="2526" y="351"/>
                      </a:lnTo>
                      <a:lnTo>
                        <a:pt x="2409" y="256"/>
                      </a:lnTo>
                      <a:lnTo>
                        <a:pt x="2281" y="181"/>
                      </a:lnTo>
                      <a:lnTo>
                        <a:pt x="2144" y="118"/>
                      </a:lnTo>
                      <a:lnTo>
                        <a:pt x="2006" y="65"/>
                      </a:lnTo>
                      <a:lnTo>
                        <a:pt x="1857" y="33"/>
                      </a:lnTo>
                      <a:lnTo>
                        <a:pt x="1698"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5" name="Google Shape;4005;p181"/>
                <p:cNvSpPr/>
                <p:nvPr/>
              </p:nvSpPr>
              <p:spPr>
                <a:xfrm>
                  <a:off x="2785775" y="2038325"/>
                  <a:ext cx="77475" cy="77225"/>
                </a:xfrm>
                <a:custGeom>
                  <a:avLst/>
                  <a:gdLst/>
                  <a:ahLst/>
                  <a:cxnLst/>
                  <a:rect l="l" t="t" r="r" b="b"/>
                  <a:pathLst>
                    <a:path w="3099" h="3089" extrusionOk="0">
                      <a:moveTo>
                        <a:pt x="1391" y="1"/>
                      </a:moveTo>
                      <a:lnTo>
                        <a:pt x="1231" y="33"/>
                      </a:lnTo>
                      <a:lnTo>
                        <a:pt x="1083" y="65"/>
                      </a:lnTo>
                      <a:lnTo>
                        <a:pt x="945" y="118"/>
                      </a:lnTo>
                      <a:lnTo>
                        <a:pt x="807" y="181"/>
                      </a:lnTo>
                      <a:lnTo>
                        <a:pt x="680" y="256"/>
                      </a:lnTo>
                      <a:lnTo>
                        <a:pt x="563" y="351"/>
                      </a:lnTo>
                      <a:lnTo>
                        <a:pt x="457" y="447"/>
                      </a:lnTo>
                      <a:lnTo>
                        <a:pt x="351" y="563"/>
                      </a:lnTo>
                      <a:lnTo>
                        <a:pt x="266" y="680"/>
                      </a:lnTo>
                      <a:lnTo>
                        <a:pt x="192" y="807"/>
                      </a:lnTo>
                      <a:lnTo>
                        <a:pt x="128" y="945"/>
                      </a:lnTo>
                      <a:lnTo>
                        <a:pt x="75" y="1083"/>
                      </a:lnTo>
                      <a:lnTo>
                        <a:pt x="32" y="1232"/>
                      </a:lnTo>
                      <a:lnTo>
                        <a:pt x="11" y="1380"/>
                      </a:lnTo>
                      <a:lnTo>
                        <a:pt x="1" y="1539"/>
                      </a:lnTo>
                      <a:lnTo>
                        <a:pt x="11" y="1699"/>
                      </a:lnTo>
                      <a:lnTo>
                        <a:pt x="32" y="1858"/>
                      </a:lnTo>
                      <a:lnTo>
                        <a:pt x="75" y="2006"/>
                      </a:lnTo>
                      <a:lnTo>
                        <a:pt x="128" y="2144"/>
                      </a:lnTo>
                      <a:lnTo>
                        <a:pt x="192" y="2282"/>
                      </a:lnTo>
                      <a:lnTo>
                        <a:pt x="266" y="2410"/>
                      </a:lnTo>
                      <a:lnTo>
                        <a:pt x="351" y="2526"/>
                      </a:lnTo>
                      <a:lnTo>
                        <a:pt x="457" y="2632"/>
                      </a:lnTo>
                      <a:lnTo>
                        <a:pt x="563" y="2738"/>
                      </a:lnTo>
                      <a:lnTo>
                        <a:pt x="680" y="2823"/>
                      </a:lnTo>
                      <a:lnTo>
                        <a:pt x="807" y="2898"/>
                      </a:lnTo>
                      <a:lnTo>
                        <a:pt x="945" y="2972"/>
                      </a:lnTo>
                      <a:lnTo>
                        <a:pt x="1083" y="3025"/>
                      </a:lnTo>
                      <a:lnTo>
                        <a:pt x="1231" y="3057"/>
                      </a:lnTo>
                      <a:lnTo>
                        <a:pt x="1391" y="3078"/>
                      </a:lnTo>
                      <a:lnTo>
                        <a:pt x="1550" y="3089"/>
                      </a:lnTo>
                      <a:lnTo>
                        <a:pt x="1709" y="3078"/>
                      </a:lnTo>
                      <a:lnTo>
                        <a:pt x="1857" y="3057"/>
                      </a:lnTo>
                      <a:lnTo>
                        <a:pt x="2006" y="3025"/>
                      </a:lnTo>
                      <a:lnTo>
                        <a:pt x="2155" y="2972"/>
                      </a:lnTo>
                      <a:lnTo>
                        <a:pt x="2282" y="2898"/>
                      </a:lnTo>
                      <a:lnTo>
                        <a:pt x="2409" y="2823"/>
                      </a:lnTo>
                      <a:lnTo>
                        <a:pt x="2537" y="2738"/>
                      </a:lnTo>
                      <a:lnTo>
                        <a:pt x="2643" y="2632"/>
                      </a:lnTo>
                      <a:lnTo>
                        <a:pt x="2738" y="2526"/>
                      </a:lnTo>
                      <a:lnTo>
                        <a:pt x="2834" y="2410"/>
                      </a:lnTo>
                      <a:lnTo>
                        <a:pt x="2908" y="2282"/>
                      </a:lnTo>
                      <a:lnTo>
                        <a:pt x="2972" y="2144"/>
                      </a:lnTo>
                      <a:lnTo>
                        <a:pt x="3025" y="2006"/>
                      </a:lnTo>
                      <a:lnTo>
                        <a:pt x="3067" y="1858"/>
                      </a:lnTo>
                      <a:lnTo>
                        <a:pt x="3088" y="1699"/>
                      </a:lnTo>
                      <a:lnTo>
                        <a:pt x="3099" y="1539"/>
                      </a:lnTo>
                      <a:lnTo>
                        <a:pt x="3088" y="1380"/>
                      </a:lnTo>
                      <a:lnTo>
                        <a:pt x="3067" y="1232"/>
                      </a:lnTo>
                      <a:lnTo>
                        <a:pt x="3025" y="1083"/>
                      </a:lnTo>
                      <a:lnTo>
                        <a:pt x="2972" y="945"/>
                      </a:lnTo>
                      <a:lnTo>
                        <a:pt x="2908" y="807"/>
                      </a:lnTo>
                      <a:lnTo>
                        <a:pt x="2834" y="680"/>
                      </a:lnTo>
                      <a:lnTo>
                        <a:pt x="2738" y="563"/>
                      </a:lnTo>
                      <a:lnTo>
                        <a:pt x="2643" y="447"/>
                      </a:lnTo>
                      <a:lnTo>
                        <a:pt x="2537" y="351"/>
                      </a:lnTo>
                      <a:lnTo>
                        <a:pt x="2409" y="256"/>
                      </a:lnTo>
                      <a:lnTo>
                        <a:pt x="2282" y="181"/>
                      </a:lnTo>
                      <a:lnTo>
                        <a:pt x="2155" y="118"/>
                      </a:lnTo>
                      <a:lnTo>
                        <a:pt x="2006" y="65"/>
                      </a:lnTo>
                      <a:lnTo>
                        <a:pt x="1857" y="33"/>
                      </a:lnTo>
                      <a:lnTo>
                        <a:pt x="1709"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6" name="Google Shape;4006;p181"/>
                <p:cNvSpPr/>
                <p:nvPr/>
              </p:nvSpPr>
              <p:spPr>
                <a:xfrm>
                  <a:off x="2550475" y="2038325"/>
                  <a:ext cx="77500" cy="77225"/>
                </a:xfrm>
                <a:custGeom>
                  <a:avLst/>
                  <a:gdLst/>
                  <a:ahLst/>
                  <a:cxnLst/>
                  <a:rect l="l" t="t" r="r" b="b"/>
                  <a:pathLst>
                    <a:path w="3100" h="3089" extrusionOk="0">
                      <a:moveTo>
                        <a:pt x="1" y="1"/>
                      </a:moveTo>
                      <a:lnTo>
                        <a:pt x="1" y="3089"/>
                      </a:lnTo>
                      <a:lnTo>
                        <a:pt x="3099" y="3089"/>
                      </a:lnTo>
                      <a:lnTo>
                        <a:pt x="3099"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7" name="Google Shape;4007;p181"/>
                <p:cNvSpPr/>
                <p:nvPr/>
              </p:nvSpPr>
              <p:spPr>
                <a:xfrm>
                  <a:off x="2651550" y="2022150"/>
                  <a:ext cx="109325" cy="109325"/>
                </a:xfrm>
                <a:custGeom>
                  <a:avLst/>
                  <a:gdLst/>
                  <a:ahLst/>
                  <a:cxnLst/>
                  <a:rect l="l" t="t" r="r" b="b"/>
                  <a:pathLst>
                    <a:path w="4373" h="4373" extrusionOk="0">
                      <a:moveTo>
                        <a:pt x="2186" y="1"/>
                      </a:moveTo>
                      <a:lnTo>
                        <a:pt x="0" y="2186"/>
                      </a:lnTo>
                      <a:lnTo>
                        <a:pt x="2186" y="4372"/>
                      </a:lnTo>
                      <a:lnTo>
                        <a:pt x="4372" y="2186"/>
                      </a:lnTo>
                      <a:lnTo>
                        <a:pt x="2186"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4008" name="Google Shape;4008;p181"/>
            <p:cNvSpPr txBox="1"/>
            <p:nvPr/>
          </p:nvSpPr>
          <p:spPr>
            <a:xfrm>
              <a:off x="433419" y="1129352"/>
              <a:ext cx="2677500" cy="431100"/>
            </a:xfrm>
            <a:prstGeom prst="rect">
              <a:avLst/>
            </a:prstGeom>
            <a:noFill/>
            <a:ln>
              <a:noFill/>
            </a:ln>
          </p:spPr>
          <p:txBody>
            <a:bodyPr spcFirstLastPara="1" wrap="square" lIns="91425" tIns="91425" rIns="91425" bIns="91425" anchor="t" anchorCtr="0">
              <a:spAutoFit/>
            </a:bodyPr>
            <a:lstStyle/>
            <a:p>
              <a:pPr marL="12700" lvl="0" indent="0" algn="ctr" rtl="0">
                <a:spcBef>
                  <a:spcPts val="0"/>
                </a:spcBef>
                <a:spcAft>
                  <a:spcPts val="0"/>
                </a:spcAft>
                <a:buNone/>
              </a:pPr>
              <a:r>
                <a:rPr lang="en" sz="800">
                  <a:solidFill>
                    <a:schemeClr val="lt2"/>
                  </a:solidFill>
                  <a:latin typeface="IBM Plex Sans"/>
                  <a:ea typeface="IBM Plex Sans"/>
                  <a:cs typeface="IBM Plex Sans"/>
                  <a:sym typeface="IBM Plex Sans"/>
                </a:rPr>
                <a:t>Developers &amp; business users collaborate to design, </a:t>
              </a:r>
              <a:br>
                <a:rPr lang="en" sz="800">
                  <a:solidFill>
                    <a:schemeClr val="lt2"/>
                  </a:solidFill>
                  <a:latin typeface="IBM Plex Sans"/>
                  <a:ea typeface="IBM Plex Sans"/>
                  <a:cs typeface="IBM Plex Sans"/>
                  <a:sym typeface="IBM Plex Sans"/>
                </a:rPr>
              </a:br>
              <a:r>
                <a:rPr lang="en" sz="800">
                  <a:solidFill>
                    <a:schemeClr val="lt2"/>
                  </a:solidFill>
                  <a:latin typeface="IBM Plex Sans"/>
                  <a:ea typeface="IBM Plex Sans"/>
                  <a:cs typeface="IBM Plex Sans"/>
                  <a:sym typeface="IBM Plex Sans"/>
                </a:rPr>
                <a:t>connect &amp; deploy processes with Camunda.</a:t>
              </a:r>
              <a:endParaRPr sz="800" b="1">
                <a:solidFill>
                  <a:schemeClr val="lt2"/>
                </a:solidFill>
                <a:latin typeface="IBM Plex Sans"/>
                <a:ea typeface="IBM Plex Sans"/>
                <a:cs typeface="IBM Plex Sans"/>
                <a:sym typeface="IBM Plex Sans"/>
              </a:endParaRPr>
            </a:p>
          </p:txBody>
        </p:sp>
        <p:sp>
          <p:nvSpPr>
            <p:cNvPr id="4009" name="Google Shape;4009;p181"/>
            <p:cNvSpPr txBox="1"/>
            <p:nvPr/>
          </p:nvSpPr>
          <p:spPr>
            <a:xfrm>
              <a:off x="1183612" y="1955177"/>
              <a:ext cx="1697100" cy="577200"/>
            </a:xfrm>
            <a:prstGeom prst="rect">
              <a:avLst/>
            </a:prstGeom>
            <a:noFill/>
            <a:ln>
              <a:noFill/>
            </a:ln>
          </p:spPr>
          <p:txBody>
            <a:bodyPr spcFirstLastPara="1" wrap="square" lIns="182875" tIns="0" rIns="0" bIns="0" anchor="t" anchorCtr="0">
              <a:spAutoFit/>
            </a:bodyPr>
            <a:lstStyle/>
            <a:p>
              <a:pPr marL="12700" lvl="0" indent="0" algn="l" rtl="0">
                <a:lnSpc>
                  <a:spcPct val="150000"/>
                </a:lnSpc>
                <a:spcBef>
                  <a:spcPts val="0"/>
                </a:spcBef>
                <a:spcAft>
                  <a:spcPts val="0"/>
                </a:spcAft>
                <a:buNone/>
              </a:pPr>
              <a:r>
                <a:rPr lang="en" sz="900" b="1">
                  <a:solidFill>
                    <a:schemeClr val="dk1"/>
                  </a:solidFill>
                  <a:latin typeface="IBM Plex Sans"/>
                  <a:ea typeface="IBM Plex Sans"/>
                  <a:cs typeface="IBM Plex Sans"/>
                  <a:sym typeface="IBM Plex Sans"/>
                </a:rPr>
                <a:t>Modeler</a:t>
              </a:r>
              <a:endParaRPr sz="700">
                <a:solidFill>
                  <a:schemeClr val="dk1"/>
                </a:solidFill>
                <a:latin typeface="IBM Plex Sans"/>
                <a:ea typeface="IBM Plex Sans"/>
                <a:cs typeface="IBM Plex Sans"/>
                <a:sym typeface="IBM Plex Sans"/>
              </a:endParaRPr>
            </a:p>
            <a:p>
              <a:pPr marL="12700" lvl="0" indent="0" algn="l" rtl="0">
                <a:spcBef>
                  <a:spcPts val="0"/>
                </a:spcBef>
                <a:spcAft>
                  <a:spcPts val="0"/>
                </a:spcAft>
                <a:buNone/>
              </a:pPr>
              <a:r>
                <a:rPr lang="en" sz="600">
                  <a:solidFill>
                    <a:schemeClr val="dk1"/>
                  </a:solidFill>
                  <a:latin typeface="IBM Plex Sans"/>
                  <a:ea typeface="IBM Plex Sans"/>
                  <a:cs typeface="IBM Plex Sans"/>
                  <a:sym typeface="IBM Plex Sans"/>
                </a:rPr>
                <a:t>Model &amp; deploy business process diagrams with BPMN &amp; DMN.</a:t>
              </a:r>
              <a:endParaRPr sz="600">
                <a:solidFill>
                  <a:schemeClr val="dk1"/>
                </a:solidFill>
                <a:latin typeface="IBM Plex Sans"/>
                <a:ea typeface="IBM Plex Sans"/>
                <a:cs typeface="IBM Plex Sans"/>
                <a:sym typeface="IBM Plex Sans"/>
              </a:endParaRPr>
            </a:p>
            <a:p>
              <a:pPr marL="12700" lvl="0" indent="0" algn="l" rtl="0">
                <a:spcBef>
                  <a:spcPts val="0"/>
                </a:spcBef>
                <a:spcAft>
                  <a:spcPts val="0"/>
                </a:spcAft>
                <a:buNone/>
              </a:pPr>
              <a:r>
                <a:rPr lang="en" sz="600">
                  <a:solidFill>
                    <a:schemeClr val="dk1"/>
                  </a:solidFill>
                  <a:latin typeface="IBM Plex Sans"/>
                  <a:ea typeface="IBM Plex Sans"/>
                  <a:cs typeface="IBM Plex Sans"/>
                  <a:sym typeface="IBM Plex Sans"/>
                </a:rPr>
                <a:t/>
              </a:r>
              <a:br>
                <a:rPr lang="en" sz="600">
                  <a:solidFill>
                    <a:schemeClr val="dk1"/>
                  </a:solidFill>
                  <a:latin typeface="IBM Plex Sans"/>
                  <a:ea typeface="IBM Plex Sans"/>
                  <a:cs typeface="IBM Plex Sans"/>
                  <a:sym typeface="IBM Plex Sans"/>
                </a:rPr>
              </a:br>
              <a:r>
                <a:rPr lang="en" sz="600">
                  <a:solidFill>
                    <a:schemeClr val="dk1"/>
                  </a:solidFill>
                  <a:latin typeface="IBM Plex Sans"/>
                  <a:ea typeface="IBM Plex Sans"/>
                  <a:cs typeface="IBM Plex Sans"/>
                  <a:sym typeface="IBM Plex Sans"/>
                </a:rPr>
                <a:t>Available via web and desktop app.</a:t>
              </a:r>
              <a:endParaRPr>
                <a:solidFill>
                  <a:schemeClr val="dk1"/>
                </a:solidFill>
              </a:endParaRPr>
            </a:p>
          </p:txBody>
        </p:sp>
        <p:grpSp>
          <p:nvGrpSpPr>
            <p:cNvPr id="4010" name="Google Shape;4010;p181"/>
            <p:cNvGrpSpPr/>
            <p:nvPr/>
          </p:nvGrpSpPr>
          <p:grpSpPr>
            <a:xfrm>
              <a:off x="727870" y="3020567"/>
              <a:ext cx="2088457" cy="221400"/>
              <a:chOff x="637200" y="3212675"/>
              <a:chExt cx="1957500" cy="221400"/>
            </a:xfrm>
          </p:grpSpPr>
          <p:cxnSp>
            <p:nvCxnSpPr>
              <p:cNvPr id="4011" name="Google Shape;4011;p181"/>
              <p:cNvCxnSpPr/>
              <p:nvPr/>
            </p:nvCxnSpPr>
            <p:spPr>
              <a:xfrm>
                <a:off x="1615938" y="3212675"/>
                <a:ext cx="0" cy="110700"/>
              </a:xfrm>
              <a:prstGeom prst="straightConnector1">
                <a:avLst/>
              </a:prstGeom>
              <a:noFill/>
              <a:ln w="9525" cap="flat" cmpd="sng">
                <a:solidFill>
                  <a:schemeClr val="lt2"/>
                </a:solidFill>
                <a:prstDash val="solid"/>
                <a:round/>
                <a:headEnd type="none" w="med" len="med"/>
                <a:tailEnd type="none" w="med" len="med"/>
              </a:ln>
            </p:spPr>
          </p:cxnSp>
          <p:cxnSp>
            <p:nvCxnSpPr>
              <p:cNvPr id="4012" name="Google Shape;4012;p181"/>
              <p:cNvCxnSpPr/>
              <p:nvPr/>
            </p:nvCxnSpPr>
            <p:spPr>
              <a:xfrm rot="10800000" flipH="1">
                <a:off x="637200" y="3313963"/>
                <a:ext cx="1957500" cy="4800"/>
              </a:xfrm>
              <a:prstGeom prst="straightConnector1">
                <a:avLst/>
              </a:prstGeom>
              <a:noFill/>
              <a:ln w="9525" cap="flat" cmpd="sng">
                <a:solidFill>
                  <a:schemeClr val="lt2"/>
                </a:solidFill>
                <a:prstDash val="solid"/>
                <a:round/>
                <a:headEnd type="none" w="med" len="med"/>
                <a:tailEnd type="none" w="med" len="med"/>
              </a:ln>
            </p:spPr>
          </p:cxnSp>
          <p:cxnSp>
            <p:nvCxnSpPr>
              <p:cNvPr id="4013" name="Google Shape;4013;p181"/>
              <p:cNvCxnSpPr/>
              <p:nvPr/>
            </p:nvCxnSpPr>
            <p:spPr>
              <a:xfrm>
                <a:off x="641688" y="3323375"/>
                <a:ext cx="0" cy="110700"/>
              </a:xfrm>
              <a:prstGeom prst="straightConnector1">
                <a:avLst/>
              </a:prstGeom>
              <a:noFill/>
              <a:ln w="9525" cap="flat" cmpd="sng">
                <a:solidFill>
                  <a:schemeClr val="lt2"/>
                </a:solidFill>
                <a:prstDash val="solid"/>
                <a:round/>
                <a:headEnd type="none" w="med" len="med"/>
                <a:tailEnd type="none" w="med" len="med"/>
              </a:ln>
            </p:spPr>
          </p:cxnSp>
          <p:cxnSp>
            <p:nvCxnSpPr>
              <p:cNvPr id="4014" name="Google Shape;4014;p181"/>
              <p:cNvCxnSpPr/>
              <p:nvPr/>
            </p:nvCxnSpPr>
            <p:spPr>
              <a:xfrm>
                <a:off x="1615938" y="3296388"/>
                <a:ext cx="0" cy="110700"/>
              </a:xfrm>
              <a:prstGeom prst="straightConnector1">
                <a:avLst/>
              </a:prstGeom>
              <a:noFill/>
              <a:ln w="9525" cap="flat" cmpd="sng">
                <a:solidFill>
                  <a:schemeClr val="lt2"/>
                </a:solidFill>
                <a:prstDash val="solid"/>
                <a:round/>
                <a:headEnd type="none" w="med" len="med"/>
                <a:tailEnd type="none" w="med" len="med"/>
              </a:ln>
            </p:spPr>
          </p:cxnSp>
          <p:cxnSp>
            <p:nvCxnSpPr>
              <p:cNvPr id="4015" name="Google Shape;4015;p181"/>
              <p:cNvCxnSpPr/>
              <p:nvPr/>
            </p:nvCxnSpPr>
            <p:spPr>
              <a:xfrm>
                <a:off x="2589925" y="3317263"/>
                <a:ext cx="0" cy="110700"/>
              </a:xfrm>
              <a:prstGeom prst="straightConnector1">
                <a:avLst/>
              </a:prstGeom>
              <a:noFill/>
              <a:ln w="9525" cap="flat" cmpd="sng">
                <a:solidFill>
                  <a:schemeClr val="lt2"/>
                </a:solidFill>
                <a:prstDash val="solid"/>
                <a:round/>
                <a:headEnd type="none" w="med" len="med"/>
                <a:tailEnd type="none" w="med" len="med"/>
              </a:ln>
            </p:spPr>
          </p:cxnSp>
        </p:grpSp>
        <p:grpSp>
          <p:nvGrpSpPr>
            <p:cNvPr id="4016" name="Google Shape;4016;p181"/>
            <p:cNvGrpSpPr/>
            <p:nvPr/>
          </p:nvGrpSpPr>
          <p:grpSpPr>
            <a:xfrm>
              <a:off x="2589755" y="3387419"/>
              <a:ext cx="457200" cy="457200"/>
              <a:chOff x="2597511" y="3997306"/>
              <a:chExt cx="457200" cy="457200"/>
            </a:xfrm>
          </p:grpSpPr>
          <p:sp>
            <p:nvSpPr>
              <p:cNvPr id="4017" name="Google Shape;4017;p181"/>
              <p:cNvSpPr/>
              <p:nvPr/>
            </p:nvSpPr>
            <p:spPr>
              <a:xfrm>
                <a:off x="2597511" y="3997306"/>
                <a:ext cx="457200" cy="457200"/>
              </a:xfrm>
              <a:prstGeom prst="roundRect">
                <a:avLst>
                  <a:gd name="adj" fmla="val 16667"/>
                </a:avLst>
              </a:prstGeom>
              <a:solidFill>
                <a:srgbClr val="FC5D0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018" name="Google Shape;4018;p181"/>
              <p:cNvGrpSpPr/>
              <p:nvPr/>
            </p:nvGrpSpPr>
            <p:grpSpPr>
              <a:xfrm>
                <a:off x="2703060" y="4119321"/>
                <a:ext cx="246086" cy="213144"/>
                <a:chOff x="7239892" y="1958476"/>
                <a:chExt cx="338775" cy="293425"/>
              </a:xfrm>
            </p:grpSpPr>
            <p:sp>
              <p:nvSpPr>
                <p:cNvPr id="4019" name="Google Shape;4019;p181"/>
                <p:cNvSpPr/>
                <p:nvPr/>
              </p:nvSpPr>
              <p:spPr>
                <a:xfrm>
                  <a:off x="7239892" y="1958476"/>
                  <a:ext cx="338775" cy="59175"/>
                </a:xfrm>
                <a:custGeom>
                  <a:avLst/>
                  <a:gdLst/>
                  <a:ahLst/>
                  <a:cxnLst/>
                  <a:rect l="l" t="t" r="r" b="b"/>
                  <a:pathLst>
                    <a:path w="13551" h="2367" extrusionOk="0">
                      <a:moveTo>
                        <a:pt x="723" y="414"/>
                      </a:moveTo>
                      <a:lnTo>
                        <a:pt x="723" y="1953"/>
                      </a:lnTo>
                      <a:lnTo>
                        <a:pt x="436" y="1953"/>
                      </a:lnTo>
                      <a:lnTo>
                        <a:pt x="436" y="414"/>
                      </a:lnTo>
                      <a:close/>
                      <a:moveTo>
                        <a:pt x="1" y="1"/>
                      </a:moveTo>
                      <a:lnTo>
                        <a:pt x="1" y="2367"/>
                      </a:lnTo>
                      <a:lnTo>
                        <a:pt x="13551" y="2367"/>
                      </a:lnTo>
                      <a:lnTo>
                        <a:pt x="1355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0" name="Google Shape;4020;p181"/>
                <p:cNvSpPr/>
                <p:nvPr/>
              </p:nvSpPr>
              <p:spPr>
                <a:xfrm>
                  <a:off x="7239892" y="2194051"/>
                  <a:ext cx="146475" cy="57850"/>
                </a:xfrm>
                <a:custGeom>
                  <a:avLst/>
                  <a:gdLst/>
                  <a:ahLst/>
                  <a:cxnLst/>
                  <a:rect l="l" t="t" r="r" b="b"/>
                  <a:pathLst>
                    <a:path w="5859" h="2314" extrusionOk="0">
                      <a:moveTo>
                        <a:pt x="1" y="0"/>
                      </a:moveTo>
                      <a:lnTo>
                        <a:pt x="1" y="2313"/>
                      </a:lnTo>
                      <a:lnTo>
                        <a:pt x="5858" y="2313"/>
                      </a:lnTo>
                      <a:lnTo>
                        <a:pt x="585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1" name="Google Shape;4021;p181"/>
                <p:cNvSpPr/>
                <p:nvPr/>
              </p:nvSpPr>
              <p:spPr>
                <a:xfrm>
                  <a:off x="7239892" y="2076526"/>
                  <a:ext cx="338775" cy="59175"/>
                </a:xfrm>
                <a:custGeom>
                  <a:avLst/>
                  <a:gdLst/>
                  <a:ahLst/>
                  <a:cxnLst/>
                  <a:rect l="l" t="t" r="r" b="b"/>
                  <a:pathLst>
                    <a:path w="13551" h="2367" extrusionOk="0">
                      <a:moveTo>
                        <a:pt x="723" y="457"/>
                      </a:moveTo>
                      <a:lnTo>
                        <a:pt x="723" y="1995"/>
                      </a:lnTo>
                      <a:lnTo>
                        <a:pt x="436" y="1995"/>
                      </a:lnTo>
                      <a:lnTo>
                        <a:pt x="436" y="457"/>
                      </a:lnTo>
                      <a:close/>
                      <a:moveTo>
                        <a:pt x="1" y="0"/>
                      </a:moveTo>
                      <a:lnTo>
                        <a:pt x="1" y="2367"/>
                      </a:lnTo>
                      <a:lnTo>
                        <a:pt x="13551" y="2367"/>
                      </a:lnTo>
                      <a:lnTo>
                        <a:pt x="1355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4022" name="Google Shape;4022;p181"/>
            <p:cNvGrpSpPr/>
            <p:nvPr/>
          </p:nvGrpSpPr>
          <p:grpSpPr>
            <a:xfrm>
              <a:off x="509618" y="3387419"/>
              <a:ext cx="457200" cy="457200"/>
              <a:chOff x="320263" y="3511638"/>
              <a:chExt cx="457200" cy="457200"/>
            </a:xfrm>
          </p:grpSpPr>
          <p:sp>
            <p:nvSpPr>
              <p:cNvPr id="4023" name="Google Shape;4023;p181"/>
              <p:cNvSpPr/>
              <p:nvPr/>
            </p:nvSpPr>
            <p:spPr>
              <a:xfrm>
                <a:off x="320263" y="3511638"/>
                <a:ext cx="457200" cy="457200"/>
              </a:xfrm>
              <a:prstGeom prst="roundRect">
                <a:avLst>
                  <a:gd name="adj" fmla="val 16667"/>
                </a:avLst>
              </a:prstGeom>
              <a:solidFill>
                <a:srgbClr val="FC5D0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024" name="Google Shape;4024;p181"/>
              <p:cNvGrpSpPr/>
              <p:nvPr/>
            </p:nvGrpSpPr>
            <p:grpSpPr>
              <a:xfrm>
                <a:off x="402434" y="3704747"/>
                <a:ext cx="292894" cy="70999"/>
                <a:chOff x="238125" y="1991650"/>
                <a:chExt cx="7143750" cy="1731675"/>
              </a:xfrm>
            </p:grpSpPr>
            <p:sp>
              <p:nvSpPr>
                <p:cNvPr id="4025" name="Google Shape;4025;p181"/>
                <p:cNvSpPr/>
                <p:nvPr/>
              </p:nvSpPr>
              <p:spPr>
                <a:xfrm>
                  <a:off x="238125" y="2199625"/>
                  <a:ext cx="1315725" cy="1315725"/>
                </a:xfrm>
                <a:custGeom>
                  <a:avLst/>
                  <a:gdLst/>
                  <a:ahLst/>
                  <a:cxnLst/>
                  <a:rect l="l" t="t" r="r" b="b"/>
                  <a:pathLst>
                    <a:path w="52629" h="52629" extrusionOk="0">
                      <a:moveTo>
                        <a:pt x="26224" y="0"/>
                      </a:moveTo>
                      <a:lnTo>
                        <a:pt x="23511" y="181"/>
                      </a:lnTo>
                      <a:lnTo>
                        <a:pt x="20979" y="543"/>
                      </a:lnTo>
                      <a:lnTo>
                        <a:pt x="18447" y="1085"/>
                      </a:lnTo>
                      <a:lnTo>
                        <a:pt x="16096" y="1990"/>
                      </a:lnTo>
                      <a:lnTo>
                        <a:pt x="13745" y="3075"/>
                      </a:lnTo>
                      <a:lnTo>
                        <a:pt x="11575" y="4522"/>
                      </a:lnTo>
                      <a:lnTo>
                        <a:pt x="9585" y="5968"/>
                      </a:lnTo>
                      <a:lnTo>
                        <a:pt x="7596" y="7777"/>
                      </a:lnTo>
                      <a:lnTo>
                        <a:pt x="5968" y="9586"/>
                      </a:lnTo>
                      <a:lnTo>
                        <a:pt x="4341" y="11575"/>
                      </a:lnTo>
                      <a:lnTo>
                        <a:pt x="3075" y="13745"/>
                      </a:lnTo>
                      <a:lnTo>
                        <a:pt x="1989" y="16096"/>
                      </a:lnTo>
                      <a:lnTo>
                        <a:pt x="1085" y="18447"/>
                      </a:lnTo>
                      <a:lnTo>
                        <a:pt x="362" y="20979"/>
                      </a:lnTo>
                      <a:lnTo>
                        <a:pt x="0" y="23692"/>
                      </a:lnTo>
                      <a:lnTo>
                        <a:pt x="0" y="26405"/>
                      </a:lnTo>
                      <a:lnTo>
                        <a:pt x="0" y="29118"/>
                      </a:lnTo>
                      <a:lnTo>
                        <a:pt x="362" y="31650"/>
                      </a:lnTo>
                      <a:lnTo>
                        <a:pt x="1085" y="34182"/>
                      </a:lnTo>
                      <a:lnTo>
                        <a:pt x="1989" y="36533"/>
                      </a:lnTo>
                      <a:lnTo>
                        <a:pt x="3075" y="38884"/>
                      </a:lnTo>
                      <a:lnTo>
                        <a:pt x="4341" y="41054"/>
                      </a:lnTo>
                      <a:lnTo>
                        <a:pt x="5968" y="43043"/>
                      </a:lnTo>
                      <a:lnTo>
                        <a:pt x="7596" y="45033"/>
                      </a:lnTo>
                      <a:lnTo>
                        <a:pt x="9585" y="46661"/>
                      </a:lnTo>
                      <a:lnTo>
                        <a:pt x="11575" y="48288"/>
                      </a:lnTo>
                      <a:lnTo>
                        <a:pt x="13745" y="49554"/>
                      </a:lnTo>
                      <a:lnTo>
                        <a:pt x="16096" y="50639"/>
                      </a:lnTo>
                      <a:lnTo>
                        <a:pt x="18447" y="51544"/>
                      </a:lnTo>
                      <a:lnTo>
                        <a:pt x="20979" y="52086"/>
                      </a:lnTo>
                      <a:lnTo>
                        <a:pt x="23511" y="52629"/>
                      </a:lnTo>
                      <a:lnTo>
                        <a:pt x="28937" y="52629"/>
                      </a:lnTo>
                      <a:lnTo>
                        <a:pt x="31650" y="52086"/>
                      </a:lnTo>
                      <a:lnTo>
                        <a:pt x="34181" y="51544"/>
                      </a:lnTo>
                      <a:lnTo>
                        <a:pt x="36533" y="50639"/>
                      </a:lnTo>
                      <a:lnTo>
                        <a:pt x="38884" y="49554"/>
                      </a:lnTo>
                      <a:lnTo>
                        <a:pt x="41054" y="48288"/>
                      </a:lnTo>
                      <a:lnTo>
                        <a:pt x="43043" y="46661"/>
                      </a:lnTo>
                      <a:lnTo>
                        <a:pt x="44852" y="45033"/>
                      </a:lnTo>
                      <a:lnTo>
                        <a:pt x="46660" y="43043"/>
                      </a:lnTo>
                      <a:lnTo>
                        <a:pt x="48107" y="41054"/>
                      </a:lnTo>
                      <a:lnTo>
                        <a:pt x="49373" y="38884"/>
                      </a:lnTo>
                      <a:lnTo>
                        <a:pt x="50639" y="36533"/>
                      </a:lnTo>
                      <a:lnTo>
                        <a:pt x="51544" y="34182"/>
                      </a:lnTo>
                      <a:lnTo>
                        <a:pt x="52086" y="31650"/>
                      </a:lnTo>
                      <a:lnTo>
                        <a:pt x="52448" y="29118"/>
                      </a:lnTo>
                      <a:lnTo>
                        <a:pt x="52629" y="26405"/>
                      </a:lnTo>
                      <a:lnTo>
                        <a:pt x="52448" y="23692"/>
                      </a:lnTo>
                      <a:lnTo>
                        <a:pt x="52086" y="20979"/>
                      </a:lnTo>
                      <a:lnTo>
                        <a:pt x="51544" y="18447"/>
                      </a:lnTo>
                      <a:lnTo>
                        <a:pt x="50639" y="16096"/>
                      </a:lnTo>
                      <a:lnTo>
                        <a:pt x="49373" y="13745"/>
                      </a:lnTo>
                      <a:lnTo>
                        <a:pt x="48107" y="11575"/>
                      </a:lnTo>
                      <a:lnTo>
                        <a:pt x="46660" y="9586"/>
                      </a:lnTo>
                      <a:lnTo>
                        <a:pt x="44852" y="7777"/>
                      </a:lnTo>
                      <a:lnTo>
                        <a:pt x="43043" y="5968"/>
                      </a:lnTo>
                      <a:lnTo>
                        <a:pt x="41054" y="4522"/>
                      </a:lnTo>
                      <a:lnTo>
                        <a:pt x="38884" y="3075"/>
                      </a:lnTo>
                      <a:lnTo>
                        <a:pt x="36533" y="1990"/>
                      </a:lnTo>
                      <a:lnTo>
                        <a:pt x="34181" y="1085"/>
                      </a:lnTo>
                      <a:lnTo>
                        <a:pt x="31650" y="543"/>
                      </a:lnTo>
                      <a:lnTo>
                        <a:pt x="28937" y="181"/>
                      </a:lnTo>
                      <a:lnTo>
                        <a:pt x="2622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6" name="Google Shape;4026;p181"/>
                <p:cNvSpPr/>
                <p:nvPr/>
              </p:nvSpPr>
              <p:spPr>
                <a:xfrm>
                  <a:off x="6066150" y="2199625"/>
                  <a:ext cx="1315725" cy="1315725"/>
                </a:xfrm>
                <a:custGeom>
                  <a:avLst/>
                  <a:gdLst/>
                  <a:ahLst/>
                  <a:cxnLst/>
                  <a:rect l="l" t="t" r="r" b="b"/>
                  <a:pathLst>
                    <a:path w="52629" h="52629" extrusionOk="0">
                      <a:moveTo>
                        <a:pt x="26405" y="0"/>
                      </a:moveTo>
                      <a:lnTo>
                        <a:pt x="23692" y="181"/>
                      </a:lnTo>
                      <a:lnTo>
                        <a:pt x="20979" y="543"/>
                      </a:lnTo>
                      <a:lnTo>
                        <a:pt x="18448" y="1085"/>
                      </a:lnTo>
                      <a:lnTo>
                        <a:pt x="16096" y="1990"/>
                      </a:lnTo>
                      <a:lnTo>
                        <a:pt x="13745" y="3075"/>
                      </a:lnTo>
                      <a:lnTo>
                        <a:pt x="11575" y="4522"/>
                      </a:lnTo>
                      <a:lnTo>
                        <a:pt x="9586" y="5968"/>
                      </a:lnTo>
                      <a:lnTo>
                        <a:pt x="7777" y="7777"/>
                      </a:lnTo>
                      <a:lnTo>
                        <a:pt x="5969" y="9586"/>
                      </a:lnTo>
                      <a:lnTo>
                        <a:pt x="4522" y="11575"/>
                      </a:lnTo>
                      <a:lnTo>
                        <a:pt x="3256" y="13745"/>
                      </a:lnTo>
                      <a:lnTo>
                        <a:pt x="1990" y="16096"/>
                      </a:lnTo>
                      <a:lnTo>
                        <a:pt x="1266" y="18447"/>
                      </a:lnTo>
                      <a:lnTo>
                        <a:pt x="543" y="20979"/>
                      </a:lnTo>
                      <a:lnTo>
                        <a:pt x="181" y="23692"/>
                      </a:lnTo>
                      <a:lnTo>
                        <a:pt x="0" y="26405"/>
                      </a:lnTo>
                      <a:lnTo>
                        <a:pt x="181" y="29118"/>
                      </a:lnTo>
                      <a:lnTo>
                        <a:pt x="543" y="31650"/>
                      </a:lnTo>
                      <a:lnTo>
                        <a:pt x="1266" y="34182"/>
                      </a:lnTo>
                      <a:lnTo>
                        <a:pt x="1990" y="36533"/>
                      </a:lnTo>
                      <a:lnTo>
                        <a:pt x="3256" y="38884"/>
                      </a:lnTo>
                      <a:lnTo>
                        <a:pt x="4522" y="41054"/>
                      </a:lnTo>
                      <a:lnTo>
                        <a:pt x="5969" y="43043"/>
                      </a:lnTo>
                      <a:lnTo>
                        <a:pt x="7777" y="45033"/>
                      </a:lnTo>
                      <a:lnTo>
                        <a:pt x="9586" y="46661"/>
                      </a:lnTo>
                      <a:lnTo>
                        <a:pt x="11575" y="48288"/>
                      </a:lnTo>
                      <a:lnTo>
                        <a:pt x="13745" y="49554"/>
                      </a:lnTo>
                      <a:lnTo>
                        <a:pt x="16096" y="50639"/>
                      </a:lnTo>
                      <a:lnTo>
                        <a:pt x="18448" y="51544"/>
                      </a:lnTo>
                      <a:lnTo>
                        <a:pt x="20979" y="52086"/>
                      </a:lnTo>
                      <a:lnTo>
                        <a:pt x="23692" y="52629"/>
                      </a:lnTo>
                      <a:lnTo>
                        <a:pt x="29118" y="52629"/>
                      </a:lnTo>
                      <a:lnTo>
                        <a:pt x="31650" y="52086"/>
                      </a:lnTo>
                      <a:lnTo>
                        <a:pt x="34182" y="51544"/>
                      </a:lnTo>
                      <a:lnTo>
                        <a:pt x="36533" y="50639"/>
                      </a:lnTo>
                      <a:lnTo>
                        <a:pt x="38884" y="49554"/>
                      </a:lnTo>
                      <a:lnTo>
                        <a:pt x="41054" y="48288"/>
                      </a:lnTo>
                      <a:lnTo>
                        <a:pt x="43044" y="46661"/>
                      </a:lnTo>
                      <a:lnTo>
                        <a:pt x="45033" y="45033"/>
                      </a:lnTo>
                      <a:lnTo>
                        <a:pt x="46661" y="43043"/>
                      </a:lnTo>
                      <a:lnTo>
                        <a:pt x="48289" y="41054"/>
                      </a:lnTo>
                      <a:lnTo>
                        <a:pt x="49554" y="38884"/>
                      </a:lnTo>
                      <a:lnTo>
                        <a:pt x="50640" y="36533"/>
                      </a:lnTo>
                      <a:lnTo>
                        <a:pt x="51544" y="34182"/>
                      </a:lnTo>
                      <a:lnTo>
                        <a:pt x="52267" y="31650"/>
                      </a:lnTo>
                      <a:lnTo>
                        <a:pt x="52629" y="29118"/>
                      </a:lnTo>
                      <a:lnTo>
                        <a:pt x="52629" y="26405"/>
                      </a:lnTo>
                      <a:lnTo>
                        <a:pt x="52629" y="23692"/>
                      </a:lnTo>
                      <a:lnTo>
                        <a:pt x="52267" y="20979"/>
                      </a:lnTo>
                      <a:lnTo>
                        <a:pt x="51544" y="18447"/>
                      </a:lnTo>
                      <a:lnTo>
                        <a:pt x="50640" y="16096"/>
                      </a:lnTo>
                      <a:lnTo>
                        <a:pt x="49554" y="13745"/>
                      </a:lnTo>
                      <a:lnTo>
                        <a:pt x="48289" y="11575"/>
                      </a:lnTo>
                      <a:lnTo>
                        <a:pt x="46661" y="9586"/>
                      </a:lnTo>
                      <a:lnTo>
                        <a:pt x="45033" y="7777"/>
                      </a:lnTo>
                      <a:lnTo>
                        <a:pt x="43044" y="5968"/>
                      </a:lnTo>
                      <a:lnTo>
                        <a:pt x="41054" y="4522"/>
                      </a:lnTo>
                      <a:lnTo>
                        <a:pt x="38884" y="3075"/>
                      </a:lnTo>
                      <a:lnTo>
                        <a:pt x="36533" y="1990"/>
                      </a:lnTo>
                      <a:lnTo>
                        <a:pt x="34182" y="1085"/>
                      </a:lnTo>
                      <a:lnTo>
                        <a:pt x="31650" y="543"/>
                      </a:lnTo>
                      <a:lnTo>
                        <a:pt x="29118" y="181"/>
                      </a:lnTo>
                      <a:lnTo>
                        <a:pt x="2640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7" name="Google Shape;4027;p181"/>
                <p:cNvSpPr/>
                <p:nvPr/>
              </p:nvSpPr>
              <p:spPr>
                <a:xfrm>
                  <a:off x="2941875" y="1991650"/>
                  <a:ext cx="1736250" cy="1731675"/>
                </a:xfrm>
                <a:custGeom>
                  <a:avLst/>
                  <a:gdLst/>
                  <a:ahLst/>
                  <a:cxnLst/>
                  <a:rect l="l" t="t" r="r" b="b"/>
                  <a:pathLst>
                    <a:path w="69450" h="69267" extrusionOk="0">
                      <a:moveTo>
                        <a:pt x="36534" y="16639"/>
                      </a:moveTo>
                      <a:lnTo>
                        <a:pt x="38342" y="17000"/>
                      </a:lnTo>
                      <a:lnTo>
                        <a:pt x="40151" y="17362"/>
                      </a:lnTo>
                      <a:lnTo>
                        <a:pt x="41778" y="18085"/>
                      </a:lnTo>
                      <a:lnTo>
                        <a:pt x="43406" y="18809"/>
                      </a:lnTo>
                      <a:lnTo>
                        <a:pt x="44853" y="19713"/>
                      </a:lnTo>
                      <a:lnTo>
                        <a:pt x="46119" y="20798"/>
                      </a:lnTo>
                      <a:lnTo>
                        <a:pt x="47566" y="21883"/>
                      </a:lnTo>
                      <a:lnTo>
                        <a:pt x="48651" y="23149"/>
                      </a:lnTo>
                      <a:lnTo>
                        <a:pt x="49736" y="24596"/>
                      </a:lnTo>
                      <a:lnTo>
                        <a:pt x="50640" y="26043"/>
                      </a:lnTo>
                      <a:lnTo>
                        <a:pt x="51364" y="27671"/>
                      </a:lnTo>
                      <a:lnTo>
                        <a:pt x="51906" y="29298"/>
                      </a:lnTo>
                      <a:lnTo>
                        <a:pt x="52449" y="31107"/>
                      </a:lnTo>
                      <a:lnTo>
                        <a:pt x="52630" y="32735"/>
                      </a:lnTo>
                      <a:lnTo>
                        <a:pt x="52810" y="34724"/>
                      </a:lnTo>
                      <a:lnTo>
                        <a:pt x="52630" y="36532"/>
                      </a:lnTo>
                      <a:lnTo>
                        <a:pt x="52449" y="38341"/>
                      </a:lnTo>
                      <a:lnTo>
                        <a:pt x="51906" y="39969"/>
                      </a:lnTo>
                      <a:lnTo>
                        <a:pt x="51364" y="41596"/>
                      </a:lnTo>
                      <a:lnTo>
                        <a:pt x="50640" y="43224"/>
                      </a:lnTo>
                      <a:lnTo>
                        <a:pt x="49736" y="44671"/>
                      </a:lnTo>
                      <a:lnTo>
                        <a:pt x="48651" y="46118"/>
                      </a:lnTo>
                      <a:lnTo>
                        <a:pt x="47566" y="47384"/>
                      </a:lnTo>
                      <a:lnTo>
                        <a:pt x="46119" y="48650"/>
                      </a:lnTo>
                      <a:lnTo>
                        <a:pt x="44853" y="49554"/>
                      </a:lnTo>
                      <a:lnTo>
                        <a:pt x="43406" y="50458"/>
                      </a:lnTo>
                      <a:lnTo>
                        <a:pt x="41778" y="51362"/>
                      </a:lnTo>
                      <a:lnTo>
                        <a:pt x="40151" y="51905"/>
                      </a:lnTo>
                      <a:lnTo>
                        <a:pt x="38342" y="52267"/>
                      </a:lnTo>
                      <a:lnTo>
                        <a:pt x="36534" y="52628"/>
                      </a:lnTo>
                      <a:lnTo>
                        <a:pt x="32916" y="52628"/>
                      </a:lnTo>
                      <a:lnTo>
                        <a:pt x="31108" y="52267"/>
                      </a:lnTo>
                      <a:lnTo>
                        <a:pt x="29299" y="51905"/>
                      </a:lnTo>
                      <a:lnTo>
                        <a:pt x="27672" y="51362"/>
                      </a:lnTo>
                      <a:lnTo>
                        <a:pt x="26044" y="50458"/>
                      </a:lnTo>
                      <a:lnTo>
                        <a:pt x="24597" y="49554"/>
                      </a:lnTo>
                      <a:lnTo>
                        <a:pt x="23331" y="48650"/>
                      </a:lnTo>
                      <a:lnTo>
                        <a:pt x="21884" y="47384"/>
                      </a:lnTo>
                      <a:lnTo>
                        <a:pt x="20799" y="46118"/>
                      </a:lnTo>
                      <a:lnTo>
                        <a:pt x="19714" y="44671"/>
                      </a:lnTo>
                      <a:lnTo>
                        <a:pt x="18810" y="43224"/>
                      </a:lnTo>
                      <a:lnTo>
                        <a:pt x="18086" y="41596"/>
                      </a:lnTo>
                      <a:lnTo>
                        <a:pt x="17544" y="39969"/>
                      </a:lnTo>
                      <a:lnTo>
                        <a:pt x="17001" y="38341"/>
                      </a:lnTo>
                      <a:lnTo>
                        <a:pt x="16820" y="36532"/>
                      </a:lnTo>
                      <a:lnTo>
                        <a:pt x="16640" y="34724"/>
                      </a:lnTo>
                      <a:lnTo>
                        <a:pt x="16820" y="32735"/>
                      </a:lnTo>
                      <a:lnTo>
                        <a:pt x="17001" y="31107"/>
                      </a:lnTo>
                      <a:lnTo>
                        <a:pt x="17544" y="29298"/>
                      </a:lnTo>
                      <a:lnTo>
                        <a:pt x="18086" y="27671"/>
                      </a:lnTo>
                      <a:lnTo>
                        <a:pt x="18810" y="26043"/>
                      </a:lnTo>
                      <a:lnTo>
                        <a:pt x="19714" y="24596"/>
                      </a:lnTo>
                      <a:lnTo>
                        <a:pt x="20799" y="23149"/>
                      </a:lnTo>
                      <a:lnTo>
                        <a:pt x="21884" y="21883"/>
                      </a:lnTo>
                      <a:lnTo>
                        <a:pt x="23331" y="20798"/>
                      </a:lnTo>
                      <a:lnTo>
                        <a:pt x="24597" y="19713"/>
                      </a:lnTo>
                      <a:lnTo>
                        <a:pt x="26044" y="18809"/>
                      </a:lnTo>
                      <a:lnTo>
                        <a:pt x="27672" y="18085"/>
                      </a:lnTo>
                      <a:lnTo>
                        <a:pt x="29299" y="17362"/>
                      </a:lnTo>
                      <a:lnTo>
                        <a:pt x="31108" y="17000"/>
                      </a:lnTo>
                      <a:lnTo>
                        <a:pt x="32916" y="16639"/>
                      </a:lnTo>
                      <a:close/>
                      <a:moveTo>
                        <a:pt x="34725" y="0"/>
                      </a:moveTo>
                      <a:lnTo>
                        <a:pt x="31108" y="181"/>
                      </a:lnTo>
                      <a:lnTo>
                        <a:pt x="27672" y="723"/>
                      </a:lnTo>
                      <a:lnTo>
                        <a:pt x="24416" y="1628"/>
                      </a:lnTo>
                      <a:lnTo>
                        <a:pt x="21161" y="2713"/>
                      </a:lnTo>
                      <a:lnTo>
                        <a:pt x="18267" y="4160"/>
                      </a:lnTo>
                      <a:lnTo>
                        <a:pt x="15374" y="5968"/>
                      </a:lnTo>
                      <a:lnTo>
                        <a:pt x="12661" y="7958"/>
                      </a:lnTo>
                      <a:lnTo>
                        <a:pt x="10129" y="10128"/>
                      </a:lnTo>
                      <a:lnTo>
                        <a:pt x="7959" y="12660"/>
                      </a:lnTo>
                      <a:lnTo>
                        <a:pt x="5969" y="15373"/>
                      </a:lnTo>
                      <a:lnTo>
                        <a:pt x="4161" y="18085"/>
                      </a:lnTo>
                      <a:lnTo>
                        <a:pt x="2714" y="21160"/>
                      </a:lnTo>
                      <a:lnTo>
                        <a:pt x="1629" y="24415"/>
                      </a:lnTo>
                      <a:lnTo>
                        <a:pt x="724" y="27671"/>
                      </a:lnTo>
                      <a:lnTo>
                        <a:pt x="182" y="31107"/>
                      </a:lnTo>
                      <a:lnTo>
                        <a:pt x="1" y="34724"/>
                      </a:lnTo>
                      <a:lnTo>
                        <a:pt x="182" y="38160"/>
                      </a:lnTo>
                      <a:lnTo>
                        <a:pt x="724" y="41596"/>
                      </a:lnTo>
                      <a:lnTo>
                        <a:pt x="1629" y="45033"/>
                      </a:lnTo>
                      <a:lnTo>
                        <a:pt x="2714" y="48107"/>
                      </a:lnTo>
                      <a:lnTo>
                        <a:pt x="4161" y="51182"/>
                      </a:lnTo>
                      <a:lnTo>
                        <a:pt x="5969" y="54075"/>
                      </a:lnTo>
                      <a:lnTo>
                        <a:pt x="7959" y="56788"/>
                      </a:lnTo>
                      <a:lnTo>
                        <a:pt x="10129" y="59139"/>
                      </a:lnTo>
                      <a:lnTo>
                        <a:pt x="12661" y="61490"/>
                      </a:lnTo>
                      <a:lnTo>
                        <a:pt x="15374" y="63480"/>
                      </a:lnTo>
                      <a:lnTo>
                        <a:pt x="18267" y="65107"/>
                      </a:lnTo>
                      <a:lnTo>
                        <a:pt x="21161" y="66554"/>
                      </a:lnTo>
                      <a:lnTo>
                        <a:pt x="24416" y="67820"/>
                      </a:lnTo>
                      <a:lnTo>
                        <a:pt x="27672" y="68724"/>
                      </a:lnTo>
                      <a:lnTo>
                        <a:pt x="31108" y="69086"/>
                      </a:lnTo>
                      <a:lnTo>
                        <a:pt x="34725" y="69267"/>
                      </a:lnTo>
                      <a:lnTo>
                        <a:pt x="38342" y="69086"/>
                      </a:lnTo>
                      <a:lnTo>
                        <a:pt x="41778" y="68724"/>
                      </a:lnTo>
                      <a:lnTo>
                        <a:pt x="45034" y="67820"/>
                      </a:lnTo>
                      <a:lnTo>
                        <a:pt x="48289" y="66554"/>
                      </a:lnTo>
                      <a:lnTo>
                        <a:pt x="51183" y="65107"/>
                      </a:lnTo>
                      <a:lnTo>
                        <a:pt x="54076" y="63480"/>
                      </a:lnTo>
                      <a:lnTo>
                        <a:pt x="56789" y="61490"/>
                      </a:lnTo>
                      <a:lnTo>
                        <a:pt x="59321" y="59139"/>
                      </a:lnTo>
                      <a:lnTo>
                        <a:pt x="61491" y="56788"/>
                      </a:lnTo>
                      <a:lnTo>
                        <a:pt x="63481" y="54075"/>
                      </a:lnTo>
                      <a:lnTo>
                        <a:pt x="65289" y="51182"/>
                      </a:lnTo>
                      <a:lnTo>
                        <a:pt x="66736" y="48107"/>
                      </a:lnTo>
                      <a:lnTo>
                        <a:pt x="67821" y="45033"/>
                      </a:lnTo>
                      <a:lnTo>
                        <a:pt x="68726" y="41596"/>
                      </a:lnTo>
                      <a:lnTo>
                        <a:pt x="69268" y="38160"/>
                      </a:lnTo>
                      <a:lnTo>
                        <a:pt x="69449" y="34724"/>
                      </a:lnTo>
                      <a:lnTo>
                        <a:pt x="69268" y="31107"/>
                      </a:lnTo>
                      <a:lnTo>
                        <a:pt x="68726" y="27671"/>
                      </a:lnTo>
                      <a:lnTo>
                        <a:pt x="67821" y="24415"/>
                      </a:lnTo>
                      <a:lnTo>
                        <a:pt x="66736" y="21160"/>
                      </a:lnTo>
                      <a:lnTo>
                        <a:pt x="65289" y="18085"/>
                      </a:lnTo>
                      <a:lnTo>
                        <a:pt x="63481" y="15373"/>
                      </a:lnTo>
                      <a:lnTo>
                        <a:pt x="61491" y="12660"/>
                      </a:lnTo>
                      <a:lnTo>
                        <a:pt x="59321" y="10128"/>
                      </a:lnTo>
                      <a:lnTo>
                        <a:pt x="56789" y="7958"/>
                      </a:lnTo>
                      <a:lnTo>
                        <a:pt x="54076" y="5968"/>
                      </a:lnTo>
                      <a:lnTo>
                        <a:pt x="51183" y="4160"/>
                      </a:lnTo>
                      <a:lnTo>
                        <a:pt x="48289" y="2713"/>
                      </a:lnTo>
                      <a:lnTo>
                        <a:pt x="45034" y="1628"/>
                      </a:lnTo>
                      <a:lnTo>
                        <a:pt x="41778" y="723"/>
                      </a:lnTo>
                      <a:lnTo>
                        <a:pt x="38342" y="181"/>
                      </a:lnTo>
                      <a:lnTo>
                        <a:pt x="3472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8" name="Google Shape;4028;p181"/>
                <p:cNvSpPr/>
                <p:nvPr/>
              </p:nvSpPr>
              <p:spPr>
                <a:xfrm>
                  <a:off x="893700" y="2633675"/>
                  <a:ext cx="5832600" cy="452150"/>
                </a:xfrm>
                <a:custGeom>
                  <a:avLst/>
                  <a:gdLst/>
                  <a:ahLst/>
                  <a:cxnLst/>
                  <a:rect l="l" t="t" r="r" b="b"/>
                  <a:pathLst>
                    <a:path w="233304" h="18086" extrusionOk="0">
                      <a:moveTo>
                        <a:pt x="1" y="0"/>
                      </a:moveTo>
                      <a:lnTo>
                        <a:pt x="1" y="18086"/>
                      </a:lnTo>
                      <a:lnTo>
                        <a:pt x="90247" y="18086"/>
                      </a:lnTo>
                      <a:lnTo>
                        <a:pt x="90247" y="0"/>
                      </a:lnTo>
                      <a:close/>
                      <a:moveTo>
                        <a:pt x="143057" y="0"/>
                      </a:moveTo>
                      <a:lnTo>
                        <a:pt x="143057" y="18086"/>
                      </a:lnTo>
                      <a:lnTo>
                        <a:pt x="233303" y="18086"/>
                      </a:lnTo>
                      <a:lnTo>
                        <a:pt x="23330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4029" name="Google Shape;4029;p181"/>
            <p:cNvGrpSpPr/>
            <p:nvPr/>
          </p:nvGrpSpPr>
          <p:grpSpPr>
            <a:xfrm>
              <a:off x="1543579" y="3387419"/>
              <a:ext cx="457200" cy="457200"/>
              <a:chOff x="1387362" y="3490439"/>
              <a:chExt cx="457200" cy="457200"/>
            </a:xfrm>
          </p:grpSpPr>
          <p:sp>
            <p:nvSpPr>
              <p:cNvPr id="4030" name="Google Shape;4030;p181"/>
              <p:cNvSpPr/>
              <p:nvPr/>
            </p:nvSpPr>
            <p:spPr>
              <a:xfrm>
                <a:off x="1387362" y="3490439"/>
                <a:ext cx="457200" cy="457200"/>
              </a:xfrm>
              <a:prstGeom prst="roundRect">
                <a:avLst>
                  <a:gd name="adj" fmla="val 16667"/>
                </a:avLst>
              </a:prstGeom>
              <a:solidFill>
                <a:srgbClr val="FC5D0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031" name="Google Shape;4031;p181"/>
              <p:cNvGrpSpPr/>
              <p:nvPr/>
            </p:nvGrpSpPr>
            <p:grpSpPr>
              <a:xfrm>
                <a:off x="1469609" y="3601177"/>
                <a:ext cx="292669" cy="235744"/>
                <a:chOff x="558125" y="238125"/>
                <a:chExt cx="6503750" cy="5238750"/>
              </a:xfrm>
            </p:grpSpPr>
            <p:sp>
              <p:nvSpPr>
                <p:cNvPr id="4032" name="Google Shape;4032;p181"/>
                <p:cNvSpPr/>
                <p:nvPr/>
              </p:nvSpPr>
              <p:spPr>
                <a:xfrm>
                  <a:off x="558125" y="4263575"/>
                  <a:ext cx="1218000" cy="1213300"/>
                </a:xfrm>
                <a:custGeom>
                  <a:avLst/>
                  <a:gdLst/>
                  <a:ahLst/>
                  <a:cxnLst/>
                  <a:rect l="l" t="t" r="r" b="b"/>
                  <a:pathLst>
                    <a:path w="48720" h="48532" extrusionOk="0">
                      <a:moveTo>
                        <a:pt x="24454" y="1"/>
                      </a:moveTo>
                      <a:lnTo>
                        <a:pt x="21820" y="189"/>
                      </a:lnTo>
                      <a:lnTo>
                        <a:pt x="19563" y="565"/>
                      </a:lnTo>
                      <a:lnTo>
                        <a:pt x="17118" y="1129"/>
                      </a:lnTo>
                      <a:lnTo>
                        <a:pt x="14860" y="1882"/>
                      </a:lnTo>
                      <a:lnTo>
                        <a:pt x="12791" y="3010"/>
                      </a:lnTo>
                      <a:lnTo>
                        <a:pt x="10722" y="4139"/>
                      </a:lnTo>
                      <a:lnTo>
                        <a:pt x="8841" y="5456"/>
                      </a:lnTo>
                      <a:lnTo>
                        <a:pt x="7148" y="7149"/>
                      </a:lnTo>
                      <a:lnTo>
                        <a:pt x="5643" y="8842"/>
                      </a:lnTo>
                      <a:lnTo>
                        <a:pt x="4326" y="10723"/>
                      </a:lnTo>
                      <a:lnTo>
                        <a:pt x="3010" y="12792"/>
                      </a:lnTo>
                      <a:lnTo>
                        <a:pt x="2069" y="14861"/>
                      </a:lnTo>
                      <a:lnTo>
                        <a:pt x="1129" y="17118"/>
                      </a:lnTo>
                      <a:lnTo>
                        <a:pt x="564" y="19376"/>
                      </a:lnTo>
                      <a:lnTo>
                        <a:pt x="188" y="21821"/>
                      </a:lnTo>
                      <a:lnTo>
                        <a:pt x="0" y="24266"/>
                      </a:lnTo>
                      <a:lnTo>
                        <a:pt x="188" y="26712"/>
                      </a:lnTo>
                      <a:lnTo>
                        <a:pt x="564" y="29157"/>
                      </a:lnTo>
                      <a:lnTo>
                        <a:pt x="1129" y="31602"/>
                      </a:lnTo>
                      <a:lnTo>
                        <a:pt x="2069" y="33672"/>
                      </a:lnTo>
                      <a:lnTo>
                        <a:pt x="3010" y="35929"/>
                      </a:lnTo>
                      <a:lnTo>
                        <a:pt x="4326" y="37810"/>
                      </a:lnTo>
                      <a:lnTo>
                        <a:pt x="5643" y="39691"/>
                      </a:lnTo>
                      <a:lnTo>
                        <a:pt x="7148" y="41384"/>
                      </a:lnTo>
                      <a:lnTo>
                        <a:pt x="8841" y="43077"/>
                      </a:lnTo>
                      <a:lnTo>
                        <a:pt x="10722" y="44394"/>
                      </a:lnTo>
                      <a:lnTo>
                        <a:pt x="12791" y="45710"/>
                      </a:lnTo>
                      <a:lnTo>
                        <a:pt x="14860" y="46651"/>
                      </a:lnTo>
                      <a:lnTo>
                        <a:pt x="17118" y="47403"/>
                      </a:lnTo>
                      <a:lnTo>
                        <a:pt x="19563" y="48156"/>
                      </a:lnTo>
                      <a:lnTo>
                        <a:pt x="21820" y="48532"/>
                      </a:lnTo>
                      <a:lnTo>
                        <a:pt x="26899" y="48532"/>
                      </a:lnTo>
                      <a:lnTo>
                        <a:pt x="29344" y="48156"/>
                      </a:lnTo>
                      <a:lnTo>
                        <a:pt x="31602" y="47403"/>
                      </a:lnTo>
                      <a:lnTo>
                        <a:pt x="33859" y="46651"/>
                      </a:lnTo>
                      <a:lnTo>
                        <a:pt x="35928" y="45710"/>
                      </a:lnTo>
                      <a:lnTo>
                        <a:pt x="37997" y="44394"/>
                      </a:lnTo>
                      <a:lnTo>
                        <a:pt x="39878" y="43077"/>
                      </a:lnTo>
                      <a:lnTo>
                        <a:pt x="41571" y="41384"/>
                      </a:lnTo>
                      <a:lnTo>
                        <a:pt x="43076" y="39691"/>
                      </a:lnTo>
                      <a:lnTo>
                        <a:pt x="44581" y="37810"/>
                      </a:lnTo>
                      <a:lnTo>
                        <a:pt x="45710" y="35929"/>
                      </a:lnTo>
                      <a:lnTo>
                        <a:pt x="46838" y="33672"/>
                      </a:lnTo>
                      <a:lnTo>
                        <a:pt x="47591" y="31602"/>
                      </a:lnTo>
                      <a:lnTo>
                        <a:pt x="48155" y="29157"/>
                      </a:lnTo>
                      <a:lnTo>
                        <a:pt x="48531" y="26712"/>
                      </a:lnTo>
                      <a:lnTo>
                        <a:pt x="48719" y="24266"/>
                      </a:lnTo>
                      <a:lnTo>
                        <a:pt x="48531" y="21821"/>
                      </a:lnTo>
                      <a:lnTo>
                        <a:pt x="48155" y="19376"/>
                      </a:lnTo>
                      <a:lnTo>
                        <a:pt x="47591" y="17118"/>
                      </a:lnTo>
                      <a:lnTo>
                        <a:pt x="46838" y="14861"/>
                      </a:lnTo>
                      <a:lnTo>
                        <a:pt x="45710" y="12792"/>
                      </a:lnTo>
                      <a:lnTo>
                        <a:pt x="44581" y="10723"/>
                      </a:lnTo>
                      <a:lnTo>
                        <a:pt x="43076" y="8842"/>
                      </a:lnTo>
                      <a:lnTo>
                        <a:pt x="41571" y="7149"/>
                      </a:lnTo>
                      <a:lnTo>
                        <a:pt x="39878" y="5456"/>
                      </a:lnTo>
                      <a:lnTo>
                        <a:pt x="37997" y="4139"/>
                      </a:lnTo>
                      <a:lnTo>
                        <a:pt x="35928" y="3010"/>
                      </a:lnTo>
                      <a:lnTo>
                        <a:pt x="33859" y="1882"/>
                      </a:lnTo>
                      <a:lnTo>
                        <a:pt x="31602" y="1129"/>
                      </a:lnTo>
                      <a:lnTo>
                        <a:pt x="29344" y="565"/>
                      </a:lnTo>
                      <a:lnTo>
                        <a:pt x="26899" y="189"/>
                      </a:lnTo>
                      <a:lnTo>
                        <a:pt x="2445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3" name="Google Shape;4033;p181"/>
                <p:cNvSpPr/>
                <p:nvPr/>
              </p:nvSpPr>
              <p:spPr>
                <a:xfrm>
                  <a:off x="5848575" y="4263575"/>
                  <a:ext cx="1213300" cy="1213300"/>
                </a:xfrm>
                <a:custGeom>
                  <a:avLst/>
                  <a:gdLst/>
                  <a:ahLst/>
                  <a:cxnLst/>
                  <a:rect l="l" t="t" r="r" b="b"/>
                  <a:pathLst>
                    <a:path w="48532" h="48532" extrusionOk="0">
                      <a:moveTo>
                        <a:pt x="24266" y="1"/>
                      </a:moveTo>
                      <a:lnTo>
                        <a:pt x="21821" y="189"/>
                      </a:lnTo>
                      <a:lnTo>
                        <a:pt x="19376" y="565"/>
                      </a:lnTo>
                      <a:lnTo>
                        <a:pt x="16930" y="1129"/>
                      </a:lnTo>
                      <a:lnTo>
                        <a:pt x="14861" y="1882"/>
                      </a:lnTo>
                      <a:lnTo>
                        <a:pt x="12604" y="3010"/>
                      </a:lnTo>
                      <a:lnTo>
                        <a:pt x="10723" y="4139"/>
                      </a:lnTo>
                      <a:lnTo>
                        <a:pt x="8842" y="5456"/>
                      </a:lnTo>
                      <a:lnTo>
                        <a:pt x="7149" y="7149"/>
                      </a:lnTo>
                      <a:lnTo>
                        <a:pt x="5456" y="8842"/>
                      </a:lnTo>
                      <a:lnTo>
                        <a:pt x="4139" y="10723"/>
                      </a:lnTo>
                      <a:lnTo>
                        <a:pt x="2822" y="12792"/>
                      </a:lnTo>
                      <a:lnTo>
                        <a:pt x="1882" y="14861"/>
                      </a:lnTo>
                      <a:lnTo>
                        <a:pt x="1129" y="17118"/>
                      </a:lnTo>
                      <a:lnTo>
                        <a:pt x="377" y="19376"/>
                      </a:lnTo>
                      <a:lnTo>
                        <a:pt x="1" y="21821"/>
                      </a:lnTo>
                      <a:lnTo>
                        <a:pt x="1" y="24266"/>
                      </a:lnTo>
                      <a:lnTo>
                        <a:pt x="1" y="26712"/>
                      </a:lnTo>
                      <a:lnTo>
                        <a:pt x="377" y="29157"/>
                      </a:lnTo>
                      <a:lnTo>
                        <a:pt x="1129" y="31602"/>
                      </a:lnTo>
                      <a:lnTo>
                        <a:pt x="1882" y="33672"/>
                      </a:lnTo>
                      <a:lnTo>
                        <a:pt x="2822" y="35929"/>
                      </a:lnTo>
                      <a:lnTo>
                        <a:pt x="4139" y="37810"/>
                      </a:lnTo>
                      <a:lnTo>
                        <a:pt x="5456" y="39691"/>
                      </a:lnTo>
                      <a:lnTo>
                        <a:pt x="7149" y="41384"/>
                      </a:lnTo>
                      <a:lnTo>
                        <a:pt x="8842" y="43077"/>
                      </a:lnTo>
                      <a:lnTo>
                        <a:pt x="10723" y="44394"/>
                      </a:lnTo>
                      <a:lnTo>
                        <a:pt x="12604" y="45710"/>
                      </a:lnTo>
                      <a:lnTo>
                        <a:pt x="14861" y="46651"/>
                      </a:lnTo>
                      <a:lnTo>
                        <a:pt x="16930" y="47403"/>
                      </a:lnTo>
                      <a:lnTo>
                        <a:pt x="19376" y="48156"/>
                      </a:lnTo>
                      <a:lnTo>
                        <a:pt x="21821" y="48532"/>
                      </a:lnTo>
                      <a:lnTo>
                        <a:pt x="26712" y="48532"/>
                      </a:lnTo>
                      <a:lnTo>
                        <a:pt x="29157" y="48156"/>
                      </a:lnTo>
                      <a:lnTo>
                        <a:pt x="31414" y="47403"/>
                      </a:lnTo>
                      <a:lnTo>
                        <a:pt x="33672" y="46651"/>
                      </a:lnTo>
                      <a:lnTo>
                        <a:pt x="35741" y="45710"/>
                      </a:lnTo>
                      <a:lnTo>
                        <a:pt x="37810" y="44394"/>
                      </a:lnTo>
                      <a:lnTo>
                        <a:pt x="39691" y="43077"/>
                      </a:lnTo>
                      <a:lnTo>
                        <a:pt x="41384" y="41384"/>
                      </a:lnTo>
                      <a:lnTo>
                        <a:pt x="43077" y="39691"/>
                      </a:lnTo>
                      <a:lnTo>
                        <a:pt x="44394" y="37810"/>
                      </a:lnTo>
                      <a:lnTo>
                        <a:pt x="45522" y="35929"/>
                      </a:lnTo>
                      <a:lnTo>
                        <a:pt x="46651" y="33672"/>
                      </a:lnTo>
                      <a:lnTo>
                        <a:pt x="47403" y="31602"/>
                      </a:lnTo>
                      <a:lnTo>
                        <a:pt x="47968" y="29157"/>
                      </a:lnTo>
                      <a:lnTo>
                        <a:pt x="48344" y="26712"/>
                      </a:lnTo>
                      <a:lnTo>
                        <a:pt x="48532" y="24266"/>
                      </a:lnTo>
                      <a:lnTo>
                        <a:pt x="48344" y="21821"/>
                      </a:lnTo>
                      <a:lnTo>
                        <a:pt x="47968" y="19376"/>
                      </a:lnTo>
                      <a:lnTo>
                        <a:pt x="47403" y="17118"/>
                      </a:lnTo>
                      <a:lnTo>
                        <a:pt x="46651" y="14861"/>
                      </a:lnTo>
                      <a:lnTo>
                        <a:pt x="45522" y="12792"/>
                      </a:lnTo>
                      <a:lnTo>
                        <a:pt x="44394" y="10723"/>
                      </a:lnTo>
                      <a:lnTo>
                        <a:pt x="43077" y="8842"/>
                      </a:lnTo>
                      <a:lnTo>
                        <a:pt x="41384" y="7149"/>
                      </a:lnTo>
                      <a:lnTo>
                        <a:pt x="39691" y="5456"/>
                      </a:lnTo>
                      <a:lnTo>
                        <a:pt x="37810" y="4139"/>
                      </a:lnTo>
                      <a:lnTo>
                        <a:pt x="35741" y="3010"/>
                      </a:lnTo>
                      <a:lnTo>
                        <a:pt x="33672" y="1882"/>
                      </a:lnTo>
                      <a:lnTo>
                        <a:pt x="31414" y="1129"/>
                      </a:lnTo>
                      <a:lnTo>
                        <a:pt x="29157" y="565"/>
                      </a:lnTo>
                      <a:lnTo>
                        <a:pt x="26712" y="189"/>
                      </a:lnTo>
                      <a:lnTo>
                        <a:pt x="2426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4" name="Google Shape;4034;p181"/>
                <p:cNvSpPr/>
                <p:nvPr/>
              </p:nvSpPr>
              <p:spPr>
                <a:xfrm>
                  <a:off x="3017600" y="238125"/>
                  <a:ext cx="1589500" cy="1589500"/>
                </a:xfrm>
                <a:custGeom>
                  <a:avLst/>
                  <a:gdLst/>
                  <a:ahLst/>
                  <a:cxnLst/>
                  <a:rect l="l" t="t" r="r" b="b"/>
                  <a:pathLst>
                    <a:path w="63580" h="63580" extrusionOk="0">
                      <a:moveTo>
                        <a:pt x="33483" y="15048"/>
                      </a:moveTo>
                      <a:lnTo>
                        <a:pt x="35176" y="15425"/>
                      </a:lnTo>
                      <a:lnTo>
                        <a:pt x="36681" y="15801"/>
                      </a:lnTo>
                      <a:lnTo>
                        <a:pt x="38186" y="16365"/>
                      </a:lnTo>
                      <a:lnTo>
                        <a:pt x="39690" y="17118"/>
                      </a:lnTo>
                      <a:lnTo>
                        <a:pt x="41195" y="17870"/>
                      </a:lnTo>
                      <a:lnTo>
                        <a:pt x="42324" y="18811"/>
                      </a:lnTo>
                      <a:lnTo>
                        <a:pt x="43641" y="19939"/>
                      </a:lnTo>
                      <a:lnTo>
                        <a:pt x="44769" y="21068"/>
                      </a:lnTo>
                      <a:lnTo>
                        <a:pt x="45710" y="22385"/>
                      </a:lnTo>
                      <a:lnTo>
                        <a:pt x="46462" y="23889"/>
                      </a:lnTo>
                      <a:lnTo>
                        <a:pt x="47215" y="25206"/>
                      </a:lnTo>
                      <a:lnTo>
                        <a:pt x="47779" y="26899"/>
                      </a:lnTo>
                      <a:lnTo>
                        <a:pt x="48155" y="28404"/>
                      </a:lnTo>
                      <a:lnTo>
                        <a:pt x="48343" y="30097"/>
                      </a:lnTo>
                      <a:lnTo>
                        <a:pt x="48531" y="31790"/>
                      </a:lnTo>
                      <a:lnTo>
                        <a:pt x="48343" y="33483"/>
                      </a:lnTo>
                      <a:lnTo>
                        <a:pt x="48155" y="35176"/>
                      </a:lnTo>
                      <a:lnTo>
                        <a:pt x="47779" y="36869"/>
                      </a:lnTo>
                      <a:lnTo>
                        <a:pt x="47215" y="38374"/>
                      </a:lnTo>
                      <a:lnTo>
                        <a:pt x="46462" y="39878"/>
                      </a:lnTo>
                      <a:lnTo>
                        <a:pt x="45710" y="41195"/>
                      </a:lnTo>
                      <a:lnTo>
                        <a:pt x="44769" y="42512"/>
                      </a:lnTo>
                      <a:lnTo>
                        <a:pt x="43641" y="43641"/>
                      </a:lnTo>
                      <a:lnTo>
                        <a:pt x="42324" y="44769"/>
                      </a:lnTo>
                      <a:lnTo>
                        <a:pt x="41195" y="45710"/>
                      </a:lnTo>
                      <a:lnTo>
                        <a:pt x="39690" y="46462"/>
                      </a:lnTo>
                      <a:lnTo>
                        <a:pt x="38186" y="47215"/>
                      </a:lnTo>
                      <a:lnTo>
                        <a:pt x="36681" y="47779"/>
                      </a:lnTo>
                      <a:lnTo>
                        <a:pt x="35176" y="48155"/>
                      </a:lnTo>
                      <a:lnTo>
                        <a:pt x="33483" y="48531"/>
                      </a:lnTo>
                      <a:lnTo>
                        <a:pt x="30097" y="48531"/>
                      </a:lnTo>
                      <a:lnTo>
                        <a:pt x="28404" y="48155"/>
                      </a:lnTo>
                      <a:lnTo>
                        <a:pt x="26711" y="47779"/>
                      </a:lnTo>
                      <a:lnTo>
                        <a:pt x="25206" y="47215"/>
                      </a:lnTo>
                      <a:lnTo>
                        <a:pt x="23702" y="46462"/>
                      </a:lnTo>
                      <a:lnTo>
                        <a:pt x="22385" y="45710"/>
                      </a:lnTo>
                      <a:lnTo>
                        <a:pt x="21068" y="44769"/>
                      </a:lnTo>
                      <a:lnTo>
                        <a:pt x="19939" y="43641"/>
                      </a:lnTo>
                      <a:lnTo>
                        <a:pt x="18811" y="42512"/>
                      </a:lnTo>
                      <a:lnTo>
                        <a:pt x="17870" y="41195"/>
                      </a:lnTo>
                      <a:lnTo>
                        <a:pt x="16930" y="39878"/>
                      </a:lnTo>
                      <a:lnTo>
                        <a:pt x="16365" y="38374"/>
                      </a:lnTo>
                      <a:lnTo>
                        <a:pt x="15801" y="36869"/>
                      </a:lnTo>
                      <a:lnTo>
                        <a:pt x="15237" y="35176"/>
                      </a:lnTo>
                      <a:lnTo>
                        <a:pt x="15049" y="33483"/>
                      </a:lnTo>
                      <a:lnTo>
                        <a:pt x="15049" y="31790"/>
                      </a:lnTo>
                      <a:lnTo>
                        <a:pt x="15049" y="30097"/>
                      </a:lnTo>
                      <a:lnTo>
                        <a:pt x="15237" y="28404"/>
                      </a:lnTo>
                      <a:lnTo>
                        <a:pt x="15801" y="26899"/>
                      </a:lnTo>
                      <a:lnTo>
                        <a:pt x="16365" y="25206"/>
                      </a:lnTo>
                      <a:lnTo>
                        <a:pt x="16930" y="23889"/>
                      </a:lnTo>
                      <a:lnTo>
                        <a:pt x="17870" y="22385"/>
                      </a:lnTo>
                      <a:lnTo>
                        <a:pt x="18811" y="21068"/>
                      </a:lnTo>
                      <a:lnTo>
                        <a:pt x="19939" y="19939"/>
                      </a:lnTo>
                      <a:lnTo>
                        <a:pt x="21068" y="18811"/>
                      </a:lnTo>
                      <a:lnTo>
                        <a:pt x="22385" y="17870"/>
                      </a:lnTo>
                      <a:lnTo>
                        <a:pt x="23702" y="17118"/>
                      </a:lnTo>
                      <a:lnTo>
                        <a:pt x="25206" y="16365"/>
                      </a:lnTo>
                      <a:lnTo>
                        <a:pt x="26711" y="15801"/>
                      </a:lnTo>
                      <a:lnTo>
                        <a:pt x="28404" y="15425"/>
                      </a:lnTo>
                      <a:lnTo>
                        <a:pt x="30097" y="15048"/>
                      </a:lnTo>
                      <a:close/>
                      <a:moveTo>
                        <a:pt x="31790" y="0"/>
                      </a:moveTo>
                      <a:lnTo>
                        <a:pt x="28404" y="188"/>
                      </a:lnTo>
                      <a:lnTo>
                        <a:pt x="25394" y="564"/>
                      </a:lnTo>
                      <a:lnTo>
                        <a:pt x="22385" y="1505"/>
                      </a:lnTo>
                      <a:lnTo>
                        <a:pt x="19375" y="2445"/>
                      </a:lnTo>
                      <a:lnTo>
                        <a:pt x="16554" y="3762"/>
                      </a:lnTo>
                      <a:lnTo>
                        <a:pt x="13920" y="5455"/>
                      </a:lnTo>
                      <a:lnTo>
                        <a:pt x="11475" y="7336"/>
                      </a:lnTo>
                      <a:lnTo>
                        <a:pt x="9217" y="9405"/>
                      </a:lnTo>
                      <a:lnTo>
                        <a:pt x="7148" y="11663"/>
                      </a:lnTo>
                      <a:lnTo>
                        <a:pt x="5455" y="14108"/>
                      </a:lnTo>
                      <a:lnTo>
                        <a:pt x="3762" y="16741"/>
                      </a:lnTo>
                      <a:lnTo>
                        <a:pt x="2446" y="19375"/>
                      </a:lnTo>
                      <a:lnTo>
                        <a:pt x="1317" y="22385"/>
                      </a:lnTo>
                      <a:lnTo>
                        <a:pt x="565" y="25394"/>
                      </a:lnTo>
                      <a:lnTo>
                        <a:pt x="0" y="28592"/>
                      </a:lnTo>
                      <a:lnTo>
                        <a:pt x="0" y="31790"/>
                      </a:lnTo>
                      <a:lnTo>
                        <a:pt x="0" y="34988"/>
                      </a:lnTo>
                      <a:lnTo>
                        <a:pt x="565" y="38186"/>
                      </a:lnTo>
                      <a:lnTo>
                        <a:pt x="1317" y="41195"/>
                      </a:lnTo>
                      <a:lnTo>
                        <a:pt x="2446" y="44205"/>
                      </a:lnTo>
                      <a:lnTo>
                        <a:pt x="3762" y="47026"/>
                      </a:lnTo>
                      <a:lnTo>
                        <a:pt x="5455" y="49660"/>
                      </a:lnTo>
                      <a:lnTo>
                        <a:pt x="7148" y="52105"/>
                      </a:lnTo>
                      <a:lnTo>
                        <a:pt x="9217" y="54363"/>
                      </a:lnTo>
                      <a:lnTo>
                        <a:pt x="11475" y="56432"/>
                      </a:lnTo>
                      <a:lnTo>
                        <a:pt x="13920" y="58125"/>
                      </a:lnTo>
                      <a:lnTo>
                        <a:pt x="16554" y="59818"/>
                      </a:lnTo>
                      <a:lnTo>
                        <a:pt x="19375" y="61134"/>
                      </a:lnTo>
                      <a:lnTo>
                        <a:pt x="22385" y="62263"/>
                      </a:lnTo>
                      <a:lnTo>
                        <a:pt x="25394" y="63015"/>
                      </a:lnTo>
                      <a:lnTo>
                        <a:pt x="28404" y="63392"/>
                      </a:lnTo>
                      <a:lnTo>
                        <a:pt x="31790" y="63580"/>
                      </a:lnTo>
                      <a:lnTo>
                        <a:pt x="34988" y="63392"/>
                      </a:lnTo>
                      <a:lnTo>
                        <a:pt x="38186" y="63015"/>
                      </a:lnTo>
                      <a:lnTo>
                        <a:pt x="41195" y="62263"/>
                      </a:lnTo>
                      <a:lnTo>
                        <a:pt x="44205" y="61134"/>
                      </a:lnTo>
                      <a:lnTo>
                        <a:pt x="46839" y="59818"/>
                      </a:lnTo>
                      <a:lnTo>
                        <a:pt x="49472" y="58125"/>
                      </a:lnTo>
                      <a:lnTo>
                        <a:pt x="51917" y="56432"/>
                      </a:lnTo>
                      <a:lnTo>
                        <a:pt x="54175" y="54363"/>
                      </a:lnTo>
                      <a:lnTo>
                        <a:pt x="56244" y="52105"/>
                      </a:lnTo>
                      <a:lnTo>
                        <a:pt x="58125" y="49660"/>
                      </a:lnTo>
                      <a:lnTo>
                        <a:pt x="59630" y="47026"/>
                      </a:lnTo>
                      <a:lnTo>
                        <a:pt x="61135" y="44205"/>
                      </a:lnTo>
                      <a:lnTo>
                        <a:pt x="62075" y="41195"/>
                      </a:lnTo>
                      <a:lnTo>
                        <a:pt x="62827" y="38186"/>
                      </a:lnTo>
                      <a:lnTo>
                        <a:pt x="63392" y="34988"/>
                      </a:lnTo>
                      <a:lnTo>
                        <a:pt x="63580" y="31790"/>
                      </a:lnTo>
                      <a:lnTo>
                        <a:pt x="63392" y="28592"/>
                      </a:lnTo>
                      <a:lnTo>
                        <a:pt x="62827" y="25394"/>
                      </a:lnTo>
                      <a:lnTo>
                        <a:pt x="62075" y="22385"/>
                      </a:lnTo>
                      <a:lnTo>
                        <a:pt x="61135" y="19375"/>
                      </a:lnTo>
                      <a:lnTo>
                        <a:pt x="59630" y="16741"/>
                      </a:lnTo>
                      <a:lnTo>
                        <a:pt x="58125" y="14108"/>
                      </a:lnTo>
                      <a:lnTo>
                        <a:pt x="56244" y="11663"/>
                      </a:lnTo>
                      <a:lnTo>
                        <a:pt x="54175" y="9405"/>
                      </a:lnTo>
                      <a:lnTo>
                        <a:pt x="51917" y="7336"/>
                      </a:lnTo>
                      <a:lnTo>
                        <a:pt x="49472" y="5455"/>
                      </a:lnTo>
                      <a:lnTo>
                        <a:pt x="46839" y="3762"/>
                      </a:lnTo>
                      <a:lnTo>
                        <a:pt x="44205" y="2445"/>
                      </a:lnTo>
                      <a:lnTo>
                        <a:pt x="41195" y="1505"/>
                      </a:lnTo>
                      <a:lnTo>
                        <a:pt x="38186" y="564"/>
                      </a:lnTo>
                      <a:lnTo>
                        <a:pt x="34988" y="188"/>
                      </a:lnTo>
                      <a:lnTo>
                        <a:pt x="3179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5" name="Google Shape;4035;p181"/>
                <p:cNvSpPr/>
                <p:nvPr/>
              </p:nvSpPr>
              <p:spPr>
                <a:xfrm>
                  <a:off x="3205700" y="4263575"/>
                  <a:ext cx="1213300" cy="1213300"/>
                </a:xfrm>
                <a:custGeom>
                  <a:avLst/>
                  <a:gdLst/>
                  <a:ahLst/>
                  <a:cxnLst/>
                  <a:rect l="l" t="t" r="r" b="b"/>
                  <a:pathLst>
                    <a:path w="48532" h="48532" extrusionOk="0">
                      <a:moveTo>
                        <a:pt x="24266" y="1"/>
                      </a:moveTo>
                      <a:lnTo>
                        <a:pt x="21821" y="189"/>
                      </a:lnTo>
                      <a:lnTo>
                        <a:pt x="19375" y="565"/>
                      </a:lnTo>
                      <a:lnTo>
                        <a:pt x="16930" y="1129"/>
                      </a:lnTo>
                      <a:lnTo>
                        <a:pt x="14673" y="1882"/>
                      </a:lnTo>
                      <a:lnTo>
                        <a:pt x="12604" y="3010"/>
                      </a:lnTo>
                      <a:lnTo>
                        <a:pt x="10722" y="4139"/>
                      </a:lnTo>
                      <a:lnTo>
                        <a:pt x="8841" y="5456"/>
                      </a:lnTo>
                      <a:lnTo>
                        <a:pt x="6960" y="7149"/>
                      </a:lnTo>
                      <a:lnTo>
                        <a:pt x="5456" y="8842"/>
                      </a:lnTo>
                      <a:lnTo>
                        <a:pt x="4139" y="10723"/>
                      </a:lnTo>
                      <a:lnTo>
                        <a:pt x="2822" y="12792"/>
                      </a:lnTo>
                      <a:lnTo>
                        <a:pt x="1881" y="14861"/>
                      </a:lnTo>
                      <a:lnTo>
                        <a:pt x="941" y="17118"/>
                      </a:lnTo>
                      <a:lnTo>
                        <a:pt x="377" y="19376"/>
                      </a:lnTo>
                      <a:lnTo>
                        <a:pt x="0" y="21821"/>
                      </a:lnTo>
                      <a:lnTo>
                        <a:pt x="0" y="24266"/>
                      </a:lnTo>
                      <a:lnTo>
                        <a:pt x="0" y="26712"/>
                      </a:lnTo>
                      <a:lnTo>
                        <a:pt x="377" y="29157"/>
                      </a:lnTo>
                      <a:lnTo>
                        <a:pt x="941" y="31602"/>
                      </a:lnTo>
                      <a:lnTo>
                        <a:pt x="1881" y="33672"/>
                      </a:lnTo>
                      <a:lnTo>
                        <a:pt x="2822" y="35929"/>
                      </a:lnTo>
                      <a:lnTo>
                        <a:pt x="4139" y="37810"/>
                      </a:lnTo>
                      <a:lnTo>
                        <a:pt x="5456" y="39691"/>
                      </a:lnTo>
                      <a:lnTo>
                        <a:pt x="6960" y="41384"/>
                      </a:lnTo>
                      <a:lnTo>
                        <a:pt x="8841" y="43077"/>
                      </a:lnTo>
                      <a:lnTo>
                        <a:pt x="10722" y="44394"/>
                      </a:lnTo>
                      <a:lnTo>
                        <a:pt x="12604" y="45710"/>
                      </a:lnTo>
                      <a:lnTo>
                        <a:pt x="14673" y="46651"/>
                      </a:lnTo>
                      <a:lnTo>
                        <a:pt x="16930" y="47403"/>
                      </a:lnTo>
                      <a:lnTo>
                        <a:pt x="19375" y="48156"/>
                      </a:lnTo>
                      <a:lnTo>
                        <a:pt x="21821" y="48532"/>
                      </a:lnTo>
                      <a:lnTo>
                        <a:pt x="26711" y="48532"/>
                      </a:lnTo>
                      <a:lnTo>
                        <a:pt x="29157" y="48156"/>
                      </a:lnTo>
                      <a:lnTo>
                        <a:pt x="31414" y="47403"/>
                      </a:lnTo>
                      <a:lnTo>
                        <a:pt x="33671" y="46651"/>
                      </a:lnTo>
                      <a:lnTo>
                        <a:pt x="35741" y="45710"/>
                      </a:lnTo>
                      <a:lnTo>
                        <a:pt x="37810" y="44394"/>
                      </a:lnTo>
                      <a:lnTo>
                        <a:pt x="39691" y="43077"/>
                      </a:lnTo>
                      <a:lnTo>
                        <a:pt x="41384" y="41384"/>
                      </a:lnTo>
                      <a:lnTo>
                        <a:pt x="42889" y="39691"/>
                      </a:lnTo>
                      <a:lnTo>
                        <a:pt x="44393" y="37810"/>
                      </a:lnTo>
                      <a:lnTo>
                        <a:pt x="45522" y="35929"/>
                      </a:lnTo>
                      <a:lnTo>
                        <a:pt x="46651" y="33672"/>
                      </a:lnTo>
                      <a:lnTo>
                        <a:pt x="47403" y="31602"/>
                      </a:lnTo>
                      <a:lnTo>
                        <a:pt x="47967" y="29157"/>
                      </a:lnTo>
                      <a:lnTo>
                        <a:pt x="48344" y="26712"/>
                      </a:lnTo>
                      <a:lnTo>
                        <a:pt x="48532" y="24266"/>
                      </a:lnTo>
                      <a:lnTo>
                        <a:pt x="48344" y="21821"/>
                      </a:lnTo>
                      <a:lnTo>
                        <a:pt x="47967" y="19376"/>
                      </a:lnTo>
                      <a:lnTo>
                        <a:pt x="47403" y="17118"/>
                      </a:lnTo>
                      <a:lnTo>
                        <a:pt x="46651" y="14861"/>
                      </a:lnTo>
                      <a:lnTo>
                        <a:pt x="45522" y="12792"/>
                      </a:lnTo>
                      <a:lnTo>
                        <a:pt x="44393" y="10723"/>
                      </a:lnTo>
                      <a:lnTo>
                        <a:pt x="42889" y="8842"/>
                      </a:lnTo>
                      <a:lnTo>
                        <a:pt x="41384" y="7149"/>
                      </a:lnTo>
                      <a:lnTo>
                        <a:pt x="39691" y="5456"/>
                      </a:lnTo>
                      <a:lnTo>
                        <a:pt x="37810" y="4139"/>
                      </a:lnTo>
                      <a:lnTo>
                        <a:pt x="35741" y="3010"/>
                      </a:lnTo>
                      <a:lnTo>
                        <a:pt x="33671" y="1882"/>
                      </a:lnTo>
                      <a:lnTo>
                        <a:pt x="31414" y="1129"/>
                      </a:lnTo>
                      <a:lnTo>
                        <a:pt x="29157" y="565"/>
                      </a:lnTo>
                      <a:lnTo>
                        <a:pt x="26711" y="189"/>
                      </a:lnTo>
                      <a:lnTo>
                        <a:pt x="2426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6" name="Google Shape;4036;p181"/>
                <p:cNvSpPr/>
                <p:nvPr/>
              </p:nvSpPr>
              <p:spPr>
                <a:xfrm>
                  <a:off x="943725" y="1489025"/>
                  <a:ext cx="5737250" cy="3381225"/>
                </a:xfrm>
                <a:custGeom>
                  <a:avLst/>
                  <a:gdLst/>
                  <a:ahLst/>
                  <a:cxnLst/>
                  <a:rect l="l" t="t" r="r" b="b"/>
                  <a:pathLst>
                    <a:path w="229490" h="135249" extrusionOk="0">
                      <a:moveTo>
                        <a:pt x="105716" y="0"/>
                      </a:moveTo>
                      <a:lnTo>
                        <a:pt x="105716" y="43076"/>
                      </a:lnTo>
                      <a:lnTo>
                        <a:pt x="1" y="43076"/>
                      </a:lnTo>
                      <a:lnTo>
                        <a:pt x="1" y="135248"/>
                      </a:lnTo>
                      <a:lnTo>
                        <a:pt x="18059" y="135248"/>
                      </a:lnTo>
                      <a:lnTo>
                        <a:pt x="18059" y="61135"/>
                      </a:lnTo>
                      <a:lnTo>
                        <a:pt x="105716" y="61135"/>
                      </a:lnTo>
                      <a:lnTo>
                        <a:pt x="105716" y="135248"/>
                      </a:lnTo>
                      <a:lnTo>
                        <a:pt x="123774" y="135248"/>
                      </a:lnTo>
                      <a:lnTo>
                        <a:pt x="123774" y="61135"/>
                      </a:lnTo>
                      <a:lnTo>
                        <a:pt x="211431" y="61135"/>
                      </a:lnTo>
                      <a:lnTo>
                        <a:pt x="211431" y="135248"/>
                      </a:lnTo>
                      <a:lnTo>
                        <a:pt x="229489" y="135248"/>
                      </a:lnTo>
                      <a:lnTo>
                        <a:pt x="229489" y="43076"/>
                      </a:lnTo>
                      <a:lnTo>
                        <a:pt x="123774" y="43076"/>
                      </a:lnTo>
                      <a:lnTo>
                        <a:pt x="12377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4037" name="Google Shape;4037;p181"/>
            <p:cNvSpPr txBox="1"/>
            <p:nvPr/>
          </p:nvSpPr>
          <p:spPr>
            <a:xfrm>
              <a:off x="339218" y="3990072"/>
              <a:ext cx="798000" cy="124200"/>
            </a:xfrm>
            <a:prstGeom prst="rect">
              <a:avLst/>
            </a:prstGeom>
            <a:noFill/>
            <a:ln>
              <a:noFill/>
            </a:ln>
          </p:spPr>
          <p:txBody>
            <a:bodyPr spcFirstLastPara="1" wrap="square" lIns="0" tIns="16175" rIns="0" bIns="0" anchor="t" anchorCtr="0">
              <a:spAutoFit/>
            </a:bodyPr>
            <a:lstStyle/>
            <a:p>
              <a:pPr marL="12700" marR="0" lvl="0" indent="0" algn="ctr" rtl="0">
                <a:lnSpc>
                  <a:spcPct val="100000"/>
                </a:lnSpc>
                <a:spcBef>
                  <a:spcPts val="0"/>
                </a:spcBef>
                <a:spcAft>
                  <a:spcPts val="0"/>
                </a:spcAft>
                <a:buNone/>
              </a:pPr>
              <a:r>
                <a:rPr lang="en" sz="700" b="1">
                  <a:solidFill>
                    <a:schemeClr val="lt2"/>
                  </a:solidFill>
                  <a:latin typeface="IBM Plex Sans"/>
                  <a:ea typeface="IBM Plex Sans"/>
                  <a:cs typeface="IBM Plex Sans"/>
                  <a:sym typeface="IBM Plex Sans"/>
                </a:rPr>
                <a:t>Connectors</a:t>
              </a:r>
              <a:endParaRPr sz="700" b="1">
                <a:solidFill>
                  <a:schemeClr val="lt2"/>
                </a:solidFill>
                <a:latin typeface="IBM Plex Sans"/>
                <a:ea typeface="IBM Plex Sans"/>
                <a:cs typeface="IBM Plex Sans"/>
                <a:sym typeface="IBM Plex Sans"/>
              </a:endParaRPr>
            </a:p>
          </p:txBody>
        </p:sp>
        <p:sp>
          <p:nvSpPr>
            <p:cNvPr id="4038" name="Google Shape;4038;p181"/>
            <p:cNvSpPr txBox="1"/>
            <p:nvPr/>
          </p:nvSpPr>
          <p:spPr>
            <a:xfrm>
              <a:off x="1210412" y="3990072"/>
              <a:ext cx="1123500" cy="124200"/>
            </a:xfrm>
            <a:prstGeom prst="rect">
              <a:avLst/>
            </a:prstGeom>
            <a:noFill/>
            <a:ln>
              <a:noFill/>
            </a:ln>
          </p:spPr>
          <p:txBody>
            <a:bodyPr spcFirstLastPara="1" wrap="square" lIns="0" tIns="16175" rIns="0" bIns="0" anchor="t" anchorCtr="0">
              <a:spAutoFit/>
            </a:bodyPr>
            <a:lstStyle/>
            <a:p>
              <a:pPr marL="12700" marR="0" lvl="0" indent="0" algn="ctr" rtl="0">
                <a:lnSpc>
                  <a:spcPct val="100000"/>
                </a:lnSpc>
                <a:spcBef>
                  <a:spcPts val="0"/>
                </a:spcBef>
                <a:spcAft>
                  <a:spcPts val="0"/>
                </a:spcAft>
                <a:buNone/>
              </a:pPr>
              <a:r>
                <a:rPr lang="en" sz="700" b="1">
                  <a:solidFill>
                    <a:schemeClr val="lt2"/>
                  </a:solidFill>
                  <a:latin typeface="IBM Plex Sans"/>
                  <a:ea typeface="IBM Plex Sans"/>
                  <a:cs typeface="IBM Plex Sans"/>
                  <a:sym typeface="IBM Plex Sans"/>
                </a:rPr>
                <a:t>Integration Framework</a:t>
              </a:r>
              <a:endParaRPr sz="700" b="1">
                <a:solidFill>
                  <a:schemeClr val="lt2"/>
                </a:solidFill>
                <a:latin typeface="IBM Plex Sans"/>
                <a:ea typeface="IBM Plex Sans"/>
                <a:cs typeface="IBM Plex Sans"/>
                <a:sym typeface="IBM Plex Sans"/>
              </a:endParaRPr>
            </a:p>
          </p:txBody>
        </p:sp>
        <p:sp>
          <p:nvSpPr>
            <p:cNvPr id="4039" name="Google Shape;4039;p181"/>
            <p:cNvSpPr txBox="1"/>
            <p:nvPr/>
          </p:nvSpPr>
          <p:spPr>
            <a:xfrm>
              <a:off x="2628905" y="3990072"/>
              <a:ext cx="378900" cy="124200"/>
            </a:xfrm>
            <a:prstGeom prst="rect">
              <a:avLst/>
            </a:prstGeom>
            <a:noFill/>
            <a:ln>
              <a:noFill/>
            </a:ln>
          </p:spPr>
          <p:txBody>
            <a:bodyPr spcFirstLastPara="1" wrap="square" lIns="0" tIns="16175" rIns="0" bIns="0" anchor="t" anchorCtr="0">
              <a:spAutoFit/>
            </a:bodyPr>
            <a:lstStyle/>
            <a:p>
              <a:pPr marL="12700" lvl="0" indent="0" algn="ctr" rtl="0">
                <a:spcBef>
                  <a:spcPts val="0"/>
                </a:spcBef>
                <a:spcAft>
                  <a:spcPts val="0"/>
                </a:spcAft>
                <a:buNone/>
              </a:pPr>
              <a:r>
                <a:rPr lang="en" sz="700" b="1">
                  <a:solidFill>
                    <a:schemeClr val="lt2"/>
                  </a:solidFill>
                  <a:latin typeface="IBM Plex Sans"/>
                  <a:ea typeface="IBM Plex Sans"/>
                  <a:cs typeface="IBM Plex Sans"/>
                  <a:sym typeface="IBM Plex Sans"/>
                </a:rPr>
                <a:t>Forms</a:t>
              </a:r>
              <a:endParaRPr sz="700" b="1">
                <a:solidFill>
                  <a:schemeClr val="lt2"/>
                </a:solidFill>
                <a:latin typeface="IBM Plex Sans"/>
                <a:ea typeface="IBM Plex Sans"/>
                <a:cs typeface="IBM Plex Sans"/>
                <a:sym typeface="IBM Plex Sans"/>
              </a:endParaRPr>
            </a:p>
          </p:txBody>
        </p:sp>
        <p:sp>
          <p:nvSpPr>
            <p:cNvPr id="4040" name="Google Shape;4040;p181"/>
            <p:cNvSpPr txBox="1"/>
            <p:nvPr/>
          </p:nvSpPr>
          <p:spPr>
            <a:xfrm>
              <a:off x="269018" y="4182155"/>
              <a:ext cx="938400" cy="477000"/>
            </a:xfrm>
            <a:prstGeom prst="rect">
              <a:avLst/>
            </a:prstGeom>
            <a:noFill/>
            <a:ln>
              <a:noFill/>
            </a:ln>
          </p:spPr>
          <p:txBody>
            <a:bodyPr spcFirstLastPara="1" wrap="square" lIns="91425" tIns="0" rIns="91425" bIns="91425" anchor="t" anchorCtr="0">
              <a:spAutoFit/>
            </a:bodyPr>
            <a:lstStyle/>
            <a:p>
              <a:pPr marL="0" lvl="0" indent="0" algn="ctr" rtl="0">
                <a:spcBef>
                  <a:spcPts val="0"/>
                </a:spcBef>
                <a:spcAft>
                  <a:spcPts val="0"/>
                </a:spcAft>
                <a:buNone/>
              </a:pPr>
              <a:r>
                <a:rPr lang="en" sz="500">
                  <a:solidFill>
                    <a:srgbClr val="B7B7B7"/>
                  </a:solidFill>
                  <a:latin typeface="IBM Plex Sans"/>
                  <a:ea typeface="IBM Plex Sans"/>
                  <a:cs typeface="IBM Plex Sans"/>
                  <a:sym typeface="IBM Plex Sans"/>
                </a:rPr>
                <a:t>Out-of-the-box integrations to easily communicate with popular enterprise applications &amp; protocols.</a:t>
              </a:r>
              <a:endParaRPr sz="500">
                <a:solidFill>
                  <a:srgbClr val="B7B7B7"/>
                </a:solidFill>
              </a:endParaRPr>
            </a:p>
          </p:txBody>
        </p:sp>
        <p:sp>
          <p:nvSpPr>
            <p:cNvPr id="4041" name="Google Shape;4041;p181"/>
            <p:cNvSpPr txBox="1"/>
            <p:nvPr/>
          </p:nvSpPr>
          <p:spPr>
            <a:xfrm>
              <a:off x="1303043" y="4182155"/>
              <a:ext cx="938400" cy="477000"/>
            </a:xfrm>
            <a:prstGeom prst="rect">
              <a:avLst/>
            </a:prstGeom>
            <a:noFill/>
            <a:ln>
              <a:noFill/>
            </a:ln>
          </p:spPr>
          <p:txBody>
            <a:bodyPr spcFirstLastPara="1" wrap="square" lIns="91425" tIns="0" rIns="91425" bIns="91425" anchor="t" anchorCtr="0">
              <a:spAutoFit/>
            </a:bodyPr>
            <a:lstStyle/>
            <a:p>
              <a:pPr marL="0" lvl="0" indent="0" algn="ctr" rtl="0">
                <a:spcBef>
                  <a:spcPts val="0"/>
                </a:spcBef>
                <a:spcAft>
                  <a:spcPts val="0"/>
                </a:spcAft>
                <a:buNone/>
              </a:pPr>
              <a:r>
                <a:rPr lang="en" sz="500">
                  <a:solidFill>
                    <a:srgbClr val="B7B7B7"/>
                  </a:solidFill>
                  <a:latin typeface="IBM Plex Sans"/>
                  <a:ea typeface="IBM Plex Sans"/>
                  <a:cs typeface="IBM Plex Sans"/>
                  <a:sym typeface="IBM Plex Sans"/>
                </a:rPr>
                <a:t>Build &amp; provision your own connectors to any system including homegrown &amp; legacy applications.</a:t>
              </a:r>
              <a:endParaRPr sz="600">
                <a:solidFill>
                  <a:srgbClr val="B7B7B7"/>
                </a:solidFill>
              </a:endParaRPr>
            </a:p>
          </p:txBody>
        </p:sp>
        <p:sp>
          <p:nvSpPr>
            <p:cNvPr id="4042" name="Google Shape;4042;p181"/>
            <p:cNvSpPr txBox="1"/>
            <p:nvPr/>
          </p:nvSpPr>
          <p:spPr>
            <a:xfrm>
              <a:off x="2349155" y="4182155"/>
              <a:ext cx="938400" cy="400200"/>
            </a:xfrm>
            <a:prstGeom prst="rect">
              <a:avLst/>
            </a:prstGeom>
            <a:noFill/>
            <a:ln>
              <a:noFill/>
            </a:ln>
          </p:spPr>
          <p:txBody>
            <a:bodyPr spcFirstLastPara="1" wrap="square" lIns="91425" tIns="0" rIns="91425" bIns="91425" anchor="t" anchorCtr="0">
              <a:spAutoFit/>
            </a:bodyPr>
            <a:lstStyle/>
            <a:p>
              <a:pPr marL="0" lvl="0" indent="0" algn="ctr" rtl="0">
                <a:spcBef>
                  <a:spcPts val="0"/>
                </a:spcBef>
                <a:spcAft>
                  <a:spcPts val="0"/>
                </a:spcAft>
                <a:buNone/>
              </a:pPr>
              <a:r>
                <a:rPr lang="en" sz="500">
                  <a:solidFill>
                    <a:srgbClr val="B7B7B7"/>
                  </a:solidFill>
                  <a:latin typeface="IBM Plex Sans"/>
                  <a:ea typeface="IBM Plex Sans"/>
                  <a:cs typeface="IBM Plex Sans"/>
                  <a:sym typeface="IBM Plex Sans"/>
                </a:rPr>
                <a:t>Drag &amp; drop creation of forms that power workflows that require human interaction.</a:t>
              </a:r>
              <a:endParaRPr sz="700">
                <a:solidFill>
                  <a:srgbClr val="B7B7B7"/>
                </a:solidFill>
              </a:endParaRPr>
            </a:p>
          </p:txBody>
        </p:sp>
      </p:grpSp>
      <p:sp>
        <p:nvSpPr>
          <p:cNvPr id="4043" name="Google Shape;4043;p181"/>
          <p:cNvSpPr txBox="1">
            <a:spLocks noGrp="1"/>
          </p:cNvSpPr>
          <p:nvPr>
            <p:ph type="sldNum" idx="12"/>
          </p:nvPr>
        </p:nvSpPr>
        <p:spPr>
          <a:xfrm>
            <a:off x="8366700" y="4805546"/>
            <a:ext cx="548700" cy="215400"/>
          </a:xfrm>
          <a:prstGeom prst="rect">
            <a:avLst/>
          </a:prstGeom>
        </p:spPr>
        <p:txBody>
          <a:bodyPr spcFirstLastPara="1" wrap="square" lIns="0" tIns="0" rIns="0" bIns="0" anchor="b" anchorCtr="0">
            <a:normAutofit/>
          </a:bodyPr>
          <a:lstStyle/>
          <a:p>
            <a:pPr marL="0" lvl="0" indent="0" algn="r" rtl="0">
              <a:spcBef>
                <a:spcPts val="0"/>
              </a:spcBef>
              <a:spcAft>
                <a:spcPts val="0"/>
              </a:spcAft>
              <a:buNone/>
            </a:pPr>
            <a:fld id="{00000000-1234-1234-1234-123412341234}" type="slidenum">
              <a:rPr lang="en"/>
              <a:t>32</a:t>
            </a:fld>
            <a:endParaRPr/>
          </a:p>
        </p:txBody>
      </p:sp>
      <p:sp>
        <p:nvSpPr>
          <p:cNvPr id="4044" name="Google Shape;4044;p181"/>
          <p:cNvSpPr txBox="1">
            <a:spLocks noGrp="1"/>
          </p:cNvSpPr>
          <p:nvPr>
            <p:ph type="body" idx="4294967295"/>
          </p:nvPr>
        </p:nvSpPr>
        <p:spPr>
          <a:xfrm>
            <a:off x="3685100" y="1306004"/>
            <a:ext cx="5001600" cy="3206700"/>
          </a:xfrm>
          <a:prstGeom prst="rect">
            <a:avLst/>
          </a:prstGeom>
        </p:spPr>
        <p:txBody>
          <a:bodyPr spcFirstLastPara="1" wrap="square" lIns="0" tIns="0" rIns="0" bIns="0" anchor="t" anchorCtr="0">
            <a:spAutoFit/>
          </a:bodyPr>
          <a:lstStyle/>
          <a:p>
            <a:pPr marL="457200" lvl="0" indent="-304800" algn="l" rtl="0">
              <a:lnSpc>
                <a:spcPct val="115000"/>
              </a:lnSpc>
              <a:spcBef>
                <a:spcPts val="0"/>
              </a:spcBef>
              <a:spcAft>
                <a:spcPts val="0"/>
              </a:spcAft>
              <a:buSzPts val="1200"/>
              <a:buChar char="■"/>
            </a:pPr>
            <a:r>
              <a:rPr lang="en" sz="1200" b="1">
                <a:solidFill>
                  <a:schemeClr val="lt1"/>
                </a:solidFill>
              </a:rPr>
              <a:t>Cloud Connectors</a:t>
            </a:r>
            <a:r>
              <a:rPr lang="en" sz="1200">
                <a:solidFill>
                  <a:schemeClr val="lt1"/>
                </a:solidFill>
              </a:rPr>
              <a:t> such as Kafka/SQS/Camel message queues, AWS Lambda functions, or Eventbridge; conforming to REST, GraphQL, or SOAP protocols</a:t>
            </a:r>
            <a:endParaRPr sz="1200">
              <a:solidFill>
                <a:schemeClr val="lt1"/>
              </a:solidFill>
            </a:endParaRPr>
          </a:p>
          <a:p>
            <a:pPr marL="457200" lvl="0" indent="-304800" algn="l" rtl="0">
              <a:lnSpc>
                <a:spcPct val="115000"/>
              </a:lnSpc>
              <a:spcBef>
                <a:spcPts val="1400"/>
              </a:spcBef>
              <a:spcAft>
                <a:spcPts val="0"/>
              </a:spcAft>
              <a:buSzPts val="1200"/>
              <a:buChar char="■"/>
            </a:pPr>
            <a:r>
              <a:rPr lang="en" sz="1200" b="1">
                <a:solidFill>
                  <a:schemeClr val="lt1"/>
                </a:solidFill>
              </a:rPr>
              <a:t>Service Connectors</a:t>
            </a:r>
            <a:r>
              <a:rPr lang="en" sz="1200">
                <a:solidFill>
                  <a:schemeClr val="lt1"/>
                </a:solidFill>
              </a:rPr>
              <a:t> such as RPA, AI or IoT services</a:t>
            </a:r>
            <a:endParaRPr sz="1200">
              <a:solidFill>
                <a:schemeClr val="lt1"/>
              </a:solidFill>
            </a:endParaRPr>
          </a:p>
          <a:p>
            <a:pPr marL="457200" lvl="0" indent="-304800" algn="l" rtl="0">
              <a:lnSpc>
                <a:spcPct val="115000"/>
              </a:lnSpc>
              <a:spcBef>
                <a:spcPts val="1400"/>
              </a:spcBef>
              <a:spcAft>
                <a:spcPts val="0"/>
              </a:spcAft>
              <a:buSzPts val="1200"/>
              <a:buChar char="■"/>
            </a:pPr>
            <a:r>
              <a:rPr lang="en" sz="1200" b="1">
                <a:solidFill>
                  <a:schemeClr val="lt1"/>
                </a:solidFill>
              </a:rPr>
              <a:t>Business Connectors</a:t>
            </a:r>
            <a:r>
              <a:rPr lang="en" sz="1200">
                <a:solidFill>
                  <a:schemeClr val="lt1"/>
                </a:solidFill>
              </a:rPr>
              <a:t> such as Salesforce or proprietary internal applications</a:t>
            </a:r>
            <a:endParaRPr sz="1200">
              <a:solidFill>
                <a:schemeClr val="lt1"/>
              </a:solidFill>
            </a:endParaRPr>
          </a:p>
          <a:p>
            <a:pPr marL="457200" lvl="0" indent="-304800" algn="l" rtl="0">
              <a:lnSpc>
                <a:spcPct val="115000"/>
              </a:lnSpc>
              <a:spcBef>
                <a:spcPts val="1400"/>
              </a:spcBef>
              <a:spcAft>
                <a:spcPts val="0"/>
              </a:spcAft>
              <a:buSzPts val="1200"/>
              <a:buChar char="■"/>
            </a:pPr>
            <a:r>
              <a:rPr lang="en" sz="1200" b="1">
                <a:solidFill>
                  <a:schemeClr val="lt1"/>
                </a:solidFill>
              </a:rPr>
              <a:t>Productivity Applications Connectors</a:t>
            </a:r>
            <a:r>
              <a:rPr lang="en" sz="1200">
                <a:solidFill>
                  <a:schemeClr val="lt1"/>
                </a:solidFill>
              </a:rPr>
              <a:t> such as Slack for notifications</a:t>
            </a:r>
            <a:endParaRPr sz="1200">
              <a:solidFill>
                <a:schemeClr val="lt1"/>
              </a:solidFill>
            </a:endParaRPr>
          </a:p>
          <a:p>
            <a:pPr marL="457200" lvl="0" indent="-304800" algn="l" rtl="0">
              <a:lnSpc>
                <a:spcPct val="115000"/>
              </a:lnSpc>
              <a:spcBef>
                <a:spcPts val="1400"/>
              </a:spcBef>
              <a:spcAft>
                <a:spcPts val="0"/>
              </a:spcAft>
              <a:buSzPts val="1200"/>
              <a:buChar char="■"/>
            </a:pPr>
            <a:r>
              <a:rPr lang="en" sz="1200" b="1">
                <a:solidFill>
                  <a:schemeClr val="lt1"/>
                </a:solidFill>
              </a:rPr>
              <a:t>Enterprise Content Connectors</a:t>
            </a:r>
            <a:r>
              <a:rPr lang="en" sz="1200">
                <a:solidFill>
                  <a:schemeClr val="lt1"/>
                </a:solidFill>
              </a:rPr>
              <a:t> such as Box or OpenText </a:t>
            </a:r>
            <a:endParaRPr sz="1200">
              <a:solidFill>
                <a:schemeClr val="lt1"/>
              </a:solidFill>
            </a:endParaRPr>
          </a:p>
          <a:p>
            <a:pPr marL="457200" lvl="0" indent="-304800" algn="l" rtl="0">
              <a:lnSpc>
                <a:spcPct val="115000"/>
              </a:lnSpc>
              <a:spcBef>
                <a:spcPts val="1400"/>
              </a:spcBef>
              <a:spcAft>
                <a:spcPts val="1400"/>
              </a:spcAft>
              <a:buSzPts val="1200"/>
              <a:buChar char="■"/>
            </a:pPr>
            <a:r>
              <a:rPr lang="en" sz="1200" b="1">
                <a:solidFill>
                  <a:schemeClr val="lt1"/>
                </a:solidFill>
              </a:rPr>
              <a:t>Data Connectors</a:t>
            </a:r>
            <a:r>
              <a:rPr lang="en" sz="1200">
                <a:solidFill>
                  <a:schemeClr val="lt1"/>
                </a:solidFill>
              </a:rPr>
              <a:t> such as BI systems, data lakes, or data warehouses</a:t>
            </a:r>
            <a:endParaRPr sz="1200">
              <a:solidFill>
                <a:schemeClr val="lt1"/>
              </a:solidFill>
            </a:endParaRPr>
          </a:p>
        </p:txBody>
      </p:sp>
      <p:sp>
        <p:nvSpPr>
          <p:cNvPr id="4045" name="Google Shape;4045;p181"/>
          <p:cNvSpPr txBox="1">
            <a:spLocks noGrp="1"/>
          </p:cNvSpPr>
          <p:nvPr>
            <p:ph type="title"/>
          </p:nvPr>
        </p:nvSpPr>
        <p:spPr>
          <a:xfrm>
            <a:off x="3802200" y="917850"/>
            <a:ext cx="4884600" cy="221700"/>
          </a:xfrm>
          <a:prstGeom prst="rect">
            <a:avLst/>
          </a:prstGeom>
        </p:spPr>
        <p:txBody>
          <a:bodyPr spcFirstLastPara="1" wrap="square" lIns="0" tIns="0" rIns="0" bIns="0" anchor="t" anchorCtr="0">
            <a:spAutoFit/>
          </a:bodyPr>
          <a:lstStyle/>
          <a:p>
            <a:pPr marL="0" lvl="0" indent="0" algn="l" rtl="0">
              <a:lnSpc>
                <a:spcPct val="90000"/>
              </a:lnSpc>
              <a:spcBef>
                <a:spcPts val="0"/>
              </a:spcBef>
              <a:spcAft>
                <a:spcPts val="0"/>
              </a:spcAft>
              <a:buSzPts val="990"/>
              <a:buNone/>
            </a:pPr>
            <a:r>
              <a:rPr lang="en" sz="1600">
                <a:solidFill>
                  <a:schemeClr val="accent1"/>
                </a:solidFill>
              </a:rPr>
              <a:t>Connector Examples</a:t>
            </a:r>
            <a:endParaRPr sz="1600">
              <a:solidFill>
                <a:schemeClr val="lt2"/>
              </a:solidFill>
            </a:endParaRPr>
          </a:p>
        </p:txBody>
      </p:sp>
      <p:sp>
        <p:nvSpPr>
          <p:cNvPr id="4046" name="Google Shape;4046;p181"/>
          <p:cNvSpPr txBox="1"/>
          <p:nvPr/>
        </p:nvSpPr>
        <p:spPr>
          <a:xfrm>
            <a:off x="371520" y="257310"/>
            <a:ext cx="8400900" cy="5487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SzPts val="1100"/>
              <a:buNone/>
            </a:pPr>
            <a:r>
              <a:rPr lang="en" sz="2400" b="1">
                <a:solidFill>
                  <a:schemeClr val="lt1"/>
                </a:solidFill>
                <a:latin typeface="IBM Plex Sans"/>
                <a:ea typeface="IBM Plex Sans"/>
                <a:cs typeface="IBM Plex Sans"/>
                <a:sym typeface="IBM Plex Sans"/>
              </a:rPr>
              <a:t>Camunda Platform: The Universal Process Orchestrator</a:t>
            </a:r>
            <a:endParaRPr sz="2400" b="1">
              <a:solidFill>
                <a:schemeClr val="lt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4044"/>
                                        </p:tgtEl>
                                        <p:attrNameLst>
                                          <p:attrName>style.visibility</p:attrName>
                                        </p:attrNameLst>
                                      </p:cBhvr>
                                      <p:to>
                                        <p:strVal val="visible"/>
                                      </p:to>
                                    </p:set>
                                    <p:animEffect transition="in" filter="fade">
                                      <p:cBhvr>
                                        <p:cTn id="7" dur="1000"/>
                                        <p:tgtEl>
                                          <p:spTgt spid="4044"/>
                                        </p:tgtEl>
                                      </p:cBhvr>
                                    </p:animEffect>
                                  </p:childTnLst>
                                </p:cTn>
                              </p:par>
                              <p:par>
                                <p:cTn id="8" presetID="10" presetClass="entr" presetSubtype="0" fill="hold" nodeType="withEffect">
                                  <p:stCondLst>
                                    <p:cond delay="0"/>
                                  </p:stCondLst>
                                  <p:childTnLst>
                                    <p:set>
                                      <p:cBhvr>
                                        <p:cTn id="9" dur="1" fill="hold">
                                          <p:stCondLst>
                                            <p:cond delay="0"/>
                                          </p:stCondLst>
                                        </p:cTn>
                                        <p:tgtEl>
                                          <p:spTgt spid="4045"/>
                                        </p:tgtEl>
                                        <p:attrNameLst>
                                          <p:attrName>style.visibility</p:attrName>
                                        </p:attrNameLst>
                                      </p:cBhvr>
                                      <p:to>
                                        <p:strVal val="visible"/>
                                      </p:to>
                                    </p:set>
                                    <p:animEffect transition="in" filter="fade">
                                      <p:cBhvr>
                                        <p:cTn id="10" dur="1000"/>
                                        <p:tgtEl>
                                          <p:spTgt spid="40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Shape 4050"/>
        <p:cNvGrpSpPr/>
        <p:nvPr/>
      </p:nvGrpSpPr>
      <p:grpSpPr>
        <a:xfrm>
          <a:off x="0" y="0"/>
          <a:ext cx="0" cy="0"/>
          <a:chOff x="0" y="0"/>
          <a:chExt cx="0" cy="0"/>
        </a:xfrm>
      </p:grpSpPr>
      <p:sp>
        <p:nvSpPr>
          <p:cNvPr id="4051" name="Google Shape;4051;p182"/>
          <p:cNvSpPr txBox="1">
            <a:spLocks noGrp="1"/>
          </p:cNvSpPr>
          <p:nvPr>
            <p:ph type="sldNum" idx="12"/>
          </p:nvPr>
        </p:nvSpPr>
        <p:spPr>
          <a:xfrm>
            <a:off x="8366700" y="4805546"/>
            <a:ext cx="548700" cy="215400"/>
          </a:xfrm>
          <a:prstGeom prst="rect">
            <a:avLst/>
          </a:prstGeom>
        </p:spPr>
        <p:txBody>
          <a:bodyPr spcFirstLastPara="1" wrap="square" lIns="0" tIns="0" rIns="0" bIns="0" anchor="b" anchorCtr="0">
            <a:normAutofit/>
          </a:bodyPr>
          <a:lstStyle/>
          <a:p>
            <a:pPr marL="0" lvl="0" indent="0" algn="r" rtl="0">
              <a:spcBef>
                <a:spcPts val="0"/>
              </a:spcBef>
              <a:spcAft>
                <a:spcPts val="0"/>
              </a:spcAft>
              <a:buNone/>
            </a:pPr>
            <a:fld id="{00000000-1234-1234-1234-123412341234}" type="slidenum">
              <a:rPr lang="en"/>
              <a:t>33</a:t>
            </a:fld>
            <a:endParaRPr/>
          </a:p>
        </p:txBody>
      </p:sp>
      <p:grpSp>
        <p:nvGrpSpPr>
          <p:cNvPr id="4052" name="Google Shape;4052;p182"/>
          <p:cNvGrpSpPr/>
          <p:nvPr/>
        </p:nvGrpSpPr>
        <p:grpSpPr>
          <a:xfrm>
            <a:off x="4009750" y="1657238"/>
            <a:ext cx="4637100" cy="2056413"/>
            <a:chOff x="4049700" y="786638"/>
            <a:chExt cx="4637100" cy="2056413"/>
          </a:xfrm>
        </p:grpSpPr>
        <p:sp>
          <p:nvSpPr>
            <p:cNvPr id="4053" name="Google Shape;4053;p182"/>
            <p:cNvSpPr txBox="1"/>
            <p:nvPr/>
          </p:nvSpPr>
          <p:spPr>
            <a:xfrm>
              <a:off x="4049700" y="786638"/>
              <a:ext cx="4637100" cy="2463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r>
                <a:rPr lang="en" sz="1600" b="1">
                  <a:solidFill>
                    <a:schemeClr val="accent6"/>
                  </a:solidFill>
                  <a:latin typeface="IBM Plex Sans"/>
                  <a:ea typeface="IBM Plex Sans"/>
                  <a:cs typeface="IBM Plex Sans"/>
                  <a:sym typeface="IBM Plex Sans"/>
                </a:rPr>
                <a:t>Camunda 8’s Next-Generation Workflow Engine</a:t>
              </a:r>
              <a:endParaRPr sz="1600" b="1">
                <a:solidFill>
                  <a:schemeClr val="accent6"/>
                </a:solidFill>
                <a:latin typeface="IBM Plex Sans"/>
                <a:ea typeface="IBM Plex Sans"/>
                <a:cs typeface="IBM Plex Sans"/>
                <a:sym typeface="IBM Plex Sans"/>
              </a:endParaRPr>
            </a:p>
          </p:txBody>
        </p:sp>
        <p:grpSp>
          <p:nvGrpSpPr>
            <p:cNvPr id="4054" name="Google Shape;4054;p182"/>
            <p:cNvGrpSpPr/>
            <p:nvPr/>
          </p:nvGrpSpPr>
          <p:grpSpPr>
            <a:xfrm>
              <a:off x="4049700" y="1231549"/>
              <a:ext cx="4077175" cy="1611501"/>
              <a:chOff x="4710225" y="1231549"/>
              <a:chExt cx="4077175" cy="1611501"/>
            </a:xfrm>
          </p:grpSpPr>
          <p:cxnSp>
            <p:nvCxnSpPr>
              <p:cNvPr id="4055" name="Google Shape;4055;p182"/>
              <p:cNvCxnSpPr/>
              <p:nvPr/>
            </p:nvCxnSpPr>
            <p:spPr>
              <a:xfrm>
                <a:off x="5171931" y="2599849"/>
                <a:ext cx="2736300" cy="0"/>
              </a:xfrm>
              <a:prstGeom prst="straightConnector1">
                <a:avLst/>
              </a:prstGeom>
              <a:noFill/>
              <a:ln w="19050" cap="flat" cmpd="sng">
                <a:solidFill>
                  <a:schemeClr val="lt1"/>
                </a:solidFill>
                <a:prstDash val="solid"/>
                <a:miter lim="800000"/>
                <a:headEnd type="none" w="sm" len="sm"/>
                <a:tailEnd type="triangle" w="med" len="med"/>
              </a:ln>
            </p:spPr>
          </p:cxnSp>
          <p:cxnSp>
            <p:nvCxnSpPr>
              <p:cNvPr id="4056" name="Google Shape;4056;p182"/>
              <p:cNvCxnSpPr/>
              <p:nvPr/>
            </p:nvCxnSpPr>
            <p:spPr>
              <a:xfrm rot="10800000">
                <a:off x="5171931" y="1231549"/>
                <a:ext cx="0" cy="1368300"/>
              </a:xfrm>
              <a:prstGeom prst="straightConnector1">
                <a:avLst/>
              </a:prstGeom>
              <a:noFill/>
              <a:ln w="19050" cap="flat" cmpd="sng">
                <a:solidFill>
                  <a:schemeClr val="lt1"/>
                </a:solidFill>
                <a:prstDash val="solid"/>
                <a:miter lim="800000"/>
                <a:headEnd type="none" w="sm" len="sm"/>
                <a:tailEnd type="triangle" w="med" len="med"/>
              </a:ln>
            </p:spPr>
          </p:cxnSp>
          <p:sp>
            <p:nvSpPr>
              <p:cNvPr id="4057" name="Google Shape;4057;p182"/>
              <p:cNvSpPr txBox="1"/>
              <p:nvPr/>
            </p:nvSpPr>
            <p:spPr>
              <a:xfrm>
                <a:off x="7877200" y="2438300"/>
                <a:ext cx="910200" cy="323100"/>
              </a:xfrm>
              <a:prstGeom prst="rect">
                <a:avLst/>
              </a:prstGeom>
              <a:noFill/>
              <a:ln>
                <a:noFill/>
              </a:ln>
            </p:spPr>
            <p:txBody>
              <a:bodyPr spcFirstLastPara="1" wrap="square" lIns="91425" tIns="91425" rIns="91425" bIns="91425" anchor="t" anchorCtr="0">
                <a:spAutoFit/>
              </a:bodyPr>
              <a:lstStyle/>
              <a:p>
                <a:pPr marL="0" marR="0" lvl="0" indent="0" algn="l" rtl="0">
                  <a:spcBef>
                    <a:spcPts val="0"/>
                  </a:spcBef>
                  <a:spcAft>
                    <a:spcPts val="0"/>
                  </a:spcAft>
                  <a:buNone/>
                </a:pPr>
                <a:r>
                  <a:rPr lang="en" sz="900">
                    <a:solidFill>
                      <a:schemeClr val="lt1"/>
                    </a:solidFill>
                    <a:latin typeface="IBM Plex Sans"/>
                    <a:ea typeface="IBM Plex Sans"/>
                    <a:cs typeface="IBM Plex Sans"/>
                    <a:sym typeface="IBM Plex Sans"/>
                  </a:rPr>
                  <a:t>Cluster size</a:t>
                </a:r>
                <a:endParaRPr sz="900">
                  <a:solidFill>
                    <a:schemeClr val="lt1"/>
                  </a:solidFill>
                  <a:latin typeface="IBM Plex Sans"/>
                  <a:ea typeface="IBM Plex Sans"/>
                  <a:cs typeface="IBM Plex Sans"/>
                  <a:sym typeface="IBM Plex Sans"/>
                </a:endParaRPr>
              </a:p>
            </p:txBody>
          </p:sp>
          <p:sp>
            <p:nvSpPr>
              <p:cNvPr id="4058" name="Google Shape;4058;p182"/>
              <p:cNvSpPr txBox="1"/>
              <p:nvPr/>
            </p:nvSpPr>
            <p:spPr>
              <a:xfrm rot="-5400000">
                <a:off x="4238325" y="1764150"/>
                <a:ext cx="1405500" cy="461700"/>
              </a:xfrm>
              <a:prstGeom prst="rect">
                <a:avLst/>
              </a:prstGeom>
              <a:noFill/>
              <a:ln>
                <a:noFill/>
              </a:ln>
            </p:spPr>
            <p:txBody>
              <a:bodyPr spcFirstLastPara="1" wrap="square" lIns="91425" tIns="91425" rIns="91425" bIns="91425" anchor="t" anchorCtr="0">
                <a:spAutoFit/>
              </a:bodyPr>
              <a:lstStyle/>
              <a:p>
                <a:pPr marL="0" marR="0" lvl="0" indent="0" algn="l" rtl="0">
                  <a:spcBef>
                    <a:spcPts val="0"/>
                  </a:spcBef>
                  <a:spcAft>
                    <a:spcPts val="0"/>
                  </a:spcAft>
                  <a:buNone/>
                </a:pPr>
                <a:r>
                  <a:rPr lang="en" sz="900">
                    <a:solidFill>
                      <a:schemeClr val="lt1"/>
                    </a:solidFill>
                    <a:latin typeface="IBM Plex Sans"/>
                    <a:ea typeface="IBM Plex Sans"/>
                    <a:cs typeface="IBM Plex Sans"/>
                    <a:sym typeface="IBM Plex Sans"/>
                  </a:rPr>
                  <a:t>Process instances per second (throughput)</a:t>
                </a:r>
                <a:endParaRPr sz="900">
                  <a:solidFill>
                    <a:schemeClr val="lt1"/>
                  </a:solidFill>
                  <a:latin typeface="IBM Plex Sans"/>
                  <a:ea typeface="IBM Plex Sans"/>
                  <a:cs typeface="IBM Plex Sans"/>
                  <a:sym typeface="IBM Plex Sans"/>
                </a:endParaRPr>
              </a:p>
            </p:txBody>
          </p:sp>
          <p:cxnSp>
            <p:nvCxnSpPr>
              <p:cNvPr id="4059" name="Google Shape;4059;p182"/>
              <p:cNvCxnSpPr/>
              <p:nvPr/>
            </p:nvCxnSpPr>
            <p:spPr>
              <a:xfrm rot="10800000" flipH="1">
                <a:off x="5243937" y="1292248"/>
                <a:ext cx="2706000" cy="1243800"/>
              </a:xfrm>
              <a:prstGeom prst="straightConnector1">
                <a:avLst/>
              </a:prstGeom>
              <a:noFill/>
              <a:ln w="12700" cap="flat" cmpd="sng">
                <a:solidFill>
                  <a:srgbClr val="1F89B1"/>
                </a:solidFill>
                <a:prstDash val="solid"/>
                <a:miter lim="800000"/>
                <a:headEnd type="none" w="sm" len="sm"/>
                <a:tailEnd type="none" w="sm" len="sm"/>
              </a:ln>
            </p:spPr>
          </p:cxnSp>
          <p:sp>
            <p:nvSpPr>
              <p:cNvPr id="4060" name="Google Shape;4060;p182"/>
              <p:cNvSpPr txBox="1"/>
              <p:nvPr/>
            </p:nvSpPr>
            <p:spPr>
              <a:xfrm>
                <a:off x="5628024" y="1741067"/>
                <a:ext cx="858300" cy="2154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 sz="800">
                    <a:solidFill>
                      <a:schemeClr val="lt1"/>
                    </a:solidFill>
                    <a:latin typeface="IBM Plex Sans"/>
                    <a:ea typeface="IBM Plex Sans"/>
                    <a:cs typeface="IBM Plex Sans"/>
                    <a:sym typeface="IBM Plex Sans"/>
                  </a:rPr>
                  <a:t>~ 530 PI/s</a:t>
                </a:r>
                <a:endParaRPr sz="800">
                  <a:solidFill>
                    <a:schemeClr val="lt1"/>
                  </a:solidFill>
                  <a:latin typeface="IBM Plex Sans"/>
                  <a:ea typeface="IBM Plex Sans"/>
                  <a:cs typeface="IBM Plex Sans"/>
                  <a:sym typeface="IBM Plex Sans"/>
                </a:endParaRPr>
              </a:p>
            </p:txBody>
          </p:sp>
          <p:sp>
            <p:nvSpPr>
              <p:cNvPr id="4061" name="Google Shape;4061;p182"/>
              <p:cNvSpPr/>
              <p:nvPr/>
            </p:nvSpPr>
            <p:spPr>
              <a:xfrm>
                <a:off x="5691625" y="2180078"/>
                <a:ext cx="178500" cy="180000"/>
              </a:xfrm>
              <a:prstGeom prst="star5">
                <a:avLst>
                  <a:gd name="adj" fmla="val 19098"/>
                  <a:gd name="hf" fmla="val 105146"/>
                  <a:gd name="vf" fmla="val 110557"/>
                </a:avLst>
              </a:prstGeom>
              <a:solidFill>
                <a:srgbClr val="B5152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100">
                  <a:solidFill>
                    <a:srgbClr val="000000"/>
                  </a:solidFill>
                  <a:latin typeface="Arial"/>
                  <a:ea typeface="Arial"/>
                  <a:cs typeface="Arial"/>
                  <a:sym typeface="Arial"/>
                </a:endParaRPr>
              </a:p>
            </p:txBody>
          </p:sp>
          <p:sp>
            <p:nvSpPr>
              <p:cNvPr id="4062" name="Google Shape;4062;p182"/>
              <p:cNvSpPr/>
              <p:nvPr/>
            </p:nvSpPr>
            <p:spPr>
              <a:xfrm>
                <a:off x="6164278" y="1968014"/>
                <a:ext cx="178500" cy="180000"/>
              </a:xfrm>
              <a:prstGeom prst="star5">
                <a:avLst>
                  <a:gd name="adj" fmla="val 19098"/>
                  <a:gd name="hf" fmla="val 105146"/>
                  <a:gd name="vf" fmla="val 110557"/>
                </a:avLst>
              </a:prstGeom>
              <a:solidFill>
                <a:srgbClr val="B5152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100">
                  <a:solidFill>
                    <a:srgbClr val="000000"/>
                  </a:solidFill>
                  <a:latin typeface="Arial"/>
                  <a:ea typeface="Arial"/>
                  <a:cs typeface="Arial"/>
                  <a:sym typeface="Arial"/>
                </a:endParaRPr>
              </a:p>
            </p:txBody>
          </p:sp>
          <p:sp>
            <p:nvSpPr>
              <p:cNvPr id="4063" name="Google Shape;4063;p182"/>
              <p:cNvSpPr/>
              <p:nvPr/>
            </p:nvSpPr>
            <p:spPr>
              <a:xfrm>
                <a:off x="6605536" y="1761687"/>
                <a:ext cx="178500" cy="180000"/>
              </a:xfrm>
              <a:prstGeom prst="star5">
                <a:avLst>
                  <a:gd name="adj" fmla="val 19098"/>
                  <a:gd name="hf" fmla="val 105146"/>
                  <a:gd name="vf" fmla="val 110557"/>
                </a:avLst>
              </a:prstGeom>
              <a:solidFill>
                <a:srgbClr val="B5152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100">
                  <a:solidFill>
                    <a:srgbClr val="000000"/>
                  </a:solidFill>
                  <a:latin typeface="Arial"/>
                  <a:ea typeface="Arial"/>
                  <a:cs typeface="Arial"/>
                  <a:sym typeface="Arial"/>
                </a:endParaRPr>
              </a:p>
            </p:txBody>
          </p:sp>
          <p:sp>
            <p:nvSpPr>
              <p:cNvPr id="4064" name="Google Shape;4064;p182"/>
              <p:cNvSpPr/>
              <p:nvPr/>
            </p:nvSpPr>
            <p:spPr>
              <a:xfrm>
                <a:off x="6951595" y="1628916"/>
                <a:ext cx="178500" cy="180000"/>
              </a:xfrm>
              <a:prstGeom prst="star5">
                <a:avLst>
                  <a:gd name="adj" fmla="val 19098"/>
                  <a:gd name="hf" fmla="val 105146"/>
                  <a:gd name="vf" fmla="val 110557"/>
                </a:avLst>
              </a:prstGeom>
              <a:solidFill>
                <a:srgbClr val="B5152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100">
                  <a:solidFill>
                    <a:srgbClr val="000000"/>
                  </a:solidFill>
                  <a:latin typeface="Arial"/>
                  <a:ea typeface="Arial"/>
                  <a:cs typeface="Arial"/>
                  <a:sym typeface="Arial"/>
                </a:endParaRPr>
              </a:p>
            </p:txBody>
          </p:sp>
          <p:sp>
            <p:nvSpPr>
              <p:cNvPr id="4065" name="Google Shape;4065;p182"/>
              <p:cNvSpPr txBox="1"/>
              <p:nvPr/>
            </p:nvSpPr>
            <p:spPr>
              <a:xfrm>
                <a:off x="5181378" y="1966235"/>
                <a:ext cx="858300" cy="2154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 sz="800">
                    <a:solidFill>
                      <a:schemeClr val="lt1"/>
                    </a:solidFill>
                    <a:latin typeface="IBM Plex Sans"/>
                    <a:ea typeface="IBM Plex Sans"/>
                    <a:cs typeface="IBM Plex Sans"/>
                    <a:sym typeface="IBM Plex Sans"/>
                  </a:rPr>
                  <a:t>~ 380 PI/s</a:t>
                </a:r>
                <a:endParaRPr sz="800">
                  <a:solidFill>
                    <a:schemeClr val="lt1"/>
                  </a:solidFill>
                  <a:latin typeface="IBM Plex Sans"/>
                  <a:ea typeface="IBM Plex Sans"/>
                  <a:cs typeface="IBM Plex Sans"/>
                  <a:sym typeface="IBM Plex Sans"/>
                </a:endParaRPr>
              </a:p>
            </p:txBody>
          </p:sp>
          <p:sp>
            <p:nvSpPr>
              <p:cNvPr id="4066" name="Google Shape;4066;p182"/>
              <p:cNvSpPr txBox="1"/>
              <p:nvPr/>
            </p:nvSpPr>
            <p:spPr>
              <a:xfrm>
                <a:off x="6217625" y="1467051"/>
                <a:ext cx="858300" cy="2154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 sz="800">
                    <a:solidFill>
                      <a:schemeClr val="lt1"/>
                    </a:solidFill>
                    <a:latin typeface="IBM Plex Sans"/>
                    <a:ea typeface="IBM Plex Sans"/>
                    <a:cs typeface="IBM Plex Sans"/>
                    <a:sym typeface="IBM Plex Sans"/>
                  </a:rPr>
                  <a:t>~ 880 PI/s</a:t>
                </a:r>
                <a:endParaRPr sz="800">
                  <a:solidFill>
                    <a:schemeClr val="lt1"/>
                  </a:solidFill>
                  <a:latin typeface="IBM Plex Sans"/>
                  <a:ea typeface="IBM Plex Sans"/>
                  <a:cs typeface="IBM Plex Sans"/>
                  <a:sym typeface="IBM Plex Sans"/>
                </a:endParaRPr>
              </a:p>
            </p:txBody>
          </p:sp>
          <p:sp>
            <p:nvSpPr>
              <p:cNvPr id="4067" name="Google Shape;4067;p182"/>
              <p:cNvSpPr txBox="1"/>
              <p:nvPr/>
            </p:nvSpPr>
            <p:spPr>
              <a:xfrm>
                <a:off x="7119679" y="1600976"/>
                <a:ext cx="858300" cy="2154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 sz="800">
                    <a:solidFill>
                      <a:schemeClr val="lt1"/>
                    </a:solidFill>
                    <a:latin typeface="IBM Plex Sans"/>
                    <a:ea typeface="IBM Plex Sans"/>
                    <a:cs typeface="IBM Plex Sans"/>
                    <a:sym typeface="IBM Plex Sans"/>
                  </a:rPr>
                  <a:t>~ 1010 PI/s</a:t>
                </a:r>
                <a:endParaRPr sz="800">
                  <a:solidFill>
                    <a:schemeClr val="lt1"/>
                  </a:solidFill>
                  <a:latin typeface="IBM Plex Sans"/>
                  <a:ea typeface="IBM Plex Sans"/>
                  <a:cs typeface="IBM Plex Sans"/>
                  <a:sym typeface="IBM Plex Sans"/>
                </a:endParaRPr>
              </a:p>
            </p:txBody>
          </p:sp>
          <p:sp>
            <p:nvSpPr>
              <p:cNvPr id="4068" name="Google Shape;4068;p182"/>
              <p:cNvSpPr txBox="1"/>
              <p:nvPr/>
            </p:nvSpPr>
            <p:spPr>
              <a:xfrm>
                <a:off x="5630727" y="2596750"/>
                <a:ext cx="300300" cy="24630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 sz="1000">
                    <a:solidFill>
                      <a:srgbClr val="1F89B1"/>
                    </a:solidFill>
                    <a:latin typeface="IBM Plex Sans"/>
                    <a:ea typeface="IBM Plex Sans"/>
                    <a:cs typeface="IBM Plex Sans"/>
                    <a:sym typeface="IBM Plex Sans"/>
                  </a:rPr>
                  <a:t>6</a:t>
                </a:r>
                <a:endParaRPr sz="1000">
                  <a:latin typeface="IBM Plex Sans"/>
                  <a:ea typeface="IBM Plex Sans"/>
                  <a:cs typeface="IBM Plex Sans"/>
                  <a:sym typeface="IBM Plex Sans"/>
                </a:endParaRPr>
              </a:p>
            </p:txBody>
          </p:sp>
          <p:sp>
            <p:nvSpPr>
              <p:cNvPr id="4069" name="Google Shape;4069;p182"/>
              <p:cNvSpPr txBox="1"/>
              <p:nvPr/>
            </p:nvSpPr>
            <p:spPr>
              <a:xfrm>
                <a:off x="6076824" y="2596750"/>
                <a:ext cx="353400" cy="24630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 sz="1000">
                    <a:solidFill>
                      <a:srgbClr val="1F89B1"/>
                    </a:solidFill>
                    <a:latin typeface="IBM Plex Sans"/>
                    <a:ea typeface="IBM Plex Sans"/>
                    <a:cs typeface="IBM Plex Sans"/>
                    <a:sym typeface="IBM Plex Sans"/>
                  </a:rPr>
                  <a:t>9</a:t>
                </a:r>
                <a:endParaRPr sz="1000">
                  <a:latin typeface="IBM Plex Sans"/>
                  <a:ea typeface="IBM Plex Sans"/>
                  <a:cs typeface="IBM Plex Sans"/>
                  <a:sym typeface="IBM Plex Sans"/>
                </a:endParaRPr>
              </a:p>
            </p:txBody>
          </p:sp>
          <p:sp>
            <p:nvSpPr>
              <p:cNvPr id="4070" name="Google Shape;4070;p182"/>
              <p:cNvSpPr txBox="1"/>
              <p:nvPr/>
            </p:nvSpPr>
            <p:spPr>
              <a:xfrm>
                <a:off x="6487773" y="2596750"/>
                <a:ext cx="414000" cy="24630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 sz="1000">
                    <a:solidFill>
                      <a:srgbClr val="1F89B1"/>
                    </a:solidFill>
                    <a:latin typeface="IBM Plex Sans"/>
                    <a:ea typeface="IBM Plex Sans"/>
                    <a:cs typeface="IBM Plex Sans"/>
                    <a:sym typeface="IBM Plex Sans"/>
                  </a:rPr>
                  <a:t>15</a:t>
                </a:r>
                <a:endParaRPr sz="1000">
                  <a:latin typeface="IBM Plex Sans"/>
                  <a:ea typeface="IBM Plex Sans"/>
                  <a:cs typeface="IBM Plex Sans"/>
                  <a:sym typeface="IBM Plex Sans"/>
                </a:endParaRPr>
              </a:p>
            </p:txBody>
          </p:sp>
        </p:grpSp>
      </p:grpSp>
      <p:grpSp>
        <p:nvGrpSpPr>
          <p:cNvPr id="4071" name="Google Shape;4071;p182"/>
          <p:cNvGrpSpPr/>
          <p:nvPr/>
        </p:nvGrpSpPr>
        <p:grpSpPr>
          <a:xfrm>
            <a:off x="417669" y="887258"/>
            <a:ext cx="2677500" cy="3833369"/>
            <a:chOff x="417669" y="887258"/>
            <a:chExt cx="2677500" cy="3833369"/>
          </a:xfrm>
        </p:grpSpPr>
        <p:sp>
          <p:nvSpPr>
            <p:cNvPr id="4072" name="Google Shape;4072;p182"/>
            <p:cNvSpPr txBox="1"/>
            <p:nvPr/>
          </p:nvSpPr>
          <p:spPr>
            <a:xfrm>
              <a:off x="1088324" y="887258"/>
              <a:ext cx="1336200" cy="246300"/>
            </a:xfrm>
            <a:prstGeom prst="rect">
              <a:avLst/>
            </a:prstGeom>
            <a:noFill/>
            <a:ln>
              <a:noFill/>
            </a:ln>
          </p:spPr>
          <p:txBody>
            <a:bodyPr spcFirstLastPara="1" wrap="square" lIns="0" tIns="0" rIns="0" bIns="0" anchor="t" anchorCtr="0">
              <a:spAutoFit/>
            </a:bodyPr>
            <a:lstStyle/>
            <a:p>
              <a:pPr marL="0" lvl="0" indent="0" algn="ctr" rtl="0">
                <a:spcBef>
                  <a:spcPts val="0"/>
                </a:spcBef>
                <a:spcAft>
                  <a:spcPts val="0"/>
                </a:spcAft>
                <a:buNone/>
              </a:pPr>
              <a:r>
                <a:rPr lang="en" sz="1600" b="1">
                  <a:solidFill>
                    <a:srgbClr val="0A7DDA"/>
                  </a:solidFill>
                  <a:latin typeface="IBM Plex Sans"/>
                  <a:ea typeface="IBM Plex Sans"/>
                  <a:cs typeface="IBM Plex Sans"/>
                  <a:sym typeface="IBM Plex Sans"/>
                </a:rPr>
                <a:t>Automate</a:t>
              </a:r>
              <a:endParaRPr sz="1600">
                <a:solidFill>
                  <a:srgbClr val="0A7DDA"/>
                </a:solidFill>
              </a:endParaRPr>
            </a:p>
          </p:txBody>
        </p:sp>
        <p:sp>
          <p:nvSpPr>
            <p:cNvPr id="4073" name="Google Shape;4073;p182"/>
            <p:cNvSpPr txBox="1"/>
            <p:nvPr/>
          </p:nvSpPr>
          <p:spPr>
            <a:xfrm>
              <a:off x="417669" y="1129352"/>
              <a:ext cx="2677500" cy="431100"/>
            </a:xfrm>
            <a:prstGeom prst="rect">
              <a:avLst/>
            </a:prstGeom>
            <a:noFill/>
            <a:ln>
              <a:noFill/>
            </a:ln>
          </p:spPr>
          <p:txBody>
            <a:bodyPr spcFirstLastPara="1" wrap="square" lIns="91425" tIns="91425" rIns="91425" bIns="91425" anchor="t" anchorCtr="0">
              <a:spAutoFit/>
            </a:bodyPr>
            <a:lstStyle/>
            <a:p>
              <a:pPr marL="12700" lvl="0" indent="0" algn="ctr" rtl="0">
                <a:spcBef>
                  <a:spcPts val="0"/>
                </a:spcBef>
                <a:spcAft>
                  <a:spcPts val="0"/>
                </a:spcAft>
                <a:buNone/>
              </a:pPr>
              <a:r>
                <a:rPr lang="en" sz="800">
                  <a:solidFill>
                    <a:srgbClr val="F7F7F7"/>
                  </a:solidFill>
                  <a:latin typeface="IBM Plex Sans"/>
                  <a:ea typeface="IBM Plex Sans"/>
                  <a:cs typeface="IBM Plex Sans"/>
                  <a:sym typeface="IBM Plex Sans"/>
                </a:rPr>
                <a:t>Enterprise-grade automation platform. Built for today’s business complexity, loved by developers.</a:t>
              </a:r>
              <a:endParaRPr sz="800">
                <a:solidFill>
                  <a:srgbClr val="F7F7F7"/>
                </a:solidFill>
                <a:latin typeface="IBM Plex Sans"/>
                <a:ea typeface="IBM Plex Sans"/>
                <a:cs typeface="IBM Plex Sans"/>
                <a:sym typeface="IBM Plex Sans"/>
              </a:endParaRPr>
            </a:p>
          </p:txBody>
        </p:sp>
        <p:grpSp>
          <p:nvGrpSpPr>
            <p:cNvPr id="4074" name="Google Shape;4074;p182"/>
            <p:cNvGrpSpPr/>
            <p:nvPr/>
          </p:nvGrpSpPr>
          <p:grpSpPr>
            <a:xfrm>
              <a:off x="481493" y="1725427"/>
              <a:ext cx="2549700" cy="2995200"/>
              <a:chOff x="481493" y="1725427"/>
              <a:chExt cx="2549700" cy="2995200"/>
            </a:xfrm>
          </p:grpSpPr>
          <p:grpSp>
            <p:nvGrpSpPr>
              <p:cNvPr id="4075" name="Google Shape;4075;p182"/>
              <p:cNvGrpSpPr/>
              <p:nvPr/>
            </p:nvGrpSpPr>
            <p:grpSpPr>
              <a:xfrm>
                <a:off x="481493" y="1725427"/>
                <a:ext cx="2549700" cy="2995200"/>
                <a:chOff x="481493" y="1725427"/>
                <a:chExt cx="2549700" cy="2995200"/>
              </a:xfrm>
            </p:grpSpPr>
            <p:sp>
              <p:nvSpPr>
                <p:cNvPr id="4076" name="Google Shape;4076;p182"/>
                <p:cNvSpPr/>
                <p:nvPr/>
              </p:nvSpPr>
              <p:spPr>
                <a:xfrm>
                  <a:off x="481493" y="1725427"/>
                  <a:ext cx="2549700" cy="2995200"/>
                </a:xfrm>
                <a:prstGeom prst="roundRect">
                  <a:avLst>
                    <a:gd name="adj" fmla="val 4342"/>
                  </a:avLst>
                </a:prstGeom>
                <a:solidFill>
                  <a:srgbClr val="F7F7F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077" name="Google Shape;4077;p182"/>
                <p:cNvGrpSpPr/>
                <p:nvPr/>
              </p:nvGrpSpPr>
              <p:grpSpPr>
                <a:xfrm>
                  <a:off x="678397" y="2058011"/>
                  <a:ext cx="457183" cy="457183"/>
                  <a:chOff x="4280432" y="2131791"/>
                  <a:chExt cx="649500" cy="649500"/>
                </a:xfrm>
              </p:grpSpPr>
              <p:sp>
                <p:nvSpPr>
                  <p:cNvPr id="4078" name="Google Shape;4078;p182"/>
                  <p:cNvSpPr/>
                  <p:nvPr/>
                </p:nvSpPr>
                <p:spPr>
                  <a:xfrm>
                    <a:off x="4280432" y="2131791"/>
                    <a:ext cx="649500" cy="649500"/>
                  </a:xfrm>
                  <a:prstGeom prst="roundRect">
                    <a:avLst>
                      <a:gd name="adj" fmla="val 16667"/>
                    </a:avLst>
                  </a:prstGeom>
                  <a:solidFill>
                    <a:srgbClr val="0072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079" name="Google Shape;4079;p182"/>
                  <p:cNvGrpSpPr/>
                  <p:nvPr/>
                </p:nvGrpSpPr>
                <p:grpSpPr>
                  <a:xfrm>
                    <a:off x="4411294" y="2253947"/>
                    <a:ext cx="378863" cy="378038"/>
                    <a:chOff x="1721775" y="1901200"/>
                    <a:chExt cx="352300" cy="351500"/>
                  </a:xfrm>
                </p:grpSpPr>
                <p:sp>
                  <p:nvSpPr>
                    <p:cNvPr id="4080" name="Google Shape;4080;p182"/>
                    <p:cNvSpPr/>
                    <p:nvPr/>
                  </p:nvSpPr>
                  <p:spPr>
                    <a:xfrm>
                      <a:off x="1721775" y="1901200"/>
                      <a:ext cx="258925" cy="257050"/>
                    </a:xfrm>
                    <a:custGeom>
                      <a:avLst/>
                      <a:gdLst/>
                      <a:ahLst/>
                      <a:cxnLst/>
                      <a:rect l="l" t="t" r="r" b="b"/>
                      <a:pathLst>
                        <a:path w="10357" h="10282" extrusionOk="0">
                          <a:moveTo>
                            <a:pt x="4404" y="0"/>
                          </a:moveTo>
                          <a:lnTo>
                            <a:pt x="4415" y="1242"/>
                          </a:lnTo>
                          <a:lnTo>
                            <a:pt x="4139" y="1326"/>
                          </a:lnTo>
                          <a:lnTo>
                            <a:pt x="3873" y="1422"/>
                          </a:lnTo>
                          <a:lnTo>
                            <a:pt x="3619" y="1539"/>
                          </a:lnTo>
                          <a:lnTo>
                            <a:pt x="3364" y="1666"/>
                          </a:lnTo>
                          <a:lnTo>
                            <a:pt x="2494" y="796"/>
                          </a:lnTo>
                          <a:lnTo>
                            <a:pt x="828" y="2430"/>
                          </a:lnTo>
                          <a:lnTo>
                            <a:pt x="1698" y="3311"/>
                          </a:lnTo>
                          <a:lnTo>
                            <a:pt x="1560" y="3555"/>
                          </a:lnTo>
                          <a:lnTo>
                            <a:pt x="1444" y="3809"/>
                          </a:lnTo>
                          <a:lnTo>
                            <a:pt x="1348" y="4075"/>
                          </a:lnTo>
                          <a:lnTo>
                            <a:pt x="1263" y="4340"/>
                          </a:lnTo>
                          <a:lnTo>
                            <a:pt x="0" y="4340"/>
                          </a:lnTo>
                          <a:lnTo>
                            <a:pt x="0" y="6664"/>
                          </a:lnTo>
                          <a:lnTo>
                            <a:pt x="1253" y="6674"/>
                          </a:lnTo>
                          <a:lnTo>
                            <a:pt x="1327" y="6950"/>
                          </a:lnTo>
                          <a:lnTo>
                            <a:pt x="1433" y="7215"/>
                          </a:lnTo>
                          <a:lnTo>
                            <a:pt x="1539" y="7470"/>
                          </a:lnTo>
                          <a:lnTo>
                            <a:pt x="1677" y="7714"/>
                          </a:lnTo>
                          <a:lnTo>
                            <a:pt x="754" y="8627"/>
                          </a:lnTo>
                          <a:lnTo>
                            <a:pt x="2398" y="10282"/>
                          </a:lnTo>
                          <a:lnTo>
                            <a:pt x="3099" y="9603"/>
                          </a:lnTo>
                          <a:lnTo>
                            <a:pt x="2929" y="9592"/>
                          </a:lnTo>
                          <a:lnTo>
                            <a:pt x="2929" y="7268"/>
                          </a:lnTo>
                          <a:lnTo>
                            <a:pt x="3003" y="7268"/>
                          </a:lnTo>
                          <a:lnTo>
                            <a:pt x="2887" y="7077"/>
                          </a:lnTo>
                          <a:lnTo>
                            <a:pt x="2791" y="6887"/>
                          </a:lnTo>
                          <a:lnTo>
                            <a:pt x="2706" y="6685"/>
                          </a:lnTo>
                          <a:lnTo>
                            <a:pt x="2632" y="6473"/>
                          </a:lnTo>
                          <a:lnTo>
                            <a:pt x="2568" y="6250"/>
                          </a:lnTo>
                          <a:lnTo>
                            <a:pt x="2526" y="6027"/>
                          </a:lnTo>
                          <a:lnTo>
                            <a:pt x="2505" y="5794"/>
                          </a:lnTo>
                          <a:lnTo>
                            <a:pt x="2494" y="5560"/>
                          </a:lnTo>
                          <a:lnTo>
                            <a:pt x="2494" y="5401"/>
                          </a:lnTo>
                          <a:lnTo>
                            <a:pt x="2505" y="5242"/>
                          </a:lnTo>
                          <a:lnTo>
                            <a:pt x="2526" y="5093"/>
                          </a:lnTo>
                          <a:lnTo>
                            <a:pt x="2558" y="4945"/>
                          </a:lnTo>
                          <a:lnTo>
                            <a:pt x="2589" y="4796"/>
                          </a:lnTo>
                          <a:lnTo>
                            <a:pt x="2632" y="4648"/>
                          </a:lnTo>
                          <a:lnTo>
                            <a:pt x="2674" y="4499"/>
                          </a:lnTo>
                          <a:lnTo>
                            <a:pt x="2738" y="4361"/>
                          </a:lnTo>
                          <a:lnTo>
                            <a:pt x="2791" y="4223"/>
                          </a:lnTo>
                          <a:lnTo>
                            <a:pt x="2865" y="4096"/>
                          </a:lnTo>
                          <a:lnTo>
                            <a:pt x="2940" y="3958"/>
                          </a:lnTo>
                          <a:lnTo>
                            <a:pt x="3014" y="3841"/>
                          </a:lnTo>
                          <a:lnTo>
                            <a:pt x="3109" y="3714"/>
                          </a:lnTo>
                          <a:lnTo>
                            <a:pt x="3194" y="3597"/>
                          </a:lnTo>
                          <a:lnTo>
                            <a:pt x="3290" y="3491"/>
                          </a:lnTo>
                          <a:lnTo>
                            <a:pt x="3396" y="3385"/>
                          </a:lnTo>
                          <a:lnTo>
                            <a:pt x="3502" y="3279"/>
                          </a:lnTo>
                          <a:lnTo>
                            <a:pt x="3619" y="3183"/>
                          </a:lnTo>
                          <a:lnTo>
                            <a:pt x="3735" y="3088"/>
                          </a:lnTo>
                          <a:lnTo>
                            <a:pt x="3852" y="3003"/>
                          </a:lnTo>
                          <a:lnTo>
                            <a:pt x="3980" y="2929"/>
                          </a:lnTo>
                          <a:lnTo>
                            <a:pt x="4107" y="2854"/>
                          </a:lnTo>
                          <a:lnTo>
                            <a:pt x="4245" y="2780"/>
                          </a:lnTo>
                          <a:lnTo>
                            <a:pt x="4372" y="2716"/>
                          </a:lnTo>
                          <a:lnTo>
                            <a:pt x="4521" y="2663"/>
                          </a:lnTo>
                          <a:lnTo>
                            <a:pt x="4659" y="2621"/>
                          </a:lnTo>
                          <a:lnTo>
                            <a:pt x="4807" y="2579"/>
                          </a:lnTo>
                          <a:lnTo>
                            <a:pt x="4956" y="2536"/>
                          </a:lnTo>
                          <a:lnTo>
                            <a:pt x="5104" y="2515"/>
                          </a:lnTo>
                          <a:lnTo>
                            <a:pt x="5263" y="2494"/>
                          </a:lnTo>
                          <a:lnTo>
                            <a:pt x="5423" y="2483"/>
                          </a:lnTo>
                          <a:lnTo>
                            <a:pt x="5582" y="2472"/>
                          </a:lnTo>
                          <a:lnTo>
                            <a:pt x="5815" y="2483"/>
                          </a:lnTo>
                          <a:lnTo>
                            <a:pt x="6059" y="2515"/>
                          </a:lnTo>
                          <a:lnTo>
                            <a:pt x="6293" y="2557"/>
                          </a:lnTo>
                          <a:lnTo>
                            <a:pt x="6516" y="2621"/>
                          </a:lnTo>
                          <a:lnTo>
                            <a:pt x="6728" y="2706"/>
                          </a:lnTo>
                          <a:lnTo>
                            <a:pt x="6940" y="2801"/>
                          </a:lnTo>
                          <a:lnTo>
                            <a:pt x="7142" y="2907"/>
                          </a:lnTo>
                          <a:lnTo>
                            <a:pt x="7333" y="3035"/>
                          </a:lnTo>
                          <a:lnTo>
                            <a:pt x="7333" y="2929"/>
                          </a:lnTo>
                          <a:lnTo>
                            <a:pt x="9688" y="2929"/>
                          </a:lnTo>
                          <a:lnTo>
                            <a:pt x="9688" y="3109"/>
                          </a:lnTo>
                          <a:lnTo>
                            <a:pt x="10357" y="2462"/>
                          </a:lnTo>
                          <a:lnTo>
                            <a:pt x="8701" y="796"/>
                          </a:lnTo>
                          <a:lnTo>
                            <a:pt x="7799" y="1687"/>
                          </a:lnTo>
                          <a:lnTo>
                            <a:pt x="7555" y="1560"/>
                          </a:lnTo>
                          <a:lnTo>
                            <a:pt x="7290" y="1443"/>
                          </a:lnTo>
                          <a:lnTo>
                            <a:pt x="7035" y="1337"/>
                          </a:lnTo>
                          <a:lnTo>
                            <a:pt x="6760" y="1252"/>
                          </a:lnTo>
                          <a:lnTo>
                            <a:pt x="6760"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1" name="Google Shape;4081;p182"/>
                    <p:cNvSpPr/>
                    <p:nvPr/>
                  </p:nvSpPr>
                  <p:spPr>
                    <a:xfrm>
                      <a:off x="1795000" y="1974400"/>
                      <a:ext cx="279075" cy="278300"/>
                    </a:xfrm>
                    <a:custGeom>
                      <a:avLst/>
                      <a:gdLst/>
                      <a:ahLst/>
                      <a:cxnLst/>
                      <a:rect l="l" t="t" r="r" b="b"/>
                      <a:pathLst>
                        <a:path w="11163" h="11132" extrusionOk="0">
                          <a:moveTo>
                            <a:pt x="5741" y="2484"/>
                          </a:moveTo>
                          <a:lnTo>
                            <a:pt x="5889" y="2494"/>
                          </a:lnTo>
                          <a:lnTo>
                            <a:pt x="6048" y="2515"/>
                          </a:lnTo>
                          <a:lnTo>
                            <a:pt x="6197" y="2547"/>
                          </a:lnTo>
                          <a:lnTo>
                            <a:pt x="6345" y="2579"/>
                          </a:lnTo>
                          <a:lnTo>
                            <a:pt x="6494" y="2622"/>
                          </a:lnTo>
                          <a:lnTo>
                            <a:pt x="6642" y="2664"/>
                          </a:lnTo>
                          <a:lnTo>
                            <a:pt x="6780" y="2728"/>
                          </a:lnTo>
                          <a:lnTo>
                            <a:pt x="6918" y="2781"/>
                          </a:lnTo>
                          <a:lnTo>
                            <a:pt x="7046" y="2855"/>
                          </a:lnTo>
                          <a:lnTo>
                            <a:pt x="7184" y="2929"/>
                          </a:lnTo>
                          <a:lnTo>
                            <a:pt x="7300" y="3004"/>
                          </a:lnTo>
                          <a:lnTo>
                            <a:pt x="7428" y="3088"/>
                          </a:lnTo>
                          <a:lnTo>
                            <a:pt x="7544" y="3184"/>
                          </a:lnTo>
                          <a:lnTo>
                            <a:pt x="7650" y="3279"/>
                          </a:lnTo>
                          <a:lnTo>
                            <a:pt x="7757" y="3386"/>
                          </a:lnTo>
                          <a:lnTo>
                            <a:pt x="7863" y="3492"/>
                          </a:lnTo>
                          <a:lnTo>
                            <a:pt x="7958" y="3598"/>
                          </a:lnTo>
                          <a:lnTo>
                            <a:pt x="8054" y="3714"/>
                          </a:lnTo>
                          <a:lnTo>
                            <a:pt x="8139" y="3842"/>
                          </a:lnTo>
                          <a:lnTo>
                            <a:pt x="8213" y="3969"/>
                          </a:lnTo>
                          <a:lnTo>
                            <a:pt x="8287" y="4096"/>
                          </a:lnTo>
                          <a:lnTo>
                            <a:pt x="8361" y="4224"/>
                          </a:lnTo>
                          <a:lnTo>
                            <a:pt x="8425" y="4362"/>
                          </a:lnTo>
                          <a:lnTo>
                            <a:pt x="8478" y="4500"/>
                          </a:lnTo>
                          <a:lnTo>
                            <a:pt x="8521" y="4648"/>
                          </a:lnTo>
                          <a:lnTo>
                            <a:pt x="8563" y="4797"/>
                          </a:lnTo>
                          <a:lnTo>
                            <a:pt x="8605" y="4945"/>
                          </a:lnTo>
                          <a:lnTo>
                            <a:pt x="8627" y="5094"/>
                          </a:lnTo>
                          <a:lnTo>
                            <a:pt x="8648" y="5253"/>
                          </a:lnTo>
                          <a:lnTo>
                            <a:pt x="8658" y="5402"/>
                          </a:lnTo>
                          <a:lnTo>
                            <a:pt x="8669" y="5561"/>
                          </a:lnTo>
                          <a:lnTo>
                            <a:pt x="8658" y="5720"/>
                          </a:lnTo>
                          <a:lnTo>
                            <a:pt x="8648" y="5879"/>
                          </a:lnTo>
                          <a:lnTo>
                            <a:pt x="8627" y="6038"/>
                          </a:lnTo>
                          <a:lnTo>
                            <a:pt x="8605" y="6187"/>
                          </a:lnTo>
                          <a:lnTo>
                            <a:pt x="8563" y="6335"/>
                          </a:lnTo>
                          <a:lnTo>
                            <a:pt x="8521" y="6484"/>
                          </a:lnTo>
                          <a:lnTo>
                            <a:pt x="8478" y="6622"/>
                          </a:lnTo>
                          <a:lnTo>
                            <a:pt x="8425" y="6770"/>
                          </a:lnTo>
                          <a:lnTo>
                            <a:pt x="8361" y="6898"/>
                          </a:lnTo>
                          <a:lnTo>
                            <a:pt x="8287" y="7036"/>
                          </a:lnTo>
                          <a:lnTo>
                            <a:pt x="8213" y="7163"/>
                          </a:lnTo>
                          <a:lnTo>
                            <a:pt x="8139" y="7290"/>
                          </a:lnTo>
                          <a:lnTo>
                            <a:pt x="8054" y="7407"/>
                          </a:lnTo>
                          <a:lnTo>
                            <a:pt x="7958" y="7524"/>
                          </a:lnTo>
                          <a:lnTo>
                            <a:pt x="7863" y="7640"/>
                          </a:lnTo>
                          <a:lnTo>
                            <a:pt x="7757" y="7747"/>
                          </a:lnTo>
                          <a:lnTo>
                            <a:pt x="7650" y="7853"/>
                          </a:lnTo>
                          <a:lnTo>
                            <a:pt x="7544" y="7948"/>
                          </a:lnTo>
                          <a:lnTo>
                            <a:pt x="7428" y="8033"/>
                          </a:lnTo>
                          <a:lnTo>
                            <a:pt x="7300" y="8129"/>
                          </a:lnTo>
                          <a:lnTo>
                            <a:pt x="7184" y="8203"/>
                          </a:lnTo>
                          <a:lnTo>
                            <a:pt x="7046" y="8277"/>
                          </a:lnTo>
                          <a:lnTo>
                            <a:pt x="6918" y="8341"/>
                          </a:lnTo>
                          <a:lnTo>
                            <a:pt x="6780" y="8404"/>
                          </a:lnTo>
                          <a:lnTo>
                            <a:pt x="6642" y="8468"/>
                          </a:lnTo>
                          <a:lnTo>
                            <a:pt x="6494" y="8511"/>
                          </a:lnTo>
                          <a:lnTo>
                            <a:pt x="6345" y="8553"/>
                          </a:lnTo>
                          <a:lnTo>
                            <a:pt x="6197" y="8585"/>
                          </a:lnTo>
                          <a:lnTo>
                            <a:pt x="6048" y="8617"/>
                          </a:lnTo>
                          <a:lnTo>
                            <a:pt x="5889" y="8638"/>
                          </a:lnTo>
                          <a:lnTo>
                            <a:pt x="5741" y="8648"/>
                          </a:lnTo>
                          <a:lnTo>
                            <a:pt x="5422" y="8648"/>
                          </a:lnTo>
                          <a:lnTo>
                            <a:pt x="5263" y="8638"/>
                          </a:lnTo>
                          <a:lnTo>
                            <a:pt x="5104" y="8617"/>
                          </a:lnTo>
                          <a:lnTo>
                            <a:pt x="4955" y="8585"/>
                          </a:lnTo>
                          <a:lnTo>
                            <a:pt x="4807" y="8553"/>
                          </a:lnTo>
                          <a:lnTo>
                            <a:pt x="4658" y="8511"/>
                          </a:lnTo>
                          <a:lnTo>
                            <a:pt x="4520" y="8468"/>
                          </a:lnTo>
                          <a:lnTo>
                            <a:pt x="4382" y="8404"/>
                          </a:lnTo>
                          <a:lnTo>
                            <a:pt x="4244" y="8341"/>
                          </a:lnTo>
                          <a:lnTo>
                            <a:pt x="4106" y="8277"/>
                          </a:lnTo>
                          <a:lnTo>
                            <a:pt x="3979" y="8203"/>
                          </a:lnTo>
                          <a:lnTo>
                            <a:pt x="3852" y="8129"/>
                          </a:lnTo>
                          <a:lnTo>
                            <a:pt x="3735" y="8033"/>
                          </a:lnTo>
                          <a:lnTo>
                            <a:pt x="3618" y="7948"/>
                          </a:lnTo>
                          <a:lnTo>
                            <a:pt x="3502" y="7853"/>
                          </a:lnTo>
                          <a:lnTo>
                            <a:pt x="3396" y="7747"/>
                          </a:lnTo>
                          <a:lnTo>
                            <a:pt x="3300" y="7640"/>
                          </a:lnTo>
                          <a:lnTo>
                            <a:pt x="3194" y="7524"/>
                          </a:lnTo>
                          <a:lnTo>
                            <a:pt x="3109" y="7407"/>
                          </a:lnTo>
                          <a:lnTo>
                            <a:pt x="3024" y="7290"/>
                          </a:lnTo>
                          <a:lnTo>
                            <a:pt x="2939" y="7163"/>
                          </a:lnTo>
                          <a:lnTo>
                            <a:pt x="2865" y="7036"/>
                          </a:lnTo>
                          <a:lnTo>
                            <a:pt x="2801" y="6898"/>
                          </a:lnTo>
                          <a:lnTo>
                            <a:pt x="2738" y="6770"/>
                          </a:lnTo>
                          <a:lnTo>
                            <a:pt x="2685" y="6622"/>
                          </a:lnTo>
                          <a:lnTo>
                            <a:pt x="2632" y="6484"/>
                          </a:lnTo>
                          <a:lnTo>
                            <a:pt x="2589" y="6335"/>
                          </a:lnTo>
                          <a:lnTo>
                            <a:pt x="2557" y="6187"/>
                          </a:lnTo>
                          <a:lnTo>
                            <a:pt x="2525" y="6038"/>
                          </a:lnTo>
                          <a:lnTo>
                            <a:pt x="2515" y="5879"/>
                          </a:lnTo>
                          <a:lnTo>
                            <a:pt x="2494" y="5720"/>
                          </a:lnTo>
                          <a:lnTo>
                            <a:pt x="2494" y="5561"/>
                          </a:lnTo>
                          <a:lnTo>
                            <a:pt x="2494" y="5402"/>
                          </a:lnTo>
                          <a:lnTo>
                            <a:pt x="2515" y="5253"/>
                          </a:lnTo>
                          <a:lnTo>
                            <a:pt x="2525" y="5094"/>
                          </a:lnTo>
                          <a:lnTo>
                            <a:pt x="2557" y="4945"/>
                          </a:lnTo>
                          <a:lnTo>
                            <a:pt x="2589" y="4797"/>
                          </a:lnTo>
                          <a:lnTo>
                            <a:pt x="2632" y="4648"/>
                          </a:lnTo>
                          <a:lnTo>
                            <a:pt x="2685" y="4500"/>
                          </a:lnTo>
                          <a:lnTo>
                            <a:pt x="2738" y="4362"/>
                          </a:lnTo>
                          <a:lnTo>
                            <a:pt x="2801" y="4224"/>
                          </a:lnTo>
                          <a:lnTo>
                            <a:pt x="2865" y="4096"/>
                          </a:lnTo>
                          <a:lnTo>
                            <a:pt x="2939" y="3969"/>
                          </a:lnTo>
                          <a:lnTo>
                            <a:pt x="3024" y="3842"/>
                          </a:lnTo>
                          <a:lnTo>
                            <a:pt x="3109" y="3714"/>
                          </a:lnTo>
                          <a:lnTo>
                            <a:pt x="3194" y="3598"/>
                          </a:lnTo>
                          <a:lnTo>
                            <a:pt x="3300" y="3492"/>
                          </a:lnTo>
                          <a:lnTo>
                            <a:pt x="3396" y="3386"/>
                          </a:lnTo>
                          <a:lnTo>
                            <a:pt x="3502" y="3279"/>
                          </a:lnTo>
                          <a:lnTo>
                            <a:pt x="3618" y="3184"/>
                          </a:lnTo>
                          <a:lnTo>
                            <a:pt x="3735" y="3088"/>
                          </a:lnTo>
                          <a:lnTo>
                            <a:pt x="3852" y="3004"/>
                          </a:lnTo>
                          <a:lnTo>
                            <a:pt x="3979" y="2929"/>
                          </a:lnTo>
                          <a:lnTo>
                            <a:pt x="4106" y="2855"/>
                          </a:lnTo>
                          <a:lnTo>
                            <a:pt x="4244" y="2781"/>
                          </a:lnTo>
                          <a:lnTo>
                            <a:pt x="4382" y="2728"/>
                          </a:lnTo>
                          <a:lnTo>
                            <a:pt x="4520" y="2664"/>
                          </a:lnTo>
                          <a:lnTo>
                            <a:pt x="4658" y="2622"/>
                          </a:lnTo>
                          <a:lnTo>
                            <a:pt x="4807" y="2579"/>
                          </a:lnTo>
                          <a:lnTo>
                            <a:pt x="4955" y="2547"/>
                          </a:lnTo>
                          <a:lnTo>
                            <a:pt x="5104" y="2515"/>
                          </a:lnTo>
                          <a:lnTo>
                            <a:pt x="5263" y="2494"/>
                          </a:lnTo>
                          <a:lnTo>
                            <a:pt x="5422" y="2484"/>
                          </a:lnTo>
                          <a:close/>
                          <a:moveTo>
                            <a:pt x="4404" y="1"/>
                          </a:moveTo>
                          <a:lnTo>
                            <a:pt x="4404" y="107"/>
                          </a:lnTo>
                          <a:lnTo>
                            <a:pt x="4414" y="1242"/>
                          </a:lnTo>
                          <a:lnTo>
                            <a:pt x="4138" y="1327"/>
                          </a:lnTo>
                          <a:lnTo>
                            <a:pt x="3873" y="1423"/>
                          </a:lnTo>
                          <a:lnTo>
                            <a:pt x="3618" y="1539"/>
                          </a:lnTo>
                          <a:lnTo>
                            <a:pt x="3364" y="1667"/>
                          </a:lnTo>
                          <a:lnTo>
                            <a:pt x="2494" y="796"/>
                          </a:lnTo>
                          <a:lnTo>
                            <a:pt x="828" y="2431"/>
                          </a:lnTo>
                          <a:lnTo>
                            <a:pt x="1698" y="3311"/>
                          </a:lnTo>
                          <a:lnTo>
                            <a:pt x="1570" y="3555"/>
                          </a:lnTo>
                          <a:lnTo>
                            <a:pt x="1454" y="3810"/>
                          </a:lnTo>
                          <a:lnTo>
                            <a:pt x="1348" y="4075"/>
                          </a:lnTo>
                          <a:lnTo>
                            <a:pt x="1263" y="4351"/>
                          </a:lnTo>
                          <a:lnTo>
                            <a:pt x="74" y="4340"/>
                          </a:lnTo>
                          <a:lnTo>
                            <a:pt x="0" y="4340"/>
                          </a:lnTo>
                          <a:lnTo>
                            <a:pt x="0" y="6664"/>
                          </a:lnTo>
                          <a:lnTo>
                            <a:pt x="170" y="6675"/>
                          </a:lnTo>
                          <a:lnTo>
                            <a:pt x="1252" y="6675"/>
                          </a:lnTo>
                          <a:lnTo>
                            <a:pt x="1326" y="6951"/>
                          </a:lnTo>
                          <a:lnTo>
                            <a:pt x="1433" y="7216"/>
                          </a:lnTo>
                          <a:lnTo>
                            <a:pt x="1549" y="7471"/>
                          </a:lnTo>
                          <a:lnTo>
                            <a:pt x="1677" y="7725"/>
                          </a:lnTo>
                          <a:lnTo>
                            <a:pt x="753" y="8627"/>
                          </a:lnTo>
                          <a:lnTo>
                            <a:pt x="2409" y="10283"/>
                          </a:lnTo>
                          <a:lnTo>
                            <a:pt x="3321" y="9381"/>
                          </a:lnTo>
                          <a:lnTo>
                            <a:pt x="3576" y="9508"/>
                          </a:lnTo>
                          <a:lnTo>
                            <a:pt x="3831" y="9625"/>
                          </a:lnTo>
                          <a:lnTo>
                            <a:pt x="4106" y="9731"/>
                          </a:lnTo>
                          <a:lnTo>
                            <a:pt x="4372" y="9816"/>
                          </a:lnTo>
                          <a:lnTo>
                            <a:pt x="4372" y="11131"/>
                          </a:lnTo>
                          <a:lnTo>
                            <a:pt x="6717" y="11131"/>
                          </a:lnTo>
                          <a:lnTo>
                            <a:pt x="6717" y="9826"/>
                          </a:lnTo>
                          <a:lnTo>
                            <a:pt x="6993" y="9741"/>
                          </a:lnTo>
                          <a:lnTo>
                            <a:pt x="7258" y="9646"/>
                          </a:lnTo>
                          <a:lnTo>
                            <a:pt x="7513" y="9529"/>
                          </a:lnTo>
                          <a:lnTo>
                            <a:pt x="7767" y="9402"/>
                          </a:lnTo>
                          <a:lnTo>
                            <a:pt x="8690" y="10314"/>
                          </a:lnTo>
                          <a:lnTo>
                            <a:pt x="10356" y="8680"/>
                          </a:lnTo>
                          <a:lnTo>
                            <a:pt x="9433" y="7757"/>
                          </a:lnTo>
                          <a:lnTo>
                            <a:pt x="9560" y="7513"/>
                          </a:lnTo>
                          <a:lnTo>
                            <a:pt x="9677" y="7258"/>
                          </a:lnTo>
                          <a:lnTo>
                            <a:pt x="9783" y="6993"/>
                          </a:lnTo>
                          <a:lnTo>
                            <a:pt x="9868" y="6728"/>
                          </a:lnTo>
                          <a:lnTo>
                            <a:pt x="11163" y="6728"/>
                          </a:lnTo>
                          <a:lnTo>
                            <a:pt x="11163" y="4394"/>
                          </a:lnTo>
                          <a:lnTo>
                            <a:pt x="9879" y="4394"/>
                          </a:lnTo>
                          <a:lnTo>
                            <a:pt x="9804" y="4118"/>
                          </a:lnTo>
                          <a:lnTo>
                            <a:pt x="9698" y="3863"/>
                          </a:lnTo>
                          <a:lnTo>
                            <a:pt x="9582" y="3598"/>
                          </a:lnTo>
                          <a:lnTo>
                            <a:pt x="9454" y="3354"/>
                          </a:lnTo>
                          <a:lnTo>
                            <a:pt x="10356" y="2462"/>
                          </a:lnTo>
                          <a:lnTo>
                            <a:pt x="8712" y="807"/>
                          </a:lnTo>
                          <a:lnTo>
                            <a:pt x="7810" y="1698"/>
                          </a:lnTo>
                          <a:lnTo>
                            <a:pt x="7555" y="1560"/>
                          </a:lnTo>
                          <a:lnTo>
                            <a:pt x="7300" y="1444"/>
                          </a:lnTo>
                          <a:lnTo>
                            <a:pt x="7035" y="1338"/>
                          </a:lnTo>
                          <a:lnTo>
                            <a:pt x="6759" y="1253"/>
                          </a:lnTo>
                          <a:lnTo>
                            <a:pt x="6759" y="181"/>
                          </a:lnTo>
                          <a:lnTo>
                            <a:pt x="6759"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4082" name="Google Shape;4082;p182"/>
                <p:cNvGrpSpPr/>
                <p:nvPr/>
              </p:nvGrpSpPr>
              <p:grpSpPr>
                <a:xfrm>
                  <a:off x="678374" y="4021923"/>
                  <a:ext cx="457183" cy="457183"/>
                  <a:chOff x="4737113" y="3244906"/>
                  <a:chExt cx="649500" cy="649500"/>
                </a:xfrm>
              </p:grpSpPr>
              <p:sp>
                <p:nvSpPr>
                  <p:cNvPr id="4083" name="Google Shape;4083;p182"/>
                  <p:cNvSpPr/>
                  <p:nvPr/>
                </p:nvSpPr>
                <p:spPr>
                  <a:xfrm>
                    <a:off x="4737113" y="3244906"/>
                    <a:ext cx="649500" cy="649500"/>
                  </a:xfrm>
                  <a:prstGeom prst="roundRect">
                    <a:avLst>
                      <a:gd name="adj" fmla="val 16667"/>
                    </a:avLst>
                  </a:prstGeom>
                  <a:solidFill>
                    <a:srgbClr val="0072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4" name="Google Shape;4084;p182"/>
                  <p:cNvSpPr/>
                  <p:nvPr/>
                </p:nvSpPr>
                <p:spPr>
                  <a:xfrm>
                    <a:off x="4808695" y="3421043"/>
                    <a:ext cx="508933" cy="270192"/>
                  </a:xfrm>
                  <a:custGeom>
                    <a:avLst/>
                    <a:gdLst/>
                    <a:ahLst/>
                    <a:cxnLst/>
                    <a:rect l="l" t="t" r="r" b="b"/>
                    <a:pathLst>
                      <a:path w="18930" h="10049" extrusionOk="0">
                        <a:moveTo>
                          <a:pt x="7597" y="1"/>
                        </a:moveTo>
                        <a:lnTo>
                          <a:pt x="5730" y="5295"/>
                        </a:lnTo>
                        <a:lnTo>
                          <a:pt x="0" y="5571"/>
                        </a:lnTo>
                        <a:lnTo>
                          <a:pt x="6377" y="6356"/>
                        </a:lnTo>
                        <a:lnTo>
                          <a:pt x="7364" y="3576"/>
                        </a:lnTo>
                        <a:lnTo>
                          <a:pt x="8850" y="10049"/>
                        </a:lnTo>
                        <a:lnTo>
                          <a:pt x="10813" y="5911"/>
                        </a:lnTo>
                        <a:lnTo>
                          <a:pt x="18930" y="5550"/>
                        </a:lnTo>
                        <a:lnTo>
                          <a:pt x="10356" y="4606"/>
                        </a:lnTo>
                        <a:lnTo>
                          <a:pt x="9210" y="7014"/>
                        </a:lnTo>
                        <a:lnTo>
                          <a:pt x="7597"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085" name="Google Shape;4085;p182"/>
                <p:cNvGrpSpPr/>
                <p:nvPr/>
              </p:nvGrpSpPr>
              <p:grpSpPr>
                <a:xfrm>
                  <a:off x="678386" y="3424911"/>
                  <a:ext cx="457183" cy="457183"/>
                  <a:chOff x="3784676" y="3546879"/>
                  <a:chExt cx="649500" cy="649500"/>
                </a:xfrm>
              </p:grpSpPr>
              <p:sp>
                <p:nvSpPr>
                  <p:cNvPr id="4086" name="Google Shape;4086;p182"/>
                  <p:cNvSpPr/>
                  <p:nvPr/>
                </p:nvSpPr>
                <p:spPr>
                  <a:xfrm>
                    <a:off x="3784676" y="3546879"/>
                    <a:ext cx="649500" cy="649500"/>
                  </a:xfrm>
                  <a:prstGeom prst="roundRect">
                    <a:avLst>
                      <a:gd name="adj" fmla="val 16667"/>
                    </a:avLst>
                  </a:prstGeom>
                  <a:solidFill>
                    <a:srgbClr val="0072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7" name="Google Shape;4087;p182"/>
                  <p:cNvSpPr/>
                  <p:nvPr/>
                </p:nvSpPr>
                <p:spPr>
                  <a:xfrm>
                    <a:off x="3954923" y="3748970"/>
                    <a:ext cx="308542" cy="252849"/>
                  </a:xfrm>
                  <a:custGeom>
                    <a:avLst/>
                    <a:gdLst/>
                    <a:ahLst/>
                    <a:cxnLst/>
                    <a:rect l="l" t="t" r="r" b="b"/>
                    <a:pathLst>
                      <a:path w="13742" h="11259" extrusionOk="0">
                        <a:moveTo>
                          <a:pt x="11524" y="1"/>
                        </a:moveTo>
                        <a:lnTo>
                          <a:pt x="4701" y="6823"/>
                        </a:lnTo>
                        <a:lnTo>
                          <a:pt x="2218" y="4341"/>
                        </a:lnTo>
                        <a:lnTo>
                          <a:pt x="0" y="6558"/>
                        </a:lnTo>
                        <a:lnTo>
                          <a:pt x="4701" y="11259"/>
                        </a:lnTo>
                        <a:lnTo>
                          <a:pt x="13741" y="2218"/>
                        </a:lnTo>
                        <a:lnTo>
                          <a:pt x="11524"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088" name="Google Shape;4088;p182"/>
                <p:cNvSpPr txBox="1"/>
                <p:nvPr/>
              </p:nvSpPr>
              <p:spPr>
                <a:xfrm>
                  <a:off x="1167787" y="2057989"/>
                  <a:ext cx="1697100" cy="484800"/>
                </a:xfrm>
                <a:prstGeom prst="rect">
                  <a:avLst/>
                </a:prstGeom>
                <a:noFill/>
                <a:ln>
                  <a:noFill/>
                </a:ln>
              </p:spPr>
              <p:txBody>
                <a:bodyPr spcFirstLastPara="1" wrap="square" lIns="182875" tIns="0" rIns="0" bIns="0" anchor="t" anchorCtr="0">
                  <a:spAutoFit/>
                </a:bodyPr>
                <a:lstStyle/>
                <a:p>
                  <a:pPr marL="12700" lvl="0" indent="0" algn="l" rtl="0">
                    <a:lnSpc>
                      <a:spcPct val="150000"/>
                    </a:lnSpc>
                    <a:spcBef>
                      <a:spcPts val="0"/>
                    </a:spcBef>
                    <a:spcAft>
                      <a:spcPts val="0"/>
                    </a:spcAft>
                    <a:buNone/>
                  </a:pPr>
                  <a:r>
                    <a:rPr lang="en" sz="900" b="1">
                      <a:solidFill>
                        <a:srgbClr val="000000"/>
                      </a:solidFill>
                      <a:latin typeface="IBM Plex Sans"/>
                      <a:ea typeface="IBM Plex Sans"/>
                      <a:cs typeface="IBM Plex Sans"/>
                      <a:sym typeface="IBM Plex Sans"/>
                    </a:rPr>
                    <a:t>Workflow Engine</a:t>
                  </a:r>
                  <a:endParaRPr sz="700">
                    <a:solidFill>
                      <a:srgbClr val="000000"/>
                    </a:solidFill>
                    <a:latin typeface="IBM Plex Sans"/>
                    <a:ea typeface="IBM Plex Sans"/>
                    <a:cs typeface="IBM Plex Sans"/>
                    <a:sym typeface="IBM Plex Sans"/>
                  </a:endParaRPr>
                </a:p>
                <a:p>
                  <a:pPr marL="0" lvl="0" indent="0" algn="l" rtl="0">
                    <a:spcBef>
                      <a:spcPts val="0"/>
                    </a:spcBef>
                    <a:spcAft>
                      <a:spcPts val="0"/>
                    </a:spcAft>
                    <a:buNone/>
                  </a:pPr>
                  <a:r>
                    <a:rPr lang="en" sz="600">
                      <a:solidFill>
                        <a:srgbClr val="000000"/>
                      </a:solidFill>
                      <a:latin typeface="IBM Plex Sans"/>
                      <a:ea typeface="IBM Plex Sans"/>
                      <a:cs typeface="IBM Plex Sans"/>
                      <a:sym typeface="IBM Plex Sans"/>
                    </a:rPr>
                    <a:t>Next-generation, cloud-native BPMN workflow engine that unlocks unparalleled speed, scale &amp; resilience. </a:t>
                  </a:r>
                  <a:endParaRPr>
                    <a:solidFill>
                      <a:srgbClr val="000000"/>
                    </a:solidFill>
                  </a:endParaRPr>
                </a:p>
              </p:txBody>
            </p:sp>
            <p:sp>
              <p:nvSpPr>
                <p:cNvPr id="4089" name="Google Shape;4089;p182"/>
                <p:cNvSpPr txBox="1"/>
                <p:nvPr/>
              </p:nvSpPr>
              <p:spPr>
                <a:xfrm>
                  <a:off x="1167787" y="4021923"/>
                  <a:ext cx="1697100" cy="484800"/>
                </a:xfrm>
                <a:prstGeom prst="rect">
                  <a:avLst/>
                </a:prstGeom>
                <a:noFill/>
                <a:ln>
                  <a:noFill/>
                </a:ln>
              </p:spPr>
              <p:txBody>
                <a:bodyPr spcFirstLastPara="1" wrap="square" lIns="182875" tIns="0" rIns="0" bIns="0" anchor="t" anchorCtr="0">
                  <a:spAutoFit/>
                </a:bodyPr>
                <a:lstStyle/>
                <a:p>
                  <a:pPr marL="12700" lvl="0" indent="0" algn="l" rtl="0">
                    <a:lnSpc>
                      <a:spcPct val="150000"/>
                    </a:lnSpc>
                    <a:spcBef>
                      <a:spcPts val="0"/>
                    </a:spcBef>
                    <a:spcAft>
                      <a:spcPts val="0"/>
                    </a:spcAft>
                    <a:buNone/>
                  </a:pPr>
                  <a:r>
                    <a:rPr lang="en" sz="900" b="1">
                      <a:solidFill>
                        <a:srgbClr val="000000"/>
                      </a:solidFill>
                      <a:latin typeface="IBM Plex Sans"/>
                      <a:ea typeface="IBM Plex Sans"/>
                      <a:cs typeface="IBM Plex Sans"/>
                      <a:sym typeface="IBM Plex Sans"/>
                    </a:rPr>
                    <a:t>Operate</a:t>
                  </a:r>
                  <a:endParaRPr sz="700">
                    <a:solidFill>
                      <a:srgbClr val="000000"/>
                    </a:solidFill>
                    <a:latin typeface="IBM Plex Sans"/>
                    <a:ea typeface="IBM Plex Sans"/>
                    <a:cs typeface="IBM Plex Sans"/>
                    <a:sym typeface="IBM Plex Sans"/>
                  </a:endParaRPr>
                </a:p>
                <a:p>
                  <a:pPr marL="12700" lvl="0" indent="0" algn="l" rtl="0">
                    <a:spcBef>
                      <a:spcPts val="0"/>
                    </a:spcBef>
                    <a:spcAft>
                      <a:spcPts val="0"/>
                    </a:spcAft>
                    <a:buNone/>
                  </a:pPr>
                  <a:r>
                    <a:rPr lang="en" sz="600">
                      <a:solidFill>
                        <a:srgbClr val="000000"/>
                      </a:solidFill>
                      <a:latin typeface="IBM Plex Sans"/>
                      <a:ea typeface="IBM Plex Sans"/>
                      <a:cs typeface="IBM Plex Sans"/>
                      <a:sym typeface="IBM Plex Sans"/>
                    </a:rPr>
                    <a:t>Real time visibility to monitor, analyze and resolve problems with any process instance.</a:t>
                  </a:r>
                  <a:endParaRPr sz="600">
                    <a:solidFill>
                      <a:srgbClr val="000000"/>
                    </a:solidFill>
                    <a:latin typeface="IBM Plex Sans"/>
                    <a:ea typeface="IBM Plex Sans"/>
                    <a:cs typeface="IBM Plex Sans"/>
                    <a:sym typeface="IBM Plex Sans"/>
                  </a:endParaRPr>
                </a:p>
              </p:txBody>
            </p:sp>
            <p:sp>
              <p:nvSpPr>
                <p:cNvPr id="4090" name="Google Shape;4090;p182"/>
                <p:cNvSpPr txBox="1"/>
                <p:nvPr/>
              </p:nvSpPr>
              <p:spPr>
                <a:xfrm>
                  <a:off x="1167787" y="3424911"/>
                  <a:ext cx="1697100" cy="484800"/>
                </a:xfrm>
                <a:prstGeom prst="rect">
                  <a:avLst/>
                </a:prstGeom>
                <a:noFill/>
                <a:ln>
                  <a:noFill/>
                </a:ln>
              </p:spPr>
              <p:txBody>
                <a:bodyPr spcFirstLastPara="1" wrap="square" lIns="182875" tIns="0" rIns="0" bIns="0" anchor="t" anchorCtr="0">
                  <a:spAutoFit/>
                </a:bodyPr>
                <a:lstStyle/>
                <a:p>
                  <a:pPr marL="12700" lvl="0" indent="0" algn="l" rtl="0">
                    <a:lnSpc>
                      <a:spcPct val="150000"/>
                    </a:lnSpc>
                    <a:spcBef>
                      <a:spcPts val="0"/>
                    </a:spcBef>
                    <a:spcAft>
                      <a:spcPts val="0"/>
                    </a:spcAft>
                    <a:buNone/>
                  </a:pPr>
                  <a:r>
                    <a:rPr lang="en" sz="900" b="1">
                      <a:solidFill>
                        <a:srgbClr val="000000"/>
                      </a:solidFill>
                      <a:latin typeface="IBM Plex Sans"/>
                      <a:ea typeface="IBM Plex Sans"/>
                      <a:cs typeface="IBM Plex Sans"/>
                      <a:sym typeface="IBM Plex Sans"/>
                    </a:rPr>
                    <a:t>Tasklist</a:t>
                  </a:r>
                  <a:endParaRPr sz="900" b="1">
                    <a:solidFill>
                      <a:srgbClr val="000000"/>
                    </a:solidFill>
                    <a:latin typeface="IBM Plex Sans"/>
                    <a:ea typeface="IBM Plex Sans"/>
                    <a:cs typeface="IBM Plex Sans"/>
                    <a:sym typeface="IBM Plex Sans"/>
                  </a:endParaRPr>
                </a:p>
                <a:p>
                  <a:pPr marL="12700" lvl="0" indent="0" algn="l" rtl="0">
                    <a:spcBef>
                      <a:spcPts val="0"/>
                    </a:spcBef>
                    <a:spcAft>
                      <a:spcPts val="0"/>
                    </a:spcAft>
                    <a:buNone/>
                  </a:pPr>
                  <a:r>
                    <a:rPr lang="en" sz="600">
                      <a:solidFill>
                        <a:srgbClr val="000000"/>
                      </a:solidFill>
                      <a:latin typeface="IBM Plex Sans"/>
                      <a:ea typeface="IBM Plex Sans"/>
                      <a:cs typeface="IBM Plex Sans"/>
                      <a:sym typeface="IBM Plex Sans"/>
                    </a:rPr>
                    <a:t>Assign and execute tasks that require human interaction via easy-to-use Forms or via your own apps with the Tasklist API.</a:t>
                  </a:r>
                  <a:endParaRPr>
                    <a:solidFill>
                      <a:srgbClr val="000000"/>
                    </a:solidFill>
                  </a:endParaRPr>
                </a:p>
              </p:txBody>
            </p:sp>
            <p:grpSp>
              <p:nvGrpSpPr>
                <p:cNvPr id="4091" name="Google Shape;4091;p182"/>
                <p:cNvGrpSpPr/>
                <p:nvPr/>
              </p:nvGrpSpPr>
              <p:grpSpPr>
                <a:xfrm>
                  <a:off x="671152" y="2641445"/>
                  <a:ext cx="457200" cy="457200"/>
                  <a:chOff x="3594302" y="2537231"/>
                  <a:chExt cx="457200" cy="457200"/>
                </a:xfrm>
              </p:grpSpPr>
              <p:sp>
                <p:nvSpPr>
                  <p:cNvPr id="4092" name="Google Shape;4092;p182"/>
                  <p:cNvSpPr/>
                  <p:nvPr/>
                </p:nvSpPr>
                <p:spPr>
                  <a:xfrm>
                    <a:off x="3594302" y="2537231"/>
                    <a:ext cx="457200" cy="457200"/>
                  </a:xfrm>
                  <a:prstGeom prst="roundRect">
                    <a:avLst>
                      <a:gd name="adj" fmla="val 16667"/>
                    </a:avLst>
                  </a:prstGeom>
                  <a:solidFill>
                    <a:srgbClr val="0072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093" name="Google Shape;4093;p182"/>
                  <p:cNvGrpSpPr/>
                  <p:nvPr/>
                </p:nvGrpSpPr>
                <p:grpSpPr>
                  <a:xfrm>
                    <a:off x="3674850" y="2666719"/>
                    <a:ext cx="296075" cy="198175"/>
                    <a:chOff x="5559450" y="1977850"/>
                    <a:chExt cx="296075" cy="198175"/>
                  </a:xfrm>
                </p:grpSpPr>
                <p:sp>
                  <p:nvSpPr>
                    <p:cNvPr id="4094" name="Google Shape;4094;p182"/>
                    <p:cNvSpPr/>
                    <p:nvPr/>
                  </p:nvSpPr>
                  <p:spPr>
                    <a:xfrm>
                      <a:off x="5559450" y="1977850"/>
                      <a:ext cx="296075" cy="47250"/>
                    </a:xfrm>
                    <a:custGeom>
                      <a:avLst/>
                      <a:gdLst/>
                      <a:ahLst/>
                      <a:cxnLst/>
                      <a:rect l="l" t="t" r="r" b="b"/>
                      <a:pathLst>
                        <a:path w="11843" h="1890" extrusionOk="0">
                          <a:moveTo>
                            <a:pt x="1" y="1"/>
                          </a:moveTo>
                          <a:lnTo>
                            <a:pt x="1" y="1889"/>
                          </a:lnTo>
                          <a:lnTo>
                            <a:pt x="11842" y="1889"/>
                          </a:lnTo>
                          <a:lnTo>
                            <a:pt x="11842"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5" name="Google Shape;4095;p182"/>
                    <p:cNvSpPr/>
                    <p:nvPr/>
                  </p:nvSpPr>
                  <p:spPr>
                    <a:xfrm>
                      <a:off x="5650975" y="2055300"/>
                      <a:ext cx="204550" cy="45125"/>
                    </a:xfrm>
                    <a:custGeom>
                      <a:avLst/>
                      <a:gdLst/>
                      <a:ahLst/>
                      <a:cxnLst/>
                      <a:rect l="l" t="t" r="r" b="b"/>
                      <a:pathLst>
                        <a:path w="8182" h="1805" extrusionOk="0">
                          <a:moveTo>
                            <a:pt x="0" y="1"/>
                          </a:moveTo>
                          <a:lnTo>
                            <a:pt x="0" y="1805"/>
                          </a:lnTo>
                          <a:lnTo>
                            <a:pt x="8181" y="1805"/>
                          </a:lnTo>
                          <a:lnTo>
                            <a:pt x="8181"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6" name="Google Shape;4096;p182"/>
                    <p:cNvSpPr/>
                    <p:nvPr/>
                  </p:nvSpPr>
                  <p:spPr>
                    <a:xfrm>
                      <a:off x="5559450" y="2055300"/>
                      <a:ext cx="61025" cy="45125"/>
                    </a:xfrm>
                    <a:custGeom>
                      <a:avLst/>
                      <a:gdLst/>
                      <a:ahLst/>
                      <a:cxnLst/>
                      <a:rect l="l" t="t" r="r" b="b"/>
                      <a:pathLst>
                        <a:path w="2441" h="1805" extrusionOk="0">
                          <a:moveTo>
                            <a:pt x="1" y="1"/>
                          </a:moveTo>
                          <a:lnTo>
                            <a:pt x="1" y="1805"/>
                          </a:lnTo>
                          <a:lnTo>
                            <a:pt x="2441" y="1805"/>
                          </a:lnTo>
                          <a:lnTo>
                            <a:pt x="2441"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7" name="Google Shape;4097;p182"/>
                    <p:cNvSpPr/>
                    <p:nvPr/>
                  </p:nvSpPr>
                  <p:spPr>
                    <a:xfrm>
                      <a:off x="5559450" y="2130925"/>
                      <a:ext cx="61025" cy="45100"/>
                    </a:xfrm>
                    <a:custGeom>
                      <a:avLst/>
                      <a:gdLst/>
                      <a:ahLst/>
                      <a:cxnLst/>
                      <a:rect l="l" t="t" r="r" b="b"/>
                      <a:pathLst>
                        <a:path w="2441" h="1804" extrusionOk="0">
                          <a:moveTo>
                            <a:pt x="1" y="0"/>
                          </a:moveTo>
                          <a:lnTo>
                            <a:pt x="1" y="1804"/>
                          </a:lnTo>
                          <a:lnTo>
                            <a:pt x="2441" y="1804"/>
                          </a:lnTo>
                          <a:lnTo>
                            <a:pt x="2441"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8" name="Google Shape;4098;p182"/>
                    <p:cNvSpPr/>
                    <p:nvPr/>
                  </p:nvSpPr>
                  <p:spPr>
                    <a:xfrm>
                      <a:off x="5650975" y="2130925"/>
                      <a:ext cx="204550" cy="45100"/>
                    </a:xfrm>
                    <a:custGeom>
                      <a:avLst/>
                      <a:gdLst/>
                      <a:ahLst/>
                      <a:cxnLst/>
                      <a:rect l="l" t="t" r="r" b="b"/>
                      <a:pathLst>
                        <a:path w="8182" h="1804" extrusionOk="0">
                          <a:moveTo>
                            <a:pt x="0" y="0"/>
                          </a:moveTo>
                          <a:lnTo>
                            <a:pt x="0" y="1804"/>
                          </a:lnTo>
                          <a:lnTo>
                            <a:pt x="8181" y="1804"/>
                          </a:lnTo>
                          <a:lnTo>
                            <a:pt x="8181"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4099" name="Google Shape;4099;p182"/>
                <p:cNvSpPr txBox="1"/>
                <p:nvPr/>
              </p:nvSpPr>
              <p:spPr>
                <a:xfrm>
                  <a:off x="1242575" y="2557907"/>
                  <a:ext cx="1607100" cy="577200"/>
                </a:xfrm>
                <a:prstGeom prst="rect">
                  <a:avLst/>
                </a:prstGeom>
                <a:noFill/>
                <a:ln>
                  <a:noFill/>
                </a:ln>
              </p:spPr>
              <p:txBody>
                <a:bodyPr spcFirstLastPara="1" wrap="square" lIns="91425" tIns="91425" rIns="91425" bIns="91425" anchor="t" anchorCtr="0">
                  <a:spAutoFit/>
                </a:bodyPr>
                <a:lstStyle/>
                <a:p>
                  <a:pPr marL="12700" lvl="0" indent="0" algn="l" rtl="0">
                    <a:lnSpc>
                      <a:spcPct val="150000"/>
                    </a:lnSpc>
                    <a:spcBef>
                      <a:spcPts val="0"/>
                    </a:spcBef>
                    <a:spcAft>
                      <a:spcPts val="0"/>
                    </a:spcAft>
                    <a:buNone/>
                  </a:pPr>
                  <a:r>
                    <a:rPr lang="en" sz="900" b="1">
                      <a:solidFill>
                        <a:srgbClr val="000000"/>
                      </a:solidFill>
                      <a:latin typeface="IBM Plex Sans"/>
                      <a:ea typeface="IBM Plex Sans"/>
                      <a:cs typeface="IBM Plex Sans"/>
                      <a:sym typeface="IBM Plex Sans"/>
                    </a:rPr>
                    <a:t>Decision Engine</a:t>
                  </a:r>
                  <a:endParaRPr sz="700">
                    <a:solidFill>
                      <a:srgbClr val="000000"/>
                    </a:solidFill>
                    <a:latin typeface="IBM Plex Sans"/>
                    <a:ea typeface="IBM Plex Sans"/>
                    <a:cs typeface="IBM Plex Sans"/>
                    <a:sym typeface="IBM Plex Sans"/>
                  </a:endParaRPr>
                </a:p>
                <a:p>
                  <a:pPr marL="0" lvl="0" indent="0" algn="l" rtl="0">
                    <a:spcBef>
                      <a:spcPts val="0"/>
                    </a:spcBef>
                    <a:spcAft>
                      <a:spcPts val="0"/>
                    </a:spcAft>
                    <a:buNone/>
                  </a:pPr>
                  <a:r>
                    <a:rPr lang="en" sz="600">
                      <a:solidFill>
                        <a:srgbClr val="000000"/>
                      </a:solidFill>
                      <a:latin typeface="IBM Plex Sans"/>
                      <a:ea typeface="IBM Plex Sans"/>
                      <a:cs typeface="IBM Plex Sans"/>
                      <a:sym typeface="IBM Plex Sans"/>
                    </a:rPr>
                    <a:t>Automate decisions in end-to-end business processes via DMN.</a:t>
                  </a:r>
                  <a:endParaRPr sz="600">
                    <a:solidFill>
                      <a:srgbClr val="000000"/>
                    </a:solidFill>
                    <a:latin typeface="IBM Plex Sans"/>
                    <a:ea typeface="IBM Plex Sans"/>
                    <a:cs typeface="IBM Plex Sans"/>
                    <a:sym typeface="IBM Plex Sans"/>
                  </a:endParaRPr>
                </a:p>
              </p:txBody>
            </p:sp>
            <p:cxnSp>
              <p:nvCxnSpPr>
                <p:cNvPr id="4100" name="Google Shape;4100;p182"/>
                <p:cNvCxnSpPr/>
                <p:nvPr/>
              </p:nvCxnSpPr>
              <p:spPr>
                <a:xfrm>
                  <a:off x="697125" y="3263478"/>
                  <a:ext cx="2118600" cy="0"/>
                </a:xfrm>
                <a:prstGeom prst="straightConnector1">
                  <a:avLst/>
                </a:prstGeom>
                <a:noFill/>
                <a:ln w="19050" cap="flat" cmpd="sng">
                  <a:solidFill>
                    <a:srgbClr val="BBBCBC"/>
                  </a:solidFill>
                  <a:prstDash val="dash"/>
                  <a:round/>
                  <a:headEnd type="none" w="med" len="med"/>
                  <a:tailEnd type="none" w="med" len="med"/>
                </a:ln>
              </p:spPr>
            </p:cxnSp>
          </p:grpSp>
          <p:sp>
            <p:nvSpPr>
              <p:cNvPr id="4101" name="Google Shape;4101;p182"/>
              <p:cNvSpPr/>
              <p:nvPr/>
            </p:nvSpPr>
            <p:spPr>
              <a:xfrm>
                <a:off x="1229025" y="1799392"/>
                <a:ext cx="1054800" cy="168900"/>
              </a:xfrm>
              <a:prstGeom prst="rect">
                <a:avLst/>
              </a:prstGeom>
              <a:solidFill>
                <a:srgbClr val="0072CE"/>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500" b="1">
                    <a:solidFill>
                      <a:srgbClr val="FFFFFF"/>
                    </a:solidFill>
                  </a:rPr>
                  <a:t>POWERED BY ZEEBE</a:t>
                </a:r>
                <a:endParaRPr sz="500" b="1">
                  <a:solidFill>
                    <a:srgbClr val="FFFFFF"/>
                  </a:solidFill>
                </a:endParaRPr>
              </a:p>
            </p:txBody>
          </p:sp>
        </p:grpSp>
      </p:grpSp>
      <p:sp>
        <p:nvSpPr>
          <p:cNvPr id="4102" name="Google Shape;4102;p182"/>
          <p:cNvSpPr txBox="1"/>
          <p:nvPr/>
        </p:nvSpPr>
        <p:spPr>
          <a:xfrm>
            <a:off x="371520" y="257310"/>
            <a:ext cx="8400900" cy="5487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SzPts val="1100"/>
              <a:buNone/>
            </a:pPr>
            <a:r>
              <a:rPr lang="en" sz="2400" b="1">
                <a:solidFill>
                  <a:schemeClr val="lt1"/>
                </a:solidFill>
                <a:latin typeface="IBM Plex Sans"/>
                <a:ea typeface="IBM Plex Sans"/>
                <a:cs typeface="IBM Plex Sans"/>
                <a:sym typeface="IBM Plex Sans"/>
              </a:rPr>
              <a:t>Camunda Platform: The Universal Process Orchestrator</a:t>
            </a:r>
            <a:endParaRPr sz="2400" b="1">
              <a:solidFill>
                <a:schemeClr val="lt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4071"/>
                                        </p:tgtEl>
                                        <p:attrNameLst>
                                          <p:attrName>style.visibility</p:attrName>
                                        </p:attrNameLst>
                                      </p:cBhvr>
                                      <p:to>
                                        <p:strVal val="visible"/>
                                      </p:to>
                                    </p:set>
                                    <p:animEffect transition="in" filter="fade">
                                      <p:cBhvr>
                                        <p:cTn id="7" dur="1000"/>
                                        <p:tgtEl>
                                          <p:spTgt spid="407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052"/>
                                        </p:tgtEl>
                                        <p:attrNameLst>
                                          <p:attrName>style.visibility</p:attrName>
                                        </p:attrNameLst>
                                      </p:cBhvr>
                                      <p:to>
                                        <p:strVal val="visible"/>
                                      </p:to>
                                    </p:set>
                                    <p:animEffect transition="in" filter="fade">
                                      <p:cBhvr>
                                        <p:cTn id="12" dur="1000"/>
                                        <p:tgtEl>
                                          <p:spTgt spid="40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Shape 4106"/>
        <p:cNvGrpSpPr/>
        <p:nvPr/>
      </p:nvGrpSpPr>
      <p:grpSpPr>
        <a:xfrm>
          <a:off x="0" y="0"/>
          <a:ext cx="0" cy="0"/>
          <a:chOff x="0" y="0"/>
          <a:chExt cx="0" cy="0"/>
        </a:xfrm>
      </p:grpSpPr>
      <p:sp>
        <p:nvSpPr>
          <p:cNvPr id="4107" name="Google Shape;4107;p183"/>
          <p:cNvSpPr txBox="1">
            <a:spLocks noGrp="1"/>
          </p:cNvSpPr>
          <p:nvPr>
            <p:ph type="sldNum" idx="12"/>
          </p:nvPr>
        </p:nvSpPr>
        <p:spPr>
          <a:xfrm>
            <a:off x="8366700" y="4805546"/>
            <a:ext cx="548700" cy="215400"/>
          </a:xfrm>
          <a:prstGeom prst="rect">
            <a:avLst/>
          </a:prstGeom>
        </p:spPr>
        <p:txBody>
          <a:bodyPr spcFirstLastPara="1" wrap="square" lIns="0" tIns="0" rIns="0" bIns="0" anchor="b" anchorCtr="0">
            <a:normAutofit/>
          </a:bodyPr>
          <a:lstStyle/>
          <a:p>
            <a:pPr marL="0" lvl="0" indent="0" algn="r" rtl="0">
              <a:spcBef>
                <a:spcPts val="0"/>
              </a:spcBef>
              <a:spcAft>
                <a:spcPts val="0"/>
              </a:spcAft>
              <a:buNone/>
            </a:pPr>
            <a:fld id="{00000000-1234-1234-1234-123412341234}" type="slidenum">
              <a:rPr lang="en"/>
              <a:t>34</a:t>
            </a:fld>
            <a:endParaRPr/>
          </a:p>
        </p:txBody>
      </p:sp>
      <p:grpSp>
        <p:nvGrpSpPr>
          <p:cNvPr id="4108" name="Google Shape;4108;p183"/>
          <p:cNvGrpSpPr/>
          <p:nvPr/>
        </p:nvGrpSpPr>
        <p:grpSpPr>
          <a:xfrm>
            <a:off x="417669" y="887258"/>
            <a:ext cx="2677500" cy="3833369"/>
            <a:chOff x="417669" y="887258"/>
            <a:chExt cx="2677500" cy="3833369"/>
          </a:xfrm>
        </p:grpSpPr>
        <p:sp>
          <p:nvSpPr>
            <p:cNvPr id="4109" name="Google Shape;4109;p183"/>
            <p:cNvSpPr txBox="1"/>
            <p:nvPr/>
          </p:nvSpPr>
          <p:spPr>
            <a:xfrm>
              <a:off x="1088324" y="887258"/>
              <a:ext cx="1336200" cy="246300"/>
            </a:xfrm>
            <a:prstGeom prst="rect">
              <a:avLst/>
            </a:prstGeom>
            <a:noFill/>
            <a:ln>
              <a:noFill/>
            </a:ln>
          </p:spPr>
          <p:txBody>
            <a:bodyPr spcFirstLastPara="1" wrap="square" lIns="0" tIns="0" rIns="0" bIns="0" anchor="t" anchorCtr="0">
              <a:spAutoFit/>
            </a:bodyPr>
            <a:lstStyle/>
            <a:p>
              <a:pPr marL="0" lvl="0" indent="0" algn="ctr" rtl="0">
                <a:spcBef>
                  <a:spcPts val="0"/>
                </a:spcBef>
                <a:spcAft>
                  <a:spcPts val="0"/>
                </a:spcAft>
                <a:buNone/>
              </a:pPr>
              <a:r>
                <a:rPr lang="en" sz="1600" b="1">
                  <a:solidFill>
                    <a:srgbClr val="0A7DDA"/>
                  </a:solidFill>
                  <a:latin typeface="IBM Plex Sans"/>
                  <a:ea typeface="IBM Plex Sans"/>
                  <a:cs typeface="IBM Plex Sans"/>
                  <a:sym typeface="IBM Plex Sans"/>
                </a:rPr>
                <a:t>Automate</a:t>
              </a:r>
              <a:endParaRPr sz="1600">
                <a:solidFill>
                  <a:srgbClr val="0A7DDA"/>
                </a:solidFill>
              </a:endParaRPr>
            </a:p>
          </p:txBody>
        </p:sp>
        <p:sp>
          <p:nvSpPr>
            <p:cNvPr id="4110" name="Google Shape;4110;p183"/>
            <p:cNvSpPr txBox="1"/>
            <p:nvPr/>
          </p:nvSpPr>
          <p:spPr>
            <a:xfrm>
              <a:off x="417669" y="1129352"/>
              <a:ext cx="2677500" cy="431100"/>
            </a:xfrm>
            <a:prstGeom prst="rect">
              <a:avLst/>
            </a:prstGeom>
            <a:noFill/>
            <a:ln>
              <a:noFill/>
            </a:ln>
          </p:spPr>
          <p:txBody>
            <a:bodyPr spcFirstLastPara="1" wrap="square" lIns="91425" tIns="91425" rIns="91425" bIns="91425" anchor="t" anchorCtr="0">
              <a:spAutoFit/>
            </a:bodyPr>
            <a:lstStyle/>
            <a:p>
              <a:pPr marL="12700" lvl="0" indent="0" algn="ctr" rtl="0">
                <a:spcBef>
                  <a:spcPts val="0"/>
                </a:spcBef>
                <a:spcAft>
                  <a:spcPts val="0"/>
                </a:spcAft>
                <a:buNone/>
              </a:pPr>
              <a:r>
                <a:rPr lang="en" sz="800">
                  <a:solidFill>
                    <a:srgbClr val="F7F7F7"/>
                  </a:solidFill>
                  <a:latin typeface="IBM Plex Sans"/>
                  <a:ea typeface="IBM Plex Sans"/>
                  <a:cs typeface="IBM Plex Sans"/>
                  <a:sym typeface="IBM Plex Sans"/>
                </a:rPr>
                <a:t>Enterprise-grade automation platform. Built for today’s business complexity, loved by developers.</a:t>
              </a:r>
              <a:endParaRPr sz="800">
                <a:solidFill>
                  <a:srgbClr val="F7F7F7"/>
                </a:solidFill>
                <a:latin typeface="IBM Plex Sans"/>
                <a:ea typeface="IBM Plex Sans"/>
                <a:cs typeface="IBM Plex Sans"/>
                <a:sym typeface="IBM Plex Sans"/>
              </a:endParaRPr>
            </a:p>
          </p:txBody>
        </p:sp>
        <p:grpSp>
          <p:nvGrpSpPr>
            <p:cNvPr id="4111" name="Google Shape;4111;p183"/>
            <p:cNvGrpSpPr/>
            <p:nvPr/>
          </p:nvGrpSpPr>
          <p:grpSpPr>
            <a:xfrm>
              <a:off x="481493" y="1725427"/>
              <a:ext cx="2549700" cy="2995200"/>
              <a:chOff x="481493" y="1725427"/>
              <a:chExt cx="2549700" cy="2995200"/>
            </a:xfrm>
          </p:grpSpPr>
          <p:grpSp>
            <p:nvGrpSpPr>
              <p:cNvPr id="4112" name="Google Shape;4112;p183"/>
              <p:cNvGrpSpPr/>
              <p:nvPr/>
            </p:nvGrpSpPr>
            <p:grpSpPr>
              <a:xfrm>
                <a:off x="481493" y="1725427"/>
                <a:ext cx="2549700" cy="2995200"/>
                <a:chOff x="481493" y="1725427"/>
                <a:chExt cx="2549700" cy="2995200"/>
              </a:xfrm>
            </p:grpSpPr>
            <p:sp>
              <p:nvSpPr>
                <p:cNvPr id="4113" name="Google Shape;4113;p183"/>
                <p:cNvSpPr/>
                <p:nvPr/>
              </p:nvSpPr>
              <p:spPr>
                <a:xfrm>
                  <a:off x="481493" y="1725427"/>
                  <a:ext cx="2549700" cy="2995200"/>
                </a:xfrm>
                <a:prstGeom prst="roundRect">
                  <a:avLst>
                    <a:gd name="adj" fmla="val 4342"/>
                  </a:avLst>
                </a:prstGeom>
                <a:solidFill>
                  <a:srgbClr val="F7F7F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114" name="Google Shape;4114;p183"/>
                <p:cNvGrpSpPr/>
                <p:nvPr/>
              </p:nvGrpSpPr>
              <p:grpSpPr>
                <a:xfrm>
                  <a:off x="678397" y="2058011"/>
                  <a:ext cx="457183" cy="457183"/>
                  <a:chOff x="4280432" y="2131791"/>
                  <a:chExt cx="649500" cy="649500"/>
                </a:xfrm>
              </p:grpSpPr>
              <p:sp>
                <p:nvSpPr>
                  <p:cNvPr id="4115" name="Google Shape;4115;p183"/>
                  <p:cNvSpPr/>
                  <p:nvPr/>
                </p:nvSpPr>
                <p:spPr>
                  <a:xfrm>
                    <a:off x="4280432" y="2131791"/>
                    <a:ext cx="649500" cy="649500"/>
                  </a:xfrm>
                  <a:prstGeom prst="roundRect">
                    <a:avLst>
                      <a:gd name="adj" fmla="val 16667"/>
                    </a:avLst>
                  </a:prstGeom>
                  <a:solidFill>
                    <a:srgbClr val="0072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116" name="Google Shape;4116;p183"/>
                  <p:cNvGrpSpPr/>
                  <p:nvPr/>
                </p:nvGrpSpPr>
                <p:grpSpPr>
                  <a:xfrm>
                    <a:off x="4411294" y="2253947"/>
                    <a:ext cx="378863" cy="378038"/>
                    <a:chOff x="1721775" y="1901200"/>
                    <a:chExt cx="352300" cy="351500"/>
                  </a:xfrm>
                </p:grpSpPr>
                <p:sp>
                  <p:nvSpPr>
                    <p:cNvPr id="4117" name="Google Shape;4117;p183"/>
                    <p:cNvSpPr/>
                    <p:nvPr/>
                  </p:nvSpPr>
                  <p:spPr>
                    <a:xfrm>
                      <a:off x="1721775" y="1901200"/>
                      <a:ext cx="258925" cy="257050"/>
                    </a:xfrm>
                    <a:custGeom>
                      <a:avLst/>
                      <a:gdLst/>
                      <a:ahLst/>
                      <a:cxnLst/>
                      <a:rect l="l" t="t" r="r" b="b"/>
                      <a:pathLst>
                        <a:path w="10357" h="10282" extrusionOk="0">
                          <a:moveTo>
                            <a:pt x="4404" y="0"/>
                          </a:moveTo>
                          <a:lnTo>
                            <a:pt x="4415" y="1242"/>
                          </a:lnTo>
                          <a:lnTo>
                            <a:pt x="4139" y="1326"/>
                          </a:lnTo>
                          <a:lnTo>
                            <a:pt x="3873" y="1422"/>
                          </a:lnTo>
                          <a:lnTo>
                            <a:pt x="3619" y="1539"/>
                          </a:lnTo>
                          <a:lnTo>
                            <a:pt x="3364" y="1666"/>
                          </a:lnTo>
                          <a:lnTo>
                            <a:pt x="2494" y="796"/>
                          </a:lnTo>
                          <a:lnTo>
                            <a:pt x="828" y="2430"/>
                          </a:lnTo>
                          <a:lnTo>
                            <a:pt x="1698" y="3311"/>
                          </a:lnTo>
                          <a:lnTo>
                            <a:pt x="1560" y="3555"/>
                          </a:lnTo>
                          <a:lnTo>
                            <a:pt x="1444" y="3809"/>
                          </a:lnTo>
                          <a:lnTo>
                            <a:pt x="1348" y="4075"/>
                          </a:lnTo>
                          <a:lnTo>
                            <a:pt x="1263" y="4340"/>
                          </a:lnTo>
                          <a:lnTo>
                            <a:pt x="0" y="4340"/>
                          </a:lnTo>
                          <a:lnTo>
                            <a:pt x="0" y="6664"/>
                          </a:lnTo>
                          <a:lnTo>
                            <a:pt x="1253" y="6674"/>
                          </a:lnTo>
                          <a:lnTo>
                            <a:pt x="1327" y="6950"/>
                          </a:lnTo>
                          <a:lnTo>
                            <a:pt x="1433" y="7215"/>
                          </a:lnTo>
                          <a:lnTo>
                            <a:pt x="1539" y="7470"/>
                          </a:lnTo>
                          <a:lnTo>
                            <a:pt x="1677" y="7714"/>
                          </a:lnTo>
                          <a:lnTo>
                            <a:pt x="754" y="8627"/>
                          </a:lnTo>
                          <a:lnTo>
                            <a:pt x="2398" y="10282"/>
                          </a:lnTo>
                          <a:lnTo>
                            <a:pt x="3099" y="9603"/>
                          </a:lnTo>
                          <a:lnTo>
                            <a:pt x="2929" y="9592"/>
                          </a:lnTo>
                          <a:lnTo>
                            <a:pt x="2929" y="7268"/>
                          </a:lnTo>
                          <a:lnTo>
                            <a:pt x="3003" y="7268"/>
                          </a:lnTo>
                          <a:lnTo>
                            <a:pt x="2887" y="7077"/>
                          </a:lnTo>
                          <a:lnTo>
                            <a:pt x="2791" y="6887"/>
                          </a:lnTo>
                          <a:lnTo>
                            <a:pt x="2706" y="6685"/>
                          </a:lnTo>
                          <a:lnTo>
                            <a:pt x="2632" y="6473"/>
                          </a:lnTo>
                          <a:lnTo>
                            <a:pt x="2568" y="6250"/>
                          </a:lnTo>
                          <a:lnTo>
                            <a:pt x="2526" y="6027"/>
                          </a:lnTo>
                          <a:lnTo>
                            <a:pt x="2505" y="5794"/>
                          </a:lnTo>
                          <a:lnTo>
                            <a:pt x="2494" y="5560"/>
                          </a:lnTo>
                          <a:lnTo>
                            <a:pt x="2494" y="5401"/>
                          </a:lnTo>
                          <a:lnTo>
                            <a:pt x="2505" y="5242"/>
                          </a:lnTo>
                          <a:lnTo>
                            <a:pt x="2526" y="5093"/>
                          </a:lnTo>
                          <a:lnTo>
                            <a:pt x="2558" y="4945"/>
                          </a:lnTo>
                          <a:lnTo>
                            <a:pt x="2589" y="4796"/>
                          </a:lnTo>
                          <a:lnTo>
                            <a:pt x="2632" y="4648"/>
                          </a:lnTo>
                          <a:lnTo>
                            <a:pt x="2674" y="4499"/>
                          </a:lnTo>
                          <a:lnTo>
                            <a:pt x="2738" y="4361"/>
                          </a:lnTo>
                          <a:lnTo>
                            <a:pt x="2791" y="4223"/>
                          </a:lnTo>
                          <a:lnTo>
                            <a:pt x="2865" y="4096"/>
                          </a:lnTo>
                          <a:lnTo>
                            <a:pt x="2940" y="3958"/>
                          </a:lnTo>
                          <a:lnTo>
                            <a:pt x="3014" y="3841"/>
                          </a:lnTo>
                          <a:lnTo>
                            <a:pt x="3109" y="3714"/>
                          </a:lnTo>
                          <a:lnTo>
                            <a:pt x="3194" y="3597"/>
                          </a:lnTo>
                          <a:lnTo>
                            <a:pt x="3290" y="3491"/>
                          </a:lnTo>
                          <a:lnTo>
                            <a:pt x="3396" y="3385"/>
                          </a:lnTo>
                          <a:lnTo>
                            <a:pt x="3502" y="3279"/>
                          </a:lnTo>
                          <a:lnTo>
                            <a:pt x="3619" y="3183"/>
                          </a:lnTo>
                          <a:lnTo>
                            <a:pt x="3735" y="3088"/>
                          </a:lnTo>
                          <a:lnTo>
                            <a:pt x="3852" y="3003"/>
                          </a:lnTo>
                          <a:lnTo>
                            <a:pt x="3980" y="2929"/>
                          </a:lnTo>
                          <a:lnTo>
                            <a:pt x="4107" y="2854"/>
                          </a:lnTo>
                          <a:lnTo>
                            <a:pt x="4245" y="2780"/>
                          </a:lnTo>
                          <a:lnTo>
                            <a:pt x="4372" y="2716"/>
                          </a:lnTo>
                          <a:lnTo>
                            <a:pt x="4521" y="2663"/>
                          </a:lnTo>
                          <a:lnTo>
                            <a:pt x="4659" y="2621"/>
                          </a:lnTo>
                          <a:lnTo>
                            <a:pt x="4807" y="2579"/>
                          </a:lnTo>
                          <a:lnTo>
                            <a:pt x="4956" y="2536"/>
                          </a:lnTo>
                          <a:lnTo>
                            <a:pt x="5104" y="2515"/>
                          </a:lnTo>
                          <a:lnTo>
                            <a:pt x="5263" y="2494"/>
                          </a:lnTo>
                          <a:lnTo>
                            <a:pt x="5423" y="2483"/>
                          </a:lnTo>
                          <a:lnTo>
                            <a:pt x="5582" y="2472"/>
                          </a:lnTo>
                          <a:lnTo>
                            <a:pt x="5815" y="2483"/>
                          </a:lnTo>
                          <a:lnTo>
                            <a:pt x="6059" y="2515"/>
                          </a:lnTo>
                          <a:lnTo>
                            <a:pt x="6293" y="2557"/>
                          </a:lnTo>
                          <a:lnTo>
                            <a:pt x="6516" y="2621"/>
                          </a:lnTo>
                          <a:lnTo>
                            <a:pt x="6728" y="2706"/>
                          </a:lnTo>
                          <a:lnTo>
                            <a:pt x="6940" y="2801"/>
                          </a:lnTo>
                          <a:lnTo>
                            <a:pt x="7142" y="2907"/>
                          </a:lnTo>
                          <a:lnTo>
                            <a:pt x="7333" y="3035"/>
                          </a:lnTo>
                          <a:lnTo>
                            <a:pt x="7333" y="2929"/>
                          </a:lnTo>
                          <a:lnTo>
                            <a:pt x="9688" y="2929"/>
                          </a:lnTo>
                          <a:lnTo>
                            <a:pt x="9688" y="3109"/>
                          </a:lnTo>
                          <a:lnTo>
                            <a:pt x="10357" y="2462"/>
                          </a:lnTo>
                          <a:lnTo>
                            <a:pt x="8701" y="796"/>
                          </a:lnTo>
                          <a:lnTo>
                            <a:pt x="7799" y="1687"/>
                          </a:lnTo>
                          <a:lnTo>
                            <a:pt x="7555" y="1560"/>
                          </a:lnTo>
                          <a:lnTo>
                            <a:pt x="7290" y="1443"/>
                          </a:lnTo>
                          <a:lnTo>
                            <a:pt x="7035" y="1337"/>
                          </a:lnTo>
                          <a:lnTo>
                            <a:pt x="6760" y="1252"/>
                          </a:lnTo>
                          <a:lnTo>
                            <a:pt x="6760"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8" name="Google Shape;4118;p183"/>
                    <p:cNvSpPr/>
                    <p:nvPr/>
                  </p:nvSpPr>
                  <p:spPr>
                    <a:xfrm>
                      <a:off x="1795000" y="1974400"/>
                      <a:ext cx="279075" cy="278300"/>
                    </a:xfrm>
                    <a:custGeom>
                      <a:avLst/>
                      <a:gdLst/>
                      <a:ahLst/>
                      <a:cxnLst/>
                      <a:rect l="l" t="t" r="r" b="b"/>
                      <a:pathLst>
                        <a:path w="11163" h="11132" extrusionOk="0">
                          <a:moveTo>
                            <a:pt x="5741" y="2484"/>
                          </a:moveTo>
                          <a:lnTo>
                            <a:pt x="5889" y="2494"/>
                          </a:lnTo>
                          <a:lnTo>
                            <a:pt x="6048" y="2515"/>
                          </a:lnTo>
                          <a:lnTo>
                            <a:pt x="6197" y="2547"/>
                          </a:lnTo>
                          <a:lnTo>
                            <a:pt x="6345" y="2579"/>
                          </a:lnTo>
                          <a:lnTo>
                            <a:pt x="6494" y="2622"/>
                          </a:lnTo>
                          <a:lnTo>
                            <a:pt x="6642" y="2664"/>
                          </a:lnTo>
                          <a:lnTo>
                            <a:pt x="6780" y="2728"/>
                          </a:lnTo>
                          <a:lnTo>
                            <a:pt x="6918" y="2781"/>
                          </a:lnTo>
                          <a:lnTo>
                            <a:pt x="7046" y="2855"/>
                          </a:lnTo>
                          <a:lnTo>
                            <a:pt x="7184" y="2929"/>
                          </a:lnTo>
                          <a:lnTo>
                            <a:pt x="7300" y="3004"/>
                          </a:lnTo>
                          <a:lnTo>
                            <a:pt x="7428" y="3088"/>
                          </a:lnTo>
                          <a:lnTo>
                            <a:pt x="7544" y="3184"/>
                          </a:lnTo>
                          <a:lnTo>
                            <a:pt x="7650" y="3279"/>
                          </a:lnTo>
                          <a:lnTo>
                            <a:pt x="7757" y="3386"/>
                          </a:lnTo>
                          <a:lnTo>
                            <a:pt x="7863" y="3492"/>
                          </a:lnTo>
                          <a:lnTo>
                            <a:pt x="7958" y="3598"/>
                          </a:lnTo>
                          <a:lnTo>
                            <a:pt x="8054" y="3714"/>
                          </a:lnTo>
                          <a:lnTo>
                            <a:pt x="8139" y="3842"/>
                          </a:lnTo>
                          <a:lnTo>
                            <a:pt x="8213" y="3969"/>
                          </a:lnTo>
                          <a:lnTo>
                            <a:pt x="8287" y="4096"/>
                          </a:lnTo>
                          <a:lnTo>
                            <a:pt x="8361" y="4224"/>
                          </a:lnTo>
                          <a:lnTo>
                            <a:pt x="8425" y="4362"/>
                          </a:lnTo>
                          <a:lnTo>
                            <a:pt x="8478" y="4500"/>
                          </a:lnTo>
                          <a:lnTo>
                            <a:pt x="8521" y="4648"/>
                          </a:lnTo>
                          <a:lnTo>
                            <a:pt x="8563" y="4797"/>
                          </a:lnTo>
                          <a:lnTo>
                            <a:pt x="8605" y="4945"/>
                          </a:lnTo>
                          <a:lnTo>
                            <a:pt x="8627" y="5094"/>
                          </a:lnTo>
                          <a:lnTo>
                            <a:pt x="8648" y="5253"/>
                          </a:lnTo>
                          <a:lnTo>
                            <a:pt x="8658" y="5402"/>
                          </a:lnTo>
                          <a:lnTo>
                            <a:pt x="8669" y="5561"/>
                          </a:lnTo>
                          <a:lnTo>
                            <a:pt x="8658" y="5720"/>
                          </a:lnTo>
                          <a:lnTo>
                            <a:pt x="8648" y="5879"/>
                          </a:lnTo>
                          <a:lnTo>
                            <a:pt x="8627" y="6038"/>
                          </a:lnTo>
                          <a:lnTo>
                            <a:pt x="8605" y="6187"/>
                          </a:lnTo>
                          <a:lnTo>
                            <a:pt x="8563" y="6335"/>
                          </a:lnTo>
                          <a:lnTo>
                            <a:pt x="8521" y="6484"/>
                          </a:lnTo>
                          <a:lnTo>
                            <a:pt x="8478" y="6622"/>
                          </a:lnTo>
                          <a:lnTo>
                            <a:pt x="8425" y="6770"/>
                          </a:lnTo>
                          <a:lnTo>
                            <a:pt x="8361" y="6898"/>
                          </a:lnTo>
                          <a:lnTo>
                            <a:pt x="8287" y="7036"/>
                          </a:lnTo>
                          <a:lnTo>
                            <a:pt x="8213" y="7163"/>
                          </a:lnTo>
                          <a:lnTo>
                            <a:pt x="8139" y="7290"/>
                          </a:lnTo>
                          <a:lnTo>
                            <a:pt x="8054" y="7407"/>
                          </a:lnTo>
                          <a:lnTo>
                            <a:pt x="7958" y="7524"/>
                          </a:lnTo>
                          <a:lnTo>
                            <a:pt x="7863" y="7640"/>
                          </a:lnTo>
                          <a:lnTo>
                            <a:pt x="7757" y="7747"/>
                          </a:lnTo>
                          <a:lnTo>
                            <a:pt x="7650" y="7853"/>
                          </a:lnTo>
                          <a:lnTo>
                            <a:pt x="7544" y="7948"/>
                          </a:lnTo>
                          <a:lnTo>
                            <a:pt x="7428" y="8033"/>
                          </a:lnTo>
                          <a:lnTo>
                            <a:pt x="7300" y="8129"/>
                          </a:lnTo>
                          <a:lnTo>
                            <a:pt x="7184" y="8203"/>
                          </a:lnTo>
                          <a:lnTo>
                            <a:pt x="7046" y="8277"/>
                          </a:lnTo>
                          <a:lnTo>
                            <a:pt x="6918" y="8341"/>
                          </a:lnTo>
                          <a:lnTo>
                            <a:pt x="6780" y="8404"/>
                          </a:lnTo>
                          <a:lnTo>
                            <a:pt x="6642" y="8468"/>
                          </a:lnTo>
                          <a:lnTo>
                            <a:pt x="6494" y="8511"/>
                          </a:lnTo>
                          <a:lnTo>
                            <a:pt x="6345" y="8553"/>
                          </a:lnTo>
                          <a:lnTo>
                            <a:pt x="6197" y="8585"/>
                          </a:lnTo>
                          <a:lnTo>
                            <a:pt x="6048" y="8617"/>
                          </a:lnTo>
                          <a:lnTo>
                            <a:pt x="5889" y="8638"/>
                          </a:lnTo>
                          <a:lnTo>
                            <a:pt x="5741" y="8648"/>
                          </a:lnTo>
                          <a:lnTo>
                            <a:pt x="5422" y="8648"/>
                          </a:lnTo>
                          <a:lnTo>
                            <a:pt x="5263" y="8638"/>
                          </a:lnTo>
                          <a:lnTo>
                            <a:pt x="5104" y="8617"/>
                          </a:lnTo>
                          <a:lnTo>
                            <a:pt x="4955" y="8585"/>
                          </a:lnTo>
                          <a:lnTo>
                            <a:pt x="4807" y="8553"/>
                          </a:lnTo>
                          <a:lnTo>
                            <a:pt x="4658" y="8511"/>
                          </a:lnTo>
                          <a:lnTo>
                            <a:pt x="4520" y="8468"/>
                          </a:lnTo>
                          <a:lnTo>
                            <a:pt x="4382" y="8404"/>
                          </a:lnTo>
                          <a:lnTo>
                            <a:pt x="4244" y="8341"/>
                          </a:lnTo>
                          <a:lnTo>
                            <a:pt x="4106" y="8277"/>
                          </a:lnTo>
                          <a:lnTo>
                            <a:pt x="3979" y="8203"/>
                          </a:lnTo>
                          <a:lnTo>
                            <a:pt x="3852" y="8129"/>
                          </a:lnTo>
                          <a:lnTo>
                            <a:pt x="3735" y="8033"/>
                          </a:lnTo>
                          <a:lnTo>
                            <a:pt x="3618" y="7948"/>
                          </a:lnTo>
                          <a:lnTo>
                            <a:pt x="3502" y="7853"/>
                          </a:lnTo>
                          <a:lnTo>
                            <a:pt x="3396" y="7747"/>
                          </a:lnTo>
                          <a:lnTo>
                            <a:pt x="3300" y="7640"/>
                          </a:lnTo>
                          <a:lnTo>
                            <a:pt x="3194" y="7524"/>
                          </a:lnTo>
                          <a:lnTo>
                            <a:pt x="3109" y="7407"/>
                          </a:lnTo>
                          <a:lnTo>
                            <a:pt x="3024" y="7290"/>
                          </a:lnTo>
                          <a:lnTo>
                            <a:pt x="2939" y="7163"/>
                          </a:lnTo>
                          <a:lnTo>
                            <a:pt x="2865" y="7036"/>
                          </a:lnTo>
                          <a:lnTo>
                            <a:pt x="2801" y="6898"/>
                          </a:lnTo>
                          <a:lnTo>
                            <a:pt x="2738" y="6770"/>
                          </a:lnTo>
                          <a:lnTo>
                            <a:pt x="2685" y="6622"/>
                          </a:lnTo>
                          <a:lnTo>
                            <a:pt x="2632" y="6484"/>
                          </a:lnTo>
                          <a:lnTo>
                            <a:pt x="2589" y="6335"/>
                          </a:lnTo>
                          <a:lnTo>
                            <a:pt x="2557" y="6187"/>
                          </a:lnTo>
                          <a:lnTo>
                            <a:pt x="2525" y="6038"/>
                          </a:lnTo>
                          <a:lnTo>
                            <a:pt x="2515" y="5879"/>
                          </a:lnTo>
                          <a:lnTo>
                            <a:pt x="2494" y="5720"/>
                          </a:lnTo>
                          <a:lnTo>
                            <a:pt x="2494" y="5561"/>
                          </a:lnTo>
                          <a:lnTo>
                            <a:pt x="2494" y="5402"/>
                          </a:lnTo>
                          <a:lnTo>
                            <a:pt x="2515" y="5253"/>
                          </a:lnTo>
                          <a:lnTo>
                            <a:pt x="2525" y="5094"/>
                          </a:lnTo>
                          <a:lnTo>
                            <a:pt x="2557" y="4945"/>
                          </a:lnTo>
                          <a:lnTo>
                            <a:pt x="2589" y="4797"/>
                          </a:lnTo>
                          <a:lnTo>
                            <a:pt x="2632" y="4648"/>
                          </a:lnTo>
                          <a:lnTo>
                            <a:pt x="2685" y="4500"/>
                          </a:lnTo>
                          <a:lnTo>
                            <a:pt x="2738" y="4362"/>
                          </a:lnTo>
                          <a:lnTo>
                            <a:pt x="2801" y="4224"/>
                          </a:lnTo>
                          <a:lnTo>
                            <a:pt x="2865" y="4096"/>
                          </a:lnTo>
                          <a:lnTo>
                            <a:pt x="2939" y="3969"/>
                          </a:lnTo>
                          <a:lnTo>
                            <a:pt x="3024" y="3842"/>
                          </a:lnTo>
                          <a:lnTo>
                            <a:pt x="3109" y="3714"/>
                          </a:lnTo>
                          <a:lnTo>
                            <a:pt x="3194" y="3598"/>
                          </a:lnTo>
                          <a:lnTo>
                            <a:pt x="3300" y="3492"/>
                          </a:lnTo>
                          <a:lnTo>
                            <a:pt x="3396" y="3386"/>
                          </a:lnTo>
                          <a:lnTo>
                            <a:pt x="3502" y="3279"/>
                          </a:lnTo>
                          <a:lnTo>
                            <a:pt x="3618" y="3184"/>
                          </a:lnTo>
                          <a:lnTo>
                            <a:pt x="3735" y="3088"/>
                          </a:lnTo>
                          <a:lnTo>
                            <a:pt x="3852" y="3004"/>
                          </a:lnTo>
                          <a:lnTo>
                            <a:pt x="3979" y="2929"/>
                          </a:lnTo>
                          <a:lnTo>
                            <a:pt x="4106" y="2855"/>
                          </a:lnTo>
                          <a:lnTo>
                            <a:pt x="4244" y="2781"/>
                          </a:lnTo>
                          <a:lnTo>
                            <a:pt x="4382" y="2728"/>
                          </a:lnTo>
                          <a:lnTo>
                            <a:pt x="4520" y="2664"/>
                          </a:lnTo>
                          <a:lnTo>
                            <a:pt x="4658" y="2622"/>
                          </a:lnTo>
                          <a:lnTo>
                            <a:pt x="4807" y="2579"/>
                          </a:lnTo>
                          <a:lnTo>
                            <a:pt x="4955" y="2547"/>
                          </a:lnTo>
                          <a:lnTo>
                            <a:pt x="5104" y="2515"/>
                          </a:lnTo>
                          <a:lnTo>
                            <a:pt x="5263" y="2494"/>
                          </a:lnTo>
                          <a:lnTo>
                            <a:pt x="5422" y="2484"/>
                          </a:lnTo>
                          <a:close/>
                          <a:moveTo>
                            <a:pt x="4404" y="1"/>
                          </a:moveTo>
                          <a:lnTo>
                            <a:pt x="4404" y="107"/>
                          </a:lnTo>
                          <a:lnTo>
                            <a:pt x="4414" y="1242"/>
                          </a:lnTo>
                          <a:lnTo>
                            <a:pt x="4138" y="1327"/>
                          </a:lnTo>
                          <a:lnTo>
                            <a:pt x="3873" y="1423"/>
                          </a:lnTo>
                          <a:lnTo>
                            <a:pt x="3618" y="1539"/>
                          </a:lnTo>
                          <a:lnTo>
                            <a:pt x="3364" y="1667"/>
                          </a:lnTo>
                          <a:lnTo>
                            <a:pt x="2494" y="796"/>
                          </a:lnTo>
                          <a:lnTo>
                            <a:pt x="828" y="2431"/>
                          </a:lnTo>
                          <a:lnTo>
                            <a:pt x="1698" y="3311"/>
                          </a:lnTo>
                          <a:lnTo>
                            <a:pt x="1570" y="3555"/>
                          </a:lnTo>
                          <a:lnTo>
                            <a:pt x="1454" y="3810"/>
                          </a:lnTo>
                          <a:lnTo>
                            <a:pt x="1348" y="4075"/>
                          </a:lnTo>
                          <a:lnTo>
                            <a:pt x="1263" y="4351"/>
                          </a:lnTo>
                          <a:lnTo>
                            <a:pt x="74" y="4340"/>
                          </a:lnTo>
                          <a:lnTo>
                            <a:pt x="0" y="4340"/>
                          </a:lnTo>
                          <a:lnTo>
                            <a:pt x="0" y="6664"/>
                          </a:lnTo>
                          <a:lnTo>
                            <a:pt x="170" y="6675"/>
                          </a:lnTo>
                          <a:lnTo>
                            <a:pt x="1252" y="6675"/>
                          </a:lnTo>
                          <a:lnTo>
                            <a:pt x="1326" y="6951"/>
                          </a:lnTo>
                          <a:lnTo>
                            <a:pt x="1433" y="7216"/>
                          </a:lnTo>
                          <a:lnTo>
                            <a:pt x="1549" y="7471"/>
                          </a:lnTo>
                          <a:lnTo>
                            <a:pt x="1677" y="7725"/>
                          </a:lnTo>
                          <a:lnTo>
                            <a:pt x="753" y="8627"/>
                          </a:lnTo>
                          <a:lnTo>
                            <a:pt x="2409" y="10283"/>
                          </a:lnTo>
                          <a:lnTo>
                            <a:pt x="3321" y="9381"/>
                          </a:lnTo>
                          <a:lnTo>
                            <a:pt x="3576" y="9508"/>
                          </a:lnTo>
                          <a:lnTo>
                            <a:pt x="3831" y="9625"/>
                          </a:lnTo>
                          <a:lnTo>
                            <a:pt x="4106" y="9731"/>
                          </a:lnTo>
                          <a:lnTo>
                            <a:pt x="4372" y="9816"/>
                          </a:lnTo>
                          <a:lnTo>
                            <a:pt x="4372" y="11131"/>
                          </a:lnTo>
                          <a:lnTo>
                            <a:pt x="6717" y="11131"/>
                          </a:lnTo>
                          <a:lnTo>
                            <a:pt x="6717" y="9826"/>
                          </a:lnTo>
                          <a:lnTo>
                            <a:pt x="6993" y="9741"/>
                          </a:lnTo>
                          <a:lnTo>
                            <a:pt x="7258" y="9646"/>
                          </a:lnTo>
                          <a:lnTo>
                            <a:pt x="7513" y="9529"/>
                          </a:lnTo>
                          <a:lnTo>
                            <a:pt x="7767" y="9402"/>
                          </a:lnTo>
                          <a:lnTo>
                            <a:pt x="8690" y="10314"/>
                          </a:lnTo>
                          <a:lnTo>
                            <a:pt x="10356" y="8680"/>
                          </a:lnTo>
                          <a:lnTo>
                            <a:pt x="9433" y="7757"/>
                          </a:lnTo>
                          <a:lnTo>
                            <a:pt x="9560" y="7513"/>
                          </a:lnTo>
                          <a:lnTo>
                            <a:pt x="9677" y="7258"/>
                          </a:lnTo>
                          <a:lnTo>
                            <a:pt x="9783" y="6993"/>
                          </a:lnTo>
                          <a:lnTo>
                            <a:pt x="9868" y="6728"/>
                          </a:lnTo>
                          <a:lnTo>
                            <a:pt x="11163" y="6728"/>
                          </a:lnTo>
                          <a:lnTo>
                            <a:pt x="11163" y="4394"/>
                          </a:lnTo>
                          <a:lnTo>
                            <a:pt x="9879" y="4394"/>
                          </a:lnTo>
                          <a:lnTo>
                            <a:pt x="9804" y="4118"/>
                          </a:lnTo>
                          <a:lnTo>
                            <a:pt x="9698" y="3863"/>
                          </a:lnTo>
                          <a:lnTo>
                            <a:pt x="9582" y="3598"/>
                          </a:lnTo>
                          <a:lnTo>
                            <a:pt x="9454" y="3354"/>
                          </a:lnTo>
                          <a:lnTo>
                            <a:pt x="10356" y="2462"/>
                          </a:lnTo>
                          <a:lnTo>
                            <a:pt x="8712" y="807"/>
                          </a:lnTo>
                          <a:lnTo>
                            <a:pt x="7810" y="1698"/>
                          </a:lnTo>
                          <a:lnTo>
                            <a:pt x="7555" y="1560"/>
                          </a:lnTo>
                          <a:lnTo>
                            <a:pt x="7300" y="1444"/>
                          </a:lnTo>
                          <a:lnTo>
                            <a:pt x="7035" y="1338"/>
                          </a:lnTo>
                          <a:lnTo>
                            <a:pt x="6759" y="1253"/>
                          </a:lnTo>
                          <a:lnTo>
                            <a:pt x="6759" y="181"/>
                          </a:lnTo>
                          <a:lnTo>
                            <a:pt x="6759"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4119" name="Google Shape;4119;p183"/>
                <p:cNvGrpSpPr/>
                <p:nvPr/>
              </p:nvGrpSpPr>
              <p:grpSpPr>
                <a:xfrm>
                  <a:off x="678374" y="4021923"/>
                  <a:ext cx="457183" cy="457183"/>
                  <a:chOff x="4737113" y="3244906"/>
                  <a:chExt cx="649500" cy="649500"/>
                </a:xfrm>
              </p:grpSpPr>
              <p:sp>
                <p:nvSpPr>
                  <p:cNvPr id="4120" name="Google Shape;4120;p183"/>
                  <p:cNvSpPr/>
                  <p:nvPr/>
                </p:nvSpPr>
                <p:spPr>
                  <a:xfrm>
                    <a:off x="4737113" y="3244906"/>
                    <a:ext cx="649500" cy="649500"/>
                  </a:xfrm>
                  <a:prstGeom prst="roundRect">
                    <a:avLst>
                      <a:gd name="adj" fmla="val 16667"/>
                    </a:avLst>
                  </a:prstGeom>
                  <a:solidFill>
                    <a:srgbClr val="0072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1" name="Google Shape;4121;p183"/>
                  <p:cNvSpPr/>
                  <p:nvPr/>
                </p:nvSpPr>
                <p:spPr>
                  <a:xfrm>
                    <a:off x="4808695" y="3421043"/>
                    <a:ext cx="508933" cy="270192"/>
                  </a:xfrm>
                  <a:custGeom>
                    <a:avLst/>
                    <a:gdLst/>
                    <a:ahLst/>
                    <a:cxnLst/>
                    <a:rect l="l" t="t" r="r" b="b"/>
                    <a:pathLst>
                      <a:path w="18930" h="10049" extrusionOk="0">
                        <a:moveTo>
                          <a:pt x="7597" y="1"/>
                        </a:moveTo>
                        <a:lnTo>
                          <a:pt x="5730" y="5295"/>
                        </a:lnTo>
                        <a:lnTo>
                          <a:pt x="0" y="5571"/>
                        </a:lnTo>
                        <a:lnTo>
                          <a:pt x="6377" y="6356"/>
                        </a:lnTo>
                        <a:lnTo>
                          <a:pt x="7364" y="3576"/>
                        </a:lnTo>
                        <a:lnTo>
                          <a:pt x="8850" y="10049"/>
                        </a:lnTo>
                        <a:lnTo>
                          <a:pt x="10813" y="5911"/>
                        </a:lnTo>
                        <a:lnTo>
                          <a:pt x="18930" y="5550"/>
                        </a:lnTo>
                        <a:lnTo>
                          <a:pt x="10356" y="4606"/>
                        </a:lnTo>
                        <a:lnTo>
                          <a:pt x="9210" y="7014"/>
                        </a:lnTo>
                        <a:lnTo>
                          <a:pt x="7597"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122" name="Google Shape;4122;p183"/>
                <p:cNvGrpSpPr/>
                <p:nvPr/>
              </p:nvGrpSpPr>
              <p:grpSpPr>
                <a:xfrm>
                  <a:off x="678386" y="3424911"/>
                  <a:ext cx="457183" cy="457183"/>
                  <a:chOff x="3784676" y="3546879"/>
                  <a:chExt cx="649500" cy="649500"/>
                </a:xfrm>
              </p:grpSpPr>
              <p:sp>
                <p:nvSpPr>
                  <p:cNvPr id="4123" name="Google Shape;4123;p183"/>
                  <p:cNvSpPr/>
                  <p:nvPr/>
                </p:nvSpPr>
                <p:spPr>
                  <a:xfrm>
                    <a:off x="3784676" y="3546879"/>
                    <a:ext cx="649500" cy="649500"/>
                  </a:xfrm>
                  <a:prstGeom prst="roundRect">
                    <a:avLst>
                      <a:gd name="adj" fmla="val 16667"/>
                    </a:avLst>
                  </a:prstGeom>
                  <a:solidFill>
                    <a:srgbClr val="0072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4" name="Google Shape;4124;p183"/>
                  <p:cNvSpPr/>
                  <p:nvPr/>
                </p:nvSpPr>
                <p:spPr>
                  <a:xfrm>
                    <a:off x="3954923" y="3748970"/>
                    <a:ext cx="308542" cy="252849"/>
                  </a:xfrm>
                  <a:custGeom>
                    <a:avLst/>
                    <a:gdLst/>
                    <a:ahLst/>
                    <a:cxnLst/>
                    <a:rect l="l" t="t" r="r" b="b"/>
                    <a:pathLst>
                      <a:path w="13742" h="11259" extrusionOk="0">
                        <a:moveTo>
                          <a:pt x="11524" y="1"/>
                        </a:moveTo>
                        <a:lnTo>
                          <a:pt x="4701" y="6823"/>
                        </a:lnTo>
                        <a:lnTo>
                          <a:pt x="2218" y="4341"/>
                        </a:lnTo>
                        <a:lnTo>
                          <a:pt x="0" y="6558"/>
                        </a:lnTo>
                        <a:lnTo>
                          <a:pt x="4701" y="11259"/>
                        </a:lnTo>
                        <a:lnTo>
                          <a:pt x="13741" y="2218"/>
                        </a:lnTo>
                        <a:lnTo>
                          <a:pt x="11524"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125" name="Google Shape;4125;p183"/>
                <p:cNvSpPr txBox="1"/>
                <p:nvPr/>
              </p:nvSpPr>
              <p:spPr>
                <a:xfrm>
                  <a:off x="1167787" y="2057989"/>
                  <a:ext cx="1697100" cy="484800"/>
                </a:xfrm>
                <a:prstGeom prst="rect">
                  <a:avLst/>
                </a:prstGeom>
                <a:noFill/>
                <a:ln>
                  <a:noFill/>
                </a:ln>
              </p:spPr>
              <p:txBody>
                <a:bodyPr spcFirstLastPara="1" wrap="square" lIns="182875" tIns="0" rIns="0" bIns="0" anchor="t" anchorCtr="0">
                  <a:spAutoFit/>
                </a:bodyPr>
                <a:lstStyle/>
                <a:p>
                  <a:pPr marL="12700" lvl="0" indent="0" algn="l" rtl="0">
                    <a:lnSpc>
                      <a:spcPct val="150000"/>
                    </a:lnSpc>
                    <a:spcBef>
                      <a:spcPts val="0"/>
                    </a:spcBef>
                    <a:spcAft>
                      <a:spcPts val="0"/>
                    </a:spcAft>
                    <a:buNone/>
                  </a:pPr>
                  <a:r>
                    <a:rPr lang="en" sz="900" b="1">
                      <a:solidFill>
                        <a:srgbClr val="000000"/>
                      </a:solidFill>
                      <a:latin typeface="IBM Plex Sans"/>
                      <a:ea typeface="IBM Plex Sans"/>
                      <a:cs typeface="IBM Plex Sans"/>
                      <a:sym typeface="IBM Plex Sans"/>
                    </a:rPr>
                    <a:t>Workflow Engine</a:t>
                  </a:r>
                  <a:endParaRPr sz="700">
                    <a:solidFill>
                      <a:srgbClr val="000000"/>
                    </a:solidFill>
                    <a:latin typeface="IBM Plex Sans"/>
                    <a:ea typeface="IBM Plex Sans"/>
                    <a:cs typeface="IBM Plex Sans"/>
                    <a:sym typeface="IBM Plex Sans"/>
                  </a:endParaRPr>
                </a:p>
                <a:p>
                  <a:pPr marL="0" lvl="0" indent="0" algn="l" rtl="0">
                    <a:spcBef>
                      <a:spcPts val="0"/>
                    </a:spcBef>
                    <a:spcAft>
                      <a:spcPts val="0"/>
                    </a:spcAft>
                    <a:buNone/>
                  </a:pPr>
                  <a:r>
                    <a:rPr lang="en" sz="600">
                      <a:solidFill>
                        <a:srgbClr val="000000"/>
                      </a:solidFill>
                      <a:latin typeface="IBM Plex Sans"/>
                      <a:ea typeface="IBM Plex Sans"/>
                      <a:cs typeface="IBM Plex Sans"/>
                      <a:sym typeface="IBM Plex Sans"/>
                    </a:rPr>
                    <a:t>Next-generation, cloud-native BPMN workflow engine that unlocks unparalleled speed, scale &amp; resilience. </a:t>
                  </a:r>
                  <a:endParaRPr>
                    <a:solidFill>
                      <a:srgbClr val="000000"/>
                    </a:solidFill>
                  </a:endParaRPr>
                </a:p>
              </p:txBody>
            </p:sp>
            <p:sp>
              <p:nvSpPr>
                <p:cNvPr id="4126" name="Google Shape;4126;p183"/>
                <p:cNvSpPr txBox="1"/>
                <p:nvPr/>
              </p:nvSpPr>
              <p:spPr>
                <a:xfrm>
                  <a:off x="1167787" y="4021923"/>
                  <a:ext cx="1697100" cy="484800"/>
                </a:xfrm>
                <a:prstGeom prst="rect">
                  <a:avLst/>
                </a:prstGeom>
                <a:noFill/>
                <a:ln>
                  <a:noFill/>
                </a:ln>
              </p:spPr>
              <p:txBody>
                <a:bodyPr spcFirstLastPara="1" wrap="square" lIns="182875" tIns="0" rIns="0" bIns="0" anchor="t" anchorCtr="0">
                  <a:spAutoFit/>
                </a:bodyPr>
                <a:lstStyle/>
                <a:p>
                  <a:pPr marL="12700" lvl="0" indent="0" algn="l" rtl="0">
                    <a:lnSpc>
                      <a:spcPct val="150000"/>
                    </a:lnSpc>
                    <a:spcBef>
                      <a:spcPts val="0"/>
                    </a:spcBef>
                    <a:spcAft>
                      <a:spcPts val="0"/>
                    </a:spcAft>
                    <a:buNone/>
                  </a:pPr>
                  <a:r>
                    <a:rPr lang="en" sz="900" b="1">
                      <a:solidFill>
                        <a:srgbClr val="000000"/>
                      </a:solidFill>
                      <a:latin typeface="IBM Plex Sans"/>
                      <a:ea typeface="IBM Plex Sans"/>
                      <a:cs typeface="IBM Plex Sans"/>
                      <a:sym typeface="IBM Plex Sans"/>
                    </a:rPr>
                    <a:t>Operate</a:t>
                  </a:r>
                  <a:endParaRPr sz="700">
                    <a:solidFill>
                      <a:srgbClr val="000000"/>
                    </a:solidFill>
                    <a:latin typeface="IBM Plex Sans"/>
                    <a:ea typeface="IBM Plex Sans"/>
                    <a:cs typeface="IBM Plex Sans"/>
                    <a:sym typeface="IBM Plex Sans"/>
                  </a:endParaRPr>
                </a:p>
                <a:p>
                  <a:pPr marL="12700" lvl="0" indent="0" algn="l" rtl="0">
                    <a:spcBef>
                      <a:spcPts val="0"/>
                    </a:spcBef>
                    <a:spcAft>
                      <a:spcPts val="0"/>
                    </a:spcAft>
                    <a:buNone/>
                  </a:pPr>
                  <a:r>
                    <a:rPr lang="en" sz="600">
                      <a:solidFill>
                        <a:srgbClr val="000000"/>
                      </a:solidFill>
                      <a:latin typeface="IBM Plex Sans"/>
                      <a:ea typeface="IBM Plex Sans"/>
                      <a:cs typeface="IBM Plex Sans"/>
                      <a:sym typeface="IBM Plex Sans"/>
                    </a:rPr>
                    <a:t>Real time visibility to monitor, analyze and resolve problems with any process instance.</a:t>
                  </a:r>
                  <a:endParaRPr sz="600">
                    <a:solidFill>
                      <a:srgbClr val="000000"/>
                    </a:solidFill>
                    <a:latin typeface="IBM Plex Sans"/>
                    <a:ea typeface="IBM Plex Sans"/>
                    <a:cs typeface="IBM Plex Sans"/>
                    <a:sym typeface="IBM Plex Sans"/>
                  </a:endParaRPr>
                </a:p>
              </p:txBody>
            </p:sp>
            <p:sp>
              <p:nvSpPr>
                <p:cNvPr id="4127" name="Google Shape;4127;p183"/>
                <p:cNvSpPr txBox="1"/>
                <p:nvPr/>
              </p:nvSpPr>
              <p:spPr>
                <a:xfrm>
                  <a:off x="1167787" y="3424911"/>
                  <a:ext cx="1697100" cy="484800"/>
                </a:xfrm>
                <a:prstGeom prst="rect">
                  <a:avLst/>
                </a:prstGeom>
                <a:noFill/>
                <a:ln>
                  <a:noFill/>
                </a:ln>
              </p:spPr>
              <p:txBody>
                <a:bodyPr spcFirstLastPara="1" wrap="square" lIns="182875" tIns="0" rIns="0" bIns="0" anchor="t" anchorCtr="0">
                  <a:spAutoFit/>
                </a:bodyPr>
                <a:lstStyle/>
                <a:p>
                  <a:pPr marL="12700" lvl="0" indent="0" algn="l" rtl="0">
                    <a:lnSpc>
                      <a:spcPct val="150000"/>
                    </a:lnSpc>
                    <a:spcBef>
                      <a:spcPts val="0"/>
                    </a:spcBef>
                    <a:spcAft>
                      <a:spcPts val="0"/>
                    </a:spcAft>
                    <a:buNone/>
                  </a:pPr>
                  <a:r>
                    <a:rPr lang="en" sz="900" b="1">
                      <a:solidFill>
                        <a:srgbClr val="000000"/>
                      </a:solidFill>
                      <a:latin typeface="IBM Plex Sans"/>
                      <a:ea typeface="IBM Plex Sans"/>
                      <a:cs typeface="IBM Plex Sans"/>
                      <a:sym typeface="IBM Plex Sans"/>
                    </a:rPr>
                    <a:t>Tasklist</a:t>
                  </a:r>
                  <a:endParaRPr sz="900" b="1">
                    <a:solidFill>
                      <a:srgbClr val="000000"/>
                    </a:solidFill>
                    <a:latin typeface="IBM Plex Sans"/>
                    <a:ea typeface="IBM Plex Sans"/>
                    <a:cs typeface="IBM Plex Sans"/>
                    <a:sym typeface="IBM Plex Sans"/>
                  </a:endParaRPr>
                </a:p>
                <a:p>
                  <a:pPr marL="12700" lvl="0" indent="0" algn="l" rtl="0">
                    <a:spcBef>
                      <a:spcPts val="0"/>
                    </a:spcBef>
                    <a:spcAft>
                      <a:spcPts val="0"/>
                    </a:spcAft>
                    <a:buNone/>
                  </a:pPr>
                  <a:r>
                    <a:rPr lang="en" sz="600">
                      <a:solidFill>
                        <a:srgbClr val="000000"/>
                      </a:solidFill>
                      <a:latin typeface="IBM Plex Sans"/>
                      <a:ea typeface="IBM Plex Sans"/>
                      <a:cs typeface="IBM Plex Sans"/>
                      <a:sym typeface="IBM Plex Sans"/>
                    </a:rPr>
                    <a:t>Assign and execute tasks that require human interaction via easy-to-use Forms or via your own apps with the Tasklist API.</a:t>
                  </a:r>
                  <a:endParaRPr>
                    <a:solidFill>
                      <a:srgbClr val="000000"/>
                    </a:solidFill>
                  </a:endParaRPr>
                </a:p>
              </p:txBody>
            </p:sp>
            <p:grpSp>
              <p:nvGrpSpPr>
                <p:cNvPr id="4128" name="Google Shape;4128;p183"/>
                <p:cNvGrpSpPr/>
                <p:nvPr/>
              </p:nvGrpSpPr>
              <p:grpSpPr>
                <a:xfrm>
                  <a:off x="671152" y="2641445"/>
                  <a:ext cx="457200" cy="457200"/>
                  <a:chOff x="3594302" y="2537231"/>
                  <a:chExt cx="457200" cy="457200"/>
                </a:xfrm>
              </p:grpSpPr>
              <p:sp>
                <p:nvSpPr>
                  <p:cNvPr id="4129" name="Google Shape;4129;p183"/>
                  <p:cNvSpPr/>
                  <p:nvPr/>
                </p:nvSpPr>
                <p:spPr>
                  <a:xfrm>
                    <a:off x="3594302" y="2537231"/>
                    <a:ext cx="457200" cy="457200"/>
                  </a:xfrm>
                  <a:prstGeom prst="roundRect">
                    <a:avLst>
                      <a:gd name="adj" fmla="val 16667"/>
                    </a:avLst>
                  </a:prstGeom>
                  <a:solidFill>
                    <a:srgbClr val="0072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130" name="Google Shape;4130;p183"/>
                  <p:cNvGrpSpPr/>
                  <p:nvPr/>
                </p:nvGrpSpPr>
                <p:grpSpPr>
                  <a:xfrm>
                    <a:off x="3674850" y="2666719"/>
                    <a:ext cx="296075" cy="198175"/>
                    <a:chOff x="5559450" y="1977850"/>
                    <a:chExt cx="296075" cy="198175"/>
                  </a:xfrm>
                </p:grpSpPr>
                <p:sp>
                  <p:nvSpPr>
                    <p:cNvPr id="4131" name="Google Shape;4131;p183"/>
                    <p:cNvSpPr/>
                    <p:nvPr/>
                  </p:nvSpPr>
                  <p:spPr>
                    <a:xfrm>
                      <a:off x="5559450" y="1977850"/>
                      <a:ext cx="296075" cy="47250"/>
                    </a:xfrm>
                    <a:custGeom>
                      <a:avLst/>
                      <a:gdLst/>
                      <a:ahLst/>
                      <a:cxnLst/>
                      <a:rect l="l" t="t" r="r" b="b"/>
                      <a:pathLst>
                        <a:path w="11843" h="1890" extrusionOk="0">
                          <a:moveTo>
                            <a:pt x="1" y="1"/>
                          </a:moveTo>
                          <a:lnTo>
                            <a:pt x="1" y="1889"/>
                          </a:lnTo>
                          <a:lnTo>
                            <a:pt x="11842" y="1889"/>
                          </a:lnTo>
                          <a:lnTo>
                            <a:pt x="11842"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2" name="Google Shape;4132;p183"/>
                    <p:cNvSpPr/>
                    <p:nvPr/>
                  </p:nvSpPr>
                  <p:spPr>
                    <a:xfrm>
                      <a:off x="5650975" y="2055300"/>
                      <a:ext cx="204550" cy="45125"/>
                    </a:xfrm>
                    <a:custGeom>
                      <a:avLst/>
                      <a:gdLst/>
                      <a:ahLst/>
                      <a:cxnLst/>
                      <a:rect l="l" t="t" r="r" b="b"/>
                      <a:pathLst>
                        <a:path w="8182" h="1805" extrusionOk="0">
                          <a:moveTo>
                            <a:pt x="0" y="1"/>
                          </a:moveTo>
                          <a:lnTo>
                            <a:pt x="0" y="1805"/>
                          </a:lnTo>
                          <a:lnTo>
                            <a:pt x="8181" y="1805"/>
                          </a:lnTo>
                          <a:lnTo>
                            <a:pt x="8181"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3" name="Google Shape;4133;p183"/>
                    <p:cNvSpPr/>
                    <p:nvPr/>
                  </p:nvSpPr>
                  <p:spPr>
                    <a:xfrm>
                      <a:off x="5559450" y="2055300"/>
                      <a:ext cx="61025" cy="45125"/>
                    </a:xfrm>
                    <a:custGeom>
                      <a:avLst/>
                      <a:gdLst/>
                      <a:ahLst/>
                      <a:cxnLst/>
                      <a:rect l="l" t="t" r="r" b="b"/>
                      <a:pathLst>
                        <a:path w="2441" h="1805" extrusionOk="0">
                          <a:moveTo>
                            <a:pt x="1" y="1"/>
                          </a:moveTo>
                          <a:lnTo>
                            <a:pt x="1" y="1805"/>
                          </a:lnTo>
                          <a:lnTo>
                            <a:pt x="2441" y="1805"/>
                          </a:lnTo>
                          <a:lnTo>
                            <a:pt x="2441"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4" name="Google Shape;4134;p183"/>
                    <p:cNvSpPr/>
                    <p:nvPr/>
                  </p:nvSpPr>
                  <p:spPr>
                    <a:xfrm>
                      <a:off x="5559450" y="2130925"/>
                      <a:ext cx="61025" cy="45100"/>
                    </a:xfrm>
                    <a:custGeom>
                      <a:avLst/>
                      <a:gdLst/>
                      <a:ahLst/>
                      <a:cxnLst/>
                      <a:rect l="l" t="t" r="r" b="b"/>
                      <a:pathLst>
                        <a:path w="2441" h="1804" extrusionOk="0">
                          <a:moveTo>
                            <a:pt x="1" y="0"/>
                          </a:moveTo>
                          <a:lnTo>
                            <a:pt x="1" y="1804"/>
                          </a:lnTo>
                          <a:lnTo>
                            <a:pt x="2441" y="1804"/>
                          </a:lnTo>
                          <a:lnTo>
                            <a:pt x="2441"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5" name="Google Shape;4135;p183"/>
                    <p:cNvSpPr/>
                    <p:nvPr/>
                  </p:nvSpPr>
                  <p:spPr>
                    <a:xfrm>
                      <a:off x="5650975" y="2130925"/>
                      <a:ext cx="204550" cy="45100"/>
                    </a:xfrm>
                    <a:custGeom>
                      <a:avLst/>
                      <a:gdLst/>
                      <a:ahLst/>
                      <a:cxnLst/>
                      <a:rect l="l" t="t" r="r" b="b"/>
                      <a:pathLst>
                        <a:path w="8182" h="1804" extrusionOk="0">
                          <a:moveTo>
                            <a:pt x="0" y="0"/>
                          </a:moveTo>
                          <a:lnTo>
                            <a:pt x="0" y="1804"/>
                          </a:lnTo>
                          <a:lnTo>
                            <a:pt x="8181" y="1804"/>
                          </a:lnTo>
                          <a:lnTo>
                            <a:pt x="8181"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4136" name="Google Shape;4136;p183"/>
                <p:cNvSpPr txBox="1"/>
                <p:nvPr/>
              </p:nvSpPr>
              <p:spPr>
                <a:xfrm>
                  <a:off x="1242575" y="2557907"/>
                  <a:ext cx="1607100" cy="577200"/>
                </a:xfrm>
                <a:prstGeom prst="rect">
                  <a:avLst/>
                </a:prstGeom>
                <a:noFill/>
                <a:ln>
                  <a:noFill/>
                </a:ln>
              </p:spPr>
              <p:txBody>
                <a:bodyPr spcFirstLastPara="1" wrap="square" lIns="91425" tIns="91425" rIns="91425" bIns="91425" anchor="t" anchorCtr="0">
                  <a:spAutoFit/>
                </a:bodyPr>
                <a:lstStyle/>
                <a:p>
                  <a:pPr marL="12700" lvl="0" indent="0" algn="l" rtl="0">
                    <a:lnSpc>
                      <a:spcPct val="150000"/>
                    </a:lnSpc>
                    <a:spcBef>
                      <a:spcPts val="0"/>
                    </a:spcBef>
                    <a:spcAft>
                      <a:spcPts val="0"/>
                    </a:spcAft>
                    <a:buNone/>
                  </a:pPr>
                  <a:r>
                    <a:rPr lang="en" sz="900" b="1">
                      <a:solidFill>
                        <a:srgbClr val="000000"/>
                      </a:solidFill>
                      <a:latin typeface="IBM Plex Sans"/>
                      <a:ea typeface="IBM Plex Sans"/>
                      <a:cs typeface="IBM Plex Sans"/>
                      <a:sym typeface="IBM Plex Sans"/>
                    </a:rPr>
                    <a:t>Decision Engine</a:t>
                  </a:r>
                  <a:endParaRPr sz="700">
                    <a:solidFill>
                      <a:srgbClr val="000000"/>
                    </a:solidFill>
                    <a:latin typeface="IBM Plex Sans"/>
                    <a:ea typeface="IBM Plex Sans"/>
                    <a:cs typeface="IBM Plex Sans"/>
                    <a:sym typeface="IBM Plex Sans"/>
                  </a:endParaRPr>
                </a:p>
                <a:p>
                  <a:pPr marL="0" lvl="0" indent="0" algn="l" rtl="0">
                    <a:spcBef>
                      <a:spcPts val="0"/>
                    </a:spcBef>
                    <a:spcAft>
                      <a:spcPts val="0"/>
                    </a:spcAft>
                    <a:buNone/>
                  </a:pPr>
                  <a:r>
                    <a:rPr lang="en" sz="600">
                      <a:solidFill>
                        <a:srgbClr val="000000"/>
                      </a:solidFill>
                      <a:latin typeface="IBM Plex Sans"/>
                      <a:ea typeface="IBM Plex Sans"/>
                      <a:cs typeface="IBM Plex Sans"/>
                      <a:sym typeface="IBM Plex Sans"/>
                    </a:rPr>
                    <a:t>Automate decisions in end-to-end business processes via DMN.</a:t>
                  </a:r>
                  <a:endParaRPr sz="600">
                    <a:solidFill>
                      <a:srgbClr val="000000"/>
                    </a:solidFill>
                    <a:latin typeface="IBM Plex Sans"/>
                    <a:ea typeface="IBM Plex Sans"/>
                    <a:cs typeface="IBM Plex Sans"/>
                    <a:sym typeface="IBM Plex Sans"/>
                  </a:endParaRPr>
                </a:p>
              </p:txBody>
            </p:sp>
            <p:cxnSp>
              <p:nvCxnSpPr>
                <p:cNvPr id="4137" name="Google Shape;4137;p183"/>
                <p:cNvCxnSpPr/>
                <p:nvPr/>
              </p:nvCxnSpPr>
              <p:spPr>
                <a:xfrm>
                  <a:off x="697125" y="3263478"/>
                  <a:ext cx="2118600" cy="0"/>
                </a:xfrm>
                <a:prstGeom prst="straightConnector1">
                  <a:avLst/>
                </a:prstGeom>
                <a:noFill/>
                <a:ln w="19050" cap="flat" cmpd="sng">
                  <a:solidFill>
                    <a:srgbClr val="BBBCBC"/>
                  </a:solidFill>
                  <a:prstDash val="dash"/>
                  <a:round/>
                  <a:headEnd type="none" w="med" len="med"/>
                  <a:tailEnd type="none" w="med" len="med"/>
                </a:ln>
              </p:spPr>
            </p:cxnSp>
          </p:grpSp>
          <p:sp>
            <p:nvSpPr>
              <p:cNvPr id="4138" name="Google Shape;4138;p183"/>
              <p:cNvSpPr/>
              <p:nvPr/>
            </p:nvSpPr>
            <p:spPr>
              <a:xfrm>
                <a:off x="1229025" y="1799392"/>
                <a:ext cx="1054800" cy="168900"/>
              </a:xfrm>
              <a:prstGeom prst="rect">
                <a:avLst/>
              </a:prstGeom>
              <a:solidFill>
                <a:srgbClr val="0072CE"/>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500" b="1">
                    <a:solidFill>
                      <a:srgbClr val="FFFFFF"/>
                    </a:solidFill>
                  </a:rPr>
                  <a:t>POWERED BY ZEEBE</a:t>
                </a:r>
                <a:endParaRPr sz="500" b="1">
                  <a:solidFill>
                    <a:srgbClr val="FFFFFF"/>
                  </a:solidFill>
                </a:endParaRPr>
              </a:p>
            </p:txBody>
          </p:sp>
        </p:grpSp>
      </p:grpSp>
      <p:grpSp>
        <p:nvGrpSpPr>
          <p:cNvPr id="4139" name="Google Shape;4139;p183"/>
          <p:cNvGrpSpPr/>
          <p:nvPr/>
        </p:nvGrpSpPr>
        <p:grpSpPr>
          <a:xfrm>
            <a:off x="4020450" y="862838"/>
            <a:ext cx="4798500" cy="3893437"/>
            <a:chOff x="4020450" y="862838"/>
            <a:chExt cx="4798500" cy="3893437"/>
          </a:xfrm>
        </p:grpSpPr>
        <p:sp>
          <p:nvSpPr>
            <p:cNvPr id="4140" name="Google Shape;4140;p183"/>
            <p:cNvSpPr txBox="1"/>
            <p:nvPr/>
          </p:nvSpPr>
          <p:spPr>
            <a:xfrm>
              <a:off x="4049700" y="862838"/>
              <a:ext cx="4637100" cy="368700"/>
            </a:xfrm>
            <a:prstGeom prst="rect">
              <a:avLst/>
            </a:prstGeom>
            <a:noFill/>
            <a:ln>
              <a:noFill/>
            </a:ln>
          </p:spPr>
          <p:txBody>
            <a:bodyPr spcFirstLastPara="1" wrap="square" lIns="0" tIns="0" rIns="0" bIns="0" anchor="t" anchorCtr="0">
              <a:normAutofit/>
            </a:bodyPr>
            <a:lstStyle/>
            <a:p>
              <a:pPr marL="0" lvl="0" indent="0" algn="l" rtl="0">
                <a:spcBef>
                  <a:spcPts val="0"/>
                </a:spcBef>
                <a:spcAft>
                  <a:spcPts val="0"/>
                </a:spcAft>
                <a:buNone/>
              </a:pPr>
              <a:r>
                <a:rPr lang="en" sz="1600" b="1">
                  <a:solidFill>
                    <a:schemeClr val="accent6"/>
                  </a:solidFill>
                  <a:latin typeface="IBM Plex Sans"/>
                  <a:ea typeface="IBM Plex Sans"/>
                  <a:cs typeface="IBM Plex Sans"/>
                  <a:sym typeface="IBM Plex Sans"/>
                </a:rPr>
                <a:t>Tasklist </a:t>
              </a:r>
              <a:r>
                <a:rPr lang="en" sz="1600">
                  <a:solidFill>
                    <a:schemeClr val="accent6"/>
                  </a:solidFill>
                  <a:latin typeface="IBM Plex Sans"/>
                  <a:ea typeface="IBM Plex Sans"/>
                  <a:cs typeface="IBM Plex Sans"/>
                  <a:sym typeface="IBM Plex Sans"/>
                </a:rPr>
                <a:t>for human task orchestration</a:t>
              </a:r>
              <a:endParaRPr sz="1600">
                <a:solidFill>
                  <a:schemeClr val="accent6"/>
                </a:solidFill>
                <a:latin typeface="IBM Plex Sans"/>
                <a:ea typeface="IBM Plex Sans"/>
                <a:cs typeface="IBM Plex Sans"/>
                <a:sym typeface="IBM Plex Sans"/>
              </a:endParaRPr>
            </a:p>
          </p:txBody>
        </p:sp>
        <p:pic>
          <p:nvPicPr>
            <p:cNvPr id="4141" name="Google Shape;4141;p183"/>
            <p:cNvPicPr preferRelativeResize="0"/>
            <p:nvPr/>
          </p:nvPicPr>
          <p:blipFill>
            <a:blip r:embed="rId3">
              <a:alphaModFix/>
            </a:blip>
            <a:stretch>
              <a:fillRect/>
            </a:stretch>
          </p:blipFill>
          <p:spPr>
            <a:xfrm>
              <a:off x="4143993" y="2118442"/>
              <a:ext cx="2836200" cy="1852500"/>
            </a:xfrm>
            <a:prstGeom prst="roundRect">
              <a:avLst>
                <a:gd name="adj" fmla="val 5554"/>
              </a:avLst>
            </a:prstGeom>
            <a:noFill/>
            <a:ln w="9525" cap="flat" cmpd="sng">
              <a:solidFill>
                <a:schemeClr val="accent6"/>
              </a:solidFill>
              <a:prstDash val="solid"/>
              <a:round/>
              <a:headEnd type="none" w="sm" len="sm"/>
              <a:tailEnd type="none" w="sm" len="sm"/>
            </a:ln>
          </p:spPr>
        </p:pic>
        <p:pic>
          <p:nvPicPr>
            <p:cNvPr id="4142" name="Google Shape;4142;p183"/>
            <p:cNvPicPr preferRelativeResize="0"/>
            <p:nvPr/>
          </p:nvPicPr>
          <p:blipFill>
            <a:blip r:embed="rId4">
              <a:alphaModFix/>
            </a:blip>
            <a:stretch>
              <a:fillRect/>
            </a:stretch>
          </p:blipFill>
          <p:spPr>
            <a:xfrm>
              <a:off x="5709300" y="3794774"/>
              <a:ext cx="3038100" cy="961500"/>
            </a:xfrm>
            <a:prstGeom prst="roundRect">
              <a:avLst>
                <a:gd name="adj" fmla="val 8553"/>
              </a:avLst>
            </a:prstGeom>
            <a:noFill/>
            <a:ln w="9525" cap="flat" cmpd="sng">
              <a:solidFill>
                <a:schemeClr val="accent6"/>
              </a:solidFill>
              <a:prstDash val="solid"/>
              <a:round/>
              <a:headEnd type="none" w="sm" len="sm"/>
              <a:tailEnd type="none" w="sm" len="sm"/>
            </a:ln>
          </p:spPr>
        </p:pic>
        <p:sp>
          <p:nvSpPr>
            <p:cNvPr id="4143" name="Google Shape;4143;p183"/>
            <p:cNvSpPr txBox="1"/>
            <p:nvPr/>
          </p:nvSpPr>
          <p:spPr>
            <a:xfrm>
              <a:off x="4020450" y="1186342"/>
              <a:ext cx="4798500" cy="744000"/>
            </a:xfrm>
            <a:prstGeom prst="rect">
              <a:avLst/>
            </a:prstGeom>
            <a:noFill/>
            <a:ln>
              <a:noFill/>
            </a:ln>
          </p:spPr>
          <p:txBody>
            <a:bodyPr spcFirstLastPara="1" wrap="square" lIns="0" tIns="0" rIns="0" bIns="0" anchor="t" anchorCtr="0">
              <a:spAutoFit/>
            </a:bodyPr>
            <a:lstStyle/>
            <a:p>
              <a:pPr marL="457200" lvl="0" indent="-304800" algn="l" rtl="0">
                <a:lnSpc>
                  <a:spcPct val="150000"/>
                </a:lnSpc>
                <a:spcBef>
                  <a:spcPts val="20"/>
                </a:spcBef>
                <a:spcAft>
                  <a:spcPts val="0"/>
                </a:spcAft>
                <a:buClr>
                  <a:srgbClr val="FFFFFF"/>
                </a:buClr>
                <a:buSzPts val="1200"/>
                <a:buFont typeface="IBM Plex Sans"/>
                <a:buChar char="■"/>
              </a:pPr>
              <a:r>
                <a:rPr lang="en" sz="1200">
                  <a:solidFill>
                    <a:srgbClr val="FFFFFF"/>
                  </a:solidFill>
                  <a:latin typeface="IBM Plex Sans"/>
                  <a:ea typeface="IBM Plex Sans"/>
                  <a:cs typeface="IBM Plex Sans"/>
                  <a:sym typeface="IBM Plex Sans"/>
                </a:rPr>
                <a:t>Manual claim or automatically assign human tasks</a:t>
              </a:r>
              <a:endParaRPr sz="1200">
                <a:solidFill>
                  <a:srgbClr val="FFFFFF"/>
                </a:solidFill>
                <a:latin typeface="IBM Plex Sans"/>
                <a:ea typeface="IBM Plex Sans"/>
                <a:cs typeface="IBM Plex Sans"/>
                <a:sym typeface="IBM Plex Sans"/>
              </a:endParaRPr>
            </a:p>
            <a:p>
              <a:pPr marL="457200" lvl="0" indent="-304800" algn="l" rtl="0">
                <a:lnSpc>
                  <a:spcPct val="150000"/>
                </a:lnSpc>
                <a:spcBef>
                  <a:spcPts val="20"/>
                </a:spcBef>
                <a:spcAft>
                  <a:spcPts val="0"/>
                </a:spcAft>
                <a:buClr>
                  <a:srgbClr val="FFFFFF"/>
                </a:buClr>
                <a:buSzPts val="1200"/>
                <a:buFont typeface="IBM Plex Sans"/>
                <a:buChar char="■"/>
              </a:pPr>
              <a:r>
                <a:rPr lang="en" sz="1200">
                  <a:solidFill>
                    <a:srgbClr val="FFFFFF"/>
                  </a:solidFill>
                  <a:latin typeface="IBM Plex Sans"/>
                  <a:ea typeface="IBM Plex Sans"/>
                  <a:cs typeface="IBM Plex Sans"/>
                  <a:sym typeface="IBM Plex Sans"/>
                </a:rPr>
                <a:t>Integrated UI via Forms or extend via GraphQL API</a:t>
              </a:r>
              <a:endParaRPr sz="1200">
                <a:solidFill>
                  <a:srgbClr val="FFFFFF"/>
                </a:solidFill>
                <a:latin typeface="IBM Plex Sans"/>
                <a:ea typeface="IBM Plex Sans"/>
                <a:cs typeface="IBM Plex Sans"/>
                <a:sym typeface="IBM Plex Sans"/>
              </a:endParaRPr>
            </a:p>
            <a:p>
              <a:pPr marL="457200" lvl="0" indent="-304800" algn="l" rtl="0">
                <a:lnSpc>
                  <a:spcPct val="150000"/>
                </a:lnSpc>
                <a:spcBef>
                  <a:spcPts val="20"/>
                </a:spcBef>
                <a:spcAft>
                  <a:spcPts val="20"/>
                </a:spcAft>
                <a:buClr>
                  <a:srgbClr val="FFFFFF"/>
                </a:buClr>
                <a:buSzPts val="1200"/>
                <a:buFont typeface="IBM Plex Sans"/>
                <a:buChar char="■"/>
              </a:pPr>
              <a:r>
                <a:rPr lang="en" sz="1200">
                  <a:solidFill>
                    <a:srgbClr val="FFFFFF"/>
                  </a:solidFill>
                  <a:latin typeface="IBM Plex Sans"/>
                  <a:ea typeface="IBM Plex Sans"/>
                  <a:cs typeface="IBM Plex Sans"/>
                  <a:sym typeface="IBM Plex Sans"/>
                </a:rPr>
                <a:t>Critical for long running, real world business processes</a:t>
              </a:r>
              <a:endParaRPr sz="1200">
                <a:solidFill>
                  <a:srgbClr val="FFFFFF"/>
                </a:solidFill>
                <a:latin typeface="IBM Plex Sans"/>
                <a:ea typeface="IBM Plex Sans"/>
                <a:cs typeface="IBM Plex Sans"/>
                <a:sym typeface="IBM Plex Sans"/>
              </a:endParaRPr>
            </a:p>
          </p:txBody>
        </p:sp>
      </p:grpSp>
      <p:sp>
        <p:nvSpPr>
          <p:cNvPr id="4144" name="Google Shape;4144;p183"/>
          <p:cNvSpPr txBox="1"/>
          <p:nvPr/>
        </p:nvSpPr>
        <p:spPr>
          <a:xfrm>
            <a:off x="371520" y="257310"/>
            <a:ext cx="8400900" cy="5487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SzPts val="1100"/>
              <a:buNone/>
            </a:pPr>
            <a:r>
              <a:rPr lang="en" sz="2400" b="1">
                <a:solidFill>
                  <a:schemeClr val="lt1"/>
                </a:solidFill>
                <a:latin typeface="IBM Plex Sans"/>
                <a:ea typeface="IBM Plex Sans"/>
                <a:cs typeface="IBM Plex Sans"/>
                <a:sym typeface="IBM Plex Sans"/>
              </a:rPr>
              <a:t>Camunda Platform: The Universal Process Orchestrator</a:t>
            </a:r>
            <a:endParaRPr sz="2400" b="1">
              <a:solidFill>
                <a:schemeClr val="lt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4139"/>
                                        </p:tgtEl>
                                        <p:attrNameLst>
                                          <p:attrName>style.visibility</p:attrName>
                                        </p:attrNameLst>
                                      </p:cBhvr>
                                      <p:to>
                                        <p:strVal val="visible"/>
                                      </p:to>
                                    </p:set>
                                    <p:animEffect transition="in" filter="fade">
                                      <p:cBhvr>
                                        <p:cTn id="7" dur="1000"/>
                                        <p:tgtEl>
                                          <p:spTgt spid="41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Shape 4148"/>
        <p:cNvGrpSpPr/>
        <p:nvPr/>
      </p:nvGrpSpPr>
      <p:grpSpPr>
        <a:xfrm>
          <a:off x="0" y="0"/>
          <a:ext cx="0" cy="0"/>
          <a:chOff x="0" y="0"/>
          <a:chExt cx="0" cy="0"/>
        </a:xfrm>
      </p:grpSpPr>
      <p:sp>
        <p:nvSpPr>
          <p:cNvPr id="4149" name="Google Shape;4149;p184"/>
          <p:cNvSpPr txBox="1">
            <a:spLocks noGrp="1"/>
          </p:cNvSpPr>
          <p:nvPr>
            <p:ph type="sldNum" idx="12"/>
          </p:nvPr>
        </p:nvSpPr>
        <p:spPr>
          <a:xfrm>
            <a:off x="8366700" y="4805546"/>
            <a:ext cx="548700" cy="215400"/>
          </a:xfrm>
          <a:prstGeom prst="rect">
            <a:avLst/>
          </a:prstGeom>
        </p:spPr>
        <p:txBody>
          <a:bodyPr spcFirstLastPara="1" wrap="square" lIns="0" tIns="0" rIns="0" bIns="0" anchor="b" anchorCtr="0">
            <a:normAutofit/>
          </a:bodyPr>
          <a:lstStyle/>
          <a:p>
            <a:pPr marL="0" lvl="0" indent="0" algn="r" rtl="0">
              <a:spcBef>
                <a:spcPts val="0"/>
              </a:spcBef>
              <a:spcAft>
                <a:spcPts val="0"/>
              </a:spcAft>
              <a:buNone/>
            </a:pPr>
            <a:fld id="{00000000-1234-1234-1234-123412341234}" type="slidenum">
              <a:rPr lang="en"/>
              <a:t>35</a:t>
            </a:fld>
            <a:endParaRPr/>
          </a:p>
        </p:txBody>
      </p:sp>
      <p:grpSp>
        <p:nvGrpSpPr>
          <p:cNvPr id="4150" name="Google Shape;4150;p184"/>
          <p:cNvGrpSpPr/>
          <p:nvPr/>
        </p:nvGrpSpPr>
        <p:grpSpPr>
          <a:xfrm>
            <a:off x="417669" y="887258"/>
            <a:ext cx="2677500" cy="3833369"/>
            <a:chOff x="417669" y="887258"/>
            <a:chExt cx="2677500" cy="3833369"/>
          </a:xfrm>
        </p:grpSpPr>
        <p:sp>
          <p:nvSpPr>
            <p:cNvPr id="4151" name="Google Shape;4151;p184"/>
            <p:cNvSpPr txBox="1"/>
            <p:nvPr/>
          </p:nvSpPr>
          <p:spPr>
            <a:xfrm>
              <a:off x="1088324" y="887258"/>
              <a:ext cx="1336200" cy="246300"/>
            </a:xfrm>
            <a:prstGeom prst="rect">
              <a:avLst/>
            </a:prstGeom>
            <a:noFill/>
            <a:ln>
              <a:noFill/>
            </a:ln>
          </p:spPr>
          <p:txBody>
            <a:bodyPr spcFirstLastPara="1" wrap="square" lIns="0" tIns="0" rIns="0" bIns="0" anchor="t" anchorCtr="0">
              <a:spAutoFit/>
            </a:bodyPr>
            <a:lstStyle/>
            <a:p>
              <a:pPr marL="0" lvl="0" indent="0" algn="ctr" rtl="0">
                <a:spcBef>
                  <a:spcPts val="0"/>
                </a:spcBef>
                <a:spcAft>
                  <a:spcPts val="0"/>
                </a:spcAft>
                <a:buNone/>
              </a:pPr>
              <a:r>
                <a:rPr lang="en" sz="1600" b="1">
                  <a:solidFill>
                    <a:srgbClr val="0A7DDA"/>
                  </a:solidFill>
                  <a:latin typeface="IBM Plex Sans"/>
                  <a:ea typeface="IBM Plex Sans"/>
                  <a:cs typeface="IBM Plex Sans"/>
                  <a:sym typeface="IBM Plex Sans"/>
                </a:rPr>
                <a:t>Automate</a:t>
              </a:r>
              <a:endParaRPr sz="1600">
                <a:solidFill>
                  <a:srgbClr val="0A7DDA"/>
                </a:solidFill>
              </a:endParaRPr>
            </a:p>
          </p:txBody>
        </p:sp>
        <p:sp>
          <p:nvSpPr>
            <p:cNvPr id="4152" name="Google Shape;4152;p184"/>
            <p:cNvSpPr txBox="1"/>
            <p:nvPr/>
          </p:nvSpPr>
          <p:spPr>
            <a:xfrm>
              <a:off x="417669" y="1129352"/>
              <a:ext cx="2677500" cy="431100"/>
            </a:xfrm>
            <a:prstGeom prst="rect">
              <a:avLst/>
            </a:prstGeom>
            <a:noFill/>
            <a:ln>
              <a:noFill/>
            </a:ln>
          </p:spPr>
          <p:txBody>
            <a:bodyPr spcFirstLastPara="1" wrap="square" lIns="91425" tIns="91425" rIns="91425" bIns="91425" anchor="t" anchorCtr="0">
              <a:spAutoFit/>
            </a:bodyPr>
            <a:lstStyle/>
            <a:p>
              <a:pPr marL="12700" lvl="0" indent="0" algn="ctr" rtl="0">
                <a:spcBef>
                  <a:spcPts val="0"/>
                </a:spcBef>
                <a:spcAft>
                  <a:spcPts val="0"/>
                </a:spcAft>
                <a:buNone/>
              </a:pPr>
              <a:r>
                <a:rPr lang="en" sz="800">
                  <a:solidFill>
                    <a:srgbClr val="F7F7F7"/>
                  </a:solidFill>
                  <a:latin typeface="IBM Plex Sans"/>
                  <a:ea typeface="IBM Plex Sans"/>
                  <a:cs typeface="IBM Plex Sans"/>
                  <a:sym typeface="IBM Plex Sans"/>
                </a:rPr>
                <a:t>Enterprise-grade automation platform. Built for today’s business complexity, loved by developers.</a:t>
              </a:r>
              <a:endParaRPr sz="800">
                <a:solidFill>
                  <a:srgbClr val="F7F7F7"/>
                </a:solidFill>
                <a:latin typeface="IBM Plex Sans"/>
                <a:ea typeface="IBM Plex Sans"/>
                <a:cs typeface="IBM Plex Sans"/>
                <a:sym typeface="IBM Plex Sans"/>
              </a:endParaRPr>
            </a:p>
          </p:txBody>
        </p:sp>
        <p:grpSp>
          <p:nvGrpSpPr>
            <p:cNvPr id="4153" name="Google Shape;4153;p184"/>
            <p:cNvGrpSpPr/>
            <p:nvPr/>
          </p:nvGrpSpPr>
          <p:grpSpPr>
            <a:xfrm>
              <a:off x="481493" y="1725427"/>
              <a:ext cx="2549700" cy="2995200"/>
              <a:chOff x="481493" y="1725427"/>
              <a:chExt cx="2549700" cy="2995200"/>
            </a:xfrm>
          </p:grpSpPr>
          <p:grpSp>
            <p:nvGrpSpPr>
              <p:cNvPr id="4154" name="Google Shape;4154;p184"/>
              <p:cNvGrpSpPr/>
              <p:nvPr/>
            </p:nvGrpSpPr>
            <p:grpSpPr>
              <a:xfrm>
                <a:off x="481493" y="1725427"/>
                <a:ext cx="2549700" cy="2995200"/>
                <a:chOff x="481493" y="1725427"/>
                <a:chExt cx="2549700" cy="2995200"/>
              </a:xfrm>
            </p:grpSpPr>
            <p:sp>
              <p:nvSpPr>
                <p:cNvPr id="4155" name="Google Shape;4155;p184"/>
                <p:cNvSpPr/>
                <p:nvPr/>
              </p:nvSpPr>
              <p:spPr>
                <a:xfrm>
                  <a:off x="481493" y="1725427"/>
                  <a:ext cx="2549700" cy="2995200"/>
                </a:xfrm>
                <a:prstGeom prst="roundRect">
                  <a:avLst>
                    <a:gd name="adj" fmla="val 4342"/>
                  </a:avLst>
                </a:prstGeom>
                <a:solidFill>
                  <a:srgbClr val="F7F7F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156" name="Google Shape;4156;p184"/>
                <p:cNvGrpSpPr/>
                <p:nvPr/>
              </p:nvGrpSpPr>
              <p:grpSpPr>
                <a:xfrm>
                  <a:off x="678397" y="2058011"/>
                  <a:ext cx="457183" cy="457183"/>
                  <a:chOff x="4280432" y="2131791"/>
                  <a:chExt cx="649500" cy="649500"/>
                </a:xfrm>
              </p:grpSpPr>
              <p:sp>
                <p:nvSpPr>
                  <p:cNvPr id="4157" name="Google Shape;4157;p184"/>
                  <p:cNvSpPr/>
                  <p:nvPr/>
                </p:nvSpPr>
                <p:spPr>
                  <a:xfrm>
                    <a:off x="4280432" y="2131791"/>
                    <a:ext cx="649500" cy="649500"/>
                  </a:xfrm>
                  <a:prstGeom prst="roundRect">
                    <a:avLst>
                      <a:gd name="adj" fmla="val 16667"/>
                    </a:avLst>
                  </a:prstGeom>
                  <a:solidFill>
                    <a:srgbClr val="0072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158" name="Google Shape;4158;p184"/>
                  <p:cNvGrpSpPr/>
                  <p:nvPr/>
                </p:nvGrpSpPr>
                <p:grpSpPr>
                  <a:xfrm>
                    <a:off x="4411294" y="2253947"/>
                    <a:ext cx="378863" cy="378038"/>
                    <a:chOff x="1721775" y="1901200"/>
                    <a:chExt cx="352300" cy="351500"/>
                  </a:xfrm>
                </p:grpSpPr>
                <p:sp>
                  <p:nvSpPr>
                    <p:cNvPr id="4159" name="Google Shape;4159;p184"/>
                    <p:cNvSpPr/>
                    <p:nvPr/>
                  </p:nvSpPr>
                  <p:spPr>
                    <a:xfrm>
                      <a:off x="1721775" y="1901200"/>
                      <a:ext cx="258925" cy="257050"/>
                    </a:xfrm>
                    <a:custGeom>
                      <a:avLst/>
                      <a:gdLst/>
                      <a:ahLst/>
                      <a:cxnLst/>
                      <a:rect l="l" t="t" r="r" b="b"/>
                      <a:pathLst>
                        <a:path w="10357" h="10282" extrusionOk="0">
                          <a:moveTo>
                            <a:pt x="4404" y="0"/>
                          </a:moveTo>
                          <a:lnTo>
                            <a:pt x="4415" y="1242"/>
                          </a:lnTo>
                          <a:lnTo>
                            <a:pt x="4139" y="1326"/>
                          </a:lnTo>
                          <a:lnTo>
                            <a:pt x="3873" y="1422"/>
                          </a:lnTo>
                          <a:lnTo>
                            <a:pt x="3619" y="1539"/>
                          </a:lnTo>
                          <a:lnTo>
                            <a:pt x="3364" y="1666"/>
                          </a:lnTo>
                          <a:lnTo>
                            <a:pt x="2494" y="796"/>
                          </a:lnTo>
                          <a:lnTo>
                            <a:pt x="828" y="2430"/>
                          </a:lnTo>
                          <a:lnTo>
                            <a:pt x="1698" y="3311"/>
                          </a:lnTo>
                          <a:lnTo>
                            <a:pt x="1560" y="3555"/>
                          </a:lnTo>
                          <a:lnTo>
                            <a:pt x="1444" y="3809"/>
                          </a:lnTo>
                          <a:lnTo>
                            <a:pt x="1348" y="4075"/>
                          </a:lnTo>
                          <a:lnTo>
                            <a:pt x="1263" y="4340"/>
                          </a:lnTo>
                          <a:lnTo>
                            <a:pt x="0" y="4340"/>
                          </a:lnTo>
                          <a:lnTo>
                            <a:pt x="0" y="6664"/>
                          </a:lnTo>
                          <a:lnTo>
                            <a:pt x="1253" y="6674"/>
                          </a:lnTo>
                          <a:lnTo>
                            <a:pt x="1327" y="6950"/>
                          </a:lnTo>
                          <a:lnTo>
                            <a:pt x="1433" y="7215"/>
                          </a:lnTo>
                          <a:lnTo>
                            <a:pt x="1539" y="7470"/>
                          </a:lnTo>
                          <a:lnTo>
                            <a:pt x="1677" y="7714"/>
                          </a:lnTo>
                          <a:lnTo>
                            <a:pt x="754" y="8627"/>
                          </a:lnTo>
                          <a:lnTo>
                            <a:pt x="2398" y="10282"/>
                          </a:lnTo>
                          <a:lnTo>
                            <a:pt x="3099" y="9603"/>
                          </a:lnTo>
                          <a:lnTo>
                            <a:pt x="2929" y="9592"/>
                          </a:lnTo>
                          <a:lnTo>
                            <a:pt x="2929" y="7268"/>
                          </a:lnTo>
                          <a:lnTo>
                            <a:pt x="3003" y="7268"/>
                          </a:lnTo>
                          <a:lnTo>
                            <a:pt x="2887" y="7077"/>
                          </a:lnTo>
                          <a:lnTo>
                            <a:pt x="2791" y="6887"/>
                          </a:lnTo>
                          <a:lnTo>
                            <a:pt x="2706" y="6685"/>
                          </a:lnTo>
                          <a:lnTo>
                            <a:pt x="2632" y="6473"/>
                          </a:lnTo>
                          <a:lnTo>
                            <a:pt x="2568" y="6250"/>
                          </a:lnTo>
                          <a:lnTo>
                            <a:pt x="2526" y="6027"/>
                          </a:lnTo>
                          <a:lnTo>
                            <a:pt x="2505" y="5794"/>
                          </a:lnTo>
                          <a:lnTo>
                            <a:pt x="2494" y="5560"/>
                          </a:lnTo>
                          <a:lnTo>
                            <a:pt x="2494" y="5401"/>
                          </a:lnTo>
                          <a:lnTo>
                            <a:pt x="2505" y="5242"/>
                          </a:lnTo>
                          <a:lnTo>
                            <a:pt x="2526" y="5093"/>
                          </a:lnTo>
                          <a:lnTo>
                            <a:pt x="2558" y="4945"/>
                          </a:lnTo>
                          <a:lnTo>
                            <a:pt x="2589" y="4796"/>
                          </a:lnTo>
                          <a:lnTo>
                            <a:pt x="2632" y="4648"/>
                          </a:lnTo>
                          <a:lnTo>
                            <a:pt x="2674" y="4499"/>
                          </a:lnTo>
                          <a:lnTo>
                            <a:pt x="2738" y="4361"/>
                          </a:lnTo>
                          <a:lnTo>
                            <a:pt x="2791" y="4223"/>
                          </a:lnTo>
                          <a:lnTo>
                            <a:pt x="2865" y="4096"/>
                          </a:lnTo>
                          <a:lnTo>
                            <a:pt x="2940" y="3958"/>
                          </a:lnTo>
                          <a:lnTo>
                            <a:pt x="3014" y="3841"/>
                          </a:lnTo>
                          <a:lnTo>
                            <a:pt x="3109" y="3714"/>
                          </a:lnTo>
                          <a:lnTo>
                            <a:pt x="3194" y="3597"/>
                          </a:lnTo>
                          <a:lnTo>
                            <a:pt x="3290" y="3491"/>
                          </a:lnTo>
                          <a:lnTo>
                            <a:pt x="3396" y="3385"/>
                          </a:lnTo>
                          <a:lnTo>
                            <a:pt x="3502" y="3279"/>
                          </a:lnTo>
                          <a:lnTo>
                            <a:pt x="3619" y="3183"/>
                          </a:lnTo>
                          <a:lnTo>
                            <a:pt x="3735" y="3088"/>
                          </a:lnTo>
                          <a:lnTo>
                            <a:pt x="3852" y="3003"/>
                          </a:lnTo>
                          <a:lnTo>
                            <a:pt x="3980" y="2929"/>
                          </a:lnTo>
                          <a:lnTo>
                            <a:pt x="4107" y="2854"/>
                          </a:lnTo>
                          <a:lnTo>
                            <a:pt x="4245" y="2780"/>
                          </a:lnTo>
                          <a:lnTo>
                            <a:pt x="4372" y="2716"/>
                          </a:lnTo>
                          <a:lnTo>
                            <a:pt x="4521" y="2663"/>
                          </a:lnTo>
                          <a:lnTo>
                            <a:pt x="4659" y="2621"/>
                          </a:lnTo>
                          <a:lnTo>
                            <a:pt x="4807" y="2579"/>
                          </a:lnTo>
                          <a:lnTo>
                            <a:pt x="4956" y="2536"/>
                          </a:lnTo>
                          <a:lnTo>
                            <a:pt x="5104" y="2515"/>
                          </a:lnTo>
                          <a:lnTo>
                            <a:pt x="5263" y="2494"/>
                          </a:lnTo>
                          <a:lnTo>
                            <a:pt x="5423" y="2483"/>
                          </a:lnTo>
                          <a:lnTo>
                            <a:pt x="5582" y="2472"/>
                          </a:lnTo>
                          <a:lnTo>
                            <a:pt x="5815" y="2483"/>
                          </a:lnTo>
                          <a:lnTo>
                            <a:pt x="6059" y="2515"/>
                          </a:lnTo>
                          <a:lnTo>
                            <a:pt x="6293" y="2557"/>
                          </a:lnTo>
                          <a:lnTo>
                            <a:pt x="6516" y="2621"/>
                          </a:lnTo>
                          <a:lnTo>
                            <a:pt x="6728" y="2706"/>
                          </a:lnTo>
                          <a:lnTo>
                            <a:pt x="6940" y="2801"/>
                          </a:lnTo>
                          <a:lnTo>
                            <a:pt x="7142" y="2907"/>
                          </a:lnTo>
                          <a:lnTo>
                            <a:pt x="7333" y="3035"/>
                          </a:lnTo>
                          <a:lnTo>
                            <a:pt x="7333" y="2929"/>
                          </a:lnTo>
                          <a:lnTo>
                            <a:pt x="9688" y="2929"/>
                          </a:lnTo>
                          <a:lnTo>
                            <a:pt x="9688" y="3109"/>
                          </a:lnTo>
                          <a:lnTo>
                            <a:pt x="10357" y="2462"/>
                          </a:lnTo>
                          <a:lnTo>
                            <a:pt x="8701" y="796"/>
                          </a:lnTo>
                          <a:lnTo>
                            <a:pt x="7799" y="1687"/>
                          </a:lnTo>
                          <a:lnTo>
                            <a:pt x="7555" y="1560"/>
                          </a:lnTo>
                          <a:lnTo>
                            <a:pt x="7290" y="1443"/>
                          </a:lnTo>
                          <a:lnTo>
                            <a:pt x="7035" y="1337"/>
                          </a:lnTo>
                          <a:lnTo>
                            <a:pt x="6760" y="1252"/>
                          </a:lnTo>
                          <a:lnTo>
                            <a:pt x="6760"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0" name="Google Shape;4160;p184"/>
                    <p:cNvSpPr/>
                    <p:nvPr/>
                  </p:nvSpPr>
                  <p:spPr>
                    <a:xfrm>
                      <a:off x="1795000" y="1974400"/>
                      <a:ext cx="279075" cy="278300"/>
                    </a:xfrm>
                    <a:custGeom>
                      <a:avLst/>
                      <a:gdLst/>
                      <a:ahLst/>
                      <a:cxnLst/>
                      <a:rect l="l" t="t" r="r" b="b"/>
                      <a:pathLst>
                        <a:path w="11163" h="11132" extrusionOk="0">
                          <a:moveTo>
                            <a:pt x="5741" y="2484"/>
                          </a:moveTo>
                          <a:lnTo>
                            <a:pt x="5889" y="2494"/>
                          </a:lnTo>
                          <a:lnTo>
                            <a:pt x="6048" y="2515"/>
                          </a:lnTo>
                          <a:lnTo>
                            <a:pt x="6197" y="2547"/>
                          </a:lnTo>
                          <a:lnTo>
                            <a:pt x="6345" y="2579"/>
                          </a:lnTo>
                          <a:lnTo>
                            <a:pt x="6494" y="2622"/>
                          </a:lnTo>
                          <a:lnTo>
                            <a:pt x="6642" y="2664"/>
                          </a:lnTo>
                          <a:lnTo>
                            <a:pt x="6780" y="2728"/>
                          </a:lnTo>
                          <a:lnTo>
                            <a:pt x="6918" y="2781"/>
                          </a:lnTo>
                          <a:lnTo>
                            <a:pt x="7046" y="2855"/>
                          </a:lnTo>
                          <a:lnTo>
                            <a:pt x="7184" y="2929"/>
                          </a:lnTo>
                          <a:lnTo>
                            <a:pt x="7300" y="3004"/>
                          </a:lnTo>
                          <a:lnTo>
                            <a:pt x="7428" y="3088"/>
                          </a:lnTo>
                          <a:lnTo>
                            <a:pt x="7544" y="3184"/>
                          </a:lnTo>
                          <a:lnTo>
                            <a:pt x="7650" y="3279"/>
                          </a:lnTo>
                          <a:lnTo>
                            <a:pt x="7757" y="3386"/>
                          </a:lnTo>
                          <a:lnTo>
                            <a:pt x="7863" y="3492"/>
                          </a:lnTo>
                          <a:lnTo>
                            <a:pt x="7958" y="3598"/>
                          </a:lnTo>
                          <a:lnTo>
                            <a:pt x="8054" y="3714"/>
                          </a:lnTo>
                          <a:lnTo>
                            <a:pt x="8139" y="3842"/>
                          </a:lnTo>
                          <a:lnTo>
                            <a:pt x="8213" y="3969"/>
                          </a:lnTo>
                          <a:lnTo>
                            <a:pt x="8287" y="4096"/>
                          </a:lnTo>
                          <a:lnTo>
                            <a:pt x="8361" y="4224"/>
                          </a:lnTo>
                          <a:lnTo>
                            <a:pt x="8425" y="4362"/>
                          </a:lnTo>
                          <a:lnTo>
                            <a:pt x="8478" y="4500"/>
                          </a:lnTo>
                          <a:lnTo>
                            <a:pt x="8521" y="4648"/>
                          </a:lnTo>
                          <a:lnTo>
                            <a:pt x="8563" y="4797"/>
                          </a:lnTo>
                          <a:lnTo>
                            <a:pt x="8605" y="4945"/>
                          </a:lnTo>
                          <a:lnTo>
                            <a:pt x="8627" y="5094"/>
                          </a:lnTo>
                          <a:lnTo>
                            <a:pt x="8648" y="5253"/>
                          </a:lnTo>
                          <a:lnTo>
                            <a:pt x="8658" y="5402"/>
                          </a:lnTo>
                          <a:lnTo>
                            <a:pt x="8669" y="5561"/>
                          </a:lnTo>
                          <a:lnTo>
                            <a:pt x="8658" y="5720"/>
                          </a:lnTo>
                          <a:lnTo>
                            <a:pt x="8648" y="5879"/>
                          </a:lnTo>
                          <a:lnTo>
                            <a:pt x="8627" y="6038"/>
                          </a:lnTo>
                          <a:lnTo>
                            <a:pt x="8605" y="6187"/>
                          </a:lnTo>
                          <a:lnTo>
                            <a:pt x="8563" y="6335"/>
                          </a:lnTo>
                          <a:lnTo>
                            <a:pt x="8521" y="6484"/>
                          </a:lnTo>
                          <a:lnTo>
                            <a:pt x="8478" y="6622"/>
                          </a:lnTo>
                          <a:lnTo>
                            <a:pt x="8425" y="6770"/>
                          </a:lnTo>
                          <a:lnTo>
                            <a:pt x="8361" y="6898"/>
                          </a:lnTo>
                          <a:lnTo>
                            <a:pt x="8287" y="7036"/>
                          </a:lnTo>
                          <a:lnTo>
                            <a:pt x="8213" y="7163"/>
                          </a:lnTo>
                          <a:lnTo>
                            <a:pt x="8139" y="7290"/>
                          </a:lnTo>
                          <a:lnTo>
                            <a:pt x="8054" y="7407"/>
                          </a:lnTo>
                          <a:lnTo>
                            <a:pt x="7958" y="7524"/>
                          </a:lnTo>
                          <a:lnTo>
                            <a:pt x="7863" y="7640"/>
                          </a:lnTo>
                          <a:lnTo>
                            <a:pt x="7757" y="7747"/>
                          </a:lnTo>
                          <a:lnTo>
                            <a:pt x="7650" y="7853"/>
                          </a:lnTo>
                          <a:lnTo>
                            <a:pt x="7544" y="7948"/>
                          </a:lnTo>
                          <a:lnTo>
                            <a:pt x="7428" y="8033"/>
                          </a:lnTo>
                          <a:lnTo>
                            <a:pt x="7300" y="8129"/>
                          </a:lnTo>
                          <a:lnTo>
                            <a:pt x="7184" y="8203"/>
                          </a:lnTo>
                          <a:lnTo>
                            <a:pt x="7046" y="8277"/>
                          </a:lnTo>
                          <a:lnTo>
                            <a:pt x="6918" y="8341"/>
                          </a:lnTo>
                          <a:lnTo>
                            <a:pt x="6780" y="8404"/>
                          </a:lnTo>
                          <a:lnTo>
                            <a:pt x="6642" y="8468"/>
                          </a:lnTo>
                          <a:lnTo>
                            <a:pt x="6494" y="8511"/>
                          </a:lnTo>
                          <a:lnTo>
                            <a:pt x="6345" y="8553"/>
                          </a:lnTo>
                          <a:lnTo>
                            <a:pt x="6197" y="8585"/>
                          </a:lnTo>
                          <a:lnTo>
                            <a:pt x="6048" y="8617"/>
                          </a:lnTo>
                          <a:lnTo>
                            <a:pt x="5889" y="8638"/>
                          </a:lnTo>
                          <a:lnTo>
                            <a:pt x="5741" y="8648"/>
                          </a:lnTo>
                          <a:lnTo>
                            <a:pt x="5422" y="8648"/>
                          </a:lnTo>
                          <a:lnTo>
                            <a:pt x="5263" y="8638"/>
                          </a:lnTo>
                          <a:lnTo>
                            <a:pt x="5104" y="8617"/>
                          </a:lnTo>
                          <a:lnTo>
                            <a:pt x="4955" y="8585"/>
                          </a:lnTo>
                          <a:lnTo>
                            <a:pt x="4807" y="8553"/>
                          </a:lnTo>
                          <a:lnTo>
                            <a:pt x="4658" y="8511"/>
                          </a:lnTo>
                          <a:lnTo>
                            <a:pt x="4520" y="8468"/>
                          </a:lnTo>
                          <a:lnTo>
                            <a:pt x="4382" y="8404"/>
                          </a:lnTo>
                          <a:lnTo>
                            <a:pt x="4244" y="8341"/>
                          </a:lnTo>
                          <a:lnTo>
                            <a:pt x="4106" y="8277"/>
                          </a:lnTo>
                          <a:lnTo>
                            <a:pt x="3979" y="8203"/>
                          </a:lnTo>
                          <a:lnTo>
                            <a:pt x="3852" y="8129"/>
                          </a:lnTo>
                          <a:lnTo>
                            <a:pt x="3735" y="8033"/>
                          </a:lnTo>
                          <a:lnTo>
                            <a:pt x="3618" y="7948"/>
                          </a:lnTo>
                          <a:lnTo>
                            <a:pt x="3502" y="7853"/>
                          </a:lnTo>
                          <a:lnTo>
                            <a:pt x="3396" y="7747"/>
                          </a:lnTo>
                          <a:lnTo>
                            <a:pt x="3300" y="7640"/>
                          </a:lnTo>
                          <a:lnTo>
                            <a:pt x="3194" y="7524"/>
                          </a:lnTo>
                          <a:lnTo>
                            <a:pt x="3109" y="7407"/>
                          </a:lnTo>
                          <a:lnTo>
                            <a:pt x="3024" y="7290"/>
                          </a:lnTo>
                          <a:lnTo>
                            <a:pt x="2939" y="7163"/>
                          </a:lnTo>
                          <a:lnTo>
                            <a:pt x="2865" y="7036"/>
                          </a:lnTo>
                          <a:lnTo>
                            <a:pt x="2801" y="6898"/>
                          </a:lnTo>
                          <a:lnTo>
                            <a:pt x="2738" y="6770"/>
                          </a:lnTo>
                          <a:lnTo>
                            <a:pt x="2685" y="6622"/>
                          </a:lnTo>
                          <a:lnTo>
                            <a:pt x="2632" y="6484"/>
                          </a:lnTo>
                          <a:lnTo>
                            <a:pt x="2589" y="6335"/>
                          </a:lnTo>
                          <a:lnTo>
                            <a:pt x="2557" y="6187"/>
                          </a:lnTo>
                          <a:lnTo>
                            <a:pt x="2525" y="6038"/>
                          </a:lnTo>
                          <a:lnTo>
                            <a:pt x="2515" y="5879"/>
                          </a:lnTo>
                          <a:lnTo>
                            <a:pt x="2494" y="5720"/>
                          </a:lnTo>
                          <a:lnTo>
                            <a:pt x="2494" y="5561"/>
                          </a:lnTo>
                          <a:lnTo>
                            <a:pt x="2494" y="5402"/>
                          </a:lnTo>
                          <a:lnTo>
                            <a:pt x="2515" y="5253"/>
                          </a:lnTo>
                          <a:lnTo>
                            <a:pt x="2525" y="5094"/>
                          </a:lnTo>
                          <a:lnTo>
                            <a:pt x="2557" y="4945"/>
                          </a:lnTo>
                          <a:lnTo>
                            <a:pt x="2589" y="4797"/>
                          </a:lnTo>
                          <a:lnTo>
                            <a:pt x="2632" y="4648"/>
                          </a:lnTo>
                          <a:lnTo>
                            <a:pt x="2685" y="4500"/>
                          </a:lnTo>
                          <a:lnTo>
                            <a:pt x="2738" y="4362"/>
                          </a:lnTo>
                          <a:lnTo>
                            <a:pt x="2801" y="4224"/>
                          </a:lnTo>
                          <a:lnTo>
                            <a:pt x="2865" y="4096"/>
                          </a:lnTo>
                          <a:lnTo>
                            <a:pt x="2939" y="3969"/>
                          </a:lnTo>
                          <a:lnTo>
                            <a:pt x="3024" y="3842"/>
                          </a:lnTo>
                          <a:lnTo>
                            <a:pt x="3109" y="3714"/>
                          </a:lnTo>
                          <a:lnTo>
                            <a:pt x="3194" y="3598"/>
                          </a:lnTo>
                          <a:lnTo>
                            <a:pt x="3300" y="3492"/>
                          </a:lnTo>
                          <a:lnTo>
                            <a:pt x="3396" y="3386"/>
                          </a:lnTo>
                          <a:lnTo>
                            <a:pt x="3502" y="3279"/>
                          </a:lnTo>
                          <a:lnTo>
                            <a:pt x="3618" y="3184"/>
                          </a:lnTo>
                          <a:lnTo>
                            <a:pt x="3735" y="3088"/>
                          </a:lnTo>
                          <a:lnTo>
                            <a:pt x="3852" y="3004"/>
                          </a:lnTo>
                          <a:lnTo>
                            <a:pt x="3979" y="2929"/>
                          </a:lnTo>
                          <a:lnTo>
                            <a:pt x="4106" y="2855"/>
                          </a:lnTo>
                          <a:lnTo>
                            <a:pt x="4244" y="2781"/>
                          </a:lnTo>
                          <a:lnTo>
                            <a:pt x="4382" y="2728"/>
                          </a:lnTo>
                          <a:lnTo>
                            <a:pt x="4520" y="2664"/>
                          </a:lnTo>
                          <a:lnTo>
                            <a:pt x="4658" y="2622"/>
                          </a:lnTo>
                          <a:lnTo>
                            <a:pt x="4807" y="2579"/>
                          </a:lnTo>
                          <a:lnTo>
                            <a:pt x="4955" y="2547"/>
                          </a:lnTo>
                          <a:lnTo>
                            <a:pt x="5104" y="2515"/>
                          </a:lnTo>
                          <a:lnTo>
                            <a:pt x="5263" y="2494"/>
                          </a:lnTo>
                          <a:lnTo>
                            <a:pt x="5422" y="2484"/>
                          </a:lnTo>
                          <a:close/>
                          <a:moveTo>
                            <a:pt x="4404" y="1"/>
                          </a:moveTo>
                          <a:lnTo>
                            <a:pt x="4404" y="107"/>
                          </a:lnTo>
                          <a:lnTo>
                            <a:pt x="4414" y="1242"/>
                          </a:lnTo>
                          <a:lnTo>
                            <a:pt x="4138" y="1327"/>
                          </a:lnTo>
                          <a:lnTo>
                            <a:pt x="3873" y="1423"/>
                          </a:lnTo>
                          <a:lnTo>
                            <a:pt x="3618" y="1539"/>
                          </a:lnTo>
                          <a:lnTo>
                            <a:pt x="3364" y="1667"/>
                          </a:lnTo>
                          <a:lnTo>
                            <a:pt x="2494" y="796"/>
                          </a:lnTo>
                          <a:lnTo>
                            <a:pt x="828" y="2431"/>
                          </a:lnTo>
                          <a:lnTo>
                            <a:pt x="1698" y="3311"/>
                          </a:lnTo>
                          <a:lnTo>
                            <a:pt x="1570" y="3555"/>
                          </a:lnTo>
                          <a:lnTo>
                            <a:pt x="1454" y="3810"/>
                          </a:lnTo>
                          <a:lnTo>
                            <a:pt x="1348" y="4075"/>
                          </a:lnTo>
                          <a:lnTo>
                            <a:pt x="1263" y="4351"/>
                          </a:lnTo>
                          <a:lnTo>
                            <a:pt x="74" y="4340"/>
                          </a:lnTo>
                          <a:lnTo>
                            <a:pt x="0" y="4340"/>
                          </a:lnTo>
                          <a:lnTo>
                            <a:pt x="0" y="6664"/>
                          </a:lnTo>
                          <a:lnTo>
                            <a:pt x="170" y="6675"/>
                          </a:lnTo>
                          <a:lnTo>
                            <a:pt x="1252" y="6675"/>
                          </a:lnTo>
                          <a:lnTo>
                            <a:pt x="1326" y="6951"/>
                          </a:lnTo>
                          <a:lnTo>
                            <a:pt x="1433" y="7216"/>
                          </a:lnTo>
                          <a:lnTo>
                            <a:pt x="1549" y="7471"/>
                          </a:lnTo>
                          <a:lnTo>
                            <a:pt x="1677" y="7725"/>
                          </a:lnTo>
                          <a:lnTo>
                            <a:pt x="753" y="8627"/>
                          </a:lnTo>
                          <a:lnTo>
                            <a:pt x="2409" y="10283"/>
                          </a:lnTo>
                          <a:lnTo>
                            <a:pt x="3321" y="9381"/>
                          </a:lnTo>
                          <a:lnTo>
                            <a:pt x="3576" y="9508"/>
                          </a:lnTo>
                          <a:lnTo>
                            <a:pt x="3831" y="9625"/>
                          </a:lnTo>
                          <a:lnTo>
                            <a:pt x="4106" y="9731"/>
                          </a:lnTo>
                          <a:lnTo>
                            <a:pt x="4372" y="9816"/>
                          </a:lnTo>
                          <a:lnTo>
                            <a:pt x="4372" y="11131"/>
                          </a:lnTo>
                          <a:lnTo>
                            <a:pt x="6717" y="11131"/>
                          </a:lnTo>
                          <a:lnTo>
                            <a:pt x="6717" y="9826"/>
                          </a:lnTo>
                          <a:lnTo>
                            <a:pt x="6993" y="9741"/>
                          </a:lnTo>
                          <a:lnTo>
                            <a:pt x="7258" y="9646"/>
                          </a:lnTo>
                          <a:lnTo>
                            <a:pt x="7513" y="9529"/>
                          </a:lnTo>
                          <a:lnTo>
                            <a:pt x="7767" y="9402"/>
                          </a:lnTo>
                          <a:lnTo>
                            <a:pt x="8690" y="10314"/>
                          </a:lnTo>
                          <a:lnTo>
                            <a:pt x="10356" y="8680"/>
                          </a:lnTo>
                          <a:lnTo>
                            <a:pt x="9433" y="7757"/>
                          </a:lnTo>
                          <a:lnTo>
                            <a:pt x="9560" y="7513"/>
                          </a:lnTo>
                          <a:lnTo>
                            <a:pt x="9677" y="7258"/>
                          </a:lnTo>
                          <a:lnTo>
                            <a:pt x="9783" y="6993"/>
                          </a:lnTo>
                          <a:lnTo>
                            <a:pt x="9868" y="6728"/>
                          </a:lnTo>
                          <a:lnTo>
                            <a:pt x="11163" y="6728"/>
                          </a:lnTo>
                          <a:lnTo>
                            <a:pt x="11163" y="4394"/>
                          </a:lnTo>
                          <a:lnTo>
                            <a:pt x="9879" y="4394"/>
                          </a:lnTo>
                          <a:lnTo>
                            <a:pt x="9804" y="4118"/>
                          </a:lnTo>
                          <a:lnTo>
                            <a:pt x="9698" y="3863"/>
                          </a:lnTo>
                          <a:lnTo>
                            <a:pt x="9582" y="3598"/>
                          </a:lnTo>
                          <a:lnTo>
                            <a:pt x="9454" y="3354"/>
                          </a:lnTo>
                          <a:lnTo>
                            <a:pt x="10356" y="2462"/>
                          </a:lnTo>
                          <a:lnTo>
                            <a:pt x="8712" y="807"/>
                          </a:lnTo>
                          <a:lnTo>
                            <a:pt x="7810" y="1698"/>
                          </a:lnTo>
                          <a:lnTo>
                            <a:pt x="7555" y="1560"/>
                          </a:lnTo>
                          <a:lnTo>
                            <a:pt x="7300" y="1444"/>
                          </a:lnTo>
                          <a:lnTo>
                            <a:pt x="7035" y="1338"/>
                          </a:lnTo>
                          <a:lnTo>
                            <a:pt x="6759" y="1253"/>
                          </a:lnTo>
                          <a:lnTo>
                            <a:pt x="6759" y="181"/>
                          </a:lnTo>
                          <a:lnTo>
                            <a:pt x="6759"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4161" name="Google Shape;4161;p184"/>
                <p:cNvGrpSpPr/>
                <p:nvPr/>
              </p:nvGrpSpPr>
              <p:grpSpPr>
                <a:xfrm>
                  <a:off x="678374" y="4021923"/>
                  <a:ext cx="457183" cy="457183"/>
                  <a:chOff x="4737113" y="3244906"/>
                  <a:chExt cx="649500" cy="649500"/>
                </a:xfrm>
              </p:grpSpPr>
              <p:sp>
                <p:nvSpPr>
                  <p:cNvPr id="4162" name="Google Shape;4162;p184"/>
                  <p:cNvSpPr/>
                  <p:nvPr/>
                </p:nvSpPr>
                <p:spPr>
                  <a:xfrm>
                    <a:off x="4737113" y="3244906"/>
                    <a:ext cx="649500" cy="649500"/>
                  </a:xfrm>
                  <a:prstGeom prst="roundRect">
                    <a:avLst>
                      <a:gd name="adj" fmla="val 16667"/>
                    </a:avLst>
                  </a:prstGeom>
                  <a:solidFill>
                    <a:srgbClr val="0072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3" name="Google Shape;4163;p184"/>
                  <p:cNvSpPr/>
                  <p:nvPr/>
                </p:nvSpPr>
                <p:spPr>
                  <a:xfrm>
                    <a:off x="4808695" y="3421043"/>
                    <a:ext cx="508933" cy="270192"/>
                  </a:xfrm>
                  <a:custGeom>
                    <a:avLst/>
                    <a:gdLst/>
                    <a:ahLst/>
                    <a:cxnLst/>
                    <a:rect l="l" t="t" r="r" b="b"/>
                    <a:pathLst>
                      <a:path w="18930" h="10049" extrusionOk="0">
                        <a:moveTo>
                          <a:pt x="7597" y="1"/>
                        </a:moveTo>
                        <a:lnTo>
                          <a:pt x="5730" y="5295"/>
                        </a:lnTo>
                        <a:lnTo>
                          <a:pt x="0" y="5571"/>
                        </a:lnTo>
                        <a:lnTo>
                          <a:pt x="6377" y="6356"/>
                        </a:lnTo>
                        <a:lnTo>
                          <a:pt x="7364" y="3576"/>
                        </a:lnTo>
                        <a:lnTo>
                          <a:pt x="8850" y="10049"/>
                        </a:lnTo>
                        <a:lnTo>
                          <a:pt x="10813" y="5911"/>
                        </a:lnTo>
                        <a:lnTo>
                          <a:pt x="18930" y="5550"/>
                        </a:lnTo>
                        <a:lnTo>
                          <a:pt x="10356" y="4606"/>
                        </a:lnTo>
                        <a:lnTo>
                          <a:pt x="9210" y="7014"/>
                        </a:lnTo>
                        <a:lnTo>
                          <a:pt x="7597"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164" name="Google Shape;4164;p184"/>
                <p:cNvGrpSpPr/>
                <p:nvPr/>
              </p:nvGrpSpPr>
              <p:grpSpPr>
                <a:xfrm>
                  <a:off x="678386" y="3424911"/>
                  <a:ext cx="457183" cy="457183"/>
                  <a:chOff x="3784676" y="3546879"/>
                  <a:chExt cx="649500" cy="649500"/>
                </a:xfrm>
              </p:grpSpPr>
              <p:sp>
                <p:nvSpPr>
                  <p:cNvPr id="4165" name="Google Shape;4165;p184"/>
                  <p:cNvSpPr/>
                  <p:nvPr/>
                </p:nvSpPr>
                <p:spPr>
                  <a:xfrm>
                    <a:off x="3784676" y="3546879"/>
                    <a:ext cx="649500" cy="649500"/>
                  </a:xfrm>
                  <a:prstGeom prst="roundRect">
                    <a:avLst>
                      <a:gd name="adj" fmla="val 16667"/>
                    </a:avLst>
                  </a:prstGeom>
                  <a:solidFill>
                    <a:srgbClr val="0072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6" name="Google Shape;4166;p184"/>
                  <p:cNvSpPr/>
                  <p:nvPr/>
                </p:nvSpPr>
                <p:spPr>
                  <a:xfrm>
                    <a:off x="3954923" y="3748970"/>
                    <a:ext cx="308542" cy="252849"/>
                  </a:xfrm>
                  <a:custGeom>
                    <a:avLst/>
                    <a:gdLst/>
                    <a:ahLst/>
                    <a:cxnLst/>
                    <a:rect l="l" t="t" r="r" b="b"/>
                    <a:pathLst>
                      <a:path w="13742" h="11259" extrusionOk="0">
                        <a:moveTo>
                          <a:pt x="11524" y="1"/>
                        </a:moveTo>
                        <a:lnTo>
                          <a:pt x="4701" y="6823"/>
                        </a:lnTo>
                        <a:lnTo>
                          <a:pt x="2218" y="4341"/>
                        </a:lnTo>
                        <a:lnTo>
                          <a:pt x="0" y="6558"/>
                        </a:lnTo>
                        <a:lnTo>
                          <a:pt x="4701" y="11259"/>
                        </a:lnTo>
                        <a:lnTo>
                          <a:pt x="13741" y="2218"/>
                        </a:lnTo>
                        <a:lnTo>
                          <a:pt x="11524"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167" name="Google Shape;4167;p184"/>
                <p:cNvSpPr txBox="1"/>
                <p:nvPr/>
              </p:nvSpPr>
              <p:spPr>
                <a:xfrm>
                  <a:off x="1167787" y="2057989"/>
                  <a:ext cx="1697100" cy="484800"/>
                </a:xfrm>
                <a:prstGeom prst="rect">
                  <a:avLst/>
                </a:prstGeom>
                <a:noFill/>
                <a:ln>
                  <a:noFill/>
                </a:ln>
              </p:spPr>
              <p:txBody>
                <a:bodyPr spcFirstLastPara="1" wrap="square" lIns="182875" tIns="0" rIns="0" bIns="0" anchor="t" anchorCtr="0">
                  <a:spAutoFit/>
                </a:bodyPr>
                <a:lstStyle/>
                <a:p>
                  <a:pPr marL="12700" lvl="0" indent="0" algn="l" rtl="0">
                    <a:lnSpc>
                      <a:spcPct val="150000"/>
                    </a:lnSpc>
                    <a:spcBef>
                      <a:spcPts val="0"/>
                    </a:spcBef>
                    <a:spcAft>
                      <a:spcPts val="0"/>
                    </a:spcAft>
                    <a:buNone/>
                  </a:pPr>
                  <a:r>
                    <a:rPr lang="en" sz="900" b="1">
                      <a:solidFill>
                        <a:srgbClr val="000000"/>
                      </a:solidFill>
                      <a:latin typeface="IBM Plex Sans"/>
                      <a:ea typeface="IBM Plex Sans"/>
                      <a:cs typeface="IBM Plex Sans"/>
                      <a:sym typeface="IBM Plex Sans"/>
                    </a:rPr>
                    <a:t>Workflow Engine</a:t>
                  </a:r>
                  <a:endParaRPr sz="700">
                    <a:solidFill>
                      <a:srgbClr val="000000"/>
                    </a:solidFill>
                    <a:latin typeface="IBM Plex Sans"/>
                    <a:ea typeface="IBM Plex Sans"/>
                    <a:cs typeface="IBM Plex Sans"/>
                    <a:sym typeface="IBM Plex Sans"/>
                  </a:endParaRPr>
                </a:p>
                <a:p>
                  <a:pPr marL="0" lvl="0" indent="0" algn="l" rtl="0">
                    <a:spcBef>
                      <a:spcPts val="0"/>
                    </a:spcBef>
                    <a:spcAft>
                      <a:spcPts val="0"/>
                    </a:spcAft>
                    <a:buNone/>
                  </a:pPr>
                  <a:r>
                    <a:rPr lang="en" sz="600">
                      <a:solidFill>
                        <a:srgbClr val="000000"/>
                      </a:solidFill>
                      <a:latin typeface="IBM Plex Sans"/>
                      <a:ea typeface="IBM Plex Sans"/>
                      <a:cs typeface="IBM Plex Sans"/>
                      <a:sym typeface="IBM Plex Sans"/>
                    </a:rPr>
                    <a:t>Next-generation, cloud-native BPMN workflow engine that unlocks unparalleled speed, scale &amp; resilience. </a:t>
                  </a:r>
                  <a:endParaRPr>
                    <a:solidFill>
                      <a:srgbClr val="000000"/>
                    </a:solidFill>
                  </a:endParaRPr>
                </a:p>
              </p:txBody>
            </p:sp>
            <p:sp>
              <p:nvSpPr>
                <p:cNvPr id="4168" name="Google Shape;4168;p184"/>
                <p:cNvSpPr txBox="1"/>
                <p:nvPr/>
              </p:nvSpPr>
              <p:spPr>
                <a:xfrm>
                  <a:off x="1167787" y="4021923"/>
                  <a:ext cx="1697100" cy="484800"/>
                </a:xfrm>
                <a:prstGeom prst="rect">
                  <a:avLst/>
                </a:prstGeom>
                <a:noFill/>
                <a:ln>
                  <a:noFill/>
                </a:ln>
              </p:spPr>
              <p:txBody>
                <a:bodyPr spcFirstLastPara="1" wrap="square" lIns="182875" tIns="0" rIns="0" bIns="0" anchor="t" anchorCtr="0">
                  <a:spAutoFit/>
                </a:bodyPr>
                <a:lstStyle/>
                <a:p>
                  <a:pPr marL="12700" lvl="0" indent="0" algn="l" rtl="0">
                    <a:lnSpc>
                      <a:spcPct val="150000"/>
                    </a:lnSpc>
                    <a:spcBef>
                      <a:spcPts val="0"/>
                    </a:spcBef>
                    <a:spcAft>
                      <a:spcPts val="0"/>
                    </a:spcAft>
                    <a:buNone/>
                  </a:pPr>
                  <a:r>
                    <a:rPr lang="en" sz="900" b="1">
                      <a:solidFill>
                        <a:srgbClr val="000000"/>
                      </a:solidFill>
                      <a:latin typeface="IBM Plex Sans"/>
                      <a:ea typeface="IBM Plex Sans"/>
                      <a:cs typeface="IBM Plex Sans"/>
                      <a:sym typeface="IBM Plex Sans"/>
                    </a:rPr>
                    <a:t>Operate</a:t>
                  </a:r>
                  <a:endParaRPr sz="700">
                    <a:solidFill>
                      <a:srgbClr val="000000"/>
                    </a:solidFill>
                    <a:latin typeface="IBM Plex Sans"/>
                    <a:ea typeface="IBM Plex Sans"/>
                    <a:cs typeface="IBM Plex Sans"/>
                    <a:sym typeface="IBM Plex Sans"/>
                  </a:endParaRPr>
                </a:p>
                <a:p>
                  <a:pPr marL="12700" lvl="0" indent="0" algn="l" rtl="0">
                    <a:spcBef>
                      <a:spcPts val="0"/>
                    </a:spcBef>
                    <a:spcAft>
                      <a:spcPts val="0"/>
                    </a:spcAft>
                    <a:buNone/>
                  </a:pPr>
                  <a:r>
                    <a:rPr lang="en" sz="600">
                      <a:solidFill>
                        <a:srgbClr val="000000"/>
                      </a:solidFill>
                      <a:latin typeface="IBM Plex Sans"/>
                      <a:ea typeface="IBM Plex Sans"/>
                      <a:cs typeface="IBM Plex Sans"/>
                      <a:sym typeface="IBM Plex Sans"/>
                    </a:rPr>
                    <a:t>Real time visibility to monitor, analyze and resolve problems with any process instance.</a:t>
                  </a:r>
                  <a:endParaRPr sz="600">
                    <a:solidFill>
                      <a:srgbClr val="000000"/>
                    </a:solidFill>
                    <a:latin typeface="IBM Plex Sans"/>
                    <a:ea typeface="IBM Plex Sans"/>
                    <a:cs typeface="IBM Plex Sans"/>
                    <a:sym typeface="IBM Plex Sans"/>
                  </a:endParaRPr>
                </a:p>
              </p:txBody>
            </p:sp>
            <p:sp>
              <p:nvSpPr>
                <p:cNvPr id="4169" name="Google Shape;4169;p184"/>
                <p:cNvSpPr txBox="1"/>
                <p:nvPr/>
              </p:nvSpPr>
              <p:spPr>
                <a:xfrm>
                  <a:off x="1167787" y="3424911"/>
                  <a:ext cx="1697100" cy="484800"/>
                </a:xfrm>
                <a:prstGeom prst="rect">
                  <a:avLst/>
                </a:prstGeom>
                <a:noFill/>
                <a:ln>
                  <a:noFill/>
                </a:ln>
              </p:spPr>
              <p:txBody>
                <a:bodyPr spcFirstLastPara="1" wrap="square" lIns="182875" tIns="0" rIns="0" bIns="0" anchor="t" anchorCtr="0">
                  <a:spAutoFit/>
                </a:bodyPr>
                <a:lstStyle/>
                <a:p>
                  <a:pPr marL="12700" lvl="0" indent="0" algn="l" rtl="0">
                    <a:lnSpc>
                      <a:spcPct val="150000"/>
                    </a:lnSpc>
                    <a:spcBef>
                      <a:spcPts val="0"/>
                    </a:spcBef>
                    <a:spcAft>
                      <a:spcPts val="0"/>
                    </a:spcAft>
                    <a:buNone/>
                  </a:pPr>
                  <a:r>
                    <a:rPr lang="en" sz="900" b="1">
                      <a:solidFill>
                        <a:srgbClr val="000000"/>
                      </a:solidFill>
                      <a:latin typeface="IBM Plex Sans"/>
                      <a:ea typeface="IBM Plex Sans"/>
                      <a:cs typeface="IBM Plex Sans"/>
                      <a:sym typeface="IBM Plex Sans"/>
                    </a:rPr>
                    <a:t>Tasklist</a:t>
                  </a:r>
                  <a:endParaRPr sz="900" b="1">
                    <a:solidFill>
                      <a:srgbClr val="000000"/>
                    </a:solidFill>
                    <a:latin typeface="IBM Plex Sans"/>
                    <a:ea typeface="IBM Plex Sans"/>
                    <a:cs typeface="IBM Plex Sans"/>
                    <a:sym typeface="IBM Plex Sans"/>
                  </a:endParaRPr>
                </a:p>
                <a:p>
                  <a:pPr marL="12700" lvl="0" indent="0" algn="l" rtl="0">
                    <a:spcBef>
                      <a:spcPts val="0"/>
                    </a:spcBef>
                    <a:spcAft>
                      <a:spcPts val="0"/>
                    </a:spcAft>
                    <a:buNone/>
                  </a:pPr>
                  <a:r>
                    <a:rPr lang="en" sz="600">
                      <a:solidFill>
                        <a:srgbClr val="000000"/>
                      </a:solidFill>
                      <a:latin typeface="IBM Plex Sans"/>
                      <a:ea typeface="IBM Plex Sans"/>
                      <a:cs typeface="IBM Plex Sans"/>
                      <a:sym typeface="IBM Plex Sans"/>
                    </a:rPr>
                    <a:t>Assign and execute tasks that require human interaction via easy-to-use Forms or via your own apps with the Tasklist API.</a:t>
                  </a:r>
                  <a:endParaRPr>
                    <a:solidFill>
                      <a:srgbClr val="000000"/>
                    </a:solidFill>
                  </a:endParaRPr>
                </a:p>
              </p:txBody>
            </p:sp>
            <p:grpSp>
              <p:nvGrpSpPr>
                <p:cNvPr id="4170" name="Google Shape;4170;p184"/>
                <p:cNvGrpSpPr/>
                <p:nvPr/>
              </p:nvGrpSpPr>
              <p:grpSpPr>
                <a:xfrm>
                  <a:off x="671152" y="2641445"/>
                  <a:ext cx="457200" cy="457200"/>
                  <a:chOff x="3594302" y="2537231"/>
                  <a:chExt cx="457200" cy="457200"/>
                </a:xfrm>
              </p:grpSpPr>
              <p:sp>
                <p:nvSpPr>
                  <p:cNvPr id="4171" name="Google Shape;4171;p184"/>
                  <p:cNvSpPr/>
                  <p:nvPr/>
                </p:nvSpPr>
                <p:spPr>
                  <a:xfrm>
                    <a:off x="3594302" y="2537231"/>
                    <a:ext cx="457200" cy="457200"/>
                  </a:xfrm>
                  <a:prstGeom prst="roundRect">
                    <a:avLst>
                      <a:gd name="adj" fmla="val 16667"/>
                    </a:avLst>
                  </a:prstGeom>
                  <a:solidFill>
                    <a:srgbClr val="0072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172" name="Google Shape;4172;p184"/>
                  <p:cNvGrpSpPr/>
                  <p:nvPr/>
                </p:nvGrpSpPr>
                <p:grpSpPr>
                  <a:xfrm>
                    <a:off x="3674850" y="2666719"/>
                    <a:ext cx="296075" cy="198175"/>
                    <a:chOff x="5559450" y="1977850"/>
                    <a:chExt cx="296075" cy="198175"/>
                  </a:xfrm>
                </p:grpSpPr>
                <p:sp>
                  <p:nvSpPr>
                    <p:cNvPr id="4173" name="Google Shape;4173;p184"/>
                    <p:cNvSpPr/>
                    <p:nvPr/>
                  </p:nvSpPr>
                  <p:spPr>
                    <a:xfrm>
                      <a:off x="5559450" y="1977850"/>
                      <a:ext cx="296075" cy="47250"/>
                    </a:xfrm>
                    <a:custGeom>
                      <a:avLst/>
                      <a:gdLst/>
                      <a:ahLst/>
                      <a:cxnLst/>
                      <a:rect l="l" t="t" r="r" b="b"/>
                      <a:pathLst>
                        <a:path w="11843" h="1890" extrusionOk="0">
                          <a:moveTo>
                            <a:pt x="1" y="1"/>
                          </a:moveTo>
                          <a:lnTo>
                            <a:pt x="1" y="1889"/>
                          </a:lnTo>
                          <a:lnTo>
                            <a:pt x="11842" y="1889"/>
                          </a:lnTo>
                          <a:lnTo>
                            <a:pt x="11842"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4" name="Google Shape;4174;p184"/>
                    <p:cNvSpPr/>
                    <p:nvPr/>
                  </p:nvSpPr>
                  <p:spPr>
                    <a:xfrm>
                      <a:off x="5650975" y="2055300"/>
                      <a:ext cx="204550" cy="45125"/>
                    </a:xfrm>
                    <a:custGeom>
                      <a:avLst/>
                      <a:gdLst/>
                      <a:ahLst/>
                      <a:cxnLst/>
                      <a:rect l="l" t="t" r="r" b="b"/>
                      <a:pathLst>
                        <a:path w="8182" h="1805" extrusionOk="0">
                          <a:moveTo>
                            <a:pt x="0" y="1"/>
                          </a:moveTo>
                          <a:lnTo>
                            <a:pt x="0" y="1805"/>
                          </a:lnTo>
                          <a:lnTo>
                            <a:pt x="8181" y="1805"/>
                          </a:lnTo>
                          <a:lnTo>
                            <a:pt x="8181"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5" name="Google Shape;4175;p184"/>
                    <p:cNvSpPr/>
                    <p:nvPr/>
                  </p:nvSpPr>
                  <p:spPr>
                    <a:xfrm>
                      <a:off x="5559450" y="2055300"/>
                      <a:ext cx="61025" cy="45125"/>
                    </a:xfrm>
                    <a:custGeom>
                      <a:avLst/>
                      <a:gdLst/>
                      <a:ahLst/>
                      <a:cxnLst/>
                      <a:rect l="l" t="t" r="r" b="b"/>
                      <a:pathLst>
                        <a:path w="2441" h="1805" extrusionOk="0">
                          <a:moveTo>
                            <a:pt x="1" y="1"/>
                          </a:moveTo>
                          <a:lnTo>
                            <a:pt x="1" y="1805"/>
                          </a:lnTo>
                          <a:lnTo>
                            <a:pt x="2441" y="1805"/>
                          </a:lnTo>
                          <a:lnTo>
                            <a:pt x="2441"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6" name="Google Shape;4176;p184"/>
                    <p:cNvSpPr/>
                    <p:nvPr/>
                  </p:nvSpPr>
                  <p:spPr>
                    <a:xfrm>
                      <a:off x="5559450" y="2130925"/>
                      <a:ext cx="61025" cy="45100"/>
                    </a:xfrm>
                    <a:custGeom>
                      <a:avLst/>
                      <a:gdLst/>
                      <a:ahLst/>
                      <a:cxnLst/>
                      <a:rect l="l" t="t" r="r" b="b"/>
                      <a:pathLst>
                        <a:path w="2441" h="1804" extrusionOk="0">
                          <a:moveTo>
                            <a:pt x="1" y="0"/>
                          </a:moveTo>
                          <a:lnTo>
                            <a:pt x="1" y="1804"/>
                          </a:lnTo>
                          <a:lnTo>
                            <a:pt x="2441" y="1804"/>
                          </a:lnTo>
                          <a:lnTo>
                            <a:pt x="2441"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7" name="Google Shape;4177;p184"/>
                    <p:cNvSpPr/>
                    <p:nvPr/>
                  </p:nvSpPr>
                  <p:spPr>
                    <a:xfrm>
                      <a:off x="5650975" y="2130925"/>
                      <a:ext cx="204550" cy="45100"/>
                    </a:xfrm>
                    <a:custGeom>
                      <a:avLst/>
                      <a:gdLst/>
                      <a:ahLst/>
                      <a:cxnLst/>
                      <a:rect l="l" t="t" r="r" b="b"/>
                      <a:pathLst>
                        <a:path w="8182" h="1804" extrusionOk="0">
                          <a:moveTo>
                            <a:pt x="0" y="0"/>
                          </a:moveTo>
                          <a:lnTo>
                            <a:pt x="0" y="1804"/>
                          </a:lnTo>
                          <a:lnTo>
                            <a:pt x="8181" y="1804"/>
                          </a:lnTo>
                          <a:lnTo>
                            <a:pt x="8181"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4178" name="Google Shape;4178;p184"/>
                <p:cNvSpPr txBox="1"/>
                <p:nvPr/>
              </p:nvSpPr>
              <p:spPr>
                <a:xfrm>
                  <a:off x="1242575" y="2557907"/>
                  <a:ext cx="1607100" cy="577200"/>
                </a:xfrm>
                <a:prstGeom prst="rect">
                  <a:avLst/>
                </a:prstGeom>
                <a:noFill/>
                <a:ln>
                  <a:noFill/>
                </a:ln>
              </p:spPr>
              <p:txBody>
                <a:bodyPr spcFirstLastPara="1" wrap="square" lIns="91425" tIns="91425" rIns="91425" bIns="91425" anchor="t" anchorCtr="0">
                  <a:spAutoFit/>
                </a:bodyPr>
                <a:lstStyle/>
                <a:p>
                  <a:pPr marL="12700" lvl="0" indent="0" algn="l" rtl="0">
                    <a:lnSpc>
                      <a:spcPct val="150000"/>
                    </a:lnSpc>
                    <a:spcBef>
                      <a:spcPts val="0"/>
                    </a:spcBef>
                    <a:spcAft>
                      <a:spcPts val="0"/>
                    </a:spcAft>
                    <a:buNone/>
                  </a:pPr>
                  <a:r>
                    <a:rPr lang="en" sz="900" b="1">
                      <a:solidFill>
                        <a:srgbClr val="000000"/>
                      </a:solidFill>
                      <a:latin typeface="IBM Plex Sans"/>
                      <a:ea typeface="IBM Plex Sans"/>
                      <a:cs typeface="IBM Plex Sans"/>
                      <a:sym typeface="IBM Plex Sans"/>
                    </a:rPr>
                    <a:t>Decision Engine</a:t>
                  </a:r>
                  <a:endParaRPr sz="700">
                    <a:solidFill>
                      <a:srgbClr val="000000"/>
                    </a:solidFill>
                    <a:latin typeface="IBM Plex Sans"/>
                    <a:ea typeface="IBM Plex Sans"/>
                    <a:cs typeface="IBM Plex Sans"/>
                    <a:sym typeface="IBM Plex Sans"/>
                  </a:endParaRPr>
                </a:p>
                <a:p>
                  <a:pPr marL="0" lvl="0" indent="0" algn="l" rtl="0">
                    <a:spcBef>
                      <a:spcPts val="0"/>
                    </a:spcBef>
                    <a:spcAft>
                      <a:spcPts val="0"/>
                    </a:spcAft>
                    <a:buNone/>
                  </a:pPr>
                  <a:r>
                    <a:rPr lang="en" sz="600">
                      <a:solidFill>
                        <a:srgbClr val="000000"/>
                      </a:solidFill>
                      <a:latin typeface="IBM Plex Sans"/>
                      <a:ea typeface="IBM Plex Sans"/>
                      <a:cs typeface="IBM Plex Sans"/>
                      <a:sym typeface="IBM Plex Sans"/>
                    </a:rPr>
                    <a:t>Automate decisions in end-to-end business processes via DMN.</a:t>
                  </a:r>
                  <a:endParaRPr sz="600">
                    <a:solidFill>
                      <a:srgbClr val="000000"/>
                    </a:solidFill>
                    <a:latin typeface="IBM Plex Sans"/>
                    <a:ea typeface="IBM Plex Sans"/>
                    <a:cs typeface="IBM Plex Sans"/>
                    <a:sym typeface="IBM Plex Sans"/>
                  </a:endParaRPr>
                </a:p>
              </p:txBody>
            </p:sp>
            <p:cxnSp>
              <p:nvCxnSpPr>
                <p:cNvPr id="4179" name="Google Shape;4179;p184"/>
                <p:cNvCxnSpPr/>
                <p:nvPr/>
              </p:nvCxnSpPr>
              <p:spPr>
                <a:xfrm>
                  <a:off x="697125" y="3263478"/>
                  <a:ext cx="2118600" cy="0"/>
                </a:xfrm>
                <a:prstGeom prst="straightConnector1">
                  <a:avLst/>
                </a:prstGeom>
                <a:noFill/>
                <a:ln w="19050" cap="flat" cmpd="sng">
                  <a:solidFill>
                    <a:srgbClr val="BBBCBC"/>
                  </a:solidFill>
                  <a:prstDash val="dash"/>
                  <a:round/>
                  <a:headEnd type="none" w="med" len="med"/>
                  <a:tailEnd type="none" w="med" len="med"/>
                </a:ln>
              </p:spPr>
            </p:cxnSp>
          </p:grpSp>
          <p:sp>
            <p:nvSpPr>
              <p:cNvPr id="4180" name="Google Shape;4180;p184"/>
              <p:cNvSpPr/>
              <p:nvPr/>
            </p:nvSpPr>
            <p:spPr>
              <a:xfrm>
                <a:off x="1229025" y="1799392"/>
                <a:ext cx="1054800" cy="168900"/>
              </a:xfrm>
              <a:prstGeom prst="rect">
                <a:avLst/>
              </a:prstGeom>
              <a:solidFill>
                <a:srgbClr val="0072CE"/>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500" b="1">
                    <a:solidFill>
                      <a:srgbClr val="FFFFFF"/>
                    </a:solidFill>
                  </a:rPr>
                  <a:t>POWERED BY ZEEBE</a:t>
                </a:r>
                <a:endParaRPr sz="500" b="1">
                  <a:solidFill>
                    <a:srgbClr val="FFFFFF"/>
                  </a:solidFill>
                </a:endParaRPr>
              </a:p>
            </p:txBody>
          </p:sp>
        </p:grpSp>
      </p:grpSp>
      <p:grpSp>
        <p:nvGrpSpPr>
          <p:cNvPr id="4181" name="Google Shape;4181;p184"/>
          <p:cNvGrpSpPr/>
          <p:nvPr/>
        </p:nvGrpSpPr>
        <p:grpSpPr>
          <a:xfrm>
            <a:off x="4020450" y="862838"/>
            <a:ext cx="4708902" cy="3985175"/>
            <a:chOff x="4020450" y="862838"/>
            <a:chExt cx="4708902" cy="3985175"/>
          </a:xfrm>
        </p:grpSpPr>
        <p:sp>
          <p:nvSpPr>
            <p:cNvPr id="4182" name="Google Shape;4182;p184"/>
            <p:cNvSpPr txBox="1"/>
            <p:nvPr/>
          </p:nvSpPr>
          <p:spPr>
            <a:xfrm>
              <a:off x="4049700" y="862838"/>
              <a:ext cx="4637100" cy="368700"/>
            </a:xfrm>
            <a:prstGeom prst="rect">
              <a:avLst/>
            </a:prstGeom>
            <a:noFill/>
            <a:ln>
              <a:noFill/>
            </a:ln>
          </p:spPr>
          <p:txBody>
            <a:bodyPr spcFirstLastPara="1" wrap="square" lIns="0" tIns="0" rIns="0" bIns="0" anchor="t" anchorCtr="0">
              <a:normAutofit/>
            </a:bodyPr>
            <a:lstStyle/>
            <a:p>
              <a:pPr marL="0" lvl="0" indent="0" algn="l" rtl="0">
                <a:spcBef>
                  <a:spcPts val="0"/>
                </a:spcBef>
                <a:spcAft>
                  <a:spcPts val="0"/>
                </a:spcAft>
                <a:buNone/>
              </a:pPr>
              <a:r>
                <a:rPr lang="en" sz="1600" b="1">
                  <a:solidFill>
                    <a:schemeClr val="accent6"/>
                  </a:solidFill>
                  <a:latin typeface="IBM Plex Sans"/>
                  <a:ea typeface="IBM Plex Sans"/>
                  <a:cs typeface="IBM Plex Sans"/>
                  <a:sym typeface="IBM Plex Sans"/>
                </a:rPr>
                <a:t>Operate </a:t>
              </a:r>
              <a:r>
                <a:rPr lang="en" sz="1600">
                  <a:solidFill>
                    <a:schemeClr val="accent6"/>
                  </a:solidFill>
                  <a:latin typeface="IBM Plex Sans"/>
                  <a:ea typeface="IBM Plex Sans"/>
                  <a:cs typeface="IBM Plex Sans"/>
                  <a:sym typeface="IBM Plex Sans"/>
                </a:rPr>
                <a:t>for visibility, insights and troubleshooting</a:t>
              </a:r>
              <a:endParaRPr sz="1600">
                <a:solidFill>
                  <a:schemeClr val="accent6"/>
                </a:solidFill>
                <a:latin typeface="IBM Plex Sans"/>
                <a:ea typeface="IBM Plex Sans"/>
                <a:cs typeface="IBM Plex Sans"/>
                <a:sym typeface="IBM Plex Sans"/>
              </a:endParaRPr>
            </a:p>
          </p:txBody>
        </p:sp>
        <p:grpSp>
          <p:nvGrpSpPr>
            <p:cNvPr id="4183" name="Google Shape;4183;p184"/>
            <p:cNvGrpSpPr/>
            <p:nvPr/>
          </p:nvGrpSpPr>
          <p:grpSpPr>
            <a:xfrm>
              <a:off x="4049700" y="1231550"/>
              <a:ext cx="4679652" cy="3616462"/>
              <a:chOff x="4049700" y="1231550"/>
              <a:chExt cx="4679652" cy="3616462"/>
            </a:xfrm>
          </p:grpSpPr>
          <p:pic>
            <p:nvPicPr>
              <p:cNvPr id="4184" name="Google Shape;4184;p184"/>
              <p:cNvPicPr preferRelativeResize="0"/>
              <p:nvPr/>
            </p:nvPicPr>
            <p:blipFill>
              <a:blip r:embed="rId3">
                <a:alphaModFix/>
              </a:blip>
              <a:stretch>
                <a:fillRect/>
              </a:stretch>
            </p:blipFill>
            <p:spPr>
              <a:xfrm>
                <a:off x="4049700" y="2446812"/>
                <a:ext cx="4440000" cy="2401200"/>
              </a:xfrm>
              <a:prstGeom prst="roundRect">
                <a:avLst>
                  <a:gd name="adj" fmla="val 6839"/>
                </a:avLst>
              </a:prstGeom>
              <a:noFill/>
              <a:ln w="9525" cap="flat" cmpd="sng">
                <a:solidFill>
                  <a:schemeClr val="accent6"/>
                </a:solidFill>
                <a:prstDash val="solid"/>
                <a:round/>
                <a:headEnd type="none" w="sm" len="sm"/>
                <a:tailEnd type="none" w="sm" len="sm"/>
              </a:ln>
              <a:effectLst>
                <a:outerShdw blurRad="57150" dist="19050" dir="4200000" algn="bl" rotWithShape="0">
                  <a:srgbClr val="000000">
                    <a:alpha val="50000"/>
                  </a:srgbClr>
                </a:outerShdw>
              </a:effectLst>
            </p:spPr>
          </p:pic>
          <p:pic>
            <p:nvPicPr>
              <p:cNvPr id="4185" name="Google Shape;4185;p184"/>
              <p:cNvPicPr preferRelativeResize="0"/>
              <p:nvPr/>
            </p:nvPicPr>
            <p:blipFill>
              <a:blip r:embed="rId4">
                <a:alphaModFix/>
              </a:blip>
              <a:stretch>
                <a:fillRect/>
              </a:stretch>
            </p:blipFill>
            <p:spPr>
              <a:xfrm>
                <a:off x="7467552" y="1231550"/>
                <a:ext cx="1261800" cy="2772900"/>
              </a:xfrm>
              <a:prstGeom prst="roundRect">
                <a:avLst>
                  <a:gd name="adj" fmla="val 7749"/>
                </a:avLst>
              </a:prstGeom>
              <a:noFill/>
              <a:ln w="9525" cap="flat" cmpd="sng">
                <a:solidFill>
                  <a:schemeClr val="accent6"/>
                </a:solidFill>
                <a:prstDash val="solid"/>
                <a:round/>
                <a:headEnd type="none" w="sm" len="sm"/>
                <a:tailEnd type="none" w="sm" len="sm"/>
              </a:ln>
            </p:spPr>
          </p:pic>
        </p:grpSp>
        <p:sp>
          <p:nvSpPr>
            <p:cNvPr id="4186" name="Google Shape;4186;p184"/>
            <p:cNvSpPr txBox="1"/>
            <p:nvPr/>
          </p:nvSpPr>
          <p:spPr>
            <a:xfrm>
              <a:off x="4020450" y="1186350"/>
              <a:ext cx="3224100" cy="1184400"/>
            </a:xfrm>
            <a:prstGeom prst="rect">
              <a:avLst/>
            </a:prstGeom>
            <a:noFill/>
            <a:ln>
              <a:noFill/>
            </a:ln>
          </p:spPr>
          <p:txBody>
            <a:bodyPr spcFirstLastPara="1" wrap="square" lIns="0" tIns="0" rIns="0" bIns="0" anchor="t" anchorCtr="0">
              <a:normAutofit fontScale="92500" lnSpcReduction="10000"/>
            </a:bodyPr>
            <a:lstStyle/>
            <a:p>
              <a:pPr marL="457200" lvl="0" indent="-304800" algn="l" rtl="0">
                <a:lnSpc>
                  <a:spcPct val="150000"/>
                </a:lnSpc>
                <a:spcBef>
                  <a:spcPts val="20"/>
                </a:spcBef>
                <a:spcAft>
                  <a:spcPts val="0"/>
                </a:spcAft>
                <a:buClr>
                  <a:srgbClr val="FFFFFF"/>
                </a:buClr>
                <a:buSzPts val="1200"/>
                <a:buFont typeface="IBM Plex Sans"/>
                <a:buChar char="■"/>
              </a:pPr>
              <a:r>
                <a:rPr lang="en" sz="1200">
                  <a:solidFill>
                    <a:srgbClr val="FFFFFF"/>
                  </a:solidFill>
                  <a:latin typeface="IBM Plex Sans"/>
                  <a:ea typeface="IBM Plex Sans"/>
                  <a:cs typeface="IBM Plex Sans"/>
                  <a:sym typeface="IBM Plex Sans"/>
                </a:rPr>
                <a:t>Dashboard UI designed for focus </a:t>
              </a:r>
              <a:endParaRPr sz="1200">
                <a:solidFill>
                  <a:srgbClr val="FFFFFF"/>
                </a:solidFill>
                <a:latin typeface="IBM Plex Sans"/>
                <a:ea typeface="IBM Plex Sans"/>
                <a:cs typeface="IBM Plex Sans"/>
                <a:sym typeface="IBM Plex Sans"/>
              </a:endParaRPr>
            </a:p>
            <a:p>
              <a:pPr marL="457200" lvl="0" indent="-304800" algn="l" rtl="0">
                <a:lnSpc>
                  <a:spcPct val="150000"/>
                </a:lnSpc>
                <a:spcBef>
                  <a:spcPts val="20"/>
                </a:spcBef>
                <a:spcAft>
                  <a:spcPts val="0"/>
                </a:spcAft>
                <a:buClr>
                  <a:srgbClr val="FFFFFF"/>
                </a:buClr>
                <a:buSzPts val="1200"/>
                <a:buFont typeface="IBM Plex Sans"/>
                <a:buChar char="■"/>
              </a:pPr>
              <a:r>
                <a:rPr lang="en" sz="1200">
                  <a:solidFill>
                    <a:srgbClr val="FFFFFF"/>
                  </a:solidFill>
                  <a:latin typeface="IBM Plex Sans"/>
                  <a:ea typeface="IBM Plex Sans"/>
                  <a:cs typeface="IBM Plex Sans"/>
                  <a:sym typeface="IBM Plex Sans"/>
                </a:rPr>
                <a:t>Filter everything, together</a:t>
              </a:r>
              <a:endParaRPr sz="1200">
                <a:solidFill>
                  <a:srgbClr val="FFFFFF"/>
                </a:solidFill>
                <a:latin typeface="IBM Plex Sans"/>
                <a:ea typeface="IBM Plex Sans"/>
                <a:cs typeface="IBM Plex Sans"/>
                <a:sym typeface="IBM Plex Sans"/>
              </a:endParaRPr>
            </a:p>
            <a:p>
              <a:pPr marL="457200" lvl="0" indent="-304800" algn="l" rtl="0">
                <a:lnSpc>
                  <a:spcPct val="150000"/>
                </a:lnSpc>
                <a:spcBef>
                  <a:spcPts val="20"/>
                </a:spcBef>
                <a:spcAft>
                  <a:spcPts val="0"/>
                </a:spcAft>
                <a:buClr>
                  <a:srgbClr val="FFFFFF"/>
                </a:buClr>
                <a:buSzPts val="1200"/>
                <a:buFont typeface="IBM Plex Sans"/>
                <a:buChar char="■"/>
              </a:pPr>
              <a:r>
                <a:rPr lang="en" sz="1200">
                  <a:solidFill>
                    <a:srgbClr val="FFFFFF"/>
                  </a:solidFill>
                  <a:latin typeface="IBM Plex Sans"/>
                  <a:ea typeface="IBM Plex Sans"/>
                  <a:cs typeface="IBM Plex Sans"/>
                  <a:sym typeface="IBM Plex Sans"/>
                </a:rPr>
                <a:t>Elasticsearch replaces relational DB</a:t>
              </a:r>
              <a:endParaRPr sz="1200">
                <a:solidFill>
                  <a:srgbClr val="FFFFFF"/>
                </a:solidFill>
                <a:latin typeface="IBM Plex Sans"/>
                <a:ea typeface="IBM Plex Sans"/>
                <a:cs typeface="IBM Plex Sans"/>
                <a:sym typeface="IBM Plex Sans"/>
              </a:endParaRPr>
            </a:p>
            <a:p>
              <a:pPr marL="457200" lvl="0" indent="-304800" algn="l" rtl="0">
                <a:lnSpc>
                  <a:spcPct val="150000"/>
                </a:lnSpc>
                <a:spcBef>
                  <a:spcPts val="20"/>
                </a:spcBef>
                <a:spcAft>
                  <a:spcPts val="0"/>
                </a:spcAft>
                <a:buClr>
                  <a:srgbClr val="FFFFFF"/>
                </a:buClr>
                <a:buSzPts val="1200"/>
                <a:buFont typeface="IBM Plex Sans"/>
                <a:buChar char="■"/>
              </a:pPr>
              <a:r>
                <a:rPr lang="en" sz="1200">
                  <a:solidFill>
                    <a:srgbClr val="FFFFFF"/>
                  </a:solidFill>
                  <a:latin typeface="IBM Plex Sans"/>
                  <a:ea typeface="IBM Plex Sans"/>
                  <a:cs typeface="IBM Plex Sans"/>
                  <a:sym typeface="IBM Plex Sans"/>
                </a:rPr>
                <a:t>Improved navigation</a:t>
              </a:r>
              <a:endParaRPr sz="1200">
                <a:solidFill>
                  <a:srgbClr val="FFFFFF"/>
                </a:solidFill>
                <a:latin typeface="IBM Plex Sans"/>
                <a:ea typeface="IBM Plex Sans"/>
                <a:cs typeface="IBM Plex Sans"/>
                <a:sym typeface="IBM Plex Sans"/>
              </a:endParaRPr>
            </a:p>
            <a:p>
              <a:pPr marL="457200" lvl="0" indent="-304800" algn="l" rtl="0">
                <a:lnSpc>
                  <a:spcPct val="150000"/>
                </a:lnSpc>
                <a:spcBef>
                  <a:spcPts val="20"/>
                </a:spcBef>
                <a:spcAft>
                  <a:spcPts val="20"/>
                </a:spcAft>
                <a:buClr>
                  <a:srgbClr val="FFFFFF"/>
                </a:buClr>
                <a:buSzPts val="1200"/>
                <a:buFont typeface="IBM Plex Sans"/>
                <a:buChar char="■"/>
              </a:pPr>
              <a:r>
                <a:rPr lang="en" sz="1200">
                  <a:solidFill>
                    <a:srgbClr val="FFFFFF"/>
                  </a:solidFill>
                  <a:latin typeface="IBM Plex Sans"/>
                  <a:ea typeface="IBM Plex Sans"/>
                  <a:cs typeface="IBM Plex Sans"/>
                  <a:sym typeface="IBM Plex Sans"/>
                </a:rPr>
                <a:t>Batch operations now easier</a:t>
              </a:r>
              <a:endParaRPr sz="1200">
                <a:solidFill>
                  <a:srgbClr val="FFFFFF"/>
                </a:solidFill>
                <a:latin typeface="IBM Plex Sans"/>
                <a:ea typeface="IBM Plex Sans"/>
                <a:cs typeface="IBM Plex Sans"/>
                <a:sym typeface="IBM Plex Sans"/>
              </a:endParaRPr>
            </a:p>
          </p:txBody>
        </p:sp>
      </p:grpSp>
      <p:sp>
        <p:nvSpPr>
          <p:cNvPr id="4187" name="Google Shape;4187;p184"/>
          <p:cNvSpPr txBox="1"/>
          <p:nvPr/>
        </p:nvSpPr>
        <p:spPr>
          <a:xfrm>
            <a:off x="371520" y="257310"/>
            <a:ext cx="8400900" cy="5487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SzPts val="1100"/>
              <a:buNone/>
            </a:pPr>
            <a:r>
              <a:rPr lang="en" sz="2400" b="1">
                <a:solidFill>
                  <a:schemeClr val="lt1"/>
                </a:solidFill>
                <a:latin typeface="IBM Plex Sans"/>
                <a:ea typeface="IBM Plex Sans"/>
                <a:cs typeface="IBM Plex Sans"/>
                <a:sym typeface="IBM Plex Sans"/>
              </a:rPr>
              <a:t>Camunda Platform: The Universal Process Orchestrator</a:t>
            </a:r>
            <a:endParaRPr sz="2400" b="1">
              <a:solidFill>
                <a:schemeClr val="lt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4181"/>
                                        </p:tgtEl>
                                        <p:attrNameLst>
                                          <p:attrName>style.visibility</p:attrName>
                                        </p:attrNameLst>
                                      </p:cBhvr>
                                      <p:to>
                                        <p:strVal val="visible"/>
                                      </p:to>
                                    </p:set>
                                    <p:animEffect transition="in" filter="fade">
                                      <p:cBhvr>
                                        <p:cTn id="7" dur="1000"/>
                                        <p:tgtEl>
                                          <p:spTgt spid="418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Shape 4191"/>
        <p:cNvGrpSpPr/>
        <p:nvPr/>
      </p:nvGrpSpPr>
      <p:grpSpPr>
        <a:xfrm>
          <a:off x="0" y="0"/>
          <a:ext cx="0" cy="0"/>
          <a:chOff x="0" y="0"/>
          <a:chExt cx="0" cy="0"/>
        </a:xfrm>
      </p:grpSpPr>
      <p:grpSp>
        <p:nvGrpSpPr>
          <p:cNvPr id="4192" name="Google Shape;4192;p185"/>
          <p:cNvGrpSpPr/>
          <p:nvPr/>
        </p:nvGrpSpPr>
        <p:grpSpPr>
          <a:xfrm>
            <a:off x="401918" y="887258"/>
            <a:ext cx="2677500" cy="1995569"/>
            <a:chOff x="6345518" y="887258"/>
            <a:chExt cx="2677500" cy="1995569"/>
          </a:xfrm>
        </p:grpSpPr>
        <p:sp>
          <p:nvSpPr>
            <p:cNvPr id="4193" name="Google Shape;4193;p185"/>
            <p:cNvSpPr/>
            <p:nvPr/>
          </p:nvSpPr>
          <p:spPr>
            <a:xfrm>
              <a:off x="6409293" y="1725427"/>
              <a:ext cx="2549700" cy="1157400"/>
            </a:xfrm>
            <a:prstGeom prst="roundRect">
              <a:avLst>
                <a:gd name="adj" fmla="val 9104"/>
              </a:avLst>
            </a:prstGeom>
            <a:solidFill>
              <a:srgbClr val="F7F7F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4" name="Google Shape;4194;p185"/>
            <p:cNvSpPr txBox="1"/>
            <p:nvPr/>
          </p:nvSpPr>
          <p:spPr>
            <a:xfrm>
              <a:off x="7016174" y="887258"/>
              <a:ext cx="1336200" cy="246300"/>
            </a:xfrm>
            <a:prstGeom prst="rect">
              <a:avLst/>
            </a:prstGeom>
            <a:noFill/>
            <a:ln>
              <a:noFill/>
            </a:ln>
          </p:spPr>
          <p:txBody>
            <a:bodyPr spcFirstLastPara="1" wrap="square" lIns="0" tIns="0" rIns="0" bIns="0" anchor="t" anchorCtr="0">
              <a:spAutoFit/>
            </a:bodyPr>
            <a:lstStyle/>
            <a:p>
              <a:pPr marL="0" lvl="0" indent="0" algn="ctr" rtl="0">
                <a:spcBef>
                  <a:spcPts val="0"/>
                </a:spcBef>
                <a:spcAft>
                  <a:spcPts val="0"/>
                </a:spcAft>
                <a:buNone/>
              </a:pPr>
              <a:r>
                <a:rPr lang="en" sz="1600" b="1">
                  <a:solidFill>
                    <a:srgbClr val="26D07C"/>
                  </a:solidFill>
                  <a:latin typeface="IBM Plex Sans"/>
                  <a:ea typeface="IBM Plex Sans"/>
                  <a:cs typeface="IBM Plex Sans"/>
                  <a:sym typeface="IBM Plex Sans"/>
                </a:rPr>
                <a:t>Improve</a:t>
              </a:r>
              <a:endParaRPr sz="1600">
                <a:solidFill>
                  <a:srgbClr val="26D07C"/>
                </a:solidFill>
              </a:endParaRPr>
            </a:p>
          </p:txBody>
        </p:sp>
        <p:sp>
          <p:nvSpPr>
            <p:cNvPr id="4195" name="Google Shape;4195;p185"/>
            <p:cNvSpPr txBox="1"/>
            <p:nvPr/>
          </p:nvSpPr>
          <p:spPr>
            <a:xfrm>
              <a:off x="6345518" y="1129352"/>
              <a:ext cx="2677500" cy="431100"/>
            </a:xfrm>
            <a:prstGeom prst="rect">
              <a:avLst/>
            </a:prstGeom>
            <a:noFill/>
            <a:ln>
              <a:noFill/>
            </a:ln>
          </p:spPr>
          <p:txBody>
            <a:bodyPr spcFirstLastPara="1" wrap="square" lIns="91425" tIns="91425" rIns="91425" bIns="91425" anchor="t" anchorCtr="0">
              <a:spAutoFit/>
            </a:bodyPr>
            <a:lstStyle/>
            <a:p>
              <a:pPr marL="12700" lvl="0" indent="0" algn="ctr" rtl="0">
                <a:spcBef>
                  <a:spcPts val="0"/>
                </a:spcBef>
                <a:spcAft>
                  <a:spcPts val="0"/>
                </a:spcAft>
                <a:buNone/>
              </a:pPr>
              <a:r>
                <a:rPr lang="en" sz="800">
                  <a:solidFill>
                    <a:schemeClr val="lt2"/>
                  </a:solidFill>
                  <a:latin typeface="IBM Plex Sans"/>
                  <a:ea typeface="IBM Plex Sans"/>
                  <a:cs typeface="IBM Plex Sans"/>
                  <a:sym typeface="IBM Plex Sans"/>
                </a:rPr>
                <a:t>Teams have the insights to fix the highest ROI problems for their business processes.</a:t>
              </a:r>
              <a:endParaRPr sz="800">
                <a:solidFill>
                  <a:schemeClr val="lt2"/>
                </a:solidFill>
                <a:latin typeface="IBM Plex Sans"/>
                <a:ea typeface="IBM Plex Sans"/>
                <a:cs typeface="IBM Plex Sans"/>
                <a:sym typeface="IBM Plex Sans"/>
              </a:endParaRPr>
            </a:p>
          </p:txBody>
        </p:sp>
        <p:grpSp>
          <p:nvGrpSpPr>
            <p:cNvPr id="4196" name="Google Shape;4196;p185"/>
            <p:cNvGrpSpPr/>
            <p:nvPr/>
          </p:nvGrpSpPr>
          <p:grpSpPr>
            <a:xfrm>
              <a:off x="6606153" y="1955177"/>
              <a:ext cx="457183" cy="457183"/>
              <a:chOff x="6813243" y="2535690"/>
              <a:chExt cx="649500" cy="649500"/>
            </a:xfrm>
          </p:grpSpPr>
          <p:sp>
            <p:nvSpPr>
              <p:cNvPr id="4197" name="Google Shape;4197;p185"/>
              <p:cNvSpPr/>
              <p:nvPr/>
            </p:nvSpPr>
            <p:spPr>
              <a:xfrm>
                <a:off x="6813243" y="2535690"/>
                <a:ext cx="649500" cy="649500"/>
              </a:xfrm>
              <a:prstGeom prst="roundRect">
                <a:avLst>
                  <a:gd name="adj" fmla="val 16667"/>
                </a:avLst>
              </a:prstGeom>
              <a:solidFill>
                <a:srgbClr val="26D07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8" name="Google Shape;4198;p185"/>
              <p:cNvSpPr/>
              <p:nvPr/>
            </p:nvSpPr>
            <p:spPr>
              <a:xfrm>
                <a:off x="6977811" y="2727933"/>
                <a:ext cx="308529" cy="261814"/>
              </a:xfrm>
              <a:custGeom>
                <a:avLst/>
                <a:gdLst/>
                <a:ahLst/>
                <a:cxnLst/>
                <a:rect l="l" t="t" r="r" b="b"/>
                <a:pathLst>
                  <a:path w="13445" h="11408" extrusionOk="0">
                    <a:moveTo>
                      <a:pt x="13445" y="0"/>
                    </a:moveTo>
                    <a:lnTo>
                      <a:pt x="8362" y="404"/>
                    </a:lnTo>
                    <a:lnTo>
                      <a:pt x="9349" y="1836"/>
                    </a:lnTo>
                    <a:lnTo>
                      <a:pt x="7025" y="3576"/>
                    </a:lnTo>
                    <a:lnTo>
                      <a:pt x="6696" y="3852"/>
                    </a:lnTo>
                    <a:lnTo>
                      <a:pt x="6717" y="4170"/>
                    </a:lnTo>
                    <a:lnTo>
                      <a:pt x="7163" y="9412"/>
                    </a:lnTo>
                    <a:lnTo>
                      <a:pt x="4341" y="9094"/>
                    </a:lnTo>
                    <a:lnTo>
                      <a:pt x="4266" y="9094"/>
                    </a:lnTo>
                    <a:lnTo>
                      <a:pt x="4203" y="9115"/>
                    </a:lnTo>
                    <a:lnTo>
                      <a:pt x="1" y="11407"/>
                    </a:lnTo>
                    <a:lnTo>
                      <a:pt x="4298" y="9571"/>
                    </a:lnTo>
                    <a:lnTo>
                      <a:pt x="7524" y="10240"/>
                    </a:lnTo>
                    <a:lnTo>
                      <a:pt x="7969" y="10346"/>
                    </a:lnTo>
                    <a:lnTo>
                      <a:pt x="7969" y="9826"/>
                    </a:lnTo>
                    <a:lnTo>
                      <a:pt x="8086" y="4521"/>
                    </a:lnTo>
                    <a:lnTo>
                      <a:pt x="10272" y="3184"/>
                    </a:lnTo>
                    <a:lnTo>
                      <a:pt x="11248" y="4606"/>
                    </a:lnTo>
                    <a:lnTo>
                      <a:pt x="13445"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199" name="Google Shape;4199;p185"/>
            <p:cNvSpPr txBox="1"/>
            <p:nvPr/>
          </p:nvSpPr>
          <p:spPr>
            <a:xfrm>
              <a:off x="7095562" y="1955177"/>
              <a:ext cx="1697100" cy="484800"/>
            </a:xfrm>
            <a:prstGeom prst="rect">
              <a:avLst/>
            </a:prstGeom>
            <a:noFill/>
            <a:ln>
              <a:noFill/>
            </a:ln>
          </p:spPr>
          <p:txBody>
            <a:bodyPr spcFirstLastPara="1" wrap="square" lIns="182875" tIns="0" rIns="0" bIns="0" anchor="t" anchorCtr="0">
              <a:spAutoFit/>
            </a:bodyPr>
            <a:lstStyle/>
            <a:p>
              <a:pPr marL="12700" lvl="0" indent="0" algn="l" rtl="0">
                <a:lnSpc>
                  <a:spcPct val="150000"/>
                </a:lnSpc>
                <a:spcBef>
                  <a:spcPts val="0"/>
                </a:spcBef>
                <a:spcAft>
                  <a:spcPts val="0"/>
                </a:spcAft>
                <a:buNone/>
              </a:pPr>
              <a:r>
                <a:rPr lang="en" sz="900" b="1">
                  <a:solidFill>
                    <a:schemeClr val="dk1"/>
                  </a:solidFill>
                  <a:latin typeface="IBM Plex Sans"/>
                  <a:ea typeface="IBM Plex Sans"/>
                  <a:cs typeface="IBM Plex Sans"/>
                  <a:sym typeface="IBM Plex Sans"/>
                </a:rPr>
                <a:t>Optimize</a:t>
              </a:r>
              <a:endParaRPr sz="700">
                <a:solidFill>
                  <a:schemeClr val="dk1"/>
                </a:solidFill>
                <a:latin typeface="IBM Plex Sans"/>
                <a:ea typeface="IBM Plex Sans"/>
                <a:cs typeface="IBM Plex Sans"/>
                <a:sym typeface="IBM Plex Sans"/>
              </a:endParaRPr>
            </a:p>
            <a:p>
              <a:pPr marL="12700" lvl="0" indent="0" algn="l" rtl="0">
                <a:spcBef>
                  <a:spcPts val="0"/>
                </a:spcBef>
                <a:spcAft>
                  <a:spcPts val="0"/>
                </a:spcAft>
                <a:buNone/>
              </a:pPr>
              <a:r>
                <a:rPr lang="en" sz="600">
                  <a:solidFill>
                    <a:schemeClr val="dk1"/>
                  </a:solidFill>
                  <a:latin typeface="IBM Plex Sans"/>
                  <a:ea typeface="IBM Plex Sans"/>
                  <a:cs typeface="IBM Plex Sans"/>
                  <a:sym typeface="IBM Plex Sans"/>
                </a:rPr>
                <a:t>Get the insights you need to understand and continuously improve your business processes.</a:t>
              </a:r>
              <a:endParaRPr>
                <a:solidFill>
                  <a:schemeClr val="dk1"/>
                </a:solidFill>
              </a:endParaRPr>
            </a:p>
          </p:txBody>
        </p:sp>
      </p:grpSp>
      <p:sp>
        <p:nvSpPr>
          <p:cNvPr id="4200" name="Google Shape;4200;p185"/>
          <p:cNvSpPr txBox="1">
            <a:spLocks noGrp="1"/>
          </p:cNvSpPr>
          <p:nvPr>
            <p:ph type="sldNum" idx="12"/>
          </p:nvPr>
        </p:nvSpPr>
        <p:spPr>
          <a:xfrm>
            <a:off x="8366700" y="4805546"/>
            <a:ext cx="548700" cy="215400"/>
          </a:xfrm>
          <a:prstGeom prst="rect">
            <a:avLst/>
          </a:prstGeom>
        </p:spPr>
        <p:txBody>
          <a:bodyPr spcFirstLastPara="1" wrap="square" lIns="0" tIns="0" rIns="0" bIns="0" anchor="b" anchorCtr="0">
            <a:normAutofit/>
          </a:bodyPr>
          <a:lstStyle/>
          <a:p>
            <a:pPr marL="0" lvl="0" indent="0" algn="r" rtl="0">
              <a:spcBef>
                <a:spcPts val="0"/>
              </a:spcBef>
              <a:spcAft>
                <a:spcPts val="0"/>
              </a:spcAft>
              <a:buNone/>
            </a:pPr>
            <a:fld id="{00000000-1234-1234-1234-123412341234}" type="slidenum">
              <a:rPr lang="en"/>
              <a:t>36</a:t>
            </a:fld>
            <a:endParaRPr/>
          </a:p>
        </p:txBody>
      </p:sp>
      <p:grpSp>
        <p:nvGrpSpPr>
          <p:cNvPr id="4201" name="Google Shape;4201;p185"/>
          <p:cNvGrpSpPr/>
          <p:nvPr/>
        </p:nvGrpSpPr>
        <p:grpSpPr>
          <a:xfrm>
            <a:off x="4020450" y="862838"/>
            <a:ext cx="4798500" cy="3942712"/>
            <a:chOff x="4020450" y="862838"/>
            <a:chExt cx="4798500" cy="3942712"/>
          </a:xfrm>
        </p:grpSpPr>
        <p:pic>
          <p:nvPicPr>
            <p:cNvPr id="4202" name="Google Shape;4202;p185"/>
            <p:cNvPicPr preferRelativeResize="0"/>
            <p:nvPr/>
          </p:nvPicPr>
          <p:blipFill>
            <a:blip r:embed="rId3">
              <a:alphaModFix/>
            </a:blip>
            <a:stretch>
              <a:fillRect/>
            </a:stretch>
          </p:blipFill>
          <p:spPr>
            <a:xfrm>
              <a:off x="4204525" y="2127750"/>
              <a:ext cx="3859200" cy="2677800"/>
            </a:xfrm>
            <a:prstGeom prst="roundRect">
              <a:avLst>
                <a:gd name="adj" fmla="val 5355"/>
              </a:avLst>
            </a:prstGeom>
            <a:noFill/>
            <a:ln w="9525" cap="flat" cmpd="sng">
              <a:solidFill>
                <a:schemeClr val="accent2"/>
              </a:solidFill>
              <a:prstDash val="solid"/>
              <a:round/>
              <a:headEnd type="none" w="sm" len="sm"/>
              <a:tailEnd type="none" w="sm" len="sm"/>
            </a:ln>
          </p:spPr>
        </p:pic>
        <p:sp>
          <p:nvSpPr>
            <p:cNvPr id="4203" name="Google Shape;4203;p185"/>
            <p:cNvSpPr txBox="1"/>
            <p:nvPr/>
          </p:nvSpPr>
          <p:spPr>
            <a:xfrm>
              <a:off x="4049700" y="862838"/>
              <a:ext cx="4637100" cy="368700"/>
            </a:xfrm>
            <a:prstGeom prst="rect">
              <a:avLst/>
            </a:prstGeom>
            <a:noFill/>
            <a:ln>
              <a:noFill/>
            </a:ln>
          </p:spPr>
          <p:txBody>
            <a:bodyPr spcFirstLastPara="1" wrap="square" lIns="0" tIns="0" rIns="0" bIns="0" anchor="t" anchorCtr="0">
              <a:normAutofit/>
            </a:bodyPr>
            <a:lstStyle/>
            <a:p>
              <a:pPr marL="0" lvl="0" indent="0" algn="l" rtl="0">
                <a:spcBef>
                  <a:spcPts val="0"/>
                </a:spcBef>
                <a:spcAft>
                  <a:spcPts val="0"/>
                </a:spcAft>
                <a:buNone/>
              </a:pPr>
              <a:r>
                <a:rPr lang="en" sz="1600" b="1">
                  <a:solidFill>
                    <a:schemeClr val="accent2"/>
                  </a:solidFill>
                  <a:latin typeface="IBM Plex Sans"/>
                  <a:ea typeface="IBM Plex Sans"/>
                  <a:cs typeface="IBM Plex Sans"/>
                  <a:sym typeface="IBM Plex Sans"/>
                </a:rPr>
                <a:t>Optimize </a:t>
              </a:r>
              <a:r>
                <a:rPr lang="en" sz="1600">
                  <a:solidFill>
                    <a:schemeClr val="accent2"/>
                  </a:solidFill>
                  <a:latin typeface="IBM Plex Sans"/>
                  <a:ea typeface="IBM Plex Sans"/>
                  <a:cs typeface="IBM Plex Sans"/>
                  <a:sym typeface="IBM Plex Sans"/>
                </a:rPr>
                <a:t>for BPMN-based analysis &amp; insights</a:t>
              </a:r>
              <a:endParaRPr sz="1600">
                <a:solidFill>
                  <a:schemeClr val="accent2"/>
                </a:solidFill>
                <a:latin typeface="IBM Plex Sans"/>
                <a:ea typeface="IBM Plex Sans"/>
                <a:cs typeface="IBM Plex Sans"/>
                <a:sym typeface="IBM Plex Sans"/>
              </a:endParaRPr>
            </a:p>
          </p:txBody>
        </p:sp>
        <p:pic>
          <p:nvPicPr>
            <p:cNvPr id="4204" name="Google Shape;4204;p185"/>
            <p:cNvPicPr preferRelativeResize="0"/>
            <p:nvPr/>
          </p:nvPicPr>
          <p:blipFill>
            <a:blip r:embed="rId4">
              <a:alphaModFix/>
            </a:blip>
            <a:stretch>
              <a:fillRect/>
            </a:stretch>
          </p:blipFill>
          <p:spPr>
            <a:xfrm>
              <a:off x="7005448" y="3075975"/>
              <a:ext cx="1813500" cy="1563900"/>
            </a:xfrm>
            <a:prstGeom prst="roundRect">
              <a:avLst>
                <a:gd name="adj" fmla="val 7576"/>
              </a:avLst>
            </a:prstGeom>
            <a:noFill/>
            <a:ln w="9525" cap="flat" cmpd="sng">
              <a:solidFill>
                <a:schemeClr val="accent2"/>
              </a:solidFill>
              <a:prstDash val="solid"/>
              <a:round/>
              <a:headEnd type="none" w="sm" len="sm"/>
              <a:tailEnd type="none" w="sm" len="sm"/>
            </a:ln>
          </p:spPr>
        </p:pic>
        <p:sp>
          <p:nvSpPr>
            <p:cNvPr id="4205" name="Google Shape;4205;p185"/>
            <p:cNvSpPr txBox="1"/>
            <p:nvPr/>
          </p:nvSpPr>
          <p:spPr>
            <a:xfrm>
              <a:off x="4020450" y="1186342"/>
              <a:ext cx="4798500" cy="744000"/>
            </a:xfrm>
            <a:prstGeom prst="rect">
              <a:avLst/>
            </a:prstGeom>
            <a:noFill/>
            <a:ln>
              <a:noFill/>
            </a:ln>
          </p:spPr>
          <p:txBody>
            <a:bodyPr spcFirstLastPara="1" wrap="square" lIns="0" tIns="0" rIns="0" bIns="0" anchor="t" anchorCtr="0">
              <a:spAutoFit/>
            </a:bodyPr>
            <a:lstStyle/>
            <a:p>
              <a:pPr marL="457200" lvl="0" indent="-304800" algn="l" rtl="0">
                <a:lnSpc>
                  <a:spcPct val="150000"/>
                </a:lnSpc>
                <a:spcBef>
                  <a:spcPts val="20"/>
                </a:spcBef>
                <a:spcAft>
                  <a:spcPts val="0"/>
                </a:spcAft>
                <a:buClr>
                  <a:srgbClr val="FFFFFF"/>
                </a:buClr>
                <a:buSzPts val="1200"/>
                <a:buFont typeface="IBM Plex Sans"/>
                <a:buChar char="■"/>
              </a:pPr>
              <a:r>
                <a:rPr lang="en" sz="1200">
                  <a:solidFill>
                    <a:srgbClr val="FFFFFF"/>
                  </a:solidFill>
                  <a:latin typeface="IBM Plex Sans"/>
                  <a:ea typeface="IBM Plex Sans"/>
                  <a:cs typeface="IBM Plex Sans"/>
                  <a:sym typeface="IBM Plex Sans"/>
                </a:rPr>
                <a:t>Process visualization &amp; insights </a:t>
              </a:r>
              <a:endParaRPr sz="1200">
                <a:solidFill>
                  <a:srgbClr val="FFFFFF"/>
                </a:solidFill>
                <a:latin typeface="IBM Plex Sans"/>
                <a:ea typeface="IBM Plex Sans"/>
                <a:cs typeface="IBM Plex Sans"/>
                <a:sym typeface="IBM Plex Sans"/>
              </a:endParaRPr>
            </a:p>
            <a:p>
              <a:pPr marL="457200" lvl="0" indent="-304800" algn="l" rtl="0">
                <a:lnSpc>
                  <a:spcPct val="150000"/>
                </a:lnSpc>
                <a:spcBef>
                  <a:spcPts val="20"/>
                </a:spcBef>
                <a:spcAft>
                  <a:spcPts val="0"/>
                </a:spcAft>
                <a:buClr>
                  <a:srgbClr val="FFFFFF"/>
                </a:buClr>
                <a:buSzPts val="1200"/>
                <a:buFont typeface="IBM Plex Sans"/>
                <a:buChar char="■"/>
              </a:pPr>
              <a:r>
                <a:rPr lang="en" sz="1200">
                  <a:solidFill>
                    <a:srgbClr val="FFFFFF"/>
                  </a:solidFill>
                  <a:latin typeface="IBM Plex Sans"/>
                  <a:ea typeface="IBM Plex Sans"/>
                  <a:cs typeface="IBM Plex Sans"/>
                  <a:sym typeface="IBM Plex Sans"/>
                </a:rPr>
                <a:t>Performance monitoring &amp; alerting</a:t>
              </a:r>
              <a:endParaRPr sz="1200">
                <a:solidFill>
                  <a:srgbClr val="FFFFFF"/>
                </a:solidFill>
                <a:latin typeface="IBM Plex Sans"/>
                <a:ea typeface="IBM Plex Sans"/>
                <a:cs typeface="IBM Plex Sans"/>
                <a:sym typeface="IBM Plex Sans"/>
              </a:endParaRPr>
            </a:p>
            <a:p>
              <a:pPr marL="457200" lvl="0" indent="-304800" algn="l" rtl="0">
                <a:lnSpc>
                  <a:spcPct val="150000"/>
                </a:lnSpc>
                <a:spcBef>
                  <a:spcPts val="20"/>
                </a:spcBef>
                <a:spcAft>
                  <a:spcPts val="20"/>
                </a:spcAft>
                <a:buClr>
                  <a:srgbClr val="FFFFFF"/>
                </a:buClr>
                <a:buSzPts val="1200"/>
                <a:buFont typeface="IBM Plex Sans"/>
                <a:buChar char="■"/>
              </a:pPr>
              <a:r>
                <a:rPr lang="en" sz="1200">
                  <a:solidFill>
                    <a:srgbClr val="FFFFFF"/>
                  </a:solidFill>
                  <a:latin typeface="IBM Plex Sans"/>
                  <a:ea typeface="IBM Plex Sans"/>
                  <a:cs typeface="IBM Plex Sans"/>
                  <a:sym typeface="IBM Plex Sans"/>
                </a:rPr>
                <a:t>Sharable dashboards</a:t>
              </a:r>
              <a:endParaRPr sz="1200">
                <a:solidFill>
                  <a:srgbClr val="FFFFFF"/>
                </a:solidFill>
                <a:latin typeface="IBM Plex Sans"/>
                <a:ea typeface="IBM Plex Sans"/>
                <a:cs typeface="IBM Plex Sans"/>
                <a:sym typeface="IBM Plex Sans"/>
              </a:endParaRPr>
            </a:p>
          </p:txBody>
        </p:sp>
      </p:grpSp>
      <p:sp>
        <p:nvSpPr>
          <p:cNvPr id="4206" name="Google Shape;4206;p185"/>
          <p:cNvSpPr txBox="1"/>
          <p:nvPr/>
        </p:nvSpPr>
        <p:spPr>
          <a:xfrm>
            <a:off x="371520" y="257310"/>
            <a:ext cx="8400900" cy="5487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SzPts val="1100"/>
              <a:buNone/>
            </a:pPr>
            <a:r>
              <a:rPr lang="en" sz="2400" b="1">
                <a:solidFill>
                  <a:schemeClr val="lt1"/>
                </a:solidFill>
                <a:latin typeface="IBM Plex Sans"/>
                <a:ea typeface="IBM Plex Sans"/>
                <a:cs typeface="IBM Plex Sans"/>
                <a:sym typeface="IBM Plex Sans"/>
              </a:rPr>
              <a:t>Camunda Platform: The Universal Process Orchestrator</a:t>
            </a:r>
            <a:endParaRPr sz="2400" b="1">
              <a:solidFill>
                <a:schemeClr val="lt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4192"/>
                                        </p:tgtEl>
                                        <p:attrNameLst>
                                          <p:attrName>style.visibility</p:attrName>
                                        </p:attrNameLst>
                                      </p:cBhvr>
                                      <p:to>
                                        <p:strVal val="visible"/>
                                      </p:to>
                                    </p:set>
                                    <p:animEffect transition="in" filter="fade">
                                      <p:cBhvr>
                                        <p:cTn id="7" dur="1000"/>
                                        <p:tgtEl>
                                          <p:spTgt spid="419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201"/>
                                        </p:tgtEl>
                                        <p:attrNameLst>
                                          <p:attrName>style.visibility</p:attrName>
                                        </p:attrNameLst>
                                      </p:cBhvr>
                                      <p:to>
                                        <p:strVal val="visible"/>
                                      </p:to>
                                    </p:set>
                                    <p:animEffect transition="in" filter="fade">
                                      <p:cBhvr>
                                        <p:cTn id="12" dur="1000"/>
                                        <p:tgtEl>
                                          <p:spTgt spid="420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4211"/>
        <p:cNvGrpSpPr/>
        <p:nvPr/>
      </p:nvGrpSpPr>
      <p:grpSpPr>
        <a:xfrm>
          <a:off x="0" y="0"/>
          <a:ext cx="0" cy="0"/>
          <a:chOff x="0" y="0"/>
          <a:chExt cx="0" cy="0"/>
        </a:xfrm>
      </p:grpSpPr>
      <p:sp>
        <p:nvSpPr>
          <p:cNvPr id="4212" name="Google Shape;4212;p186"/>
          <p:cNvSpPr txBox="1">
            <a:spLocks noGrp="1"/>
          </p:cNvSpPr>
          <p:nvPr>
            <p:ph type="title"/>
          </p:nvPr>
        </p:nvSpPr>
        <p:spPr>
          <a:xfrm>
            <a:off x="371475" y="257176"/>
            <a:ext cx="8400900" cy="5490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en"/>
              <a:t>Enable Business and IT Collaboration</a:t>
            </a:r>
            <a:endParaRPr/>
          </a:p>
          <a:p>
            <a:pPr marL="0" lvl="0" indent="0" algn="l" rtl="0">
              <a:spcBef>
                <a:spcPts val="0"/>
              </a:spcBef>
              <a:spcAft>
                <a:spcPts val="0"/>
              </a:spcAft>
              <a:buNone/>
            </a:pPr>
            <a:endParaRPr sz="900" b="0">
              <a:latin typeface="IBM Plex Sans Medium"/>
              <a:ea typeface="IBM Plex Sans Medium"/>
              <a:cs typeface="IBM Plex Sans Medium"/>
              <a:sym typeface="IBM Plex Sans Medium"/>
            </a:endParaRPr>
          </a:p>
          <a:p>
            <a:pPr marL="0" lvl="0" indent="0" algn="l" rtl="0">
              <a:spcBef>
                <a:spcPts val="0"/>
              </a:spcBef>
              <a:spcAft>
                <a:spcPts val="0"/>
              </a:spcAft>
              <a:buNone/>
            </a:pPr>
            <a:r>
              <a:rPr lang="en" sz="1800" b="0">
                <a:latin typeface="IBM Plex Sans Medium"/>
                <a:ea typeface="IBM Plex Sans Medium"/>
                <a:cs typeface="IBM Plex Sans Medium"/>
                <a:sym typeface="IBM Plex Sans Medium"/>
              </a:rPr>
              <a:t>Developers and Designers iterate with agility on business problems</a:t>
            </a:r>
            <a:endParaRPr sz="1800" b="0">
              <a:latin typeface="IBM Plex Sans Medium"/>
              <a:ea typeface="IBM Plex Sans Medium"/>
              <a:cs typeface="IBM Plex Sans Medium"/>
              <a:sym typeface="IBM Plex Sans Medium"/>
            </a:endParaRPr>
          </a:p>
        </p:txBody>
      </p:sp>
      <p:sp>
        <p:nvSpPr>
          <p:cNvPr id="4213" name="Google Shape;4213;p186"/>
          <p:cNvSpPr/>
          <p:nvPr/>
        </p:nvSpPr>
        <p:spPr>
          <a:xfrm>
            <a:off x="140970" y="1445766"/>
            <a:ext cx="762900" cy="731100"/>
          </a:xfrm>
          <a:prstGeom prst="roundRect">
            <a:avLst>
              <a:gd name="adj" fmla="val 5827"/>
            </a:avLst>
          </a:prstGeom>
          <a:solidFill>
            <a:srgbClr val="1F2A44"/>
          </a:solidFill>
          <a:ln>
            <a:noFill/>
          </a:ln>
        </p:spPr>
        <p:txBody>
          <a:bodyPr spcFirstLastPara="1" wrap="square" lIns="57150" tIns="57150" rIns="57150" bIns="57150" anchor="ctr" anchorCtr="0">
            <a:noAutofit/>
          </a:bodyPr>
          <a:lstStyle/>
          <a:p>
            <a:pPr marL="0" lvl="0" indent="0" algn="l" rtl="0">
              <a:spcBef>
                <a:spcPts val="0"/>
              </a:spcBef>
              <a:spcAft>
                <a:spcPts val="0"/>
              </a:spcAft>
              <a:buNone/>
            </a:pPr>
            <a:endParaRPr/>
          </a:p>
        </p:txBody>
      </p:sp>
      <p:sp>
        <p:nvSpPr>
          <p:cNvPr id="4214" name="Google Shape;4214;p186"/>
          <p:cNvSpPr/>
          <p:nvPr/>
        </p:nvSpPr>
        <p:spPr>
          <a:xfrm>
            <a:off x="660179" y="1649683"/>
            <a:ext cx="43800" cy="43800"/>
          </a:xfrm>
          <a:prstGeom prst="ellipse">
            <a:avLst/>
          </a:prstGeom>
          <a:solidFill>
            <a:srgbClr val="FF6900"/>
          </a:solidFill>
          <a:ln>
            <a:noFill/>
          </a:ln>
        </p:spPr>
        <p:txBody>
          <a:bodyPr spcFirstLastPara="1" wrap="square" lIns="57150" tIns="57150" rIns="57150" bIns="57150" anchor="ctr" anchorCtr="0">
            <a:noAutofit/>
          </a:bodyPr>
          <a:lstStyle/>
          <a:p>
            <a:pPr marL="0" lvl="0" indent="0" algn="l" rtl="0">
              <a:spcBef>
                <a:spcPts val="0"/>
              </a:spcBef>
              <a:spcAft>
                <a:spcPts val="0"/>
              </a:spcAft>
              <a:buNone/>
            </a:pPr>
            <a:endParaRPr/>
          </a:p>
        </p:txBody>
      </p:sp>
      <p:sp>
        <p:nvSpPr>
          <p:cNvPr id="4215" name="Google Shape;4215;p186"/>
          <p:cNvSpPr/>
          <p:nvPr/>
        </p:nvSpPr>
        <p:spPr>
          <a:xfrm>
            <a:off x="760440" y="1649683"/>
            <a:ext cx="43800" cy="43800"/>
          </a:xfrm>
          <a:prstGeom prst="ellipse">
            <a:avLst/>
          </a:prstGeom>
          <a:solidFill>
            <a:srgbClr val="FF6900"/>
          </a:solidFill>
          <a:ln>
            <a:noFill/>
          </a:ln>
        </p:spPr>
        <p:txBody>
          <a:bodyPr spcFirstLastPara="1" wrap="square" lIns="57150" tIns="57150" rIns="57150" bIns="57150" anchor="ctr" anchorCtr="0">
            <a:noAutofit/>
          </a:bodyPr>
          <a:lstStyle/>
          <a:p>
            <a:pPr marL="0" lvl="0" indent="0" algn="l" rtl="0">
              <a:spcBef>
                <a:spcPts val="0"/>
              </a:spcBef>
              <a:spcAft>
                <a:spcPts val="0"/>
              </a:spcAft>
              <a:buNone/>
            </a:pPr>
            <a:endParaRPr/>
          </a:p>
        </p:txBody>
      </p:sp>
      <p:sp>
        <p:nvSpPr>
          <p:cNvPr id="4216" name="Google Shape;4216;p186"/>
          <p:cNvSpPr/>
          <p:nvPr/>
        </p:nvSpPr>
        <p:spPr>
          <a:xfrm>
            <a:off x="660179" y="1746058"/>
            <a:ext cx="43800" cy="43800"/>
          </a:xfrm>
          <a:prstGeom prst="ellipse">
            <a:avLst/>
          </a:prstGeom>
          <a:solidFill>
            <a:srgbClr val="FF6900"/>
          </a:solidFill>
          <a:ln>
            <a:noFill/>
          </a:ln>
        </p:spPr>
        <p:txBody>
          <a:bodyPr spcFirstLastPara="1" wrap="square" lIns="57150" tIns="57150" rIns="57150" bIns="57150" anchor="ctr" anchorCtr="0">
            <a:noAutofit/>
          </a:bodyPr>
          <a:lstStyle/>
          <a:p>
            <a:pPr marL="0" lvl="0" indent="0" algn="l" rtl="0">
              <a:spcBef>
                <a:spcPts val="0"/>
              </a:spcBef>
              <a:spcAft>
                <a:spcPts val="0"/>
              </a:spcAft>
              <a:buNone/>
            </a:pPr>
            <a:endParaRPr/>
          </a:p>
        </p:txBody>
      </p:sp>
      <p:sp>
        <p:nvSpPr>
          <p:cNvPr id="4217" name="Google Shape;4217;p186"/>
          <p:cNvSpPr/>
          <p:nvPr/>
        </p:nvSpPr>
        <p:spPr>
          <a:xfrm>
            <a:off x="760440" y="1746058"/>
            <a:ext cx="43800" cy="43800"/>
          </a:xfrm>
          <a:prstGeom prst="ellipse">
            <a:avLst/>
          </a:prstGeom>
          <a:solidFill>
            <a:srgbClr val="FF6900"/>
          </a:solidFill>
          <a:ln>
            <a:noFill/>
          </a:ln>
        </p:spPr>
        <p:txBody>
          <a:bodyPr spcFirstLastPara="1" wrap="square" lIns="57150" tIns="57150" rIns="57150" bIns="57150" anchor="ctr" anchorCtr="0">
            <a:noAutofit/>
          </a:bodyPr>
          <a:lstStyle/>
          <a:p>
            <a:pPr marL="0" lvl="0" indent="0" algn="l" rtl="0">
              <a:spcBef>
                <a:spcPts val="0"/>
              </a:spcBef>
              <a:spcAft>
                <a:spcPts val="0"/>
              </a:spcAft>
              <a:buNone/>
            </a:pPr>
            <a:endParaRPr/>
          </a:p>
        </p:txBody>
      </p:sp>
      <p:sp>
        <p:nvSpPr>
          <p:cNvPr id="4218" name="Google Shape;4218;p186"/>
          <p:cNvSpPr/>
          <p:nvPr/>
        </p:nvSpPr>
        <p:spPr>
          <a:xfrm>
            <a:off x="660179" y="1842432"/>
            <a:ext cx="43800" cy="43800"/>
          </a:xfrm>
          <a:prstGeom prst="ellipse">
            <a:avLst/>
          </a:prstGeom>
          <a:solidFill>
            <a:srgbClr val="FF6900"/>
          </a:solidFill>
          <a:ln>
            <a:noFill/>
          </a:ln>
        </p:spPr>
        <p:txBody>
          <a:bodyPr spcFirstLastPara="1" wrap="square" lIns="57150" tIns="57150" rIns="57150" bIns="57150" anchor="ctr" anchorCtr="0">
            <a:noAutofit/>
          </a:bodyPr>
          <a:lstStyle/>
          <a:p>
            <a:pPr marL="0" lvl="0" indent="0" algn="l" rtl="0">
              <a:spcBef>
                <a:spcPts val="0"/>
              </a:spcBef>
              <a:spcAft>
                <a:spcPts val="0"/>
              </a:spcAft>
              <a:buNone/>
            </a:pPr>
            <a:endParaRPr/>
          </a:p>
        </p:txBody>
      </p:sp>
      <p:sp>
        <p:nvSpPr>
          <p:cNvPr id="4219" name="Google Shape;4219;p186"/>
          <p:cNvSpPr/>
          <p:nvPr/>
        </p:nvSpPr>
        <p:spPr>
          <a:xfrm>
            <a:off x="760440" y="1842432"/>
            <a:ext cx="43800" cy="43800"/>
          </a:xfrm>
          <a:prstGeom prst="ellipse">
            <a:avLst/>
          </a:prstGeom>
          <a:solidFill>
            <a:srgbClr val="FF6900"/>
          </a:solidFill>
          <a:ln>
            <a:noFill/>
          </a:ln>
        </p:spPr>
        <p:txBody>
          <a:bodyPr spcFirstLastPara="1" wrap="square" lIns="57150" tIns="57150" rIns="57150" bIns="57150" anchor="ctr" anchorCtr="0">
            <a:noAutofit/>
          </a:bodyPr>
          <a:lstStyle/>
          <a:p>
            <a:pPr marL="0" lvl="0" indent="0" algn="l" rtl="0">
              <a:spcBef>
                <a:spcPts val="0"/>
              </a:spcBef>
              <a:spcAft>
                <a:spcPts val="0"/>
              </a:spcAft>
              <a:buNone/>
            </a:pPr>
            <a:endParaRPr/>
          </a:p>
        </p:txBody>
      </p:sp>
      <p:sp>
        <p:nvSpPr>
          <p:cNvPr id="4220" name="Google Shape;4220;p186"/>
          <p:cNvSpPr/>
          <p:nvPr/>
        </p:nvSpPr>
        <p:spPr>
          <a:xfrm>
            <a:off x="660179" y="1938807"/>
            <a:ext cx="43800" cy="43800"/>
          </a:xfrm>
          <a:prstGeom prst="ellipse">
            <a:avLst/>
          </a:prstGeom>
          <a:solidFill>
            <a:srgbClr val="FF6900"/>
          </a:solidFill>
          <a:ln>
            <a:noFill/>
          </a:ln>
        </p:spPr>
        <p:txBody>
          <a:bodyPr spcFirstLastPara="1" wrap="square" lIns="57150" tIns="57150" rIns="57150" bIns="57150" anchor="ctr" anchorCtr="0">
            <a:noAutofit/>
          </a:bodyPr>
          <a:lstStyle/>
          <a:p>
            <a:pPr marL="0" lvl="0" indent="0" algn="l" rtl="0">
              <a:spcBef>
                <a:spcPts val="0"/>
              </a:spcBef>
              <a:spcAft>
                <a:spcPts val="0"/>
              </a:spcAft>
              <a:buNone/>
            </a:pPr>
            <a:endParaRPr/>
          </a:p>
        </p:txBody>
      </p:sp>
      <p:sp>
        <p:nvSpPr>
          <p:cNvPr id="4221" name="Google Shape;4221;p186"/>
          <p:cNvSpPr/>
          <p:nvPr/>
        </p:nvSpPr>
        <p:spPr>
          <a:xfrm>
            <a:off x="760440" y="1938807"/>
            <a:ext cx="43800" cy="43800"/>
          </a:xfrm>
          <a:prstGeom prst="ellipse">
            <a:avLst/>
          </a:prstGeom>
          <a:solidFill>
            <a:srgbClr val="FF6900"/>
          </a:solidFill>
          <a:ln>
            <a:noFill/>
          </a:ln>
        </p:spPr>
        <p:txBody>
          <a:bodyPr spcFirstLastPara="1" wrap="square" lIns="57150" tIns="57150" rIns="57150" bIns="57150" anchor="ctr" anchorCtr="0">
            <a:noAutofit/>
          </a:bodyPr>
          <a:lstStyle/>
          <a:p>
            <a:pPr marL="0" lvl="0" indent="0" algn="l" rtl="0">
              <a:spcBef>
                <a:spcPts val="0"/>
              </a:spcBef>
              <a:spcAft>
                <a:spcPts val="0"/>
              </a:spcAft>
              <a:buNone/>
            </a:pPr>
            <a:endParaRPr/>
          </a:p>
        </p:txBody>
      </p:sp>
      <p:sp>
        <p:nvSpPr>
          <p:cNvPr id="4222" name="Google Shape;4222;p186"/>
          <p:cNvSpPr/>
          <p:nvPr/>
        </p:nvSpPr>
        <p:spPr>
          <a:xfrm>
            <a:off x="660179" y="2035182"/>
            <a:ext cx="43800" cy="43800"/>
          </a:xfrm>
          <a:prstGeom prst="ellipse">
            <a:avLst/>
          </a:prstGeom>
          <a:solidFill>
            <a:srgbClr val="FF6900"/>
          </a:solidFill>
          <a:ln>
            <a:noFill/>
          </a:ln>
        </p:spPr>
        <p:txBody>
          <a:bodyPr spcFirstLastPara="1" wrap="square" lIns="57150" tIns="57150" rIns="57150" bIns="57150" anchor="ctr" anchorCtr="0">
            <a:noAutofit/>
          </a:bodyPr>
          <a:lstStyle/>
          <a:p>
            <a:pPr marL="0" lvl="0" indent="0" algn="l" rtl="0">
              <a:spcBef>
                <a:spcPts val="0"/>
              </a:spcBef>
              <a:spcAft>
                <a:spcPts val="0"/>
              </a:spcAft>
              <a:buNone/>
            </a:pPr>
            <a:endParaRPr/>
          </a:p>
        </p:txBody>
      </p:sp>
      <p:sp>
        <p:nvSpPr>
          <p:cNvPr id="4223" name="Google Shape;4223;p186"/>
          <p:cNvSpPr/>
          <p:nvPr/>
        </p:nvSpPr>
        <p:spPr>
          <a:xfrm>
            <a:off x="760440" y="2035182"/>
            <a:ext cx="43800" cy="43800"/>
          </a:xfrm>
          <a:prstGeom prst="ellipse">
            <a:avLst/>
          </a:prstGeom>
          <a:solidFill>
            <a:srgbClr val="FF6900"/>
          </a:solidFill>
          <a:ln>
            <a:noFill/>
          </a:ln>
        </p:spPr>
        <p:txBody>
          <a:bodyPr spcFirstLastPara="1" wrap="square" lIns="57150" tIns="57150" rIns="57150" bIns="57150" anchor="ctr" anchorCtr="0">
            <a:noAutofit/>
          </a:bodyPr>
          <a:lstStyle/>
          <a:p>
            <a:pPr marL="0" lvl="0" indent="0" algn="l" rtl="0">
              <a:spcBef>
                <a:spcPts val="0"/>
              </a:spcBef>
              <a:spcAft>
                <a:spcPts val="0"/>
              </a:spcAft>
              <a:buNone/>
            </a:pPr>
            <a:endParaRPr/>
          </a:p>
        </p:txBody>
      </p:sp>
      <p:sp>
        <p:nvSpPr>
          <p:cNvPr id="4224" name="Google Shape;4224;p186"/>
          <p:cNvSpPr/>
          <p:nvPr/>
        </p:nvSpPr>
        <p:spPr>
          <a:xfrm>
            <a:off x="336086" y="1938807"/>
            <a:ext cx="43800" cy="43800"/>
          </a:xfrm>
          <a:prstGeom prst="ellipse">
            <a:avLst/>
          </a:prstGeom>
          <a:solidFill>
            <a:srgbClr val="0072CE"/>
          </a:solidFill>
          <a:ln>
            <a:noFill/>
          </a:ln>
        </p:spPr>
        <p:txBody>
          <a:bodyPr spcFirstLastPara="1" wrap="square" lIns="57150" tIns="57150" rIns="57150" bIns="57150" anchor="ctr" anchorCtr="0">
            <a:noAutofit/>
          </a:bodyPr>
          <a:lstStyle/>
          <a:p>
            <a:pPr marL="0" lvl="0" indent="0" algn="l" rtl="0">
              <a:spcBef>
                <a:spcPts val="0"/>
              </a:spcBef>
              <a:spcAft>
                <a:spcPts val="0"/>
              </a:spcAft>
              <a:buNone/>
            </a:pPr>
            <a:endParaRPr/>
          </a:p>
        </p:txBody>
      </p:sp>
      <p:sp>
        <p:nvSpPr>
          <p:cNvPr id="4225" name="Google Shape;4225;p186"/>
          <p:cNvSpPr/>
          <p:nvPr/>
        </p:nvSpPr>
        <p:spPr>
          <a:xfrm>
            <a:off x="235825" y="2035182"/>
            <a:ext cx="43800" cy="43800"/>
          </a:xfrm>
          <a:prstGeom prst="ellipse">
            <a:avLst/>
          </a:prstGeom>
          <a:solidFill>
            <a:srgbClr val="0072CE"/>
          </a:solidFill>
          <a:ln>
            <a:noFill/>
          </a:ln>
        </p:spPr>
        <p:txBody>
          <a:bodyPr spcFirstLastPara="1" wrap="square" lIns="57150" tIns="57150" rIns="57150" bIns="57150" anchor="ctr" anchorCtr="0">
            <a:noAutofit/>
          </a:bodyPr>
          <a:lstStyle/>
          <a:p>
            <a:pPr marL="0" lvl="0" indent="0" algn="l" rtl="0">
              <a:spcBef>
                <a:spcPts val="0"/>
              </a:spcBef>
              <a:spcAft>
                <a:spcPts val="0"/>
              </a:spcAft>
              <a:buNone/>
            </a:pPr>
            <a:endParaRPr/>
          </a:p>
        </p:txBody>
      </p:sp>
      <p:sp>
        <p:nvSpPr>
          <p:cNvPr id="4226" name="Google Shape;4226;p186"/>
          <p:cNvSpPr/>
          <p:nvPr/>
        </p:nvSpPr>
        <p:spPr>
          <a:xfrm>
            <a:off x="336086" y="2035182"/>
            <a:ext cx="43800" cy="43800"/>
          </a:xfrm>
          <a:prstGeom prst="ellipse">
            <a:avLst/>
          </a:prstGeom>
          <a:solidFill>
            <a:srgbClr val="0072CE"/>
          </a:solidFill>
          <a:ln>
            <a:noFill/>
          </a:ln>
        </p:spPr>
        <p:txBody>
          <a:bodyPr spcFirstLastPara="1" wrap="square" lIns="57150" tIns="57150" rIns="57150" bIns="57150" anchor="ctr" anchorCtr="0">
            <a:noAutofit/>
          </a:bodyPr>
          <a:lstStyle/>
          <a:p>
            <a:pPr marL="0" lvl="0" indent="0" algn="l" rtl="0">
              <a:spcBef>
                <a:spcPts val="0"/>
              </a:spcBef>
              <a:spcAft>
                <a:spcPts val="0"/>
              </a:spcAft>
              <a:buNone/>
            </a:pPr>
            <a:endParaRPr/>
          </a:p>
        </p:txBody>
      </p:sp>
      <p:sp>
        <p:nvSpPr>
          <p:cNvPr id="4227" name="Google Shape;4227;p186"/>
          <p:cNvSpPr/>
          <p:nvPr/>
        </p:nvSpPr>
        <p:spPr>
          <a:xfrm>
            <a:off x="544372" y="1746058"/>
            <a:ext cx="43800" cy="43800"/>
          </a:xfrm>
          <a:prstGeom prst="ellipse">
            <a:avLst/>
          </a:prstGeom>
          <a:solidFill>
            <a:srgbClr val="FFC600"/>
          </a:solidFill>
          <a:ln>
            <a:noFill/>
          </a:ln>
        </p:spPr>
        <p:txBody>
          <a:bodyPr spcFirstLastPara="1" wrap="square" lIns="57150" tIns="57150" rIns="57150" bIns="57150" anchor="ctr" anchorCtr="0">
            <a:noAutofit/>
          </a:bodyPr>
          <a:lstStyle/>
          <a:p>
            <a:pPr marL="0" lvl="0" indent="0" algn="l" rtl="0">
              <a:spcBef>
                <a:spcPts val="0"/>
              </a:spcBef>
              <a:spcAft>
                <a:spcPts val="0"/>
              </a:spcAft>
              <a:buNone/>
            </a:pPr>
            <a:endParaRPr/>
          </a:p>
        </p:txBody>
      </p:sp>
      <p:sp>
        <p:nvSpPr>
          <p:cNvPr id="4228" name="Google Shape;4228;p186"/>
          <p:cNvSpPr/>
          <p:nvPr/>
        </p:nvSpPr>
        <p:spPr>
          <a:xfrm>
            <a:off x="444111" y="1842432"/>
            <a:ext cx="43800" cy="43800"/>
          </a:xfrm>
          <a:prstGeom prst="ellipse">
            <a:avLst/>
          </a:prstGeom>
          <a:solidFill>
            <a:srgbClr val="FFC600"/>
          </a:solidFill>
          <a:ln>
            <a:noFill/>
          </a:ln>
        </p:spPr>
        <p:txBody>
          <a:bodyPr spcFirstLastPara="1" wrap="square" lIns="57150" tIns="57150" rIns="57150" bIns="57150" anchor="ctr" anchorCtr="0">
            <a:noAutofit/>
          </a:bodyPr>
          <a:lstStyle/>
          <a:p>
            <a:pPr marL="0" lvl="0" indent="0" algn="l" rtl="0">
              <a:spcBef>
                <a:spcPts val="0"/>
              </a:spcBef>
              <a:spcAft>
                <a:spcPts val="0"/>
              </a:spcAft>
              <a:buNone/>
            </a:pPr>
            <a:endParaRPr/>
          </a:p>
        </p:txBody>
      </p:sp>
      <p:sp>
        <p:nvSpPr>
          <p:cNvPr id="4229" name="Google Shape;4229;p186"/>
          <p:cNvSpPr/>
          <p:nvPr/>
        </p:nvSpPr>
        <p:spPr>
          <a:xfrm>
            <a:off x="544372" y="1842432"/>
            <a:ext cx="43800" cy="43800"/>
          </a:xfrm>
          <a:prstGeom prst="ellipse">
            <a:avLst/>
          </a:prstGeom>
          <a:solidFill>
            <a:srgbClr val="FFC600"/>
          </a:solidFill>
          <a:ln>
            <a:noFill/>
          </a:ln>
        </p:spPr>
        <p:txBody>
          <a:bodyPr spcFirstLastPara="1" wrap="square" lIns="57150" tIns="57150" rIns="57150" bIns="57150" anchor="ctr" anchorCtr="0">
            <a:noAutofit/>
          </a:bodyPr>
          <a:lstStyle/>
          <a:p>
            <a:pPr marL="0" lvl="0" indent="0" algn="l" rtl="0">
              <a:spcBef>
                <a:spcPts val="0"/>
              </a:spcBef>
              <a:spcAft>
                <a:spcPts val="0"/>
              </a:spcAft>
              <a:buNone/>
            </a:pPr>
            <a:endParaRPr/>
          </a:p>
        </p:txBody>
      </p:sp>
      <p:sp>
        <p:nvSpPr>
          <p:cNvPr id="4230" name="Google Shape;4230;p186"/>
          <p:cNvSpPr/>
          <p:nvPr/>
        </p:nvSpPr>
        <p:spPr>
          <a:xfrm>
            <a:off x="444111" y="1938807"/>
            <a:ext cx="43800" cy="43800"/>
          </a:xfrm>
          <a:prstGeom prst="ellipse">
            <a:avLst/>
          </a:prstGeom>
          <a:solidFill>
            <a:srgbClr val="FFC600"/>
          </a:solidFill>
          <a:ln>
            <a:noFill/>
          </a:ln>
        </p:spPr>
        <p:txBody>
          <a:bodyPr spcFirstLastPara="1" wrap="square" lIns="57150" tIns="57150" rIns="57150" bIns="57150" anchor="ctr" anchorCtr="0">
            <a:noAutofit/>
          </a:bodyPr>
          <a:lstStyle/>
          <a:p>
            <a:pPr marL="0" lvl="0" indent="0" algn="l" rtl="0">
              <a:spcBef>
                <a:spcPts val="0"/>
              </a:spcBef>
              <a:spcAft>
                <a:spcPts val="0"/>
              </a:spcAft>
              <a:buNone/>
            </a:pPr>
            <a:endParaRPr/>
          </a:p>
        </p:txBody>
      </p:sp>
      <p:sp>
        <p:nvSpPr>
          <p:cNvPr id="4231" name="Google Shape;4231;p186"/>
          <p:cNvSpPr/>
          <p:nvPr/>
        </p:nvSpPr>
        <p:spPr>
          <a:xfrm>
            <a:off x="544372" y="1938807"/>
            <a:ext cx="43800" cy="43800"/>
          </a:xfrm>
          <a:prstGeom prst="ellipse">
            <a:avLst/>
          </a:prstGeom>
          <a:solidFill>
            <a:srgbClr val="FFC600"/>
          </a:solidFill>
          <a:ln>
            <a:noFill/>
          </a:ln>
        </p:spPr>
        <p:txBody>
          <a:bodyPr spcFirstLastPara="1" wrap="square" lIns="57150" tIns="57150" rIns="57150" bIns="57150" anchor="ctr" anchorCtr="0">
            <a:noAutofit/>
          </a:bodyPr>
          <a:lstStyle/>
          <a:p>
            <a:pPr marL="0" lvl="0" indent="0" algn="l" rtl="0">
              <a:spcBef>
                <a:spcPts val="0"/>
              </a:spcBef>
              <a:spcAft>
                <a:spcPts val="0"/>
              </a:spcAft>
              <a:buNone/>
            </a:pPr>
            <a:endParaRPr/>
          </a:p>
        </p:txBody>
      </p:sp>
      <p:sp>
        <p:nvSpPr>
          <p:cNvPr id="4232" name="Google Shape;4232;p186"/>
          <p:cNvSpPr/>
          <p:nvPr/>
        </p:nvSpPr>
        <p:spPr>
          <a:xfrm>
            <a:off x="444111" y="2035182"/>
            <a:ext cx="43800" cy="43800"/>
          </a:xfrm>
          <a:prstGeom prst="ellipse">
            <a:avLst/>
          </a:prstGeom>
          <a:solidFill>
            <a:srgbClr val="FFC600"/>
          </a:solidFill>
          <a:ln>
            <a:noFill/>
          </a:ln>
        </p:spPr>
        <p:txBody>
          <a:bodyPr spcFirstLastPara="1" wrap="square" lIns="57150" tIns="57150" rIns="57150" bIns="57150" anchor="ctr" anchorCtr="0">
            <a:noAutofit/>
          </a:bodyPr>
          <a:lstStyle/>
          <a:p>
            <a:pPr marL="0" lvl="0" indent="0" algn="l" rtl="0">
              <a:spcBef>
                <a:spcPts val="0"/>
              </a:spcBef>
              <a:spcAft>
                <a:spcPts val="0"/>
              </a:spcAft>
              <a:buNone/>
            </a:pPr>
            <a:endParaRPr/>
          </a:p>
        </p:txBody>
      </p:sp>
      <p:sp>
        <p:nvSpPr>
          <p:cNvPr id="4233" name="Google Shape;4233;p186"/>
          <p:cNvSpPr/>
          <p:nvPr/>
        </p:nvSpPr>
        <p:spPr>
          <a:xfrm>
            <a:off x="544372" y="2035182"/>
            <a:ext cx="43800" cy="43800"/>
          </a:xfrm>
          <a:prstGeom prst="ellipse">
            <a:avLst/>
          </a:prstGeom>
          <a:solidFill>
            <a:srgbClr val="FFC600"/>
          </a:solidFill>
          <a:ln>
            <a:noFill/>
          </a:ln>
        </p:spPr>
        <p:txBody>
          <a:bodyPr spcFirstLastPara="1" wrap="square" lIns="57150" tIns="57150" rIns="57150" bIns="57150" anchor="ctr" anchorCtr="0">
            <a:noAutofit/>
          </a:bodyPr>
          <a:lstStyle/>
          <a:p>
            <a:pPr marL="0" lvl="0" indent="0" algn="l" rtl="0">
              <a:spcBef>
                <a:spcPts val="0"/>
              </a:spcBef>
              <a:spcAft>
                <a:spcPts val="0"/>
              </a:spcAft>
              <a:buNone/>
            </a:pPr>
            <a:endParaRPr/>
          </a:p>
        </p:txBody>
      </p:sp>
      <p:sp>
        <p:nvSpPr>
          <p:cNvPr id="4234" name="Google Shape;4234;p186"/>
          <p:cNvSpPr/>
          <p:nvPr/>
        </p:nvSpPr>
        <p:spPr>
          <a:xfrm>
            <a:off x="760440" y="1553308"/>
            <a:ext cx="43800" cy="43800"/>
          </a:xfrm>
          <a:prstGeom prst="ellipse">
            <a:avLst/>
          </a:prstGeom>
          <a:solidFill>
            <a:srgbClr val="FF6900"/>
          </a:solidFill>
          <a:ln>
            <a:noFill/>
          </a:ln>
        </p:spPr>
        <p:txBody>
          <a:bodyPr spcFirstLastPara="1" wrap="square" lIns="57150" tIns="57150" rIns="57150" bIns="57150" anchor="ctr" anchorCtr="0">
            <a:noAutofit/>
          </a:bodyPr>
          <a:lstStyle/>
          <a:p>
            <a:pPr marL="0" lvl="0" indent="0" algn="l" rtl="0">
              <a:spcBef>
                <a:spcPts val="0"/>
              </a:spcBef>
              <a:spcAft>
                <a:spcPts val="0"/>
              </a:spcAft>
              <a:buNone/>
            </a:pPr>
            <a:endParaRPr/>
          </a:p>
        </p:txBody>
      </p:sp>
      <p:sp>
        <p:nvSpPr>
          <p:cNvPr id="4235" name="Google Shape;4235;p186"/>
          <p:cNvSpPr txBox="1"/>
          <p:nvPr/>
        </p:nvSpPr>
        <p:spPr>
          <a:xfrm>
            <a:off x="1048950" y="1398141"/>
            <a:ext cx="1880100" cy="1077600"/>
          </a:xfrm>
          <a:prstGeom prst="rect">
            <a:avLst/>
          </a:prstGeom>
          <a:noFill/>
          <a:ln>
            <a:noFill/>
          </a:ln>
        </p:spPr>
        <p:txBody>
          <a:bodyPr spcFirstLastPara="1" wrap="square" lIns="0" tIns="0" rIns="0" bIns="0" anchor="t" anchorCtr="0">
            <a:spAutoFit/>
          </a:bodyPr>
          <a:lstStyle/>
          <a:p>
            <a:pPr marL="0" lvl="0" indent="0" algn="l" rtl="0">
              <a:lnSpc>
                <a:spcPct val="100000"/>
              </a:lnSpc>
              <a:spcBef>
                <a:spcPts val="0"/>
              </a:spcBef>
              <a:spcAft>
                <a:spcPts val="0"/>
              </a:spcAft>
              <a:buNone/>
            </a:pPr>
            <a:r>
              <a:rPr lang="en" sz="1500" b="1">
                <a:solidFill>
                  <a:schemeClr val="dk1"/>
                </a:solidFill>
                <a:latin typeface="IBM Plex Sans"/>
                <a:ea typeface="IBM Plex Sans"/>
                <a:cs typeface="IBM Plex Sans"/>
                <a:sym typeface="IBM Plex Sans"/>
              </a:rPr>
              <a:t>Team Projects </a:t>
            </a:r>
            <a:endParaRPr sz="1500">
              <a:solidFill>
                <a:schemeClr val="dk1"/>
              </a:solidFill>
              <a:latin typeface="IBM Plex Sans"/>
              <a:ea typeface="IBM Plex Sans"/>
              <a:cs typeface="IBM Plex Sans"/>
              <a:sym typeface="IBM Plex Sans"/>
            </a:endParaRPr>
          </a:p>
          <a:p>
            <a:pPr marL="0" lvl="0" indent="0" algn="l" rtl="0">
              <a:lnSpc>
                <a:spcPct val="100000"/>
              </a:lnSpc>
              <a:spcBef>
                <a:spcPts val="600"/>
              </a:spcBef>
              <a:spcAft>
                <a:spcPts val="600"/>
              </a:spcAft>
              <a:buNone/>
            </a:pPr>
            <a:r>
              <a:rPr lang="en" sz="1000">
                <a:solidFill>
                  <a:schemeClr val="dk1"/>
                </a:solidFill>
                <a:latin typeface="IBM Plex Sans"/>
                <a:ea typeface="IBM Plex Sans"/>
                <a:cs typeface="IBM Plex Sans"/>
                <a:sym typeface="IBM Plex Sans"/>
              </a:rPr>
              <a:t>Store all your project contents in a single place, and collaborate with users granting permissions to edit, view and comment on process, forms and files</a:t>
            </a:r>
            <a:endParaRPr sz="1000">
              <a:solidFill>
                <a:schemeClr val="dk1"/>
              </a:solidFill>
              <a:latin typeface="IBM Plex Sans"/>
              <a:ea typeface="IBM Plex Sans"/>
              <a:cs typeface="IBM Plex Sans"/>
              <a:sym typeface="IBM Plex Sans"/>
            </a:endParaRPr>
          </a:p>
        </p:txBody>
      </p:sp>
      <p:sp>
        <p:nvSpPr>
          <p:cNvPr id="4236" name="Google Shape;4236;p186"/>
          <p:cNvSpPr txBox="1"/>
          <p:nvPr/>
        </p:nvSpPr>
        <p:spPr>
          <a:xfrm>
            <a:off x="4048154" y="1398141"/>
            <a:ext cx="2062500" cy="7695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Clr>
                <a:schemeClr val="dk1"/>
              </a:buClr>
              <a:buSzPts val="800"/>
              <a:buFont typeface="Arial"/>
              <a:buNone/>
            </a:pPr>
            <a:r>
              <a:rPr lang="en" sz="1500" b="1">
                <a:solidFill>
                  <a:schemeClr val="dk1"/>
                </a:solidFill>
                <a:latin typeface="IBM Plex Sans"/>
                <a:ea typeface="IBM Plex Sans"/>
                <a:cs typeface="IBM Plex Sans"/>
                <a:sym typeface="IBM Plex Sans"/>
              </a:rPr>
              <a:t>Review Milestones</a:t>
            </a:r>
            <a:endParaRPr sz="1500">
              <a:solidFill>
                <a:schemeClr val="dk1"/>
              </a:solidFill>
              <a:latin typeface="IBM Plex Sans"/>
              <a:ea typeface="IBM Plex Sans"/>
              <a:cs typeface="IBM Plex Sans"/>
              <a:sym typeface="IBM Plex Sans"/>
            </a:endParaRPr>
          </a:p>
          <a:p>
            <a:pPr marL="0" lvl="0" indent="0" algn="l" rtl="0">
              <a:lnSpc>
                <a:spcPct val="100000"/>
              </a:lnSpc>
              <a:spcBef>
                <a:spcPts val="600"/>
              </a:spcBef>
              <a:spcAft>
                <a:spcPts val="600"/>
              </a:spcAft>
              <a:buNone/>
            </a:pPr>
            <a:r>
              <a:rPr lang="en" sz="1000">
                <a:solidFill>
                  <a:schemeClr val="dk1"/>
                </a:solidFill>
                <a:latin typeface="IBM Plex Sans"/>
                <a:ea typeface="IBM Plex Sans"/>
                <a:cs typeface="IBM Plex Sans"/>
                <a:sym typeface="IBM Plex Sans"/>
              </a:rPr>
              <a:t>Stakeholders in the business need to review progress. Set a milestone and rollback as needed</a:t>
            </a:r>
            <a:endParaRPr sz="1000">
              <a:solidFill>
                <a:schemeClr val="dk1"/>
              </a:solidFill>
              <a:latin typeface="IBM Plex Sans"/>
              <a:ea typeface="IBM Plex Sans"/>
              <a:cs typeface="IBM Plex Sans"/>
              <a:sym typeface="IBM Plex Sans"/>
            </a:endParaRPr>
          </a:p>
        </p:txBody>
      </p:sp>
      <p:sp>
        <p:nvSpPr>
          <p:cNvPr id="4237" name="Google Shape;4237;p186"/>
          <p:cNvSpPr txBox="1"/>
          <p:nvPr/>
        </p:nvSpPr>
        <p:spPr>
          <a:xfrm>
            <a:off x="1048950" y="3207891"/>
            <a:ext cx="1663800" cy="7695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Clr>
                <a:schemeClr val="dk1"/>
              </a:buClr>
              <a:buSzPts val="800"/>
              <a:buFont typeface="Arial"/>
              <a:buNone/>
            </a:pPr>
            <a:r>
              <a:rPr lang="en" sz="1500" b="1">
                <a:solidFill>
                  <a:schemeClr val="dk1"/>
                </a:solidFill>
                <a:latin typeface="IBM Plex Sans"/>
                <a:ea typeface="IBM Plex Sans"/>
                <a:cs typeface="IBM Plex Sans"/>
                <a:sym typeface="IBM Plex Sans"/>
              </a:rPr>
              <a:t>Share Process</a:t>
            </a:r>
            <a:endParaRPr sz="1500">
              <a:solidFill>
                <a:schemeClr val="dk1"/>
              </a:solidFill>
              <a:latin typeface="IBM Plex Sans"/>
              <a:ea typeface="IBM Plex Sans"/>
              <a:cs typeface="IBM Plex Sans"/>
              <a:sym typeface="IBM Plex Sans"/>
            </a:endParaRPr>
          </a:p>
          <a:p>
            <a:pPr marL="0" lvl="0" indent="0" algn="l" rtl="0">
              <a:lnSpc>
                <a:spcPct val="100000"/>
              </a:lnSpc>
              <a:spcBef>
                <a:spcPts val="600"/>
              </a:spcBef>
              <a:spcAft>
                <a:spcPts val="600"/>
              </a:spcAft>
              <a:buNone/>
            </a:pPr>
            <a:r>
              <a:rPr lang="en" sz="1000">
                <a:solidFill>
                  <a:schemeClr val="dk1"/>
                </a:solidFill>
                <a:latin typeface="IBM Plex Sans"/>
                <a:ea typeface="IBM Plex Sans"/>
                <a:cs typeface="IBM Plex Sans"/>
                <a:sym typeface="IBM Plex Sans"/>
              </a:rPr>
              <a:t>Easily share your diagrams with anyone inside or outside your team</a:t>
            </a:r>
            <a:endParaRPr sz="1000">
              <a:solidFill>
                <a:schemeClr val="dk1"/>
              </a:solidFill>
              <a:latin typeface="IBM Plex Sans"/>
              <a:ea typeface="IBM Plex Sans"/>
              <a:cs typeface="IBM Plex Sans"/>
              <a:sym typeface="IBM Plex Sans"/>
            </a:endParaRPr>
          </a:p>
        </p:txBody>
      </p:sp>
      <p:sp>
        <p:nvSpPr>
          <p:cNvPr id="4238" name="Google Shape;4238;p186"/>
          <p:cNvSpPr txBox="1"/>
          <p:nvPr/>
        </p:nvSpPr>
        <p:spPr>
          <a:xfrm>
            <a:off x="4048153" y="3207891"/>
            <a:ext cx="2190000" cy="6156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Clr>
                <a:schemeClr val="dk1"/>
              </a:buClr>
              <a:buSzPts val="800"/>
              <a:buFont typeface="Arial"/>
              <a:buNone/>
            </a:pPr>
            <a:r>
              <a:rPr lang="en" sz="1500" b="1">
                <a:solidFill>
                  <a:schemeClr val="dk1"/>
                </a:solidFill>
                <a:latin typeface="IBM Plex Sans"/>
                <a:ea typeface="IBM Plex Sans"/>
                <a:cs typeface="IBM Plex Sans"/>
                <a:sym typeface="IBM Plex Sans"/>
              </a:rPr>
              <a:t>Comment on change</a:t>
            </a:r>
            <a:endParaRPr sz="1500">
              <a:solidFill>
                <a:schemeClr val="dk1"/>
              </a:solidFill>
              <a:latin typeface="IBM Plex Sans"/>
              <a:ea typeface="IBM Plex Sans"/>
              <a:cs typeface="IBM Plex Sans"/>
              <a:sym typeface="IBM Plex Sans"/>
            </a:endParaRPr>
          </a:p>
          <a:p>
            <a:pPr marL="0" lvl="0" indent="0" algn="l" rtl="0">
              <a:lnSpc>
                <a:spcPct val="100000"/>
              </a:lnSpc>
              <a:spcBef>
                <a:spcPts val="600"/>
              </a:spcBef>
              <a:spcAft>
                <a:spcPts val="600"/>
              </a:spcAft>
              <a:buNone/>
            </a:pPr>
            <a:r>
              <a:rPr lang="en" sz="1000">
                <a:solidFill>
                  <a:schemeClr val="dk1"/>
                </a:solidFill>
                <a:latin typeface="IBM Plex Sans"/>
                <a:ea typeface="IBM Plex Sans"/>
                <a:cs typeface="IBM Plex Sans"/>
                <a:sym typeface="IBM Plex Sans"/>
              </a:rPr>
              <a:t>Interact with project members with comments on specific elements </a:t>
            </a:r>
            <a:endParaRPr sz="1000">
              <a:solidFill>
                <a:schemeClr val="dk1"/>
              </a:solidFill>
              <a:latin typeface="IBM Plex Sans"/>
              <a:ea typeface="IBM Plex Sans"/>
              <a:cs typeface="IBM Plex Sans"/>
              <a:sym typeface="IBM Plex Sans"/>
            </a:endParaRPr>
          </a:p>
        </p:txBody>
      </p:sp>
      <p:sp>
        <p:nvSpPr>
          <p:cNvPr id="4239" name="Google Shape;4239;p186"/>
          <p:cNvSpPr/>
          <p:nvPr/>
        </p:nvSpPr>
        <p:spPr>
          <a:xfrm>
            <a:off x="140970" y="3255516"/>
            <a:ext cx="762900" cy="731100"/>
          </a:xfrm>
          <a:prstGeom prst="roundRect">
            <a:avLst>
              <a:gd name="adj" fmla="val 5827"/>
            </a:avLst>
          </a:prstGeom>
          <a:solidFill>
            <a:srgbClr val="1F2A44"/>
          </a:solidFill>
          <a:ln>
            <a:noFill/>
          </a:ln>
        </p:spPr>
        <p:txBody>
          <a:bodyPr spcFirstLastPara="1" wrap="square" lIns="57150" tIns="57150" rIns="57150" bIns="57150" anchor="ctr" anchorCtr="0">
            <a:noAutofit/>
          </a:bodyPr>
          <a:lstStyle/>
          <a:p>
            <a:pPr marL="0" lvl="0" indent="0" algn="l" rtl="0">
              <a:spcBef>
                <a:spcPts val="0"/>
              </a:spcBef>
              <a:spcAft>
                <a:spcPts val="0"/>
              </a:spcAft>
              <a:buNone/>
            </a:pPr>
            <a:endParaRPr/>
          </a:p>
        </p:txBody>
      </p:sp>
      <p:sp>
        <p:nvSpPr>
          <p:cNvPr id="4240" name="Google Shape;4240;p186"/>
          <p:cNvSpPr/>
          <p:nvPr/>
        </p:nvSpPr>
        <p:spPr>
          <a:xfrm>
            <a:off x="3104408" y="1445766"/>
            <a:ext cx="762900" cy="731100"/>
          </a:xfrm>
          <a:prstGeom prst="roundRect">
            <a:avLst>
              <a:gd name="adj" fmla="val 5827"/>
            </a:avLst>
          </a:prstGeom>
          <a:solidFill>
            <a:srgbClr val="1F2A44"/>
          </a:solidFill>
          <a:ln>
            <a:noFill/>
          </a:ln>
        </p:spPr>
        <p:txBody>
          <a:bodyPr spcFirstLastPara="1" wrap="square" lIns="57150" tIns="57150" rIns="57150" bIns="57150" anchor="ctr" anchorCtr="0">
            <a:noAutofit/>
          </a:bodyPr>
          <a:lstStyle/>
          <a:p>
            <a:pPr marL="0" lvl="0" indent="0" algn="l" rtl="0">
              <a:spcBef>
                <a:spcPts val="0"/>
              </a:spcBef>
              <a:spcAft>
                <a:spcPts val="0"/>
              </a:spcAft>
              <a:buNone/>
            </a:pPr>
            <a:endParaRPr/>
          </a:p>
        </p:txBody>
      </p:sp>
      <p:sp>
        <p:nvSpPr>
          <p:cNvPr id="4241" name="Google Shape;4241;p186"/>
          <p:cNvSpPr/>
          <p:nvPr/>
        </p:nvSpPr>
        <p:spPr>
          <a:xfrm>
            <a:off x="3104408" y="3255516"/>
            <a:ext cx="762900" cy="731100"/>
          </a:xfrm>
          <a:prstGeom prst="roundRect">
            <a:avLst>
              <a:gd name="adj" fmla="val 5827"/>
            </a:avLst>
          </a:prstGeom>
          <a:solidFill>
            <a:srgbClr val="1F2A44"/>
          </a:solidFill>
          <a:ln>
            <a:noFill/>
          </a:ln>
        </p:spPr>
        <p:txBody>
          <a:bodyPr spcFirstLastPara="1" wrap="square" lIns="57150" tIns="57150" rIns="57150" bIns="57150" anchor="ctr" anchorCtr="0">
            <a:noAutofit/>
          </a:bodyPr>
          <a:lstStyle/>
          <a:p>
            <a:pPr marL="0" lvl="0" indent="0" algn="l" rtl="0">
              <a:spcBef>
                <a:spcPts val="0"/>
              </a:spcBef>
              <a:spcAft>
                <a:spcPts val="0"/>
              </a:spcAft>
              <a:buNone/>
            </a:pPr>
            <a:endParaRPr/>
          </a:p>
        </p:txBody>
      </p:sp>
      <p:sp>
        <p:nvSpPr>
          <p:cNvPr id="4242" name="Google Shape;4242;p186"/>
          <p:cNvSpPr/>
          <p:nvPr/>
        </p:nvSpPr>
        <p:spPr>
          <a:xfrm>
            <a:off x="251871" y="3372392"/>
            <a:ext cx="548700" cy="476700"/>
          </a:xfrm>
          <a:prstGeom prst="ellipse">
            <a:avLst/>
          </a:prstGeom>
          <a:solidFill>
            <a:srgbClr val="FF6900"/>
          </a:solidFill>
          <a:ln>
            <a:noFill/>
          </a:ln>
        </p:spPr>
        <p:txBody>
          <a:bodyPr spcFirstLastPara="1" wrap="square" lIns="57150" tIns="57150" rIns="57150" bIns="57150" anchor="ctr" anchorCtr="0">
            <a:noAutofit/>
          </a:bodyPr>
          <a:lstStyle/>
          <a:p>
            <a:pPr marL="0" lvl="0" indent="0" algn="l" rtl="0">
              <a:spcBef>
                <a:spcPts val="0"/>
              </a:spcBef>
              <a:spcAft>
                <a:spcPts val="0"/>
              </a:spcAft>
              <a:buNone/>
            </a:pPr>
            <a:endParaRPr/>
          </a:p>
        </p:txBody>
      </p:sp>
      <p:sp>
        <p:nvSpPr>
          <p:cNvPr id="4243" name="Google Shape;4243;p186"/>
          <p:cNvSpPr/>
          <p:nvPr/>
        </p:nvSpPr>
        <p:spPr>
          <a:xfrm>
            <a:off x="336097" y="3456130"/>
            <a:ext cx="371100" cy="300600"/>
          </a:xfrm>
          <a:prstGeom prst="roundRect">
            <a:avLst>
              <a:gd name="adj" fmla="val 8562"/>
            </a:avLst>
          </a:prstGeom>
          <a:solidFill>
            <a:srgbClr val="FFFFFF"/>
          </a:solidFill>
          <a:ln>
            <a:noFill/>
          </a:ln>
        </p:spPr>
        <p:txBody>
          <a:bodyPr spcFirstLastPara="1" wrap="square" lIns="57150" tIns="57150" rIns="57150" bIns="57150" anchor="ctr" anchorCtr="0">
            <a:noAutofit/>
          </a:bodyPr>
          <a:lstStyle/>
          <a:p>
            <a:pPr marL="0" lvl="0" indent="0" algn="l" rtl="0">
              <a:spcBef>
                <a:spcPts val="0"/>
              </a:spcBef>
              <a:spcAft>
                <a:spcPts val="0"/>
              </a:spcAft>
              <a:buNone/>
            </a:pPr>
            <a:endParaRPr/>
          </a:p>
        </p:txBody>
      </p:sp>
      <p:sp>
        <p:nvSpPr>
          <p:cNvPr id="4244" name="Google Shape;4244;p186"/>
          <p:cNvSpPr/>
          <p:nvPr/>
        </p:nvSpPr>
        <p:spPr>
          <a:xfrm>
            <a:off x="373706" y="3525446"/>
            <a:ext cx="190800" cy="20400"/>
          </a:xfrm>
          <a:prstGeom prst="rect">
            <a:avLst/>
          </a:prstGeom>
          <a:solidFill>
            <a:srgbClr val="FFC600"/>
          </a:solidFill>
          <a:ln>
            <a:noFill/>
          </a:ln>
        </p:spPr>
        <p:txBody>
          <a:bodyPr spcFirstLastPara="1" wrap="square" lIns="57150" tIns="57150" rIns="57150" bIns="57150" anchor="ctr" anchorCtr="0">
            <a:noAutofit/>
          </a:bodyPr>
          <a:lstStyle/>
          <a:p>
            <a:pPr marL="0" lvl="0" indent="0" algn="l" rtl="0">
              <a:spcBef>
                <a:spcPts val="0"/>
              </a:spcBef>
              <a:spcAft>
                <a:spcPts val="0"/>
              </a:spcAft>
              <a:buNone/>
            </a:pPr>
            <a:endParaRPr/>
          </a:p>
        </p:txBody>
      </p:sp>
      <p:sp>
        <p:nvSpPr>
          <p:cNvPr id="4245" name="Google Shape;4245;p186"/>
          <p:cNvSpPr/>
          <p:nvPr/>
        </p:nvSpPr>
        <p:spPr>
          <a:xfrm>
            <a:off x="373706" y="3562987"/>
            <a:ext cx="293700" cy="20400"/>
          </a:xfrm>
          <a:prstGeom prst="rect">
            <a:avLst/>
          </a:prstGeom>
          <a:solidFill>
            <a:srgbClr val="FFC600"/>
          </a:solidFill>
          <a:ln>
            <a:noFill/>
          </a:ln>
        </p:spPr>
        <p:txBody>
          <a:bodyPr spcFirstLastPara="1" wrap="square" lIns="57150" tIns="57150" rIns="57150" bIns="57150" anchor="ctr" anchorCtr="0">
            <a:noAutofit/>
          </a:bodyPr>
          <a:lstStyle/>
          <a:p>
            <a:pPr marL="0" lvl="0" indent="0" algn="l" rtl="0">
              <a:spcBef>
                <a:spcPts val="0"/>
              </a:spcBef>
              <a:spcAft>
                <a:spcPts val="0"/>
              </a:spcAft>
              <a:buNone/>
            </a:pPr>
            <a:endParaRPr/>
          </a:p>
        </p:txBody>
      </p:sp>
      <p:sp>
        <p:nvSpPr>
          <p:cNvPr id="4246" name="Google Shape;4246;p186"/>
          <p:cNvSpPr/>
          <p:nvPr/>
        </p:nvSpPr>
        <p:spPr>
          <a:xfrm>
            <a:off x="373706" y="3600529"/>
            <a:ext cx="293700" cy="20400"/>
          </a:xfrm>
          <a:prstGeom prst="rect">
            <a:avLst/>
          </a:prstGeom>
          <a:solidFill>
            <a:srgbClr val="FFC600"/>
          </a:solidFill>
          <a:ln>
            <a:noFill/>
          </a:ln>
        </p:spPr>
        <p:txBody>
          <a:bodyPr spcFirstLastPara="1" wrap="square" lIns="57150" tIns="57150" rIns="57150" bIns="57150" anchor="ctr" anchorCtr="0">
            <a:noAutofit/>
          </a:bodyPr>
          <a:lstStyle/>
          <a:p>
            <a:pPr marL="0" lvl="0" indent="0" algn="l" rtl="0">
              <a:spcBef>
                <a:spcPts val="0"/>
              </a:spcBef>
              <a:spcAft>
                <a:spcPts val="0"/>
              </a:spcAft>
              <a:buNone/>
            </a:pPr>
            <a:endParaRPr/>
          </a:p>
        </p:txBody>
      </p:sp>
      <p:sp>
        <p:nvSpPr>
          <p:cNvPr id="4247" name="Google Shape;4247;p186"/>
          <p:cNvSpPr/>
          <p:nvPr/>
        </p:nvSpPr>
        <p:spPr>
          <a:xfrm rot="5400000">
            <a:off x="269706" y="3577285"/>
            <a:ext cx="268800" cy="304800"/>
          </a:xfrm>
          <a:prstGeom prst="triangle">
            <a:avLst>
              <a:gd name="adj" fmla="val 50000"/>
            </a:avLst>
          </a:prstGeom>
          <a:solidFill>
            <a:srgbClr val="FF8200"/>
          </a:solidFill>
          <a:ln>
            <a:noFill/>
          </a:ln>
        </p:spPr>
        <p:txBody>
          <a:bodyPr spcFirstLastPara="1" wrap="square" lIns="57150" tIns="57150" rIns="57150" bIns="57150" anchor="ctr" anchorCtr="0">
            <a:noAutofit/>
          </a:bodyPr>
          <a:lstStyle/>
          <a:p>
            <a:pPr marL="0" lvl="0" indent="0" algn="l" rtl="0">
              <a:spcBef>
                <a:spcPts val="0"/>
              </a:spcBef>
              <a:spcAft>
                <a:spcPts val="0"/>
              </a:spcAft>
              <a:buNone/>
            </a:pPr>
            <a:endParaRPr/>
          </a:p>
        </p:txBody>
      </p:sp>
      <p:sp>
        <p:nvSpPr>
          <p:cNvPr id="4248" name="Google Shape;4248;p186"/>
          <p:cNvSpPr/>
          <p:nvPr/>
        </p:nvSpPr>
        <p:spPr>
          <a:xfrm rot="-5400000">
            <a:off x="513783" y="3577481"/>
            <a:ext cx="268800" cy="304800"/>
          </a:xfrm>
          <a:prstGeom prst="triangle">
            <a:avLst>
              <a:gd name="adj" fmla="val 50000"/>
            </a:avLst>
          </a:prstGeom>
          <a:solidFill>
            <a:srgbClr val="FF8200"/>
          </a:solidFill>
          <a:ln>
            <a:noFill/>
          </a:ln>
        </p:spPr>
        <p:txBody>
          <a:bodyPr spcFirstLastPara="1" wrap="square" lIns="57150" tIns="57150" rIns="57150" bIns="57150" anchor="ctr" anchorCtr="0">
            <a:noAutofit/>
          </a:bodyPr>
          <a:lstStyle/>
          <a:p>
            <a:pPr marL="0" lvl="0" indent="0" algn="l" rtl="0">
              <a:spcBef>
                <a:spcPts val="0"/>
              </a:spcBef>
              <a:spcAft>
                <a:spcPts val="0"/>
              </a:spcAft>
              <a:buNone/>
            </a:pPr>
            <a:endParaRPr/>
          </a:p>
        </p:txBody>
      </p:sp>
      <p:sp>
        <p:nvSpPr>
          <p:cNvPr id="4249" name="Google Shape;4249;p186"/>
          <p:cNvSpPr/>
          <p:nvPr/>
        </p:nvSpPr>
        <p:spPr>
          <a:xfrm>
            <a:off x="251872" y="3643320"/>
            <a:ext cx="548700" cy="220800"/>
          </a:xfrm>
          <a:prstGeom prst="triangle">
            <a:avLst>
              <a:gd name="adj" fmla="val 50000"/>
            </a:avLst>
          </a:prstGeom>
          <a:solidFill>
            <a:srgbClr val="FF6900"/>
          </a:solidFill>
          <a:ln>
            <a:noFill/>
          </a:ln>
        </p:spPr>
        <p:txBody>
          <a:bodyPr spcFirstLastPara="1" wrap="square" lIns="57150" tIns="57150" rIns="57150" bIns="57150" anchor="ctr" anchorCtr="0">
            <a:noAutofit/>
          </a:bodyPr>
          <a:lstStyle/>
          <a:p>
            <a:pPr marL="0" lvl="0" indent="0" algn="l" rtl="0">
              <a:spcBef>
                <a:spcPts val="0"/>
              </a:spcBef>
              <a:spcAft>
                <a:spcPts val="0"/>
              </a:spcAft>
              <a:buNone/>
            </a:pPr>
            <a:endParaRPr/>
          </a:p>
        </p:txBody>
      </p:sp>
      <p:sp>
        <p:nvSpPr>
          <p:cNvPr id="4250" name="Google Shape;4250;p186"/>
          <p:cNvSpPr/>
          <p:nvPr/>
        </p:nvSpPr>
        <p:spPr>
          <a:xfrm rot="-5400000">
            <a:off x="3417060" y="1714968"/>
            <a:ext cx="147300" cy="33300"/>
          </a:xfrm>
          <a:prstGeom prst="roundRect">
            <a:avLst>
              <a:gd name="adj" fmla="val 10397"/>
            </a:avLst>
          </a:prstGeom>
          <a:solidFill>
            <a:srgbClr val="F4720F"/>
          </a:solidFill>
          <a:ln>
            <a:noFill/>
          </a:ln>
        </p:spPr>
        <p:txBody>
          <a:bodyPr spcFirstLastPara="1" wrap="square" lIns="57150" tIns="57150" rIns="57150" bIns="57150" anchor="ctr" anchorCtr="0">
            <a:noAutofit/>
          </a:bodyPr>
          <a:lstStyle/>
          <a:p>
            <a:pPr marL="0" lvl="0" indent="0" algn="l" rtl="0">
              <a:spcBef>
                <a:spcPts val="0"/>
              </a:spcBef>
              <a:spcAft>
                <a:spcPts val="0"/>
              </a:spcAft>
              <a:buNone/>
            </a:pPr>
            <a:endParaRPr/>
          </a:p>
        </p:txBody>
      </p:sp>
      <p:sp>
        <p:nvSpPr>
          <p:cNvPr id="4251" name="Google Shape;4251;p186"/>
          <p:cNvSpPr/>
          <p:nvPr/>
        </p:nvSpPr>
        <p:spPr>
          <a:xfrm>
            <a:off x="3258008" y="1709864"/>
            <a:ext cx="465900" cy="293700"/>
          </a:xfrm>
          <a:prstGeom prst="roundRect">
            <a:avLst>
              <a:gd name="adj" fmla="val 10397"/>
            </a:avLst>
          </a:prstGeom>
          <a:solidFill>
            <a:srgbClr val="FFC600"/>
          </a:solidFill>
          <a:ln>
            <a:noFill/>
          </a:ln>
        </p:spPr>
        <p:txBody>
          <a:bodyPr spcFirstLastPara="1" wrap="square" lIns="57150" tIns="57150" rIns="57150" bIns="57150" anchor="ctr" anchorCtr="0">
            <a:noAutofit/>
          </a:bodyPr>
          <a:lstStyle/>
          <a:p>
            <a:pPr marL="0" lvl="0" indent="0" algn="l" rtl="0">
              <a:spcBef>
                <a:spcPts val="0"/>
              </a:spcBef>
              <a:spcAft>
                <a:spcPts val="0"/>
              </a:spcAft>
              <a:buNone/>
            </a:pPr>
            <a:endParaRPr/>
          </a:p>
        </p:txBody>
      </p:sp>
      <p:sp>
        <p:nvSpPr>
          <p:cNvPr id="4252" name="Google Shape;4252;p186"/>
          <p:cNvSpPr/>
          <p:nvPr/>
        </p:nvSpPr>
        <p:spPr>
          <a:xfrm>
            <a:off x="3223167" y="1764913"/>
            <a:ext cx="57600" cy="182700"/>
          </a:xfrm>
          <a:prstGeom prst="roundRect">
            <a:avLst>
              <a:gd name="adj" fmla="val 10397"/>
            </a:avLst>
          </a:prstGeom>
          <a:noFill/>
          <a:ln w="38100" cap="flat" cmpd="sng">
            <a:solidFill>
              <a:srgbClr val="FFC600"/>
            </a:solidFill>
            <a:prstDash val="solid"/>
            <a:round/>
            <a:headEnd type="none" w="sm" len="sm"/>
            <a:tailEnd type="none" w="sm" len="sm"/>
          </a:ln>
        </p:spPr>
        <p:txBody>
          <a:bodyPr spcFirstLastPara="1" wrap="square" lIns="57150" tIns="57150" rIns="57150" bIns="57150" anchor="ctr" anchorCtr="0">
            <a:noAutofit/>
          </a:bodyPr>
          <a:lstStyle/>
          <a:p>
            <a:pPr marL="0" lvl="0" indent="0" algn="l" rtl="0">
              <a:spcBef>
                <a:spcPts val="0"/>
              </a:spcBef>
              <a:spcAft>
                <a:spcPts val="0"/>
              </a:spcAft>
              <a:buNone/>
            </a:pPr>
            <a:endParaRPr/>
          </a:p>
        </p:txBody>
      </p:sp>
      <p:sp>
        <p:nvSpPr>
          <p:cNvPr id="4253" name="Google Shape;4253;p186"/>
          <p:cNvSpPr/>
          <p:nvPr/>
        </p:nvSpPr>
        <p:spPr>
          <a:xfrm rot="5400000">
            <a:off x="3456701" y="1935078"/>
            <a:ext cx="76500" cy="182700"/>
          </a:xfrm>
          <a:prstGeom prst="roundRect">
            <a:avLst>
              <a:gd name="adj" fmla="val 10397"/>
            </a:avLst>
          </a:prstGeom>
          <a:solidFill>
            <a:srgbClr val="FFC600"/>
          </a:solidFill>
          <a:ln>
            <a:noFill/>
          </a:ln>
        </p:spPr>
        <p:txBody>
          <a:bodyPr spcFirstLastPara="1" wrap="square" lIns="57150" tIns="57150" rIns="57150" bIns="57150" anchor="ctr" anchorCtr="0">
            <a:noAutofit/>
          </a:bodyPr>
          <a:lstStyle/>
          <a:p>
            <a:pPr marL="0" lvl="0" indent="0" algn="l" rtl="0">
              <a:spcBef>
                <a:spcPts val="0"/>
              </a:spcBef>
              <a:spcAft>
                <a:spcPts val="0"/>
              </a:spcAft>
              <a:buNone/>
            </a:pPr>
            <a:endParaRPr/>
          </a:p>
        </p:txBody>
      </p:sp>
      <p:sp>
        <p:nvSpPr>
          <p:cNvPr id="4254" name="Google Shape;4254;p186"/>
          <p:cNvSpPr/>
          <p:nvPr/>
        </p:nvSpPr>
        <p:spPr>
          <a:xfrm>
            <a:off x="3334609" y="1764913"/>
            <a:ext cx="121800" cy="121800"/>
          </a:xfrm>
          <a:prstGeom prst="ellipse">
            <a:avLst/>
          </a:prstGeom>
          <a:noFill/>
          <a:ln w="76200" cap="flat" cmpd="sng">
            <a:solidFill>
              <a:srgbClr val="FC5D0D"/>
            </a:solidFill>
            <a:prstDash val="solid"/>
            <a:round/>
            <a:headEnd type="none" w="sm" len="sm"/>
            <a:tailEnd type="none" w="sm" len="sm"/>
          </a:ln>
        </p:spPr>
        <p:txBody>
          <a:bodyPr spcFirstLastPara="1" wrap="square" lIns="57150" tIns="57150" rIns="57150" bIns="57150" anchor="ctr" anchorCtr="0">
            <a:noAutofit/>
          </a:bodyPr>
          <a:lstStyle/>
          <a:p>
            <a:pPr marL="0" lvl="0" indent="0" algn="l" rtl="0">
              <a:spcBef>
                <a:spcPts val="0"/>
              </a:spcBef>
              <a:spcAft>
                <a:spcPts val="0"/>
              </a:spcAft>
              <a:buNone/>
            </a:pPr>
            <a:endParaRPr/>
          </a:p>
        </p:txBody>
      </p:sp>
      <p:sp>
        <p:nvSpPr>
          <p:cNvPr id="4255" name="Google Shape;4255;p186"/>
          <p:cNvSpPr/>
          <p:nvPr/>
        </p:nvSpPr>
        <p:spPr>
          <a:xfrm>
            <a:off x="3527955" y="1764913"/>
            <a:ext cx="121800" cy="121800"/>
          </a:xfrm>
          <a:prstGeom prst="ellipse">
            <a:avLst/>
          </a:prstGeom>
          <a:noFill/>
          <a:ln w="76200" cap="flat" cmpd="sng">
            <a:solidFill>
              <a:srgbClr val="FC5D0D"/>
            </a:solidFill>
            <a:prstDash val="solid"/>
            <a:round/>
            <a:headEnd type="none" w="sm" len="sm"/>
            <a:tailEnd type="none" w="sm" len="sm"/>
          </a:ln>
        </p:spPr>
        <p:txBody>
          <a:bodyPr spcFirstLastPara="1" wrap="square" lIns="57150" tIns="57150" rIns="57150" bIns="57150" anchor="ctr" anchorCtr="0">
            <a:noAutofit/>
          </a:bodyPr>
          <a:lstStyle/>
          <a:p>
            <a:pPr marL="0" lvl="0" indent="0" algn="l" rtl="0">
              <a:spcBef>
                <a:spcPts val="0"/>
              </a:spcBef>
              <a:spcAft>
                <a:spcPts val="0"/>
              </a:spcAft>
              <a:buNone/>
            </a:pPr>
            <a:endParaRPr/>
          </a:p>
        </p:txBody>
      </p:sp>
      <p:sp>
        <p:nvSpPr>
          <p:cNvPr id="4256" name="Google Shape;4256;p186"/>
          <p:cNvSpPr/>
          <p:nvPr/>
        </p:nvSpPr>
        <p:spPr>
          <a:xfrm>
            <a:off x="3377158" y="1935191"/>
            <a:ext cx="235500" cy="33300"/>
          </a:xfrm>
          <a:prstGeom prst="roundRect">
            <a:avLst>
              <a:gd name="adj" fmla="val 10397"/>
            </a:avLst>
          </a:prstGeom>
          <a:solidFill>
            <a:srgbClr val="F4720F"/>
          </a:solidFill>
          <a:ln>
            <a:noFill/>
          </a:ln>
        </p:spPr>
        <p:txBody>
          <a:bodyPr spcFirstLastPara="1" wrap="square" lIns="57150" tIns="57150" rIns="57150" bIns="57150" anchor="ctr" anchorCtr="0">
            <a:noAutofit/>
          </a:bodyPr>
          <a:lstStyle/>
          <a:p>
            <a:pPr marL="0" lvl="0" indent="0" algn="l" rtl="0">
              <a:spcBef>
                <a:spcPts val="0"/>
              </a:spcBef>
              <a:spcAft>
                <a:spcPts val="0"/>
              </a:spcAft>
              <a:buNone/>
            </a:pPr>
            <a:endParaRPr/>
          </a:p>
        </p:txBody>
      </p:sp>
      <p:sp>
        <p:nvSpPr>
          <p:cNvPr id="4257" name="Google Shape;4257;p186"/>
          <p:cNvSpPr/>
          <p:nvPr/>
        </p:nvSpPr>
        <p:spPr>
          <a:xfrm>
            <a:off x="3429848" y="1539722"/>
            <a:ext cx="121800" cy="121800"/>
          </a:xfrm>
          <a:prstGeom prst="ellipse">
            <a:avLst/>
          </a:prstGeom>
          <a:noFill/>
          <a:ln w="76200" cap="flat" cmpd="sng">
            <a:solidFill>
              <a:srgbClr val="F4720F"/>
            </a:solidFill>
            <a:prstDash val="solid"/>
            <a:round/>
            <a:headEnd type="none" w="sm" len="sm"/>
            <a:tailEnd type="none" w="sm" len="sm"/>
          </a:ln>
        </p:spPr>
        <p:txBody>
          <a:bodyPr spcFirstLastPara="1" wrap="square" lIns="57150" tIns="57150" rIns="57150" bIns="57150" anchor="ctr" anchorCtr="0">
            <a:noAutofit/>
          </a:bodyPr>
          <a:lstStyle/>
          <a:p>
            <a:pPr marL="0" lvl="0" indent="0" algn="l" rtl="0">
              <a:spcBef>
                <a:spcPts val="0"/>
              </a:spcBef>
              <a:spcAft>
                <a:spcPts val="0"/>
              </a:spcAft>
              <a:buNone/>
            </a:pPr>
            <a:endParaRPr/>
          </a:p>
        </p:txBody>
      </p:sp>
      <p:sp>
        <p:nvSpPr>
          <p:cNvPr id="4258" name="Google Shape;4258;p186"/>
          <p:cNvSpPr/>
          <p:nvPr/>
        </p:nvSpPr>
        <p:spPr>
          <a:xfrm>
            <a:off x="3703183" y="1764913"/>
            <a:ext cx="57600" cy="182700"/>
          </a:xfrm>
          <a:prstGeom prst="roundRect">
            <a:avLst>
              <a:gd name="adj" fmla="val 10397"/>
            </a:avLst>
          </a:prstGeom>
          <a:noFill/>
          <a:ln w="38100" cap="flat" cmpd="sng">
            <a:solidFill>
              <a:srgbClr val="FFC600"/>
            </a:solidFill>
            <a:prstDash val="solid"/>
            <a:round/>
            <a:headEnd type="none" w="sm" len="sm"/>
            <a:tailEnd type="none" w="sm" len="sm"/>
          </a:ln>
        </p:spPr>
        <p:txBody>
          <a:bodyPr spcFirstLastPara="1" wrap="square" lIns="57150" tIns="57150" rIns="57150" bIns="57150" anchor="ctr" anchorCtr="0">
            <a:noAutofit/>
          </a:bodyPr>
          <a:lstStyle/>
          <a:p>
            <a:pPr marL="0" lvl="0" indent="0" algn="l" rtl="0">
              <a:spcBef>
                <a:spcPts val="0"/>
              </a:spcBef>
              <a:spcAft>
                <a:spcPts val="0"/>
              </a:spcAft>
              <a:buNone/>
            </a:pPr>
            <a:endParaRPr/>
          </a:p>
        </p:txBody>
      </p:sp>
      <p:sp>
        <p:nvSpPr>
          <p:cNvPr id="4259" name="Google Shape;4259;p186"/>
          <p:cNvSpPr/>
          <p:nvPr/>
        </p:nvSpPr>
        <p:spPr>
          <a:xfrm>
            <a:off x="3299221" y="3701344"/>
            <a:ext cx="379132" cy="198876"/>
          </a:xfrm>
          <a:prstGeom prst="flowChartMagneticDisk">
            <a:avLst/>
          </a:prstGeom>
          <a:solidFill>
            <a:srgbClr val="213047"/>
          </a:solidFill>
          <a:ln w="38100" cap="flat" cmpd="sng">
            <a:solidFill>
              <a:srgbClr val="0072CE"/>
            </a:solidFill>
            <a:prstDash val="solid"/>
            <a:round/>
            <a:headEnd type="none" w="sm" len="sm"/>
            <a:tailEnd type="none" w="sm" len="sm"/>
          </a:ln>
        </p:spPr>
        <p:txBody>
          <a:bodyPr spcFirstLastPara="1" wrap="square" lIns="57150" tIns="57150" rIns="57150" bIns="57150" anchor="ctr" anchorCtr="0">
            <a:noAutofit/>
          </a:bodyPr>
          <a:lstStyle/>
          <a:p>
            <a:pPr marL="0" lvl="0" indent="0" algn="l" rtl="0">
              <a:spcBef>
                <a:spcPts val="0"/>
              </a:spcBef>
              <a:spcAft>
                <a:spcPts val="0"/>
              </a:spcAft>
              <a:buNone/>
            </a:pPr>
            <a:endParaRPr/>
          </a:p>
        </p:txBody>
      </p:sp>
      <p:sp>
        <p:nvSpPr>
          <p:cNvPr id="4260" name="Google Shape;4260;p186"/>
          <p:cNvSpPr/>
          <p:nvPr/>
        </p:nvSpPr>
        <p:spPr>
          <a:xfrm>
            <a:off x="3299221" y="3520168"/>
            <a:ext cx="379132" cy="198876"/>
          </a:xfrm>
          <a:prstGeom prst="flowChartMagneticDisk">
            <a:avLst/>
          </a:prstGeom>
          <a:solidFill>
            <a:srgbClr val="213047"/>
          </a:solidFill>
          <a:ln w="38100" cap="flat" cmpd="sng">
            <a:solidFill>
              <a:srgbClr val="0072CE"/>
            </a:solidFill>
            <a:prstDash val="solid"/>
            <a:round/>
            <a:headEnd type="none" w="sm" len="sm"/>
            <a:tailEnd type="none" w="sm" len="sm"/>
          </a:ln>
        </p:spPr>
        <p:txBody>
          <a:bodyPr spcFirstLastPara="1" wrap="square" lIns="57150" tIns="57150" rIns="57150" bIns="57150" anchor="ctr" anchorCtr="0">
            <a:noAutofit/>
          </a:bodyPr>
          <a:lstStyle/>
          <a:p>
            <a:pPr marL="0" lvl="0" indent="0" algn="l" rtl="0">
              <a:spcBef>
                <a:spcPts val="0"/>
              </a:spcBef>
              <a:spcAft>
                <a:spcPts val="0"/>
              </a:spcAft>
              <a:buNone/>
            </a:pPr>
            <a:endParaRPr/>
          </a:p>
        </p:txBody>
      </p:sp>
      <p:sp>
        <p:nvSpPr>
          <p:cNvPr id="4261" name="Google Shape;4261;p186"/>
          <p:cNvSpPr/>
          <p:nvPr/>
        </p:nvSpPr>
        <p:spPr>
          <a:xfrm>
            <a:off x="3299221" y="3335739"/>
            <a:ext cx="379132" cy="198876"/>
          </a:xfrm>
          <a:prstGeom prst="flowChartMagneticDisk">
            <a:avLst/>
          </a:prstGeom>
          <a:solidFill>
            <a:srgbClr val="213047"/>
          </a:solidFill>
          <a:ln w="38100" cap="flat" cmpd="sng">
            <a:solidFill>
              <a:srgbClr val="0072CE"/>
            </a:solidFill>
            <a:prstDash val="solid"/>
            <a:round/>
            <a:headEnd type="none" w="sm" len="sm"/>
            <a:tailEnd type="none" w="sm" len="sm"/>
          </a:ln>
        </p:spPr>
        <p:txBody>
          <a:bodyPr spcFirstLastPara="1" wrap="square" lIns="57150" tIns="57150" rIns="57150" bIns="57150" anchor="ctr" anchorCtr="0">
            <a:noAutofit/>
          </a:bodyPr>
          <a:lstStyle/>
          <a:p>
            <a:pPr marL="0" lvl="0" indent="0" algn="l" rtl="0">
              <a:spcBef>
                <a:spcPts val="0"/>
              </a:spcBef>
              <a:spcAft>
                <a:spcPts val="0"/>
              </a:spcAft>
              <a:buNone/>
            </a:pPr>
            <a:endParaRPr/>
          </a:p>
        </p:txBody>
      </p:sp>
      <p:pic>
        <p:nvPicPr>
          <p:cNvPr id="4262" name="Google Shape;4262;p186"/>
          <p:cNvPicPr preferRelativeResize="0"/>
          <p:nvPr/>
        </p:nvPicPr>
        <p:blipFill>
          <a:blip r:embed="rId3">
            <a:alphaModFix/>
          </a:blip>
          <a:stretch>
            <a:fillRect/>
          </a:stretch>
        </p:blipFill>
        <p:spPr>
          <a:xfrm>
            <a:off x="6114200" y="1271252"/>
            <a:ext cx="3530623" cy="3215946"/>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4267"/>
        <p:cNvGrpSpPr/>
        <p:nvPr/>
      </p:nvGrpSpPr>
      <p:grpSpPr>
        <a:xfrm>
          <a:off x="0" y="0"/>
          <a:ext cx="0" cy="0"/>
          <a:chOff x="0" y="0"/>
          <a:chExt cx="0" cy="0"/>
        </a:xfrm>
      </p:grpSpPr>
      <p:sp>
        <p:nvSpPr>
          <p:cNvPr id="4268" name="Google Shape;4268;p187"/>
          <p:cNvSpPr txBox="1">
            <a:spLocks noGrp="1"/>
          </p:cNvSpPr>
          <p:nvPr>
            <p:ph type="title"/>
          </p:nvPr>
        </p:nvSpPr>
        <p:spPr>
          <a:xfrm>
            <a:off x="371475" y="257176"/>
            <a:ext cx="8400900" cy="5490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en"/>
              <a:t>Link Assets to Your Processes</a:t>
            </a:r>
            <a:endParaRPr/>
          </a:p>
          <a:p>
            <a:pPr marL="0" lvl="0" indent="0" algn="l" rtl="0">
              <a:spcBef>
                <a:spcPts val="0"/>
              </a:spcBef>
              <a:spcAft>
                <a:spcPts val="0"/>
              </a:spcAft>
              <a:buNone/>
            </a:pPr>
            <a:endParaRPr sz="900" b="0">
              <a:latin typeface="IBM Plex Sans Medium"/>
              <a:ea typeface="IBM Plex Sans Medium"/>
              <a:cs typeface="IBM Plex Sans Medium"/>
              <a:sym typeface="IBM Plex Sans Medium"/>
            </a:endParaRPr>
          </a:p>
          <a:p>
            <a:pPr marL="0" lvl="0" indent="0" algn="l" rtl="0">
              <a:spcBef>
                <a:spcPts val="0"/>
              </a:spcBef>
              <a:spcAft>
                <a:spcPts val="0"/>
              </a:spcAft>
              <a:buNone/>
            </a:pPr>
            <a:r>
              <a:rPr lang="en" sz="1800" b="0">
                <a:latin typeface="IBM Plex Sans Medium"/>
                <a:ea typeface="IBM Plex Sans Medium"/>
                <a:cs typeface="IBM Plex Sans Medium"/>
                <a:sym typeface="IBM Plex Sans Medium"/>
              </a:rPr>
              <a:t>Find and link project assets together </a:t>
            </a:r>
            <a:endParaRPr sz="1800" b="0">
              <a:latin typeface="IBM Plex Sans Medium"/>
              <a:ea typeface="IBM Plex Sans Medium"/>
              <a:cs typeface="IBM Plex Sans Medium"/>
              <a:sym typeface="IBM Plex Sans Medium"/>
            </a:endParaRPr>
          </a:p>
        </p:txBody>
      </p:sp>
      <p:sp>
        <p:nvSpPr>
          <p:cNvPr id="4269" name="Google Shape;4269;p187"/>
          <p:cNvSpPr/>
          <p:nvPr/>
        </p:nvSpPr>
        <p:spPr>
          <a:xfrm>
            <a:off x="445770" y="1598166"/>
            <a:ext cx="762900" cy="731100"/>
          </a:xfrm>
          <a:prstGeom prst="roundRect">
            <a:avLst>
              <a:gd name="adj" fmla="val 5827"/>
            </a:avLst>
          </a:prstGeom>
          <a:solidFill>
            <a:srgbClr val="1F2A44"/>
          </a:solidFill>
          <a:ln>
            <a:noFill/>
          </a:ln>
        </p:spPr>
        <p:txBody>
          <a:bodyPr spcFirstLastPara="1" wrap="square" lIns="57150" tIns="57150" rIns="57150" bIns="57150" anchor="ctr" anchorCtr="0">
            <a:noAutofit/>
          </a:bodyPr>
          <a:lstStyle/>
          <a:p>
            <a:pPr marL="0" lvl="0" indent="0" algn="l" rtl="0">
              <a:spcBef>
                <a:spcPts val="0"/>
              </a:spcBef>
              <a:spcAft>
                <a:spcPts val="0"/>
              </a:spcAft>
              <a:buNone/>
            </a:pPr>
            <a:endParaRPr/>
          </a:p>
        </p:txBody>
      </p:sp>
      <p:sp>
        <p:nvSpPr>
          <p:cNvPr id="4270" name="Google Shape;4270;p187"/>
          <p:cNvSpPr/>
          <p:nvPr/>
        </p:nvSpPr>
        <p:spPr>
          <a:xfrm>
            <a:off x="964979" y="1649683"/>
            <a:ext cx="43800" cy="43800"/>
          </a:xfrm>
          <a:prstGeom prst="ellipse">
            <a:avLst/>
          </a:prstGeom>
          <a:solidFill>
            <a:srgbClr val="FF6900"/>
          </a:solidFill>
          <a:ln>
            <a:noFill/>
          </a:ln>
        </p:spPr>
        <p:txBody>
          <a:bodyPr spcFirstLastPara="1" wrap="square" lIns="57150" tIns="57150" rIns="57150" bIns="57150" anchor="ctr" anchorCtr="0">
            <a:noAutofit/>
          </a:bodyPr>
          <a:lstStyle/>
          <a:p>
            <a:pPr marL="0" lvl="0" indent="0" algn="l" rtl="0">
              <a:spcBef>
                <a:spcPts val="0"/>
              </a:spcBef>
              <a:spcAft>
                <a:spcPts val="0"/>
              </a:spcAft>
              <a:buNone/>
            </a:pPr>
            <a:endParaRPr/>
          </a:p>
        </p:txBody>
      </p:sp>
      <p:sp>
        <p:nvSpPr>
          <p:cNvPr id="4271" name="Google Shape;4271;p187"/>
          <p:cNvSpPr/>
          <p:nvPr/>
        </p:nvSpPr>
        <p:spPr>
          <a:xfrm>
            <a:off x="1065240" y="1649683"/>
            <a:ext cx="43800" cy="43800"/>
          </a:xfrm>
          <a:prstGeom prst="ellipse">
            <a:avLst/>
          </a:prstGeom>
          <a:solidFill>
            <a:srgbClr val="FF6900"/>
          </a:solidFill>
          <a:ln>
            <a:noFill/>
          </a:ln>
        </p:spPr>
        <p:txBody>
          <a:bodyPr spcFirstLastPara="1" wrap="square" lIns="57150" tIns="57150" rIns="57150" bIns="57150" anchor="ctr" anchorCtr="0">
            <a:noAutofit/>
          </a:bodyPr>
          <a:lstStyle/>
          <a:p>
            <a:pPr marL="0" lvl="0" indent="0" algn="l" rtl="0">
              <a:spcBef>
                <a:spcPts val="0"/>
              </a:spcBef>
              <a:spcAft>
                <a:spcPts val="0"/>
              </a:spcAft>
              <a:buNone/>
            </a:pPr>
            <a:endParaRPr/>
          </a:p>
        </p:txBody>
      </p:sp>
      <p:sp>
        <p:nvSpPr>
          <p:cNvPr id="4272" name="Google Shape;4272;p187"/>
          <p:cNvSpPr/>
          <p:nvPr/>
        </p:nvSpPr>
        <p:spPr>
          <a:xfrm>
            <a:off x="964979" y="1746058"/>
            <a:ext cx="43800" cy="43800"/>
          </a:xfrm>
          <a:prstGeom prst="ellipse">
            <a:avLst/>
          </a:prstGeom>
          <a:solidFill>
            <a:srgbClr val="FF6900"/>
          </a:solidFill>
          <a:ln>
            <a:noFill/>
          </a:ln>
        </p:spPr>
        <p:txBody>
          <a:bodyPr spcFirstLastPara="1" wrap="square" lIns="57150" tIns="57150" rIns="57150" bIns="57150" anchor="ctr" anchorCtr="0">
            <a:noAutofit/>
          </a:bodyPr>
          <a:lstStyle/>
          <a:p>
            <a:pPr marL="0" lvl="0" indent="0" algn="l" rtl="0">
              <a:spcBef>
                <a:spcPts val="0"/>
              </a:spcBef>
              <a:spcAft>
                <a:spcPts val="0"/>
              </a:spcAft>
              <a:buNone/>
            </a:pPr>
            <a:endParaRPr/>
          </a:p>
        </p:txBody>
      </p:sp>
      <p:sp>
        <p:nvSpPr>
          <p:cNvPr id="4273" name="Google Shape;4273;p187"/>
          <p:cNvSpPr/>
          <p:nvPr/>
        </p:nvSpPr>
        <p:spPr>
          <a:xfrm>
            <a:off x="1065240" y="1746058"/>
            <a:ext cx="43800" cy="43800"/>
          </a:xfrm>
          <a:prstGeom prst="ellipse">
            <a:avLst/>
          </a:prstGeom>
          <a:solidFill>
            <a:srgbClr val="FF6900"/>
          </a:solidFill>
          <a:ln>
            <a:noFill/>
          </a:ln>
        </p:spPr>
        <p:txBody>
          <a:bodyPr spcFirstLastPara="1" wrap="square" lIns="57150" tIns="57150" rIns="57150" bIns="57150" anchor="ctr" anchorCtr="0">
            <a:noAutofit/>
          </a:bodyPr>
          <a:lstStyle/>
          <a:p>
            <a:pPr marL="0" lvl="0" indent="0" algn="l" rtl="0">
              <a:spcBef>
                <a:spcPts val="0"/>
              </a:spcBef>
              <a:spcAft>
                <a:spcPts val="0"/>
              </a:spcAft>
              <a:buNone/>
            </a:pPr>
            <a:endParaRPr/>
          </a:p>
        </p:txBody>
      </p:sp>
      <p:sp>
        <p:nvSpPr>
          <p:cNvPr id="4274" name="Google Shape;4274;p187"/>
          <p:cNvSpPr/>
          <p:nvPr/>
        </p:nvSpPr>
        <p:spPr>
          <a:xfrm>
            <a:off x="964979" y="1842432"/>
            <a:ext cx="43800" cy="43800"/>
          </a:xfrm>
          <a:prstGeom prst="ellipse">
            <a:avLst/>
          </a:prstGeom>
          <a:solidFill>
            <a:srgbClr val="FF6900"/>
          </a:solidFill>
          <a:ln>
            <a:noFill/>
          </a:ln>
        </p:spPr>
        <p:txBody>
          <a:bodyPr spcFirstLastPara="1" wrap="square" lIns="57150" tIns="57150" rIns="57150" bIns="57150" anchor="ctr" anchorCtr="0">
            <a:noAutofit/>
          </a:bodyPr>
          <a:lstStyle/>
          <a:p>
            <a:pPr marL="0" lvl="0" indent="0" algn="l" rtl="0">
              <a:spcBef>
                <a:spcPts val="0"/>
              </a:spcBef>
              <a:spcAft>
                <a:spcPts val="0"/>
              </a:spcAft>
              <a:buNone/>
            </a:pPr>
            <a:endParaRPr/>
          </a:p>
        </p:txBody>
      </p:sp>
      <p:sp>
        <p:nvSpPr>
          <p:cNvPr id="4275" name="Google Shape;4275;p187"/>
          <p:cNvSpPr/>
          <p:nvPr/>
        </p:nvSpPr>
        <p:spPr>
          <a:xfrm>
            <a:off x="1065240" y="1842432"/>
            <a:ext cx="43800" cy="43800"/>
          </a:xfrm>
          <a:prstGeom prst="ellipse">
            <a:avLst/>
          </a:prstGeom>
          <a:solidFill>
            <a:srgbClr val="FF6900"/>
          </a:solidFill>
          <a:ln>
            <a:noFill/>
          </a:ln>
        </p:spPr>
        <p:txBody>
          <a:bodyPr spcFirstLastPara="1" wrap="square" lIns="57150" tIns="57150" rIns="57150" bIns="57150" anchor="ctr" anchorCtr="0">
            <a:noAutofit/>
          </a:bodyPr>
          <a:lstStyle/>
          <a:p>
            <a:pPr marL="0" lvl="0" indent="0" algn="l" rtl="0">
              <a:spcBef>
                <a:spcPts val="0"/>
              </a:spcBef>
              <a:spcAft>
                <a:spcPts val="0"/>
              </a:spcAft>
              <a:buNone/>
            </a:pPr>
            <a:endParaRPr/>
          </a:p>
        </p:txBody>
      </p:sp>
      <p:sp>
        <p:nvSpPr>
          <p:cNvPr id="4276" name="Google Shape;4276;p187"/>
          <p:cNvSpPr/>
          <p:nvPr/>
        </p:nvSpPr>
        <p:spPr>
          <a:xfrm>
            <a:off x="964979" y="1938807"/>
            <a:ext cx="43800" cy="43800"/>
          </a:xfrm>
          <a:prstGeom prst="ellipse">
            <a:avLst/>
          </a:prstGeom>
          <a:solidFill>
            <a:srgbClr val="FF6900"/>
          </a:solidFill>
          <a:ln>
            <a:noFill/>
          </a:ln>
        </p:spPr>
        <p:txBody>
          <a:bodyPr spcFirstLastPara="1" wrap="square" lIns="57150" tIns="57150" rIns="57150" bIns="57150" anchor="ctr" anchorCtr="0">
            <a:noAutofit/>
          </a:bodyPr>
          <a:lstStyle/>
          <a:p>
            <a:pPr marL="0" lvl="0" indent="0" algn="l" rtl="0">
              <a:spcBef>
                <a:spcPts val="0"/>
              </a:spcBef>
              <a:spcAft>
                <a:spcPts val="0"/>
              </a:spcAft>
              <a:buNone/>
            </a:pPr>
            <a:endParaRPr/>
          </a:p>
        </p:txBody>
      </p:sp>
      <p:sp>
        <p:nvSpPr>
          <p:cNvPr id="4277" name="Google Shape;4277;p187"/>
          <p:cNvSpPr/>
          <p:nvPr/>
        </p:nvSpPr>
        <p:spPr>
          <a:xfrm>
            <a:off x="1065240" y="1938807"/>
            <a:ext cx="43800" cy="43800"/>
          </a:xfrm>
          <a:prstGeom prst="ellipse">
            <a:avLst/>
          </a:prstGeom>
          <a:solidFill>
            <a:srgbClr val="FF6900"/>
          </a:solidFill>
          <a:ln>
            <a:noFill/>
          </a:ln>
        </p:spPr>
        <p:txBody>
          <a:bodyPr spcFirstLastPara="1" wrap="square" lIns="57150" tIns="57150" rIns="57150" bIns="57150" anchor="ctr" anchorCtr="0">
            <a:noAutofit/>
          </a:bodyPr>
          <a:lstStyle/>
          <a:p>
            <a:pPr marL="0" lvl="0" indent="0" algn="l" rtl="0">
              <a:spcBef>
                <a:spcPts val="0"/>
              </a:spcBef>
              <a:spcAft>
                <a:spcPts val="0"/>
              </a:spcAft>
              <a:buNone/>
            </a:pPr>
            <a:endParaRPr/>
          </a:p>
        </p:txBody>
      </p:sp>
      <p:sp>
        <p:nvSpPr>
          <p:cNvPr id="4278" name="Google Shape;4278;p187"/>
          <p:cNvSpPr/>
          <p:nvPr/>
        </p:nvSpPr>
        <p:spPr>
          <a:xfrm>
            <a:off x="964979" y="2035182"/>
            <a:ext cx="43800" cy="43800"/>
          </a:xfrm>
          <a:prstGeom prst="ellipse">
            <a:avLst/>
          </a:prstGeom>
          <a:solidFill>
            <a:srgbClr val="FF6900"/>
          </a:solidFill>
          <a:ln>
            <a:noFill/>
          </a:ln>
        </p:spPr>
        <p:txBody>
          <a:bodyPr spcFirstLastPara="1" wrap="square" lIns="57150" tIns="57150" rIns="57150" bIns="57150" anchor="ctr" anchorCtr="0">
            <a:noAutofit/>
          </a:bodyPr>
          <a:lstStyle/>
          <a:p>
            <a:pPr marL="0" lvl="0" indent="0" algn="l" rtl="0">
              <a:spcBef>
                <a:spcPts val="0"/>
              </a:spcBef>
              <a:spcAft>
                <a:spcPts val="0"/>
              </a:spcAft>
              <a:buNone/>
            </a:pPr>
            <a:endParaRPr/>
          </a:p>
        </p:txBody>
      </p:sp>
      <p:sp>
        <p:nvSpPr>
          <p:cNvPr id="4279" name="Google Shape;4279;p187"/>
          <p:cNvSpPr/>
          <p:nvPr/>
        </p:nvSpPr>
        <p:spPr>
          <a:xfrm>
            <a:off x="1065240" y="2035182"/>
            <a:ext cx="43800" cy="43800"/>
          </a:xfrm>
          <a:prstGeom prst="ellipse">
            <a:avLst/>
          </a:prstGeom>
          <a:solidFill>
            <a:srgbClr val="FF6900"/>
          </a:solidFill>
          <a:ln>
            <a:noFill/>
          </a:ln>
        </p:spPr>
        <p:txBody>
          <a:bodyPr spcFirstLastPara="1" wrap="square" lIns="57150" tIns="57150" rIns="57150" bIns="57150" anchor="ctr" anchorCtr="0">
            <a:noAutofit/>
          </a:bodyPr>
          <a:lstStyle/>
          <a:p>
            <a:pPr marL="0" lvl="0" indent="0" algn="l" rtl="0">
              <a:spcBef>
                <a:spcPts val="0"/>
              </a:spcBef>
              <a:spcAft>
                <a:spcPts val="0"/>
              </a:spcAft>
              <a:buNone/>
            </a:pPr>
            <a:endParaRPr/>
          </a:p>
        </p:txBody>
      </p:sp>
      <p:sp>
        <p:nvSpPr>
          <p:cNvPr id="4280" name="Google Shape;4280;p187"/>
          <p:cNvSpPr/>
          <p:nvPr/>
        </p:nvSpPr>
        <p:spPr>
          <a:xfrm>
            <a:off x="640886" y="1938807"/>
            <a:ext cx="43800" cy="43800"/>
          </a:xfrm>
          <a:prstGeom prst="ellipse">
            <a:avLst/>
          </a:prstGeom>
          <a:solidFill>
            <a:srgbClr val="0072CE"/>
          </a:solidFill>
          <a:ln>
            <a:noFill/>
          </a:ln>
        </p:spPr>
        <p:txBody>
          <a:bodyPr spcFirstLastPara="1" wrap="square" lIns="57150" tIns="57150" rIns="57150" bIns="57150" anchor="ctr" anchorCtr="0">
            <a:noAutofit/>
          </a:bodyPr>
          <a:lstStyle/>
          <a:p>
            <a:pPr marL="0" lvl="0" indent="0" algn="l" rtl="0">
              <a:spcBef>
                <a:spcPts val="0"/>
              </a:spcBef>
              <a:spcAft>
                <a:spcPts val="0"/>
              </a:spcAft>
              <a:buNone/>
            </a:pPr>
            <a:endParaRPr/>
          </a:p>
        </p:txBody>
      </p:sp>
      <p:sp>
        <p:nvSpPr>
          <p:cNvPr id="4281" name="Google Shape;4281;p187"/>
          <p:cNvSpPr/>
          <p:nvPr/>
        </p:nvSpPr>
        <p:spPr>
          <a:xfrm>
            <a:off x="540625" y="2035182"/>
            <a:ext cx="43800" cy="43800"/>
          </a:xfrm>
          <a:prstGeom prst="ellipse">
            <a:avLst/>
          </a:prstGeom>
          <a:solidFill>
            <a:srgbClr val="0072CE"/>
          </a:solidFill>
          <a:ln>
            <a:noFill/>
          </a:ln>
        </p:spPr>
        <p:txBody>
          <a:bodyPr spcFirstLastPara="1" wrap="square" lIns="57150" tIns="57150" rIns="57150" bIns="57150" anchor="ctr" anchorCtr="0">
            <a:noAutofit/>
          </a:bodyPr>
          <a:lstStyle/>
          <a:p>
            <a:pPr marL="0" lvl="0" indent="0" algn="l" rtl="0">
              <a:spcBef>
                <a:spcPts val="0"/>
              </a:spcBef>
              <a:spcAft>
                <a:spcPts val="0"/>
              </a:spcAft>
              <a:buNone/>
            </a:pPr>
            <a:endParaRPr/>
          </a:p>
        </p:txBody>
      </p:sp>
      <p:sp>
        <p:nvSpPr>
          <p:cNvPr id="4282" name="Google Shape;4282;p187"/>
          <p:cNvSpPr/>
          <p:nvPr/>
        </p:nvSpPr>
        <p:spPr>
          <a:xfrm>
            <a:off x="640886" y="2035182"/>
            <a:ext cx="43800" cy="43800"/>
          </a:xfrm>
          <a:prstGeom prst="ellipse">
            <a:avLst/>
          </a:prstGeom>
          <a:solidFill>
            <a:srgbClr val="0072CE"/>
          </a:solidFill>
          <a:ln>
            <a:noFill/>
          </a:ln>
        </p:spPr>
        <p:txBody>
          <a:bodyPr spcFirstLastPara="1" wrap="square" lIns="57150" tIns="57150" rIns="57150" bIns="57150" anchor="ctr" anchorCtr="0">
            <a:noAutofit/>
          </a:bodyPr>
          <a:lstStyle/>
          <a:p>
            <a:pPr marL="0" lvl="0" indent="0" algn="l" rtl="0">
              <a:spcBef>
                <a:spcPts val="0"/>
              </a:spcBef>
              <a:spcAft>
                <a:spcPts val="0"/>
              </a:spcAft>
              <a:buNone/>
            </a:pPr>
            <a:endParaRPr/>
          </a:p>
        </p:txBody>
      </p:sp>
      <p:sp>
        <p:nvSpPr>
          <p:cNvPr id="4283" name="Google Shape;4283;p187"/>
          <p:cNvSpPr/>
          <p:nvPr/>
        </p:nvSpPr>
        <p:spPr>
          <a:xfrm>
            <a:off x="849172" y="1746058"/>
            <a:ext cx="43800" cy="43800"/>
          </a:xfrm>
          <a:prstGeom prst="ellipse">
            <a:avLst/>
          </a:prstGeom>
          <a:solidFill>
            <a:srgbClr val="FFC600"/>
          </a:solidFill>
          <a:ln>
            <a:noFill/>
          </a:ln>
        </p:spPr>
        <p:txBody>
          <a:bodyPr spcFirstLastPara="1" wrap="square" lIns="57150" tIns="57150" rIns="57150" bIns="57150" anchor="ctr" anchorCtr="0">
            <a:noAutofit/>
          </a:bodyPr>
          <a:lstStyle/>
          <a:p>
            <a:pPr marL="0" lvl="0" indent="0" algn="l" rtl="0">
              <a:spcBef>
                <a:spcPts val="0"/>
              </a:spcBef>
              <a:spcAft>
                <a:spcPts val="0"/>
              </a:spcAft>
              <a:buNone/>
            </a:pPr>
            <a:endParaRPr/>
          </a:p>
        </p:txBody>
      </p:sp>
      <p:sp>
        <p:nvSpPr>
          <p:cNvPr id="4284" name="Google Shape;4284;p187"/>
          <p:cNvSpPr/>
          <p:nvPr/>
        </p:nvSpPr>
        <p:spPr>
          <a:xfrm>
            <a:off x="748911" y="1842432"/>
            <a:ext cx="43800" cy="43800"/>
          </a:xfrm>
          <a:prstGeom prst="ellipse">
            <a:avLst/>
          </a:prstGeom>
          <a:solidFill>
            <a:srgbClr val="FFC600"/>
          </a:solidFill>
          <a:ln>
            <a:noFill/>
          </a:ln>
        </p:spPr>
        <p:txBody>
          <a:bodyPr spcFirstLastPara="1" wrap="square" lIns="57150" tIns="57150" rIns="57150" bIns="57150" anchor="ctr" anchorCtr="0">
            <a:noAutofit/>
          </a:bodyPr>
          <a:lstStyle/>
          <a:p>
            <a:pPr marL="0" lvl="0" indent="0" algn="l" rtl="0">
              <a:spcBef>
                <a:spcPts val="0"/>
              </a:spcBef>
              <a:spcAft>
                <a:spcPts val="0"/>
              </a:spcAft>
              <a:buNone/>
            </a:pPr>
            <a:endParaRPr/>
          </a:p>
        </p:txBody>
      </p:sp>
      <p:sp>
        <p:nvSpPr>
          <p:cNvPr id="4285" name="Google Shape;4285;p187"/>
          <p:cNvSpPr/>
          <p:nvPr/>
        </p:nvSpPr>
        <p:spPr>
          <a:xfrm>
            <a:off x="849172" y="1842432"/>
            <a:ext cx="43800" cy="43800"/>
          </a:xfrm>
          <a:prstGeom prst="ellipse">
            <a:avLst/>
          </a:prstGeom>
          <a:solidFill>
            <a:srgbClr val="FFC600"/>
          </a:solidFill>
          <a:ln>
            <a:noFill/>
          </a:ln>
        </p:spPr>
        <p:txBody>
          <a:bodyPr spcFirstLastPara="1" wrap="square" lIns="57150" tIns="57150" rIns="57150" bIns="57150" anchor="ctr" anchorCtr="0">
            <a:noAutofit/>
          </a:bodyPr>
          <a:lstStyle/>
          <a:p>
            <a:pPr marL="0" lvl="0" indent="0" algn="l" rtl="0">
              <a:spcBef>
                <a:spcPts val="0"/>
              </a:spcBef>
              <a:spcAft>
                <a:spcPts val="0"/>
              </a:spcAft>
              <a:buNone/>
            </a:pPr>
            <a:endParaRPr/>
          </a:p>
        </p:txBody>
      </p:sp>
      <p:sp>
        <p:nvSpPr>
          <p:cNvPr id="4286" name="Google Shape;4286;p187"/>
          <p:cNvSpPr/>
          <p:nvPr/>
        </p:nvSpPr>
        <p:spPr>
          <a:xfrm>
            <a:off x="748911" y="1938807"/>
            <a:ext cx="43800" cy="43800"/>
          </a:xfrm>
          <a:prstGeom prst="ellipse">
            <a:avLst/>
          </a:prstGeom>
          <a:solidFill>
            <a:srgbClr val="FFC600"/>
          </a:solidFill>
          <a:ln>
            <a:noFill/>
          </a:ln>
        </p:spPr>
        <p:txBody>
          <a:bodyPr spcFirstLastPara="1" wrap="square" lIns="57150" tIns="57150" rIns="57150" bIns="57150" anchor="ctr" anchorCtr="0">
            <a:noAutofit/>
          </a:bodyPr>
          <a:lstStyle/>
          <a:p>
            <a:pPr marL="0" lvl="0" indent="0" algn="l" rtl="0">
              <a:spcBef>
                <a:spcPts val="0"/>
              </a:spcBef>
              <a:spcAft>
                <a:spcPts val="0"/>
              </a:spcAft>
              <a:buNone/>
            </a:pPr>
            <a:endParaRPr/>
          </a:p>
        </p:txBody>
      </p:sp>
      <p:sp>
        <p:nvSpPr>
          <p:cNvPr id="4287" name="Google Shape;4287;p187"/>
          <p:cNvSpPr/>
          <p:nvPr/>
        </p:nvSpPr>
        <p:spPr>
          <a:xfrm>
            <a:off x="849172" y="1938807"/>
            <a:ext cx="43800" cy="43800"/>
          </a:xfrm>
          <a:prstGeom prst="ellipse">
            <a:avLst/>
          </a:prstGeom>
          <a:solidFill>
            <a:srgbClr val="FFC600"/>
          </a:solidFill>
          <a:ln>
            <a:noFill/>
          </a:ln>
        </p:spPr>
        <p:txBody>
          <a:bodyPr spcFirstLastPara="1" wrap="square" lIns="57150" tIns="57150" rIns="57150" bIns="57150" anchor="ctr" anchorCtr="0">
            <a:noAutofit/>
          </a:bodyPr>
          <a:lstStyle/>
          <a:p>
            <a:pPr marL="0" lvl="0" indent="0" algn="l" rtl="0">
              <a:spcBef>
                <a:spcPts val="0"/>
              </a:spcBef>
              <a:spcAft>
                <a:spcPts val="0"/>
              </a:spcAft>
              <a:buNone/>
            </a:pPr>
            <a:endParaRPr/>
          </a:p>
        </p:txBody>
      </p:sp>
      <p:sp>
        <p:nvSpPr>
          <p:cNvPr id="4288" name="Google Shape;4288;p187"/>
          <p:cNvSpPr/>
          <p:nvPr/>
        </p:nvSpPr>
        <p:spPr>
          <a:xfrm>
            <a:off x="748911" y="2035182"/>
            <a:ext cx="43800" cy="43800"/>
          </a:xfrm>
          <a:prstGeom prst="ellipse">
            <a:avLst/>
          </a:prstGeom>
          <a:solidFill>
            <a:srgbClr val="FFC600"/>
          </a:solidFill>
          <a:ln>
            <a:noFill/>
          </a:ln>
        </p:spPr>
        <p:txBody>
          <a:bodyPr spcFirstLastPara="1" wrap="square" lIns="57150" tIns="57150" rIns="57150" bIns="57150" anchor="ctr" anchorCtr="0">
            <a:noAutofit/>
          </a:bodyPr>
          <a:lstStyle/>
          <a:p>
            <a:pPr marL="0" lvl="0" indent="0" algn="l" rtl="0">
              <a:spcBef>
                <a:spcPts val="0"/>
              </a:spcBef>
              <a:spcAft>
                <a:spcPts val="0"/>
              </a:spcAft>
              <a:buNone/>
            </a:pPr>
            <a:endParaRPr/>
          </a:p>
        </p:txBody>
      </p:sp>
      <p:sp>
        <p:nvSpPr>
          <p:cNvPr id="4289" name="Google Shape;4289;p187"/>
          <p:cNvSpPr/>
          <p:nvPr/>
        </p:nvSpPr>
        <p:spPr>
          <a:xfrm>
            <a:off x="849172" y="2035182"/>
            <a:ext cx="43800" cy="43800"/>
          </a:xfrm>
          <a:prstGeom prst="ellipse">
            <a:avLst/>
          </a:prstGeom>
          <a:solidFill>
            <a:srgbClr val="FFC600"/>
          </a:solidFill>
          <a:ln>
            <a:noFill/>
          </a:ln>
        </p:spPr>
        <p:txBody>
          <a:bodyPr spcFirstLastPara="1" wrap="square" lIns="57150" tIns="57150" rIns="57150" bIns="57150" anchor="ctr" anchorCtr="0">
            <a:noAutofit/>
          </a:bodyPr>
          <a:lstStyle/>
          <a:p>
            <a:pPr marL="0" lvl="0" indent="0" algn="l" rtl="0">
              <a:spcBef>
                <a:spcPts val="0"/>
              </a:spcBef>
              <a:spcAft>
                <a:spcPts val="0"/>
              </a:spcAft>
              <a:buNone/>
            </a:pPr>
            <a:endParaRPr/>
          </a:p>
        </p:txBody>
      </p:sp>
      <p:sp>
        <p:nvSpPr>
          <p:cNvPr id="4290" name="Google Shape;4290;p187"/>
          <p:cNvSpPr/>
          <p:nvPr/>
        </p:nvSpPr>
        <p:spPr>
          <a:xfrm>
            <a:off x="1065240" y="1553308"/>
            <a:ext cx="43800" cy="43800"/>
          </a:xfrm>
          <a:prstGeom prst="ellipse">
            <a:avLst/>
          </a:prstGeom>
          <a:solidFill>
            <a:srgbClr val="FF6900"/>
          </a:solidFill>
          <a:ln>
            <a:noFill/>
          </a:ln>
        </p:spPr>
        <p:txBody>
          <a:bodyPr spcFirstLastPara="1" wrap="square" lIns="57150" tIns="57150" rIns="57150" bIns="57150" anchor="ctr" anchorCtr="0">
            <a:noAutofit/>
          </a:bodyPr>
          <a:lstStyle/>
          <a:p>
            <a:pPr marL="0" lvl="0" indent="0" algn="l" rtl="0">
              <a:spcBef>
                <a:spcPts val="0"/>
              </a:spcBef>
              <a:spcAft>
                <a:spcPts val="0"/>
              </a:spcAft>
              <a:buNone/>
            </a:pPr>
            <a:endParaRPr/>
          </a:p>
        </p:txBody>
      </p:sp>
      <p:sp>
        <p:nvSpPr>
          <p:cNvPr id="4291" name="Google Shape;4291;p187"/>
          <p:cNvSpPr txBox="1"/>
          <p:nvPr/>
        </p:nvSpPr>
        <p:spPr>
          <a:xfrm>
            <a:off x="1353750" y="1550550"/>
            <a:ext cx="2973000" cy="615600"/>
          </a:xfrm>
          <a:prstGeom prst="rect">
            <a:avLst/>
          </a:prstGeom>
          <a:noFill/>
          <a:ln>
            <a:noFill/>
          </a:ln>
        </p:spPr>
        <p:txBody>
          <a:bodyPr spcFirstLastPara="1" wrap="square" lIns="0" tIns="0" rIns="0" bIns="0" anchor="t" anchorCtr="0">
            <a:spAutoFit/>
          </a:bodyPr>
          <a:lstStyle/>
          <a:p>
            <a:pPr marL="0" lvl="0" indent="0" algn="l" rtl="0">
              <a:lnSpc>
                <a:spcPct val="100000"/>
              </a:lnSpc>
              <a:spcBef>
                <a:spcPts val="0"/>
              </a:spcBef>
              <a:spcAft>
                <a:spcPts val="0"/>
              </a:spcAft>
              <a:buNone/>
            </a:pPr>
            <a:r>
              <a:rPr lang="en" sz="1500" b="1">
                <a:solidFill>
                  <a:schemeClr val="dk1"/>
                </a:solidFill>
                <a:latin typeface="IBM Plex Sans"/>
                <a:ea typeface="IBM Plex Sans"/>
                <a:cs typeface="IBM Plex Sans"/>
                <a:sym typeface="IBM Plex Sans"/>
              </a:rPr>
              <a:t>Map Business Rules</a:t>
            </a:r>
            <a:endParaRPr sz="1500">
              <a:solidFill>
                <a:schemeClr val="dk1"/>
              </a:solidFill>
              <a:latin typeface="IBM Plex Sans"/>
              <a:ea typeface="IBM Plex Sans"/>
              <a:cs typeface="IBM Plex Sans"/>
              <a:sym typeface="IBM Plex Sans"/>
            </a:endParaRPr>
          </a:p>
          <a:p>
            <a:pPr marL="0" lvl="0" indent="0" algn="l" rtl="0">
              <a:lnSpc>
                <a:spcPct val="100000"/>
              </a:lnSpc>
              <a:spcBef>
                <a:spcPts val="600"/>
              </a:spcBef>
              <a:spcAft>
                <a:spcPts val="600"/>
              </a:spcAft>
              <a:buNone/>
            </a:pPr>
            <a:r>
              <a:rPr lang="en" sz="1000">
                <a:solidFill>
                  <a:srgbClr val="24292F"/>
                </a:solidFill>
                <a:latin typeface="IBM Plex Sans"/>
                <a:ea typeface="IBM Plex Sans"/>
                <a:cs typeface="IBM Plex Sans"/>
                <a:sym typeface="IBM Plex Sans"/>
              </a:rPr>
              <a:t>Link DMN tables to your business rules with Camundas simple and intuitive interface</a:t>
            </a:r>
            <a:endParaRPr sz="1000">
              <a:solidFill>
                <a:schemeClr val="dk1"/>
              </a:solidFill>
              <a:latin typeface="IBM Plex Sans"/>
              <a:ea typeface="IBM Plex Sans"/>
              <a:cs typeface="IBM Plex Sans"/>
              <a:sym typeface="IBM Plex Sans"/>
            </a:endParaRPr>
          </a:p>
        </p:txBody>
      </p:sp>
      <p:sp>
        <p:nvSpPr>
          <p:cNvPr id="4292" name="Google Shape;4292;p187"/>
          <p:cNvSpPr txBox="1"/>
          <p:nvPr/>
        </p:nvSpPr>
        <p:spPr>
          <a:xfrm>
            <a:off x="1353750" y="3036450"/>
            <a:ext cx="2973000" cy="7695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Clr>
                <a:schemeClr val="dk1"/>
              </a:buClr>
              <a:buSzPts val="800"/>
              <a:buFont typeface="Arial"/>
              <a:buNone/>
            </a:pPr>
            <a:r>
              <a:rPr lang="en" sz="1500" b="1">
                <a:solidFill>
                  <a:schemeClr val="dk1"/>
                </a:solidFill>
                <a:latin typeface="IBM Plex Sans"/>
                <a:ea typeface="IBM Plex Sans"/>
                <a:cs typeface="IBM Plex Sans"/>
                <a:sym typeface="IBM Plex Sans"/>
              </a:rPr>
              <a:t>Mapping Processes together</a:t>
            </a:r>
            <a:endParaRPr sz="1500">
              <a:solidFill>
                <a:schemeClr val="dk1"/>
              </a:solidFill>
              <a:latin typeface="IBM Plex Sans"/>
              <a:ea typeface="IBM Plex Sans"/>
              <a:cs typeface="IBM Plex Sans"/>
              <a:sym typeface="IBM Plex Sans"/>
            </a:endParaRPr>
          </a:p>
          <a:p>
            <a:pPr marL="0" lvl="0" indent="0" algn="l" rtl="0">
              <a:lnSpc>
                <a:spcPct val="100000"/>
              </a:lnSpc>
              <a:spcBef>
                <a:spcPts val="600"/>
              </a:spcBef>
              <a:spcAft>
                <a:spcPts val="600"/>
              </a:spcAft>
              <a:buNone/>
            </a:pPr>
            <a:r>
              <a:rPr lang="en" sz="1000">
                <a:solidFill>
                  <a:srgbClr val="24292F"/>
                </a:solidFill>
                <a:latin typeface="IBM Plex Sans"/>
                <a:ea typeface="IBM Plex Sans"/>
                <a:cs typeface="IBM Plex Sans"/>
                <a:sym typeface="IBM Plex Sans"/>
              </a:rPr>
              <a:t>Easily find and link process together in the web modeler, making it simpler to orchestrate complex business problems</a:t>
            </a:r>
            <a:endParaRPr sz="1000">
              <a:solidFill>
                <a:schemeClr val="dk1"/>
              </a:solidFill>
              <a:latin typeface="IBM Plex Sans"/>
              <a:ea typeface="IBM Plex Sans"/>
              <a:cs typeface="IBM Plex Sans"/>
              <a:sym typeface="IBM Plex Sans"/>
            </a:endParaRPr>
          </a:p>
        </p:txBody>
      </p:sp>
      <p:sp>
        <p:nvSpPr>
          <p:cNvPr id="4293" name="Google Shape;4293;p187"/>
          <p:cNvSpPr/>
          <p:nvPr/>
        </p:nvSpPr>
        <p:spPr>
          <a:xfrm>
            <a:off x="445770" y="3084066"/>
            <a:ext cx="762900" cy="731100"/>
          </a:xfrm>
          <a:prstGeom prst="roundRect">
            <a:avLst>
              <a:gd name="adj" fmla="val 5827"/>
            </a:avLst>
          </a:prstGeom>
          <a:solidFill>
            <a:srgbClr val="1F2A44"/>
          </a:solidFill>
          <a:ln>
            <a:noFill/>
          </a:ln>
        </p:spPr>
        <p:txBody>
          <a:bodyPr spcFirstLastPara="1" wrap="square" lIns="57150" tIns="57150" rIns="57150" bIns="57150" anchor="ctr" anchorCtr="0">
            <a:noAutofit/>
          </a:bodyPr>
          <a:lstStyle/>
          <a:p>
            <a:pPr marL="0" lvl="0" indent="0" algn="l" rtl="0">
              <a:spcBef>
                <a:spcPts val="0"/>
              </a:spcBef>
              <a:spcAft>
                <a:spcPts val="0"/>
              </a:spcAft>
              <a:buNone/>
            </a:pPr>
            <a:endParaRPr/>
          </a:p>
        </p:txBody>
      </p:sp>
      <p:sp>
        <p:nvSpPr>
          <p:cNvPr id="4294" name="Google Shape;4294;p187"/>
          <p:cNvSpPr/>
          <p:nvPr/>
        </p:nvSpPr>
        <p:spPr>
          <a:xfrm>
            <a:off x="556671" y="3200942"/>
            <a:ext cx="548700" cy="476700"/>
          </a:xfrm>
          <a:prstGeom prst="ellipse">
            <a:avLst/>
          </a:prstGeom>
          <a:solidFill>
            <a:srgbClr val="FF6900"/>
          </a:solidFill>
          <a:ln>
            <a:noFill/>
          </a:ln>
        </p:spPr>
        <p:txBody>
          <a:bodyPr spcFirstLastPara="1" wrap="square" lIns="57150" tIns="57150" rIns="57150" bIns="57150" anchor="ctr" anchorCtr="0">
            <a:noAutofit/>
          </a:bodyPr>
          <a:lstStyle/>
          <a:p>
            <a:pPr marL="0" lvl="0" indent="0" algn="l" rtl="0">
              <a:spcBef>
                <a:spcPts val="0"/>
              </a:spcBef>
              <a:spcAft>
                <a:spcPts val="0"/>
              </a:spcAft>
              <a:buNone/>
            </a:pPr>
            <a:endParaRPr/>
          </a:p>
        </p:txBody>
      </p:sp>
      <p:sp>
        <p:nvSpPr>
          <p:cNvPr id="4295" name="Google Shape;4295;p187"/>
          <p:cNvSpPr/>
          <p:nvPr/>
        </p:nvSpPr>
        <p:spPr>
          <a:xfrm>
            <a:off x="640897" y="3284680"/>
            <a:ext cx="371100" cy="300600"/>
          </a:xfrm>
          <a:prstGeom prst="roundRect">
            <a:avLst>
              <a:gd name="adj" fmla="val 8562"/>
            </a:avLst>
          </a:prstGeom>
          <a:solidFill>
            <a:srgbClr val="FFFFFF"/>
          </a:solidFill>
          <a:ln>
            <a:noFill/>
          </a:ln>
        </p:spPr>
        <p:txBody>
          <a:bodyPr spcFirstLastPara="1" wrap="square" lIns="57150" tIns="57150" rIns="57150" bIns="57150" anchor="ctr" anchorCtr="0">
            <a:noAutofit/>
          </a:bodyPr>
          <a:lstStyle/>
          <a:p>
            <a:pPr marL="0" lvl="0" indent="0" algn="l" rtl="0">
              <a:spcBef>
                <a:spcPts val="0"/>
              </a:spcBef>
              <a:spcAft>
                <a:spcPts val="0"/>
              </a:spcAft>
              <a:buNone/>
            </a:pPr>
            <a:endParaRPr/>
          </a:p>
        </p:txBody>
      </p:sp>
      <p:sp>
        <p:nvSpPr>
          <p:cNvPr id="4296" name="Google Shape;4296;p187"/>
          <p:cNvSpPr/>
          <p:nvPr/>
        </p:nvSpPr>
        <p:spPr>
          <a:xfrm>
            <a:off x="678506" y="3353996"/>
            <a:ext cx="190800" cy="20400"/>
          </a:xfrm>
          <a:prstGeom prst="rect">
            <a:avLst/>
          </a:prstGeom>
          <a:solidFill>
            <a:srgbClr val="FFC600"/>
          </a:solidFill>
          <a:ln>
            <a:noFill/>
          </a:ln>
        </p:spPr>
        <p:txBody>
          <a:bodyPr spcFirstLastPara="1" wrap="square" lIns="57150" tIns="57150" rIns="57150" bIns="57150" anchor="ctr" anchorCtr="0">
            <a:noAutofit/>
          </a:bodyPr>
          <a:lstStyle/>
          <a:p>
            <a:pPr marL="0" lvl="0" indent="0" algn="l" rtl="0">
              <a:spcBef>
                <a:spcPts val="0"/>
              </a:spcBef>
              <a:spcAft>
                <a:spcPts val="0"/>
              </a:spcAft>
              <a:buNone/>
            </a:pPr>
            <a:endParaRPr/>
          </a:p>
        </p:txBody>
      </p:sp>
      <p:sp>
        <p:nvSpPr>
          <p:cNvPr id="4297" name="Google Shape;4297;p187"/>
          <p:cNvSpPr/>
          <p:nvPr/>
        </p:nvSpPr>
        <p:spPr>
          <a:xfrm>
            <a:off x="678506" y="3391537"/>
            <a:ext cx="293700" cy="20400"/>
          </a:xfrm>
          <a:prstGeom prst="rect">
            <a:avLst/>
          </a:prstGeom>
          <a:solidFill>
            <a:srgbClr val="FFC600"/>
          </a:solidFill>
          <a:ln>
            <a:noFill/>
          </a:ln>
        </p:spPr>
        <p:txBody>
          <a:bodyPr spcFirstLastPara="1" wrap="square" lIns="57150" tIns="57150" rIns="57150" bIns="57150" anchor="ctr" anchorCtr="0">
            <a:noAutofit/>
          </a:bodyPr>
          <a:lstStyle/>
          <a:p>
            <a:pPr marL="0" lvl="0" indent="0" algn="l" rtl="0">
              <a:spcBef>
                <a:spcPts val="0"/>
              </a:spcBef>
              <a:spcAft>
                <a:spcPts val="0"/>
              </a:spcAft>
              <a:buNone/>
            </a:pPr>
            <a:endParaRPr/>
          </a:p>
        </p:txBody>
      </p:sp>
      <p:sp>
        <p:nvSpPr>
          <p:cNvPr id="4298" name="Google Shape;4298;p187"/>
          <p:cNvSpPr/>
          <p:nvPr/>
        </p:nvSpPr>
        <p:spPr>
          <a:xfrm>
            <a:off x="678506" y="3429079"/>
            <a:ext cx="293700" cy="20400"/>
          </a:xfrm>
          <a:prstGeom prst="rect">
            <a:avLst/>
          </a:prstGeom>
          <a:solidFill>
            <a:srgbClr val="FFC600"/>
          </a:solidFill>
          <a:ln>
            <a:noFill/>
          </a:ln>
        </p:spPr>
        <p:txBody>
          <a:bodyPr spcFirstLastPara="1" wrap="square" lIns="57150" tIns="57150" rIns="57150" bIns="57150" anchor="ctr" anchorCtr="0">
            <a:noAutofit/>
          </a:bodyPr>
          <a:lstStyle/>
          <a:p>
            <a:pPr marL="0" lvl="0" indent="0" algn="l" rtl="0">
              <a:spcBef>
                <a:spcPts val="0"/>
              </a:spcBef>
              <a:spcAft>
                <a:spcPts val="0"/>
              </a:spcAft>
              <a:buNone/>
            </a:pPr>
            <a:endParaRPr/>
          </a:p>
        </p:txBody>
      </p:sp>
      <p:sp>
        <p:nvSpPr>
          <p:cNvPr id="4299" name="Google Shape;4299;p187"/>
          <p:cNvSpPr/>
          <p:nvPr/>
        </p:nvSpPr>
        <p:spPr>
          <a:xfrm rot="5400000">
            <a:off x="574506" y="3405835"/>
            <a:ext cx="268800" cy="304800"/>
          </a:xfrm>
          <a:prstGeom prst="triangle">
            <a:avLst>
              <a:gd name="adj" fmla="val 50000"/>
            </a:avLst>
          </a:prstGeom>
          <a:solidFill>
            <a:srgbClr val="FF8200"/>
          </a:solidFill>
          <a:ln>
            <a:noFill/>
          </a:ln>
        </p:spPr>
        <p:txBody>
          <a:bodyPr spcFirstLastPara="1" wrap="square" lIns="57150" tIns="57150" rIns="57150" bIns="57150" anchor="ctr" anchorCtr="0">
            <a:noAutofit/>
          </a:bodyPr>
          <a:lstStyle/>
          <a:p>
            <a:pPr marL="0" lvl="0" indent="0" algn="l" rtl="0">
              <a:spcBef>
                <a:spcPts val="0"/>
              </a:spcBef>
              <a:spcAft>
                <a:spcPts val="0"/>
              </a:spcAft>
              <a:buNone/>
            </a:pPr>
            <a:endParaRPr/>
          </a:p>
        </p:txBody>
      </p:sp>
      <p:sp>
        <p:nvSpPr>
          <p:cNvPr id="4300" name="Google Shape;4300;p187"/>
          <p:cNvSpPr/>
          <p:nvPr/>
        </p:nvSpPr>
        <p:spPr>
          <a:xfrm rot="-5400000">
            <a:off x="818583" y="3406031"/>
            <a:ext cx="268800" cy="304800"/>
          </a:xfrm>
          <a:prstGeom prst="triangle">
            <a:avLst>
              <a:gd name="adj" fmla="val 50000"/>
            </a:avLst>
          </a:prstGeom>
          <a:solidFill>
            <a:srgbClr val="FF8200"/>
          </a:solidFill>
          <a:ln>
            <a:noFill/>
          </a:ln>
        </p:spPr>
        <p:txBody>
          <a:bodyPr spcFirstLastPara="1" wrap="square" lIns="57150" tIns="57150" rIns="57150" bIns="57150" anchor="ctr" anchorCtr="0">
            <a:noAutofit/>
          </a:bodyPr>
          <a:lstStyle/>
          <a:p>
            <a:pPr marL="0" lvl="0" indent="0" algn="l" rtl="0">
              <a:spcBef>
                <a:spcPts val="0"/>
              </a:spcBef>
              <a:spcAft>
                <a:spcPts val="0"/>
              </a:spcAft>
              <a:buNone/>
            </a:pPr>
            <a:endParaRPr/>
          </a:p>
        </p:txBody>
      </p:sp>
      <p:sp>
        <p:nvSpPr>
          <p:cNvPr id="4301" name="Google Shape;4301;p187"/>
          <p:cNvSpPr/>
          <p:nvPr/>
        </p:nvSpPr>
        <p:spPr>
          <a:xfrm>
            <a:off x="556672" y="3471870"/>
            <a:ext cx="548700" cy="220800"/>
          </a:xfrm>
          <a:prstGeom prst="triangle">
            <a:avLst>
              <a:gd name="adj" fmla="val 50000"/>
            </a:avLst>
          </a:prstGeom>
          <a:solidFill>
            <a:srgbClr val="FF6900"/>
          </a:solidFill>
          <a:ln>
            <a:noFill/>
          </a:ln>
        </p:spPr>
        <p:txBody>
          <a:bodyPr spcFirstLastPara="1" wrap="square" lIns="57150" tIns="57150" rIns="57150" bIns="57150" anchor="ctr" anchorCtr="0">
            <a:noAutofit/>
          </a:bodyPr>
          <a:lstStyle/>
          <a:p>
            <a:pPr marL="0" lvl="0" indent="0" algn="l" rtl="0">
              <a:spcBef>
                <a:spcPts val="0"/>
              </a:spcBef>
              <a:spcAft>
                <a:spcPts val="0"/>
              </a:spcAft>
              <a:buNone/>
            </a:pPr>
            <a:endParaRPr/>
          </a:p>
        </p:txBody>
      </p:sp>
      <p:pic>
        <p:nvPicPr>
          <p:cNvPr id="4302" name="Google Shape;4302;p187"/>
          <p:cNvPicPr preferRelativeResize="0"/>
          <p:nvPr/>
        </p:nvPicPr>
        <p:blipFill>
          <a:blip r:embed="rId3">
            <a:alphaModFix/>
          </a:blip>
          <a:stretch>
            <a:fillRect/>
          </a:stretch>
        </p:blipFill>
        <p:spPr>
          <a:xfrm>
            <a:off x="5254556" y="1207744"/>
            <a:ext cx="4636744" cy="3805948"/>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4307"/>
        <p:cNvGrpSpPr/>
        <p:nvPr/>
      </p:nvGrpSpPr>
      <p:grpSpPr>
        <a:xfrm>
          <a:off x="0" y="0"/>
          <a:ext cx="0" cy="0"/>
          <a:chOff x="0" y="0"/>
          <a:chExt cx="0" cy="0"/>
        </a:xfrm>
      </p:grpSpPr>
      <p:sp>
        <p:nvSpPr>
          <p:cNvPr id="4308" name="Google Shape;4308;p188"/>
          <p:cNvSpPr/>
          <p:nvPr/>
        </p:nvSpPr>
        <p:spPr>
          <a:xfrm>
            <a:off x="445745" y="1474341"/>
            <a:ext cx="762900" cy="731100"/>
          </a:xfrm>
          <a:prstGeom prst="roundRect">
            <a:avLst>
              <a:gd name="adj" fmla="val 5827"/>
            </a:avLst>
          </a:prstGeom>
          <a:solidFill>
            <a:srgbClr val="1F2A44"/>
          </a:solidFill>
          <a:ln>
            <a:noFill/>
          </a:ln>
        </p:spPr>
        <p:txBody>
          <a:bodyPr spcFirstLastPara="1" wrap="square" lIns="57150" tIns="57150" rIns="57150" bIns="57150" anchor="ctr" anchorCtr="0">
            <a:noAutofit/>
          </a:bodyPr>
          <a:lstStyle/>
          <a:p>
            <a:pPr marL="0" lvl="0" indent="0" algn="l" rtl="0">
              <a:spcBef>
                <a:spcPts val="0"/>
              </a:spcBef>
              <a:spcAft>
                <a:spcPts val="0"/>
              </a:spcAft>
              <a:buNone/>
            </a:pPr>
            <a:endParaRPr/>
          </a:p>
        </p:txBody>
      </p:sp>
      <p:sp>
        <p:nvSpPr>
          <p:cNvPr id="4309" name="Google Shape;4309;p188"/>
          <p:cNvSpPr txBox="1">
            <a:spLocks noGrp="1"/>
          </p:cNvSpPr>
          <p:nvPr>
            <p:ph type="title"/>
          </p:nvPr>
        </p:nvSpPr>
        <p:spPr>
          <a:xfrm>
            <a:off x="371475" y="257176"/>
            <a:ext cx="8400900" cy="5490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en"/>
              <a:t>Create Flexible Forms and UX</a:t>
            </a:r>
            <a:endParaRPr/>
          </a:p>
          <a:p>
            <a:pPr marL="0" lvl="0" indent="0" algn="l" rtl="0">
              <a:spcBef>
                <a:spcPts val="0"/>
              </a:spcBef>
              <a:spcAft>
                <a:spcPts val="0"/>
              </a:spcAft>
              <a:buNone/>
            </a:pPr>
            <a:endParaRPr sz="900" b="0">
              <a:latin typeface="IBM Plex Sans Medium"/>
              <a:ea typeface="IBM Plex Sans Medium"/>
              <a:cs typeface="IBM Plex Sans Medium"/>
              <a:sym typeface="IBM Plex Sans Medium"/>
            </a:endParaRPr>
          </a:p>
          <a:p>
            <a:pPr marL="0" lvl="0" indent="0" algn="l" rtl="0">
              <a:spcBef>
                <a:spcPts val="0"/>
              </a:spcBef>
              <a:spcAft>
                <a:spcPts val="0"/>
              </a:spcAft>
              <a:buNone/>
            </a:pPr>
            <a:r>
              <a:rPr lang="en" sz="1800" b="0">
                <a:latin typeface="IBM Plex Sans Medium"/>
                <a:ea typeface="IBM Plex Sans Medium"/>
                <a:cs typeface="IBM Plex Sans Medium"/>
                <a:sym typeface="IBM Plex Sans Medium"/>
              </a:rPr>
              <a:t>Build and ship fast</a:t>
            </a:r>
            <a:endParaRPr sz="1800" b="0">
              <a:latin typeface="IBM Plex Sans Medium"/>
              <a:ea typeface="IBM Plex Sans Medium"/>
              <a:cs typeface="IBM Plex Sans Medium"/>
              <a:sym typeface="IBM Plex Sans Medium"/>
            </a:endParaRPr>
          </a:p>
        </p:txBody>
      </p:sp>
      <p:sp>
        <p:nvSpPr>
          <p:cNvPr id="4310" name="Google Shape;4310;p188"/>
          <p:cNvSpPr txBox="1"/>
          <p:nvPr/>
        </p:nvSpPr>
        <p:spPr>
          <a:xfrm>
            <a:off x="1353750" y="1474350"/>
            <a:ext cx="2010300" cy="1000500"/>
          </a:xfrm>
          <a:prstGeom prst="rect">
            <a:avLst/>
          </a:prstGeom>
          <a:noFill/>
          <a:ln>
            <a:noFill/>
          </a:ln>
        </p:spPr>
        <p:txBody>
          <a:bodyPr spcFirstLastPara="1" wrap="square" lIns="0" tIns="0" rIns="0" bIns="0" anchor="t" anchorCtr="0">
            <a:spAutoFit/>
          </a:bodyPr>
          <a:lstStyle/>
          <a:p>
            <a:pPr marL="0" lvl="0" indent="0" algn="l" rtl="0">
              <a:lnSpc>
                <a:spcPct val="100000"/>
              </a:lnSpc>
              <a:spcBef>
                <a:spcPts val="0"/>
              </a:spcBef>
              <a:spcAft>
                <a:spcPts val="0"/>
              </a:spcAft>
              <a:buNone/>
            </a:pPr>
            <a:r>
              <a:rPr lang="en" sz="1500" b="1">
                <a:solidFill>
                  <a:schemeClr val="dk1"/>
                </a:solidFill>
                <a:latin typeface="IBM Plex Sans"/>
                <a:ea typeface="IBM Plex Sans"/>
                <a:cs typeface="IBM Plex Sans"/>
                <a:sym typeface="IBM Plex Sans"/>
              </a:rPr>
              <a:t>Extended Component Portfolio</a:t>
            </a:r>
            <a:endParaRPr sz="1500">
              <a:solidFill>
                <a:schemeClr val="dk1"/>
              </a:solidFill>
              <a:latin typeface="IBM Plex Sans"/>
              <a:ea typeface="IBM Plex Sans"/>
              <a:cs typeface="IBM Plex Sans"/>
              <a:sym typeface="IBM Plex Sans"/>
            </a:endParaRPr>
          </a:p>
          <a:p>
            <a:pPr marL="0" lvl="0" indent="0" algn="l" rtl="0">
              <a:lnSpc>
                <a:spcPct val="100000"/>
              </a:lnSpc>
              <a:spcBef>
                <a:spcPts val="600"/>
              </a:spcBef>
              <a:spcAft>
                <a:spcPts val="600"/>
              </a:spcAft>
              <a:buNone/>
            </a:pPr>
            <a:r>
              <a:rPr lang="en" sz="1000">
                <a:solidFill>
                  <a:schemeClr val="dk1"/>
                </a:solidFill>
                <a:latin typeface="IBM Plex Sans"/>
                <a:ea typeface="IBM Plex Sans"/>
                <a:cs typeface="IBM Plex Sans"/>
                <a:sym typeface="IBM Plex Sans"/>
              </a:rPr>
              <a:t>Implement human workflow use cases effortlessly with new ready-to-go components.</a:t>
            </a:r>
            <a:endParaRPr sz="1000">
              <a:solidFill>
                <a:schemeClr val="dk1"/>
              </a:solidFill>
              <a:latin typeface="IBM Plex Sans"/>
              <a:ea typeface="IBM Plex Sans"/>
              <a:cs typeface="IBM Plex Sans"/>
              <a:sym typeface="IBM Plex Sans"/>
            </a:endParaRPr>
          </a:p>
        </p:txBody>
      </p:sp>
      <p:sp>
        <p:nvSpPr>
          <p:cNvPr id="4311" name="Google Shape;4311;p188"/>
          <p:cNvSpPr txBox="1"/>
          <p:nvPr/>
        </p:nvSpPr>
        <p:spPr>
          <a:xfrm>
            <a:off x="1353750" y="2750700"/>
            <a:ext cx="2010300" cy="7695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Clr>
                <a:schemeClr val="dk1"/>
              </a:buClr>
              <a:buSzPts val="800"/>
              <a:buFont typeface="Arial"/>
              <a:buNone/>
            </a:pPr>
            <a:r>
              <a:rPr lang="en" sz="1500" b="1">
                <a:solidFill>
                  <a:schemeClr val="dk1"/>
                </a:solidFill>
                <a:latin typeface="IBM Plex Sans"/>
                <a:ea typeface="IBM Plex Sans"/>
                <a:cs typeface="IBM Plex Sans"/>
                <a:sym typeface="IBM Plex Sans"/>
              </a:rPr>
              <a:t>Field Data Population</a:t>
            </a:r>
            <a:endParaRPr sz="1500">
              <a:solidFill>
                <a:schemeClr val="dk1"/>
              </a:solidFill>
              <a:latin typeface="IBM Plex Sans"/>
              <a:ea typeface="IBM Plex Sans"/>
              <a:cs typeface="IBM Plex Sans"/>
              <a:sym typeface="IBM Plex Sans"/>
            </a:endParaRPr>
          </a:p>
          <a:p>
            <a:pPr marL="0" lvl="0" indent="0" algn="l" rtl="0">
              <a:lnSpc>
                <a:spcPct val="100000"/>
              </a:lnSpc>
              <a:spcBef>
                <a:spcPts val="600"/>
              </a:spcBef>
              <a:spcAft>
                <a:spcPts val="600"/>
              </a:spcAft>
              <a:buNone/>
            </a:pPr>
            <a:r>
              <a:rPr lang="en" sz="1000">
                <a:solidFill>
                  <a:schemeClr val="dk1"/>
                </a:solidFill>
                <a:latin typeface="IBM Plex Sans"/>
                <a:ea typeface="IBM Plex Sans"/>
                <a:cs typeface="IBM Plex Sans"/>
                <a:sym typeface="IBM Plex Sans"/>
              </a:rPr>
              <a:t>Adopt to dynamic use cases by providing select values via process variables.</a:t>
            </a:r>
            <a:endParaRPr sz="1000">
              <a:solidFill>
                <a:schemeClr val="dk1"/>
              </a:solidFill>
              <a:latin typeface="IBM Plex Sans"/>
              <a:ea typeface="IBM Plex Sans"/>
              <a:cs typeface="IBM Plex Sans"/>
              <a:sym typeface="IBM Plex Sans"/>
            </a:endParaRPr>
          </a:p>
        </p:txBody>
      </p:sp>
      <p:pic>
        <p:nvPicPr>
          <p:cNvPr id="4312" name="Google Shape;4312;p188"/>
          <p:cNvPicPr preferRelativeResize="0"/>
          <p:nvPr/>
        </p:nvPicPr>
        <p:blipFill rotWithShape="1">
          <a:blip r:embed="rId3">
            <a:alphaModFix/>
          </a:blip>
          <a:srcRect r="18705" b="17958"/>
          <a:stretch/>
        </p:blipFill>
        <p:spPr>
          <a:xfrm>
            <a:off x="3641450" y="1250975"/>
            <a:ext cx="5502549" cy="3892526"/>
          </a:xfrm>
          <a:prstGeom prst="rect">
            <a:avLst/>
          </a:prstGeom>
          <a:noFill/>
          <a:ln>
            <a:noFill/>
          </a:ln>
        </p:spPr>
      </p:pic>
      <p:sp>
        <p:nvSpPr>
          <p:cNvPr id="4313" name="Google Shape;4313;p188"/>
          <p:cNvSpPr/>
          <p:nvPr/>
        </p:nvSpPr>
        <p:spPr>
          <a:xfrm>
            <a:off x="445745" y="2792241"/>
            <a:ext cx="762900" cy="731100"/>
          </a:xfrm>
          <a:prstGeom prst="roundRect">
            <a:avLst>
              <a:gd name="adj" fmla="val 5827"/>
            </a:avLst>
          </a:prstGeom>
          <a:solidFill>
            <a:srgbClr val="1F2A44"/>
          </a:solidFill>
          <a:ln>
            <a:noFill/>
          </a:ln>
        </p:spPr>
        <p:txBody>
          <a:bodyPr spcFirstLastPara="1" wrap="square" lIns="57150" tIns="57150" rIns="57150" bIns="57150" anchor="ctr" anchorCtr="0">
            <a:noAutofit/>
          </a:bodyPr>
          <a:lstStyle/>
          <a:p>
            <a:pPr marL="0" lvl="0" indent="0" algn="l" rtl="0">
              <a:spcBef>
                <a:spcPts val="0"/>
              </a:spcBef>
              <a:spcAft>
                <a:spcPts val="0"/>
              </a:spcAft>
              <a:buNone/>
            </a:pPr>
            <a:endParaRPr/>
          </a:p>
        </p:txBody>
      </p:sp>
      <p:sp>
        <p:nvSpPr>
          <p:cNvPr id="4314" name="Google Shape;4314;p188"/>
          <p:cNvSpPr txBox="1"/>
          <p:nvPr/>
        </p:nvSpPr>
        <p:spPr>
          <a:xfrm>
            <a:off x="1353750" y="3950850"/>
            <a:ext cx="2014800" cy="7695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Clr>
                <a:schemeClr val="dk1"/>
              </a:buClr>
              <a:buSzPts val="800"/>
              <a:buFont typeface="Arial"/>
              <a:buNone/>
            </a:pPr>
            <a:r>
              <a:rPr lang="en" sz="1500" b="1">
                <a:solidFill>
                  <a:schemeClr val="dk1"/>
                </a:solidFill>
                <a:latin typeface="IBM Plex Sans"/>
                <a:ea typeface="IBM Plex Sans"/>
                <a:cs typeface="IBM Plex Sans"/>
                <a:sym typeface="IBM Plex Sans"/>
              </a:rPr>
              <a:t>Preview &amp; Validation</a:t>
            </a:r>
            <a:endParaRPr sz="1500">
              <a:solidFill>
                <a:schemeClr val="dk1"/>
              </a:solidFill>
              <a:latin typeface="IBM Plex Sans"/>
              <a:ea typeface="IBM Plex Sans"/>
              <a:cs typeface="IBM Plex Sans"/>
              <a:sym typeface="IBM Plex Sans"/>
            </a:endParaRPr>
          </a:p>
          <a:p>
            <a:pPr marL="0" lvl="0" indent="0" algn="l" rtl="0">
              <a:lnSpc>
                <a:spcPct val="100000"/>
              </a:lnSpc>
              <a:spcBef>
                <a:spcPts val="600"/>
              </a:spcBef>
              <a:spcAft>
                <a:spcPts val="600"/>
              </a:spcAft>
              <a:buNone/>
            </a:pPr>
            <a:r>
              <a:rPr lang="en" sz="1000">
                <a:solidFill>
                  <a:schemeClr val="dk1"/>
                </a:solidFill>
                <a:latin typeface="IBM Plex Sans"/>
                <a:ea typeface="IBM Plex Sans"/>
                <a:cs typeface="IBM Plex Sans"/>
                <a:sym typeface="IBM Plex Sans"/>
              </a:rPr>
              <a:t>Validate that your forms work as you intended instantly by powering a preview with mock data.</a:t>
            </a:r>
            <a:endParaRPr sz="1000">
              <a:solidFill>
                <a:schemeClr val="dk1"/>
              </a:solidFill>
              <a:latin typeface="IBM Plex Sans"/>
              <a:ea typeface="IBM Plex Sans"/>
              <a:cs typeface="IBM Plex Sans"/>
              <a:sym typeface="IBM Plex Sans"/>
            </a:endParaRPr>
          </a:p>
        </p:txBody>
      </p:sp>
      <p:sp>
        <p:nvSpPr>
          <p:cNvPr id="4315" name="Google Shape;4315;p188"/>
          <p:cNvSpPr/>
          <p:nvPr/>
        </p:nvSpPr>
        <p:spPr>
          <a:xfrm>
            <a:off x="445745" y="3992391"/>
            <a:ext cx="762900" cy="731100"/>
          </a:xfrm>
          <a:prstGeom prst="roundRect">
            <a:avLst>
              <a:gd name="adj" fmla="val 5827"/>
            </a:avLst>
          </a:prstGeom>
          <a:solidFill>
            <a:srgbClr val="1F2A44"/>
          </a:solidFill>
          <a:ln>
            <a:noFill/>
          </a:ln>
        </p:spPr>
        <p:txBody>
          <a:bodyPr spcFirstLastPara="1" wrap="square" lIns="57150" tIns="57150" rIns="57150" bIns="57150" anchor="ctr" anchorCtr="0">
            <a:noAutofit/>
          </a:bodyPr>
          <a:lstStyle/>
          <a:p>
            <a:pPr marL="0" lvl="0" indent="0" algn="l" rtl="0">
              <a:spcBef>
                <a:spcPts val="0"/>
              </a:spcBef>
              <a:spcAft>
                <a:spcPts val="0"/>
              </a:spcAft>
              <a:buNone/>
            </a:pPr>
            <a:endParaRPr/>
          </a:p>
        </p:txBody>
      </p:sp>
      <p:grpSp>
        <p:nvGrpSpPr>
          <p:cNvPr id="4316" name="Google Shape;4316;p188"/>
          <p:cNvGrpSpPr/>
          <p:nvPr/>
        </p:nvGrpSpPr>
        <p:grpSpPr>
          <a:xfrm>
            <a:off x="633570" y="4164344"/>
            <a:ext cx="387247" cy="387225"/>
            <a:chOff x="2724775" y="3084275"/>
            <a:chExt cx="445675" cy="445650"/>
          </a:xfrm>
        </p:grpSpPr>
        <p:sp>
          <p:nvSpPr>
            <p:cNvPr id="4317" name="Google Shape;4317;p188"/>
            <p:cNvSpPr/>
            <p:nvPr/>
          </p:nvSpPr>
          <p:spPr>
            <a:xfrm>
              <a:off x="2769275" y="3084275"/>
              <a:ext cx="222850" cy="153575"/>
            </a:xfrm>
            <a:custGeom>
              <a:avLst/>
              <a:gdLst/>
              <a:ahLst/>
              <a:cxnLst/>
              <a:rect l="l" t="t" r="r" b="b"/>
              <a:pathLst>
                <a:path w="8914" h="6143" extrusionOk="0">
                  <a:moveTo>
                    <a:pt x="7133" y="1"/>
                  </a:moveTo>
                  <a:lnTo>
                    <a:pt x="7133" y="885"/>
                  </a:lnTo>
                  <a:lnTo>
                    <a:pt x="6839" y="897"/>
                  </a:lnTo>
                  <a:lnTo>
                    <a:pt x="6556" y="909"/>
                  </a:lnTo>
                  <a:lnTo>
                    <a:pt x="6273" y="932"/>
                  </a:lnTo>
                  <a:lnTo>
                    <a:pt x="5978" y="967"/>
                  </a:lnTo>
                  <a:lnTo>
                    <a:pt x="5707" y="1015"/>
                  </a:lnTo>
                  <a:lnTo>
                    <a:pt x="5424" y="1074"/>
                  </a:lnTo>
                  <a:lnTo>
                    <a:pt x="5153" y="1133"/>
                  </a:lnTo>
                  <a:lnTo>
                    <a:pt x="4882" y="1215"/>
                  </a:lnTo>
                  <a:lnTo>
                    <a:pt x="4610" y="1298"/>
                  </a:lnTo>
                  <a:lnTo>
                    <a:pt x="4351" y="1380"/>
                  </a:lnTo>
                  <a:lnTo>
                    <a:pt x="4092" y="1486"/>
                  </a:lnTo>
                  <a:lnTo>
                    <a:pt x="3832" y="1592"/>
                  </a:lnTo>
                  <a:lnTo>
                    <a:pt x="3585" y="1710"/>
                  </a:lnTo>
                  <a:lnTo>
                    <a:pt x="3337" y="1840"/>
                  </a:lnTo>
                  <a:lnTo>
                    <a:pt x="3101" y="1970"/>
                  </a:lnTo>
                  <a:lnTo>
                    <a:pt x="2866" y="2111"/>
                  </a:lnTo>
                  <a:lnTo>
                    <a:pt x="2642" y="2264"/>
                  </a:lnTo>
                  <a:lnTo>
                    <a:pt x="2418" y="2429"/>
                  </a:lnTo>
                  <a:lnTo>
                    <a:pt x="2194" y="2594"/>
                  </a:lnTo>
                  <a:lnTo>
                    <a:pt x="1981" y="2759"/>
                  </a:lnTo>
                  <a:lnTo>
                    <a:pt x="1781" y="2936"/>
                  </a:lnTo>
                  <a:lnTo>
                    <a:pt x="1581" y="3125"/>
                  </a:lnTo>
                  <a:lnTo>
                    <a:pt x="1392" y="3325"/>
                  </a:lnTo>
                  <a:lnTo>
                    <a:pt x="1203" y="3526"/>
                  </a:lnTo>
                  <a:lnTo>
                    <a:pt x="1027" y="3726"/>
                  </a:lnTo>
                  <a:lnTo>
                    <a:pt x="861" y="3938"/>
                  </a:lnTo>
                  <a:lnTo>
                    <a:pt x="696" y="4162"/>
                  </a:lnTo>
                  <a:lnTo>
                    <a:pt x="543" y="4386"/>
                  </a:lnTo>
                  <a:lnTo>
                    <a:pt x="390" y="4622"/>
                  </a:lnTo>
                  <a:lnTo>
                    <a:pt x="260" y="4858"/>
                  </a:lnTo>
                  <a:lnTo>
                    <a:pt x="131" y="5094"/>
                  </a:lnTo>
                  <a:lnTo>
                    <a:pt x="1" y="5341"/>
                  </a:lnTo>
                  <a:lnTo>
                    <a:pt x="1604" y="6143"/>
                  </a:lnTo>
                  <a:lnTo>
                    <a:pt x="1699" y="5954"/>
                  </a:lnTo>
                  <a:lnTo>
                    <a:pt x="1805" y="5777"/>
                  </a:lnTo>
                  <a:lnTo>
                    <a:pt x="1911" y="5589"/>
                  </a:lnTo>
                  <a:lnTo>
                    <a:pt x="2029" y="5412"/>
                  </a:lnTo>
                  <a:lnTo>
                    <a:pt x="2147" y="5235"/>
                  </a:lnTo>
                  <a:lnTo>
                    <a:pt x="2276" y="5070"/>
                  </a:lnTo>
                  <a:lnTo>
                    <a:pt x="2406" y="4905"/>
                  </a:lnTo>
                  <a:lnTo>
                    <a:pt x="2547" y="4740"/>
                  </a:lnTo>
                  <a:lnTo>
                    <a:pt x="2689" y="4587"/>
                  </a:lnTo>
                  <a:lnTo>
                    <a:pt x="2842" y="4434"/>
                  </a:lnTo>
                  <a:lnTo>
                    <a:pt x="2995" y="4292"/>
                  </a:lnTo>
                  <a:lnTo>
                    <a:pt x="3149" y="4151"/>
                  </a:lnTo>
                  <a:lnTo>
                    <a:pt x="3314" y="4009"/>
                  </a:lnTo>
                  <a:lnTo>
                    <a:pt x="3490" y="3879"/>
                  </a:lnTo>
                  <a:lnTo>
                    <a:pt x="3656" y="3762"/>
                  </a:lnTo>
                  <a:lnTo>
                    <a:pt x="3832" y="3644"/>
                  </a:lnTo>
                  <a:lnTo>
                    <a:pt x="4021" y="3526"/>
                  </a:lnTo>
                  <a:lnTo>
                    <a:pt x="4210" y="3420"/>
                  </a:lnTo>
                  <a:lnTo>
                    <a:pt x="4398" y="3325"/>
                  </a:lnTo>
                  <a:lnTo>
                    <a:pt x="4587" y="3231"/>
                  </a:lnTo>
                  <a:lnTo>
                    <a:pt x="4787" y="3148"/>
                  </a:lnTo>
                  <a:lnTo>
                    <a:pt x="4988" y="3066"/>
                  </a:lnTo>
                  <a:lnTo>
                    <a:pt x="5188" y="2995"/>
                  </a:lnTo>
                  <a:lnTo>
                    <a:pt x="5389" y="2924"/>
                  </a:lnTo>
                  <a:lnTo>
                    <a:pt x="5601" y="2866"/>
                  </a:lnTo>
                  <a:lnTo>
                    <a:pt x="5813" y="2818"/>
                  </a:lnTo>
                  <a:lnTo>
                    <a:pt x="6025" y="2771"/>
                  </a:lnTo>
                  <a:lnTo>
                    <a:pt x="6249" y="2736"/>
                  </a:lnTo>
                  <a:lnTo>
                    <a:pt x="6461" y="2712"/>
                  </a:lnTo>
                  <a:lnTo>
                    <a:pt x="6685" y="2689"/>
                  </a:lnTo>
                  <a:lnTo>
                    <a:pt x="6909" y="2677"/>
                  </a:lnTo>
                  <a:lnTo>
                    <a:pt x="7133" y="2677"/>
                  </a:lnTo>
                  <a:lnTo>
                    <a:pt x="7133" y="3561"/>
                  </a:lnTo>
                  <a:lnTo>
                    <a:pt x="8914" y="1781"/>
                  </a:lnTo>
                  <a:lnTo>
                    <a:pt x="7133"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18" name="Google Shape;4318;p188"/>
            <p:cNvSpPr/>
            <p:nvPr/>
          </p:nvSpPr>
          <p:spPr>
            <a:xfrm>
              <a:off x="2903100" y="3376075"/>
              <a:ext cx="222825" cy="153850"/>
            </a:xfrm>
            <a:custGeom>
              <a:avLst/>
              <a:gdLst/>
              <a:ahLst/>
              <a:cxnLst/>
              <a:rect l="l" t="t" r="r" b="b"/>
              <a:pathLst>
                <a:path w="8913" h="6154" extrusionOk="0">
                  <a:moveTo>
                    <a:pt x="7310" y="0"/>
                  </a:moveTo>
                  <a:lnTo>
                    <a:pt x="7215" y="189"/>
                  </a:lnTo>
                  <a:lnTo>
                    <a:pt x="7109" y="377"/>
                  </a:lnTo>
                  <a:lnTo>
                    <a:pt x="7003" y="566"/>
                  </a:lnTo>
                  <a:lnTo>
                    <a:pt x="6885" y="743"/>
                  </a:lnTo>
                  <a:lnTo>
                    <a:pt x="6767" y="920"/>
                  </a:lnTo>
                  <a:lnTo>
                    <a:pt x="6638" y="1085"/>
                  </a:lnTo>
                  <a:lnTo>
                    <a:pt x="6508" y="1250"/>
                  </a:lnTo>
                  <a:lnTo>
                    <a:pt x="6366" y="1415"/>
                  </a:lnTo>
                  <a:lnTo>
                    <a:pt x="6225" y="1568"/>
                  </a:lnTo>
                  <a:lnTo>
                    <a:pt x="6072" y="1721"/>
                  </a:lnTo>
                  <a:lnTo>
                    <a:pt x="5918" y="1863"/>
                  </a:lnTo>
                  <a:lnTo>
                    <a:pt x="5765" y="2004"/>
                  </a:lnTo>
                  <a:lnTo>
                    <a:pt x="5600" y="2134"/>
                  </a:lnTo>
                  <a:lnTo>
                    <a:pt x="5435" y="2264"/>
                  </a:lnTo>
                  <a:lnTo>
                    <a:pt x="5258" y="2393"/>
                  </a:lnTo>
                  <a:lnTo>
                    <a:pt x="5081" y="2511"/>
                  </a:lnTo>
                  <a:lnTo>
                    <a:pt x="4893" y="2617"/>
                  </a:lnTo>
                  <a:lnTo>
                    <a:pt x="4716" y="2723"/>
                  </a:lnTo>
                  <a:lnTo>
                    <a:pt x="4527" y="2829"/>
                  </a:lnTo>
                  <a:lnTo>
                    <a:pt x="4327" y="2924"/>
                  </a:lnTo>
                  <a:lnTo>
                    <a:pt x="4126" y="3006"/>
                  </a:lnTo>
                  <a:lnTo>
                    <a:pt x="3938" y="3089"/>
                  </a:lnTo>
                  <a:lnTo>
                    <a:pt x="3726" y="3160"/>
                  </a:lnTo>
                  <a:lnTo>
                    <a:pt x="3525" y="3219"/>
                  </a:lnTo>
                  <a:lnTo>
                    <a:pt x="3313" y="3277"/>
                  </a:lnTo>
                  <a:lnTo>
                    <a:pt x="3101" y="3336"/>
                  </a:lnTo>
                  <a:lnTo>
                    <a:pt x="2889" y="3372"/>
                  </a:lnTo>
                  <a:lnTo>
                    <a:pt x="2665" y="3419"/>
                  </a:lnTo>
                  <a:lnTo>
                    <a:pt x="2452" y="3442"/>
                  </a:lnTo>
                  <a:lnTo>
                    <a:pt x="2228" y="3466"/>
                  </a:lnTo>
                  <a:lnTo>
                    <a:pt x="2004" y="3478"/>
                  </a:lnTo>
                  <a:lnTo>
                    <a:pt x="1780" y="3478"/>
                  </a:lnTo>
                  <a:lnTo>
                    <a:pt x="1780" y="2582"/>
                  </a:lnTo>
                  <a:lnTo>
                    <a:pt x="0" y="4374"/>
                  </a:lnTo>
                  <a:lnTo>
                    <a:pt x="1780" y="6154"/>
                  </a:lnTo>
                  <a:lnTo>
                    <a:pt x="1780" y="5258"/>
                  </a:lnTo>
                  <a:lnTo>
                    <a:pt x="2075" y="5258"/>
                  </a:lnTo>
                  <a:lnTo>
                    <a:pt x="2358" y="5234"/>
                  </a:lnTo>
                  <a:lnTo>
                    <a:pt x="2653" y="5211"/>
                  </a:lnTo>
                  <a:lnTo>
                    <a:pt x="2936" y="5176"/>
                  </a:lnTo>
                  <a:lnTo>
                    <a:pt x="3219" y="5128"/>
                  </a:lnTo>
                  <a:lnTo>
                    <a:pt x="3490" y="5081"/>
                  </a:lnTo>
                  <a:lnTo>
                    <a:pt x="3761" y="5010"/>
                  </a:lnTo>
                  <a:lnTo>
                    <a:pt x="4032" y="4940"/>
                  </a:lnTo>
                  <a:lnTo>
                    <a:pt x="4303" y="4857"/>
                  </a:lnTo>
                  <a:lnTo>
                    <a:pt x="4563" y="4763"/>
                  </a:lnTo>
                  <a:lnTo>
                    <a:pt x="4822" y="4669"/>
                  </a:lnTo>
                  <a:lnTo>
                    <a:pt x="5081" y="4551"/>
                  </a:lnTo>
                  <a:lnTo>
                    <a:pt x="5329" y="4433"/>
                  </a:lnTo>
                  <a:lnTo>
                    <a:pt x="5577" y="4315"/>
                  </a:lnTo>
                  <a:lnTo>
                    <a:pt x="5812" y="4173"/>
                  </a:lnTo>
                  <a:lnTo>
                    <a:pt x="6048" y="4032"/>
                  </a:lnTo>
                  <a:lnTo>
                    <a:pt x="6272" y="3890"/>
                  </a:lnTo>
                  <a:lnTo>
                    <a:pt x="6496" y="3725"/>
                  </a:lnTo>
                  <a:lnTo>
                    <a:pt x="6720" y="3560"/>
                  </a:lnTo>
                  <a:lnTo>
                    <a:pt x="6932" y="3395"/>
                  </a:lnTo>
                  <a:lnTo>
                    <a:pt x="7133" y="3207"/>
                  </a:lnTo>
                  <a:lnTo>
                    <a:pt x="7333" y="3018"/>
                  </a:lnTo>
                  <a:lnTo>
                    <a:pt x="7522" y="2829"/>
                  </a:lnTo>
                  <a:lnTo>
                    <a:pt x="7710" y="2629"/>
                  </a:lnTo>
                  <a:lnTo>
                    <a:pt x="7887" y="2417"/>
                  </a:lnTo>
                  <a:lnTo>
                    <a:pt x="8052" y="2205"/>
                  </a:lnTo>
                  <a:lnTo>
                    <a:pt x="8217" y="1992"/>
                  </a:lnTo>
                  <a:lnTo>
                    <a:pt x="8371" y="1768"/>
                  </a:lnTo>
                  <a:lnTo>
                    <a:pt x="8524" y="1533"/>
                  </a:lnTo>
                  <a:lnTo>
                    <a:pt x="8665" y="1297"/>
                  </a:lnTo>
                  <a:lnTo>
                    <a:pt x="8795" y="1049"/>
                  </a:lnTo>
                  <a:lnTo>
                    <a:pt x="8913" y="802"/>
                  </a:lnTo>
                  <a:lnTo>
                    <a:pt x="731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19" name="Google Shape;4319;p188"/>
            <p:cNvSpPr/>
            <p:nvPr/>
          </p:nvSpPr>
          <p:spPr>
            <a:xfrm>
              <a:off x="2724775" y="3262600"/>
              <a:ext cx="153875" cy="222825"/>
            </a:xfrm>
            <a:custGeom>
              <a:avLst/>
              <a:gdLst/>
              <a:ahLst/>
              <a:cxnLst/>
              <a:rect l="l" t="t" r="r" b="b"/>
              <a:pathLst>
                <a:path w="6155" h="8913" extrusionOk="0">
                  <a:moveTo>
                    <a:pt x="1781" y="0"/>
                  </a:moveTo>
                  <a:lnTo>
                    <a:pt x="1" y="1780"/>
                  </a:lnTo>
                  <a:lnTo>
                    <a:pt x="897" y="1780"/>
                  </a:lnTo>
                  <a:lnTo>
                    <a:pt x="897" y="2075"/>
                  </a:lnTo>
                  <a:lnTo>
                    <a:pt x="908" y="2358"/>
                  </a:lnTo>
                  <a:lnTo>
                    <a:pt x="944" y="2641"/>
                  </a:lnTo>
                  <a:lnTo>
                    <a:pt x="979" y="2924"/>
                  </a:lnTo>
                  <a:lnTo>
                    <a:pt x="1015" y="3207"/>
                  </a:lnTo>
                  <a:lnTo>
                    <a:pt x="1073" y="3490"/>
                  </a:lnTo>
                  <a:lnTo>
                    <a:pt x="1144" y="3761"/>
                  </a:lnTo>
                  <a:lnTo>
                    <a:pt x="1215" y="4032"/>
                  </a:lnTo>
                  <a:lnTo>
                    <a:pt x="1297" y="4303"/>
                  </a:lnTo>
                  <a:lnTo>
                    <a:pt x="1392" y="4563"/>
                  </a:lnTo>
                  <a:lnTo>
                    <a:pt x="1486" y="4822"/>
                  </a:lnTo>
                  <a:lnTo>
                    <a:pt x="1604" y="5081"/>
                  </a:lnTo>
                  <a:lnTo>
                    <a:pt x="1722" y="5329"/>
                  </a:lnTo>
                  <a:lnTo>
                    <a:pt x="1840" y="5577"/>
                  </a:lnTo>
                  <a:lnTo>
                    <a:pt x="1981" y="5812"/>
                  </a:lnTo>
                  <a:lnTo>
                    <a:pt x="2123" y="6048"/>
                  </a:lnTo>
                  <a:lnTo>
                    <a:pt x="2264" y="6272"/>
                  </a:lnTo>
                  <a:lnTo>
                    <a:pt x="2429" y="6496"/>
                  </a:lnTo>
                  <a:lnTo>
                    <a:pt x="2594" y="6720"/>
                  </a:lnTo>
                  <a:lnTo>
                    <a:pt x="2759" y="6932"/>
                  </a:lnTo>
                  <a:lnTo>
                    <a:pt x="2948" y="7133"/>
                  </a:lnTo>
                  <a:lnTo>
                    <a:pt x="3137" y="7333"/>
                  </a:lnTo>
                  <a:lnTo>
                    <a:pt x="3325" y="7522"/>
                  </a:lnTo>
                  <a:lnTo>
                    <a:pt x="3526" y="7710"/>
                  </a:lnTo>
                  <a:lnTo>
                    <a:pt x="3738" y="7887"/>
                  </a:lnTo>
                  <a:lnTo>
                    <a:pt x="3950" y="8052"/>
                  </a:lnTo>
                  <a:lnTo>
                    <a:pt x="4162" y="8217"/>
                  </a:lnTo>
                  <a:lnTo>
                    <a:pt x="4386" y="8371"/>
                  </a:lnTo>
                  <a:lnTo>
                    <a:pt x="4622" y="8524"/>
                  </a:lnTo>
                  <a:lnTo>
                    <a:pt x="4858" y="8653"/>
                  </a:lnTo>
                  <a:lnTo>
                    <a:pt x="5105" y="8783"/>
                  </a:lnTo>
                  <a:lnTo>
                    <a:pt x="5353" y="8913"/>
                  </a:lnTo>
                  <a:lnTo>
                    <a:pt x="6155" y="7310"/>
                  </a:lnTo>
                  <a:lnTo>
                    <a:pt x="5966" y="7203"/>
                  </a:lnTo>
                  <a:lnTo>
                    <a:pt x="5777" y="7109"/>
                  </a:lnTo>
                  <a:lnTo>
                    <a:pt x="5589" y="7003"/>
                  </a:lnTo>
                  <a:lnTo>
                    <a:pt x="5412" y="6885"/>
                  </a:lnTo>
                  <a:lnTo>
                    <a:pt x="5235" y="6767"/>
                  </a:lnTo>
                  <a:lnTo>
                    <a:pt x="5070" y="6638"/>
                  </a:lnTo>
                  <a:lnTo>
                    <a:pt x="4905" y="6508"/>
                  </a:lnTo>
                  <a:lnTo>
                    <a:pt x="4740" y="6366"/>
                  </a:lnTo>
                  <a:lnTo>
                    <a:pt x="4587" y="6225"/>
                  </a:lnTo>
                  <a:lnTo>
                    <a:pt x="4433" y="6072"/>
                  </a:lnTo>
                  <a:lnTo>
                    <a:pt x="4292" y="5918"/>
                  </a:lnTo>
                  <a:lnTo>
                    <a:pt x="4151" y="5765"/>
                  </a:lnTo>
                  <a:lnTo>
                    <a:pt x="4021" y="5600"/>
                  </a:lnTo>
                  <a:lnTo>
                    <a:pt x="3891" y="5423"/>
                  </a:lnTo>
                  <a:lnTo>
                    <a:pt x="3761" y="5258"/>
                  </a:lnTo>
                  <a:lnTo>
                    <a:pt x="3644" y="5081"/>
                  </a:lnTo>
                  <a:lnTo>
                    <a:pt x="3537" y="4893"/>
                  </a:lnTo>
                  <a:lnTo>
                    <a:pt x="3431" y="4704"/>
                  </a:lnTo>
                  <a:lnTo>
                    <a:pt x="3325" y="4515"/>
                  </a:lnTo>
                  <a:lnTo>
                    <a:pt x="3231" y="4327"/>
                  </a:lnTo>
                  <a:lnTo>
                    <a:pt x="3148" y="4126"/>
                  </a:lnTo>
                  <a:lnTo>
                    <a:pt x="3066" y="3926"/>
                  </a:lnTo>
                  <a:lnTo>
                    <a:pt x="2995" y="3726"/>
                  </a:lnTo>
                  <a:lnTo>
                    <a:pt x="2936" y="3513"/>
                  </a:lnTo>
                  <a:lnTo>
                    <a:pt x="2877" y="3313"/>
                  </a:lnTo>
                  <a:lnTo>
                    <a:pt x="2818" y="3101"/>
                  </a:lnTo>
                  <a:lnTo>
                    <a:pt x="2783" y="2889"/>
                  </a:lnTo>
                  <a:lnTo>
                    <a:pt x="2736" y="2665"/>
                  </a:lnTo>
                  <a:lnTo>
                    <a:pt x="2712" y="2452"/>
                  </a:lnTo>
                  <a:lnTo>
                    <a:pt x="2689" y="2228"/>
                  </a:lnTo>
                  <a:lnTo>
                    <a:pt x="2677" y="2004"/>
                  </a:lnTo>
                  <a:lnTo>
                    <a:pt x="2677" y="1780"/>
                  </a:lnTo>
                  <a:lnTo>
                    <a:pt x="3573" y="1780"/>
                  </a:lnTo>
                  <a:lnTo>
                    <a:pt x="178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20" name="Google Shape;4320;p188"/>
            <p:cNvSpPr/>
            <p:nvPr/>
          </p:nvSpPr>
          <p:spPr>
            <a:xfrm>
              <a:off x="3016575" y="3128775"/>
              <a:ext cx="153875" cy="222850"/>
            </a:xfrm>
            <a:custGeom>
              <a:avLst/>
              <a:gdLst/>
              <a:ahLst/>
              <a:cxnLst/>
              <a:rect l="l" t="t" r="r" b="b"/>
              <a:pathLst>
                <a:path w="6155" h="8914" extrusionOk="0">
                  <a:moveTo>
                    <a:pt x="814" y="1"/>
                  </a:moveTo>
                  <a:lnTo>
                    <a:pt x="0" y="1604"/>
                  </a:lnTo>
                  <a:lnTo>
                    <a:pt x="201" y="1699"/>
                  </a:lnTo>
                  <a:lnTo>
                    <a:pt x="377" y="1805"/>
                  </a:lnTo>
                  <a:lnTo>
                    <a:pt x="566" y="1911"/>
                  </a:lnTo>
                  <a:lnTo>
                    <a:pt x="743" y="2029"/>
                  </a:lnTo>
                  <a:lnTo>
                    <a:pt x="920" y="2147"/>
                  </a:lnTo>
                  <a:lnTo>
                    <a:pt x="1085" y="2276"/>
                  </a:lnTo>
                  <a:lnTo>
                    <a:pt x="1250" y="2406"/>
                  </a:lnTo>
                  <a:lnTo>
                    <a:pt x="1415" y="2547"/>
                  </a:lnTo>
                  <a:lnTo>
                    <a:pt x="1568" y="2689"/>
                  </a:lnTo>
                  <a:lnTo>
                    <a:pt x="1721" y="2842"/>
                  </a:lnTo>
                  <a:lnTo>
                    <a:pt x="1863" y="2995"/>
                  </a:lnTo>
                  <a:lnTo>
                    <a:pt x="2004" y="3149"/>
                  </a:lnTo>
                  <a:lnTo>
                    <a:pt x="2146" y="3314"/>
                  </a:lnTo>
                  <a:lnTo>
                    <a:pt x="2275" y="3479"/>
                  </a:lnTo>
                  <a:lnTo>
                    <a:pt x="2393" y="3656"/>
                  </a:lnTo>
                  <a:lnTo>
                    <a:pt x="2511" y="3832"/>
                  </a:lnTo>
                  <a:lnTo>
                    <a:pt x="2629" y="4021"/>
                  </a:lnTo>
                  <a:lnTo>
                    <a:pt x="2735" y="4198"/>
                  </a:lnTo>
                  <a:lnTo>
                    <a:pt x="2830" y="4387"/>
                  </a:lnTo>
                  <a:lnTo>
                    <a:pt x="2924" y="4587"/>
                  </a:lnTo>
                  <a:lnTo>
                    <a:pt x="3006" y="4776"/>
                  </a:lnTo>
                  <a:lnTo>
                    <a:pt x="3089" y="4976"/>
                  </a:lnTo>
                  <a:lnTo>
                    <a:pt x="3160" y="5188"/>
                  </a:lnTo>
                  <a:lnTo>
                    <a:pt x="3230" y="5389"/>
                  </a:lnTo>
                  <a:lnTo>
                    <a:pt x="3289" y="5601"/>
                  </a:lnTo>
                  <a:lnTo>
                    <a:pt x="3336" y="5813"/>
                  </a:lnTo>
                  <a:lnTo>
                    <a:pt x="3384" y="6025"/>
                  </a:lnTo>
                  <a:lnTo>
                    <a:pt x="3419" y="6249"/>
                  </a:lnTo>
                  <a:lnTo>
                    <a:pt x="3443" y="6461"/>
                  </a:lnTo>
                  <a:lnTo>
                    <a:pt x="3466" y="6685"/>
                  </a:lnTo>
                  <a:lnTo>
                    <a:pt x="3478" y="6909"/>
                  </a:lnTo>
                  <a:lnTo>
                    <a:pt x="3478" y="7133"/>
                  </a:lnTo>
                  <a:lnTo>
                    <a:pt x="2594" y="7133"/>
                  </a:lnTo>
                  <a:lnTo>
                    <a:pt x="4374" y="8914"/>
                  </a:lnTo>
                  <a:lnTo>
                    <a:pt x="6154" y="7133"/>
                  </a:lnTo>
                  <a:lnTo>
                    <a:pt x="5270" y="7133"/>
                  </a:lnTo>
                  <a:lnTo>
                    <a:pt x="5258" y="6839"/>
                  </a:lnTo>
                  <a:lnTo>
                    <a:pt x="5246" y="6556"/>
                  </a:lnTo>
                  <a:lnTo>
                    <a:pt x="5223" y="6261"/>
                  </a:lnTo>
                  <a:lnTo>
                    <a:pt x="5187" y="5978"/>
                  </a:lnTo>
                  <a:lnTo>
                    <a:pt x="5140" y="5695"/>
                  </a:lnTo>
                  <a:lnTo>
                    <a:pt x="5081" y="5424"/>
                  </a:lnTo>
                  <a:lnTo>
                    <a:pt x="5022" y="5153"/>
                  </a:lnTo>
                  <a:lnTo>
                    <a:pt x="4940" y="4882"/>
                  </a:lnTo>
                  <a:lnTo>
                    <a:pt x="4857" y="4611"/>
                  </a:lnTo>
                  <a:lnTo>
                    <a:pt x="4775" y="4351"/>
                  </a:lnTo>
                  <a:lnTo>
                    <a:pt x="4669" y="4092"/>
                  </a:lnTo>
                  <a:lnTo>
                    <a:pt x="4563" y="3832"/>
                  </a:lnTo>
                  <a:lnTo>
                    <a:pt x="4445" y="3585"/>
                  </a:lnTo>
                  <a:lnTo>
                    <a:pt x="4315" y="3337"/>
                  </a:lnTo>
                  <a:lnTo>
                    <a:pt x="4185" y="3101"/>
                  </a:lnTo>
                  <a:lnTo>
                    <a:pt x="4044" y="2866"/>
                  </a:lnTo>
                  <a:lnTo>
                    <a:pt x="3891" y="2630"/>
                  </a:lnTo>
                  <a:lnTo>
                    <a:pt x="3726" y="2418"/>
                  </a:lnTo>
                  <a:lnTo>
                    <a:pt x="3560" y="2194"/>
                  </a:lnTo>
                  <a:lnTo>
                    <a:pt x="3395" y="1982"/>
                  </a:lnTo>
                  <a:lnTo>
                    <a:pt x="3219" y="1781"/>
                  </a:lnTo>
                  <a:lnTo>
                    <a:pt x="3030" y="1581"/>
                  </a:lnTo>
                  <a:lnTo>
                    <a:pt x="2830" y="1392"/>
                  </a:lnTo>
                  <a:lnTo>
                    <a:pt x="2629" y="1203"/>
                  </a:lnTo>
                  <a:lnTo>
                    <a:pt x="2429" y="1027"/>
                  </a:lnTo>
                  <a:lnTo>
                    <a:pt x="2216" y="850"/>
                  </a:lnTo>
                  <a:lnTo>
                    <a:pt x="1993" y="696"/>
                  </a:lnTo>
                  <a:lnTo>
                    <a:pt x="1769" y="543"/>
                  </a:lnTo>
                  <a:lnTo>
                    <a:pt x="1533" y="390"/>
                  </a:lnTo>
                  <a:lnTo>
                    <a:pt x="1297" y="249"/>
                  </a:lnTo>
                  <a:lnTo>
                    <a:pt x="1061" y="119"/>
                  </a:lnTo>
                  <a:lnTo>
                    <a:pt x="81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21" name="Google Shape;4321;p188"/>
            <p:cNvSpPr/>
            <p:nvPr/>
          </p:nvSpPr>
          <p:spPr>
            <a:xfrm>
              <a:off x="2858600" y="3217800"/>
              <a:ext cx="178325" cy="178325"/>
            </a:xfrm>
            <a:custGeom>
              <a:avLst/>
              <a:gdLst/>
              <a:ahLst/>
              <a:cxnLst/>
              <a:rect l="l" t="t" r="r" b="b"/>
              <a:pathLst>
                <a:path w="7133" h="7133" extrusionOk="0">
                  <a:moveTo>
                    <a:pt x="3560" y="0"/>
                  </a:moveTo>
                  <a:lnTo>
                    <a:pt x="3384" y="12"/>
                  </a:lnTo>
                  <a:lnTo>
                    <a:pt x="3195" y="24"/>
                  </a:lnTo>
                  <a:lnTo>
                    <a:pt x="3018" y="47"/>
                  </a:lnTo>
                  <a:lnTo>
                    <a:pt x="2841" y="83"/>
                  </a:lnTo>
                  <a:lnTo>
                    <a:pt x="2676" y="118"/>
                  </a:lnTo>
                  <a:lnTo>
                    <a:pt x="2499" y="165"/>
                  </a:lnTo>
                  <a:lnTo>
                    <a:pt x="2334" y="224"/>
                  </a:lnTo>
                  <a:lnTo>
                    <a:pt x="2169" y="283"/>
                  </a:lnTo>
                  <a:lnTo>
                    <a:pt x="2016" y="354"/>
                  </a:lnTo>
                  <a:lnTo>
                    <a:pt x="1863" y="436"/>
                  </a:lnTo>
                  <a:lnTo>
                    <a:pt x="1709" y="519"/>
                  </a:lnTo>
                  <a:lnTo>
                    <a:pt x="1568" y="613"/>
                  </a:lnTo>
                  <a:lnTo>
                    <a:pt x="1427" y="719"/>
                  </a:lnTo>
                  <a:lnTo>
                    <a:pt x="1297" y="814"/>
                  </a:lnTo>
                  <a:lnTo>
                    <a:pt x="1167" y="932"/>
                  </a:lnTo>
                  <a:lnTo>
                    <a:pt x="1037" y="1050"/>
                  </a:lnTo>
                  <a:lnTo>
                    <a:pt x="920" y="1179"/>
                  </a:lnTo>
                  <a:lnTo>
                    <a:pt x="813" y="1297"/>
                  </a:lnTo>
                  <a:lnTo>
                    <a:pt x="707" y="1439"/>
                  </a:lnTo>
                  <a:lnTo>
                    <a:pt x="601" y="1580"/>
                  </a:lnTo>
                  <a:lnTo>
                    <a:pt x="507" y="1721"/>
                  </a:lnTo>
                  <a:lnTo>
                    <a:pt x="424" y="1875"/>
                  </a:lnTo>
                  <a:lnTo>
                    <a:pt x="354" y="2028"/>
                  </a:lnTo>
                  <a:lnTo>
                    <a:pt x="271" y="2181"/>
                  </a:lnTo>
                  <a:lnTo>
                    <a:pt x="212" y="2346"/>
                  </a:lnTo>
                  <a:lnTo>
                    <a:pt x="153" y="2511"/>
                  </a:lnTo>
                  <a:lnTo>
                    <a:pt x="106" y="2676"/>
                  </a:lnTo>
                  <a:lnTo>
                    <a:pt x="71" y="2853"/>
                  </a:lnTo>
                  <a:lnTo>
                    <a:pt x="35" y="3030"/>
                  </a:lnTo>
                  <a:lnTo>
                    <a:pt x="12" y="3207"/>
                  </a:lnTo>
                  <a:lnTo>
                    <a:pt x="0" y="3384"/>
                  </a:lnTo>
                  <a:lnTo>
                    <a:pt x="0" y="3572"/>
                  </a:lnTo>
                  <a:lnTo>
                    <a:pt x="0" y="3749"/>
                  </a:lnTo>
                  <a:lnTo>
                    <a:pt x="12" y="3938"/>
                  </a:lnTo>
                  <a:lnTo>
                    <a:pt x="35" y="4115"/>
                  </a:lnTo>
                  <a:lnTo>
                    <a:pt x="71" y="4292"/>
                  </a:lnTo>
                  <a:lnTo>
                    <a:pt x="106" y="4457"/>
                  </a:lnTo>
                  <a:lnTo>
                    <a:pt x="153" y="4633"/>
                  </a:lnTo>
                  <a:lnTo>
                    <a:pt x="212" y="4798"/>
                  </a:lnTo>
                  <a:lnTo>
                    <a:pt x="271" y="4964"/>
                  </a:lnTo>
                  <a:lnTo>
                    <a:pt x="354" y="5117"/>
                  </a:lnTo>
                  <a:lnTo>
                    <a:pt x="424" y="5270"/>
                  </a:lnTo>
                  <a:lnTo>
                    <a:pt x="507" y="5423"/>
                  </a:lnTo>
                  <a:lnTo>
                    <a:pt x="601" y="5565"/>
                  </a:lnTo>
                  <a:lnTo>
                    <a:pt x="707" y="5706"/>
                  </a:lnTo>
                  <a:lnTo>
                    <a:pt x="813" y="5836"/>
                  </a:lnTo>
                  <a:lnTo>
                    <a:pt x="920" y="5966"/>
                  </a:lnTo>
                  <a:lnTo>
                    <a:pt x="1037" y="6095"/>
                  </a:lnTo>
                  <a:lnTo>
                    <a:pt x="1167" y="6213"/>
                  </a:lnTo>
                  <a:lnTo>
                    <a:pt x="1297" y="6319"/>
                  </a:lnTo>
                  <a:lnTo>
                    <a:pt x="1427" y="6425"/>
                  </a:lnTo>
                  <a:lnTo>
                    <a:pt x="1568" y="6531"/>
                  </a:lnTo>
                  <a:lnTo>
                    <a:pt x="1709" y="6614"/>
                  </a:lnTo>
                  <a:lnTo>
                    <a:pt x="1863" y="6708"/>
                  </a:lnTo>
                  <a:lnTo>
                    <a:pt x="2016" y="6779"/>
                  </a:lnTo>
                  <a:lnTo>
                    <a:pt x="2169" y="6850"/>
                  </a:lnTo>
                  <a:lnTo>
                    <a:pt x="2334" y="6921"/>
                  </a:lnTo>
                  <a:lnTo>
                    <a:pt x="2499" y="6979"/>
                  </a:lnTo>
                  <a:lnTo>
                    <a:pt x="2676" y="7027"/>
                  </a:lnTo>
                  <a:lnTo>
                    <a:pt x="2841" y="7062"/>
                  </a:lnTo>
                  <a:lnTo>
                    <a:pt x="3018" y="7097"/>
                  </a:lnTo>
                  <a:lnTo>
                    <a:pt x="3195" y="7121"/>
                  </a:lnTo>
                  <a:lnTo>
                    <a:pt x="3384" y="7133"/>
                  </a:lnTo>
                  <a:lnTo>
                    <a:pt x="3749" y="7133"/>
                  </a:lnTo>
                  <a:lnTo>
                    <a:pt x="3926" y="7121"/>
                  </a:lnTo>
                  <a:lnTo>
                    <a:pt x="4103" y="7097"/>
                  </a:lnTo>
                  <a:lnTo>
                    <a:pt x="4280" y="7062"/>
                  </a:lnTo>
                  <a:lnTo>
                    <a:pt x="4456" y="7027"/>
                  </a:lnTo>
                  <a:lnTo>
                    <a:pt x="4621" y="6979"/>
                  </a:lnTo>
                  <a:lnTo>
                    <a:pt x="4786" y="6921"/>
                  </a:lnTo>
                  <a:lnTo>
                    <a:pt x="4952" y="6850"/>
                  </a:lnTo>
                  <a:lnTo>
                    <a:pt x="5105" y="6779"/>
                  </a:lnTo>
                  <a:lnTo>
                    <a:pt x="5258" y="6708"/>
                  </a:lnTo>
                  <a:lnTo>
                    <a:pt x="5411" y="6614"/>
                  </a:lnTo>
                  <a:lnTo>
                    <a:pt x="5553" y="6531"/>
                  </a:lnTo>
                  <a:lnTo>
                    <a:pt x="5694" y="6425"/>
                  </a:lnTo>
                  <a:lnTo>
                    <a:pt x="5824" y="6319"/>
                  </a:lnTo>
                  <a:lnTo>
                    <a:pt x="5954" y="6213"/>
                  </a:lnTo>
                  <a:lnTo>
                    <a:pt x="6083" y="6095"/>
                  </a:lnTo>
                  <a:lnTo>
                    <a:pt x="6201" y="5966"/>
                  </a:lnTo>
                  <a:lnTo>
                    <a:pt x="6307" y="5836"/>
                  </a:lnTo>
                  <a:lnTo>
                    <a:pt x="6413" y="5706"/>
                  </a:lnTo>
                  <a:lnTo>
                    <a:pt x="6520" y="5565"/>
                  </a:lnTo>
                  <a:lnTo>
                    <a:pt x="6614" y="5423"/>
                  </a:lnTo>
                  <a:lnTo>
                    <a:pt x="6696" y="5270"/>
                  </a:lnTo>
                  <a:lnTo>
                    <a:pt x="6779" y="5117"/>
                  </a:lnTo>
                  <a:lnTo>
                    <a:pt x="6850" y="4964"/>
                  </a:lnTo>
                  <a:lnTo>
                    <a:pt x="6909" y="4798"/>
                  </a:lnTo>
                  <a:lnTo>
                    <a:pt x="6968" y="4633"/>
                  </a:lnTo>
                  <a:lnTo>
                    <a:pt x="7015" y="4457"/>
                  </a:lnTo>
                  <a:lnTo>
                    <a:pt x="7050" y="4292"/>
                  </a:lnTo>
                  <a:lnTo>
                    <a:pt x="7085" y="4115"/>
                  </a:lnTo>
                  <a:lnTo>
                    <a:pt x="7109" y="3938"/>
                  </a:lnTo>
                  <a:lnTo>
                    <a:pt x="7121" y="3749"/>
                  </a:lnTo>
                  <a:lnTo>
                    <a:pt x="7133" y="3572"/>
                  </a:lnTo>
                  <a:lnTo>
                    <a:pt x="7121" y="3384"/>
                  </a:lnTo>
                  <a:lnTo>
                    <a:pt x="7109" y="3207"/>
                  </a:lnTo>
                  <a:lnTo>
                    <a:pt x="7085" y="3030"/>
                  </a:lnTo>
                  <a:lnTo>
                    <a:pt x="7050" y="2853"/>
                  </a:lnTo>
                  <a:lnTo>
                    <a:pt x="7015" y="2676"/>
                  </a:lnTo>
                  <a:lnTo>
                    <a:pt x="6968" y="2511"/>
                  </a:lnTo>
                  <a:lnTo>
                    <a:pt x="6909" y="2346"/>
                  </a:lnTo>
                  <a:lnTo>
                    <a:pt x="6850" y="2181"/>
                  </a:lnTo>
                  <a:lnTo>
                    <a:pt x="6779" y="2028"/>
                  </a:lnTo>
                  <a:lnTo>
                    <a:pt x="6696" y="1875"/>
                  </a:lnTo>
                  <a:lnTo>
                    <a:pt x="6614" y="1721"/>
                  </a:lnTo>
                  <a:lnTo>
                    <a:pt x="6520" y="1580"/>
                  </a:lnTo>
                  <a:lnTo>
                    <a:pt x="6413" y="1439"/>
                  </a:lnTo>
                  <a:lnTo>
                    <a:pt x="6307" y="1297"/>
                  </a:lnTo>
                  <a:lnTo>
                    <a:pt x="6201" y="1179"/>
                  </a:lnTo>
                  <a:lnTo>
                    <a:pt x="6083" y="1050"/>
                  </a:lnTo>
                  <a:lnTo>
                    <a:pt x="5954" y="932"/>
                  </a:lnTo>
                  <a:lnTo>
                    <a:pt x="5824" y="814"/>
                  </a:lnTo>
                  <a:lnTo>
                    <a:pt x="5694" y="719"/>
                  </a:lnTo>
                  <a:lnTo>
                    <a:pt x="5553" y="613"/>
                  </a:lnTo>
                  <a:lnTo>
                    <a:pt x="5411" y="519"/>
                  </a:lnTo>
                  <a:lnTo>
                    <a:pt x="5258" y="436"/>
                  </a:lnTo>
                  <a:lnTo>
                    <a:pt x="5105" y="354"/>
                  </a:lnTo>
                  <a:lnTo>
                    <a:pt x="4952" y="283"/>
                  </a:lnTo>
                  <a:lnTo>
                    <a:pt x="4786" y="224"/>
                  </a:lnTo>
                  <a:lnTo>
                    <a:pt x="4621" y="165"/>
                  </a:lnTo>
                  <a:lnTo>
                    <a:pt x="4456" y="118"/>
                  </a:lnTo>
                  <a:lnTo>
                    <a:pt x="4280" y="83"/>
                  </a:lnTo>
                  <a:lnTo>
                    <a:pt x="4103" y="47"/>
                  </a:lnTo>
                  <a:lnTo>
                    <a:pt x="3926" y="24"/>
                  </a:lnTo>
                  <a:lnTo>
                    <a:pt x="3749" y="12"/>
                  </a:lnTo>
                  <a:lnTo>
                    <a:pt x="356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322" name="Google Shape;4322;p188"/>
          <p:cNvGrpSpPr/>
          <p:nvPr/>
        </p:nvGrpSpPr>
        <p:grpSpPr>
          <a:xfrm>
            <a:off x="657800" y="1693175"/>
            <a:ext cx="338775" cy="293425"/>
            <a:chOff x="7043100" y="1928775"/>
            <a:chExt cx="338775" cy="293425"/>
          </a:xfrm>
        </p:grpSpPr>
        <p:sp>
          <p:nvSpPr>
            <p:cNvPr id="4323" name="Google Shape;4323;p188"/>
            <p:cNvSpPr/>
            <p:nvPr/>
          </p:nvSpPr>
          <p:spPr>
            <a:xfrm>
              <a:off x="7043100" y="1928775"/>
              <a:ext cx="338775" cy="59175"/>
            </a:xfrm>
            <a:custGeom>
              <a:avLst/>
              <a:gdLst/>
              <a:ahLst/>
              <a:cxnLst/>
              <a:rect l="l" t="t" r="r" b="b"/>
              <a:pathLst>
                <a:path w="13551" h="2367" extrusionOk="0">
                  <a:moveTo>
                    <a:pt x="723" y="414"/>
                  </a:moveTo>
                  <a:lnTo>
                    <a:pt x="723" y="1953"/>
                  </a:lnTo>
                  <a:lnTo>
                    <a:pt x="436" y="1953"/>
                  </a:lnTo>
                  <a:lnTo>
                    <a:pt x="436" y="414"/>
                  </a:lnTo>
                  <a:close/>
                  <a:moveTo>
                    <a:pt x="1" y="1"/>
                  </a:moveTo>
                  <a:lnTo>
                    <a:pt x="1" y="2367"/>
                  </a:lnTo>
                  <a:lnTo>
                    <a:pt x="13551" y="2367"/>
                  </a:lnTo>
                  <a:lnTo>
                    <a:pt x="13551"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24" name="Google Shape;4324;p188"/>
            <p:cNvSpPr/>
            <p:nvPr/>
          </p:nvSpPr>
          <p:spPr>
            <a:xfrm>
              <a:off x="7043100" y="2164350"/>
              <a:ext cx="146475" cy="57850"/>
            </a:xfrm>
            <a:custGeom>
              <a:avLst/>
              <a:gdLst/>
              <a:ahLst/>
              <a:cxnLst/>
              <a:rect l="l" t="t" r="r" b="b"/>
              <a:pathLst>
                <a:path w="5859" h="2314" extrusionOk="0">
                  <a:moveTo>
                    <a:pt x="1" y="0"/>
                  </a:moveTo>
                  <a:lnTo>
                    <a:pt x="1" y="2313"/>
                  </a:lnTo>
                  <a:lnTo>
                    <a:pt x="5858" y="2313"/>
                  </a:lnTo>
                  <a:lnTo>
                    <a:pt x="5858"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25" name="Google Shape;4325;p188"/>
            <p:cNvSpPr/>
            <p:nvPr/>
          </p:nvSpPr>
          <p:spPr>
            <a:xfrm>
              <a:off x="7043100" y="2046825"/>
              <a:ext cx="338775" cy="59175"/>
            </a:xfrm>
            <a:custGeom>
              <a:avLst/>
              <a:gdLst/>
              <a:ahLst/>
              <a:cxnLst/>
              <a:rect l="l" t="t" r="r" b="b"/>
              <a:pathLst>
                <a:path w="13551" h="2367" extrusionOk="0">
                  <a:moveTo>
                    <a:pt x="723" y="457"/>
                  </a:moveTo>
                  <a:lnTo>
                    <a:pt x="723" y="1995"/>
                  </a:lnTo>
                  <a:lnTo>
                    <a:pt x="436" y="1995"/>
                  </a:lnTo>
                  <a:lnTo>
                    <a:pt x="436" y="457"/>
                  </a:lnTo>
                  <a:close/>
                  <a:moveTo>
                    <a:pt x="1" y="0"/>
                  </a:moveTo>
                  <a:lnTo>
                    <a:pt x="1" y="2367"/>
                  </a:lnTo>
                  <a:lnTo>
                    <a:pt x="13551" y="2367"/>
                  </a:lnTo>
                  <a:lnTo>
                    <a:pt x="13551"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326" name="Google Shape;4326;p188"/>
          <p:cNvGrpSpPr/>
          <p:nvPr/>
        </p:nvGrpSpPr>
        <p:grpSpPr>
          <a:xfrm>
            <a:off x="686429" y="2993982"/>
            <a:ext cx="281548" cy="327632"/>
            <a:chOff x="1469250" y="1610600"/>
            <a:chExt cx="277825" cy="323300"/>
          </a:xfrm>
        </p:grpSpPr>
        <p:sp>
          <p:nvSpPr>
            <p:cNvPr id="4327" name="Google Shape;4327;p188"/>
            <p:cNvSpPr/>
            <p:nvPr/>
          </p:nvSpPr>
          <p:spPr>
            <a:xfrm>
              <a:off x="1469250" y="1765975"/>
              <a:ext cx="277825" cy="84100"/>
            </a:xfrm>
            <a:custGeom>
              <a:avLst/>
              <a:gdLst/>
              <a:ahLst/>
              <a:cxnLst/>
              <a:rect l="l" t="t" r="r" b="b"/>
              <a:pathLst>
                <a:path w="11113" h="3364" extrusionOk="0">
                  <a:moveTo>
                    <a:pt x="1" y="0"/>
                  </a:moveTo>
                  <a:lnTo>
                    <a:pt x="1" y="2095"/>
                  </a:lnTo>
                  <a:lnTo>
                    <a:pt x="70" y="2154"/>
                  </a:lnTo>
                  <a:lnTo>
                    <a:pt x="139" y="2213"/>
                  </a:lnTo>
                  <a:lnTo>
                    <a:pt x="306" y="2341"/>
                  </a:lnTo>
                  <a:lnTo>
                    <a:pt x="512" y="2459"/>
                  </a:lnTo>
                  <a:lnTo>
                    <a:pt x="748" y="2567"/>
                  </a:lnTo>
                  <a:lnTo>
                    <a:pt x="1014" y="2685"/>
                  </a:lnTo>
                  <a:lnTo>
                    <a:pt x="1299" y="2783"/>
                  </a:lnTo>
                  <a:lnTo>
                    <a:pt x="1623" y="2881"/>
                  </a:lnTo>
                  <a:lnTo>
                    <a:pt x="1968" y="2980"/>
                  </a:lnTo>
                  <a:lnTo>
                    <a:pt x="2341" y="3058"/>
                  </a:lnTo>
                  <a:lnTo>
                    <a:pt x="2735" y="3137"/>
                  </a:lnTo>
                  <a:lnTo>
                    <a:pt x="3157" y="3196"/>
                  </a:lnTo>
                  <a:lnTo>
                    <a:pt x="3600" y="3255"/>
                  </a:lnTo>
                  <a:lnTo>
                    <a:pt x="4062" y="3304"/>
                  </a:lnTo>
                  <a:lnTo>
                    <a:pt x="4544" y="3334"/>
                  </a:lnTo>
                  <a:lnTo>
                    <a:pt x="5045" y="3353"/>
                  </a:lnTo>
                  <a:lnTo>
                    <a:pt x="5557" y="3363"/>
                  </a:lnTo>
                  <a:lnTo>
                    <a:pt x="6078" y="3353"/>
                  </a:lnTo>
                  <a:lnTo>
                    <a:pt x="6579" y="3334"/>
                  </a:lnTo>
                  <a:lnTo>
                    <a:pt x="7051" y="3304"/>
                  </a:lnTo>
                  <a:lnTo>
                    <a:pt x="7514" y="3255"/>
                  </a:lnTo>
                  <a:lnTo>
                    <a:pt x="7956" y="3196"/>
                  </a:lnTo>
                  <a:lnTo>
                    <a:pt x="8379" y="3137"/>
                  </a:lnTo>
                  <a:lnTo>
                    <a:pt x="8772" y="3058"/>
                  </a:lnTo>
                  <a:lnTo>
                    <a:pt x="9146" y="2980"/>
                  </a:lnTo>
                  <a:lnTo>
                    <a:pt x="9490" y="2881"/>
                  </a:lnTo>
                  <a:lnTo>
                    <a:pt x="9815" y="2783"/>
                  </a:lnTo>
                  <a:lnTo>
                    <a:pt x="10110" y="2685"/>
                  </a:lnTo>
                  <a:lnTo>
                    <a:pt x="10375" y="2567"/>
                  </a:lnTo>
                  <a:lnTo>
                    <a:pt x="10601" y="2459"/>
                  </a:lnTo>
                  <a:lnTo>
                    <a:pt x="10808" y="2341"/>
                  </a:lnTo>
                  <a:lnTo>
                    <a:pt x="10975" y="2213"/>
                  </a:lnTo>
                  <a:lnTo>
                    <a:pt x="11044" y="2154"/>
                  </a:lnTo>
                  <a:lnTo>
                    <a:pt x="11113" y="2095"/>
                  </a:lnTo>
                  <a:lnTo>
                    <a:pt x="11113" y="0"/>
                  </a:lnTo>
                  <a:lnTo>
                    <a:pt x="10847" y="167"/>
                  </a:lnTo>
                  <a:lnTo>
                    <a:pt x="10572" y="305"/>
                  </a:lnTo>
                  <a:lnTo>
                    <a:pt x="10287" y="433"/>
                  </a:lnTo>
                  <a:lnTo>
                    <a:pt x="9992" y="531"/>
                  </a:lnTo>
                  <a:lnTo>
                    <a:pt x="9628" y="649"/>
                  </a:lnTo>
                  <a:lnTo>
                    <a:pt x="9225" y="757"/>
                  </a:lnTo>
                  <a:lnTo>
                    <a:pt x="8792" y="856"/>
                  </a:lnTo>
                  <a:lnTo>
                    <a:pt x="8330" y="934"/>
                  </a:lnTo>
                  <a:lnTo>
                    <a:pt x="7828" y="1003"/>
                  </a:lnTo>
                  <a:lnTo>
                    <a:pt x="7297" y="1062"/>
                  </a:lnTo>
                  <a:lnTo>
                    <a:pt x="6727" y="1102"/>
                  </a:lnTo>
                  <a:lnTo>
                    <a:pt x="6137" y="1131"/>
                  </a:lnTo>
                  <a:lnTo>
                    <a:pt x="5557" y="1141"/>
                  </a:lnTo>
                  <a:lnTo>
                    <a:pt x="4977" y="1131"/>
                  </a:lnTo>
                  <a:lnTo>
                    <a:pt x="4387" y="1102"/>
                  </a:lnTo>
                  <a:lnTo>
                    <a:pt x="3816" y="1062"/>
                  </a:lnTo>
                  <a:lnTo>
                    <a:pt x="3285" y="1003"/>
                  </a:lnTo>
                  <a:lnTo>
                    <a:pt x="2784" y="934"/>
                  </a:lnTo>
                  <a:lnTo>
                    <a:pt x="2312" y="846"/>
                  </a:lnTo>
                  <a:lnTo>
                    <a:pt x="1879" y="757"/>
                  </a:lnTo>
                  <a:lnTo>
                    <a:pt x="1476" y="649"/>
                  </a:lnTo>
                  <a:lnTo>
                    <a:pt x="1112" y="531"/>
                  </a:lnTo>
                  <a:lnTo>
                    <a:pt x="827" y="423"/>
                  </a:lnTo>
                  <a:lnTo>
                    <a:pt x="542" y="305"/>
                  </a:lnTo>
                  <a:lnTo>
                    <a:pt x="266" y="167"/>
                  </a:lnTo>
                  <a:lnTo>
                    <a:pt x="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28" name="Google Shape;4328;p188"/>
            <p:cNvSpPr/>
            <p:nvPr/>
          </p:nvSpPr>
          <p:spPr>
            <a:xfrm>
              <a:off x="1469250" y="1693200"/>
              <a:ext cx="277825" cy="83850"/>
            </a:xfrm>
            <a:custGeom>
              <a:avLst/>
              <a:gdLst/>
              <a:ahLst/>
              <a:cxnLst/>
              <a:rect l="l" t="t" r="r" b="b"/>
              <a:pathLst>
                <a:path w="11113" h="3354" extrusionOk="0">
                  <a:moveTo>
                    <a:pt x="1" y="1"/>
                  </a:moveTo>
                  <a:lnTo>
                    <a:pt x="1" y="2095"/>
                  </a:lnTo>
                  <a:lnTo>
                    <a:pt x="129" y="2203"/>
                  </a:lnTo>
                  <a:lnTo>
                    <a:pt x="286" y="2321"/>
                  </a:lnTo>
                  <a:lnTo>
                    <a:pt x="463" y="2429"/>
                  </a:lnTo>
                  <a:lnTo>
                    <a:pt x="670" y="2538"/>
                  </a:lnTo>
                  <a:lnTo>
                    <a:pt x="906" y="2636"/>
                  </a:lnTo>
                  <a:lnTo>
                    <a:pt x="1171" y="2734"/>
                  </a:lnTo>
                  <a:lnTo>
                    <a:pt x="1456" y="2833"/>
                  </a:lnTo>
                  <a:lnTo>
                    <a:pt x="1761" y="2921"/>
                  </a:lnTo>
                  <a:lnTo>
                    <a:pt x="2095" y="3000"/>
                  </a:lnTo>
                  <a:lnTo>
                    <a:pt x="2440" y="3078"/>
                  </a:lnTo>
                  <a:lnTo>
                    <a:pt x="2813" y="3147"/>
                  </a:lnTo>
                  <a:lnTo>
                    <a:pt x="3207" y="3206"/>
                  </a:lnTo>
                  <a:lnTo>
                    <a:pt x="3620" y="3255"/>
                  </a:lnTo>
                  <a:lnTo>
                    <a:pt x="4052" y="3295"/>
                  </a:lnTo>
                  <a:lnTo>
                    <a:pt x="4495" y="3334"/>
                  </a:lnTo>
                  <a:lnTo>
                    <a:pt x="4957" y="3354"/>
                  </a:lnTo>
                  <a:lnTo>
                    <a:pt x="6157" y="3354"/>
                  </a:lnTo>
                  <a:lnTo>
                    <a:pt x="6619" y="3334"/>
                  </a:lnTo>
                  <a:lnTo>
                    <a:pt x="7071" y="3295"/>
                  </a:lnTo>
                  <a:lnTo>
                    <a:pt x="7494" y="3255"/>
                  </a:lnTo>
                  <a:lnTo>
                    <a:pt x="7907" y="3206"/>
                  </a:lnTo>
                  <a:lnTo>
                    <a:pt x="8300" y="3147"/>
                  </a:lnTo>
                  <a:lnTo>
                    <a:pt x="8674" y="3078"/>
                  </a:lnTo>
                  <a:lnTo>
                    <a:pt x="9028" y="3000"/>
                  </a:lnTo>
                  <a:lnTo>
                    <a:pt x="9352" y="2921"/>
                  </a:lnTo>
                  <a:lnTo>
                    <a:pt x="9667" y="2833"/>
                  </a:lnTo>
                  <a:lnTo>
                    <a:pt x="9942" y="2734"/>
                  </a:lnTo>
                  <a:lnTo>
                    <a:pt x="10208" y="2636"/>
                  </a:lnTo>
                  <a:lnTo>
                    <a:pt x="10444" y="2538"/>
                  </a:lnTo>
                  <a:lnTo>
                    <a:pt x="10651" y="2429"/>
                  </a:lnTo>
                  <a:lnTo>
                    <a:pt x="10837" y="2321"/>
                  </a:lnTo>
                  <a:lnTo>
                    <a:pt x="10985" y="2203"/>
                  </a:lnTo>
                  <a:lnTo>
                    <a:pt x="11113" y="2095"/>
                  </a:lnTo>
                  <a:lnTo>
                    <a:pt x="11113" y="1"/>
                  </a:lnTo>
                  <a:lnTo>
                    <a:pt x="10896" y="138"/>
                  </a:lnTo>
                  <a:lnTo>
                    <a:pt x="10651" y="266"/>
                  </a:lnTo>
                  <a:lnTo>
                    <a:pt x="10385" y="384"/>
                  </a:lnTo>
                  <a:lnTo>
                    <a:pt x="10100" y="492"/>
                  </a:lnTo>
                  <a:lnTo>
                    <a:pt x="9785" y="600"/>
                  </a:lnTo>
                  <a:lnTo>
                    <a:pt x="9461" y="689"/>
                  </a:lnTo>
                  <a:lnTo>
                    <a:pt x="9107" y="777"/>
                  </a:lnTo>
                  <a:lnTo>
                    <a:pt x="8753" y="846"/>
                  </a:lnTo>
                  <a:lnTo>
                    <a:pt x="8379" y="915"/>
                  </a:lnTo>
                  <a:lnTo>
                    <a:pt x="7995" y="974"/>
                  </a:lnTo>
                  <a:lnTo>
                    <a:pt x="7602" y="1023"/>
                  </a:lnTo>
                  <a:lnTo>
                    <a:pt x="7199" y="1063"/>
                  </a:lnTo>
                  <a:lnTo>
                    <a:pt x="6786" y="1102"/>
                  </a:lnTo>
                  <a:lnTo>
                    <a:pt x="6383" y="1122"/>
                  </a:lnTo>
                  <a:lnTo>
                    <a:pt x="5970" y="1131"/>
                  </a:lnTo>
                  <a:lnTo>
                    <a:pt x="5557" y="1141"/>
                  </a:lnTo>
                  <a:lnTo>
                    <a:pt x="5144" y="1131"/>
                  </a:lnTo>
                  <a:lnTo>
                    <a:pt x="4741" y="1122"/>
                  </a:lnTo>
                  <a:lnTo>
                    <a:pt x="4328" y="1102"/>
                  </a:lnTo>
                  <a:lnTo>
                    <a:pt x="3924" y="1063"/>
                  </a:lnTo>
                  <a:lnTo>
                    <a:pt x="3521" y="1023"/>
                  </a:lnTo>
                  <a:lnTo>
                    <a:pt x="3128" y="974"/>
                  </a:lnTo>
                  <a:lnTo>
                    <a:pt x="2744" y="915"/>
                  </a:lnTo>
                  <a:lnTo>
                    <a:pt x="2371" y="846"/>
                  </a:lnTo>
                  <a:lnTo>
                    <a:pt x="2007" y="777"/>
                  </a:lnTo>
                  <a:lnTo>
                    <a:pt x="1663" y="689"/>
                  </a:lnTo>
                  <a:lnTo>
                    <a:pt x="1328" y="600"/>
                  </a:lnTo>
                  <a:lnTo>
                    <a:pt x="1024" y="492"/>
                  </a:lnTo>
                  <a:lnTo>
                    <a:pt x="729" y="384"/>
                  </a:lnTo>
                  <a:lnTo>
                    <a:pt x="463" y="266"/>
                  </a:lnTo>
                  <a:lnTo>
                    <a:pt x="217" y="138"/>
                  </a:lnTo>
                  <a:lnTo>
                    <a:pt x="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29" name="Google Shape;4329;p188"/>
            <p:cNvSpPr/>
            <p:nvPr/>
          </p:nvSpPr>
          <p:spPr>
            <a:xfrm>
              <a:off x="1469250" y="1610600"/>
              <a:ext cx="277825" cy="94425"/>
            </a:xfrm>
            <a:custGeom>
              <a:avLst/>
              <a:gdLst/>
              <a:ahLst/>
              <a:cxnLst/>
              <a:rect l="l" t="t" r="r" b="b"/>
              <a:pathLst>
                <a:path w="11113" h="3777" extrusionOk="0">
                  <a:moveTo>
                    <a:pt x="5557" y="1"/>
                  </a:moveTo>
                  <a:lnTo>
                    <a:pt x="4947" y="10"/>
                  </a:lnTo>
                  <a:lnTo>
                    <a:pt x="4367" y="40"/>
                  </a:lnTo>
                  <a:lnTo>
                    <a:pt x="3826" y="89"/>
                  </a:lnTo>
                  <a:lnTo>
                    <a:pt x="3315" y="158"/>
                  </a:lnTo>
                  <a:lnTo>
                    <a:pt x="2843" y="246"/>
                  </a:lnTo>
                  <a:lnTo>
                    <a:pt x="2410" y="345"/>
                  </a:lnTo>
                  <a:lnTo>
                    <a:pt x="2007" y="463"/>
                  </a:lnTo>
                  <a:lnTo>
                    <a:pt x="1643" y="591"/>
                  </a:lnTo>
                  <a:lnTo>
                    <a:pt x="1466" y="659"/>
                  </a:lnTo>
                  <a:lnTo>
                    <a:pt x="1309" y="728"/>
                  </a:lnTo>
                  <a:lnTo>
                    <a:pt x="1161" y="797"/>
                  </a:lnTo>
                  <a:lnTo>
                    <a:pt x="1014" y="876"/>
                  </a:lnTo>
                  <a:lnTo>
                    <a:pt x="876" y="954"/>
                  </a:lnTo>
                  <a:lnTo>
                    <a:pt x="758" y="1033"/>
                  </a:lnTo>
                  <a:lnTo>
                    <a:pt x="640" y="1112"/>
                  </a:lnTo>
                  <a:lnTo>
                    <a:pt x="542" y="1190"/>
                  </a:lnTo>
                  <a:lnTo>
                    <a:pt x="443" y="1279"/>
                  </a:lnTo>
                  <a:lnTo>
                    <a:pt x="355" y="1358"/>
                  </a:lnTo>
                  <a:lnTo>
                    <a:pt x="276" y="1446"/>
                  </a:lnTo>
                  <a:lnTo>
                    <a:pt x="207" y="1535"/>
                  </a:lnTo>
                  <a:lnTo>
                    <a:pt x="148" y="1623"/>
                  </a:lnTo>
                  <a:lnTo>
                    <a:pt x="109" y="1712"/>
                  </a:lnTo>
                  <a:lnTo>
                    <a:pt x="70" y="1800"/>
                  </a:lnTo>
                  <a:lnTo>
                    <a:pt x="40" y="1889"/>
                  </a:lnTo>
                  <a:lnTo>
                    <a:pt x="11" y="1938"/>
                  </a:lnTo>
                  <a:lnTo>
                    <a:pt x="1" y="1997"/>
                  </a:lnTo>
                  <a:lnTo>
                    <a:pt x="1" y="2518"/>
                  </a:lnTo>
                  <a:lnTo>
                    <a:pt x="70" y="2577"/>
                  </a:lnTo>
                  <a:lnTo>
                    <a:pt x="139" y="2636"/>
                  </a:lnTo>
                  <a:lnTo>
                    <a:pt x="306" y="2754"/>
                  </a:lnTo>
                  <a:lnTo>
                    <a:pt x="512" y="2872"/>
                  </a:lnTo>
                  <a:lnTo>
                    <a:pt x="738" y="2990"/>
                  </a:lnTo>
                  <a:lnTo>
                    <a:pt x="1004" y="3098"/>
                  </a:lnTo>
                  <a:lnTo>
                    <a:pt x="1299" y="3206"/>
                  </a:lnTo>
                  <a:lnTo>
                    <a:pt x="1614" y="3305"/>
                  </a:lnTo>
                  <a:lnTo>
                    <a:pt x="1958" y="3393"/>
                  </a:lnTo>
                  <a:lnTo>
                    <a:pt x="2331" y="3472"/>
                  </a:lnTo>
                  <a:lnTo>
                    <a:pt x="2725" y="3550"/>
                  </a:lnTo>
                  <a:lnTo>
                    <a:pt x="3148" y="3619"/>
                  </a:lnTo>
                  <a:lnTo>
                    <a:pt x="3590" y="3668"/>
                  </a:lnTo>
                  <a:lnTo>
                    <a:pt x="4052" y="3718"/>
                  </a:lnTo>
                  <a:lnTo>
                    <a:pt x="4534" y="3747"/>
                  </a:lnTo>
                  <a:lnTo>
                    <a:pt x="5036" y="3767"/>
                  </a:lnTo>
                  <a:lnTo>
                    <a:pt x="5557" y="3777"/>
                  </a:lnTo>
                  <a:lnTo>
                    <a:pt x="6078" y="3767"/>
                  </a:lnTo>
                  <a:lnTo>
                    <a:pt x="6579" y="3747"/>
                  </a:lnTo>
                  <a:lnTo>
                    <a:pt x="7061" y="3718"/>
                  </a:lnTo>
                  <a:lnTo>
                    <a:pt x="7523" y="3668"/>
                  </a:lnTo>
                  <a:lnTo>
                    <a:pt x="7966" y="3619"/>
                  </a:lnTo>
                  <a:lnTo>
                    <a:pt x="8389" y="3550"/>
                  </a:lnTo>
                  <a:lnTo>
                    <a:pt x="8782" y="3472"/>
                  </a:lnTo>
                  <a:lnTo>
                    <a:pt x="9156" y="3393"/>
                  </a:lnTo>
                  <a:lnTo>
                    <a:pt x="9500" y="3305"/>
                  </a:lnTo>
                  <a:lnTo>
                    <a:pt x="9824" y="3206"/>
                  </a:lnTo>
                  <a:lnTo>
                    <a:pt x="10110" y="3098"/>
                  </a:lnTo>
                  <a:lnTo>
                    <a:pt x="10375" y="2990"/>
                  </a:lnTo>
                  <a:lnTo>
                    <a:pt x="10611" y="2872"/>
                  </a:lnTo>
                  <a:lnTo>
                    <a:pt x="10808" y="2754"/>
                  </a:lnTo>
                  <a:lnTo>
                    <a:pt x="10975" y="2636"/>
                  </a:lnTo>
                  <a:lnTo>
                    <a:pt x="11044" y="2577"/>
                  </a:lnTo>
                  <a:lnTo>
                    <a:pt x="11113" y="2518"/>
                  </a:lnTo>
                  <a:lnTo>
                    <a:pt x="11113" y="1997"/>
                  </a:lnTo>
                  <a:lnTo>
                    <a:pt x="11103" y="1948"/>
                  </a:lnTo>
                  <a:lnTo>
                    <a:pt x="11083" y="1898"/>
                  </a:lnTo>
                  <a:lnTo>
                    <a:pt x="11054" y="1810"/>
                  </a:lnTo>
                  <a:lnTo>
                    <a:pt x="11014" y="1721"/>
                  </a:lnTo>
                  <a:lnTo>
                    <a:pt x="10965" y="1633"/>
                  </a:lnTo>
                  <a:lnTo>
                    <a:pt x="10906" y="1544"/>
                  </a:lnTo>
                  <a:lnTo>
                    <a:pt x="10847" y="1456"/>
                  </a:lnTo>
                  <a:lnTo>
                    <a:pt x="10769" y="1367"/>
                  </a:lnTo>
                  <a:lnTo>
                    <a:pt x="10680" y="1279"/>
                  </a:lnTo>
                  <a:lnTo>
                    <a:pt x="10582" y="1200"/>
                  </a:lnTo>
                  <a:lnTo>
                    <a:pt x="10483" y="1112"/>
                  </a:lnTo>
                  <a:lnTo>
                    <a:pt x="10365" y="1033"/>
                  </a:lnTo>
                  <a:lnTo>
                    <a:pt x="10247" y="954"/>
                  </a:lnTo>
                  <a:lnTo>
                    <a:pt x="10110" y="876"/>
                  </a:lnTo>
                  <a:lnTo>
                    <a:pt x="9972" y="797"/>
                  </a:lnTo>
                  <a:lnTo>
                    <a:pt x="9815" y="728"/>
                  </a:lnTo>
                  <a:lnTo>
                    <a:pt x="9657" y="659"/>
                  </a:lnTo>
                  <a:lnTo>
                    <a:pt x="9490" y="591"/>
                  </a:lnTo>
                  <a:lnTo>
                    <a:pt x="9116" y="463"/>
                  </a:lnTo>
                  <a:lnTo>
                    <a:pt x="8713" y="345"/>
                  </a:lnTo>
                  <a:lnTo>
                    <a:pt x="8281" y="246"/>
                  </a:lnTo>
                  <a:lnTo>
                    <a:pt x="7799" y="158"/>
                  </a:lnTo>
                  <a:lnTo>
                    <a:pt x="7297" y="89"/>
                  </a:lnTo>
                  <a:lnTo>
                    <a:pt x="6747" y="40"/>
                  </a:lnTo>
                  <a:lnTo>
                    <a:pt x="6166" y="10"/>
                  </a:lnTo>
                  <a:lnTo>
                    <a:pt x="555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30" name="Google Shape;4330;p188"/>
            <p:cNvSpPr/>
            <p:nvPr/>
          </p:nvSpPr>
          <p:spPr>
            <a:xfrm>
              <a:off x="1469250" y="1838250"/>
              <a:ext cx="277825" cy="95650"/>
            </a:xfrm>
            <a:custGeom>
              <a:avLst/>
              <a:gdLst/>
              <a:ahLst/>
              <a:cxnLst/>
              <a:rect l="l" t="t" r="r" b="b"/>
              <a:pathLst>
                <a:path w="11113" h="3826" extrusionOk="0">
                  <a:moveTo>
                    <a:pt x="1" y="0"/>
                  </a:moveTo>
                  <a:lnTo>
                    <a:pt x="1" y="1819"/>
                  </a:lnTo>
                  <a:lnTo>
                    <a:pt x="11" y="1878"/>
                  </a:lnTo>
                  <a:lnTo>
                    <a:pt x="30" y="1928"/>
                  </a:lnTo>
                  <a:lnTo>
                    <a:pt x="60" y="2026"/>
                  </a:lnTo>
                  <a:lnTo>
                    <a:pt x="99" y="2124"/>
                  </a:lnTo>
                  <a:lnTo>
                    <a:pt x="158" y="2223"/>
                  </a:lnTo>
                  <a:lnTo>
                    <a:pt x="227" y="2321"/>
                  </a:lnTo>
                  <a:lnTo>
                    <a:pt x="296" y="2409"/>
                  </a:lnTo>
                  <a:lnTo>
                    <a:pt x="384" y="2498"/>
                  </a:lnTo>
                  <a:lnTo>
                    <a:pt x="483" y="2596"/>
                  </a:lnTo>
                  <a:lnTo>
                    <a:pt x="591" y="2675"/>
                  </a:lnTo>
                  <a:lnTo>
                    <a:pt x="709" y="2763"/>
                  </a:lnTo>
                  <a:lnTo>
                    <a:pt x="837" y="2842"/>
                  </a:lnTo>
                  <a:lnTo>
                    <a:pt x="974" y="2921"/>
                  </a:lnTo>
                  <a:lnTo>
                    <a:pt x="1122" y="2999"/>
                  </a:lnTo>
                  <a:lnTo>
                    <a:pt x="1279" y="3078"/>
                  </a:lnTo>
                  <a:lnTo>
                    <a:pt x="1446" y="3147"/>
                  </a:lnTo>
                  <a:lnTo>
                    <a:pt x="1800" y="3285"/>
                  </a:lnTo>
                  <a:lnTo>
                    <a:pt x="2184" y="3403"/>
                  </a:lnTo>
                  <a:lnTo>
                    <a:pt x="2597" y="3511"/>
                  </a:lnTo>
                  <a:lnTo>
                    <a:pt x="3039" y="3599"/>
                  </a:lnTo>
                  <a:lnTo>
                    <a:pt x="3502" y="3678"/>
                  </a:lnTo>
                  <a:lnTo>
                    <a:pt x="3983" y="3737"/>
                  </a:lnTo>
                  <a:lnTo>
                    <a:pt x="4495" y="3786"/>
                  </a:lnTo>
                  <a:lnTo>
                    <a:pt x="5016" y="3816"/>
                  </a:lnTo>
                  <a:lnTo>
                    <a:pt x="5557" y="3825"/>
                  </a:lnTo>
                  <a:lnTo>
                    <a:pt x="6098" y="3816"/>
                  </a:lnTo>
                  <a:lnTo>
                    <a:pt x="6619" y="3786"/>
                  </a:lnTo>
                  <a:lnTo>
                    <a:pt x="7130" y="3737"/>
                  </a:lnTo>
                  <a:lnTo>
                    <a:pt x="7612" y="3678"/>
                  </a:lnTo>
                  <a:lnTo>
                    <a:pt x="8074" y="3599"/>
                  </a:lnTo>
                  <a:lnTo>
                    <a:pt x="8517" y="3511"/>
                  </a:lnTo>
                  <a:lnTo>
                    <a:pt x="8930" y="3403"/>
                  </a:lnTo>
                  <a:lnTo>
                    <a:pt x="9313" y="3285"/>
                  </a:lnTo>
                  <a:lnTo>
                    <a:pt x="9667" y="3147"/>
                  </a:lnTo>
                  <a:lnTo>
                    <a:pt x="9834" y="3078"/>
                  </a:lnTo>
                  <a:lnTo>
                    <a:pt x="9982" y="3009"/>
                  </a:lnTo>
                  <a:lnTo>
                    <a:pt x="10129" y="2931"/>
                  </a:lnTo>
                  <a:lnTo>
                    <a:pt x="10267" y="2852"/>
                  </a:lnTo>
                  <a:lnTo>
                    <a:pt x="10395" y="2763"/>
                  </a:lnTo>
                  <a:lnTo>
                    <a:pt x="10513" y="2685"/>
                  </a:lnTo>
                  <a:lnTo>
                    <a:pt x="10621" y="2596"/>
                  </a:lnTo>
                  <a:lnTo>
                    <a:pt x="10719" y="2508"/>
                  </a:lnTo>
                  <a:lnTo>
                    <a:pt x="10808" y="2419"/>
                  </a:lnTo>
                  <a:lnTo>
                    <a:pt x="10887" y="2321"/>
                  </a:lnTo>
                  <a:lnTo>
                    <a:pt x="10955" y="2223"/>
                  </a:lnTo>
                  <a:lnTo>
                    <a:pt x="11005" y="2134"/>
                  </a:lnTo>
                  <a:lnTo>
                    <a:pt x="11054" y="2036"/>
                  </a:lnTo>
                  <a:lnTo>
                    <a:pt x="11083" y="1928"/>
                  </a:lnTo>
                  <a:lnTo>
                    <a:pt x="11103" y="1878"/>
                  </a:lnTo>
                  <a:lnTo>
                    <a:pt x="11113" y="1819"/>
                  </a:lnTo>
                  <a:lnTo>
                    <a:pt x="11113" y="0"/>
                  </a:lnTo>
                  <a:lnTo>
                    <a:pt x="10926" y="118"/>
                  </a:lnTo>
                  <a:lnTo>
                    <a:pt x="10719" y="236"/>
                  </a:lnTo>
                  <a:lnTo>
                    <a:pt x="10493" y="344"/>
                  </a:lnTo>
                  <a:lnTo>
                    <a:pt x="10237" y="453"/>
                  </a:lnTo>
                  <a:lnTo>
                    <a:pt x="9972" y="561"/>
                  </a:lnTo>
                  <a:lnTo>
                    <a:pt x="9677" y="649"/>
                  </a:lnTo>
                  <a:lnTo>
                    <a:pt x="9352" y="738"/>
                  </a:lnTo>
                  <a:lnTo>
                    <a:pt x="9018" y="826"/>
                  </a:lnTo>
                  <a:lnTo>
                    <a:pt x="8664" y="895"/>
                  </a:lnTo>
                  <a:lnTo>
                    <a:pt x="8281" y="964"/>
                  </a:lnTo>
                  <a:lnTo>
                    <a:pt x="7877" y="1023"/>
                  </a:lnTo>
                  <a:lnTo>
                    <a:pt x="7455" y="1062"/>
                  </a:lnTo>
                  <a:lnTo>
                    <a:pt x="7012" y="1102"/>
                  </a:lnTo>
                  <a:lnTo>
                    <a:pt x="6550" y="1131"/>
                  </a:lnTo>
                  <a:lnTo>
                    <a:pt x="6058" y="1151"/>
                  </a:lnTo>
                  <a:lnTo>
                    <a:pt x="5557" y="1161"/>
                  </a:lnTo>
                  <a:lnTo>
                    <a:pt x="5055" y="1151"/>
                  </a:lnTo>
                  <a:lnTo>
                    <a:pt x="4573" y="1131"/>
                  </a:lnTo>
                  <a:lnTo>
                    <a:pt x="4101" y="1102"/>
                  </a:lnTo>
                  <a:lnTo>
                    <a:pt x="3659" y="1062"/>
                  </a:lnTo>
                  <a:lnTo>
                    <a:pt x="3236" y="1023"/>
                  </a:lnTo>
                  <a:lnTo>
                    <a:pt x="2843" y="964"/>
                  </a:lnTo>
                  <a:lnTo>
                    <a:pt x="2459" y="895"/>
                  </a:lnTo>
                  <a:lnTo>
                    <a:pt x="2095" y="826"/>
                  </a:lnTo>
                  <a:lnTo>
                    <a:pt x="1761" y="738"/>
                  </a:lnTo>
                  <a:lnTo>
                    <a:pt x="1446" y="649"/>
                  </a:lnTo>
                  <a:lnTo>
                    <a:pt x="1151" y="551"/>
                  </a:lnTo>
                  <a:lnTo>
                    <a:pt x="876" y="453"/>
                  </a:lnTo>
                  <a:lnTo>
                    <a:pt x="620" y="344"/>
                  </a:lnTo>
                  <a:lnTo>
                    <a:pt x="394" y="236"/>
                  </a:lnTo>
                  <a:lnTo>
                    <a:pt x="188" y="118"/>
                  </a:lnTo>
                  <a:lnTo>
                    <a:pt x="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4335"/>
        <p:cNvGrpSpPr/>
        <p:nvPr/>
      </p:nvGrpSpPr>
      <p:grpSpPr>
        <a:xfrm>
          <a:off x="0" y="0"/>
          <a:ext cx="0" cy="0"/>
          <a:chOff x="0" y="0"/>
          <a:chExt cx="0" cy="0"/>
        </a:xfrm>
      </p:grpSpPr>
      <p:sp>
        <p:nvSpPr>
          <p:cNvPr id="4336" name="Google Shape;4336;p189"/>
          <p:cNvSpPr/>
          <p:nvPr/>
        </p:nvSpPr>
        <p:spPr>
          <a:xfrm>
            <a:off x="445745" y="1474341"/>
            <a:ext cx="762900" cy="731100"/>
          </a:xfrm>
          <a:prstGeom prst="roundRect">
            <a:avLst>
              <a:gd name="adj" fmla="val 5827"/>
            </a:avLst>
          </a:prstGeom>
          <a:solidFill>
            <a:srgbClr val="1F2A44"/>
          </a:solidFill>
          <a:ln>
            <a:noFill/>
          </a:ln>
        </p:spPr>
        <p:txBody>
          <a:bodyPr spcFirstLastPara="1" wrap="square" lIns="57150" tIns="57150" rIns="57150" bIns="57150" anchor="ctr" anchorCtr="0">
            <a:noAutofit/>
          </a:bodyPr>
          <a:lstStyle/>
          <a:p>
            <a:pPr marL="0" lvl="0" indent="0" algn="l" rtl="0">
              <a:spcBef>
                <a:spcPts val="0"/>
              </a:spcBef>
              <a:spcAft>
                <a:spcPts val="0"/>
              </a:spcAft>
              <a:buNone/>
            </a:pPr>
            <a:endParaRPr/>
          </a:p>
        </p:txBody>
      </p:sp>
      <p:sp>
        <p:nvSpPr>
          <p:cNvPr id="4337" name="Google Shape;4337;p189"/>
          <p:cNvSpPr txBox="1">
            <a:spLocks noGrp="1"/>
          </p:cNvSpPr>
          <p:nvPr>
            <p:ph type="title"/>
          </p:nvPr>
        </p:nvSpPr>
        <p:spPr>
          <a:xfrm>
            <a:off x="371475" y="257176"/>
            <a:ext cx="8400900" cy="5490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en"/>
              <a:t>Enable End-to-End Debugging</a:t>
            </a:r>
            <a:endParaRPr/>
          </a:p>
          <a:p>
            <a:pPr marL="0" lvl="0" indent="0" algn="l" rtl="0">
              <a:spcBef>
                <a:spcPts val="0"/>
              </a:spcBef>
              <a:spcAft>
                <a:spcPts val="0"/>
              </a:spcAft>
              <a:buNone/>
            </a:pPr>
            <a:endParaRPr sz="900" b="0">
              <a:latin typeface="IBM Plex Sans Medium"/>
              <a:ea typeface="IBM Plex Sans Medium"/>
              <a:cs typeface="IBM Plex Sans Medium"/>
              <a:sym typeface="IBM Plex Sans Medium"/>
            </a:endParaRPr>
          </a:p>
          <a:p>
            <a:pPr marL="0" lvl="0" indent="0" algn="l" rtl="0">
              <a:spcBef>
                <a:spcPts val="0"/>
              </a:spcBef>
              <a:spcAft>
                <a:spcPts val="0"/>
              </a:spcAft>
              <a:buNone/>
            </a:pPr>
            <a:r>
              <a:rPr lang="en" sz="1800" b="0">
                <a:latin typeface="IBM Plex Sans Medium"/>
                <a:ea typeface="IBM Plex Sans Medium"/>
                <a:cs typeface="IBM Plex Sans Medium"/>
                <a:sym typeface="IBM Plex Sans Medium"/>
              </a:rPr>
              <a:t>Validate your models prior to debugging with guidance on errors and warnings</a:t>
            </a:r>
            <a:endParaRPr sz="1800" b="0">
              <a:latin typeface="IBM Plex Sans Medium"/>
              <a:ea typeface="IBM Plex Sans Medium"/>
              <a:cs typeface="IBM Plex Sans Medium"/>
              <a:sym typeface="IBM Plex Sans Medium"/>
            </a:endParaRPr>
          </a:p>
        </p:txBody>
      </p:sp>
      <p:sp>
        <p:nvSpPr>
          <p:cNvPr id="4338" name="Google Shape;4338;p189"/>
          <p:cNvSpPr txBox="1"/>
          <p:nvPr/>
        </p:nvSpPr>
        <p:spPr>
          <a:xfrm>
            <a:off x="1353750" y="1474350"/>
            <a:ext cx="2161800" cy="615600"/>
          </a:xfrm>
          <a:prstGeom prst="rect">
            <a:avLst/>
          </a:prstGeom>
          <a:noFill/>
          <a:ln>
            <a:noFill/>
          </a:ln>
        </p:spPr>
        <p:txBody>
          <a:bodyPr spcFirstLastPara="1" wrap="square" lIns="0" tIns="0" rIns="0" bIns="0" anchor="t" anchorCtr="0">
            <a:spAutoFit/>
          </a:bodyPr>
          <a:lstStyle/>
          <a:p>
            <a:pPr marL="0" lvl="0" indent="0" algn="l" rtl="0">
              <a:lnSpc>
                <a:spcPct val="100000"/>
              </a:lnSpc>
              <a:spcBef>
                <a:spcPts val="0"/>
              </a:spcBef>
              <a:spcAft>
                <a:spcPts val="0"/>
              </a:spcAft>
              <a:buNone/>
            </a:pPr>
            <a:r>
              <a:rPr lang="en" sz="1500" b="1">
                <a:solidFill>
                  <a:schemeClr val="dk1"/>
                </a:solidFill>
                <a:latin typeface="IBM Plex Sans"/>
                <a:ea typeface="IBM Plex Sans"/>
                <a:cs typeface="IBM Plex Sans"/>
                <a:sym typeface="IBM Plex Sans"/>
              </a:rPr>
              <a:t>Proactive Debugging UX</a:t>
            </a:r>
            <a:endParaRPr sz="1500">
              <a:solidFill>
                <a:schemeClr val="dk1"/>
              </a:solidFill>
              <a:latin typeface="IBM Plex Sans"/>
              <a:ea typeface="IBM Plex Sans"/>
              <a:cs typeface="IBM Plex Sans"/>
              <a:sym typeface="IBM Plex Sans"/>
            </a:endParaRPr>
          </a:p>
          <a:p>
            <a:pPr marL="0" lvl="0" indent="0" algn="l" rtl="0">
              <a:lnSpc>
                <a:spcPct val="100000"/>
              </a:lnSpc>
              <a:spcBef>
                <a:spcPts val="600"/>
              </a:spcBef>
              <a:spcAft>
                <a:spcPts val="600"/>
              </a:spcAft>
              <a:buNone/>
            </a:pPr>
            <a:r>
              <a:rPr lang="en" sz="1000">
                <a:solidFill>
                  <a:schemeClr val="dk1"/>
                </a:solidFill>
                <a:latin typeface="IBM Plex Sans"/>
                <a:ea typeface="IBM Plex Sans"/>
                <a:cs typeface="IBM Plex Sans"/>
                <a:sym typeface="IBM Plex Sans"/>
              </a:rPr>
              <a:t>Identify and react to problems before they can occur in operations.</a:t>
            </a:r>
            <a:endParaRPr sz="1000">
              <a:solidFill>
                <a:schemeClr val="dk1"/>
              </a:solidFill>
              <a:latin typeface="IBM Plex Sans"/>
              <a:ea typeface="IBM Plex Sans"/>
              <a:cs typeface="IBM Plex Sans"/>
              <a:sym typeface="IBM Plex Sans"/>
            </a:endParaRPr>
          </a:p>
        </p:txBody>
      </p:sp>
      <p:sp>
        <p:nvSpPr>
          <p:cNvPr id="4339" name="Google Shape;4339;p189"/>
          <p:cNvSpPr txBox="1"/>
          <p:nvPr/>
        </p:nvSpPr>
        <p:spPr>
          <a:xfrm>
            <a:off x="1353750" y="2750700"/>
            <a:ext cx="2010300" cy="7695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Clr>
                <a:schemeClr val="dk1"/>
              </a:buClr>
              <a:buSzPts val="1100"/>
              <a:buFont typeface="Arial"/>
              <a:buNone/>
            </a:pPr>
            <a:r>
              <a:rPr lang="en" sz="1500" b="1">
                <a:solidFill>
                  <a:schemeClr val="dk1"/>
                </a:solidFill>
                <a:latin typeface="IBM Plex Sans"/>
                <a:ea typeface="IBM Plex Sans"/>
                <a:cs typeface="IBM Plex Sans"/>
                <a:sym typeface="IBM Plex Sans"/>
              </a:rPr>
              <a:t>Helpful Warnings</a:t>
            </a:r>
            <a:endParaRPr sz="1500">
              <a:solidFill>
                <a:schemeClr val="dk1"/>
              </a:solidFill>
              <a:latin typeface="IBM Plex Sans"/>
              <a:ea typeface="IBM Plex Sans"/>
              <a:cs typeface="IBM Plex Sans"/>
              <a:sym typeface="IBM Plex Sans"/>
            </a:endParaRPr>
          </a:p>
          <a:p>
            <a:pPr marL="0" lvl="0" indent="0" algn="l" rtl="0">
              <a:lnSpc>
                <a:spcPct val="100000"/>
              </a:lnSpc>
              <a:spcBef>
                <a:spcPts val="600"/>
              </a:spcBef>
              <a:spcAft>
                <a:spcPts val="600"/>
              </a:spcAft>
              <a:buNone/>
            </a:pPr>
            <a:r>
              <a:rPr lang="en" sz="1000">
                <a:solidFill>
                  <a:schemeClr val="dk1"/>
                </a:solidFill>
                <a:latin typeface="IBM Plex Sans"/>
                <a:ea typeface="IBM Plex Sans"/>
                <a:cs typeface="IBM Plex Sans"/>
                <a:sym typeface="IBM Plex Sans"/>
              </a:rPr>
              <a:t>Helpful warnings and tips help you draw + implement better models faster.</a:t>
            </a:r>
            <a:endParaRPr sz="1000">
              <a:solidFill>
                <a:schemeClr val="dk1"/>
              </a:solidFill>
              <a:latin typeface="IBM Plex Sans"/>
              <a:ea typeface="IBM Plex Sans"/>
              <a:cs typeface="IBM Plex Sans"/>
              <a:sym typeface="IBM Plex Sans"/>
            </a:endParaRPr>
          </a:p>
        </p:txBody>
      </p:sp>
      <p:sp>
        <p:nvSpPr>
          <p:cNvPr id="4340" name="Google Shape;4340;p189"/>
          <p:cNvSpPr/>
          <p:nvPr/>
        </p:nvSpPr>
        <p:spPr>
          <a:xfrm>
            <a:off x="445745" y="2792241"/>
            <a:ext cx="762900" cy="731100"/>
          </a:xfrm>
          <a:prstGeom prst="roundRect">
            <a:avLst>
              <a:gd name="adj" fmla="val 5827"/>
            </a:avLst>
          </a:prstGeom>
          <a:solidFill>
            <a:srgbClr val="1F2A44"/>
          </a:solidFill>
          <a:ln>
            <a:noFill/>
          </a:ln>
        </p:spPr>
        <p:txBody>
          <a:bodyPr spcFirstLastPara="1" wrap="square" lIns="57150" tIns="57150" rIns="57150" bIns="57150" anchor="ctr" anchorCtr="0">
            <a:noAutofit/>
          </a:bodyPr>
          <a:lstStyle/>
          <a:p>
            <a:pPr marL="0" lvl="0" indent="0" algn="l" rtl="0">
              <a:spcBef>
                <a:spcPts val="0"/>
              </a:spcBef>
              <a:spcAft>
                <a:spcPts val="0"/>
              </a:spcAft>
              <a:buNone/>
            </a:pPr>
            <a:endParaRPr/>
          </a:p>
        </p:txBody>
      </p:sp>
      <p:sp>
        <p:nvSpPr>
          <p:cNvPr id="4341" name="Google Shape;4341;p189"/>
          <p:cNvSpPr/>
          <p:nvPr/>
        </p:nvSpPr>
        <p:spPr>
          <a:xfrm>
            <a:off x="718103" y="1641152"/>
            <a:ext cx="218203" cy="397478"/>
          </a:xfrm>
          <a:custGeom>
            <a:avLst/>
            <a:gdLst/>
            <a:ahLst/>
            <a:cxnLst/>
            <a:rect l="l" t="t" r="r" b="b"/>
            <a:pathLst>
              <a:path w="10045" h="18298" extrusionOk="0">
                <a:moveTo>
                  <a:pt x="9019" y="1"/>
                </a:moveTo>
                <a:lnTo>
                  <a:pt x="0" y="10670"/>
                </a:lnTo>
                <a:lnTo>
                  <a:pt x="4351" y="10670"/>
                </a:lnTo>
                <a:lnTo>
                  <a:pt x="1026" y="18297"/>
                </a:lnTo>
                <a:lnTo>
                  <a:pt x="10045" y="7475"/>
                </a:lnTo>
                <a:lnTo>
                  <a:pt x="5742" y="7475"/>
                </a:lnTo>
                <a:lnTo>
                  <a:pt x="9019" y="1"/>
                </a:lnTo>
                <a:close/>
              </a:path>
            </a:pathLst>
          </a:custGeom>
          <a:solidFill>
            <a:srgbClr val="FFC6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42" name="Google Shape;4342;p189"/>
          <p:cNvSpPr/>
          <p:nvPr/>
        </p:nvSpPr>
        <p:spPr>
          <a:xfrm>
            <a:off x="699144" y="2983390"/>
            <a:ext cx="256108" cy="348820"/>
          </a:xfrm>
          <a:custGeom>
            <a:avLst/>
            <a:gdLst/>
            <a:ahLst/>
            <a:cxnLst/>
            <a:rect l="l" t="t" r="r" b="b"/>
            <a:pathLst>
              <a:path w="11790" h="16058" extrusionOk="0">
                <a:moveTo>
                  <a:pt x="5895" y="1133"/>
                </a:moveTo>
                <a:lnTo>
                  <a:pt x="6131" y="1145"/>
                </a:lnTo>
                <a:lnTo>
                  <a:pt x="6378" y="1156"/>
                </a:lnTo>
                <a:lnTo>
                  <a:pt x="6614" y="1192"/>
                </a:lnTo>
                <a:lnTo>
                  <a:pt x="6850" y="1239"/>
                </a:lnTo>
                <a:lnTo>
                  <a:pt x="7074" y="1286"/>
                </a:lnTo>
                <a:lnTo>
                  <a:pt x="7310" y="1357"/>
                </a:lnTo>
                <a:lnTo>
                  <a:pt x="7522" y="1427"/>
                </a:lnTo>
                <a:lnTo>
                  <a:pt x="7746" y="1510"/>
                </a:lnTo>
                <a:lnTo>
                  <a:pt x="7946" y="1604"/>
                </a:lnTo>
                <a:lnTo>
                  <a:pt x="8159" y="1710"/>
                </a:lnTo>
                <a:lnTo>
                  <a:pt x="8359" y="1828"/>
                </a:lnTo>
                <a:lnTo>
                  <a:pt x="8548" y="1946"/>
                </a:lnTo>
                <a:lnTo>
                  <a:pt x="8736" y="2088"/>
                </a:lnTo>
                <a:lnTo>
                  <a:pt x="8913" y="2229"/>
                </a:lnTo>
                <a:lnTo>
                  <a:pt x="9090" y="2371"/>
                </a:lnTo>
                <a:lnTo>
                  <a:pt x="9255" y="2536"/>
                </a:lnTo>
                <a:lnTo>
                  <a:pt x="9408" y="2701"/>
                </a:lnTo>
                <a:lnTo>
                  <a:pt x="9561" y="2866"/>
                </a:lnTo>
                <a:lnTo>
                  <a:pt x="9703" y="3043"/>
                </a:lnTo>
                <a:lnTo>
                  <a:pt x="9833" y="3231"/>
                </a:lnTo>
                <a:lnTo>
                  <a:pt x="9962" y="3432"/>
                </a:lnTo>
                <a:lnTo>
                  <a:pt x="10068" y="3632"/>
                </a:lnTo>
                <a:lnTo>
                  <a:pt x="10175" y="3832"/>
                </a:lnTo>
                <a:lnTo>
                  <a:pt x="10269" y="4045"/>
                </a:lnTo>
                <a:lnTo>
                  <a:pt x="10351" y="4257"/>
                </a:lnTo>
                <a:lnTo>
                  <a:pt x="10434" y="4481"/>
                </a:lnTo>
                <a:lnTo>
                  <a:pt x="10493" y="4705"/>
                </a:lnTo>
                <a:lnTo>
                  <a:pt x="10552" y="4929"/>
                </a:lnTo>
                <a:lnTo>
                  <a:pt x="10587" y="5165"/>
                </a:lnTo>
                <a:lnTo>
                  <a:pt x="10623" y="5400"/>
                </a:lnTo>
                <a:lnTo>
                  <a:pt x="10634" y="5648"/>
                </a:lnTo>
                <a:lnTo>
                  <a:pt x="10646" y="5896"/>
                </a:lnTo>
                <a:lnTo>
                  <a:pt x="10634" y="6178"/>
                </a:lnTo>
                <a:lnTo>
                  <a:pt x="10611" y="6461"/>
                </a:lnTo>
                <a:lnTo>
                  <a:pt x="10564" y="6744"/>
                </a:lnTo>
                <a:lnTo>
                  <a:pt x="10505" y="7016"/>
                </a:lnTo>
                <a:lnTo>
                  <a:pt x="10434" y="7287"/>
                </a:lnTo>
                <a:lnTo>
                  <a:pt x="10351" y="7558"/>
                </a:lnTo>
                <a:lnTo>
                  <a:pt x="10245" y="7805"/>
                </a:lnTo>
                <a:lnTo>
                  <a:pt x="10127" y="8053"/>
                </a:lnTo>
                <a:lnTo>
                  <a:pt x="9998" y="8289"/>
                </a:lnTo>
                <a:lnTo>
                  <a:pt x="9844" y="8525"/>
                </a:lnTo>
                <a:lnTo>
                  <a:pt x="9691" y="8749"/>
                </a:lnTo>
                <a:lnTo>
                  <a:pt x="9514" y="8961"/>
                </a:lnTo>
                <a:lnTo>
                  <a:pt x="9337" y="9161"/>
                </a:lnTo>
                <a:lnTo>
                  <a:pt x="9149" y="9350"/>
                </a:lnTo>
                <a:lnTo>
                  <a:pt x="8948" y="9538"/>
                </a:lnTo>
                <a:lnTo>
                  <a:pt x="8736" y="9703"/>
                </a:lnTo>
                <a:lnTo>
                  <a:pt x="8465" y="9892"/>
                </a:lnTo>
                <a:lnTo>
                  <a:pt x="8182" y="10057"/>
                </a:lnTo>
                <a:lnTo>
                  <a:pt x="7887" y="10199"/>
                </a:lnTo>
                <a:lnTo>
                  <a:pt x="7593" y="10328"/>
                </a:lnTo>
                <a:lnTo>
                  <a:pt x="7593" y="11531"/>
                </a:lnTo>
                <a:lnTo>
                  <a:pt x="7593" y="12639"/>
                </a:lnTo>
                <a:lnTo>
                  <a:pt x="4197" y="12639"/>
                </a:lnTo>
                <a:lnTo>
                  <a:pt x="4197" y="11531"/>
                </a:lnTo>
                <a:lnTo>
                  <a:pt x="4197" y="10328"/>
                </a:lnTo>
                <a:lnTo>
                  <a:pt x="3891" y="10199"/>
                </a:lnTo>
                <a:lnTo>
                  <a:pt x="3596" y="10057"/>
                </a:lnTo>
                <a:lnTo>
                  <a:pt x="3325" y="9892"/>
                </a:lnTo>
                <a:lnTo>
                  <a:pt x="3054" y="9703"/>
                </a:lnTo>
                <a:lnTo>
                  <a:pt x="2842" y="9538"/>
                </a:lnTo>
                <a:lnTo>
                  <a:pt x="2641" y="9350"/>
                </a:lnTo>
                <a:lnTo>
                  <a:pt x="2441" y="9161"/>
                </a:lnTo>
                <a:lnTo>
                  <a:pt x="2264" y="8961"/>
                </a:lnTo>
                <a:lnTo>
                  <a:pt x="2099" y="8749"/>
                </a:lnTo>
                <a:lnTo>
                  <a:pt x="1934" y="8525"/>
                </a:lnTo>
                <a:lnTo>
                  <a:pt x="1792" y="8289"/>
                </a:lnTo>
                <a:lnTo>
                  <a:pt x="1663" y="8053"/>
                </a:lnTo>
                <a:lnTo>
                  <a:pt x="1545" y="7805"/>
                </a:lnTo>
                <a:lnTo>
                  <a:pt x="1439" y="7558"/>
                </a:lnTo>
                <a:lnTo>
                  <a:pt x="1344" y="7287"/>
                </a:lnTo>
                <a:lnTo>
                  <a:pt x="1274" y="7016"/>
                </a:lnTo>
                <a:lnTo>
                  <a:pt x="1215" y="6744"/>
                </a:lnTo>
                <a:lnTo>
                  <a:pt x="1167" y="6461"/>
                </a:lnTo>
                <a:lnTo>
                  <a:pt x="1144" y="6178"/>
                </a:lnTo>
                <a:lnTo>
                  <a:pt x="1132" y="5896"/>
                </a:lnTo>
                <a:lnTo>
                  <a:pt x="1144" y="5648"/>
                </a:lnTo>
                <a:lnTo>
                  <a:pt x="1167" y="5400"/>
                </a:lnTo>
                <a:lnTo>
                  <a:pt x="1191" y="5165"/>
                </a:lnTo>
                <a:lnTo>
                  <a:pt x="1238" y="4929"/>
                </a:lnTo>
                <a:lnTo>
                  <a:pt x="1285" y="4705"/>
                </a:lnTo>
                <a:lnTo>
                  <a:pt x="1356" y="4481"/>
                </a:lnTo>
                <a:lnTo>
                  <a:pt x="1427" y="4257"/>
                </a:lnTo>
                <a:lnTo>
                  <a:pt x="1509" y="4045"/>
                </a:lnTo>
                <a:lnTo>
                  <a:pt x="1604" y="3832"/>
                </a:lnTo>
                <a:lnTo>
                  <a:pt x="1710" y="3632"/>
                </a:lnTo>
                <a:lnTo>
                  <a:pt x="1828" y="3432"/>
                </a:lnTo>
                <a:lnTo>
                  <a:pt x="1946" y="3231"/>
                </a:lnTo>
                <a:lnTo>
                  <a:pt x="2087" y="3043"/>
                </a:lnTo>
                <a:lnTo>
                  <a:pt x="2229" y="2866"/>
                </a:lnTo>
                <a:lnTo>
                  <a:pt x="2370" y="2701"/>
                </a:lnTo>
                <a:lnTo>
                  <a:pt x="2535" y="2536"/>
                </a:lnTo>
                <a:lnTo>
                  <a:pt x="2700" y="2371"/>
                </a:lnTo>
                <a:lnTo>
                  <a:pt x="2865" y="2229"/>
                </a:lnTo>
                <a:lnTo>
                  <a:pt x="3054" y="2088"/>
                </a:lnTo>
                <a:lnTo>
                  <a:pt x="3231" y="1946"/>
                </a:lnTo>
                <a:lnTo>
                  <a:pt x="3431" y="1828"/>
                </a:lnTo>
                <a:lnTo>
                  <a:pt x="3631" y="1710"/>
                </a:lnTo>
                <a:lnTo>
                  <a:pt x="3832" y="1604"/>
                </a:lnTo>
                <a:lnTo>
                  <a:pt x="4044" y="1510"/>
                </a:lnTo>
                <a:lnTo>
                  <a:pt x="4256" y="1427"/>
                </a:lnTo>
                <a:lnTo>
                  <a:pt x="4480" y="1357"/>
                </a:lnTo>
                <a:lnTo>
                  <a:pt x="4704" y="1286"/>
                </a:lnTo>
                <a:lnTo>
                  <a:pt x="4940" y="1239"/>
                </a:lnTo>
                <a:lnTo>
                  <a:pt x="5164" y="1192"/>
                </a:lnTo>
                <a:lnTo>
                  <a:pt x="5412" y="1156"/>
                </a:lnTo>
                <a:lnTo>
                  <a:pt x="5647" y="1145"/>
                </a:lnTo>
                <a:lnTo>
                  <a:pt x="5895" y="1133"/>
                </a:lnTo>
                <a:close/>
                <a:moveTo>
                  <a:pt x="6461" y="13783"/>
                </a:moveTo>
                <a:lnTo>
                  <a:pt x="6461" y="14914"/>
                </a:lnTo>
                <a:lnTo>
                  <a:pt x="5317" y="14914"/>
                </a:lnTo>
                <a:lnTo>
                  <a:pt x="5317" y="13783"/>
                </a:lnTo>
                <a:close/>
                <a:moveTo>
                  <a:pt x="5588" y="1"/>
                </a:moveTo>
                <a:lnTo>
                  <a:pt x="5294" y="25"/>
                </a:lnTo>
                <a:lnTo>
                  <a:pt x="4999" y="60"/>
                </a:lnTo>
                <a:lnTo>
                  <a:pt x="4704" y="119"/>
                </a:lnTo>
                <a:lnTo>
                  <a:pt x="4421" y="178"/>
                </a:lnTo>
                <a:lnTo>
                  <a:pt x="4138" y="260"/>
                </a:lnTo>
                <a:lnTo>
                  <a:pt x="3867" y="355"/>
                </a:lnTo>
                <a:lnTo>
                  <a:pt x="3596" y="461"/>
                </a:lnTo>
                <a:lnTo>
                  <a:pt x="3337" y="579"/>
                </a:lnTo>
                <a:lnTo>
                  <a:pt x="3089" y="708"/>
                </a:lnTo>
                <a:lnTo>
                  <a:pt x="2842" y="850"/>
                </a:lnTo>
                <a:lnTo>
                  <a:pt x="2594" y="1003"/>
                </a:lnTo>
                <a:lnTo>
                  <a:pt x="2370" y="1168"/>
                </a:lnTo>
                <a:lnTo>
                  <a:pt x="2146" y="1345"/>
                </a:lnTo>
                <a:lnTo>
                  <a:pt x="1934" y="1534"/>
                </a:lnTo>
                <a:lnTo>
                  <a:pt x="1722" y="1722"/>
                </a:lnTo>
                <a:lnTo>
                  <a:pt x="1533" y="1934"/>
                </a:lnTo>
                <a:lnTo>
                  <a:pt x="1344" y="2147"/>
                </a:lnTo>
                <a:lnTo>
                  <a:pt x="1167" y="2371"/>
                </a:lnTo>
                <a:lnTo>
                  <a:pt x="1002" y="2595"/>
                </a:lnTo>
                <a:lnTo>
                  <a:pt x="849" y="2842"/>
                </a:lnTo>
                <a:lnTo>
                  <a:pt x="708" y="3078"/>
                </a:lnTo>
                <a:lnTo>
                  <a:pt x="578" y="3337"/>
                </a:lnTo>
                <a:lnTo>
                  <a:pt x="460" y="3597"/>
                </a:lnTo>
                <a:lnTo>
                  <a:pt x="354" y="3868"/>
                </a:lnTo>
                <a:lnTo>
                  <a:pt x="260" y="4139"/>
                </a:lnTo>
                <a:lnTo>
                  <a:pt x="177" y="4422"/>
                </a:lnTo>
                <a:lnTo>
                  <a:pt x="118" y="4705"/>
                </a:lnTo>
                <a:lnTo>
                  <a:pt x="59" y="5000"/>
                </a:lnTo>
                <a:lnTo>
                  <a:pt x="24" y="5294"/>
                </a:lnTo>
                <a:lnTo>
                  <a:pt x="0" y="5589"/>
                </a:lnTo>
                <a:lnTo>
                  <a:pt x="0" y="5896"/>
                </a:lnTo>
                <a:lnTo>
                  <a:pt x="0" y="6096"/>
                </a:lnTo>
                <a:lnTo>
                  <a:pt x="12" y="6308"/>
                </a:lnTo>
                <a:lnTo>
                  <a:pt x="24" y="6509"/>
                </a:lnTo>
                <a:lnTo>
                  <a:pt x="59" y="6709"/>
                </a:lnTo>
                <a:lnTo>
                  <a:pt x="118" y="7110"/>
                </a:lnTo>
                <a:lnTo>
                  <a:pt x="224" y="7499"/>
                </a:lnTo>
                <a:lnTo>
                  <a:pt x="342" y="7876"/>
                </a:lnTo>
                <a:lnTo>
                  <a:pt x="484" y="8242"/>
                </a:lnTo>
                <a:lnTo>
                  <a:pt x="649" y="8583"/>
                </a:lnTo>
                <a:lnTo>
                  <a:pt x="837" y="8925"/>
                </a:lnTo>
                <a:lnTo>
                  <a:pt x="1050" y="9255"/>
                </a:lnTo>
                <a:lnTo>
                  <a:pt x="1285" y="9562"/>
                </a:lnTo>
                <a:lnTo>
                  <a:pt x="1533" y="9857"/>
                </a:lnTo>
                <a:lnTo>
                  <a:pt x="1804" y="10140"/>
                </a:lnTo>
                <a:lnTo>
                  <a:pt x="2099" y="10399"/>
                </a:lnTo>
                <a:lnTo>
                  <a:pt x="2394" y="10635"/>
                </a:lnTo>
                <a:lnTo>
                  <a:pt x="2724" y="10859"/>
                </a:lnTo>
                <a:lnTo>
                  <a:pt x="3054" y="11059"/>
                </a:lnTo>
                <a:lnTo>
                  <a:pt x="3054" y="13783"/>
                </a:lnTo>
                <a:lnTo>
                  <a:pt x="4186" y="13783"/>
                </a:lnTo>
                <a:lnTo>
                  <a:pt x="4186" y="16058"/>
                </a:lnTo>
                <a:lnTo>
                  <a:pt x="7604" y="16058"/>
                </a:lnTo>
                <a:lnTo>
                  <a:pt x="7604" y="13783"/>
                </a:lnTo>
                <a:lnTo>
                  <a:pt x="8736" y="13783"/>
                </a:lnTo>
                <a:lnTo>
                  <a:pt x="8736" y="11059"/>
                </a:lnTo>
                <a:lnTo>
                  <a:pt x="9066" y="10859"/>
                </a:lnTo>
                <a:lnTo>
                  <a:pt x="9385" y="10635"/>
                </a:lnTo>
                <a:lnTo>
                  <a:pt x="9691" y="10399"/>
                </a:lnTo>
                <a:lnTo>
                  <a:pt x="9974" y="10140"/>
                </a:lnTo>
                <a:lnTo>
                  <a:pt x="10245" y="9857"/>
                </a:lnTo>
                <a:lnTo>
                  <a:pt x="10493" y="9562"/>
                </a:lnTo>
                <a:lnTo>
                  <a:pt x="10729" y="9255"/>
                </a:lnTo>
                <a:lnTo>
                  <a:pt x="10941" y="8925"/>
                </a:lnTo>
                <a:lnTo>
                  <a:pt x="11129" y="8583"/>
                </a:lnTo>
                <a:lnTo>
                  <a:pt x="11295" y="8242"/>
                </a:lnTo>
                <a:lnTo>
                  <a:pt x="11448" y="7876"/>
                </a:lnTo>
                <a:lnTo>
                  <a:pt x="11566" y="7499"/>
                </a:lnTo>
                <a:lnTo>
                  <a:pt x="11660" y="7110"/>
                </a:lnTo>
                <a:lnTo>
                  <a:pt x="11731" y="6709"/>
                </a:lnTo>
                <a:lnTo>
                  <a:pt x="11754" y="6509"/>
                </a:lnTo>
                <a:lnTo>
                  <a:pt x="11778" y="6308"/>
                </a:lnTo>
                <a:lnTo>
                  <a:pt x="11778" y="6096"/>
                </a:lnTo>
                <a:lnTo>
                  <a:pt x="11790" y="5896"/>
                </a:lnTo>
                <a:lnTo>
                  <a:pt x="11778" y="5589"/>
                </a:lnTo>
                <a:lnTo>
                  <a:pt x="11754" y="5294"/>
                </a:lnTo>
                <a:lnTo>
                  <a:pt x="11719" y="5000"/>
                </a:lnTo>
                <a:lnTo>
                  <a:pt x="11672" y="4705"/>
                </a:lnTo>
                <a:lnTo>
                  <a:pt x="11601" y="4422"/>
                </a:lnTo>
                <a:lnTo>
                  <a:pt x="11519" y="4139"/>
                </a:lnTo>
                <a:lnTo>
                  <a:pt x="11424" y="3868"/>
                </a:lnTo>
                <a:lnTo>
                  <a:pt x="11318" y="3597"/>
                </a:lnTo>
                <a:lnTo>
                  <a:pt x="11200" y="3337"/>
                </a:lnTo>
                <a:lnTo>
                  <a:pt x="11071" y="3078"/>
                </a:lnTo>
                <a:lnTo>
                  <a:pt x="10929" y="2842"/>
                </a:lnTo>
                <a:lnTo>
                  <a:pt x="10776" y="2595"/>
                </a:lnTo>
                <a:lnTo>
                  <a:pt x="10611" y="2371"/>
                </a:lnTo>
                <a:lnTo>
                  <a:pt x="10434" y="2147"/>
                </a:lnTo>
                <a:lnTo>
                  <a:pt x="10257" y="1934"/>
                </a:lnTo>
                <a:lnTo>
                  <a:pt x="10057" y="1722"/>
                </a:lnTo>
                <a:lnTo>
                  <a:pt x="9856" y="1534"/>
                </a:lnTo>
                <a:lnTo>
                  <a:pt x="9644" y="1345"/>
                </a:lnTo>
                <a:lnTo>
                  <a:pt x="9420" y="1168"/>
                </a:lnTo>
                <a:lnTo>
                  <a:pt x="9184" y="1003"/>
                </a:lnTo>
                <a:lnTo>
                  <a:pt x="8948" y="850"/>
                </a:lnTo>
                <a:lnTo>
                  <a:pt x="8701" y="708"/>
                </a:lnTo>
                <a:lnTo>
                  <a:pt x="8441" y="579"/>
                </a:lnTo>
                <a:lnTo>
                  <a:pt x="8182" y="461"/>
                </a:lnTo>
                <a:lnTo>
                  <a:pt x="7911" y="355"/>
                </a:lnTo>
                <a:lnTo>
                  <a:pt x="7640" y="260"/>
                </a:lnTo>
                <a:lnTo>
                  <a:pt x="7369" y="178"/>
                </a:lnTo>
                <a:lnTo>
                  <a:pt x="7074" y="119"/>
                </a:lnTo>
                <a:lnTo>
                  <a:pt x="6791" y="60"/>
                </a:lnTo>
                <a:lnTo>
                  <a:pt x="6496" y="25"/>
                </a:lnTo>
                <a:lnTo>
                  <a:pt x="619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43" name="Google Shape;4343;p189"/>
          <p:cNvSpPr txBox="1"/>
          <p:nvPr/>
        </p:nvSpPr>
        <p:spPr>
          <a:xfrm>
            <a:off x="702933" y="2917537"/>
            <a:ext cx="2562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b="1">
                <a:solidFill>
                  <a:schemeClr val="accent1"/>
                </a:solidFill>
                <a:latin typeface="IBM Plex Sans"/>
                <a:ea typeface="IBM Plex Sans"/>
                <a:cs typeface="IBM Plex Sans"/>
                <a:sym typeface="IBM Plex Sans"/>
              </a:rPr>
              <a:t>!</a:t>
            </a:r>
            <a:endParaRPr b="1">
              <a:solidFill>
                <a:schemeClr val="accent1"/>
              </a:solidFill>
              <a:latin typeface="IBM Plex Sans"/>
              <a:ea typeface="IBM Plex Sans"/>
              <a:cs typeface="IBM Plex Sans"/>
              <a:sym typeface="IBM Plex Sans"/>
            </a:endParaRPr>
          </a:p>
        </p:txBody>
      </p:sp>
      <p:pic>
        <p:nvPicPr>
          <p:cNvPr id="4344" name="Google Shape;4344;p189"/>
          <p:cNvPicPr preferRelativeResize="0"/>
          <p:nvPr/>
        </p:nvPicPr>
        <p:blipFill rotWithShape="1">
          <a:blip r:embed="rId3">
            <a:alphaModFix/>
          </a:blip>
          <a:srcRect r="15211" b="19380"/>
          <a:stretch/>
        </p:blipFill>
        <p:spPr>
          <a:xfrm>
            <a:off x="3650400" y="1252025"/>
            <a:ext cx="5493599" cy="3891476"/>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4349"/>
        <p:cNvGrpSpPr/>
        <p:nvPr/>
      </p:nvGrpSpPr>
      <p:grpSpPr>
        <a:xfrm>
          <a:off x="0" y="0"/>
          <a:ext cx="0" cy="0"/>
          <a:chOff x="0" y="0"/>
          <a:chExt cx="0" cy="0"/>
        </a:xfrm>
      </p:grpSpPr>
      <p:sp>
        <p:nvSpPr>
          <p:cNvPr id="4350" name="Google Shape;4350;p190"/>
          <p:cNvSpPr/>
          <p:nvPr/>
        </p:nvSpPr>
        <p:spPr>
          <a:xfrm>
            <a:off x="445745" y="1474341"/>
            <a:ext cx="762900" cy="731100"/>
          </a:xfrm>
          <a:prstGeom prst="roundRect">
            <a:avLst>
              <a:gd name="adj" fmla="val 5827"/>
            </a:avLst>
          </a:prstGeom>
          <a:solidFill>
            <a:srgbClr val="1F2A44"/>
          </a:solidFill>
          <a:ln>
            <a:noFill/>
          </a:ln>
        </p:spPr>
        <p:txBody>
          <a:bodyPr spcFirstLastPara="1" wrap="square" lIns="57150" tIns="57150" rIns="57150" bIns="57150" anchor="ctr" anchorCtr="0">
            <a:noAutofit/>
          </a:bodyPr>
          <a:lstStyle/>
          <a:p>
            <a:pPr marL="0" lvl="0" indent="0" algn="l" rtl="0">
              <a:spcBef>
                <a:spcPts val="0"/>
              </a:spcBef>
              <a:spcAft>
                <a:spcPts val="0"/>
              </a:spcAft>
              <a:buNone/>
            </a:pPr>
            <a:endParaRPr/>
          </a:p>
        </p:txBody>
      </p:sp>
      <p:sp>
        <p:nvSpPr>
          <p:cNvPr id="4351" name="Google Shape;4351;p190"/>
          <p:cNvSpPr txBox="1">
            <a:spLocks noGrp="1"/>
          </p:cNvSpPr>
          <p:nvPr>
            <p:ph type="title"/>
          </p:nvPr>
        </p:nvSpPr>
        <p:spPr>
          <a:xfrm>
            <a:off x="371475" y="257176"/>
            <a:ext cx="8400900" cy="5490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en"/>
              <a:t>Create Multi-File Projects</a:t>
            </a:r>
            <a:endParaRPr/>
          </a:p>
          <a:p>
            <a:pPr marL="0" lvl="0" indent="0" algn="l" rtl="0">
              <a:spcBef>
                <a:spcPts val="0"/>
              </a:spcBef>
              <a:spcAft>
                <a:spcPts val="0"/>
              </a:spcAft>
              <a:buNone/>
            </a:pPr>
            <a:endParaRPr sz="900" b="0">
              <a:latin typeface="IBM Plex Sans Medium"/>
              <a:ea typeface="IBM Plex Sans Medium"/>
              <a:cs typeface="IBM Plex Sans Medium"/>
              <a:sym typeface="IBM Plex Sans Medium"/>
            </a:endParaRPr>
          </a:p>
          <a:p>
            <a:pPr marL="0" lvl="0" indent="0" algn="l" rtl="0">
              <a:spcBef>
                <a:spcPts val="0"/>
              </a:spcBef>
              <a:spcAft>
                <a:spcPts val="0"/>
              </a:spcAft>
              <a:buNone/>
            </a:pPr>
            <a:r>
              <a:rPr lang="en" sz="1800" b="0">
                <a:latin typeface="IBM Plex Sans Medium"/>
                <a:ea typeface="IBM Plex Sans Medium"/>
                <a:cs typeface="IBM Plex Sans Medium"/>
                <a:sym typeface="IBM Plex Sans Medium"/>
              </a:rPr>
              <a:t>Speed up your development workflow by using a project scope</a:t>
            </a:r>
            <a:endParaRPr sz="1800" b="0">
              <a:latin typeface="IBM Plex Sans Medium"/>
              <a:ea typeface="IBM Plex Sans Medium"/>
              <a:cs typeface="IBM Plex Sans Medium"/>
              <a:sym typeface="IBM Plex Sans Medium"/>
            </a:endParaRPr>
          </a:p>
        </p:txBody>
      </p:sp>
      <p:sp>
        <p:nvSpPr>
          <p:cNvPr id="4352" name="Google Shape;4352;p190"/>
          <p:cNvSpPr txBox="1"/>
          <p:nvPr/>
        </p:nvSpPr>
        <p:spPr>
          <a:xfrm>
            <a:off x="1353750" y="1474350"/>
            <a:ext cx="3775500" cy="846600"/>
          </a:xfrm>
          <a:prstGeom prst="rect">
            <a:avLst/>
          </a:prstGeom>
          <a:noFill/>
          <a:ln>
            <a:noFill/>
          </a:ln>
        </p:spPr>
        <p:txBody>
          <a:bodyPr spcFirstLastPara="1" wrap="square" lIns="0" tIns="0" rIns="0" bIns="0" anchor="t" anchorCtr="0">
            <a:spAutoFit/>
          </a:bodyPr>
          <a:lstStyle/>
          <a:p>
            <a:pPr marL="0" lvl="0" indent="0" algn="l" rtl="0">
              <a:lnSpc>
                <a:spcPct val="100000"/>
              </a:lnSpc>
              <a:spcBef>
                <a:spcPts val="0"/>
              </a:spcBef>
              <a:spcAft>
                <a:spcPts val="0"/>
              </a:spcAft>
              <a:buNone/>
            </a:pPr>
            <a:r>
              <a:rPr lang="en" sz="1500" b="1">
                <a:solidFill>
                  <a:schemeClr val="dk1"/>
                </a:solidFill>
                <a:latin typeface="IBM Plex Sans"/>
                <a:ea typeface="IBM Plex Sans"/>
                <a:cs typeface="IBM Plex Sans"/>
                <a:sym typeface="IBM Plex Sans"/>
              </a:rPr>
              <a:t>Multi-File Support</a:t>
            </a:r>
            <a:endParaRPr sz="1500">
              <a:solidFill>
                <a:schemeClr val="dk1"/>
              </a:solidFill>
              <a:latin typeface="IBM Plex Sans"/>
              <a:ea typeface="IBM Plex Sans"/>
              <a:cs typeface="IBM Plex Sans"/>
              <a:sym typeface="IBM Plex Sans"/>
            </a:endParaRPr>
          </a:p>
          <a:p>
            <a:pPr marL="0" lvl="0" indent="0" algn="l" rtl="0">
              <a:lnSpc>
                <a:spcPct val="100000"/>
              </a:lnSpc>
              <a:spcBef>
                <a:spcPts val="600"/>
              </a:spcBef>
              <a:spcAft>
                <a:spcPts val="0"/>
              </a:spcAft>
              <a:buNone/>
            </a:pPr>
            <a:r>
              <a:rPr lang="en" sz="1000">
                <a:solidFill>
                  <a:schemeClr val="dk1"/>
                </a:solidFill>
                <a:latin typeface="IBM Plex Sans"/>
                <a:ea typeface="IBM Plex Sans"/>
                <a:cs typeface="IBM Plex Sans"/>
                <a:sym typeface="IBM Plex Sans"/>
              </a:rPr>
              <a:t>Manage your automation projects locally and remotely as you manage your code projects.</a:t>
            </a:r>
            <a:endParaRPr sz="1000">
              <a:solidFill>
                <a:schemeClr val="dk1"/>
              </a:solidFill>
              <a:latin typeface="IBM Plex Sans"/>
              <a:ea typeface="IBM Plex Sans"/>
              <a:cs typeface="IBM Plex Sans"/>
              <a:sym typeface="IBM Plex Sans"/>
            </a:endParaRPr>
          </a:p>
          <a:p>
            <a:pPr marL="0" lvl="0" indent="0" algn="l" rtl="0">
              <a:lnSpc>
                <a:spcPct val="100000"/>
              </a:lnSpc>
              <a:spcBef>
                <a:spcPts val="600"/>
              </a:spcBef>
              <a:spcAft>
                <a:spcPts val="600"/>
              </a:spcAft>
              <a:buNone/>
            </a:pPr>
            <a:r>
              <a:rPr lang="en" sz="1000">
                <a:solidFill>
                  <a:schemeClr val="dk1"/>
                </a:solidFill>
                <a:latin typeface="IBM Plex Sans"/>
                <a:ea typeface="IBM Plex Sans"/>
                <a:cs typeface="IBM Plex Sans"/>
                <a:sym typeface="IBM Plex Sans"/>
              </a:rPr>
              <a:t>Or stick to single files for on-the-fly modeling and adjustments.</a:t>
            </a:r>
            <a:endParaRPr sz="1000">
              <a:solidFill>
                <a:schemeClr val="dk1"/>
              </a:solidFill>
              <a:latin typeface="IBM Plex Sans"/>
              <a:ea typeface="IBM Plex Sans"/>
              <a:cs typeface="IBM Plex Sans"/>
              <a:sym typeface="IBM Plex Sans"/>
            </a:endParaRPr>
          </a:p>
        </p:txBody>
      </p:sp>
      <p:sp>
        <p:nvSpPr>
          <p:cNvPr id="4353" name="Google Shape;4353;p190"/>
          <p:cNvSpPr txBox="1"/>
          <p:nvPr/>
        </p:nvSpPr>
        <p:spPr>
          <a:xfrm>
            <a:off x="1353750" y="2750700"/>
            <a:ext cx="3696000" cy="6156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Clr>
                <a:schemeClr val="dk1"/>
              </a:buClr>
              <a:buSzPts val="1100"/>
              <a:buFont typeface="Arial"/>
              <a:buNone/>
            </a:pPr>
            <a:r>
              <a:rPr lang="en" sz="1500" b="1">
                <a:solidFill>
                  <a:schemeClr val="dk1"/>
                </a:solidFill>
                <a:latin typeface="IBM Plex Sans"/>
                <a:ea typeface="IBM Plex Sans"/>
                <a:cs typeface="IBM Plex Sans"/>
                <a:sym typeface="IBM Plex Sans"/>
              </a:rPr>
              <a:t>Deployment-Target Management</a:t>
            </a:r>
            <a:endParaRPr sz="1500">
              <a:solidFill>
                <a:schemeClr val="dk1"/>
              </a:solidFill>
              <a:latin typeface="IBM Plex Sans"/>
              <a:ea typeface="IBM Plex Sans"/>
              <a:cs typeface="IBM Plex Sans"/>
              <a:sym typeface="IBM Plex Sans"/>
            </a:endParaRPr>
          </a:p>
          <a:p>
            <a:pPr marL="0" lvl="0" indent="0" algn="l" rtl="0">
              <a:lnSpc>
                <a:spcPct val="100000"/>
              </a:lnSpc>
              <a:spcBef>
                <a:spcPts val="600"/>
              </a:spcBef>
              <a:spcAft>
                <a:spcPts val="600"/>
              </a:spcAft>
              <a:buNone/>
            </a:pPr>
            <a:r>
              <a:rPr lang="en" sz="1000">
                <a:solidFill>
                  <a:schemeClr val="dk1"/>
                </a:solidFill>
                <a:latin typeface="IBM Plex Sans"/>
                <a:ea typeface="IBM Plex Sans"/>
                <a:cs typeface="IBM Plex Sans"/>
                <a:sym typeface="IBM Plex Sans"/>
              </a:rPr>
              <a:t>Set and persist deployment targets project-wise to accelerate workflows and to make context-switching easy.</a:t>
            </a:r>
            <a:endParaRPr sz="1000">
              <a:solidFill>
                <a:schemeClr val="dk1"/>
              </a:solidFill>
              <a:latin typeface="IBM Plex Sans"/>
              <a:ea typeface="IBM Plex Sans"/>
              <a:cs typeface="IBM Plex Sans"/>
              <a:sym typeface="IBM Plex Sans"/>
            </a:endParaRPr>
          </a:p>
        </p:txBody>
      </p:sp>
      <p:sp>
        <p:nvSpPr>
          <p:cNvPr id="4354" name="Google Shape;4354;p190"/>
          <p:cNvSpPr/>
          <p:nvPr/>
        </p:nvSpPr>
        <p:spPr>
          <a:xfrm>
            <a:off x="445745" y="2792241"/>
            <a:ext cx="762900" cy="731100"/>
          </a:xfrm>
          <a:prstGeom prst="roundRect">
            <a:avLst>
              <a:gd name="adj" fmla="val 5827"/>
            </a:avLst>
          </a:prstGeom>
          <a:solidFill>
            <a:srgbClr val="1F2A44"/>
          </a:solidFill>
          <a:ln>
            <a:noFill/>
          </a:ln>
        </p:spPr>
        <p:txBody>
          <a:bodyPr spcFirstLastPara="1" wrap="square" lIns="57150" tIns="57150" rIns="57150" bIns="57150" anchor="ctr" anchorCtr="0">
            <a:noAutofit/>
          </a:bodyPr>
          <a:lstStyle/>
          <a:p>
            <a:pPr marL="0" lvl="0" indent="0" algn="l" rtl="0">
              <a:spcBef>
                <a:spcPts val="0"/>
              </a:spcBef>
              <a:spcAft>
                <a:spcPts val="0"/>
              </a:spcAft>
              <a:buNone/>
            </a:pPr>
            <a:endParaRPr/>
          </a:p>
        </p:txBody>
      </p:sp>
      <p:sp>
        <p:nvSpPr>
          <p:cNvPr id="4355" name="Google Shape;4355;p190"/>
          <p:cNvSpPr txBox="1">
            <a:spLocks noGrp="1"/>
          </p:cNvSpPr>
          <p:nvPr>
            <p:ph type="ftr" idx="11"/>
          </p:nvPr>
        </p:nvSpPr>
        <p:spPr>
          <a:xfrm>
            <a:off x="742950" y="4838007"/>
            <a:ext cx="6776100" cy="121800"/>
          </a:xfrm>
          <a:prstGeom prst="rect">
            <a:avLst/>
          </a:prstGeom>
        </p:spPr>
        <p:txBody>
          <a:bodyPr spcFirstLastPara="1" wrap="square" lIns="0" tIns="0" rIns="0" bIns="0" anchor="ctr" anchorCtr="0">
            <a:noAutofit/>
          </a:bodyPr>
          <a:lstStyle/>
          <a:p>
            <a:pPr marL="0" lvl="0" indent="0" algn="l" rtl="0">
              <a:spcBef>
                <a:spcPts val="0"/>
              </a:spcBef>
              <a:spcAft>
                <a:spcPts val="0"/>
              </a:spcAft>
              <a:buNone/>
            </a:pPr>
            <a:fld id="{00000000-1234-1234-1234-123412341234}" type="slidenum">
              <a:rPr lang="en"/>
              <a:t>41</a:t>
            </a:fld>
            <a:endParaRPr/>
          </a:p>
        </p:txBody>
      </p:sp>
      <p:sp>
        <p:nvSpPr>
          <p:cNvPr id="4356" name="Google Shape;4356;p190"/>
          <p:cNvSpPr/>
          <p:nvPr/>
        </p:nvSpPr>
        <p:spPr>
          <a:xfrm>
            <a:off x="673913" y="1651738"/>
            <a:ext cx="306575" cy="376300"/>
          </a:xfrm>
          <a:custGeom>
            <a:avLst/>
            <a:gdLst/>
            <a:ahLst/>
            <a:cxnLst/>
            <a:rect l="l" t="t" r="r" b="b"/>
            <a:pathLst>
              <a:path w="12263" h="15052" extrusionOk="0">
                <a:moveTo>
                  <a:pt x="7627" y="1030"/>
                </a:moveTo>
                <a:lnTo>
                  <a:pt x="7627" y="2090"/>
                </a:lnTo>
                <a:lnTo>
                  <a:pt x="2080" y="2090"/>
                </a:lnTo>
                <a:lnTo>
                  <a:pt x="2080" y="10406"/>
                </a:lnTo>
                <a:lnTo>
                  <a:pt x="1030" y="10406"/>
                </a:lnTo>
                <a:lnTo>
                  <a:pt x="1030" y="1030"/>
                </a:lnTo>
                <a:close/>
                <a:moveTo>
                  <a:pt x="9430" y="3108"/>
                </a:moveTo>
                <a:lnTo>
                  <a:pt x="9430" y="4137"/>
                </a:lnTo>
                <a:lnTo>
                  <a:pt x="4137" y="4137"/>
                </a:lnTo>
                <a:lnTo>
                  <a:pt x="4137" y="10406"/>
                </a:lnTo>
                <a:lnTo>
                  <a:pt x="4137" y="11435"/>
                </a:lnTo>
                <a:lnTo>
                  <a:pt x="4137" y="12220"/>
                </a:lnTo>
                <a:lnTo>
                  <a:pt x="3109" y="12220"/>
                </a:lnTo>
                <a:lnTo>
                  <a:pt x="3109" y="11435"/>
                </a:lnTo>
                <a:lnTo>
                  <a:pt x="3109" y="10406"/>
                </a:lnTo>
                <a:lnTo>
                  <a:pt x="3109" y="3108"/>
                </a:lnTo>
                <a:close/>
                <a:moveTo>
                  <a:pt x="11233" y="5166"/>
                </a:moveTo>
                <a:lnTo>
                  <a:pt x="11233" y="14023"/>
                </a:lnTo>
                <a:lnTo>
                  <a:pt x="5156" y="14023"/>
                </a:lnTo>
                <a:lnTo>
                  <a:pt x="5156" y="13238"/>
                </a:lnTo>
                <a:lnTo>
                  <a:pt x="5156" y="12220"/>
                </a:lnTo>
                <a:lnTo>
                  <a:pt x="5156" y="11435"/>
                </a:lnTo>
                <a:lnTo>
                  <a:pt x="5156" y="10406"/>
                </a:lnTo>
                <a:lnTo>
                  <a:pt x="5156" y="5166"/>
                </a:lnTo>
                <a:close/>
                <a:moveTo>
                  <a:pt x="1" y="1"/>
                </a:moveTo>
                <a:lnTo>
                  <a:pt x="1" y="11435"/>
                </a:lnTo>
                <a:lnTo>
                  <a:pt x="2080" y="11435"/>
                </a:lnTo>
                <a:lnTo>
                  <a:pt x="2080" y="13238"/>
                </a:lnTo>
                <a:lnTo>
                  <a:pt x="4137" y="13238"/>
                </a:lnTo>
                <a:lnTo>
                  <a:pt x="4137" y="15052"/>
                </a:lnTo>
                <a:lnTo>
                  <a:pt x="12262" y="15052"/>
                </a:lnTo>
                <a:lnTo>
                  <a:pt x="12262" y="4137"/>
                </a:lnTo>
                <a:lnTo>
                  <a:pt x="10459" y="4137"/>
                </a:lnTo>
                <a:lnTo>
                  <a:pt x="10459" y="2090"/>
                </a:lnTo>
                <a:lnTo>
                  <a:pt x="8656" y="2090"/>
                </a:lnTo>
                <a:lnTo>
                  <a:pt x="8656" y="1"/>
                </a:lnTo>
                <a:close/>
              </a:path>
            </a:pathLst>
          </a:custGeom>
          <a:solidFill>
            <a:srgbClr val="D1D3D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357" name="Google Shape;4357;p190"/>
          <p:cNvGrpSpPr/>
          <p:nvPr/>
        </p:nvGrpSpPr>
        <p:grpSpPr>
          <a:xfrm>
            <a:off x="690119" y="2920381"/>
            <a:ext cx="274155" cy="474837"/>
            <a:chOff x="5339000" y="2152450"/>
            <a:chExt cx="288250" cy="499250"/>
          </a:xfrm>
        </p:grpSpPr>
        <p:sp>
          <p:nvSpPr>
            <p:cNvPr id="4358" name="Google Shape;4358;p190"/>
            <p:cNvSpPr/>
            <p:nvPr/>
          </p:nvSpPr>
          <p:spPr>
            <a:xfrm>
              <a:off x="5396525" y="2564950"/>
              <a:ext cx="173200" cy="86750"/>
            </a:xfrm>
            <a:custGeom>
              <a:avLst/>
              <a:gdLst/>
              <a:ahLst/>
              <a:cxnLst/>
              <a:rect l="l" t="t" r="r" b="b"/>
              <a:pathLst>
                <a:path w="6928" h="3470" extrusionOk="0">
                  <a:moveTo>
                    <a:pt x="1" y="0"/>
                  </a:moveTo>
                  <a:lnTo>
                    <a:pt x="1" y="2313"/>
                  </a:lnTo>
                  <a:lnTo>
                    <a:pt x="1157" y="2313"/>
                  </a:lnTo>
                  <a:lnTo>
                    <a:pt x="1157" y="0"/>
                  </a:lnTo>
                  <a:close/>
                  <a:moveTo>
                    <a:pt x="5771" y="0"/>
                  </a:moveTo>
                  <a:lnTo>
                    <a:pt x="5771" y="2313"/>
                  </a:lnTo>
                  <a:lnTo>
                    <a:pt x="6927" y="2313"/>
                  </a:lnTo>
                  <a:lnTo>
                    <a:pt x="6927" y="0"/>
                  </a:lnTo>
                  <a:close/>
                  <a:moveTo>
                    <a:pt x="2886" y="0"/>
                  </a:moveTo>
                  <a:lnTo>
                    <a:pt x="2886" y="3469"/>
                  </a:lnTo>
                  <a:lnTo>
                    <a:pt x="4042" y="3469"/>
                  </a:lnTo>
                  <a:lnTo>
                    <a:pt x="4042" y="0"/>
                  </a:lnTo>
                  <a:close/>
                </a:path>
              </a:pathLst>
            </a:custGeom>
            <a:solidFill>
              <a:srgbClr val="FF69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59" name="Google Shape;4359;p190"/>
            <p:cNvSpPr/>
            <p:nvPr/>
          </p:nvSpPr>
          <p:spPr>
            <a:xfrm>
              <a:off x="5339000" y="2152450"/>
              <a:ext cx="288250" cy="383900"/>
            </a:xfrm>
            <a:custGeom>
              <a:avLst/>
              <a:gdLst/>
              <a:ahLst/>
              <a:cxnLst/>
              <a:rect l="l" t="t" r="r" b="b"/>
              <a:pathLst>
                <a:path w="11530" h="15356" extrusionOk="0">
                  <a:moveTo>
                    <a:pt x="5771" y="2623"/>
                  </a:moveTo>
                  <a:lnTo>
                    <a:pt x="7941" y="6986"/>
                  </a:lnTo>
                  <a:lnTo>
                    <a:pt x="3589" y="6986"/>
                  </a:lnTo>
                  <a:lnTo>
                    <a:pt x="5771" y="2623"/>
                  </a:lnTo>
                  <a:close/>
                  <a:moveTo>
                    <a:pt x="2302" y="10968"/>
                  </a:moveTo>
                  <a:lnTo>
                    <a:pt x="2302" y="14199"/>
                  </a:lnTo>
                  <a:lnTo>
                    <a:pt x="1145" y="14199"/>
                  </a:lnTo>
                  <a:lnTo>
                    <a:pt x="1145" y="12125"/>
                  </a:lnTo>
                  <a:lnTo>
                    <a:pt x="2302" y="10968"/>
                  </a:lnTo>
                  <a:close/>
                  <a:moveTo>
                    <a:pt x="8072" y="8131"/>
                  </a:moveTo>
                  <a:lnTo>
                    <a:pt x="8072" y="14199"/>
                  </a:lnTo>
                  <a:lnTo>
                    <a:pt x="3458" y="14199"/>
                  </a:lnTo>
                  <a:lnTo>
                    <a:pt x="3458" y="8131"/>
                  </a:lnTo>
                  <a:close/>
                  <a:moveTo>
                    <a:pt x="9228" y="10968"/>
                  </a:moveTo>
                  <a:lnTo>
                    <a:pt x="10385" y="12113"/>
                  </a:lnTo>
                  <a:lnTo>
                    <a:pt x="10385" y="14199"/>
                  </a:lnTo>
                  <a:lnTo>
                    <a:pt x="9228" y="14199"/>
                  </a:lnTo>
                  <a:lnTo>
                    <a:pt x="9228" y="10968"/>
                  </a:lnTo>
                  <a:close/>
                  <a:moveTo>
                    <a:pt x="5759" y="0"/>
                  </a:moveTo>
                  <a:lnTo>
                    <a:pt x="2302" y="6974"/>
                  </a:lnTo>
                  <a:lnTo>
                    <a:pt x="2302" y="6986"/>
                  </a:lnTo>
                  <a:lnTo>
                    <a:pt x="2302" y="9335"/>
                  </a:lnTo>
                  <a:lnTo>
                    <a:pt x="1" y="11636"/>
                  </a:lnTo>
                  <a:lnTo>
                    <a:pt x="1" y="15356"/>
                  </a:lnTo>
                  <a:lnTo>
                    <a:pt x="11529" y="15356"/>
                  </a:lnTo>
                  <a:lnTo>
                    <a:pt x="11529" y="11636"/>
                  </a:lnTo>
                  <a:lnTo>
                    <a:pt x="9228" y="9335"/>
                  </a:lnTo>
                  <a:lnTo>
                    <a:pt x="9228" y="6986"/>
                  </a:lnTo>
                  <a:lnTo>
                    <a:pt x="9228" y="6974"/>
                  </a:lnTo>
                  <a:lnTo>
                    <a:pt x="5759" y="0"/>
                  </a:lnTo>
                  <a:close/>
                </a:path>
              </a:pathLst>
            </a:custGeom>
            <a:solidFill>
              <a:srgbClr val="FF69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4360" name="Google Shape;4360;p190"/>
          <p:cNvPicPr preferRelativeResize="0"/>
          <p:nvPr/>
        </p:nvPicPr>
        <p:blipFill rotWithShape="1">
          <a:blip r:embed="rId3">
            <a:alphaModFix/>
          </a:blip>
          <a:srcRect r="50037" b="36856"/>
          <a:stretch/>
        </p:blipFill>
        <p:spPr>
          <a:xfrm>
            <a:off x="5072675" y="1232025"/>
            <a:ext cx="4071326" cy="3911475"/>
          </a:xfrm>
          <a:prstGeom prst="rect">
            <a:avLst/>
          </a:prstGeom>
          <a:noFill/>
          <a:ln>
            <a:noFill/>
          </a:ln>
        </p:spPr>
      </p:pic>
      <p:sp>
        <p:nvSpPr>
          <p:cNvPr id="4361" name="Google Shape;4361;p190"/>
          <p:cNvSpPr/>
          <p:nvPr/>
        </p:nvSpPr>
        <p:spPr>
          <a:xfrm>
            <a:off x="674350" y="4780050"/>
            <a:ext cx="2705400" cy="266400"/>
          </a:xfrm>
          <a:prstGeom prst="roundRect">
            <a:avLst>
              <a:gd name="adj" fmla="val 16667"/>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600" b="1">
                <a:solidFill>
                  <a:schemeClr val="lt1"/>
                </a:solidFill>
                <a:latin typeface="IBM Plex Sans"/>
                <a:ea typeface="IBM Plex Sans"/>
                <a:cs typeface="IBM Plex Sans"/>
                <a:sym typeface="IBM Plex Sans"/>
              </a:rPr>
              <a:t>*Image for demonstrative purposes only - not actual in-app footage</a:t>
            </a:r>
            <a:endParaRPr sz="600" b="1">
              <a:solidFill>
                <a:schemeClr val="lt1"/>
              </a:solidFill>
              <a:latin typeface="IBM Plex Sans"/>
              <a:ea typeface="IBM Plex Sans"/>
              <a:cs typeface="IBM Plex Sans"/>
              <a:sym typeface="IBM Plex Sans"/>
            </a:endParaRPr>
          </a:p>
        </p:txBody>
      </p:sp>
      <p:sp>
        <p:nvSpPr>
          <p:cNvPr id="4362" name="Google Shape;4362;p190"/>
          <p:cNvSpPr txBox="1"/>
          <p:nvPr/>
        </p:nvSpPr>
        <p:spPr>
          <a:xfrm>
            <a:off x="5072675" y="1419150"/>
            <a:ext cx="468300" cy="4464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900" b="1">
                <a:solidFill>
                  <a:srgbClr val="666666"/>
                </a:solidFill>
                <a:latin typeface="IBM Plex Sans"/>
                <a:ea typeface="IBM Plex Sans"/>
                <a:cs typeface="IBM Plex Sans"/>
                <a:sym typeface="IBM Plex Sans"/>
              </a:rPr>
              <a:t>*</a:t>
            </a:r>
            <a:endParaRPr sz="1900" b="1">
              <a:solidFill>
                <a:srgbClr val="666666"/>
              </a:solidFill>
              <a:latin typeface="IBM Plex Sans"/>
              <a:ea typeface="IBM Plex Sans"/>
              <a:cs typeface="IBM Plex Sans"/>
              <a:sym typeface="IBM Plex Sans"/>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4367"/>
        <p:cNvGrpSpPr/>
        <p:nvPr/>
      </p:nvGrpSpPr>
      <p:grpSpPr>
        <a:xfrm>
          <a:off x="0" y="0"/>
          <a:ext cx="0" cy="0"/>
          <a:chOff x="0" y="0"/>
          <a:chExt cx="0" cy="0"/>
        </a:xfrm>
      </p:grpSpPr>
      <p:sp>
        <p:nvSpPr>
          <p:cNvPr id="4368" name="Google Shape;4368;p191"/>
          <p:cNvSpPr/>
          <p:nvPr/>
        </p:nvSpPr>
        <p:spPr>
          <a:xfrm>
            <a:off x="445745" y="1474341"/>
            <a:ext cx="762900" cy="731100"/>
          </a:xfrm>
          <a:prstGeom prst="roundRect">
            <a:avLst>
              <a:gd name="adj" fmla="val 5827"/>
            </a:avLst>
          </a:prstGeom>
          <a:solidFill>
            <a:srgbClr val="1F2A44"/>
          </a:solidFill>
          <a:ln>
            <a:noFill/>
          </a:ln>
        </p:spPr>
        <p:txBody>
          <a:bodyPr spcFirstLastPara="1" wrap="square" lIns="57150" tIns="57150" rIns="57150" bIns="57150" anchor="ctr" anchorCtr="0">
            <a:noAutofit/>
          </a:bodyPr>
          <a:lstStyle/>
          <a:p>
            <a:pPr marL="0" lvl="0" indent="0" algn="l" rtl="0">
              <a:spcBef>
                <a:spcPts val="0"/>
              </a:spcBef>
              <a:spcAft>
                <a:spcPts val="0"/>
              </a:spcAft>
              <a:buNone/>
            </a:pPr>
            <a:endParaRPr/>
          </a:p>
        </p:txBody>
      </p:sp>
      <p:sp>
        <p:nvSpPr>
          <p:cNvPr id="4369" name="Google Shape;4369;p191"/>
          <p:cNvSpPr txBox="1">
            <a:spLocks noGrp="1"/>
          </p:cNvSpPr>
          <p:nvPr>
            <p:ph type="title"/>
          </p:nvPr>
        </p:nvSpPr>
        <p:spPr>
          <a:xfrm>
            <a:off x="371475" y="257176"/>
            <a:ext cx="8400900" cy="5490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en"/>
              <a:t>Enable Modeling + Refactoring Actions</a:t>
            </a:r>
            <a:endParaRPr/>
          </a:p>
          <a:p>
            <a:pPr marL="0" lvl="0" indent="0" algn="l" rtl="0">
              <a:spcBef>
                <a:spcPts val="0"/>
              </a:spcBef>
              <a:spcAft>
                <a:spcPts val="0"/>
              </a:spcAft>
              <a:buNone/>
            </a:pPr>
            <a:endParaRPr sz="900" b="0">
              <a:latin typeface="IBM Plex Sans Medium"/>
              <a:ea typeface="IBM Plex Sans Medium"/>
              <a:cs typeface="IBM Plex Sans Medium"/>
              <a:sym typeface="IBM Plex Sans Medium"/>
            </a:endParaRPr>
          </a:p>
          <a:p>
            <a:pPr marL="0" lvl="0" indent="0" algn="l" rtl="0">
              <a:spcBef>
                <a:spcPts val="0"/>
              </a:spcBef>
              <a:spcAft>
                <a:spcPts val="0"/>
              </a:spcAft>
              <a:buNone/>
            </a:pPr>
            <a:r>
              <a:rPr lang="en" sz="1800" b="0">
                <a:latin typeface="IBM Plex Sans Medium"/>
                <a:ea typeface="IBM Plex Sans Medium"/>
                <a:cs typeface="IBM Plex Sans Medium"/>
                <a:sym typeface="IBM Plex Sans Medium"/>
              </a:rPr>
              <a:t>Intuitive modeling features to let you get things done faster and hassle-free</a:t>
            </a:r>
            <a:endParaRPr sz="1800" b="0">
              <a:latin typeface="IBM Plex Sans Medium"/>
              <a:ea typeface="IBM Plex Sans Medium"/>
              <a:cs typeface="IBM Plex Sans Medium"/>
              <a:sym typeface="IBM Plex Sans Medium"/>
            </a:endParaRPr>
          </a:p>
        </p:txBody>
      </p:sp>
      <p:sp>
        <p:nvSpPr>
          <p:cNvPr id="4370" name="Google Shape;4370;p191"/>
          <p:cNvSpPr txBox="1"/>
          <p:nvPr/>
        </p:nvSpPr>
        <p:spPr>
          <a:xfrm>
            <a:off x="1353750" y="1474350"/>
            <a:ext cx="3394200" cy="769500"/>
          </a:xfrm>
          <a:prstGeom prst="rect">
            <a:avLst/>
          </a:prstGeom>
          <a:noFill/>
          <a:ln>
            <a:noFill/>
          </a:ln>
        </p:spPr>
        <p:txBody>
          <a:bodyPr spcFirstLastPara="1" wrap="square" lIns="0" tIns="0" rIns="0" bIns="0" anchor="t" anchorCtr="0">
            <a:spAutoFit/>
          </a:bodyPr>
          <a:lstStyle/>
          <a:p>
            <a:pPr marL="0" lvl="0" indent="0" algn="l" rtl="0">
              <a:lnSpc>
                <a:spcPct val="100000"/>
              </a:lnSpc>
              <a:spcBef>
                <a:spcPts val="0"/>
              </a:spcBef>
              <a:spcAft>
                <a:spcPts val="0"/>
              </a:spcAft>
              <a:buNone/>
            </a:pPr>
            <a:r>
              <a:rPr lang="en" sz="1500" b="1">
                <a:solidFill>
                  <a:schemeClr val="dk1"/>
                </a:solidFill>
                <a:latin typeface="IBM Plex Sans"/>
                <a:ea typeface="IBM Plex Sans"/>
                <a:cs typeface="IBM Plex Sans"/>
                <a:sym typeface="IBM Plex Sans"/>
              </a:rPr>
              <a:t>Append Anything</a:t>
            </a:r>
            <a:endParaRPr sz="1500">
              <a:solidFill>
                <a:schemeClr val="dk1"/>
              </a:solidFill>
              <a:latin typeface="IBM Plex Sans"/>
              <a:ea typeface="IBM Plex Sans"/>
              <a:cs typeface="IBM Plex Sans"/>
              <a:sym typeface="IBM Plex Sans"/>
            </a:endParaRPr>
          </a:p>
          <a:p>
            <a:pPr marL="0" lvl="0" indent="0" algn="l" rtl="0">
              <a:lnSpc>
                <a:spcPct val="100000"/>
              </a:lnSpc>
              <a:spcBef>
                <a:spcPts val="600"/>
              </a:spcBef>
              <a:spcAft>
                <a:spcPts val="600"/>
              </a:spcAft>
              <a:buNone/>
            </a:pPr>
            <a:r>
              <a:rPr lang="en" sz="1000">
                <a:solidFill>
                  <a:schemeClr val="dk1"/>
                </a:solidFill>
                <a:latin typeface="IBM Plex Sans"/>
                <a:ea typeface="IBM Plex Sans"/>
                <a:cs typeface="IBM Plex Sans"/>
                <a:sym typeface="IBM Plex Sans"/>
              </a:rPr>
              <a:t>Append anything anywhere with this powerful new control. No need to browse through items manually - and it really saves you clicks.</a:t>
            </a:r>
            <a:endParaRPr sz="1000">
              <a:solidFill>
                <a:schemeClr val="dk1"/>
              </a:solidFill>
              <a:latin typeface="IBM Plex Sans"/>
              <a:ea typeface="IBM Plex Sans"/>
              <a:cs typeface="IBM Plex Sans"/>
              <a:sym typeface="IBM Plex Sans"/>
            </a:endParaRPr>
          </a:p>
        </p:txBody>
      </p:sp>
      <p:sp>
        <p:nvSpPr>
          <p:cNvPr id="4371" name="Google Shape;4371;p191"/>
          <p:cNvSpPr txBox="1"/>
          <p:nvPr/>
        </p:nvSpPr>
        <p:spPr>
          <a:xfrm>
            <a:off x="1353750" y="2750700"/>
            <a:ext cx="3568800" cy="10005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Clr>
                <a:schemeClr val="dk1"/>
              </a:buClr>
              <a:buSzPts val="1100"/>
              <a:buFont typeface="Arial"/>
              <a:buNone/>
            </a:pPr>
            <a:r>
              <a:rPr lang="en" sz="1500" b="1">
                <a:solidFill>
                  <a:schemeClr val="dk1"/>
                </a:solidFill>
                <a:latin typeface="IBM Plex Sans"/>
                <a:ea typeface="IBM Plex Sans"/>
                <a:cs typeface="IBM Plex Sans"/>
                <a:sym typeface="IBM Plex Sans"/>
              </a:rPr>
              <a:t>Multi-Select Context Pad</a:t>
            </a:r>
            <a:endParaRPr sz="1500">
              <a:solidFill>
                <a:schemeClr val="dk1"/>
              </a:solidFill>
              <a:latin typeface="IBM Plex Sans"/>
              <a:ea typeface="IBM Plex Sans"/>
              <a:cs typeface="IBM Plex Sans"/>
              <a:sym typeface="IBM Plex Sans"/>
            </a:endParaRPr>
          </a:p>
          <a:p>
            <a:pPr marL="0" lvl="0" indent="0" algn="l" rtl="0">
              <a:lnSpc>
                <a:spcPct val="100000"/>
              </a:lnSpc>
              <a:spcBef>
                <a:spcPts val="600"/>
              </a:spcBef>
              <a:spcAft>
                <a:spcPts val="0"/>
              </a:spcAft>
              <a:buNone/>
            </a:pPr>
            <a:r>
              <a:rPr lang="en" sz="1000">
                <a:solidFill>
                  <a:schemeClr val="dk1"/>
                </a:solidFill>
                <a:latin typeface="IBM Plex Sans"/>
                <a:ea typeface="IBM Plex Sans"/>
                <a:cs typeface="IBM Plex Sans"/>
                <a:sym typeface="IBM Plex Sans"/>
              </a:rPr>
              <a:t>Apply alignment and other group-related operations easily with the new context pad for multi-element selections.</a:t>
            </a:r>
            <a:endParaRPr sz="1000">
              <a:solidFill>
                <a:schemeClr val="dk1"/>
              </a:solidFill>
              <a:latin typeface="IBM Plex Sans"/>
              <a:ea typeface="IBM Plex Sans"/>
              <a:cs typeface="IBM Plex Sans"/>
              <a:sym typeface="IBM Plex Sans"/>
            </a:endParaRPr>
          </a:p>
          <a:p>
            <a:pPr marL="0" lvl="0" indent="0" algn="l" rtl="0">
              <a:lnSpc>
                <a:spcPct val="100000"/>
              </a:lnSpc>
              <a:spcBef>
                <a:spcPts val="600"/>
              </a:spcBef>
              <a:spcAft>
                <a:spcPts val="600"/>
              </a:spcAft>
              <a:buNone/>
            </a:pPr>
            <a:r>
              <a:rPr lang="en" sz="1000">
                <a:solidFill>
                  <a:schemeClr val="dk1"/>
                </a:solidFill>
                <a:latin typeface="IBM Plex Sans"/>
                <a:ea typeface="IBM Plex Sans"/>
                <a:cs typeface="IBM Plex Sans"/>
                <a:sym typeface="IBM Plex Sans"/>
              </a:rPr>
              <a:t>The pad will be the place for new batch operations and one-click refactoring actions in the future.</a:t>
            </a:r>
            <a:endParaRPr sz="1000">
              <a:solidFill>
                <a:schemeClr val="dk1"/>
              </a:solidFill>
              <a:latin typeface="IBM Plex Sans"/>
              <a:ea typeface="IBM Plex Sans"/>
              <a:cs typeface="IBM Plex Sans"/>
              <a:sym typeface="IBM Plex Sans"/>
            </a:endParaRPr>
          </a:p>
        </p:txBody>
      </p:sp>
      <p:sp>
        <p:nvSpPr>
          <p:cNvPr id="4372" name="Google Shape;4372;p191"/>
          <p:cNvSpPr/>
          <p:nvPr/>
        </p:nvSpPr>
        <p:spPr>
          <a:xfrm>
            <a:off x="445745" y="2792241"/>
            <a:ext cx="762900" cy="731100"/>
          </a:xfrm>
          <a:prstGeom prst="roundRect">
            <a:avLst>
              <a:gd name="adj" fmla="val 5827"/>
            </a:avLst>
          </a:prstGeom>
          <a:solidFill>
            <a:srgbClr val="1F2A44"/>
          </a:solidFill>
          <a:ln>
            <a:noFill/>
          </a:ln>
        </p:spPr>
        <p:txBody>
          <a:bodyPr spcFirstLastPara="1" wrap="square" lIns="57150" tIns="57150" rIns="57150" bIns="57150" anchor="ctr" anchorCtr="0">
            <a:noAutofit/>
          </a:bodyPr>
          <a:lstStyle/>
          <a:p>
            <a:pPr marL="0" lvl="0" indent="0" algn="l" rtl="0">
              <a:spcBef>
                <a:spcPts val="0"/>
              </a:spcBef>
              <a:spcAft>
                <a:spcPts val="0"/>
              </a:spcAft>
              <a:buNone/>
            </a:pPr>
            <a:endParaRPr/>
          </a:p>
        </p:txBody>
      </p:sp>
      <p:pic>
        <p:nvPicPr>
          <p:cNvPr id="4373" name="Google Shape;4373;p191"/>
          <p:cNvPicPr preferRelativeResize="0"/>
          <p:nvPr/>
        </p:nvPicPr>
        <p:blipFill>
          <a:blip r:embed="rId3">
            <a:alphaModFix/>
          </a:blip>
          <a:stretch>
            <a:fillRect/>
          </a:stretch>
        </p:blipFill>
        <p:spPr>
          <a:xfrm>
            <a:off x="607750" y="1620438"/>
            <a:ext cx="438912" cy="438912"/>
          </a:xfrm>
          <a:prstGeom prst="rect">
            <a:avLst/>
          </a:prstGeom>
          <a:noFill/>
          <a:ln>
            <a:noFill/>
          </a:ln>
        </p:spPr>
      </p:pic>
      <p:pic>
        <p:nvPicPr>
          <p:cNvPr id="4374" name="Google Shape;4374;p191"/>
          <p:cNvPicPr preferRelativeResize="0"/>
          <p:nvPr/>
        </p:nvPicPr>
        <p:blipFill>
          <a:blip r:embed="rId4">
            <a:alphaModFix/>
          </a:blip>
          <a:stretch>
            <a:fillRect/>
          </a:stretch>
        </p:blipFill>
        <p:spPr>
          <a:xfrm>
            <a:off x="623048" y="2953648"/>
            <a:ext cx="513225" cy="513225"/>
          </a:xfrm>
          <a:prstGeom prst="rect">
            <a:avLst/>
          </a:prstGeom>
          <a:noFill/>
          <a:ln>
            <a:noFill/>
          </a:ln>
        </p:spPr>
      </p:pic>
      <p:pic>
        <p:nvPicPr>
          <p:cNvPr id="4375" name="Google Shape;4375;p191"/>
          <p:cNvPicPr preferRelativeResize="0"/>
          <p:nvPr/>
        </p:nvPicPr>
        <p:blipFill rotWithShape="1">
          <a:blip r:embed="rId5">
            <a:alphaModFix/>
          </a:blip>
          <a:srcRect r="44348" b="15081"/>
          <a:stretch/>
        </p:blipFill>
        <p:spPr>
          <a:xfrm>
            <a:off x="5140625" y="1282425"/>
            <a:ext cx="4003375" cy="3861074"/>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4380"/>
        <p:cNvGrpSpPr/>
        <p:nvPr/>
      </p:nvGrpSpPr>
      <p:grpSpPr>
        <a:xfrm>
          <a:off x="0" y="0"/>
          <a:ext cx="0" cy="0"/>
          <a:chOff x="0" y="0"/>
          <a:chExt cx="0" cy="0"/>
        </a:xfrm>
      </p:grpSpPr>
      <p:sp>
        <p:nvSpPr>
          <p:cNvPr id="4381" name="Google Shape;4381;p192"/>
          <p:cNvSpPr txBox="1">
            <a:spLocks noGrp="1"/>
          </p:cNvSpPr>
          <p:nvPr>
            <p:ph type="title"/>
          </p:nvPr>
        </p:nvSpPr>
        <p:spPr>
          <a:xfrm>
            <a:off x="371475" y="257176"/>
            <a:ext cx="8400900" cy="5490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en"/>
              <a:t>Create and Share Connectors</a:t>
            </a:r>
            <a:endParaRPr/>
          </a:p>
          <a:p>
            <a:pPr marL="0" lvl="0" indent="0" algn="l" rtl="0">
              <a:spcBef>
                <a:spcPts val="0"/>
              </a:spcBef>
              <a:spcAft>
                <a:spcPts val="0"/>
              </a:spcAft>
              <a:buNone/>
            </a:pPr>
            <a:endParaRPr sz="900" b="0">
              <a:latin typeface="IBM Plex Sans Medium"/>
              <a:ea typeface="IBM Plex Sans Medium"/>
              <a:cs typeface="IBM Plex Sans Medium"/>
              <a:sym typeface="IBM Plex Sans Medium"/>
            </a:endParaRPr>
          </a:p>
          <a:p>
            <a:pPr marL="0" lvl="0" indent="0" algn="l" rtl="0">
              <a:spcBef>
                <a:spcPts val="0"/>
              </a:spcBef>
              <a:spcAft>
                <a:spcPts val="0"/>
              </a:spcAft>
              <a:buNone/>
            </a:pPr>
            <a:r>
              <a:rPr lang="en" sz="1800" b="0">
                <a:latin typeface="IBM Plex Sans Medium"/>
                <a:ea typeface="IBM Plex Sans Medium"/>
                <a:cs typeface="IBM Plex Sans Medium"/>
                <a:sym typeface="IBM Plex Sans Medium"/>
              </a:rPr>
              <a:t>Create connectors in Camunda 8 and share them with your team</a:t>
            </a:r>
            <a:endParaRPr sz="1800" b="0">
              <a:latin typeface="IBM Plex Sans Medium"/>
              <a:ea typeface="IBM Plex Sans Medium"/>
              <a:cs typeface="IBM Plex Sans Medium"/>
              <a:sym typeface="IBM Plex Sans Medium"/>
            </a:endParaRPr>
          </a:p>
        </p:txBody>
      </p:sp>
      <p:sp>
        <p:nvSpPr>
          <p:cNvPr id="4382" name="Google Shape;4382;p192"/>
          <p:cNvSpPr/>
          <p:nvPr/>
        </p:nvSpPr>
        <p:spPr>
          <a:xfrm>
            <a:off x="445770" y="1445766"/>
            <a:ext cx="762900" cy="731100"/>
          </a:xfrm>
          <a:prstGeom prst="roundRect">
            <a:avLst>
              <a:gd name="adj" fmla="val 5827"/>
            </a:avLst>
          </a:prstGeom>
          <a:solidFill>
            <a:srgbClr val="1F2A44"/>
          </a:solidFill>
          <a:ln>
            <a:noFill/>
          </a:ln>
        </p:spPr>
        <p:txBody>
          <a:bodyPr spcFirstLastPara="1" wrap="square" lIns="57150" tIns="57150" rIns="57150" bIns="57150" anchor="ctr" anchorCtr="0">
            <a:noAutofit/>
          </a:bodyPr>
          <a:lstStyle/>
          <a:p>
            <a:pPr marL="0" lvl="0" indent="0" algn="l" rtl="0">
              <a:spcBef>
                <a:spcPts val="0"/>
              </a:spcBef>
              <a:spcAft>
                <a:spcPts val="0"/>
              </a:spcAft>
              <a:buNone/>
            </a:pPr>
            <a:endParaRPr/>
          </a:p>
        </p:txBody>
      </p:sp>
      <p:sp>
        <p:nvSpPr>
          <p:cNvPr id="4383" name="Google Shape;4383;p192"/>
          <p:cNvSpPr/>
          <p:nvPr/>
        </p:nvSpPr>
        <p:spPr>
          <a:xfrm>
            <a:off x="964979" y="1649683"/>
            <a:ext cx="43800" cy="43800"/>
          </a:xfrm>
          <a:prstGeom prst="ellipse">
            <a:avLst/>
          </a:prstGeom>
          <a:solidFill>
            <a:srgbClr val="FF6900"/>
          </a:solidFill>
          <a:ln>
            <a:noFill/>
          </a:ln>
        </p:spPr>
        <p:txBody>
          <a:bodyPr spcFirstLastPara="1" wrap="square" lIns="57150" tIns="57150" rIns="57150" bIns="57150" anchor="ctr" anchorCtr="0">
            <a:noAutofit/>
          </a:bodyPr>
          <a:lstStyle/>
          <a:p>
            <a:pPr marL="0" lvl="0" indent="0" algn="l" rtl="0">
              <a:spcBef>
                <a:spcPts val="0"/>
              </a:spcBef>
              <a:spcAft>
                <a:spcPts val="0"/>
              </a:spcAft>
              <a:buNone/>
            </a:pPr>
            <a:endParaRPr/>
          </a:p>
        </p:txBody>
      </p:sp>
      <p:sp>
        <p:nvSpPr>
          <p:cNvPr id="4384" name="Google Shape;4384;p192"/>
          <p:cNvSpPr/>
          <p:nvPr/>
        </p:nvSpPr>
        <p:spPr>
          <a:xfrm>
            <a:off x="1065240" y="1649683"/>
            <a:ext cx="43800" cy="43800"/>
          </a:xfrm>
          <a:prstGeom prst="ellipse">
            <a:avLst/>
          </a:prstGeom>
          <a:solidFill>
            <a:srgbClr val="FF6900"/>
          </a:solidFill>
          <a:ln>
            <a:noFill/>
          </a:ln>
        </p:spPr>
        <p:txBody>
          <a:bodyPr spcFirstLastPara="1" wrap="square" lIns="57150" tIns="57150" rIns="57150" bIns="57150" anchor="ctr" anchorCtr="0">
            <a:noAutofit/>
          </a:bodyPr>
          <a:lstStyle/>
          <a:p>
            <a:pPr marL="0" lvl="0" indent="0" algn="l" rtl="0">
              <a:spcBef>
                <a:spcPts val="0"/>
              </a:spcBef>
              <a:spcAft>
                <a:spcPts val="0"/>
              </a:spcAft>
              <a:buNone/>
            </a:pPr>
            <a:endParaRPr/>
          </a:p>
        </p:txBody>
      </p:sp>
      <p:sp>
        <p:nvSpPr>
          <p:cNvPr id="4385" name="Google Shape;4385;p192"/>
          <p:cNvSpPr/>
          <p:nvPr/>
        </p:nvSpPr>
        <p:spPr>
          <a:xfrm>
            <a:off x="964979" y="1746058"/>
            <a:ext cx="43800" cy="43800"/>
          </a:xfrm>
          <a:prstGeom prst="ellipse">
            <a:avLst/>
          </a:prstGeom>
          <a:solidFill>
            <a:srgbClr val="FF6900"/>
          </a:solidFill>
          <a:ln>
            <a:noFill/>
          </a:ln>
        </p:spPr>
        <p:txBody>
          <a:bodyPr spcFirstLastPara="1" wrap="square" lIns="57150" tIns="57150" rIns="57150" bIns="57150" anchor="ctr" anchorCtr="0">
            <a:noAutofit/>
          </a:bodyPr>
          <a:lstStyle/>
          <a:p>
            <a:pPr marL="0" lvl="0" indent="0" algn="l" rtl="0">
              <a:spcBef>
                <a:spcPts val="0"/>
              </a:spcBef>
              <a:spcAft>
                <a:spcPts val="0"/>
              </a:spcAft>
              <a:buNone/>
            </a:pPr>
            <a:endParaRPr/>
          </a:p>
        </p:txBody>
      </p:sp>
      <p:sp>
        <p:nvSpPr>
          <p:cNvPr id="4386" name="Google Shape;4386;p192"/>
          <p:cNvSpPr/>
          <p:nvPr/>
        </p:nvSpPr>
        <p:spPr>
          <a:xfrm>
            <a:off x="1065240" y="1746058"/>
            <a:ext cx="43800" cy="43800"/>
          </a:xfrm>
          <a:prstGeom prst="ellipse">
            <a:avLst/>
          </a:prstGeom>
          <a:solidFill>
            <a:srgbClr val="FF6900"/>
          </a:solidFill>
          <a:ln>
            <a:noFill/>
          </a:ln>
        </p:spPr>
        <p:txBody>
          <a:bodyPr spcFirstLastPara="1" wrap="square" lIns="57150" tIns="57150" rIns="57150" bIns="57150" anchor="ctr" anchorCtr="0">
            <a:noAutofit/>
          </a:bodyPr>
          <a:lstStyle/>
          <a:p>
            <a:pPr marL="0" lvl="0" indent="0" algn="l" rtl="0">
              <a:spcBef>
                <a:spcPts val="0"/>
              </a:spcBef>
              <a:spcAft>
                <a:spcPts val="0"/>
              </a:spcAft>
              <a:buNone/>
            </a:pPr>
            <a:endParaRPr/>
          </a:p>
        </p:txBody>
      </p:sp>
      <p:sp>
        <p:nvSpPr>
          <p:cNvPr id="4387" name="Google Shape;4387;p192"/>
          <p:cNvSpPr/>
          <p:nvPr/>
        </p:nvSpPr>
        <p:spPr>
          <a:xfrm>
            <a:off x="964979" y="1842432"/>
            <a:ext cx="43800" cy="43800"/>
          </a:xfrm>
          <a:prstGeom prst="ellipse">
            <a:avLst/>
          </a:prstGeom>
          <a:solidFill>
            <a:srgbClr val="FF6900"/>
          </a:solidFill>
          <a:ln>
            <a:noFill/>
          </a:ln>
        </p:spPr>
        <p:txBody>
          <a:bodyPr spcFirstLastPara="1" wrap="square" lIns="57150" tIns="57150" rIns="57150" bIns="57150" anchor="ctr" anchorCtr="0">
            <a:noAutofit/>
          </a:bodyPr>
          <a:lstStyle/>
          <a:p>
            <a:pPr marL="0" lvl="0" indent="0" algn="l" rtl="0">
              <a:spcBef>
                <a:spcPts val="0"/>
              </a:spcBef>
              <a:spcAft>
                <a:spcPts val="0"/>
              </a:spcAft>
              <a:buNone/>
            </a:pPr>
            <a:endParaRPr/>
          </a:p>
        </p:txBody>
      </p:sp>
      <p:sp>
        <p:nvSpPr>
          <p:cNvPr id="4388" name="Google Shape;4388;p192"/>
          <p:cNvSpPr/>
          <p:nvPr/>
        </p:nvSpPr>
        <p:spPr>
          <a:xfrm>
            <a:off x="1065240" y="1842432"/>
            <a:ext cx="43800" cy="43800"/>
          </a:xfrm>
          <a:prstGeom prst="ellipse">
            <a:avLst/>
          </a:prstGeom>
          <a:solidFill>
            <a:srgbClr val="FF6900"/>
          </a:solidFill>
          <a:ln>
            <a:noFill/>
          </a:ln>
        </p:spPr>
        <p:txBody>
          <a:bodyPr spcFirstLastPara="1" wrap="square" lIns="57150" tIns="57150" rIns="57150" bIns="57150" anchor="ctr" anchorCtr="0">
            <a:noAutofit/>
          </a:bodyPr>
          <a:lstStyle/>
          <a:p>
            <a:pPr marL="0" lvl="0" indent="0" algn="l" rtl="0">
              <a:spcBef>
                <a:spcPts val="0"/>
              </a:spcBef>
              <a:spcAft>
                <a:spcPts val="0"/>
              </a:spcAft>
              <a:buNone/>
            </a:pPr>
            <a:endParaRPr/>
          </a:p>
        </p:txBody>
      </p:sp>
      <p:sp>
        <p:nvSpPr>
          <p:cNvPr id="4389" name="Google Shape;4389;p192"/>
          <p:cNvSpPr/>
          <p:nvPr/>
        </p:nvSpPr>
        <p:spPr>
          <a:xfrm>
            <a:off x="964979" y="1938807"/>
            <a:ext cx="43800" cy="43800"/>
          </a:xfrm>
          <a:prstGeom prst="ellipse">
            <a:avLst/>
          </a:prstGeom>
          <a:solidFill>
            <a:srgbClr val="FF6900"/>
          </a:solidFill>
          <a:ln>
            <a:noFill/>
          </a:ln>
        </p:spPr>
        <p:txBody>
          <a:bodyPr spcFirstLastPara="1" wrap="square" lIns="57150" tIns="57150" rIns="57150" bIns="57150" anchor="ctr" anchorCtr="0">
            <a:noAutofit/>
          </a:bodyPr>
          <a:lstStyle/>
          <a:p>
            <a:pPr marL="0" lvl="0" indent="0" algn="l" rtl="0">
              <a:spcBef>
                <a:spcPts val="0"/>
              </a:spcBef>
              <a:spcAft>
                <a:spcPts val="0"/>
              </a:spcAft>
              <a:buNone/>
            </a:pPr>
            <a:endParaRPr/>
          </a:p>
        </p:txBody>
      </p:sp>
      <p:sp>
        <p:nvSpPr>
          <p:cNvPr id="4390" name="Google Shape;4390;p192"/>
          <p:cNvSpPr/>
          <p:nvPr/>
        </p:nvSpPr>
        <p:spPr>
          <a:xfrm>
            <a:off x="1065240" y="1938807"/>
            <a:ext cx="43800" cy="43800"/>
          </a:xfrm>
          <a:prstGeom prst="ellipse">
            <a:avLst/>
          </a:prstGeom>
          <a:solidFill>
            <a:srgbClr val="FF6900"/>
          </a:solidFill>
          <a:ln>
            <a:noFill/>
          </a:ln>
        </p:spPr>
        <p:txBody>
          <a:bodyPr spcFirstLastPara="1" wrap="square" lIns="57150" tIns="57150" rIns="57150" bIns="57150" anchor="ctr" anchorCtr="0">
            <a:noAutofit/>
          </a:bodyPr>
          <a:lstStyle/>
          <a:p>
            <a:pPr marL="0" lvl="0" indent="0" algn="l" rtl="0">
              <a:spcBef>
                <a:spcPts val="0"/>
              </a:spcBef>
              <a:spcAft>
                <a:spcPts val="0"/>
              </a:spcAft>
              <a:buNone/>
            </a:pPr>
            <a:endParaRPr/>
          </a:p>
        </p:txBody>
      </p:sp>
      <p:sp>
        <p:nvSpPr>
          <p:cNvPr id="4391" name="Google Shape;4391;p192"/>
          <p:cNvSpPr/>
          <p:nvPr/>
        </p:nvSpPr>
        <p:spPr>
          <a:xfrm>
            <a:off x="964979" y="2035182"/>
            <a:ext cx="43800" cy="43800"/>
          </a:xfrm>
          <a:prstGeom prst="ellipse">
            <a:avLst/>
          </a:prstGeom>
          <a:solidFill>
            <a:srgbClr val="FF6900"/>
          </a:solidFill>
          <a:ln>
            <a:noFill/>
          </a:ln>
        </p:spPr>
        <p:txBody>
          <a:bodyPr spcFirstLastPara="1" wrap="square" lIns="57150" tIns="57150" rIns="57150" bIns="57150" anchor="ctr" anchorCtr="0">
            <a:noAutofit/>
          </a:bodyPr>
          <a:lstStyle/>
          <a:p>
            <a:pPr marL="0" lvl="0" indent="0" algn="l" rtl="0">
              <a:spcBef>
                <a:spcPts val="0"/>
              </a:spcBef>
              <a:spcAft>
                <a:spcPts val="0"/>
              </a:spcAft>
              <a:buNone/>
            </a:pPr>
            <a:endParaRPr/>
          </a:p>
        </p:txBody>
      </p:sp>
      <p:sp>
        <p:nvSpPr>
          <p:cNvPr id="4392" name="Google Shape;4392;p192"/>
          <p:cNvSpPr/>
          <p:nvPr/>
        </p:nvSpPr>
        <p:spPr>
          <a:xfrm>
            <a:off x="1065240" y="2035182"/>
            <a:ext cx="43800" cy="43800"/>
          </a:xfrm>
          <a:prstGeom prst="ellipse">
            <a:avLst/>
          </a:prstGeom>
          <a:solidFill>
            <a:srgbClr val="FF6900"/>
          </a:solidFill>
          <a:ln>
            <a:noFill/>
          </a:ln>
        </p:spPr>
        <p:txBody>
          <a:bodyPr spcFirstLastPara="1" wrap="square" lIns="57150" tIns="57150" rIns="57150" bIns="57150" anchor="ctr" anchorCtr="0">
            <a:noAutofit/>
          </a:bodyPr>
          <a:lstStyle/>
          <a:p>
            <a:pPr marL="0" lvl="0" indent="0" algn="l" rtl="0">
              <a:spcBef>
                <a:spcPts val="0"/>
              </a:spcBef>
              <a:spcAft>
                <a:spcPts val="0"/>
              </a:spcAft>
              <a:buNone/>
            </a:pPr>
            <a:endParaRPr/>
          </a:p>
        </p:txBody>
      </p:sp>
      <p:sp>
        <p:nvSpPr>
          <p:cNvPr id="4393" name="Google Shape;4393;p192"/>
          <p:cNvSpPr/>
          <p:nvPr/>
        </p:nvSpPr>
        <p:spPr>
          <a:xfrm>
            <a:off x="640886" y="1938807"/>
            <a:ext cx="43800" cy="43800"/>
          </a:xfrm>
          <a:prstGeom prst="ellipse">
            <a:avLst/>
          </a:prstGeom>
          <a:solidFill>
            <a:srgbClr val="0072CE"/>
          </a:solidFill>
          <a:ln>
            <a:noFill/>
          </a:ln>
        </p:spPr>
        <p:txBody>
          <a:bodyPr spcFirstLastPara="1" wrap="square" lIns="57150" tIns="57150" rIns="57150" bIns="57150" anchor="ctr" anchorCtr="0">
            <a:noAutofit/>
          </a:bodyPr>
          <a:lstStyle/>
          <a:p>
            <a:pPr marL="0" lvl="0" indent="0" algn="l" rtl="0">
              <a:spcBef>
                <a:spcPts val="0"/>
              </a:spcBef>
              <a:spcAft>
                <a:spcPts val="0"/>
              </a:spcAft>
              <a:buNone/>
            </a:pPr>
            <a:endParaRPr/>
          </a:p>
        </p:txBody>
      </p:sp>
      <p:sp>
        <p:nvSpPr>
          <p:cNvPr id="4394" name="Google Shape;4394;p192"/>
          <p:cNvSpPr/>
          <p:nvPr/>
        </p:nvSpPr>
        <p:spPr>
          <a:xfrm>
            <a:off x="540625" y="2035182"/>
            <a:ext cx="43800" cy="43800"/>
          </a:xfrm>
          <a:prstGeom prst="ellipse">
            <a:avLst/>
          </a:prstGeom>
          <a:solidFill>
            <a:srgbClr val="0072CE"/>
          </a:solidFill>
          <a:ln>
            <a:noFill/>
          </a:ln>
        </p:spPr>
        <p:txBody>
          <a:bodyPr spcFirstLastPara="1" wrap="square" lIns="57150" tIns="57150" rIns="57150" bIns="57150" anchor="ctr" anchorCtr="0">
            <a:noAutofit/>
          </a:bodyPr>
          <a:lstStyle/>
          <a:p>
            <a:pPr marL="0" lvl="0" indent="0" algn="l" rtl="0">
              <a:spcBef>
                <a:spcPts val="0"/>
              </a:spcBef>
              <a:spcAft>
                <a:spcPts val="0"/>
              </a:spcAft>
              <a:buNone/>
            </a:pPr>
            <a:endParaRPr/>
          </a:p>
        </p:txBody>
      </p:sp>
      <p:sp>
        <p:nvSpPr>
          <p:cNvPr id="4395" name="Google Shape;4395;p192"/>
          <p:cNvSpPr/>
          <p:nvPr/>
        </p:nvSpPr>
        <p:spPr>
          <a:xfrm>
            <a:off x="640886" y="2035182"/>
            <a:ext cx="43800" cy="43800"/>
          </a:xfrm>
          <a:prstGeom prst="ellipse">
            <a:avLst/>
          </a:prstGeom>
          <a:solidFill>
            <a:srgbClr val="0072CE"/>
          </a:solidFill>
          <a:ln>
            <a:noFill/>
          </a:ln>
        </p:spPr>
        <p:txBody>
          <a:bodyPr spcFirstLastPara="1" wrap="square" lIns="57150" tIns="57150" rIns="57150" bIns="57150" anchor="ctr" anchorCtr="0">
            <a:noAutofit/>
          </a:bodyPr>
          <a:lstStyle/>
          <a:p>
            <a:pPr marL="0" lvl="0" indent="0" algn="l" rtl="0">
              <a:spcBef>
                <a:spcPts val="0"/>
              </a:spcBef>
              <a:spcAft>
                <a:spcPts val="0"/>
              </a:spcAft>
              <a:buNone/>
            </a:pPr>
            <a:endParaRPr/>
          </a:p>
        </p:txBody>
      </p:sp>
      <p:sp>
        <p:nvSpPr>
          <p:cNvPr id="4396" name="Google Shape;4396;p192"/>
          <p:cNvSpPr/>
          <p:nvPr/>
        </p:nvSpPr>
        <p:spPr>
          <a:xfrm>
            <a:off x="849172" y="1746058"/>
            <a:ext cx="43800" cy="43800"/>
          </a:xfrm>
          <a:prstGeom prst="ellipse">
            <a:avLst/>
          </a:prstGeom>
          <a:solidFill>
            <a:srgbClr val="FFC600"/>
          </a:solidFill>
          <a:ln>
            <a:noFill/>
          </a:ln>
        </p:spPr>
        <p:txBody>
          <a:bodyPr spcFirstLastPara="1" wrap="square" lIns="57150" tIns="57150" rIns="57150" bIns="57150" anchor="ctr" anchorCtr="0">
            <a:noAutofit/>
          </a:bodyPr>
          <a:lstStyle/>
          <a:p>
            <a:pPr marL="0" lvl="0" indent="0" algn="l" rtl="0">
              <a:spcBef>
                <a:spcPts val="0"/>
              </a:spcBef>
              <a:spcAft>
                <a:spcPts val="0"/>
              </a:spcAft>
              <a:buNone/>
            </a:pPr>
            <a:endParaRPr/>
          </a:p>
        </p:txBody>
      </p:sp>
      <p:sp>
        <p:nvSpPr>
          <p:cNvPr id="4397" name="Google Shape;4397;p192"/>
          <p:cNvSpPr/>
          <p:nvPr/>
        </p:nvSpPr>
        <p:spPr>
          <a:xfrm>
            <a:off x="748911" y="1842432"/>
            <a:ext cx="43800" cy="43800"/>
          </a:xfrm>
          <a:prstGeom prst="ellipse">
            <a:avLst/>
          </a:prstGeom>
          <a:solidFill>
            <a:srgbClr val="FFC600"/>
          </a:solidFill>
          <a:ln>
            <a:noFill/>
          </a:ln>
        </p:spPr>
        <p:txBody>
          <a:bodyPr spcFirstLastPara="1" wrap="square" lIns="57150" tIns="57150" rIns="57150" bIns="57150" anchor="ctr" anchorCtr="0">
            <a:noAutofit/>
          </a:bodyPr>
          <a:lstStyle/>
          <a:p>
            <a:pPr marL="0" lvl="0" indent="0" algn="l" rtl="0">
              <a:spcBef>
                <a:spcPts val="0"/>
              </a:spcBef>
              <a:spcAft>
                <a:spcPts val="0"/>
              </a:spcAft>
              <a:buNone/>
            </a:pPr>
            <a:endParaRPr/>
          </a:p>
        </p:txBody>
      </p:sp>
      <p:sp>
        <p:nvSpPr>
          <p:cNvPr id="4398" name="Google Shape;4398;p192"/>
          <p:cNvSpPr/>
          <p:nvPr/>
        </p:nvSpPr>
        <p:spPr>
          <a:xfrm>
            <a:off x="849172" y="1842432"/>
            <a:ext cx="43800" cy="43800"/>
          </a:xfrm>
          <a:prstGeom prst="ellipse">
            <a:avLst/>
          </a:prstGeom>
          <a:solidFill>
            <a:srgbClr val="FFC600"/>
          </a:solidFill>
          <a:ln>
            <a:noFill/>
          </a:ln>
        </p:spPr>
        <p:txBody>
          <a:bodyPr spcFirstLastPara="1" wrap="square" lIns="57150" tIns="57150" rIns="57150" bIns="57150" anchor="ctr" anchorCtr="0">
            <a:noAutofit/>
          </a:bodyPr>
          <a:lstStyle/>
          <a:p>
            <a:pPr marL="0" lvl="0" indent="0" algn="l" rtl="0">
              <a:spcBef>
                <a:spcPts val="0"/>
              </a:spcBef>
              <a:spcAft>
                <a:spcPts val="0"/>
              </a:spcAft>
              <a:buNone/>
            </a:pPr>
            <a:endParaRPr/>
          </a:p>
        </p:txBody>
      </p:sp>
      <p:sp>
        <p:nvSpPr>
          <p:cNvPr id="4399" name="Google Shape;4399;p192"/>
          <p:cNvSpPr/>
          <p:nvPr/>
        </p:nvSpPr>
        <p:spPr>
          <a:xfrm>
            <a:off x="748911" y="1938807"/>
            <a:ext cx="43800" cy="43800"/>
          </a:xfrm>
          <a:prstGeom prst="ellipse">
            <a:avLst/>
          </a:prstGeom>
          <a:solidFill>
            <a:srgbClr val="FFC600"/>
          </a:solidFill>
          <a:ln>
            <a:noFill/>
          </a:ln>
        </p:spPr>
        <p:txBody>
          <a:bodyPr spcFirstLastPara="1" wrap="square" lIns="57150" tIns="57150" rIns="57150" bIns="57150" anchor="ctr" anchorCtr="0">
            <a:noAutofit/>
          </a:bodyPr>
          <a:lstStyle/>
          <a:p>
            <a:pPr marL="0" lvl="0" indent="0" algn="l" rtl="0">
              <a:spcBef>
                <a:spcPts val="0"/>
              </a:spcBef>
              <a:spcAft>
                <a:spcPts val="0"/>
              </a:spcAft>
              <a:buNone/>
            </a:pPr>
            <a:endParaRPr/>
          </a:p>
        </p:txBody>
      </p:sp>
      <p:sp>
        <p:nvSpPr>
          <p:cNvPr id="4400" name="Google Shape;4400;p192"/>
          <p:cNvSpPr/>
          <p:nvPr/>
        </p:nvSpPr>
        <p:spPr>
          <a:xfrm>
            <a:off x="849172" y="1938807"/>
            <a:ext cx="43800" cy="43800"/>
          </a:xfrm>
          <a:prstGeom prst="ellipse">
            <a:avLst/>
          </a:prstGeom>
          <a:solidFill>
            <a:srgbClr val="FFC600"/>
          </a:solidFill>
          <a:ln>
            <a:noFill/>
          </a:ln>
        </p:spPr>
        <p:txBody>
          <a:bodyPr spcFirstLastPara="1" wrap="square" lIns="57150" tIns="57150" rIns="57150" bIns="57150" anchor="ctr" anchorCtr="0">
            <a:noAutofit/>
          </a:bodyPr>
          <a:lstStyle/>
          <a:p>
            <a:pPr marL="0" lvl="0" indent="0" algn="l" rtl="0">
              <a:spcBef>
                <a:spcPts val="0"/>
              </a:spcBef>
              <a:spcAft>
                <a:spcPts val="0"/>
              </a:spcAft>
              <a:buNone/>
            </a:pPr>
            <a:endParaRPr/>
          </a:p>
        </p:txBody>
      </p:sp>
      <p:sp>
        <p:nvSpPr>
          <p:cNvPr id="4401" name="Google Shape;4401;p192"/>
          <p:cNvSpPr/>
          <p:nvPr/>
        </p:nvSpPr>
        <p:spPr>
          <a:xfrm>
            <a:off x="748911" y="2035182"/>
            <a:ext cx="43800" cy="43800"/>
          </a:xfrm>
          <a:prstGeom prst="ellipse">
            <a:avLst/>
          </a:prstGeom>
          <a:solidFill>
            <a:srgbClr val="FFC600"/>
          </a:solidFill>
          <a:ln>
            <a:noFill/>
          </a:ln>
        </p:spPr>
        <p:txBody>
          <a:bodyPr spcFirstLastPara="1" wrap="square" lIns="57150" tIns="57150" rIns="57150" bIns="57150" anchor="ctr" anchorCtr="0">
            <a:noAutofit/>
          </a:bodyPr>
          <a:lstStyle/>
          <a:p>
            <a:pPr marL="0" lvl="0" indent="0" algn="l" rtl="0">
              <a:spcBef>
                <a:spcPts val="0"/>
              </a:spcBef>
              <a:spcAft>
                <a:spcPts val="0"/>
              </a:spcAft>
              <a:buNone/>
            </a:pPr>
            <a:endParaRPr/>
          </a:p>
        </p:txBody>
      </p:sp>
      <p:sp>
        <p:nvSpPr>
          <p:cNvPr id="4402" name="Google Shape;4402;p192"/>
          <p:cNvSpPr/>
          <p:nvPr/>
        </p:nvSpPr>
        <p:spPr>
          <a:xfrm>
            <a:off x="849172" y="2035182"/>
            <a:ext cx="43800" cy="43800"/>
          </a:xfrm>
          <a:prstGeom prst="ellipse">
            <a:avLst/>
          </a:prstGeom>
          <a:solidFill>
            <a:srgbClr val="FFC600"/>
          </a:solidFill>
          <a:ln>
            <a:noFill/>
          </a:ln>
        </p:spPr>
        <p:txBody>
          <a:bodyPr spcFirstLastPara="1" wrap="square" lIns="57150" tIns="57150" rIns="57150" bIns="57150" anchor="ctr" anchorCtr="0">
            <a:noAutofit/>
          </a:bodyPr>
          <a:lstStyle/>
          <a:p>
            <a:pPr marL="0" lvl="0" indent="0" algn="l" rtl="0">
              <a:spcBef>
                <a:spcPts val="0"/>
              </a:spcBef>
              <a:spcAft>
                <a:spcPts val="0"/>
              </a:spcAft>
              <a:buNone/>
            </a:pPr>
            <a:endParaRPr/>
          </a:p>
        </p:txBody>
      </p:sp>
      <p:sp>
        <p:nvSpPr>
          <p:cNvPr id="4403" name="Google Shape;4403;p192"/>
          <p:cNvSpPr/>
          <p:nvPr/>
        </p:nvSpPr>
        <p:spPr>
          <a:xfrm>
            <a:off x="1065240" y="1553308"/>
            <a:ext cx="43800" cy="43800"/>
          </a:xfrm>
          <a:prstGeom prst="ellipse">
            <a:avLst/>
          </a:prstGeom>
          <a:solidFill>
            <a:srgbClr val="FF6900"/>
          </a:solidFill>
          <a:ln>
            <a:noFill/>
          </a:ln>
        </p:spPr>
        <p:txBody>
          <a:bodyPr spcFirstLastPara="1" wrap="square" lIns="57150" tIns="57150" rIns="57150" bIns="57150" anchor="ctr" anchorCtr="0">
            <a:noAutofit/>
          </a:bodyPr>
          <a:lstStyle/>
          <a:p>
            <a:pPr marL="0" lvl="0" indent="0" algn="l" rtl="0">
              <a:spcBef>
                <a:spcPts val="0"/>
              </a:spcBef>
              <a:spcAft>
                <a:spcPts val="0"/>
              </a:spcAft>
              <a:buNone/>
            </a:pPr>
            <a:endParaRPr/>
          </a:p>
        </p:txBody>
      </p:sp>
      <p:sp>
        <p:nvSpPr>
          <p:cNvPr id="4404" name="Google Shape;4404;p192"/>
          <p:cNvSpPr txBox="1"/>
          <p:nvPr/>
        </p:nvSpPr>
        <p:spPr>
          <a:xfrm>
            <a:off x="1353750" y="1398150"/>
            <a:ext cx="2010300" cy="1116000"/>
          </a:xfrm>
          <a:prstGeom prst="rect">
            <a:avLst/>
          </a:prstGeom>
          <a:noFill/>
          <a:ln>
            <a:noFill/>
          </a:ln>
        </p:spPr>
        <p:txBody>
          <a:bodyPr spcFirstLastPara="1" wrap="square" lIns="0" tIns="0" rIns="0" bIns="0" anchor="t" anchorCtr="0">
            <a:spAutoFit/>
          </a:bodyPr>
          <a:lstStyle/>
          <a:p>
            <a:pPr marL="0" lvl="0" indent="0" algn="l" rtl="0">
              <a:lnSpc>
                <a:spcPct val="100000"/>
              </a:lnSpc>
              <a:spcBef>
                <a:spcPts val="0"/>
              </a:spcBef>
              <a:spcAft>
                <a:spcPts val="0"/>
              </a:spcAft>
              <a:buNone/>
            </a:pPr>
            <a:r>
              <a:rPr lang="en" sz="1500" b="1">
                <a:solidFill>
                  <a:schemeClr val="dk1"/>
                </a:solidFill>
                <a:latin typeface="IBM Plex Sans"/>
                <a:ea typeface="IBM Plex Sans"/>
                <a:cs typeface="IBM Plex Sans"/>
                <a:sym typeface="IBM Plex Sans"/>
              </a:rPr>
              <a:t>Connector Templates</a:t>
            </a:r>
            <a:endParaRPr sz="1500">
              <a:solidFill>
                <a:schemeClr val="dk1"/>
              </a:solidFill>
              <a:latin typeface="IBM Plex Sans"/>
              <a:ea typeface="IBM Plex Sans"/>
              <a:cs typeface="IBM Plex Sans"/>
              <a:sym typeface="IBM Plex Sans"/>
            </a:endParaRPr>
          </a:p>
          <a:p>
            <a:pPr marL="0" lvl="0" indent="0" algn="l" rtl="0">
              <a:lnSpc>
                <a:spcPct val="100000"/>
              </a:lnSpc>
              <a:spcBef>
                <a:spcPts val="600"/>
              </a:spcBef>
              <a:spcAft>
                <a:spcPts val="600"/>
              </a:spcAft>
              <a:buNone/>
            </a:pPr>
            <a:r>
              <a:rPr lang="en" sz="1050">
                <a:solidFill>
                  <a:srgbClr val="24292F"/>
                </a:solidFill>
                <a:latin typeface="IBM Plex Sans"/>
                <a:ea typeface="IBM Plex Sans"/>
                <a:cs typeface="IBM Plex Sans"/>
                <a:sym typeface="IBM Plex Sans"/>
              </a:rPr>
              <a:t>Use the template creator to design the attributes and parameters required for your connector (and job worker) to talk to an external application</a:t>
            </a:r>
            <a:endParaRPr sz="1000">
              <a:solidFill>
                <a:schemeClr val="dk1"/>
              </a:solidFill>
              <a:latin typeface="IBM Plex Sans"/>
              <a:ea typeface="IBM Plex Sans"/>
              <a:cs typeface="IBM Plex Sans"/>
              <a:sym typeface="IBM Plex Sans"/>
            </a:endParaRPr>
          </a:p>
        </p:txBody>
      </p:sp>
      <p:sp>
        <p:nvSpPr>
          <p:cNvPr id="4405" name="Google Shape;4405;p192"/>
          <p:cNvSpPr txBox="1"/>
          <p:nvPr/>
        </p:nvSpPr>
        <p:spPr>
          <a:xfrm>
            <a:off x="4352950" y="1398150"/>
            <a:ext cx="2583600" cy="9234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Clr>
                <a:schemeClr val="dk1"/>
              </a:buClr>
              <a:buSzPts val="800"/>
              <a:buFont typeface="Arial"/>
              <a:buNone/>
            </a:pPr>
            <a:r>
              <a:rPr lang="en" sz="1500" b="1">
                <a:solidFill>
                  <a:schemeClr val="dk1"/>
                </a:solidFill>
                <a:latin typeface="IBM Plex Sans"/>
                <a:ea typeface="IBM Plex Sans"/>
                <a:cs typeface="IBM Plex Sans"/>
                <a:sym typeface="IBM Plex Sans"/>
              </a:rPr>
              <a:t>Share with your team &amp; org</a:t>
            </a:r>
            <a:endParaRPr sz="1500">
              <a:solidFill>
                <a:schemeClr val="dk1"/>
              </a:solidFill>
              <a:latin typeface="IBM Plex Sans"/>
              <a:ea typeface="IBM Plex Sans"/>
              <a:cs typeface="IBM Plex Sans"/>
              <a:sym typeface="IBM Plex Sans"/>
            </a:endParaRPr>
          </a:p>
          <a:p>
            <a:pPr marL="0" lvl="0" indent="0" algn="l" rtl="0">
              <a:lnSpc>
                <a:spcPct val="100000"/>
              </a:lnSpc>
              <a:spcBef>
                <a:spcPts val="600"/>
              </a:spcBef>
              <a:spcAft>
                <a:spcPts val="600"/>
              </a:spcAft>
              <a:buNone/>
            </a:pPr>
            <a:r>
              <a:rPr lang="en" sz="1000">
                <a:solidFill>
                  <a:schemeClr val="dk1"/>
                </a:solidFill>
                <a:latin typeface="IBM Plex Sans"/>
                <a:ea typeface="IBM Plex Sans"/>
                <a:cs typeface="IBM Plex Sans"/>
                <a:sym typeface="IBM Plex Sans"/>
              </a:rPr>
              <a:t>Share your connector templates with your project team and your organization in the web modeler, using the permissions you already have set up</a:t>
            </a:r>
            <a:endParaRPr sz="1000">
              <a:solidFill>
                <a:schemeClr val="dk1"/>
              </a:solidFill>
              <a:latin typeface="IBM Plex Sans"/>
              <a:ea typeface="IBM Plex Sans"/>
              <a:cs typeface="IBM Plex Sans"/>
              <a:sym typeface="IBM Plex Sans"/>
            </a:endParaRPr>
          </a:p>
        </p:txBody>
      </p:sp>
      <p:sp>
        <p:nvSpPr>
          <p:cNvPr id="4406" name="Google Shape;4406;p192"/>
          <p:cNvSpPr txBox="1"/>
          <p:nvPr/>
        </p:nvSpPr>
        <p:spPr>
          <a:xfrm>
            <a:off x="1353750" y="3207900"/>
            <a:ext cx="1810200" cy="10005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Clr>
                <a:schemeClr val="dk1"/>
              </a:buClr>
              <a:buSzPts val="800"/>
              <a:buFont typeface="Arial"/>
              <a:buNone/>
            </a:pPr>
            <a:r>
              <a:rPr lang="en" sz="1500" b="1">
                <a:solidFill>
                  <a:schemeClr val="dk1"/>
                </a:solidFill>
                <a:latin typeface="IBM Plex Sans"/>
                <a:ea typeface="IBM Plex Sans"/>
                <a:cs typeface="IBM Plex Sans"/>
                <a:sym typeface="IBM Plex Sans"/>
              </a:rPr>
              <a:t>Access in the Modeler</a:t>
            </a:r>
            <a:endParaRPr sz="1500">
              <a:solidFill>
                <a:schemeClr val="dk1"/>
              </a:solidFill>
              <a:latin typeface="IBM Plex Sans"/>
              <a:ea typeface="IBM Plex Sans"/>
              <a:cs typeface="IBM Plex Sans"/>
              <a:sym typeface="IBM Plex Sans"/>
            </a:endParaRPr>
          </a:p>
          <a:p>
            <a:pPr marL="0" lvl="0" indent="0" algn="l" rtl="0">
              <a:lnSpc>
                <a:spcPct val="100000"/>
              </a:lnSpc>
              <a:spcBef>
                <a:spcPts val="600"/>
              </a:spcBef>
              <a:spcAft>
                <a:spcPts val="600"/>
              </a:spcAft>
              <a:buNone/>
            </a:pPr>
            <a:r>
              <a:rPr lang="en" sz="1000">
                <a:solidFill>
                  <a:schemeClr val="dk1"/>
                </a:solidFill>
                <a:latin typeface="IBM Plex Sans"/>
                <a:ea typeface="IBM Plex Sans"/>
                <a:cs typeface="IBM Plex Sans"/>
                <a:sym typeface="IBM Plex Sans"/>
              </a:rPr>
              <a:t>Easily find and use your connector in the modeling experience context pad</a:t>
            </a:r>
            <a:endParaRPr sz="1000">
              <a:solidFill>
                <a:schemeClr val="dk1"/>
              </a:solidFill>
              <a:latin typeface="IBM Plex Sans"/>
              <a:ea typeface="IBM Plex Sans"/>
              <a:cs typeface="IBM Plex Sans"/>
              <a:sym typeface="IBM Plex Sans"/>
            </a:endParaRPr>
          </a:p>
        </p:txBody>
      </p:sp>
      <p:sp>
        <p:nvSpPr>
          <p:cNvPr id="4407" name="Google Shape;4407;p192"/>
          <p:cNvSpPr txBox="1"/>
          <p:nvPr/>
        </p:nvSpPr>
        <p:spPr>
          <a:xfrm>
            <a:off x="4352953" y="3207891"/>
            <a:ext cx="2190000" cy="9234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Clr>
                <a:schemeClr val="dk1"/>
              </a:buClr>
              <a:buSzPts val="800"/>
              <a:buFont typeface="Arial"/>
              <a:buNone/>
            </a:pPr>
            <a:r>
              <a:rPr lang="en" sz="1500" b="1">
                <a:solidFill>
                  <a:schemeClr val="dk1"/>
                </a:solidFill>
                <a:latin typeface="IBM Plex Sans"/>
                <a:ea typeface="IBM Plex Sans"/>
                <a:cs typeface="IBM Plex Sans"/>
                <a:sym typeface="IBM Plex Sans"/>
              </a:rPr>
              <a:t>Dynamic Templates</a:t>
            </a:r>
            <a:endParaRPr sz="1500">
              <a:solidFill>
                <a:schemeClr val="dk1"/>
              </a:solidFill>
              <a:latin typeface="IBM Plex Sans"/>
              <a:ea typeface="IBM Plex Sans"/>
              <a:cs typeface="IBM Plex Sans"/>
              <a:sym typeface="IBM Plex Sans"/>
            </a:endParaRPr>
          </a:p>
          <a:p>
            <a:pPr marL="0" lvl="0" indent="0" algn="l" rtl="0">
              <a:lnSpc>
                <a:spcPct val="100000"/>
              </a:lnSpc>
              <a:spcBef>
                <a:spcPts val="600"/>
              </a:spcBef>
              <a:spcAft>
                <a:spcPts val="600"/>
              </a:spcAft>
              <a:buNone/>
            </a:pPr>
            <a:r>
              <a:rPr lang="en" sz="1000">
                <a:solidFill>
                  <a:srgbClr val="24292F"/>
                </a:solidFill>
                <a:latin typeface="IBM Plex Sans"/>
                <a:ea typeface="IBM Plex Sans"/>
                <a:cs typeface="IBM Plex Sans"/>
                <a:sym typeface="IBM Plex Sans"/>
              </a:rPr>
              <a:t>Dynamic element templates make it easier for you to define a single template that covers multiple use cases and is easy to use.</a:t>
            </a:r>
            <a:endParaRPr sz="1000">
              <a:solidFill>
                <a:schemeClr val="dk1"/>
              </a:solidFill>
              <a:latin typeface="IBM Plex Sans"/>
              <a:ea typeface="IBM Plex Sans"/>
              <a:cs typeface="IBM Plex Sans"/>
              <a:sym typeface="IBM Plex Sans"/>
            </a:endParaRPr>
          </a:p>
        </p:txBody>
      </p:sp>
      <p:sp>
        <p:nvSpPr>
          <p:cNvPr id="4408" name="Google Shape;4408;p192"/>
          <p:cNvSpPr/>
          <p:nvPr/>
        </p:nvSpPr>
        <p:spPr>
          <a:xfrm>
            <a:off x="445770" y="3255516"/>
            <a:ext cx="762900" cy="731100"/>
          </a:xfrm>
          <a:prstGeom prst="roundRect">
            <a:avLst>
              <a:gd name="adj" fmla="val 5827"/>
            </a:avLst>
          </a:prstGeom>
          <a:solidFill>
            <a:srgbClr val="1F2A44"/>
          </a:solidFill>
          <a:ln>
            <a:noFill/>
          </a:ln>
        </p:spPr>
        <p:txBody>
          <a:bodyPr spcFirstLastPara="1" wrap="square" lIns="57150" tIns="57150" rIns="57150" bIns="57150" anchor="ctr" anchorCtr="0">
            <a:noAutofit/>
          </a:bodyPr>
          <a:lstStyle/>
          <a:p>
            <a:pPr marL="0" lvl="0" indent="0" algn="l" rtl="0">
              <a:spcBef>
                <a:spcPts val="0"/>
              </a:spcBef>
              <a:spcAft>
                <a:spcPts val="0"/>
              </a:spcAft>
              <a:buNone/>
            </a:pPr>
            <a:endParaRPr/>
          </a:p>
        </p:txBody>
      </p:sp>
      <p:sp>
        <p:nvSpPr>
          <p:cNvPr id="4409" name="Google Shape;4409;p192"/>
          <p:cNvSpPr/>
          <p:nvPr/>
        </p:nvSpPr>
        <p:spPr>
          <a:xfrm>
            <a:off x="3409207" y="1445766"/>
            <a:ext cx="762900" cy="731100"/>
          </a:xfrm>
          <a:prstGeom prst="roundRect">
            <a:avLst>
              <a:gd name="adj" fmla="val 5827"/>
            </a:avLst>
          </a:prstGeom>
          <a:solidFill>
            <a:srgbClr val="1F2A44"/>
          </a:solidFill>
          <a:ln>
            <a:noFill/>
          </a:ln>
        </p:spPr>
        <p:txBody>
          <a:bodyPr spcFirstLastPara="1" wrap="square" lIns="57150" tIns="57150" rIns="57150" bIns="57150" anchor="ctr" anchorCtr="0">
            <a:noAutofit/>
          </a:bodyPr>
          <a:lstStyle/>
          <a:p>
            <a:pPr marL="0" lvl="0" indent="0" algn="l" rtl="0">
              <a:spcBef>
                <a:spcPts val="0"/>
              </a:spcBef>
              <a:spcAft>
                <a:spcPts val="0"/>
              </a:spcAft>
              <a:buNone/>
            </a:pPr>
            <a:endParaRPr/>
          </a:p>
        </p:txBody>
      </p:sp>
      <p:sp>
        <p:nvSpPr>
          <p:cNvPr id="4410" name="Google Shape;4410;p192"/>
          <p:cNvSpPr/>
          <p:nvPr/>
        </p:nvSpPr>
        <p:spPr>
          <a:xfrm>
            <a:off x="3409207" y="3255516"/>
            <a:ext cx="762900" cy="731100"/>
          </a:xfrm>
          <a:prstGeom prst="roundRect">
            <a:avLst>
              <a:gd name="adj" fmla="val 5827"/>
            </a:avLst>
          </a:prstGeom>
          <a:solidFill>
            <a:srgbClr val="1F2A44"/>
          </a:solidFill>
          <a:ln>
            <a:noFill/>
          </a:ln>
        </p:spPr>
        <p:txBody>
          <a:bodyPr spcFirstLastPara="1" wrap="square" lIns="57150" tIns="57150" rIns="57150" bIns="57150" anchor="ctr" anchorCtr="0">
            <a:noAutofit/>
          </a:bodyPr>
          <a:lstStyle/>
          <a:p>
            <a:pPr marL="0" lvl="0" indent="0" algn="l" rtl="0">
              <a:spcBef>
                <a:spcPts val="0"/>
              </a:spcBef>
              <a:spcAft>
                <a:spcPts val="0"/>
              </a:spcAft>
              <a:buNone/>
            </a:pPr>
            <a:endParaRPr/>
          </a:p>
        </p:txBody>
      </p:sp>
      <p:sp>
        <p:nvSpPr>
          <p:cNvPr id="4411" name="Google Shape;4411;p192"/>
          <p:cNvSpPr/>
          <p:nvPr/>
        </p:nvSpPr>
        <p:spPr>
          <a:xfrm>
            <a:off x="556671" y="3372392"/>
            <a:ext cx="548700" cy="476700"/>
          </a:xfrm>
          <a:prstGeom prst="ellipse">
            <a:avLst/>
          </a:prstGeom>
          <a:solidFill>
            <a:srgbClr val="FF6900"/>
          </a:solidFill>
          <a:ln>
            <a:noFill/>
          </a:ln>
        </p:spPr>
        <p:txBody>
          <a:bodyPr spcFirstLastPara="1" wrap="square" lIns="57150" tIns="57150" rIns="57150" bIns="57150" anchor="ctr" anchorCtr="0">
            <a:noAutofit/>
          </a:bodyPr>
          <a:lstStyle/>
          <a:p>
            <a:pPr marL="0" lvl="0" indent="0" algn="l" rtl="0">
              <a:spcBef>
                <a:spcPts val="0"/>
              </a:spcBef>
              <a:spcAft>
                <a:spcPts val="0"/>
              </a:spcAft>
              <a:buNone/>
            </a:pPr>
            <a:endParaRPr/>
          </a:p>
        </p:txBody>
      </p:sp>
      <p:sp>
        <p:nvSpPr>
          <p:cNvPr id="4412" name="Google Shape;4412;p192"/>
          <p:cNvSpPr/>
          <p:nvPr/>
        </p:nvSpPr>
        <p:spPr>
          <a:xfrm>
            <a:off x="640897" y="3456130"/>
            <a:ext cx="371100" cy="300600"/>
          </a:xfrm>
          <a:prstGeom prst="roundRect">
            <a:avLst>
              <a:gd name="adj" fmla="val 8562"/>
            </a:avLst>
          </a:prstGeom>
          <a:solidFill>
            <a:srgbClr val="FFFFFF"/>
          </a:solidFill>
          <a:ln>
            <a:noFill/>
          </a:ln>
        </p:spPr>
        <p:txBody>
          <a:bodyPr spcFirstLastPara="1" wrap="square" lIns="57150" tIns="57150" rIns="57150" bIns="57150" anchor="ctr" anchorCtr="0">
            <a:noAutofit/>
          </a:bodyPr>
          <a:lstStyle/>
          <a:p>
            <a:pPr marL="0" lvl="0" indent="0" algn="l" rtl="0">
              <a:spcBef>
                <a:spcPts val="0"/>
              </a:spcBef>
              <a:spcAft>
                <a:spcPts val="0"/>
              </a:spcAft>
              <a:buNone/>
            </a:pPr>
            <a:r>
              <a:rPr lang="en"/>
              <a:t>===</a:t>
            </a:r>
            <a:endParaRPr/>
          </a:p>
        </p:txBody>
      </p:sp>
      <p:sp>
        <p:nvSpPr>
          <p:cNvPr id="4413" name="Google Shape;4413;p192"/>
          <p:cNvSpPr/>
          <p:nvPr/>
        </p:nvSpPr>
        <p:spPr>
          <a:xfrm>
            <a:off x="678506" y="3525446"/>
            <a:ext cx="190800" cy="20400"/>
          </a:xfrm>
          <a:prstGeom prst="rect">
            <a:avLst/>
          </a:prstGeom>
          <a:solidFill>
            <a:srgbClr val="FFC600"/>
          </a:solidFill>
          <a:ln>
            <a:noFill/>
          </a:ln>
        </p:spPr>
        <p:txBody>
          <a:bodyPr spcFirstLastPara="1" wrap="square" lIns="57150" tIns="57150" rIns="57150" bIns="57150" anchor="ctr" anchorCtr="0">
            <a:noAutofit/>
          </a:bodyPr>
          <a:lstStyle/>
          <a:p>
            <a:pPr marL="0" lvl="0" indent="0" algn="l" rtl="0">
              <a:spcBef>
                <a:spcPts val="0"/>
              </a:spcBef>
              <a:spcAft>
                <a:spcPts val="0"/>
              </a:spcAft>
              <a:buNone/>
            </a:pPr>
            <a:endParaRPr/>
          </a:p>
        </p:txBody>
      </p:sp>
      <p:sp>
        <p:nvSpPr>
          <p:cNvPr id="4414" name="Google Shape;4414;p192"/>
          <p:cNvSpPr/>
          <p:nvPr/>
        </p:nvSpPr>
        <p:spPr>
          <a:xfrm>
            <a:off x="678506" y="3562987"/>
            <a:ext cx="293700" cy="20400"/>
          </a:xfrm>
          <a:prstGeom prst="rect">
            <a:avLst/>
          </a:prstGeom>
          <a:solidFill>
            <a:srgbClr val="FFC600"/>
          </a:solidFill>
          <a:ln>
            <a:noFill/>
          </a:ln>
        </p:spPr>
        <p:txBody>
          <a:bodyPr spcFirstLastPara="1" wrap="square" lIns="57150" tIns="57150" rIns="57150" bIns="57150" anchor="ctr" anchorCtr="0">
            <a:noAutofit/>
          </a:bodyPr>
          <a:lstStyle/>
          <a:p>
            <a:pPr marL="0" lvl="0" indent="0" algn="l" rtl="0">
              <a:spcBef>
                <a:spcPts val="0"/>
              </a:spcBef>
              <a:spcAft>
                <a:spcPts val="0"/>
              </a:spcAft>
              <a:buNone/>
            </a:pPr>
            <a:endParaRPr/>
          </a:p>
        </p:txBody>
      </p:sp>
      <p:sp>
        <p:nvSpPr>
          <p:cNvPr id="4415" name="Google Shape;4415;p192"/>
          <p:cNvSpPr/>
          <p:nvPr/>
        </p:nvSpPr>
        <p:spPr>
          <a:xfrm>
            <a:off x="678506" y="3600529"/>
            <a:ext cx="293700" cy="20400"/>
          </a:xfrm>
          <a:prstGeom prst="rect">
            <a:avLst/>
          </a:prstGeom>
          <a:solidFill>
            <a:srgbClr val="FFC600"/>
          </a:solidFill>
          <a:ln>
            <a:noFill/>
          </a:ln>
        </p:spPr>
        <p:txBody>
          <a:bodyPr spcFirstLastPara="1" wrap="square" lIns="57150" tIns="57150" rIns="57150" bIns="57150" anchor="ctr" anchorCtr="0">
            <a:noAutofit/>
          </a:bodyPr>
          <a:lstStyle/>
          <a:p>
            <a:pPr marL="0" lvl="0" indent="0" algn="l" rtl="0">
              <a:spcBef>
                <a:spcPts val="0"/>
              </a:spcBef>
              <a:spcAft>
                <a:spcPts val="0"/>
              </a:spcAft>
              <a:buNone/>
            </a:pPr>
            <a:endParaRPr/>
          </a:p>
        </p:txBody>
      </p:sp>
      <p:sp>
        <p:nvSpPr>
          <p:cNvPr id="4416" name="Google Shape;4416;p192"/>
          <p:cNvSpPr/>
          <p:nvPr/>
        </p:nvSpPr>
        <p:spPr>
          <a:xfrm rot="5400000">
            <a:off x="574506" y="3577285"/>
            <a:ext cx="268800" cy="304800"/>
          </a:xfrm>
          <a:prstGeom prst="triangle">
            <a:avLst>
              <a:gd name="adj" fmla="val 50000"/>
            </a:avLst>
          </a:prstGeom>
          <a:solidFill>
            <a:srgbClr val="FF8200"/>
          </a:solidFill>
          <a:ln>
            <a:noFill/>
          </a:ln>
        </p:spPr>
        <p:txBody>
          <a:bodyPr spcFirstLastPara="1" wrap="square" lIns="57150" tIns="57150" rIns="57150" bIns="57150" anchor="ctr" anchorCtr="0">
            <a:noAutofit/>
          </a:bodyPr>
          <a:lstStyle/>
          <a:p>
            <a:pPr marL="0" lvl="0" indent="0" algn="l" rtl="0">
              <a:spcBef>
                <a:spcPts val="0"/>
              </a:spcBef>
              <a:spcAft>
                <a:spcPts val="0"/>
              </a:spcAft>
              <a:buNone/>
            </a:pPr>
            <a:endParaRPr/>
          </a:p>
        </p:txBody>
      </p:sp>
      <p:sp>
        <p:nvSpPr>
          <p:cNvPr id="4417" name="Google Shape;4417;p192"/>
          <p:cNvSpPr/>
          <p:nvPr/>
        </p:nvSpPr>
        <p:spPr>
          <a:xfrm rot="-5400000">
            <a:off x="818583" y="3577481"/>
            <a:ext cx="268800" cy="304800"/>
          </a:xfrm>
          <a:prstGeom prst="triangle">
            <a:avLst>
              <a:gd name="adj" fmla="val 50000"/>
            </a:avLst>
          </a:prstGeom>
          <a:solidFill>
            <a:srgbClr val="FF8200"/>
          </a:solidFill>
          <a:ln>
            <a:noFill/>
          </a:ln>
        </p:spPr>
        <p:txBody>
          <a:bodyPr spcFirstLastPara="1" wrap="square" lIns="57150" tIns="57150" rIns="57150" bIns="57150" anchor="ctr" anchorCtr="0">
            <a:noAutofit/>
          </a:bodyPr>
          <a:lstStyle/>
          <a:p>
            <a:pPr marL="0" lvl="0" indent="0" algn="l" rtl="0">
              <a:spcBef>
                <a:spcPts val="0"/>
              </a:spcBef>
              <a:spcAft>
                <a:spcPts val="0"/>
              </a:spcAft>
              <a:buNone/>
            </a:pPr>
            <a:endParaRPr/>
          </a:p>
        </p:txBody>
      </p:sp>
      <p:sp>
        <p:nvSpPr>
          <p:cNvPr id="4418" name="Google Shape;4418;p192"/>
          <p:cNvSpPr/>
          <p:nvPr/>
        </p:nvSpPr>
        <p:spPr>
          <a:xfrm>
            <a:off x="556672" y="3643320"/>
            <a:ext cx="548700" cy="220800"/>
          </a:xfrm>
          <a:prstGeom prst="triangle">
            <a:avLst>
              <a:gd name="adj" fmla="val 50000"/>
            </a:avLst>
          </a:prstGeom>
          <a:solidFill>
            <a:srgbClr val="FF6900"/>
          </a:solidFill>
          <a:ln>
            <a:noFill/>
          </a:ln>
        </p:spPr>
        <p:txBody>
          <a:bodyPr spcFirstLastPara="1" wrap="square" lIns="57150" tIns="57150" rIns="57150" bIns="57150" anchor="ctr" anchorCtr="0">
            <a:noAutofit/>
          </a:bodyPr>
          <a:lstStyle/>
          <a:p>
            <a:pPr marL="0" lvl="0" indent="0" algn="l" rtl="0">
              <a:spcBef>
                <a:spcPts val="0"/>
              </a:spcBef>
              <a:spcAft>
                <a:spcPts val="0"/>
              </a:spcAft>
              <a:buNone/>
            </a:pPr>
            <a:endParaRPr/>
          </a:p>
        </p:txBody>
      </p:sp>
      <p:sp>
        <p:nvSpPr>
          <p:cNvPr id="4419" name="Google Shape;4419;p192"/>
          <p:cNvSpPr/>
          <p:nvPr/>
        </p:nvSpPr>
        <p:spPr>
          <a:xfrm rot="-5400000">
            <a:off x="3721860" y="1714968"/>
            <a:ext cx="147300" cy="33300"/>
          </a:xfrm>
          <a:prstGeom prst="roundRect">
            <a:avLst>
              <a:gd name="adj" fmla="val 10397"/>
            </a:avLst>
          </a:prstGeom>
          <a:solidFill>
            <a:srgbClr val="F4720F"/>
          </a:solidFill>
          <a:ln>
            <a:noFill/>
          </a:ln>
        </p:spPr>
        <p:txBody>
          <a:bodyPr spcFirstLastPara="1" wrap="square" lIns="57150" tIns="57150" rIns="57150" bIns="57150" anchor="ctr" anchorCtr="0">
            <a:noAutofit/>
          </a:bodyPr>
          <a:lstStyle/>
          <a:p>
            <a:pPr marL="0" lvl="0" indent="0" algn="l" rtl="0">
              <a:spcBef>
                <a:spcPts val="0"/>
              </a:spcBef>
              <a:spcAft>
                <a:spcPts val="0"/>
              </a:spcAft>
              <a:buNone/>
            </a:pPr>
            <a:endParaRPr/>
          </a:p>
        </p:txBody>
      </p:sp>
      <p:sp>
        <p:nvSpPr>
          <p:cNvPr id="4420" name="Google Shape;4420;p192"/>
          <p:cNvSpPr/>
          <p:nvPr/>
        </p:nvSpPr>
        <p:spPr>
          <a:xfrm>
            <a:off x="3562808" y="1709864"/>
            <a:ext cx="465900" cy="293700"/>
          </a:xfrm>
          <a:prstGeom prst="roundRect">
            <a:avLst>
              <a:gd name="adj" fmla="val 10397"/>
            </a:avLst>
          </a:prstGeom>
          <a:solidFill>
            <a:srgbClr val="FFC600"/>
          </a:solidFill>
          <a:ln>
            <a:noFill/>
          </a:ln>
        </p:spPr>
        <p:txBody>
          <a:bodyPr spcFirstLastPara="1" wrap="square" lIns="57150" tIns="57150" rIns="57150" bIns="57150" anchor="ctr" anchorCtr="0">
            <a:noAutofit/>
          </a:bodyPr>
          <a:lstStyle/>
          <a:p>
            <a:pPr marL="0" lvl="0" indent="0" algn="l" rtl="0">
              <a:spcBef>
                <a:spcPts val="0"/>
              </a:spcBef>
              <a:spcAft>
                <a:spcPts val="0"/>
              </a:spcAft>
              <a:buNone/>
            </a:pPr>
            <a:endParaRPr/>
          </a:p>
        </p:txBody>
      </p:sp>
      <p:sp>
        <p:nvSpPr>
          <p:cNvPr id="4421" name="Google Shape;4421;p192"/>
          <p:cNvSpPr/>
          <p:nvPr/>
        </p:nvSpPr>
        <p:spPr>
          <a:xfrm>
            <a:off x="3527967" y="1764913"/>
            <a:ext cx="57600" cy="182700"/>
          </a:xfrm>
          <a:prstGeom prst="roundRect">
            <a:avLst>
              <a:gd name="adj" fmla="val 10397"/>
            </a:avLst>
          </a:prstGeom>
          <a:noFill/>
          <a:ln w="38100" cap="flat" cmpd="sng">
            <a:solidFill>
              <a:srgbClr val="FFC600"/>
            </a:solidFill>
            <a:prstDash val="solid"/>
            <a:round/>
            <a:headEnd type="none" w="sm" len="sm"/>
            <a:tailEnd type="none" w="sm" len="sm"/>
          </a:ln>
        </p:spPr>
        <p:txBody>
          <a:bodyPr spcFirstLastPara="1" wrap="square" lIns="57150" tIns="57150" rIns="57150" bIns="57150" anchor="ctr" anchorCtr="0">
            <a:noAutofit/>
          </a:bodyPr>
          <a:lstStyle/>
          <a:p>
            <a:pPr marL="0" lvl="0" indent="0" algn="l" rtl="0">
              <a:spcBef>
                <a:spcPts val="0"/>
              </a:spcBef>
              <a:spcAft>
                <a:spcPts val="0"/>
              </a:spcAft>
              <a:buNone/>
            </a:pPr>
            <a:endParaRPr/>
          </a:p>
        </p:txBody>
      </p:sp>
      <p:sp>
        <p:nvSpPr>
          <p:cNvPr id="4422" name="Google Shape;4422;p192"/>
          <p:cNvSpPr/>
          <p:nvPr/>
        </p:nvSpPr>
        <p:spPr>
          <a:xfrm rot="5400000">
            <a:off x="3761501" y="1935078"/>
            <a:ext cx="76500" cy="182700"/>
          </a:xfrm>
          <a:prstGeom prst="roundRect">
            <a:avLst>
              <a:gd name="adj" fmla="val 10397"/>
            </a:avLst>
          </a:prstGeom>
          <a:solidFill>
            <a:srgbClr val="FFC600"/>
          </a:solidFill>
          <a:ln>
            <a:noFill/>
          </a:ln>
        </p:spPr>
        <p:txBody>
          <a:bodyPr spcFirstLastPara="1" wrap="square" lIns="57150" tIns="57150" rIns="57150" bIns="57150" anchor="ctr" anchorCtr="0">
            <a:noAutofit/>
          </a:bodyPr>
          <a:lstStyle/>
          <a:p>
            <a:pPr marL="0" lvl="0" indent="0" algn="l" rtl="0">
              <a:spcBef>
                <a:spcPts val="0"/>
              </a:spcBef>
              <a:spcAft>
                <a:spcPts val="0"/>
              </a:spcAft>
              <a:buNone/>
            </a:pPr>
            <a:endParaRPr/>
          </a:p>
        </p:txBody>
      </p:sp>
      <p:sp>
        <p:nvSpPr>
          <p:cNvPr id="4423" name="Google Shape;4423;p192"/>
          <p:cNvSpPr/>
          <p:nvPr/>
        </p:nvSpPr>
        <p:spPr>
          <a:xfrm>
            <a:off x="3639409" y="1764913"/>
            <a:ext cx="121800" cy="121800"/>
          </a:xfrm>
          <a:prstGeom prst="ellipse">
            <a:avLst/>
          </a:prstGeom>
          <a:noFill/>
          <a:ln w="76200" cap="flat" cmpd="sng">
            <a:solidFill>
              <a:srgbClr val="FC5D0D"/>
            </a:solidFill>
            <a:prstDash val="solid"/>
            <a:round/>
            <a:headEnd type="none" w="sm" len="sm"/>
            <a:tailEnd type="none" w="sm" len="sm"/>
          </a:ln>
        </p:spPr>
        <p:txBody>
          <a:bodyPr spcFirstLastPara="1" wrap="square" lIns="57150" tIns="57150" rIns="57150" bIns="57150" anchor="ctr" anchorCtr="0">
            <a:noAutofit/>
          </a:bodyPr>
          <a:lstStyle/>
          <a:p>
            <a:pPr marL="0" lvl="0" indent="0" algn="l" rtl="0">
              <a:spcBef>
                <a:spcPts val="0"/>
              </a:spcBef>
              <a:spcAft>
                <a:spcPts val="0"/>
              </a:spcAft>
              <a:buNone/>
            </a:pPr>
            <a:endParaRPr/>
          </a:p>
        </p:txBody>
      </p:sp>
      <p:sp>
        <p:nvSpPr>
          <p:cNvPr id="4424" name="Google Shape;4424;p192"/>
          <p:cNvSpPr/>
          <p:nvPr/>
        </p:nvSpPr>
        <p:spPr>
          <a:xfrm>
            <a:off x="3832755" y="1764913"/>
            <a:ext cx="121800" cy="121800"/>
          </a:xfrm>
          <a:prstGeom prst="ellipse">
            <a:avLst/>
          </a:prstGeom>
          <a:noFill/>
          <a:ln w="76200" cap="flat" cmpd="sng">
            <a:solidFill>
              <a:srgbClr val="FC5D0D"/>
            </a:solidFill>
            <a:prstDash val="solid"/>
            <a:round/>
            <a:headEnd type="none" w="sm" len="sm"/>
            <a:tailEnd type="none" w="sm" len="sm"/>
          </a:ln>
        </p:spPr>
        <p:txBody>
          <a:bodyPr spcFirstLastPara="1" wrap="square" lIns="57150" tIns="57150" rIns="57150" bIns="57150" anchor="ctr" anchorCtr="0">
            <a:noAutofit/>
          </a:bodyPr>
          <a:lstStyle/>
          <a:p>
            <a:pPr marL="0" lvl="0" indent="0" algn="l" rtl="0">
              <a:spcBef>
                <a:spcPts val="0"/>
              </a:spcBef>
              <a:spcAft>
                <a:spcPts val="0"/>
              </a:spcAft>
              <a:buNone/>
            </a:pPr>
            <a:endParaRPr/>
          </a:p>
        </p:txBody>
      </p:sp>
      <p:sp>
        <p:nvSpPr>
          <p:cNvPr id="4425" name="Google Shape;4425;p192"/>
          <p:cNvSpPr/>
          <p:nvPr/>
        </p:nvSpPr>
        <p:spPr>
          <a:xfrm>
            <a:off x="3681958" y="1935191"/>
            <a:ext cx="235500" cy="33300"/>
          </a:xfrm>
          <a:prstGeom prst="roundRect">
            <a:avLst>
              <a:gd name="adj" fmla="val 10397"/>
            </a:avLst>
          </a:prstGeom>
          <a:solidFill>
            <a:srgbClr val="F4720F"/>
          </a:solidFill>
          <a:ln>
            <a:noFill/>
          </a:ln>
        </p:spPr>
        <p:txBody>
          <a:bodyPr spcFirstLastPara="1" wrap="square" lIns="57150" tIns="57150" rIns="57150" bIns="57150" anchor="ctr" anchorCtr="0">
            <a:noAutofit/>
          </a:bodyPr>
          <a:lstStyle/>
          <a:p>
            <a:pPr marL="0" lvl="0" indent="0" algn="l" rtl="0">
              <a:spcBef>
                <a:spcPts val="0"/>
              </a:spcBef>
              <a:spcAft>
                <a:spcPts val="0"/>
              </a:spcAft>
              <a:buNone/>
            </a:pPr>
            <a:endParaRPr/>
          </a:p>
        </p:txBody>
      </p:sp>
      <p:sp>
        <p:nvSpPr>
          <p:cNvPr id="4426" name="Google Shape;4426;p192"/>
          <p:cNvSpPr/>
          <p:nvPr/>
        </p:nvSpPr>
        <p:spPr>
          <a:xfrm>
            <a:off x="3734648" y="1539722"/>
            <a:ext cx="121800" cy="121800"/>
          </a:xfrm>
          <a:prstGeom prst="ellipse">
            <a:avLst/>
          </a:prstGeom>
          <a:noFill/>
          <a:ln w="76200" cap="flat" cmpd="sng">
            <a:solidFill>
              <a:srgbClr val="F4720F"/>
            </a:solidFill>
            <a:prstDash val="solid"/>
            <a:round/>
            <a:headEnd type="none" w="sm" len="sm"/>
            <a:tailEnd type="none" w="sm" len="sm"/>
          </a:ln>
        </p:spPr>
        <p:txBody>
          <a:bodyPr spcFirstLastPara="1" wrap="square" lIns="57150" tIns="57150" rIns="57150" bIns="57150" anchor="ctr" anchorCtr="0">
            <a:noAutofit/>
          </a:bodyPr>
          <a:lstStyle/>
          <a:p>
            <a:pPr marL="0" lvl="0" indent="0" algn="l" rtl="0">
              <a:spcBef>
                <a:spcPts val="0"/>
              </a:spcBef>
              <a:spcAft>
                <a:spcPts val="0"/>
              </a:spcAft>
              <a:buNone/>
            </a:pPr>
            <a:endParaRPr/>
          </a:p>
        </p:txBody>
      </p:sp>
      <p:sp>
        <p:nvSpPr>
          <p:cNvPr id="4427" name="Google Shape;4427;p192"/>
          <p:cNvSpPr/>
          <p:nvPr/>
        </p:nvSpPr>
        <p:spPr>
          <a:xfrm>
            <a:off x="4007983" y="1764913"/>
            <a:ext cx="57600" cy="182700"/>
          </a:xfrm>
          <a:prstGeom prst="roundRect">
            <a:avLst>
              <a:gd name="adj" fmla="val 10397"/>
            </a:avLst>
          </a:prstGeom>
          <a:noFill/>
          <a:ln w="38100" cap="flat" cmpd="sng">
            <a:solidFill>
              <a:srgbClr val="FFC600"/>
            </a:solidFill>
            <a:prstDash val="solid"/>
            <a:round/>
            <a:headEnd type="none" w="sm" len="sm"/>
            <a:tailEnd type="none" w="sm" len="sm"/>
          </a:ln>
        </p:spPr>
        <p:txBody>
          <a:bodyPr spcFirstLastPara="1" wrap="square" lIns="57150" tIns="57150" rIns="57150" bIns="57150" anchor="ctr" anchorCtr="0">
            <a:noAutofit/>
          </a:bodyPr>
          <a:lstStyle/>
          <a:p>
            <a:pPr marL="0" lvl="0" indent="0" algn="l" rtl="0">
              <a:spcBef>
                <a:spcPts val="0"/>
              </a:spcBef>
              <a:spcAft>
                <a:spcPts val="0"/>
              </a:spcAft>
              <a:buNone/>
            </a:pPr>
            <a:endParaRPr/>
          </a:p>
        </p:txBody>
      </p:sp>
      <p:sp>
        <p:nvSpPr>
          <p:cNvPr id="4428" name="Google Shape;4428;p192"/>
          <p:cNvSpPr/>
          <p:nvPr/>
        </p:nvSpPr>
        <p:spPr>
          <a:xfrm>
            <a:off x="3604021" y="3701344"/>
            <a:ext cx="379132" cy="198876"/>
          </a:xfrm>
          <a:prstGeom prst="flowChartMagneticDisk">
            <a:avLst/>
          </a:prstGeom>
          <a:solidFill>
            <a:srgbClr val="213047"/>
          </a:solidFill>
          <a:ln w="38100" cap="flat" cmpd="sng">
            <a:solidFill>
              <a:srgbClr val="0072CE"/>
            </a:solidFill>
            <a:prstDash val="solid"/>
            <a:round/>
            <a:headEnd type="none" w="sm" len="sm"/>
            <a:tailEnd type="none" w="sm" len="sm"/>
          </a:ln>
        </p:spPr>
        <p:txBody>
          <a:bodyPr spcFirstLastPara="1" wrap="square" lIns="57150" tIns="57150" rIns="57150" bIns="57150" anchor="ctr" anchorCtr="0">
            <a:noAutofit/>
          </a:bodyPr>
          <a:lstStyle/>
          <a:p>
            <a:pPr marL="0" lvl="0" indent="0" algn="l" rtl="0">
              <a:spcBef>
                <a:spcPts val="0"/>
              </a:spcBef>
              <a:spcAft>
                <a:spcPts val="0"/>
              </a:spcAft>
              <a:buNone/>
            </a:pPr>
            <a:endParaRPr/>
          </a:p>
        </p:txBody>
      </p:sp>
      <p:sp>
        <p:nvSpPr>
          <p:cNvPr id="4429" name="Google Shape;4429;p192"/>
          <p:cNvSpPr/>
          <p:nvPr/>
        </p:nvSpPr>
        <p:spPr>
          <a:xfrm>
            <a:off x="3604021" y="3520168"/>
            <a:ext cx="379132" cy="198876"/>
          </a:xfrm>
          <a:prstGeom prst="flowChartMagneticDisk">
            <a:avLst/>
          </a:prstGeom>
          <a:solidFill>
            <a:srgbClr val="213047"/>
          </a:solidFill>
          <a:ln w="38100" cap="flat" cmpd="sng">
            <a:solidFill>
              <a:srgbClr val="0072CE"/>
            </a:solidFill>
            <a:prstDash val="solid"/>
            <a:round/>
            <a:headEnd type="none" w="sm" len="sm"/>
            <a:tailEnd type="none" w="sm" len="sm"/>
          </a:ln>
        </p:spPr>
        <p:txBody>
          <a:bodyPr spcFirstLastPara="1" wrap="square" lIns="57150" tIns="57150" rIns="57150" bIns="57150" anchor="ctr" anchorCtr="0">
            <a:noAutofit/>
          </a:bodyPr>
          <a:lstStyle/>
          <a:p>
            <a:pPr marL="0" lvl="0" indent="0" algn="l" rtl="0">
              <a:spcBef>
                <a:spcPts val="0"/>
              </a:spcBef>
              <a:spcAft>
                <a:spcPts val="0"/>
              </a:spcAft>
              <a:buNone/>
            </a:pPr>
            <a:endParaRPr/>
          </a:p>
        </p:txBody>
      </p:sp>
      <p:sp>
        <p:nvSpPr>
          <p:cNvPr id="4430" name="Google Shape;4430;p192"/>
          <p:cNvSpPr/>
          <p:nvPr/>
        </p:nvSpPr>
        <p:spPr>
          <a:xfrm>
            <a:off x="3604021" y="3335739"/>
            <a:ext cx="379132" cy="198876"/>
          </a:xfrm>
          <a:prstGeom prst="flowChartMagneticDisk">
            <a:avLst/>
          </a:prstGeom>
          <a:solidFill>
            <a:srgbClr val="213047"/>
          </a:solidFill>
          <a:ln w="38100" cap="flat" cmpd="sng">
            <a:solidFill>
              <a:srgbClr val="0072CE"/>
            </a:solidFill>
            <a:prstDash val="solid"/>
            <a:round/>
            <a:headEnd type="none" w="sm" len="sm"/>
            <a:tailEnd type="none" w="sm" len="sm"/>
          </a:ln>
        </p:spPr>
        <p:txBody>
          <a:bodyPr spcFirstLastPara="1" wrap="square" lIns="57150" tIns="57150" rIns="57150" bIns="57150" anchor="ctr" anchorCtr="0">
            <a:noAutofit/>
          </a:bodyPr>
          <a:lstStyle/>
          <a:p>
            <a:pPr marL="0" lvl="0" indent="0" algn="l" rtl="0">
              <a:spcBef>
                <a:spcPts val="0"/>
              </a:spcBef>
              <a:spcAft>
                <a:spcPts val="0"/>
              </a:spcAft>
              <a:buNone/>
            </a:pPr>
            <a:endParaRPr/>
          </a:p>
        </p:txBody>
      </p:sp>
      <p:pic>
        <p:nvPicPr>
          <p:cNvPr id="4431" name="Google Shape;4431;p192"/>
          <p:cNvPicPr preferRelativeResize="0"/>
          <p:nvPr/>
        </p:nvPicPr>
        <p:blipFill rotWithShape="1">
          <a:blip r:embed="rId3">
            <a:alphaModFix/>
          </a:blip>
          <a:srcRect l="16400" t="-3790" r="-16400" b="3789"/>
          <a:stretch/>
        </p:blipFill>
        <p:spPr>
          <a:xfrm>
            <a:off x="6912762" y="1387313"/>
            <a:ext cx="4615012" cy="3257650"/>
          </a:xfrm>
          <a:prstGeom prst="rect">
            <a:avLst/>
          </a:prstGeom>
          <a:noFill/>
          <a:ln>
            <a:noFill/>
          </a:ln>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4435"/>
        <p:cNvGrpSpPr/>
        <p:nvPr/>
      </p:nvGrpSpPr>
      <p:grpSpPr>
        <a:xfrm>
          <a:off x="0" y="0"/>
          <a:ext cx="0" cy="0"/>
          <a:chOff x="0" y="0"/>
          <a:chExt cx="0" cy="0"/>
        </a:xfrm>
      </p:grpSpPr>
      <p:sp>
        <p:nvSpPr>
          <p:cNvPr id="4436" name="Google Shape;4436;p193"/>
          <p:cNvSpPr txBox="1">
            <a:spLocks noGrp="1"/>
          </p:cNvSpPr>
          <p:nvPr>
            <p:ph type="title"/>
          </p:nvPr>
        </p:nvSpPr>
        <p:spPr>
          <a:xfrm>
            <a:off x="371475" y="257176"/>
            <a:ext cx="8400900" cy="549000"/>
          </a:xfrm>
          <a:prstGeom prst="rect">
            <a:avLst/>
          </a:prstGeom>
        </p:spPr>
        <p:txBody>
          <a:bodyPr spcFirstLastPara="1" wrap="square" lIns="0" tIns="0" rIns="0" bIns="0" anchor="t" anchorCtr="0">
            <a:noAutofit/>
          </a:bodyPr>
          <a:lstStyle/>
          <a:p>
            <a:pPr marL="0" lvl="0" indent="0" algn="l" rtl="0">
              <a:lnSpc>
                <a:spcPct val="90000"/>
              </a:lnSpc>
              <a:spcBef>
                <a:spcPts val="0"/>
              </a:spcBef>
              <a:spcAft>
                <a:spcPts val="0"/>
              </a:spcAft>
              <a:buNone/>
            </a:pPr>
            <a:r>
              <a:rPr lang="en"/>
              <a:t>Connectors</a:t>
            </a:r>
            <a:endParaRPr/>
          </a:p>
          <a:p>
            <a:pPr marL="0" lvl="0" indent="0" algn="l" rtl="0">
              <a:lnSpc>
                <a:spcPct val="90000"/>
              </a:lnSpc>
              <a:spcBef>
                <a:spcPts val="0"/>
              </a:spcBef>
              <a:spcAft>
                <a:spcPts val="0"/>
              </a:spcAft>
              <a:buNone/>
            </a:pPr>
            <a:endParaRPr/>
          </a:p>
          <a:p>
            <a:pPr marL="0" lvl="0" indent="0" algn="l" rtl="0">
              <a:spcBef>
                <a:spcPts val="0"/>
              </a:spcBef>
              <a:spcAft>
                <a:spcPts val="0"/>
              </a:spcAft>
              <a:buNone/>
            </a:pPr>
            <a:endParaRPr/>
          </a:p>
        </p:txBody>
      </p:sp>
      <p:sp>
        <p:nvSpPr>
          <p:cNvPr id="4437" name="Google Shape;4437;p193"/>
          <p:cNvSpPr txBox="1">
            <a:spLocks noGrp="1"/>
          </p:cNvSpPr>
          <p:nvPr>
            <p:ph type="body" idx="1"/>
          </p:nvPr>
        </p:nvSpPr>
        <p:spPr>
          <a:xfrm>
            <a:off x="371475" y="1057275"/>
            <a:ext cx="4344300" cy="3429000"/>
          </a:xfrm>
          <a:prstGeom prst="rect">
            <a:avLst/>
          </a:prstGeom>
        </p:spPr>
        <p:txBody>
          <a:bodyPr spcFirstLastPara="1" wrap="square" lIns="0" tIns="0" rIns="0" bIns="0" anchor="t" anchorCtr="0">
            <a:noAutofit/>
          </a:bodyPr>
          <a:lstStyle/>
          <a:p>
            <a:pPr marL="457200" lvl="0" indent="-349250" algn="l" rtl="0">
              <a:spcBef>
                <a:spcPts val="20"/>
              </a:spcBef>
              <a:spcAft>
                <a:spcPts val="0"/>
              </a:spcAft>
              <a:buSzPts val="1900"/>
              <a:buChar char="•"/>
            </a:pPr>
            <a:r>
              <a:rPr lang="en" sz="1900"/>
              <a:t>An </a:t>
            </a:r>
            <a:r>
              <a:rPr lang="en" sz="1900" b="1"/>
              <a:t>outbound connector</a:t>
            </a:r>
            <a:r>
              <a:rPr lang="en" sz="1900"/>
              <a:t> lets the Process invoke some outside system to do something </a:t>
            </a:r>
            <a:br>
              <a:rPr lang="en" sz="1900"/>
            </a:br>
            <a:endParaRPr sz="1900"/>
          </a:p>
          <a:p>
            <a:pPr marL="457200" lvl="0" indent="-349250" algn="l" rtl="0">
              <a:spcBef>
                <a:spcPts val="20"/>
              </a:spcBef>
              <a:spcAft>
                <a:spcPts val="0"/>
              </a:spcAft>
              <a:buSzPts val="1900"/>
              <a:buChar char="•"/>
            </a:pPr>
            <a:r>
              <a:rPr lang="en" sz="1900"/>
              <a:t>An </a:t>
            </a:r>
            <a:r>
              <a:rPr lang="en" sz="1900" b="1"/>
              <a:t>inbound connector</a:t>
            </a:r>
            <a:r>
              <a:rPr lang="en" sz="1900"/>
              <a:t> means the process can be triggered by some outside system </a:t>
            </a:r>
            <a:endParaRPr sz="1900"/>
          </a:p>
          <a:p>
            <a:pPr marL="457200" lvl="0" indent="0" algn="l" rtl="0">
              <a:spcBef>
                <a:spcPts val="20"/>
              </a:spcBef>
              <a:spcAft>
                <a:spcPts val="0"/>
              </a:spcAft>
              <a:buNone/>
            </a:pPr>
            <a:endParaRPr sz="1900"/>
          </a:p>
          <a:p>
            <a:pPr marL="457200" lvl="0" indent="-349250" algn="l" rtl="0">
              <a:spcBef>
                <a:spcPts val="20"/>
              </a:spcBef>
              <a:spcAft>
                <a:spcPts val="20"/>
              </a:spcAft>
              <a:buSzPts val="1900"/>
              <a:buChar char="•"/>
            </a:pPr>
            <a:r>
              <a:rPr lang="en" sz="1900"/>
              <a:t>Discover &amp; Reuse Connectors: Out of the box or built via new </a:t>
            </a:r>
            <a:r>
              <a:rPr lang="en" sz="1900" b="1"/>
              <a:t>Integration Framework</a:t>
            </a:r>
            <a:r>
              <a:rPr lang="en" sz="1900"/>
              <a:t> </a:t>
            </a:r>
            <a:endParaRPr sz="1900"/>
          </a:p>
        </p:txBody>
      </p:sp>
      <p:pic>
        <p:nvPicPr>
          <p:cNvPr id="4438" name="Google Shape;4438;p193"/>
          <p:cNvPicPr preferRelativeResize="0"/>
          <p:nvPr/>
        </p:nvPicPr>
        <p:blipFill>
          <a:blip r:embed="rId3">
            <a:alphaModFix/>
          </a:blip>
          <a:stretch>
            <a:fillRect/>
          </a:stretch>
        </p:blipFill>
        <p:spPr>
          <a:xfrm>
            <a:off x="5311129" y="2548702"/>
            <a:ext cx="3147075" cy="1355325"/>
          </a:xfrm>
          <a:prstGeom prst="rect">
            <a:avLst/>
          </a:prstGeom>
          <a:noFill/>
          <a:ln w="9525" cap="flat" cmpd="sng">
            <a:solidFill>
              <a:schemeClr val="accent6"/>
            </a:solidFill>
            <a:prstDash val="solid"/>
            <a:round/>
            <a:headEnd type="none" w="sm" len="sm"/>
            <a:tailEnd type="none" w="sm" len="sm"/>
          </a:ln>
        </p:spPr>
      </p:pic>
      <p:sp>
        <p:nvSpPr>
          <p:cNvPr id="4439" name="Google Shape;4439;p193"/>
          <p:cNvSpPr/>
          <p:nvPr/>
        </p:nvSpPr>
        <p:spPr>
          <a:xfrm rot="5400000">
            <a:off x="6935196" y="2235150"/>
            <a:ext cx="268200" cy="129600"/>
          </a:xfrm>
          <a:prstGeom prst="rightArrow">
            <a:avLst>
              <a:gd name="adj1" fmla="val 13512"/>
              <a:gd name="adj2" fmla="val 50000"/>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40" name="Google Shape;4440;p193"/>
          <p:cNvSpPr/>
          <p:nvPr/>
        </p:nvSpPr>
        <p:spPr>
          <a:xfrm>
            <a:off x="5423309" y="1740229"/>
            <a:ext cx="159893" cy="205434"/>
          </a:xfrm>
          <a:custGeom>
            <a:avLst/>
            <a:gdLst/>
            <a:ahLst/>
            <a:cxnLst/>
            <a:rect l="l" t="t" r="r" b="b"/>
            <a:pathLst>
              <a:path w="13442" h="17267" extrusionOk="0">
                <a:moveTo>
                  <a:pt x="6721" y="0"/>
                </a:moveTo>
                <a:lnTo>
                  <a:pt x="6559" y="14"/>
                </a:lnTo>
                <a:lnTo>
                  <a:pt x="6397" y="14"/>
                </a:lnTo>
                <a:lnTo>
                  <a:pt x="6086" y="68"/>
                </a:lnTo>
                <a:lnTo>
                  <a:pt x="5775" y="149"/>
                </a:lnTo>
                <a:lnTo>
                  <a:pt x="5491" y="257"/>
                </a:lnTo>
                <a:lnTo>
                  <a:pt x="5207" y="392"/>
                </a:lnTo>
                <a:lnTo>
                  <a:pt x="4950" y="541"/>
                </a:lnTo>
                <a:lnTo>
                  <a:pt x="4706" y="730"/>
                </a:lnTo>
                <a:lnTo>
                  <a:pt x="4476" y="933"/>
                </a:lnTo>
                <a:lnTo>
                  <a:pt x="4274" y="1163"/>
                </a:lnTo>
                <a:lnTo>
                  <a:pt x="4098" y="1406"/>
                </a:lnTo>
                <a:lnTo>
                  <a:pt x="3936" y="1663"/>
                </a:lnTo>
                <a:lnTo>
                  <a:pt x="3800" y="1947"/>
                </a:lnTo>
                <a:lnTo>
                  <a:pt x="3692" y="2231"/>
                </a:lnTo>
                <a:lnTo>
                  <a:pt x="3611" y="2542"/>
                </a:lnTo>
                <a:lnTo>
                  <a:pt x="3571" y="2853"/>
                </a:lnTo>
                <a:lnTo>
                  <a:pt x="3557" y="3015"/>
                </a:lnTo>
                <a:lnTo>
                  <a:pt x="3544" y="3178"/>
                </a:lnTo>
                <a:lnTo>
                  <a:pt x="3557" y="3340"/>
                </a:lnTo>
                <a:lnTo>
                  <a:pt x="3571" y="3502"/>
                </a:lnTo>
                <a:lnTo>
                  <a:pt x="3611" y="3813"/>
                </a:lnTo>
                <a:lnTo>
                  <a:pt x="3692" y="4124"/>
                </a:lnTo>
                <a:lnTo>
                  <a:pt x="3800" y="4408"/>
                </a:lnTo>
                <a:lnTo>
                  <a:pt x="3936" y="4692"/>
                </a:lnTo>
                <a:lnTo>
                  <a:pt x="4098" y="4949"/>
                </a:lnTo>
                <a:lnTo>
                  <a:pt x="4274" y="5192"/>
                </a:lnTo>
                <a:lnTo>
                  <a:pt x="4476" y="5422"/>
                </a:lnTo>
                <a:lnTo>
                  <a:pt x="4706" y="5625"/>
                </a:lnTo>
                <a:lnTo>
                  <a:pt x="4950" y="5801"/>
                </a:lnTo>
                <a:lnTo>
                  <a:pt x="5207" y="5963"/>
                </a:lnTo>
                <a:lnTo>
                  <a:pt x="5491" y="6098"/>
                </a:lnTo>
                <a:lnTo>
                  <a:pt x="5775" y="6206"/>
                </a:lnTo>
                <a:lnTo>
                  <a:pt x="6086" y="6288"/>
                </a:lnTo>
                <a:lnTo>
                  <a:pt x="6397" y="6328"/>
                </a:lnTo>
                <a:lnTo>
                  <a:pt x="6559" y="6342"/>
                </a:lnTo>
                <a:lnTo>
                  <a:pt x="6721" y="6355"/>
                </a:lnTo>
                <a:lnTo>
                  <a:pt x="6883" y="6342"/>
                </a:lnTo>
                <a:lnTo>
                  <a:pt x="7046" y="6328"/>
                </a:lnTo>
                <a:lnTo>
                  <a:pt x="7357" y="6288"/>
                </a:lnTo>
                <a:lnTo>
                  <a:pt x="7668" y="6206"/>
                </a:lnTo>
                <a:lnTo>
                  <a:pt x="7952" y="6098"/>
                </a:lnTo>
                <a:lnTo>
                  <a:pt x="8235" y="5963"/>
                </a:lnTo>
                <a:lnTo>
                  <a:pt x="8492" y="5801"/>
                </a:lnTo>
                <a:lnTo>
                  <a:pt x="8736" y="5625"/>
                </a:lnTo>
                <a:lnTo>
                  <a:pt x="8966" y="5422"/>
                </a:lnTo>
                <a:lnTo>
                  <a:pt x="9168" y="5192"/>
                </a:lnTo>
                <a:lnTo>
                  <a:pt x="9358" y="4949"/>
                </a:lnTo>
                <a:lnTo>
                  <a:pt x="9506" y="4692"/>
                </a:lnTo>
                <a:lnTo>
                  <a:pt x="9642" y="4408"/>
                </a:lnTo>
                <a:lnTo>
                  <a:pt x="9750" y="4124"/>
                </a:lnTo>
                <a:lnTo>
                  <a:pt x="9831" y="3813"/>
                </a:lnTo>
                <a:lnTo>
                  <a:pt x="9885" y="3502"/>
                </a:lnTo>
                <a:lnTo>
                  <a:pt x="9885" y="3340"/>
                </a:lnTo>
                <a:lnTo>
                  <a:pt x="9899" y="3178"/>
                </a:lnTo>
                <a:lnTo>
                  <a:pt x="9885" y="3015"/>
                </a:lnTo>
                <a:lnTo>
                  <a:pt x="9885" y="2853"/>
                </a:lnTo>
                <a:lnTo>
                  <a:pt x="9831" y="2542"/>
                </a:lnTo>
                <a:lnTo>
                  <a:pt x="9750" y="2231"/>
                </a:lnTo>
                <a:lnTo>
                  <a:pt x="9642" y="1947"/>
                </a:lnTo>
                <a:lnTo>
                  <a:pt x="9506" y="1663"/>
                </a:lnTo>
                <a:lnTo>
                  <a:pt x="9358" y="1406"/>
                </a:lnTo>
                <a:lnTo>
                  <a:pt x="9168" y="1163"/>
                </a:lnTo>
                <a:lnTo>
                  <a:pt x="8966" y="933"/>
                </a:lnTo>
                <a:lnTo>
                  <a:pt x="8736" y="730"/>
                </a:lnTo>
                <a:lnTo>
                  <a:pt x="8492" y="541"/>
                </a:lnTo>
                <a:lnTo>
                  <a:pt x="8235" y="392"/>
                </a:lnTo>
                <a:lnTo>
                  <a:pt x="7952" y="257"/>
                </a:lnTo>
                <a:lnTo>
                  <a:pt x="7668" y="149"/>
                </a:lnTo>
                <a:lnTo>
                  <a:pt x="7357" y="68"/>
                </a:lnTo>
                <a:lnTo>
                  <a:pt x="7046" y="14"/>
                </a:lnTo>
                <a:lnTo>
                  <a:pt x="6883" y="14"/>
                </a:lnTo>
                <a:lnTo>
                  <a:pt x="6721" y="0"/>
                </a:lnTo>
                <a:close/>
                <a:moveTo>
                  <a:pt x="6843" y="12845"/>
                </a:moveTo>
                <a:lnTo>
                  <a:pt x="6964" y="12859"/>
                </a:lnTo>
                <a:lnTo>
                  <a:pt x="7073" y="12886"/>
                </a:lnTo>
                <a:lnTo>
                  <a:pt x="7181" y="12927"/>
                </a:lnTo>
                <a:lnTo>
                  <a:pt x="7289" y="12981"/>
                </a:lnTo>
                <a:lnTo>
                  <a:pt x="7384" y="13048"/>
                </a:lnTo>
                <a:lnTo>
                  <a:pt x="7478" y="13116"/>
                </a:lnTo>
                <a:lnTo>
                  <a:pt x="7559" y="13183"/>
                </a:lnTo>
                <a:lnTo>
                  <a:pt x="7641" y="13265"/>
                </a:lnTo>
                <a:lnTo>
                  <a:pt x="7708" y="13359"/>
                </a:lnTo>
                <a:lnTo>
                  <a:pt x="7762" y="13454"/>
                </a:lnTo>
                <a:lnTo>
                  <a:pt x="7816" y="13562"/>
                </a:lnTo>
                <a:lnTo>
                  <a:pt x="7857" y="13670"/>
                </a:lnTo>
                <a:lnTo>
                  <a:pt x="7884" y="13792"/>
                </a:lnTo>
                <a:lnTo>
                  <a:pt x="7897" y="13900"/>
                </a:lnTo>
                <a:lnTo>
                  <a:pt x="7911" y="14022"/>
                </a:lnTo>
                <a:lnTo>
                  <a:pt x="7897" y="14143"/>
                </a:lnTo>
                <a:lnTo>
                  <a:pt x="7884" y="14265"/>
                </a:lnTo>
                <a:lnTo>
                  <a:pt x="7857" y="14373"/>
                </a:lnTo>
                <a:lnTo>
                  <a:pt x="7816" y="14482"/>
                </a:lnTo>
                <a:lnTo>
                  <a:pt x="7762" y="14590"/>
                </a:lnTo>
                <a:lnTo>
                  <a:pt x="7708" y="14684"/>
                </a:lnTo>
                <a:lnTo>
                  <a:pt x="7641" y="14779"/>
                </a:lnTo>
                <a:lnTo>
                  <a:pt x="7559" y="14860"/>
                </a:lnTo>
                <a:lnTo>
                  <a:pt x="7478" y="14941"/>
                </a:lnTo>
                <a:lnTo>
                  <a:pt x="7384" y="15009"/>
                </a:lnTo>
                <a:lnTo>
                  <a:pt x="7289" y="15063"/>
                </a:lnTo>
                <a:lnTo>
                  <a:pt x="7181" y="15117"/>
                </a:lnTo>
                <a:lnTo>
                  <a:pt x="7073" y="15158"/>
                </a:lnTo>
                <a:lnTo>
                  <a:pt x="6964" y="15185"/>
                </a:lnTo>
                <a:lnTo>
                  <a:pt x="6843" y="15212"/>
                </a:lnTo>
                <a:lnTo>
                  <a:pt x="6599" y="15212"/>
                </a:lnTo>
                <a:lnTo>
                  <a:pt x="6478" y="15185"/>
                </a:lnTo>
                <a:lnTo>
                  <a:pt x="6369" y="15158"/>
                </a:lnTo>
                <a:lnTo>
                  <a:pt x="6261" y="15117"/>
                </a:lnTo>
                <a:lnTo>
                  <a:pt x="6153" y="15063"/>
                </a:lnTo>
                <a:lnTo>
                  <a:pt x="6059" y="15009"/>
                </a:lnTo>
                <a:lnTo>
                  <a:pt x="5964" y="14941"/>
                </a:lnTo>
                <a:lnTo>
                  <a:pt x="5883" y="14860"/>
                </a:lnTo>
                <a:lnTo>
                  <a:pt x="5802" y="14779"/>
                </a:lnTo>
                <a:lnTo>
                  <a:pt x="5734" y="14684"/>
                </a:lnTo>
                <a:lnTo>
                  <a:pt x="5680" y="14590"/>
                </a:lnTo>
                <a:lnTo>
                  <a:pt x="5626" y="14482"/>
                </a:lnTo>
                <a:lnTo>
                  <a:pt x="5585" y="14373"/>
                </a:lnTo>
                <a:lnTo>
                  <a:pt x="5558" y="14265"/>
                </a:lnTo>
                <a:lnTo>
                  <a:pt x="5545" y="14143"/>
                </a:lnTo>
                <a:lnTo>
                  <a:pt x="5531" y="14022"/>
                </a:lnTo>
                <a:lnTo>
                  <a:pt x="5545" y="13900"/>
                </a:lnTo>
                <a:lnTo>
                  <a:pt x="5558" y="13792"/>
                </a:lnTo>
                <a:lnTo>
                  <a:pt x="5585" y="13670"/>
                </a:lnTo>
                <a:lnTo>
                  <a:pt x="5626" y="13562"/>
                </a:lnTo>
                <a:lnTo>
                  <a:pt x="5680" y="13454"/>
                </a:lnTo>
                <a:lnTo>
                  <a:pt x="5734" y="13359"/>
                </a:lnTo>
                <a:lnTo>
                  <a:pt x="5802" y="13265"/>
                </a:lnTo>
                <a:lnTo>
                  <a:pt x="5883" y="13183"/>
                </a:lnTo>
                <a:lnTo>
                  <a:pt x="5964" y="13116"/>
                </a:lnTo>
                <a:lnTo>
                  <a:pt x="6059" y="13048"/>
                </a:lnTo>
                <a:lnTo>
                  <a:pt x="6153" y="12981"/>
                </a:lnTo>
                <a:lnTo>
                  <a:pt x="6261" y="12927"/>
                </a:lnTo>
                <a:lnTo>
                  <a:pt x="6369" y="12886"/>
                </a:lnTo>
                <a:lnTo>
                  <a:pt x="6478" y="12859"/>
                </a:lnTo>
                <a:lnTo>
                  <a:pt x="6599" y="12845"/>
                </a:lnTo>
                <a:close/>
                <a:moveTo>
                  <a:pt x="3868" y="7897"/>
                </a:moveTo>
                <a:lnTo>
                  <a:pt x="2894" y="9208"/>
                </a:lnTo>
                <a:lnTo>
                  <a:pt x="2894" y="10777"/>
                </a:lnTo>
                <a:lnTo>
                  <a:pt x="1" y="10777"/>
                </a:lnTo>
                <a:lnTo>
                  <a:pt x="650" y="17267"/>
                </a:lnTo>
                <a:lnTo>
                  <a:pt x="12792" y="17267"/>
                </a:lnTo>
                <a:lnTo>
                  <a:pt x="13441" y="10777"/>
                </a:lnTo>
                <a:lnTo>
                  <a:pt x="10548" y="10777"/>
                </a:lnTo>
                <a:lnTo>
                  <a:pt x="10548" y="9208"/>
                </a:lnTo>
                <a:lnTo>
                  <a:pt x="9588" y="7897"/>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441" name="Google Shape;4441;p193"/>
          <p:cNvGrpSpPr/>
          <p:nvPr/>
        </p:nvGrpSpPr>
        <p:grpSpPr>
          <a:xfrm>
            <a:off x="7669939" y="1778182"/>
            <a:ext cx="214996" cy="129125"/>
            <a:chOff x="3489775" y="2366300"/>
            <a:chExt cx="366325" cy="220050"/>
          </a:xfrm>
        </p:grpSpPr>
        <p:sp>
          <p:nvSpPr>
            <p:cNvPr id="4442" name="Google Shape;4442;p193"/>
            <p:cNvSpPr/>
            <p:nvPr/>
          </p:nvSpPr>
          <p:spPr>
            <a:xfrm>
              <a:off x="3583200" y="2455525"/>
              <a:ext cx="179500" cy="41575"/>
            </a:xfrm>
            <a:custGeom>
              <a:avLst/>
              <a:gdLst/>
              <a:ahLst/>
              <a:cxnLst/>
              <a:rect l="l" t="t" r="r" b="b"/>
              <a:pathLst>
                <a:path w="7180" h="1663" extrusionOk="0">
                  <a:moveTo>
                    <a:pt x="709" y="1"/>
                  </a:moveTo>
                  <a:lnTo>
                    <a:pt x="610" y="11"/>
                  </a:lnTo>
                  <a:lnTo>
                    <a:pt x="532" y="30"/>
                  </a:lnTo>
                  <a:lnTo>
                    <a:pt x="453" y="50"/>
                  </a:lnTo>
                  <a:lnTo>
                    <a:pt x="374" y="70"/>
                  </a:lnTo>
                  <a:lnTo>
                    <a:pt x="315" y="109"/>
                  </a:lnTo>
                  <a:lnTo>
                    <a:pt x="256" y="148"/>
                  </a:lnTo>
                  <a:lnTo>
                    <a:pt x="197" y="188"/>
                  </a:lnTo>
                  <a:lnTo>
                    <a:pt x="148" y="237"/>
                  </a:lnTo>
                  <a:lnTo>
                    <a:pt x="109" y="286"/>
                  </a:lnTo>
                  <a:lnTo>
                    <a:pt x="79" y="345"/>
                  </a:lnTo>
                  <a:lnTo>
                    <a:pt x="50" y="414"/>
                  </a:lnTo>
                  <a:lnTo>
                    <a:pt x="30" y="483"/>
                  </a:lnTo>
                  <a:lnTo>
                    <a:pt x="10" y="552"/>
                  </a:lnTo>
                  <a:lnTo>
                    <a:pt x="1" y="620"/>
                  </a:lnTo>
                  <a:lnTo>
                    <a:pt x="1" y="709"/>
                  </a:lnTo>
                  <a:lnTo>
                    <a:pt x="1" y="955"/>
                  </a:lnTo>
                  <a:lnTo>
                    <a:pt x="1" y="1033"/>
                  </a:lnTo>
                  <a:lnTo>
                    <a:pt x="10" y="1112"/>
                  </a:lnTo>
                  <a:lnTo>
                    <a:pt x="30" y="1181"/>
                  </a:lnTo>
                  <a:lnTo>
                    <a:pt x="50" y="1250"/>
                  </a:lnTo>
                  <a:lnTo>
                    <a:pt x="79" y="1319"/>
                  </a:lnTo>
                  <a:lnTo>
                    <a:pt x="109" y="1368"/>
                  </a:lnTo>
                  <a:lnTo>
                    <a:pt x="148" y="1427"/>
                  </a:lnTo>
                  <a:lnTo>
                    <a:pt x="197" y="1476"/>
                  </a:lnTo>
                  <a:lnTo>
                    <a:pt x="256" y="1515"/>
                  </a:lnTo>
                  <a:lnTo>
                    <a:pt x="315" y="1555"/>
                  </a:lnTo>
                  <a:lnTo>
                    <a:pt x="374" y="1584"/>
                  </a:lnTo>
                  <a:lnTo>
                    <a:pt x="453" y="1614"/>
                  </a:lnTo>
                  <a:lnTo>
                    <a:pt x="532" y="1633"/>
                  </a:lnTo>
                  <a:lnTo>
                    <a:pt x="610" y="1653"/>
                  </a:lnTo>
                  <a:lnTo>
                    <a:pt x="709" y="1663"/>
                  </a:lnTo>
                  <a:lnTo>
                    <a:pt x="905" y="1663"/>
                  </a:lnTo>
                  <a:lnTo>
                    <a:pt x="1004" y="1653"/>
                  </a:lnTo>
                  <a:lnTo>
                    <a:pt x="1082" y="1633"/>
                  </a:lnTo>
                  <a:lnTo>
                    <a:pt x="1161" y="1614"/>
                  </a:lnTo>
                  <a:lnTo>
                    <a:pt x="1240" y="1584"/>
                  </a:lnTo>
                  <a:lnTo>
                    <a:pt x="1299" y="1555"/>
                  </a:lnTo>
                  <a:lnTo>
                    <a:pt x="1358" y="1515"/>
                  </a:lnTo>
                  <a:lnTo>
                    <a:pt x="1417" y="1476"/>
                  </a:lnTo>
                  <a:lnTo>
                    <a:pt x="1466" y="1427"/>
                  </a:lnTo>
                  <a:lnTo>
                    <a:pt x="1505" y="1368"/>
                  </a:lnTo>
                  <a:lnTo>
                    <a:pt x="1535" y="1319"/>
                  </a:lnTo>
                  <a:lnTo>
                    <a:pt x="1564" y="1250"/>
                  </a:lnTo>
                  <a:lnTo>
                    <a:pt x="1584" y="1181"/>
                  </a:lnTo>
                  <a:lnTo>
                    <a:pt x="1604" y="1112"/>
                  </a:lnTo>
                  <a:lnTo>
                    <a:pt x="1604" y="1033"/>
                  </a:lnTo>
                  <a:lnTo>
                    <a:pt x="1613" y="955"/>
                  </a:lnTo>
                  <a:lnTo>
                    <a:pt x="1613" y="709"/>
                  </a:lnTo>
                  <a:lnTo>
                    <a:pt x="1604" y="620"/>
                  </a:lnTo>
                  <a:lnTo>
                    <a:pt x="1604" y="552"/>
                  </a:lnTo>
                  <a:lnTo>
                    <a:pt x="1584" y="483"/>
                  </a:lnTo>
                  <a:lnTo>
                    <a:pt x="1564" y="414"/>
                  </a:lnTo>
                  <a:lnTo>
                    <a:pt x="1535" y="345"/>
                  </a:lnTo>
                  <a:lnTo>
                    <a:pt x="1505" y="286"/>
                  </a:lnTo>
                  <a:lnTo>
                    <a:pt x="1466" y="237"/>
                  </a:lnTo>
                  <a:lnTo>
                    <a:pt x="1417" y="188"/>
                  </a:lnTo>
                  <a:lnTo>
                    <a:pt x="1358" y="148"/>
                  </a:lnTo>
                  <a:lnTo>
                    <a:pt x="1299" y="109"/>
                  </a:lnTo>
                  <a:lnTo>
                    <a:pt x="1240" y="70"/>
                  </a:lnTo>
                  <a:lnTo>
                    <a:pt x="1161" y="50"/>
                  </a:lnTo>
                  <a:lnTo>
                    <a:pt x="1082" y="30"/>
                  </a:lnTo>
                  <a:lnTo>
                    <a:pt x="1004" y="11"/>
                  </a:lnTo>
                  <a:lnTo>
                    <a:pt x="905" y="1"/>
                  </a:lnTo>
                  <a:close/>
                  <a:moveTo>
                    <a:pt x="3492" y="1"/>
                  </a:moveTo>
                  <a:lnTo>
                    <a:pt x="3403" y="11"/>
                  </a:lnTo>
                  <a:lnTo>
                    <a:pt x="3315" y="30"/>
                  </a:lnTo>
                  <a:lnTo>
                    <a:pt x="3236" y="50"/>
                  </a:lnTo>
                  <a:lnTo>
                    <a:pt x="3167" y="70"/>
                  </a:lnTo>
                  <a:lnTo>
                    <a:pt x="3098" y="109"/>
                  </a:lnTo>
                  <a:lnTo>
                    <a:pt x="3039" y="148"/>
                  </a:lnTo>
                  <a:lnTo>
                    <a:pt x="2980" y="188"/>
                  </a:lnTo>
                  <a:lnTo>
                    <a:pt x="2941" y="237"/>
                  </a:lnTo>
                  <a:lnTo>
                    <a:pt x="2902" y="286"/>
                  </a:lnTo>
                  <a:lnTo>
                    <a:pt x="2862" y="345"/>
                  </a:lnTo>
                  <a:lnTo>
                    <a:pt x="2833" y="414"/>
                  </a:lnTo>
                  <a:lnTo>
                    <a:pt x="2813" y="483"/>
                  </a:lnTo>
                  <a:lnTo>
                    <a:pt x="2803" y="552"/>
                  </a:lnTo>
                  <a:lnTo>
                    <a:pt x="2793" y="620"/>
                  </a:lnTo>
                  <a:lnTo>
                    <a:pt x="2784" y="709"/>
                  </a:lnTo>
                  <a:lnTo>
                    <a:pt x="2784" y="955"/>
                  </a:lnTo>
                  <a:lnTo>
                    <a:pt x="2793" y="1033"/>
                  </a:lnTo>
                  <a:lnTo>
                    <a:pt x="2803" y="1112"/>
                  </a:lnTo>
                  <a:lnTo>
                    <a:pt x="2813" y="1181"/>
                  </a:lnTo>
                  <a:lnTo>
                    <a:pt x="2833" y="1250"/>
                  </a:lnTo>
                  <a:lnTo>
                    <a:pt x="2862" y="1319"/>
                  </a:lnTo>
                  <a:lnTo>
                    <a:pt x="2902" y="1368"/>
                  </a:lnTo>
                  <a:lnTo>
                    <a:pt x="2941" y="1427"/>
                  </a:lnTo>
                  <a:lnTo>
                    <a:pt x="2980" y="1476"/>
                  </a:lnTo>
                  <a:lnTo>
                    <a:pt x="3039" y="1515"/>
                  </a:lnTo>
                  <a:lnTo>
                    <a:pt x="3098" y="1555"/>
                  </a:lnTo>
                  <a:lnTo>
                    <a:pt x="3167" y="1584"/>
                  </a:lnTo>
                  <a:lnTo>
                    <a:pt x="3236" y="1614"/>
                  </a:lnTo>
                  <a:lnTo>
                    <a:pt x="3315" y="1633"/>
                  </a:lnTo>
                  <a:lnTo>
                    <a:pt x="3403" y="1653"/>
                  </a:lnTo>
                  <a:lnTo>
                    <a:pt x="3492" y="1663"/>
                  </a:lnTo>
                  <a:lnTo>
                    <a:pt x="3688" y="1663"/>
                  </a:lnTo>
                  <a:lnTo>
                    <a:pt x="3787" y="1653"/>
                  </a:lnTo>
                  <a:lnTo>
                    <a:pt x="3875" y="1633"/>
                  </a:lnTo>
                  <a:lnTo>
                    <a:pt x="3954" y="1614"/>
                  </a:lnTo>
                  <a:lnTo>
                    <a:pt x="4023" y="1584"/>
                  </a:lnTo>
                  <a:lnTo>
                    <a:pt x="4091" y="1555"/>
                  </a:lnTo>
                  <a:lnTo>
                    <a:pt x="4150" y="1515"/>
                  </a:lnTo>
                  <a:lnTo>
                    <a:pt x="4200" y="1476"/>
                  </a:lnTo>
                  <a:lnTo>
                    <a:pt x="4249" y="1427"/>
                  </a:lnTo>
                  <a:lnTo>
                    <a:pt x="4288" y="1368"/>
                  </a:lnTo>
                  <a:lnTo>
                    <a:pt x="4318" y="1319"/>
                  </a:lnTo>
                  <a:lnTo>
                    <a:pt x="4347" y="1250"/>
                  </a:lnTo>
                  <a:lnTo>
                    <a:pt x="4367" y="1181"/>
                  </a:lnTo>
                  <a:lnTo>
                    <a:pt x="4386" y="1112"/>
                  </a:lnTo>
                  <a:lnTo>
                    <a:pt x="4396" y="1033"/>
                  </a:lnTo>
                  <a:lnTo>
                    <a:pt x="4396" y="955"/>
                  </a:lnTo>
                  <a:lnTo>
                    <a:pt x="4396" y="709"/>
                  </a:lnTo>
                  <a:lnTo>
                    <a:pt x="4396" y="620"/>
                  </a:lnTo>
                  <a:lnTo>
                    <a:pt x="4386" y="552"/>
                  </a:lnTo>
                  <a:lnTo>
                    <a:pt x="4367" y="483"/>
                  </a:lnTo>
                  <a:lnTo>
                    <a:pt x="4347" y="414"/>
                  </a:lnTo>
                  <a:lnTo>
                    <a:pt x="4318" y="345"/>
                  </a:lnTo>
                  <a:lnTo>
                    <a:pt x="4288" y="286"/>
                  </a:lnTo>
                  <a:lnTo>
                    <a:pt x="4249" y="237"/>
                  </a:lnTo>
                  <a:lnTo>
                    <a:pt x="4200" y="188"/>
                  </a:lnTo>
                  <a:lnTo>
                    <a:pt x="4150" y="148"/>
                  </a:lnTo>
                  <a:lnTo>
                    <a:pt x="4091" y="109"/>
                  </a:lnTo>
                  <a:lnTo>
                    <a:pt x="4023" y="70"/>
                  </a:lnTo>
                  <a:lnTo>
                    <a:pt x="3954" y="50"/>
                  </a:lnTo>
                  <a:lnTo>
                    <a:pt x="3875" y="30"/>
                  </a:lnTo>
                  <a:lnTo>
                    <a:pt x="3787" y="11"/>
                  </a:lnTo>
                  <a:lnTo>
                    <a:pt x="3688" y="1"/>
                  </a:lnTo>
                  <a:close/>
                  <a:moveTo>
                    <a:pt x="6274" y="1"/>
                  </a:moveTo>
                  <a:lnTo>
                    <a:pt x="6186" y="11"/>
                  </a:lnTo>
                  <a:lnTo>
                    <a:pt x="6097" y="30"/>
                  </a:lnTo>
                  <a:lnTo>
                    <a:pt x="6019" y="50"/>
                  </a:lnTo>
                  <a:lnTo>
                    <a:pt x="5950" y="70"/>
                  </a:lnTo>
                  <a:lnTo>
                    <a:pt x="5881" y="109"/>
                  </a:lnTo>
                  <a:lnTo>
                    <a:pt x="5822" y="148"/>
                  </a:lnTo>
                  <a:lnTo>
                    <a:pt x="5773" y="188"/>
                  </a:lnTo>
                  <a:lnTo>
                    <a:pt x="5724" y="237"/>
                  </a:lnTo>
                  <a:lnTo>
                    <a:pt x="5684" y="286"/>
                  </a:lnTo>
                  <a:lnTo>
                    <a:pt x="5645" y="345"/>
                  </a:lnTo>
                  <a:lnTo>
                    <a:pt x="5625" y="414"/>
                  </a:lnTo>
                  <a:lnTo>
                    <a:pt x="5606" y="483"/>
                  </a:lnTo>
                  <a:lnTo>
                    <a:pt x="5586" y="552"/>
                  </a:lnTo>
                  <a:lnTo>
                    <a:pt x="5576" y="620"/>
                  </a:lnTo>
                  <a:lnTo>
                    <a:pt x="5576" y="709"/>
                  </a:lnTo>
                  <a:lnTo>
                    <a:pt x="5576" y="955"/>
                  </a:lnTo>
                  <a:lnTo>
                    <a:pt x="5576" y="1033"/>
                  </a:lnTo>
                  <a:lnTo>
                    <a:pt x="5586" y="1112"/>
                  </a:lnTo>
                  <a:lnTo>
                    <a:pt x="5606" y="1181"/>
                  </a:lnTo>
                  <a:lnTo>
                    <a:pt x="5625" y="1250"/>
                  </a:lnTo>
                  <a:lnTo>
                    <a:pt x="5645" y="1319"/>
                  </a:lnTo>
                  <a:lnTo>
                    <a:pt x="5684" y="1368"/>
                  </a:lnTo>
                  <a:lnTo>
                    <a:pt x="5724" y="1427"/>
                  </a:lnTo>
                  <a:lnTo>
                    <a:pt x="5773" y="1476"/>
                  </a:lnTo>
                  <a:lnTo>
                    <a:pt x="5822" y="1515"/>
                  </a:lnTo>
                  <a:lnTo>
                    <a:pt x="5881" y="1555"/>
                  </a:lnTo>
                  <a:lnTo>
                    <a:pt x="5950" y="1584"/>
                  </a:lnTo>
                  <a:lnTo>
                    <a:pt x="6019" y="1614"/>
                  </a:lnTo>
                  <a:lnTo>
                    <a:pt x="6097" y="1633"/>
                  </a:lnTo>
                  <a:lnTo>
                    <a:pt x="6186" y="1653"/>
                  </a:lnTo>
                  <a:lnTo>
                    <a:pt x="6274" y="1663"/>
                  </a:lnTo>
                  <a:lnTo>
                    <a:pt x="6481" y="1663"/>
                  </a:lnTo>
                  <a:lnTo>
                    <a:pt x="6569" y="1653"/>
                  </a:lnTo>
                  <a:lnTo>
                    <a:pt x="6658" y="1633"/>
                  </a:lnTo>
                  <a:lnTo>
                    <a:pt x="6737" y="1614"/>
                  </a:lnTo>
                  <a:lnTo>
                    <a:pt x="6805" y="1584"/>
                  </a:lnTo>
                  <a:lnTo>
                    <a:pt x="6874" y="1555"/>
                  </a:lnTo>
                  <a:lnTo>
                    <a:pt x="6933" y="1515"/>
                  </a:lnTo>
                  <a:lnTo>
                    <a:pt x="6982" y="1476"/>
                  </a:lnTo>
                  <a:lnTo>
                    <a:pt x="7032" y="1427"/>
                  </a:lnTo>
                  <a:lnTo>
                    <a:pt x="7071" y="1368"/>
                  </a:lnTo>
                  <a:lnTo>
                    <a:pt x="7110" y="1319"/>
                  </a:lnTo>
                  <a:lnTo>
                    <a:pt x="7130" y="1250"/>
                  </a:lnTo>
                  <a:lnTo>
                    <a:pt x="7159" y="1181"/>
                  </a:lnTo>
                  <a:lnTo>
                    <a:pt x="7169" y="1112"/>
                  </a:lnTo>
                  <a:lnTo>
                    <a:pt x="7179" y="1033"/>
                  </a:lnTo>
                  <a:lnTo>
                    <a:pt x="7179" y="955"/>
                  </a:lnTo>
                  <a:lnTo>
                    <a:pt x="7179" y="709"/>
                  </a:lnTo>
                  <a:lnTo>
                    <a:pt x="7179" y="620"/>
                  </a:lnTo>
                  <a:lnTo>
                    <a:pt x="7169" y="552"/>
                  </a:lnTo>
                  <a:lnTo>
                    <a:pt x="7159" y="483"/>
                  </a:lnTo>
                  <a:lnTo>
                    <a:pt x="7130" y="414"/>
                  </a:lnTo>
                  <a:lnTo>
                    <a:pt x="7110" y="345"/>
                  </a:lnTo>
                  <a:lnTo>
                    <a:pt x="7071" y="286"/>
                  </a:lnTo>
                  <a:lnTo>
                    <a:pt x="7032" y="237"/>
                  </a:lnTo>
                  <a:lnTo>
                    <a:pt x="6982" y="188"/>
                  </a:lnTo>
                  <a:lnTo>
                    <a:pt x="6933" y="148"/>
                  </a:lnTo>
                  <a:lnTo>
                    <a:pt x="6874" y="109"/>
                  </a:lnTo>
                  <a:lnTo>
                    <a:pt x="6805" y="70"/>
                  </a:lnTo>
                  <a:lnTo>
                    <a:pt x="6737" y="50"/>
                  </a:lnTo>
                  <a:lnTo>
                    <a:pt x="6658" y="30"/>
                  </a:lnTo>
                  <a:lnTo>
                    <a:pt x="6569" y="11"/>
                  </a:lnTo>
                  <a:lnTo>
                    <a:pt x="648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43" name="Google Shape;4443;p193"/>
            <p:cNvSpPr/>
            <p:nvPr/>
          </p:nvSpPr>
          <p:spPr>
            <a:xfrm>
              <a:off x="3489775" y="2366300"/>
              <a:ext cx="366325" cy="220050"/>
            </a:xfrm>
            <a:custGeom>
              <a:avLst/>
              <a:gdLst/>
              <a:ahLst/>
              <a:cxnLst/>
              <a:rect l="l" t="t" r="r" b="b"/>
              <a:pathLst>
                <a:path w="14653" h="8802" extrusionOk="0">
                  <a:moveTo>
                    <a:pt x="1604" y="0"/>
                  </a:moveTo>
                  <a:lnTo>
                    <a:pt x="1515" y="10"/>
                  </a:lnTo>
                  <a:lnTo>
                    <a:pt x="1437" y="30"/>
                  </a:lnTo>
                  <a:lnTo>
                    <a:pt x="1358" y="50"/>
                  </a:lnTo>
                  <a:lnTo>
                    <a:pt x="1279" y="79"/>
                  </a:lnTo>
                  <a:lnTo>
                    <a:pt x="1210" y="118"/>
                  </a:lnTo>
                  <a:lnTo>
                    <a:pt x="1151" y="158"/>
                  </a:lnTo>
                  <a:lnTo>
                    <a:pt x="1092" y="207"/>
                  </a:lnTo>
                  <a:lnTo>
                    <a:pt x="1043" y="266"/>
                  </a:lnTo>
                  <a:lnTo>
                    <a:pt x="994" y="335"/>
                  </a:lnTo>
                  <a:lnTo>
                    <a:pt x="955" y="404"/>
                  </a:lnTo>
                  <a:lnTo>
                    <a:pt x="915" y="482"/>
                  </a:lnTo>
                  <a:lnTo>
                    <a:pt x="896" y="571"/>
                  </a:lnTo>
                  <a:lnTo>
                    <a:pt x="876" y="669"/>
                  </a:lnTo>
                  <a:lnTo>
                    <a:pt x="856" y="767"/>
                  </a:lnTo>
                  <a:lnTo>
                    <a:pt x="856" y="876"/>
                  </a:lnTo>
                  <a:lnTo>
                    <a:pt x="856" y="3098"/>
                  </a:lnTo>
                  <a:lnTo>
                    <a:pt x="856" y="3196"/>
                  </a:lnTo>
                  <a:lnTo>
                    <a:pt x="837" y="3285"/>
                  </a:lnTo>
                  <a:lnTo>
                    <a:pt x="827" y="3363"/>
                  </a:lnTo>
                  <a:lnTo>
                    <a:pt x="797" y="3442"/>
                  </a:lnTo>
                  <a:lnTo>
                    <a:pt x="768" y="3511"/>
                  </a:lnTo>
                  <a:lnTo>
                    <a:pt x="729" y="3570"/>
                  </a:lnTo>
                  <a:lnTo>
                    <a:pt x="679" y="3629"/>
                  </a:lnTo>
                  <a:lnTo>
                    <a:pt x="630" y="3678"/>
                  </a:lnTo>
                  <a:lnTo>
                    <a:pt x="571" y="3727"/>
                  </a:lnTo>
                  <a:lnTo>
                    <a:pt x="502" y="3767"/>
                  </a:lnTo>
                  <a:lnTo>
                    <a:pt x="434" y="3796"/>
                  </a:lnTo>
                  <a:lnTo>
                    <a:pt x="355" y="3826"/>
                  </a:lnTo>
                  <a:lnTo>
                    <a:pt x="276" y="3845"/>
                  </a:lnTo>
                  <a:lnTo>
                    <a:pt x="188" y="3855"/>
                  </a:lnTo>
                  <a:lnTo>
                    <a:pt x="99" y="3865"/>
                  </a:lnTo>
                  <a:lnTo>
                    <a:pt x="1" y="3875"/>
                  </a:lnTo>
                  <a:lnTo>
                    <a:pt x="1" y="4927"/>
                  </a:lnTo>
                  <a:lnTo>
                    <a:pt x="99" y="4937"/>
                  </a:lnTo>
                  <a:lnTo>
                    <a:pt x="188" y="4947"/>
                  </a:lnTo>
                  <a:lnTo>
                    <a:pt x="276" y="4956"/>
                  </a:lnTo>
                  <a:lnTo>
                    <a:pt x="355" y="4976"/>
                  </a:lnTo>
                  <a:lnTo>
                    <a:pt x="434" y="5006"/>
                  </a:lnTo>
                  <a:lnTo>
                    <a:pt x="502" y="5035"/>
                  </a:lnTo>
                  <a:lnTo>
                    <a:pt x="571" y="5074"/>
                  </a:lnTo>
                  <a:lnTo>
                    <a:pt x="630" y="5124"/>
                  </a:lnTo>
                  <a:lnTo>
                    <a:pt x="679" y="5173"/>
                  </a:lnTo>
                  <a:lnTo>
                    <a:pt x="729" y="5232"/>
                  </a:lnTo>
                  <a:lnTo>
                    <a:pt x="768" y="5291"/>
                  </a:lnTo>
                  <a:lnTo>
                    <a:pt x="797" y="5360"/>
                  </a:lnTo>
                  <a:lnTo>
                    <a:pt x="827" y="5438"/>
                  </a:lnTo>
                  <a:lnTo>
                    <a:pt x="837" y="5517"/>
                  </a:lnTo>
                  <a:lnTo>
                    <a:pt x="856" y="5605"/>
                  </a:lnTo>
                  <a:lnTo>
                    <a:pt x="856" y="5704"/>
                  </a:lnTo>
                  <a:lnTo>
                    <a:pt x="856" y="7926"/>
                  </a:lnTo>
                  <a:lnTo>
                    <a:pt x="856" y="8034"/>
                  </a:lnTo>
                  <a:lnTo>
                    <a:pt x="876" y="8133"/>
                  </a:lnTo>
                  <a:lnTo>
                    <a:pt x="896" y="8231"/>
                  </a:lnTo>
                  <a:lnTo>
                    <a:pt x="915" y="8319"/>
                  </a:lnTo>
                  <a:lnTo>
                    <a:pt x="955" y="8398"/>
                  </a:lnTo>
                  <a:lnTo>
                    <a:pt x="994" y="8467"/>
                  </a:lnTo>
                  <a:lnTo>
                    <a:pt x="1043" y="8536"/>
                  </a:lnTo>
                  <a:lnTo>
                    <a:pt x="1092" y="8595"/>
                  </a:lnTo>
                  <a:lnTo>
                    <a:pt x="1151" y="8644"/>
                  </a:lnTo>
                  <a:lnTo>
                    <a:pt x="1210" y="8683"/>
                  </a:lnTo>
                  <a:lnTo>
                    <a:pt x="1279" y="8723"/>
                  </a:lnTo>
                  <a:lnTo>
                    <a:pt x="1358" y="8752"/>
                  </a:lnTo>
                  <a:lnTo>
                    <a:pt x="1437" y="8772"/>
                  </a:lnTo>
                  <a:lnTo>
                    <a:pt x="1515" y="8791"/>
                  </a:lnTo>
                  <a:lnTo>
                    <a:pt x="1604" y="8801"/>
                  </a:lnTo>
                  <a:lnTo>
                    <a:pt x="2715" y="8801"/>
                  </a:lnTo>
                  <a:lnTo>
                    <a:pt x="2715" y="7867"/>
                  </a:lnTo>
                  <a:lnTo>
                    <a:pt x="2056" y="7867"/>
                  </a:lnTo>
                  <a:lnTo>
                    <a:pt x="2056" y="5605"/>
                  </a:lnTo>
                  <a:lnTo>
                    <a:pt x="2046" y="5458"/>
                  </a:lnTo>
                  <a:lnTo>
                    <a:pt x="2027" y="5320"/>
                  </a:lnTo>
                  <a:lnTo>
                    <a:pt x="2007" y="5202"/>
                  </a:lnTo>
                  <a:lnTo>
                    <a:pt x="1968" y="5084"/>
                  </a:lnTo>
                  <a:lnTo>
                    <a:pt x="1918" y="4986"/>
                  </a:lnTo>
                  <a:lnTo>
                    <a:pt x="1859" y="4888"/>
                  </a:lnTo>
                  <a:lnTo>
                    <a:pt x="1791" y="4809"/>
                  </a:lnTo>
                  <a:lnTo>
                    <a:pt x="1712" y="4730"/>
                  </a:lnTo>
                  <a:lnTo>
                    <a:pt x="1623" y="4671"/>
                  </a:lnTo>
                  <a:lnTo>
                    <a:pt x="1525" y="4612"/>
                  </a:lnTo>
                  <a:lnTo>
                    <a:pt x="1417" y="4573"/>
                  </a:lnTo>
                  <a:lnTo>
                    <a:pt x="1299" y="4534"/>
                  </a:lnTo>
                  <a:lnTo>
                    <a:pt x="1171" y="4504"/>
                  </a:lnTo>
                  <a:lnTo>
                    <a:pt x="1033" y="4484"/>
                  </a:lnTo>
                  <a:lnTo>
                    <a:pt x="886" y="4475"/>
                  </a:lnTo>
                  <a:lnTo>
                    <a:pt x="729" y="4465"/>
                  </a:lnTo>
                  <a:lnTo>
                    <a:pt x="729" y="4327"/>
                  </a:lnTo>
                  <a:lnTo>
                    <a:pt x="886" y="4327"/>
                  </a:lnTo>
                  <a:lnTo>
                    <a:pt x="1033" y="4317"/>
                  </a:lnTo>
                  <a:lnTo>
                    <a:pt x="1171" y="4298"/>
                  </a:lnTo>
                  <a:lnTo>
                    <a:pt x="1299" y="4268"/>
                  </a:lnTo>
                  <a:lnTo>
                    <a:pt x="1417" y="4229"/>
                  </a:lnTo>
                  <a:lnTo>
                    <a:pt x="1525" y="4189"/>
                  </a:lnTo>
                  <a:lnTo>
                    <a:pt x="1623" y="4130"/>
                  </a:lnTo>
                  <a:lnTo>
                    <a:pt x="1712" y="4071"/>
                  </a:lnTo>
                  <a:lnTo>
                    <a:pt x="1791" y="3993"/>
                  </a:lnTo>
                  <a:lnTo>
                    <a:pt x="1859" y="3914"/>
                  </a:lnTo>
                  <a:lnTo>
                    <a:pt x="1918" y="3816"/>
                  </a:lnTo>
                  <a:lnTo>
                    <a:pt x="1968" y="3717"/>
                  </a:lnTo>
                  <a:lnTo>
                    <a:pt x="2007" y="3599"/>
                  </a:lnTo>
                  <a:lnTo>
                    <a:pt x="2027" y="3481"/>
                  </a:lnTo>
                  <a:lnTo>
                    <a:pt x="2046" y="3344"/>
                  </a:lnTo>
                  <a:lnTo>
                    <a:pt x="2056" y="3196"/>
                  </a:lnTo>
                  <a:lnTo>
                    <a:pt x="2056" y="935"/>
                  </a:lnTo>
                  <a:lnTo>
                    <a:pt x="2715" y="935"/>
                  </a:lnTo>
                  <a:lnTo>
                    <a:pt x="2715" y="0"/>
                  </a:lnTo>
                  <a:close/>
                  <a:moveTo>
                    <a:pt x="11939" y="0"/>
                  </a:moveTo>
                  <a:lnTo>
                    <a:pt x="11939" y="935"/>
                  </a:lnTo>
                  <a:lnTo>
                    <a:pt x="12607" y="935"/>
                  </a:lnTo>
                  <a:lnTo>
                    <a:pt x="12607" y="3196"/>
                  </a:lnTo>
                  <a:lnTo>
                    <a:pt x="12607" y="3344"/>
                  </a:lnTo>
                  <a:lnTo>
                    <a:pt x="12627" y="3481"/>
                  </a:lnTo>
                  <a:lnTo>
                    <a:pt x="12657" y="3599"/>
                  </a:lnTo>
                  <a:lnTo>
                    <a:pt x="12696" y="3717"/>
                  </a:lnTo>
                  <a:lnTo>
                    <a:pt x="12735" y="3816"/>
                  </a:lnTo>
                  <a:lnTo>
                    <a:pt x="12794" y="3914"/>
                  </a:lnTo>
                  <a:lnTo>
                    <a:pt x="12863" y="3993"/>
                  </a:lnTo>
                  <a:lnTo>
                    <a:pt x="12942" y="4071"/>
                  </a:lnTo>
                  <a:lnTo>
                    <a:pt x="13030" y="4130"/>
                  </a:lnTo>
                  <a:lnTo>
                    <a:pt x="13129" y="4189"/>
                  </a:lnTo>
                  <a:lnTo>
                    <a:pt x="13237" y="4229"/>
                  </a:lnTo>
                  <a:lnTo>
                    <a:pt x="13355" y="4268"/>
                  </a:lnTo>
                  <a:lnTo>
                    <a:pt x="13492" y="4298"/>
                  </a:lnTo>
                  <a:lnTo>
                    <a:pt x="13630" y="4317"/>
                  </a:lnTo>
                  <a:lnTo>
                    <a:pt x="13778" y="4327"/>
                  </a:lnTo>
                  <a:lnTo>
                    <a:pt x="13935" y="4327"/>
                  </a:lnTo>
                  <a:lnTo>
                    <a:pt x="13935" y="4465"/>
                  </a:lnTo>
                  <a:lnTo>
                    <a:pt x="13778" y="4475"/>
                  </a:lnTo>
                  <a:lnTo>
                    <a:pt x="13630" y="4484"/>
                  </a:lnTo>
                  <a:lnTo>
                    <a:pt x="13492" y="4504"/>
                  </a:lnTo>
                  <a:lnTo>
                    <a:pt x="13355" y="4534"/>
                  </a:lnTo>
                  <a:lnTo>
                    <a:pt x="13237" y="4573"/>
                  </a:lnTo>
                  <a:lnTo>
                    <a:pt x="13129" y="4612"/>
                  </a:lnTo>
                  <a:lnTo>
                    <a:pt x="13030" y="4671"/>
                  </a:lnTo>
                  <a:lnTo>
                    <a:pt x="12942" y="4730"/>
                  </a:lnTo>
                  <a:lnTo>
                    <a:pt x="12863" y="4809"/>
                  </a:lnTo>
                  <a:lnTo>
                    <a:pt x="12794" y="4888"/>
                  </a:lnTo>
                  <a:lnTo>
                    <a:pt x="12735" y="4986"/>
                  </a:lnTo>
                  <a:lnTo>
                    <a:pt x="12696" y="5084"/>
                  </a:lnTo>
                  <a:lnTo>
                    <a:pt x="12657" y="5202"/>
                  </a:lnTo>
                  <a:lnTo>
                    <a:pt x="12627" y="5320"/>
                  </a:lnTo>
                  <a:lnTo>
                    <a:pt x="12607" y="5458"/>
                  </a:lnTo>
                  <a:lnTo>
                    <a:pt x="12607" y="5605"/>
                  </a:lnTo>
                  <a:lnTo>
                    <a:pt x="12607" y="7867"/>
                  </a:lnTo>
                  <a:lnTo>
                    <a:pt x="11939" y="7867"/>
                  </a:lnTo>
                  <a:lnTo>
                    <a:pt x="11939" y="8801"/>
                  </a:lnTo>
                  <a:lnTo>
                    <a:pt x="13060" y="8801"/>
                  </a:lnTo>
                  <a:lnTo>
                    <a:pt x="13138" y="8791"/>
                  </a:lnTo>
                  <a:lnTo>
                    <a:pt x="13227" y="8772"/>
                  </a:lnTo>
                  <a:lnTo>
                    <a:pt x="13306" y="8752"/>
                  </a:lnTo>
                  <a:lnTo>
                    <a:pt x="13374" y="8723"/>
                  </a:lnTo>
                  <a:lnTo>
                    <a:pt x="13443" y="8683"/>
                  </a:lnTo>
                  <a:lnTo>
                    <a:pt x="13512" y="8644"/>
                  </a:lnTo>
                  <a:lnTo>
                    <a:pt x="13571" y="8595"/>
                  </a:lnTo>
                  <a:lnTo>
                    <a:pt x="13620" y="8536"/>
                  </a:lnTo>
                  <a:lnTo>
                    <a:pt x="13669" y="8467"/>
                  </a:lnTo>
                  <a:lnTo>
                    <a:pt x="13709" y="8398"/>
                  </a:lnTo>
                  <a:lnTo>
                    <a:pt x="13738" y="8319"/>
                  </a:lnTo>
                  <a:lnTo>
                    <a:pt x="13768" y="8231"/>
                  </a:lnTo>
                  <a:lnTo>
                    <a:pt x="13787" y="8133"/>
                  </a:lnTo>
                  <a:lnTo>
                    <a:pt x="13797" y="8034"/>
                  </a:lnTo>
                  <a:lnTo>
                    <a:pt x="13807" y="7926"/>
                  </a:lnTo>
                  <a:lnTo>
                    <a:pt x="13807" y="5704"/>
                  </a:lnTo>
                  <a:lnTo>
                    <a:pt x="13807" y="5605"/>
                  </a:lnTo>
                  <a:lnTo>
                    <a:pt x="13817" y="5517"/>
                  </a:lnTo>
                  <a:lnTo>
                    <a:pt x="13837" y="5438"/>
                  </a:lnTo>
                  <a:lnTo>
                    <a:pt x="13866" y="5360"/>
                  </a:lnTo>
                  <a:lnTo>
                    <a:pt x="13896" y="5291"/>
                  </a:lnTo>
                  <a:lnTo>
                    <a:pt x="13935" y="5232"/>
                  </a:lnTo>
                  <a:lnTo>
                    <a:pt x="13974" y="5173"/>
                  </a:lnTo>
                  <a:lnTo>
                    <a:pt x="14033" y="5124"/>
                  </a:lnTo>
                  <a:lnTo>
                    <a:pt x="14092" y="5074"/>
                  </a:lnTo>
                  <a:lnTo>
                    <a:pt x="14151" y="5035"/>
                  </a:lnTo>
                  <a:lnTo>
                    <a:pt x="14220" y="5006"/>
                  </a:lnTo>
                  <a:lnTo>
                    <a:pt x="14299" y="4976"/>
                  </a:lnTo>
                  <a:lnTo>
                    <a:pt x="14377" y="4956"/>
                  </a:lnTo>
                  <a:lnTo>
                    <a:pt x="14466" y="4947"/>
                  </a:lnTo>
                  <a:lnTo>
                    <a:pt x="14564" y="4937"/>
                  </a:lnTo>
                  <a:lnTo>
                    <a:pt x="14653" y="4927"/>
                  </a:lnTo>
                  <a:lnTo>
                    <a:pt x="14653" y="3875"/>
                  </a:lnTo>
                  <a:lnTo>
                    <a:pt x="14564" y="3865"/>
                  </a:lnTo>
                  <a:lnTo>
                    <a:pt x="14466" y="3855"/>
                  </a:lnTo>
                  <a:lnTo>
                    <a:pt x="14377" y="3845"/>
                  </a:lnTo>
                  <a:lnTo>
                    <a:pt x="14299" y="3826"/>
                  </a:lnTo>
                  <a:lnTo>
                    <a:pt x="14220" y="3796"/>
                  </a:lnTo>
                  <a:lnTo>
                    <a:pt x="14151" y="3767"/>
                  </a:lnTo>
                  <a:lnTo>
                    <a:pt x="14092" y="3727"/>
                  </a:lnTo>
                  <a:lnTo>
                    <a:pt x="14033" y="3678"/>
                  </a:lnTo>
                  <a:lnTo>
                    <a:pt x="13974" y="3629"/>
                  </a:lnTo>
                  <a:lnTo>
                    <a:pt x="13935" y="3570"/>
                  </a:lnTo>
                  <a:lnTo>
                    <a:pt x="13896" y="3511"/>
                  </a:lnTo>
                  <a:lnTo>
                    <a:pt x="13866" y="3442"/>
                  </a:lnTo>
                  <a:lnTo>
                    <a:pt x="13837" y="3363"/>
                  </a:lnTo>
                  <a:lnTo>
                    <a:pt x="13817" y="3285"/>
                  </a:lnTo>
                  <a:lnTo>
                    <a:pt x="13807" y="3196"/>
                  </a:lnTo>
                  <a:lnTo>
                    <a:pt x="13807" y="3098"/>
                  </a:lnTo>
                  <a:lnTo>
                    <a:pt x="13807" y="876"/>
                  </a:lnTo>
                  <a:lnTo>
                    <a:pt x="13797" y="767"/>
                  </a:lnTo>
                  <a:lnTo>
                    <a:pt x="13787" y="669"/>
                  </a:lnTo>
                  <a:lnTo>
                    <a:pt x="13768" y="571"/>
                  </a:lnTo>
                  <a:lnTo>
                    <a:pt x="13738" y="482"/>
                  </a:lnTo>
                  <a:lnTo>
                    <a:pt x="13709" y="404"/>
                  </a:lnTo>
                  <a:lnTo>
                    <a:pt x="13669" y="335"/>
                  </a:lnTo>
                  <a:lnTo>
                    <a:pt x="13620" y="266"/>
                  </a:lnTo>
                  <a:lnTo>
                    <a:pt x="13571" y="207"/>
                  </a:lnTo>
                  <a:lnTo>
                    <a:pt x="13512" y="158"/>
                  </a:lnTo>
                  <a:lnTo>
                    <a:pt x="13443" y="118"/>
                  </a:lnTo>
                  <a:lnTo>
                    <a:pt x="13374" y="79"/>
                  </a:lnTo>
                  <a:lnTo>
                    <a:pt x="13306" y="50"/>
                  </a:lnTo>
                  <a:lnTo>
                    <a:pt x="13227" y="30"/>
                  </a:lnTo>
                  <a:lnTo>
                    <a:pt x="13138" y="10"/>
                  </a:lnTo>
                  <a:lnTo>
                    <a:pt x="13060"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444" name="Google Shape;4444;p193"/>
          <p:cNvGrpSpPr/>
          <p:nvPr/>
        </p:nvGrpSpPr>
        <p:grpSpPr>
          <a:xfrm>
            <a:off x="8126751" y="1744828"/>
            <a:ext cx="236623" cy="206583"/>
            <a:chOff x="725125" y="2301150"/>
            <a:chExt cx="403175" cy="352050"/>
          </a:xfrm>
        </p:grpSpPr>
        <p:sp>
          <p:nvSpPr>
            <p:cNvPr id="4445" name="Google Shape;4445;p193"/>
            <p:cNvSpPr/>
            <p:nvPr/>
          </p:nvSpPr>
          <p:spPr>
            <a:xfrm>
              <a:off x="908750" y="2458475"/>
              <a:ext cx="35925" cy="35675"/>
            </a:xfrm>
            <a:custGeom>
              <a:avLst/>
              <a:gdLst/>
              <a:ahLst/>
              <a:cxnLst/>
              <a:rect l="l" t="t" r="r" b="b"/>
              <a:pathLst>
                <a:path w="1437" h="1427" extrusionOk="0">
                  <a:moveTo>
                    <a:pt x="650" y="1"/>
                  </a:moveTo>
                  <a:lnTo>
                    <a:pt x="571" y="11"/>
                  </a:lnTo>
                  <a:lnTo>
                    <a:pt x="502" y="30"/>
                  </a:lnTo>
                  <a:lnTo>
                    <a:pt x="443" y="60"/>
                  </a:lnTo>
                  <a:lnTo>
                    <a:pt x="374" y="89"/>
                  </a:lnTo>
                  <a:lnTo>
                    <a:pt x="315" y="119"/>
                  </a:lnTo>
                  <a:lnTo>
                    <a:pt x="266" y="158"/>
                  </a:lnTo>
                  <a:lnTo>
                    <a:pt x="217" y="207"/>
                  </a:lnTo>
                  <a:lnTo>
                    <a:pt x="168" y="257"/>
                  </a:lnTo>
                  <a:lnTo>
                    <a:pt x="128" y="316"/>
                  </a:lnTo>
                  <a:lnTo>
                    <a:pt x="89" y="375"/>
                  </a:lnTo>
                  <a:lnTo>
                    <a:pt x="60" y="434"/>
                  </a:lnTo>
                  <a:lnTo>
                    <a:pt x="40" y="502"/>
                  </a:lnTo>
                  <a:lnTo>
                    <a:pt x="20" y="571"/>
                  </a:lnTo>
                  <a:lnTo>
                    <a:pt x="10" y="640"/>
                  </a:lnTo>
                  <a:lnTo>
                    <a:pt x="1" y="709"/>
                  </a:lnTo>
                  <a:lnTo>
                    <a:pt x="10" y="788"/>
                  </a:lnTo>
                  <a:lnTo>
                    <a:pt x="20" y="856"/>
                  </a:lnTo>
                  <a:lnTo>
                    <a:pt x="40" y="925"/>
                  </a:lnTo>
                  <a:lnTo>
                    <a:pt x="60" y="994"/>
                  </a:lnTo>
                  <a:lnTo>
                    <a:pt x="89" y="1053"/>
                  </a:lnTo>
                  <a:lnTo>
                    <a:pt x="128" y="1112"/>
                  </a:lnTo>
                  <a:lnTo>
                    <a:pt x="168" y="1171"/>
                  </a:lnTo>
                  <a:lnTo>
                    <a:pt x="217" y="1220"/>
                  </a:lnTo>
                  <a:lnTo>
                    <a:pt x="266" y="1260"/>
                  </a:lnTo>
                  <a:lnTo>
                    <a:pt x="315" y="1309"/>
                  </a:lnTo>
                  <a:lnTo>
                    <a:pt x="374" y="1338"/>
                  </a:lnTo>
                  <a:lnTo>
                    <a:pt x="443" y="1368"/>
                  </a:lnTo>
                  <a:lnTo>
                    <a:pt x="502" y="1397"/>
                  </a:lnTo>
                  <a:lnTo>
                    <a:pt x="571" y="1417"/>
                  </a:lnTo>
                  <a:lnTo>
                    <a:pt x="650" y="1427"/>
                  </a:lnTo>
                  <a:lnTo>
                    <a:pt x="787" y="1427"/>
                  </a:lnTo>
                  <a:lnTo>
                    <a:pt x="866" y="1417"/>
                  </a:lnTo>
                  <a:lnTo>
                    <a:pt x="935" y="1397"/>
                  </a:lnTo>
                  <a:lnTo>
                    <a:pt x="994" y="1368"/>
                  </a:lnTo>
                  <a:lnTo>
                    <a:pt x="1063" y="1338"/>
                  </a:lnTo>
                  <a:lnTo>
                    <a:pt x="1122" y="1309"/>
                  </a:lnTo>
                  <a:lnTo>
                    <a:pt x="1171" y="1260"/>
                  </a:lnTo>
                  <a:lnTo>
                    <a:pt x="1220" y="1220"/>
                  </a:lnTo>
                  <a:lnTo>
                    <a:pt x="1269" y="1171"/>
                  </a:lnTo>
                  <a:lnTo>
                    <a:pt x="1308" y="1112"/>
                  </a:lnTo>
                  <a:lnTo>
                    <a:pt x="1348" y="1053"/>
                  </a:lnTo>
                  <a:lnTo>
                    <a:pt x="1377" y="994"/>
                  </a:lnTo>
                  <a:lnTo>
                    <a:pt x="1397" y="925"/>
                  </a:lnTo>
                  <a:lnTo>
                    <a:pt x="1417" y="856"/>
                  </a:lnTo>
                  <a:lnTo>
                    <a:pt x="1426" y="788"/>
                  </a:lnTo>
                  <a:lnTo>
                    <a:pt x="1436" y="709"/>
                  </a:lnTo>
                  <a:lnTo>
                    <a:pt x="1426" y="640"/>
                  </a:lnTo>
                  <a:lnTo>
                    <a:pt x="1417" y="571"/>
                  </a:lnTo>
                  <a:lnTo>
                    <a:pt x="1397" y="502"/>
                  </a:lnTo>
                  <a:lnTo>
                    <a:pt x="1377" y="434"/>
                  </a:lnTo>
                  <a:lnTo>
                    <a:pt x="1348" y="375"/>
                  </a:lnTo>
                  <a:lnTo>
                    <a:pt x="1308" y="316"/>
                  </a:lnTo>
                  <a:lnTo>
                    <a:pt x="1269" y="257"/>
                  </a:lnTo>
                  <a:lnTo>
                    <a:pt x="1220" y="207"/>
                  </a:lnTo>
                  <a:lnTo>
                    <a:pt x="1171" y="158"/>
                  </a:lnTo>
                  <a:lnTo>
                    <a:pt x="1122" y="119"/>
                  </a:lnTo>
                  <a:lnTo>
                    <a:pt x="1063" y="89"/>
                  </a:lnTo>
                  <a:lnTo>
                    <a:pt x="994" y="60"/>
                  </a:lnTo>
                  <a:lnTo>
                    <a:pt x="935" y="30"/>
                  </a:lnTo>
                  <a:lnTo>
                    <a:pt x="866" y="11"/>
                  </a:lnTo>
                  <a:lnTo>
                    <a:pt x="78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46" name="Google Shape;4446;p193"/>
            <p:cNvSpPr/>
            <p:nvPr/>
          </p:nvSpPr>
          <p:spPr>
            <a:xfrm>
              <a:off x="752650" y="2305325"/>
              <a:ext cx="348125" cy="341975"/>
            </a:xfrm>
            <a:custGeom>
              <a:avLst/>
              <a:gdLst/>
              <a:ahLst/>
              <a:cxnLst/>
              <a:rect l="l" t="t" r="r" b="b"/>
              <a:pathLst>
                <a:path w="13925" h="13679" extrusionOk="0">
                  <a:moveTo>
                    <a:pt x="4996" y="1"/>
                  </a:moveTo>
                  <a:lnTo>
                    <a:pt x="5035" y="129"/>
                  </a:lnTo>
                  <a:lnTo>
                    <a:pt x="5065" y="266"/>
                  </a:lnTo>
                  <a:lnTo>
                    <a:pt x="5084" y="404"/>
                  </a:lnTo>
                  <a:lnTo>
                    <a:pt x="5084" y="542"/>
                  </a:lnTo>
                  <a:lnTo>
                    <a:pt x="5084" y="650"/>
                  </a:lnTo>
                  <a:lnTo>
                    <a:pt x="5074" y="748"/>
                  </a:lnTo>
                  <a:lnTo>
                    <a:pt x="5055" y="846"/>
                  </a:lnTo>
                  <a:lnTo>
                    <a:pt x="5035" y="945"/>
                  </a:lnTo>
                  <a:lnTo>
                    <a:pt x="8890" y="945"/>
                  </a:lnTo>
                  <a:lnTo>
                    <a:pt x="8870" y="846"/>
                  </a:lnTo>
                  <a:lnTo>
                    <a:pt x="8850" y="748"/>
                  </a:lnTo>
                  <a:lnTo>
                    <a:pt x="8841" y="650"/>
                  </a:lnTo>
                  <a:lnTo>
                    <a:pt x="8841" y="542"/>
                  </a:lnTo>
                  <a:lnTo>
                    <a:pt x="8841" y="404"/>
                  </a:lnTo>
                  <a:lnTo>
                    <a:pt x="8860" y="266"/>
                  </a:lnTo>
                  <a:lnTo>
                    <a:pt x="8890" y="129"/>
                  </a:lnTo>
                  <a:lnTo>
                    <a:pt x="8929" y="1"/>
                  </a:lnTo>
                  <a:close/>
                  <a:moveTo>
                    <a:pt x="2105" y="1564"/>
                  </a:moveTo>
                  <a:lnTo>
                    <a:pt x="0" y="5222"/>
                  </a:lnTo>
                  <a:lnTo>
                    <a:pt x="118" y="5252"/>
                  </a:lnTo>
                  <a:lnTo>
                    <a:pt x="227" y="5291"/>
                  </a:lnTo>
                  <a:lnTo>
                    <a:pt x="345" y="5340"/>
                  </a:lnTo>
                  <a:lnTo>
                    <a:pt x="443" y="5399"/>
                  </a:lnTo>
                  <a:lnTo>
                    <a:pt x="551" y="5468"/>
                  </a:lnTo>
                  <a:lnTo>
                    <a:pt x="649" y="5537"/>
                  </a:lnTo>
                  <a:lnTo>
                    <a:pt x="738" y="5616"/>
                  </a:lnTo>
                  <a:lnTo>
                    <a:pt x="817" y="5694"/>
                  </a:lnTo>
                  <a:lnTo>
                    <a:pt x="2882" y="2125"/>
                  </a:lnTo>
                  <a:lnTo>
                    <a:pt x="2773" y="2076"/>
                  </a:lnTo>
                  <a:lnTo>
                    <a:pt x="2655" y="2026"/>
                  </a:lnTo>
                  <a:lnTo>
                    <a:pt x="2557" y="1967"/>
                  </a:lnTo>
                  <a:lnTo>
                    <a:pt x="2449" y="1899"/>
                  </a:lnTo>
                  <a:lnTo>
                    <a:pt x="2360" y="1830"/>
                  </a:lnTo>
                  <a:lnTo>
                    <a:pt x="2272" y="1741"/>
                  </a:lnTo>
                  <a:lnTo>
                    <a:pt x="2183" y="1663"/>
                  </a:lnTo>
                  <a:lnTo>
                    <a:pt x="2105" y="1564"/>
                  </a:lnTo>
                  <a:close/>
                  <a:moveTo>
                    <a:pt x="11820" y="1564"/>
                  </a:moveTo>
                  <a:lnTo>
                    <a:pt x="11742" y="1663"/>
                  </a:lnTo>
                  <a:lnTo>
                    <a:pt x="11653" y="1741"/>
                  </a:lnTo>
                  <a:lnTo>
                    <a:pt x="11565" y="1830"/>
                  </a:lnTo>
                  <a:lnTo>
                    <a:pt x="11476" y="1899"/>
                  </a:lnTo>
                  <a:lnTo>
                    <a:pt x="11368" y="1967"/>
                  </a:lnTo>
                  <a:lnTo>
                    <a:pt x="11270" y="2026"/>
                  </a:lnTo>
                  <a:lnTo>
                    <a:pt x="11152" y="2076"/>
                  </a:lnTo>
                  <a:lnTo>
                    <a:pt x="11043" y="2125"/>
                  </a:lnTo>
                  <a:lnTo>
                    <a:pt x="13108" y="5694"/>
                  </a:lnTo>
                  <a:lnTo>
                    <a:pt x="13187" y="5616"/>
                  </a:lnTo>
                  <a:lnTo>
                    <a:pt x="13276" y="5537"/>
                  </a:lnTo>
                  <a:lnTo>
                    <a:pt x="13374" y="5468"/>
                  </a:lnTo>
                  <a:lnTo>
                    <a:pt x="13482" y="5399"/>
                  </a:lnTo>
                  <a:lnTo>
                    <a:pt x="13580" y="5340"/>
                  </a:lnTo>
                  <a:lnTo>
                    <a:pt x="13698" y="5291"/>
                  </a:lnTo>
                  <a:lnTo>
                    <a:pt x="13807" y="5252"/>
                  </a:lnTo>
                  <a:lnTo>
                    <a:pt x="13925" y="5222"/>
                  </a:lnTo>
                  <a:lnTo>
                    <a:pt x="11820" y="1564"/>
                  </a:lnTo>
                  <a:close/>
                  <a:moveTo>
                    <a:pt x="817" y="7985"/>
                  </a:moveTo>
                  <a:lnTo>
                    <a:pt x="738" y="8064"/>
                  </a:lnTo>
                  <a:lnTo>
                    <a:pt x="649" y="8143"/>
                  </a:lnTo>
                  <a:lnTo>
                    <a:pt x="551" y="8212"/>
                  </a:lnTo>
                  <a:lnTo>
                    <a:pt x="443" y="8280"/>
                  </a:lnTo>
                  <a:lnTo>
                    <a:pt x="345" y="8339"/>
                  </a:lnTo>
                  <a:lnTo>
                    <a:pt x="227" y="8389"/>
                  </a:lnTo>
                  <a:lnTo>
                    <a:pt x="118" y="8428"/>
                  </a:lnTo>
                  <a:lnTo>
                    <a:pt x="0" y="8457"/>
                  </a:lnTo>
                  <a:lnTo>
                    <a:pt x="2134" y="12155"/>
                  </a:lnTo>
                  <a:lnTo>
                    <a:pt x="2213" y="12066"/>
                  </a:lnTo>
                  <a:lnTo>
                    <a:pt x="2292" y="11978"/>
                  </a:lnTo>
                  <a:lnTo>
                    <a:pt x="2390" y="11899"/>
                  </a:lnTo>
                  <a:lnTo>
                    <a:pt x="2488" y="11830"/>
                  </a:lnTo>
                  <a:lnTo>
                    <a:pt x="2587" y="11761"/>
                  </a:lnTo>
                  <a:lnTo>
                    <a:pt x="2695" y="11712"/>
                  </a:lnTo>
                  <a:lnTo>
                    <a:pt x="2803" y="11663"/>
                  </a:lnTo>
                  <a:lnTo>
                    <a:pt x="2921" y="11614"/>
                  </a:lnTo>
                  <a:lnTo>
                    <a:pt x="817" y="7985"/>
                  </a:lnTo>
                  <a:close/>
                  <a:moveTo>
                    <a:pt x="13108" y="7985"/>
                  </a:moveTo>
                  <a:lnTo>
                    <a:pt x="11004" y="11614"/>
                  </a:lnTo>
                  <a:lnTo>
                    <a:pt x="11122" y="11663"/>
                  </a:lnTo>
                  <a:lnTo>
                    <a:pt x="11230" y="11712"/>
                  </a:lnTo>
                  <a:lnTo>
                    <a:pt x="11338" y="11761"/>
                  </a:lnTo>
                  <a:lnTo>
                    <a:pt x="11437" y="11830"/>
                  </a:lnTo>
                  <a:lnTo>
                    <a:pt x="11535" y="11899"/>
                  </a:lnTo>
                  <a:lnTo>
                    <a:pt x="11633" y="11978"/>
                  </a:lnTo>
                  <a:lnTo>
                    <a:pt x="11712" y="12066"/>
                  </a:lnTo>
                  <a:lnTo>
                    <a:pt x="11791" y="12155"/>
                  </a:lnTo>
                  <a:lnTo>
                    <a:pt x="13925" y="8457"/>
                  </a:lnTo>
                  <a:lnTo>
                    <a:pt x="13807" y="8428"/>
                  </a:lnTo>
                  <a:lnTo>
                    <a:pt x="13698" y="8389"/>
                  </a:lnTo>
                  <a:lnTo>
                    <a:pt x="13580" y="8339"/>
                  </a:lnTo>
                  <a:lnTo>
                    <a:pt x="13482" y="8280"/>
                  </a:lnTo>
                  <a:lnTo>
                    <a:pt x="13374" y="8212"/>
                  </a:lnTo>
                  <a:lnTo>
                    <a:pt x="13276" y="8143"/>
                  </a:lnTo>
                  <a:lnTo>
                    <a:pt x="13187" y="8064"/>
                  </a:lnTo>
                  <a:lnTo>
                    <a:pt x="13108" y="7985"/>
                  </a:lnTo>
                  <a:close/>
                  <a:moveTo>
                    <a:pt x="5015" y="12725"/>
                  </a:moveTo>
                  <a:lnTo>
                    <a:pt x="5045" y="12843"/>
                  </a:lnTo>
                  <a:lnTo>
                    <a:pt x="5065" y="12961"/>
                  </a:lnTo>
                  <a:lnTo>
                    <a:pt x="5084" y="13079"/>
                  </a:lnTo>
                  <a:lnTo>
                    <a:pt x="5084" y="13207"/>
                  </a:lnTo>
                  <a:lnTo>
                    <a:pt x="5084" y="13325"/>
                  </a:lnTo>
                  <a:lnTo>
                    <a:pt x="5065" y="13453"/>
                  </a:lnTo>
                  <a:lnTo>
                    <a:pt x="5045" y="13571"/>
                  </a:lnTo>
                  <a:lnTo>
                    <a:pt x="5015" y="13679"/>
                  </a:lnTo>
                  <a:lnTo>
                    <a:pt x="8909" y="13679"/>
                  </a:lnTo>
                  <a:lnTo>
                    <a:pt x="8880" y="13571"/>
                  </a:lnTo>
                  <a:lnTo>
                    <a:pt x="8860" y="13453"/>
                  </a:lnTo>
                  <a:lnTo>
                    <a:pt x="8841" y="13325"/>
                  </a:lnTo>
                  <a:lnTo>
                    <a:pt x="8841" y="13207"/>
                  </a:lnTo>
                  <a:lnTo>
                    <a:pt x="8841" y="13079"/>
                  </a:lnTo>
                  <a:lnTo>
                    <a:pt x="8860" y="12961"/>
                  </a:lnTo>
                  <a:lnTo>
                    <a:pt x="8880" y="12843"/>
                  </a:lnTo>
                  <a:lnTo>
                    <a:pt x="8909" y="12725"/>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47" name="Google Shape;4447;p193"/>
            <p:cNvSpPr/>
            <p:nvPr/>
          </p:nvSpPr>
          <p:spPr>
            <a:xfrm>
              <a:off x="725125" y="2301150"/>
              <a:ext cx="403175" cy="352050"/>
            </a:xfrm>
            <a:custGeom>
              <a:avLst/>
              <a:gdLst/>
              <a:ahLst/>
              <a:cxnLst/>
              <a:rect l="l" t="t" r="r" b="b"/>
              <a:pathLst>
                <a:path w="16127" h="14082" extrusionOk="0">
                  <a:moveTo>
                    <a:pt x="4455" y="1"/>
                  </a:moveTo>
                  <a:lnTo>
                    <a:pt x="4376" y="10"/>
                  </a:lnTo>
                  <a:lnTo>
                    <a:pt x="4307" y="30"/>
                  </a:lnTo>
                  <a:lnTo>
                    <a:pt x="4248" y="60"/>
                  </a:lnTo>
                  <a:lnTo>
                    <a:pt x="4179" y="89"/>
                  </a:lnTo>
                  <a:lnTo>
                    <a:pt x="4120" y="119"/>
                  </a:lnTo>
                  <a:lnTo>
                    <a:pt x="4071" y="158"/>
                  </a:lnTo>
                  <a:lnTo>
                    <a:pt x="4022" y="207"/>
                  </a:lnTo>
                  <a:lnTo>
                    <a:pt x="3973" y="256"/>
                  </a:lnTo>
                  <a:lnTo>
                    <a:pt x="3933" y="315"/>
                  </a:lnTo>
                  <a:lnTo>
                    <a:pt x="3894" y="374"/>
                  </a:lnTo>
                  <a:lnTo>
                    <a:pt x="3865" y="433"/>
                  </a:lnTo>
                  <a:lnTo>
                    <a:pt x="3845" y="502"/>
                  </a:lnTo>
                  <a:lnTo>
                    <a:pt x="3825" y="571"/>
                  </a:lnTo>
                  <a:lnTo>
                    <a:pt x="3815" y="640"/>
                  </a:lnTo>
                  <a:lnTo>
                    <a:pt x="3806" y="709"/>
                  </a:lnTo>
                  <a:lnTo>
                    <a:pt x="3815" y="787"/>
                  </a:lnTo>
                  <a:lnTo>
                    <a:pt x="3825" y="856"/>
                  </a:lnTo>
                  <a:lnTo>
                    <a:pt x="3845" y="925"/>
                  </a:lnTo>
                  <a:lnTo>
                    <a:pt x="3865" y="994"/>
                  </a:lnTo>
                  <a:lnTo>
                    <a:pt x="3894" y="1053"/>
                  </a:lnTo>
                  <a:lnTo>
                    <a:pt x="3933" y="1112"/>
                  </a:lnTo>
                  <a:lnTo>
                    <a:pt x="3973" y="1171"/>
                  </a:lnTo>
                  <a:lnTo>
                    <a:pt x="4022" y="1220"/>
                  </a:lnTo>
                  <a:lnTo>
                    <a:pt x="4071" y="1259"/>
                  </a:lnTo>
                  <a:lnTo>
                    <a:pt x="4120" y="1308"/>
                  </a:lnTo>
                  <a:lnTo>
                    <a:pt x="4179" y="1338"/>
                  </a:lnTo>
                  <a:lnTo>
                    <a:pt x="4248" y="1367"/>
                  </a:lnTo>
                  <a:lnTo>
                    <a:pt x="4307" y="1397"/>
                  </a:lnTo>
                  <a:lnTo>
                    <a:pt x="4376" y="1417"/>
                  </a:lnTo>
                  <a:lnTo>
                    <a:pt x="4455" y="1426"/>
                  </a:lnTo>
                  <a:lnTo>
                    <a:pt x="4592" y="1426"/>
                  </a:lnTo>
                  <a:lnTo>
                    <a:pt x="4671" y="1417"/>
                  </a:lnTo>
                  <a:lnTo>
                    <a:pt x="4740" y="1397"/>
                  </a:lnTo>
                  <a:lnTo>
                    <a:pt x="4799" y="1367"/>
                  </a:lnTo>
                  <a:lnTo>
                    <a:pt x="4868" y="1338"/>
                  </a:lnTo>
                  <a:lnTo>
                    <a:pt x="4927" y="1308"/>
                  </a:lnTo>
                  <a:lnTo>
                    <a:pt x="4976" y="1259"/>
                  </a:lnTo>
                  <a:lnTo>
                    <a:pt x="5025" y="1220"/>
                  </a:lnTo>
                  <a:lnTo>
                    <a:pt x="5074" y="1171"/>
                  </a:lnTo>
                  <a:lnTo>
                    <a:pt x="5113" y="1112"/>
                  </a:lnTo>
                  <a:lnTo>
                    <a:pt x="5153" y="1053"/>
                  </a:lnTo>
                  <a:lnTo>
                    <a:pt x="5182" y="994"/>
                  </a:lnTo>
                  <a:lnTo>
                    <a:pt x="5202" y="925"/>
                  </a:lnTo>
                  <a:lnTo>
                    <a:pt x="5222" y="856"/>
                  </a:lnTo>
                  <a:lnTo>
                    <a:pt x="5231" y="787"/>
                  </a:lnTo>
                  <a:lnTo>
                    <a:pt x="5241" y="709"/>
                  </a:lnTo>
                  <a:lnTo>
                    <a:pt x="5231" y="640"/>
                  </a:lnTo>
                  <a:lnTo>
                    <a:pt x="5222" y="571"/>
                  </a:lnTo>
                  <a:lnTo>
                    <a:pt x="5202" y="502"/>
                  </a:lnTo>
                  <a:lnTo>
                    <a:pt x="5182" y="433"/>
                  </a:lnTo>
                  <a:lnTo>
                    <a:pt x="5153" y="374"/>
                  </a:lnTo>
                  <a:lnTo>
                    <a:pt x="5113" y="315"/>
                  </a:lnTo>
                  <a:lnTo>
                    <a:pt x="5074" y="256"/>
                  </a:lnTo>
                  <a:lnTo>
                    <a:pt x="5025" y="207"/>
                  </a:lnTo>
                  <a:lnTo>
                    <a:pt x="4976" y="158"/>
                  </a:lnTo>
                  <a:lnTo>
                    <a:pt x="4927" y="119"/>
                  </a:lnTo>
                  <a:lnTo>
                    <a:pt x="4868" y="89"/>
                  </a:lnTo>
                  <a:lnTo>
                    <a:pt x="4799" y="60"/>
                  </a:lnTo>
                  <a:lnTo>
                    <a:pt x="4740" y="30"/>
                  </a:lnTo>
                  <a:lnTo>
                    <a:pt x="4671" y="10"/>
                  </a:lnTo>
                  <a:lnTo>
                    <a:pt x="4592" y="1"/>
                  </a:lnTo>
                  <a:close/>
                  <a:moveTo>
                    <a:pt x="11535" y="1"/>
                  </a:moveTo>
                  <a:lnTo>
                    <a:pt x="11456" y="10"/>
                  </a:lnTo>
                  <a:lnTo>
                    <a:pt x="11387" y="30"/>
                  </a:lnTo>
                  <a:lnTo>
                    <a:pt x="11328" y="60"/>
                  </a:lnTo>
                  <a:lnTo>
                    <a:pt x="11259" y="89"/>
                  </a:lnTo>
                  <a:lnTo>
                    <a:pt x="11200" y="119"/>
                  </a:lnTo>
                  <a:lnTo>
                    <a:pt x="11151" y="158"/>
                  </a:lnTo>
                  <a:lnTo>
                    <a:pt x="11102" y="207"/>
                  </a:lnTo>
                  <a:lnTo>
                    <a:pt x="11053" y="256"/>
                  </a:lnTo>
                  <a:lnTo>
                    <a:pt x="11014" y="315"/>
                  </a:lnTo>
                  <a:lnTo>
                    <a:pt x="10974" y="374"/>
                  </a:lnTo>
                  <a:lnTo>
                    <a:pt x="10945" y="433"/>
                  </a:lnTo>
                  <a:lnTo>
                    <a:pt x="10925" y="502"/>
                  </a:lnTo>
                  <a:lnTo>
                    <a:pt x="10905" y="571"/>
                  </a:lnTo>
                  <a:lnTo>
                    <a:pt x="10896" y="640"/>
                  </a:lnTo>
                  <a:lnTo>
                    <a:pt x="10886" y="709"/>
                  </a:lnTo>
                  <a:lnTo>
                    <a:pt x="10896" y="787"/>
                  </a:lnTo>
                  <a:lnTo>
                    <a:pt x="10905" y="856"/>
                  </a:lnTo>
                  <a:lnTo>
                    <a:pt x="10925" y="925"/>
                  </a:lnTo>
                  <a:lnTo>
                    <a:pt x="10945" y="994"/>
                  </a:lnTo>
                  <a:lnTo>
                    <a:pt x="10974" y="1053"/>
                  </a:lnTo>
                  <a:lnTo>
                    <a:pt x="11014" y="1112"/>
                  </a:lnTo>
                  <a:lnTo>
                    <a:pt x="11053" y="1171"/>
                  </a:lnTo>
                  <a:lnTo>
                    <a:pt x="11102" y="1220"/>
                  </a:lnTo>
                  <a:lnTo>
                    <a:pt x="11151" y="1259"/>
                  </a:lnTo>
                  <a:lnTo>
                    <a:pt x="11200" y="1308"/>
                  </a:lnTo>
                  <a:lnTo>
                    <a:pt x="11259" y="1338"/>
                  </a:lnTo>
                  <a:lnTo>
                    <a:pt x="11328" y="1367"/>
                  </a:lnTo>
                  <a:lnTo>
                    <a:pt x="11387" y="1397"/>
                  </a:lnTo>
                  <a:lnTo>
                    <a:pt x="11456" y="1417"/>
                  </a:lnTo>
                  <a:lnTo>
                    <a:pt x="11535" y="1426"/>
                  </a:lnTo>
                  <a:lnTo>
                    <a:pt x="11672" y="1426"/>
                  </a:lnTo>
                  <a:lnTo>
                    <a:pt x="11751" y="1417"/>
                  </a:lnTo>
                  <a:lnTo>
                    <a:pt x="11820" y="1397"/>
                  </a:lnTo>
                  <a:lnTo>
                    <a:pt x="11879" y="1367"/>
                  </a:lnTo>
                  <a:lnTo>
                    <a:pt x="11948" y="1338"/>
                  </a:lnTo>
                  <a:lnTo>
                    <a:pt x="12007" y="1308"/>
                  </a:lnTo>
                  <a:lnTo>
                    <a:pt x="12056" y="1259"/>
                  </a:lnTo>
                  <a:lnTo>
                    <a:pt x="12105" y="1220"/>
                  </a:lnTo>
                  <a:lnTo>
                    <a:pt x="12154" y="1171"/>
                  </a:lnTo>
                  <a:lnTo>
                    <a:pt x="12194" y="1112"/>
                  </a:lnTo>
                  <a:lnTo>
                    <a:pt x="12233" y="1053"/>
                  </a:lnTo>
                  <a:lnTo>
                    <a:pt x="12262" y="994"/>
                  </a:lnTo>
                  <a:lnTo>
                    <a:pt x="12282" y="925"/>
                  </a:lnTo>
                  <a:lnTo>
                    <a:pt x="12302" y="856"/>
                  </a:lnTo>
                  <a:lnTo>
                    <a:pt x="12312" y="787"/>
                  </a:lnTo>
                  <a:lnTo>
                    <a:pt x="12321" y="709"/>
                  </a:lnTo>
                  <a:lnTo>
                    <a:pt x="12312" y="640"/>
                  </a:lnTo>
                  <a:lnTo>
                    <a:pt x="12302" y="571"/>
                  </a:lnTo>
                  <a:lnTo>
                    <a:pt x="12282" y="502"/>
                  </a:lnTo>
                  <a:lnTo>
                    <a:pt x="12262" y="433"/>
                  </a:lnTo>
                  <a:lnTo>
                    <a:pt x="12233" y="374"/>
                  </a:lnTo>
                  <a:lnTo>
                    <a:pt x="12194" y="315"/>
                  </a:lnTo>
                  <a:lnTo>
                    <a:pt x="12154" y="256"/>
                  </a:lnTo>
                  <a:lnTo>
                    <a:pt x="12105" y="207"/>
                  </a:lnTo>
                  <a:lnTo>
                    <a:pt x="12056" y="158"/>
                  </a:lnTo>
                  <a:lnTo>
                    <a:pt x="12007" y="119"/>
                  </a:lnTo>
                  <a:lnTo>
                    <a:pt x="11948" y="89"/>
                  </a:lnTo>
                  <a:lnTo>
                    <a:pt x="11879" y="60"/>
                  </a:lnTo>
                  <a:lnTo>
                    <a:pt x="11820" y="30"/>
                  </a:lnTo>
                  <a:lnTo>
                    <a:pt x="11751" y="10"/>
                  </a:lnTo>
                  <a:lnTo>
                    <a:pt x="11672" y="1"/>
                  </a:lnTo>
                  <a:close/>
                  <a:moveTo>
                    <a:pt x="639" y="6294"/>
                  </a:moveTo>
                  <a:lnTo>
                    <a:pt x="570" y="6304"/>
                  </a:lnTo>
                  <a:lnTo>
                    <a:pt x="502" y="6323"/>
                  </a:lnTo>
                  <a:lnTo>
                    <a:pt x="433" y="6353"/>
                  </a:lnTo>
                  <a:lnTo>
                    <a:pt x="374" y="6382"/>
                  </a:lnTo>
                  <a:lnTo>
                    <a:pt x="315" y="6412"/>
                  </a:lnTo>
                  <a:lnTo>
                    <a:pt x="256" y="6451"/>
                  </a:lnTo>
                  <a:lnTo>
                    <a:pt x="207" y="6500"/>
                  </a:lnTo>
                  <a:lnTo>
                    <a:pt x="157" y="6550"/>
                  </a:lnTo>
                  <a:lnTo>
                    <a:pt x="118" y="6609"/>
                  </a:lnTo>
                  <a:lnTo>
                    <a:pt x="89" y="6668"/>
                  </a:lnTo>
                  <a:lnTo>
                    <a:pt x="59" y="6727"/>
                  </a:lnTo>
                  <a:lnTo>
                    <a:pt x="30" y="6795"/>
                  </a:lnTo>
                  <a:lnTo>
                    <a:pt x="10" y="6864"/>
                  </a:lnTo>
                  <a:lnTo>
                    <a:pt x="0" y="6933"/>
                  </a:lnTo>
                  <a:lnTo>
                    <a:pt x="0" y="7002"/>
                  </a:lnTo>
                  <a:lnTo>
                    <a:pt x="0" y="7081"/>
                  </a:lnTo>
                  <a:lnTo>
                    <a:pt x="10" y="7149"/>
                  </a:lnTo>
                  <a:lnTo>
                    <a:pt x="30" y="7218"/>
                  </a:lnTo>
                  <a:lnTo>
                    <a:pt x="59" y="7287"/>
                  </a:lnTo>
                  <a:lnTo>
                    <a:pt x="89" y="7346"/>
                  </a:lnTo>
                  <a:lnTo>
                    <a:pt x="118" y="7405"/>
                  </a:lnTo>
                  <a:lnTo>
                    <a:pt x="157" y="7464"/>
                  </a:lnTo>
                  <a:lnTo>
                    <a:pt x="207" y="7513"/>
                  </a:lnTo>
                  <a:lnTo>
                    <a:pt x="256" y="7553"/>
                  </a:lnTo>
                  <a:lnTo>
                    <a:pt x="315" y="7602"/>
                  </a:lnTo>
                  <a:lnTo>
                    <a:pt x="374" y="7631"/>
                  </a:lnTo>
                  <a:lnTo>
                    <a:pt x="433" y="7661"/>
                  </a:lnTo>
                  <a:lnTo>
                    <a:pt x="502" y="7690"/>
                  </a:lnTo>
                  <a:lnTo>
                    <a:pt x="570" y="7710"/>
                  </a:lnTo>
                  <a:lnTo>
                    <a:pt x="639" y="7720"/>
                  </a:lnTo>
                  <a:lnTo>
                    <a:pt x="787" y="7720"/>
                  </a:lnTo>
                  <a:lnTo>
                    <a:pt x="856" y="7710"/>
                  </a:lnTo>
                  <a:lnTo>
                    <a:pt x="924" y="7690"/>
                  </a:lnTo>
                  <a:lnTo>
                    <a:pt x="993" y="7661"/>
                  </a:lnTo>
                  <a:lnTo>
                    <a:pt x="1052" y="7631"/>
                  </a:lnTo>
                  <a:lnTo>
                    <a:pt x="1111" y="7602"/>
                  </a:lnTo>
                  <a:lnTo>
                    <a:pt x="1170" y="7553"/>
                  </a:lnTo>
                  <a:lnTo>
                    <a:pt x="1219" y="7513"/>
                  </a:lnTo>
                  <a:lnTo>
                    <a:pt x="1259" y="7464"/>
                  </a:lnTo>
                  <a:lnTo>
                    <a:pt x="1308" y="7405"/>
                  </a:lnTo>
                  <a:lnTo>
                    <a:pt x="1337" y="7346"/>
                  </a:lnTo>
                  <a:lnTo>
                    <a:pt x="1367" y="7287"/>
                  </a:lnTo>
                  <a:lnTo>
                    <a:pt x="1396" y="7218"/>
                  </a:lnTo>
                  <a:lnTo>
                    <a:pt x="1416" y="7149"/>
                  </a:lnTo>
                  <a:lnTo>
                    <a:pt x="1426" y="7081"/>
                  </a:lnTo>
                  <a:lnTo>
                    <a:pt x="1426" y="7002"/>
                  </a:lnTo>
                  <a:lnTo>
                    <a:pt x="1426" y="6933"/>
                  </a:lnTo>
                  <a:lnTo>
                    <a:pt x="1416" y="6864"/>
                  </a:lnTo>
                  <a:lnTo>
                    <a:pt x="1396" y="6795"/>
                  </a:lnTo>
                  <a:lnTo>
                    <a:pt x="1367" y="6727"/>
                  </a:lnTo>
                  <a:lnTo>
                    <a:pt x="1337" y="6668"/>
                  </a:lnTo>
                  <a:lnTo>
                    <a:pt x="1308" y="6609"/>
                  </a:lnTo>
                  <a:lnTo>
                    <a:pt x="1259" y="6550"/>
                  </a:lnTo>
                  <a:lnTo>
                    <a:pt x="1219" y="6500"/>
                  </a:lnTo>
                  <a:lnTo>
                    <a:pt x="1170" y="6451"/>
                  </a:lnTo>
                  <a:lnTo>
                    <a:pt x="1111" y="6412"/>
                  </a:lnTo>
                  <a:lnTo>
                    <a:pt x="1052" y="6382"/>
                  </a:lnTo>
                  <a:lnTo>
                    <a:pt x="993" y="6353"/>
                  </a:lnTo>
                  <a:lnTo>
                    <a:pt x="924" y="6323"/>
                  </a:lnTo>
                  <a:lnTo>
                    <a:pt x="856" y="6304"/>
                  </a:lnTo>
                  <a:lnTo>
                    <a:pt x="787" y="6294"/>
                  </a:lnTo>
                  <a:close/>
                  <a:moveTo>
                    <a:pt x="15340" y="6294"/>
                  </a:moveTo>
                  <a:lnTo>
                    <a:pt x="15271" y="6304"/>
                  </a:lnTo>
                  <a:lnTo>
                    <a:pt x="15203" y="6323"/>
                  </a:lnTo>
                  <a:lnTo>
                    <a:pt x="15134" y="6353"/>
                  </a:lnTo>
                  <a:lnTo>
                    <a:pt x="15075" y="6382"/>
                  </a:lnTo>
                  <a:lnTo>
                    <a:pt x="15016" y="6412"/>
                  </a:lnTo>
                  <a:lnTo>
                    <a:pt x="14957" y="6451"/>
                  </a:lnTo>
                  <a:lnTo>
                    <a:pt x="14908" y="6500"/>
                  </a:lnTo>
                  <a:lnTo>
                    <a:pt x="14868" y="6550"/>
                  </a:lnTo>
                  <a:lnTo>
                    <a:pt x="14819" y="6609"/>
                  </a:lnTo>
                  <a:lnTo>
                    <a:pt x="14790" y="6668"/>
                  </a:lnTo>
                  <a:lnTo>
                    <a:pt x="14760" y="6727"/>
                  </a:lnTo>
                  <a:lnTo>
                    <a:pt x="14731" y="6795"/>
                  </a:lnTo>
                  <a:lnTo>
                    <a:pt x="14711" y="6864"/>
                  </a:lnTo>
                  <a:lnTo>
                    <a:pt x="14701" y="6933"/>
                  </a:lnTo>
                  <a:lnTo>
                    <a:pt x="14701" y="7002"/>
                  </a:lnTo>
                  <a:lnTo>
                    <a:pt x="14701" y="7081"/>
                  </a:lnTo>
                  <a:lnTo>
                    <a:pt x="14711" y="7149"/>
                  </a:lnTo>
                  <a:lnTo>
                    <a:pt x="14731" y="7218"/>
                  </a:lnTo>
                  <a:lnTo>
                    <a:pt x="14760" y="7287"/>
                  </a:lnTo>
                  <a:lnTo>
                    <a:pt x="14790" y="7346"/>
                  </a:lnTo>
                  <a:lnTo>
                    <a:pt x="14819" y="7405"/>
                  </a:lnTo>
                  <a:lnTo>
                    <a:pt x="14868" y="7464"/>
                  </a:lnTo>
                  <a:lnTo>
                    <a:pt x="14908" y="7513"/>
                  </a:lnTo>
                  <a:lnTo>
                    <a:pt x="14957" y="7553"/>
                  </a:lnTo>
                  <a:lnTo>
                    <a:pt x="15016" y="7602"/>
                  </a:lnTo>
                  <a:lnTo>
                    <a:pt x="15075" y="7631"/>
                  </a:lnTo>
                  <a:lnTo>
                    <a:pt x="15134" y="7661"/>
                  </a:lnTo>
                  <a:lnTo>
                    <a:pt x="15203" y="7690"/>
                  </a:lnTo>
                  <a:lnTo>
                    <a:pt x="15271" y="7710"/>
                  </a:lnTo>
                  <a:lnTo>
                    <a:pt x="15340" y="7720"/>
                  </a:lnTo>
                  <a:lnTo>
                    <a:pt x="15488" y="7720"/>
                  </a:lnTo>
                  <a:lnTo>
                    <a:pt x="15557" y="7710"/>
                  </a:lnTo>
                  <a:lnTo>
                    <a:pt x="15625" y="7690"/>
                  </a:lnTo>
                  <a:lnTo>
                    <a:pt x="15694" y="7661"/>
                  </a:lnTo>
                  <a:lnTo>
                    <a:pt x="15753" y="7631"/>
                  </a:lnTo>
                  <a:lnTo>
                    <a:pt x="15812" y="7602"/>
                  </a:lnTo>
                  <a:lnTo>
                    <a:pt x="15871" y="7553"/>
                  </a:lnTo>
                  <a:lnTo>
                    <a:pt x="15920" y="7513"/>
                  </a:lnTo>
                  <a:lnTo>
                    <a:pt x="15970" y="7464"/>
                  </a:lnTo>
                  <a:lnTo>
                    <a:pt x="16009" y="7405"/>
                  </a:lnTo>
                  <a:lnTo>
                    <a:pt x="16038" y="7346"/>
                  </a:lnTo>
                  <a:lnTo>
                    <a:pt x="16068" y="7287"/>
                  </a:lnTo>
                  <a:lnTo>
                    <a:pt x="16097" y="7218"/>
                  </a:lnTo>
                  <a:lnTo>
                    <a:pt x="16117" y="7149"/>
                  </a:lnTo>
                  <a:lnTo>
                    <a:pt x="16127" y="7081"/>
                  </a:lnTo>
                  <a:lnTo>
                    <a:pt x="16127" y="7002"/>
                  </a:lnTo>
                  <a:lnTo>
                    <a:pt x="16127" y="6933"/>
                  </a:lnTo>
                  <a:lnTo>
                    <a:pt x="16117" y="6864"/>
                  </a:lnTo>
                  <a:lnTo>
                    <a:pt x="16097" y="6795"/>
                  </a:lnTo>
                  <a:lnTo>
                    <a:pt x="16068" y="6727"/>
                  </a:lnTo>
                  <a:lnTo>
                    <a:pt x="16038" y="6668"/>
                  </a:lnTo>
                  <a:lnTo>
                    <a:pt x="16009" y="6609"/>
                  </a:lnTo>
                  <a:lnTo>
                    <a:pt x="15970" y="6550"/>
                  </a:lnTo>
                  <a:lnTo>
                    <a:pt x="15920" y="6500"/>
                  </a:lnTo>
                  <a:lnTo>
                    <a:pt x="15871" y="6451"/>
                  </a:lnTo>
                  <a:lnTo>
                    <a:pt x="15812" y="6412"/>
                  </a:lnTo>
                  <a:lnTo>
                    <a:pt x="15753" y="6382"/>
                  </a:lnTo>
                  <a:lnTo>
                    <a:pt x="15694" y="6353"/>
                  </a:lnTo>
                  <a:lnTo>
                    <a:pt x="15625" y="6323"/>
                  </a:lnTo>
                  <a:lnTo>
                    <a:pt x="15557" y="6304"/>
                  </a:lnTo>
                  <a:lnTo>
                    <a:pt x="15488" y="6294"/>
                  </a:lnTo>
                  <a:close/>
                  <a:moveTo>
                    <a:pt x="4523" y="12656"/>
                  </a:moveTo>
                  <a:lnTo>
                    <a:pt x="4455" y="12666"/>
                  </a:lnTo>
                  <a:lnTo>
                    <a:pt x="4376" y="12676"/>
                  </a:lnTo>
                  <a:lnTo>
                    <a:pt x="4307" y="12695"/>
                  </a:lnTo>
                  <a:lnTo>
                    <a:pt x="4248" y="12715"/>
                  </a:lnTo>
                  <a:lnTo>
                    <a:pt x="4179" y="12745"/>
                  </a:lnTo>
                  <a:lnTo>
                    <a:pt x="4120" y="12784"/>
                  </a:lnTo>
                  <a:lnTo>
                    <a:pt x="4071" y="12823"/>
                  </a:lnTo>
                  <a:lnTo>
                    <a:pt x="4022" y="12872"/>
                  </a:lnTo>
                  <a:lnTo>
                    <a:pt x="3973" y="12922"/>
                  </a:lnTo>
                  <a:lnTo>
                    <a:pt x="3933" y="12971"/>
                  </a:lnTo>
                  <a:lnTo>
                    <a:pt x="3894" y="13030"/>
                  </a:lnTo>
                  <a:lnTo>
                    <a:pt x="3865" y="13099"/>
                  </a:lnTo>
                  <a:lnTo>
                    <a:pt x="3845" y="13158"/>
                  </a:lnTo>
                  <a:lnTo>
                    <a:pt x="3825" y="13226"/>
                  </a:lnTo>
                  <a:lnTo>
                    <a:pt x="3815" y="13295"/>
                  </a:lnTo>
                  <a:lnTo>
                    <a:pt x="3806" y="13374"/>
                  </a:lnTo>
                  <a:lnTo>
                    <a:pt x="3815" y="13443"/>
                  </a:lnTo>
                  <a:lnTo>
                    <a:pt x="3825" y="13512"/>
                  </a:lnTo>
                  <a:lnTo>
                    <a:pt x="3845" y="13580"/>
                  </a:lnTo>
                  <a:lnTo>
                    <a:pt x="3865" y="13649"/>
                  </a:lnTo>
                  <a:lnTo>
                    <a:pt x="3894" y="13708"/>
                  </a:lnTo>
                  <a:lnTo>
                    <a:pt x="3933" y="13767"/>
                  </a:lnTo>
                  <a:lnTo>
                    <a:pt x="3973" y="13826"/>
                  </a:lnTo>
                  <a:lnTo>
                    <a:pt x="4022" y="13875"/>
                  </a:lnTo>
                  <a:lnTo>
                    <a:pt x="4071" y="13925"/>
                  </a:lnTo>
                  <a:lnTo>
                    <a:pt x="4120" y="13964"/>
                  </a:lnTo>
                  <a:lnTo>
                    <a:pt x="4179" y="14003"/>
                  </a:lnTo>
                  <a:lnTo>
                    <a:pt x="4248" y="14033"/>
                  </a:lnTo>
                  <a:lnTo>
                    <a:pt x="4307" y="14052"/>
                  </a:lnTo>
                  <a:lnTo>
                    <a:pt x="4376" y="14072"/>
                  </a:lnTo>
                  <a:lnTo>
                    <a:pt x="4455" y="14082"/>
                  </a:lnTo>
                  <a:lnTo>
                    <a:pt x="4592" y="14082"/>
                  </a:lnTo>
                  <a:lnTo>
                    <a:pt x="4671" y="14072"/>
                  </a:lnTo>
                  <a:lnTo>
                    <a:pt x="4740" y="14052"/>
                  </a:lnTo>
                  <a:lnTo>
                    <a:pt x="4799" y="14033"/>
                  </a:lnTo>
                  <a:lnTo>
                    <a:pt x="4868" y="14003"/>
                  </a:lnTo>
                  <a:lnTo>
                    <a:pt x="4927" y="13964"/>
                  </a:lnTo>
                  <a:lnTo>
                    <a:pt x="4976" y="13925"/>
                  </a:lnTo>
                  <a:lnTo>
                    <a:pt x="5025" y="13875"/>
                  </a:lnTo>
                  <a:lnTo>
                    <a:pt x="5074" y="13826"/>
                  </a:lnTo>
                  <a:lnTo>
                    <a:pt x="5113" y="13767"/>
                  </a:lnTo>
                  <a:lnTo>
                    <a:pt x="5153" y="13708"/>
                  </a:lnTo>
                  <a:lnTo>
                    <a:pt x="5182" y="13649"/>
                  </a:lnTo>
                  <a:lnTo>
                    <a:pt x="5202" y="13580"/>
                  </a:lnTo>
                  <a:lnTo>
                    <a:pt x="5222" y="13512"/>
                  </a:lnTo>
                  <a:lnTo>
                    <a:pt x="5231" y="13443"/>
                  </a:lnTo>
                  <a:lnTo>
                    <a:pt x="5241" y="13374"/>
                  </a:lnTo>
                  <a:lnTo>
                    <a:pt x="5231" y="13295"/>
                  </a:lnTo>
                  <a:lnTo>
                    <a:pt x="5222" y="13226"/>
                  </a:lnTo>
                  <a:lnTo>
                    <a:pt x="5202" y="13158"/>
                  </a:lnTo>
                  <a:lnTo>
                    <a:pt x="5182" y="13099"/>
                  </a:lnTo>
                  <a:lnTo>
                    <a:pt x="5153" y="13030"/>
                  </a:lnTo>
                  <a:lnTo>
                    <a:pt x="5113" y="12971"/>
                  </a:lnTo>
                  <a:lnTo>
                    <a:pt x="5074" y="12922"/>
                  </a:lnTo>
                  <a:lnTo>
                    <a:pt x="5025" y="12872"/>
                  </a:lnTo>
                  <a:lnTo>
                    <a:pt x="4976" y="12823"/>
                  </a:lnTo>
                  <a:lnTo>
                    <a:pt x="4927" y="12784"/>
                  </a:lnTo>
                  <a:lnTo>
                    <a:pt x="4868" y="12745"/>
                  </a:lnTo>
                  <a:lnTo>
                    <a:pt x="4799" y="12715"/>
                  </a:lnTo>
                  <a:lnTo>
                    <a:pt x="4740" y="12695"/>
                  </a:lnTo>
                  <a:lnTo>
                    <a:pt x="4671" y="12676"/>
                  </a:lnTo>
                  <a:lnTo>
                    <a:pt x="4592" y="12666"/>
                  </a:lnTo>
                  <a:lnTo>
                    <a:pt x="4523" y="12656"/>
                  </a:lnTo>
                  <a:close/>
                  <a:moveTo>
                    <a:pt x="11604" y="12656"/>
                  </a:moveTo>
                  <a:lnTo>
                    <a:pt x="11535" y="12666"/>
                  </a:lnTo>
                  <a:lnTo>
                    <a:pt x="11456" y="12676"/>
                  </a:lnTo>
                  <a:lnTo>
                    <a:pt x="11387" y="12695"/>
                  </a:lnTo>
                  <a:lnTo>
                    <a:pt x="11328" y="12715"/>
                  </a:lnTo>
                  <a:lnTo>
                    <a:pt x="11259" y="12745"/>
                  </a:lnTo>
                  <a:lnTo>
                    <a:pt x="11200" y="12784"/>
                  </a:lnTo>
                  <a:lnTo>
                    <a:pt x="11151" y="12823"/>
                  </a:lnTo>
                  <a:lnTo>
                    <a:pt x="11102" y="12872"/>
                  </a:lnTo>
                  <a:lnTo>
                    <a:pt x="11053" y="12922"/>
                  </a:lnTo>
                  <a:lnTo>
                    <a:pt x="11014" y="12971"/>
                  </a:lnTo>
                  <a:lnTo>
                    <a:pt x="10974" y="13030"/>
                  </a:lnTo>
                  <a:lnTo>
                    <a:pt x="10945" y="13099"/>
                  </a:lnTo>
                  <a:lnTo>
                    <a:pt x="10925" y="13158"/>
                  </a:lnTo>
                  <a:lnTo>
                    <a:pt x="10905" y="13226"/>
                  </a:lnTo>
                  <a:lnTo>
                    <a:pt x="10896" y="13295"/>
                  </a:lnTo>
                  <a:lnTo>
                    <a:pt x="10886" y="13374"/>
                  </a:lnTo>
                  <a:lnTo>
                    <a:pt x="10896" y="13443"/>
                  </a:lnTo>
                  <a:lnTo>
                    <a:pt x="10905" y="13512"/>
                  </a:lnTo>
                  <a:lnTo>
                    <a:pt x="10925" y="13580"/>
                  </a:lnTo>
                  <a:lnTo>
                    <a:pt x="10945" y="13649"/>
                  </a:lnTo>
                  <a:lnTo>
                    <a:pt x="10974" y="13708"/>
                  </a:lnTo>
                  <a:lnTo>
                    <a:pt x="11014" y="13767"/>
                  </a:lnTo>
                  <a:lnTo>
                    <a:pt x="11053" y="13826"/>
                  </a:lnTo>
                  <a:lnTo>
                    <a:pt x="11102" y="13875"/>
                  </a:lnTo>
                  <a:lnTo>
                    <a:pt x="11151" y="13925"/>
                  </a:lnTo>
                  <a:lnTo>
                    <a:pt x="11200" y="13964"/>
                  </a:lnTo>
                  <a:lnTo>
                    <a:pt x="11259" y="14003"/>
                  </a:lnTo>
                  <a:lnTo>
                    <a:pt x="11328" y="14033"/>
                  </a:lnTo>
                  <a:lnTo>
                    <a:pt x="11387" y="14052"/>
                  </a:lnTo>
                  <a:lnTo>
                    <a:pt x="11456" y="14072"/>
                  </a:lnTo>
                  <a:lnTo>
                    <a:pt x="11535" y="14082"/>
                  </a:lnTo>
                  <a:lnTo>
                    <a:pt x="11672" y="14082"/>
                  </a:lnTo>
                  <a:lnTo>
                    <a:pt x="11751" y="14072"/>
                  </a:lnTo>
                  <a:lnTo>
                    <a:pt x="11820" y="14052"/>
                  </a:lnTo>
                  <a:lnTo>
                    <a:pt x="11879" y="14033"/>
                  </a:lnTo>
                  <a:lnTo>
                    <a:pt x="11948" y="14003"/>
                  </a:lnTo>
                  <a:lnTo>
                    <a:pt x="12007" y="13964"/>
                  </a:lnTo>
                  <a:lnTo>
                    <a:pt x="12056" y="13925"/>
                  </a:lnTo>
                  <a:lnTo>
                    <a:pt x="12105" y="13875"/>
                  </a:lnTo>
                  <a:lnTo>
                    <a:pt x="12154" y="13826"/>
                  </a:lnTo>
                  <a:lnTo>
                    <a:pt x="12194" y="13767"/>
                  </a:lnTo>
                  <a:lnTo>
                    <a:pt x="12233" y="13708"/>
                  </a:lnTo>
                  <a:lnTo>
                    <a:pt x="12262" y="13649"/>
                  </a:lnTo>
                  <a:lnTo>
                    <a:pt x="12282" y="13580"/>
                  </a:lnTo>
                  <a:lnTo>
                    <a:pt x="12302" y="13512"/>
                  </a:lnTo>
                  <a:lnTo>
                    <a:pt x="12312" y="13443"/>
                  </a:lnTo>
                  <a:lnTo>
                    <a:pt x="12321" y="13374"/>
                  </a:lnTo>
                  <a:lnTo>
                    <a:pt x="12312" y="13295"/>
                  </a:lnTo>
                  <a:lnTo>
                    <a:pt x="12302" y="13226"/>
                  </a:lnTo>
                  <a:lnTo>
                    <a:pt x="12282" y="13158"/>
                  </a:lnTo>
                  <a:lnTo>
                    <a:pt x="12262" y="13099"/>
                  </a:lnTo>
                  <a:lnTo>
                    <a:pt x="12233" y="13030"/>
                  </a:lnTo>
                  <a:lnTo>
                    <a:pt x="12194" y="12971"/>
                  </a:lnTo>
                  <a:lnTo>
                    <a:pt x="12154" y="12922"/>
                  </a:lnTo>
                  <a:lnTo>
                    <a:pt x="12105" y="12872"/>
                  </a:lnTo>
                  <a:lnTo>
                    <a:pt x="12056" y="12823"/>
                  </a:lnTo>
                  <a:lnTo>
                    <a:pt x="12007" y="12784"/>
                  </a:lnTo>
                  <a:lnTo>
                    <a:pt x="11948" y="12745"/>
                  </a:lnTo>
                  <a:lnTo>
                    <a:pt x="11879" y="12715"/>
                  </a:lnTo>
                  <a:lnTo>
                    <a:pt x="11820" y="12695"/>
                  </a:lnTo>
                  <a:lnTo>
                    <a:pt x="11751" y="12676"/>
                  </a:lnTo>
                  <a:lnTo>
                    <a:pt x="11672" y="12666"/>
                  </a:lnTo>
                  <a:lnTo>
                    <a:pt x="11604" y="12656"/>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48" name="Google Shape;4448;p193"/>
            <p:cNvSpPr/>
            <p:nvPr/>
          </p:nvSpPr>
          <p:spPr>
            <a:xfrm>
              <a:off x="808450" y="2357950"/>
              <a:ext cx="236525" cy="236750"/>
            </a:xfrm>
            <a:custGeom>
              <a:avLst/>
              <a:gdLst/>
              <a:ahLst/>
              <a:cxnLst/>
              <a:rect l="l" t="t" r="r" b="b"/>
              <a:pathLst>
                <a:path w="9461" h="9470" extrusionOk="0">
                  <a:moveTo>
                    <a:pt x="5232" y="0"/>
                  </a:moveTo>
                  <a:lnTo>
                    <a:pt x="4966" y="10"/>
                  </a:lnTo>
                  <a:lnTo>
                    <a:pt x="4701" y="30"/>
                  </a:lnTo>
                  <a:lnTo>
                    <a:pt x="4435" y="69"/>
                  </a:lnTo>
                  <a:lnTo>
                    <a:pt x="4180" y="108"/>
                  </a:lnTo>
                  <a:lnTo>
                    <a:pt x="3924" y="167"/>
                  </a:lnTo>
                  <a:lnTo>
                    <a:pt x="3678" y="236"/>
                  </a:lnTo>
                  <a:lnTo>
                    <a:pt x="3432" y="325"/>
                  </a:lnTo>
                  <a:lnTo>
                    <a:pt x="3196" y="413"/>
                  </a:lnTo>
                  <a:lnTo>
                    <a:pt x="2970" y="521"/>
                  </a:lnTo>
                  <a:lnTo>
                    <a:pt x="2744" y="639"/>
                  </a:lnTo>
                  <a:lnTo>
                    <a:pt x="2518" y="767"/>
                  </a:lnTo>
                  <a:lnTo>
                    <a:pt x="2311" y="895"/>
                  </a:lnTo>
                  <a:lnTo>
                    <a:pt x="2105" y="1042"/>
                  </a:lnTo>
                  <a:lnTo>
                    <a:pt x="1908" y="1200"/>
                  </a:lnTo>
                  <a:lnTo>
                    <a:pt x="1721" y="1367"/>
                  </a:lnTo>
                  <a:lnTo>
                    <a:pt x="1535" y="1544"/>
                  </a:lnTo>
                  <a:lnTo>
                    <a:pt x="1358" y="1721"/>
                  </a:lnTo>
                  <a:lnTo>
                    <a:pt x="1200" y="1908"/>
                  </a:lnTo>
                  <a:lnTo>
                    <a:pt x="1043" y="2104"/>
                  </a:lnTo>
                  <a:lnTo>
                    <a:pt x="895" y="2311"/>
                  </a:lnTo>
                  <a:lnTo>
                    <a:pt x="758" y="2527"/>
                  </a:lnTo>
                  <a:lnTo>
                    <a:pt x="630" y="2744"/>
                  </a:lnTo>
                  <a:lnTo>
                    <a:pt x="522" y="2970"/>
                  </a:lnTo>
                  <a:lnTo>
                    <a:pt x="414" y="3206"/>
                  </a:lnTo>
                  <a:lnTo>
                    <a:pt x="315" y="3442"/>
                  </a:lnTo>
                  <a:lnTo>
                    <a:pt x="237" y="3688"/>
                  </a:lnTo>
                  <a:lnTo>
                    <a:pt x="168" y="3933"/>
                  </a:lnTo>
                  <a:lnTo>
                    <a:pt x="109" y="4189"/>
                  </a:lnTo>
                  <a:lnTo>
                    <a:pt x="60" y="4445"/>
                  </a:lnTo>
                  <a:lnTo>
                    <a:pt x="30" y="4700"/>
                  </a:lnTo>
                  <a:lnTo>
                    <a:pt x="10" y="4966"/>
                  </a:lnTo>
                  <a:lnTo>
                    <a:pt x="1" y="5241"/>
                  </a:lnTo>
                  <a:lnTo>
                    <a:pt x="954" y="5241"/>
                  </a:lnTo>
                  <a:lnTo>
                    <a:pt x="954" y="5015"/>
                  </a:lnTo>
                  <a:lnTo>
                    <a:pt x="974" y="4799"/>
                  </a:lnTo>
                  <a:lnTo>
                    <a:pt x="1004" y="4592"/>
                  </a:lnTo>
                  <a:lnTo>
                    <a:pt x="1043" y="4376"/>
                  </a:lnTo>
                  <a:lnTo>
                    <a:pt x="1082" y="4169"/>
                  </a:lnTo>
                  <a:lnTo>
                    <a:pt x="1141" y="3963"/>
                  </a:lnTo>
                  <a:lnTo>
                    <a:pt x="1210" y="3766"/>
                  </a:lnTo>
                  <a:lnTo>
                    <a:pt x="1289" y="3570"/>
                  </a:lnTo>
                  <a:lnTo>
                    <a:pt x="1377" y="3383"/>
                  </a:lnTo>
                  <a:lnTo>
                    <a:pt x="1466" y="3196"/>
                  </a:lnTo>
                  <a:lnTo>
                    <a:pt x="1574" y="3019"/>
                  </a:lnTo>
                  <a:lnTo>
                    <a:pt x="1682" y="2842"/>
                  </a:lnTo>
                  <a:lnTo>
                    <a:pt x="1800" y="2675"/>
                  </a:lnTo>
                  <a:lnTo>
                    <a:pt x="1928" y="2517"/>
                  </a:lnTo>
                  <a:lnTo>
                    <a:pt x="2066" y="2360"/>
                  </a:lnTo>
                  <a:lnTo>
                    <a:pt x="2203" y="2213"/>
                  </a:lnTo>
                  <a:lnTo>
                    <a:pt x="2361" y="2075"/>
                  </a:lnTo>
                  <a:lnTo>
                    <a:pt x="2508" y="1937"/>
                  </a:lnTo>
                  <a:lnTo>
                    <a:pt x="2675" y="1809"/>
                  </a:lnTo>
                  <a:lnTo>
                    <a:pt x="2842" y="1691"/>
                  </a:lnTo>
                  <a:lnTo>
                    <a:pt x="3019" y="1573"/>
                  </a:lnTo>
                  <a:lnTo>
                    <a:pt x="3196" y="1475"/>
                  </a:lnTo>
                  <a:lnTo>
                    <a:pt x="3383" y="1377"/>
                  </a:lnTo>
                  <a:lnTo>
                    <a:pt x="3570" y="1288"/>
                  </a:lnTo>
                  <a:lnTo>
                    <a:pt x="3767" y="1219"/>
                  </a:lnTo>
                  <a:lnTo>
                    <a:pt x="3963" y="1151"/>
                  </a:lnTo>
                  <a:lnTo>
                    <a:pt x="4170" y="1092"/>
                  </a:lnTo>
                  <a:lnTo>
                    <a:pt x="4376" y="1042"/>
                  </a:lnTo>
                  <a:lnTo>
                    <a:pt x="4583" y="1003"/>
                  </a:lnTo>
                  <a:lnTo>
                    <a:pt x="4799" y="974"/>
                  </a:lnTo>
                  <a:lnTo>
                    <a:pt x="5016" y="964"/>
                  </a:lnTo>
                  <a:lnTo>
                    <a:pt x="5232" y="954"/>
                  </a:lnTo>
                  <a:lnTo>
                    <a:pt x="5232" y="0"/>
                  </a:lnTo>
                  <a:close/>
                  <a:moveTo>
                    <a:pt x="5065" y="1908"/>
                  </a:moveTo>
                  <a:lnTo>
                    <a:pt x="4898" y="1927"/>
                  </a:lnTo>
                  <a:lnTo>
                    <a:pt x="4730" y="1947"/>
                  </a:lnTo>
                  <a:lnTo>
                    <a:pt x="4563" y="1977"/>
                  </a:lnTo>
                  <a:lnTo>
                    <a:pt x="4406" y="2016"/>
                  </a:lnTo>
                  <a:lnTo>
                    <a:pt x="4249" y="2055"/>
                  </a:lnTo>
                  <a:lnTo>
                    <a:pt x="4091" y="2114"/>
                  </a:lnTo>
                  <a:lnTo>
                    <a:pt x="3944" y="2173"/>
                  </a:lnTo>
                  <a:lnTo>
                    <a:pt x="3796" y="2232"/>
                  </a:lnTo>
                  <a:lnTo>
                    <a:pt x="3649" y="2311"/>
                  </a:lnTo>
                  <a:lnTo>
                    <a:pt x="3511" y="2390"/>
                  </a:lnTo>
                  <a:lnTo>
                    <a:pt x="3373" y="2478"/>
                  </a:lnTo>
                  <a:lnTo>
                    <a:pt x="3246" y="2567"/>
                  </a:lnTo>
                  <a:lnTo>
                    <a:pt x="3118" y="2665"/>
                  </a:lnTo>
                  <a:lnTo>
                    <a:pt x="3000" y="2773"/>
                  </a:lnTo>
                  <a:lnTo>
                    <a:pt x="2882" y="2881"/>
                  </a:lnTo>
                  <a:lnTo>
                    <a:pt x="2774" y="2999"/>
                  </a:lnTo>
                  <a:lnTo>
                    <a:pt x="2665" y="3117"/>
                  </a:lnTo>
                  <a:lnTo>
                    <a:pt x="2567" y="3245"/>
                  </a:lnTo>
                  <a:lnTo>
                    <a:pt x="2469" y="3383"/>
                  </a:lnTo>
                  <a:lnTo>
                    <a:pt x="2390" y="3511"/>
                  </a:lnTo>
                  <a:lnTo>
                    <a:pt x="2311" y="3648"/>
                  </a:lnTo>
                  <a:lnTo>
                    <a:pt x="2233" y="3796"/>
                  </a:lnTo>
                  <a:lnTo>
                    <a:pt x="2164" y="3943"/>
                  </a:lnTo>
                  <a:lnTo>
                    <a:pt x="2105" y="4091"/>
                  </a:lnTo>
                  <a:lnTo>
                    <a:pt x="2056" y="4248"/>
                  </a:lnTo>
                  <a:lnTo>
                    <a:pt x="2007" y="4405"/>
                  </a:lnTo>
                  <a:lnTo>
                    <a:pt x="1967" y="4573"/>
                  </a:lnTo>
                  <a:lnTo>
                    <a:pt x="1938" y="4730"/>
                  </a:lnTo>
                  <a:lnTo>
                    <a:pt x="1918" y="4897"/>
                  </a:lnTo>
                  <a:lnTo>
                    <a:pt x="1908" y="5064"/>
                  </a:lnTo>
                  <a:lnTo>
                    <a:pt x="1908" y="5241"/>
                  </a:lnTo>
                  <a:lnTo>
                    <a:pt x="2852" y="5241"/>
                  </a:lnTo>
                  <a:lnTo>
                    <a:pt x="2862" y="5113"/>
                  </a:lnTo>
                  <a:lnTo>
                    <a:pt x="2872" y="4995"/>
                  </a:lnTo>
                  <a:lnTo>
                    <a:pt x="2882" y="4877"/>
                  </a:lnTo>
                  <a:lnTo>
                    <a:pt x="2901" y="4759"/>
                  </a:lnTo>
                  <a:lnTo>
                    <a:pt x="2931" y="4641"/>
                  </a:lnTo>
                  <a:lnTo>
                    <a:pt x="2960" y="4533"/>
                  </a:lnTo>
                  <a:lnTo>
                    <a:pt x="3039" y="4317"/>
                  </a:lnTo>
                  <a:lnTo>
                    <a:pt x="3147" y="4110"/>
                  </a:lnTo>
                  <a:lnTo>
                    <a:pt x="3265" y="3914"/>
                  </a:lnTo>
                  <a:lnTo>
                    <a:pt x="3403" y="3727"/>
                  </a:lnTo>
                  <a:lnTo>
                    <a:pt x="3550" y="3560"/>
                  </a:lnTo>
                  <a:lnTo>
                    <a:pt x="3727" y="3402"/>
                  </a:lnTo>
                  <a:lnTo>
                    <a:pt x="3904" y="3265"/>
                  </a:lnTo>
                  <a:lnTo>
                    <a:pt x="4101" y="3147"/>
                  </a:lnTo>
                  <a:lnTo>
                    <a:pt x="4308" y="3048"/>
                  </a:lnTo>
                  <a:lnTo>
                    <a:pt x="4524" y="2970"/>
                  </a:lnTo>
                  <a:lnTo>
                    <a:pt x="4642" y="2930"/>
                  </a:lnTo>
                  <a:lnTo>
                    <a:pt x="4760" y="2911"/>
                  </a:lnTo>
                  <a:lnTo>
                    <a:pt x="4878" y="2891"/>
                  </a:lnTo>
                  <a:lnTo>
                    <a:pt x="4996" y="2871"/>
                  </a:lnTo>
                  <a:lnTo>
                    <a:pt x="5114" y="2862"/>
                  </a:lnTo>
                  <a:lnTo>
                    <a:pt x="5232" y="2862"/>
                  </a:lnTo>
                  <a:lnTo>
                    <a:pt x="5232" y="1908"/>
                  </a:lnTo>
                  <a:close/>
                  <a:moveTo>
                    <a:pt x="6609" y="4228"/>
                  </a:moveTo>
                  <a:lnTo>
                    <a:pt x="6599" y="4356"/>
                  </a:lnTo>
                  <a:lnTo>
                    <a:pt x="6589" y="4474"/>
                  </a:lnTo>
                  <a:lnTo>
                    <a:pt x="6579" y="4592"/>
                  </a:lnTo>
                  <a:lnTo>
                    <a:pt x="6559" y="4710"/>
                  </a:lnTo>
                  <a:lnTo>
                    <a:pt x="6530" y="4818"/>
                  </a:lnTo>
                  <a:lnTo>
                    <a:pt x="6500" y="4936"/>
                  </a:lnTo>
                  <a:lnTo>
                    <a:pt x="6422" y="5153"/>
                  </a:lnTo>
                  <a:lnTo>
                    <a:pt x="6314" y="5359"/>
                  </a:lnTo>
                  <a:lnTo>
                    <a:pt x="6196" y="5556"/>
                  </a:lnTo>
                  <a:lnTo>
                    <a:pt x="6058" y="5743"/>
                  </a:lnTo>
                  <a:lnTo>
                    <a:pt x="5910" y="5910"/>
                  </a:lnTo>
                  <a:lnTo>
                    <a:pt x="5733" y="6067"/>
                  </a:lnTo>
                  <a:lnTo>
                    <a:pt x="5556" y="6205"/>
                  </a:lnTo>
                  <a:lnTo>
                    <a:pt x="5360" y="6323"/>
                  </a:lnTo>
                  <a:lnTo>
                    <a:pt x="5153" y="6421"/>
                  </a:lnTo>
                  <a:lnTo>
                    <a:pt x="4927" y="6500"/>
                  </a:lnTo>
                  <a:lnTo>
                    <a:pt x="4819" y="6529"/>
                  </a:lnTo>
                  <a:lnTo>
                    <a:pt x="4701" y="6559"/>
                  </a:lnTo>
                  <a:lnTo>
                    <a:pt x="4583" y="6579"/>
                  </a:lnTo>
                  <a:lnTo>
                    <a:pt x="4465" y="6598"/>
                  </a:lnTo>
                  <a:lnTo>
                    <a:pt x="4347" y="6608"/>
                  </a:lnTo>
                  <a:lnTo>
                    <a:pt x="4229" y="6608"/>
                  </a:lnTo>
                  <a:lnTo>
                    <a:pt x="4229" y="7562"/>
                  </a:lnTo>
                  <a:lnTo>
                    <a:pt x="4396" y="7552"/>
                  </a:lnTo>
                  <a:lnTo>
                    <a:pt x="4563" y="7542"/>
                  </a:lnTo>
                  <a:lnTo>
                    <a:pt x="4730" y="7523"/>
                  </a:lnTo>
                  <a:lnTo>
                    <a:pt x="4898" y="7493"/>
                  </a:lnTo>
                  <a:lnTo>
                    <a:pt x="5055" y="7454"/>
                  </a:lnTo>
                  <a:lnTo>
                    <a:pt x="5212" y="7414"/>
                  </a:lnTo>
                  <a:lnTo>
                    <a:pt x="5370" y="7355"/>
                  </a:lnTo>
                  <a:lnTo>
                    <a:pt x="5517" y="7296"/>
                  </a:lnTo>
                  <a:lnTo>
                    <a:pt x="5665" y="7228"/>
                  </a:lnTo>
                  <a:lnTo>
                    <a:pt x="5812" y="7159"/>
                  </a:lnTo>
                  <a:lnTo>
                    <a:pt x="5950" y="7080"/>
                  </a:lnTo>
                  <a:lnTo>
                    <a:pt x="6087" y="6992"/>
                  </a:lnTo>
                  <a:lnTo>
                    <a:pt x="6215" y="6903"/>
                  </a:lnTo>
                  <a:lnTo>
                    <a:pt x="6343" y="6795"/>
                  </a:lnTo>
                  <a:lnTo>
                    <a:pt x="6461" y="6697"/>
                  </a:lnTo>
                  <a:lnTo>
                    <a:pt x="6579" y="6588"/>
                  </a:lnTo>
                  <a:lnTo>
                    <a:pt x="6687" y="6470"/>
                  </a:lnTo>
                  <a:lnTo>
                    <a:pt x="6795" y="6343"/>
                  </a:lnTo>
                  <a:lnTo>
                    <a:pt x="6894" y="6225"/>
                  </a:lnTo>
                  <a:lnTo>
                    <a:pt x="6982" y="6087"/>
                  </a:lnTo>
                  <a:lnTo>
                    <a:pt x="7071" y="5959"/>
                  </a:lnTo>
                  <a:lnTo>
                    <a:pt x="7150" y="5812"/>
                  </a:lnTo>
                  <a:lnTo>
                    <a:pt x="7228" y="5674"/>
                  </a:lnTo>
                  <a:lnTo>
                    <a:pt x="7297" y="5526"/>
                  </a:lnTo>
                  <a:lnTo>
                    <a:pt x="7356" y="5369"/>
                  </a:lnTo>
                  <a:lnTo>
                    <a:pt x="7405" y="5222"/>
                  </a:lnTo>
                  <a:lnTo>
                    <a:pt x="7454" y="5064"/>
                  </a:lnTo>
                  <a:lnTo>
                    <a:pt x="7494" y="4897"/>
                  </a:lnTo>
                  <a:lnTo>
                    <a:pt x="7523" y="4740"/>
                  </a:lnTo>
                  <a:lnTo>
                    <a:pt x="7543" y="4573"/>
                  </a:lnTo>
                  <a:lnTo>
                    <a:pt x="7553" y="4396"/>
                  </a:lnTo>
                  <a:lnTo>
                    <a:pt x="7553" y="4228"/>
                  </a:lnTo>
                  <a:close/>
                  <a:moveTo>
                    <a:pt x="8507" y="4228"/>
                  </a:moveTo>
                  <a:lnTo>
                    <a:pt x="8507" y="4445"/>
                  </a:lnTo>
                  <a:lnTo>
                    <a:pt x="8487" y="4671"/>
                  </a:lnTo>
                  <a:lnTo>
                    <a:pt x="8457" y="4877"/>
                  </a:lnTo>
                  <a:lnTo>
                    <a:pt x="8418" y="5094"/>
                  </a:lnTo>
                  <a:lnTo>
                    <a:pt x="8379" y="5300"/>
                  </a:lnTo>
                  <a:lnTo>
                    <a:pt x="8320" y="5497"/>
                  </a:lnTo>
                  <a:lnTo>
                    <a:pt x="8251" y="5703"/>
                  </a:lnTo>
                  <a:lnTo>
                    <a:pt x="8172" y="5890"/>
                  </a:lnTo>
                  <a:lnTo>
                    <a:pt x="8084" y="6087"/>
                  </a:lnTo>
                  <a:lnTo>
                    <a:pt x="7995" y="6274"/>
                  </a:lnTo>
                  <a:lnTo>
                    <a:pt x="7887" y="6451"/>
                  </a:lnTo>
                  <a:lnTo>
                    <a:pt x="7779" y="6618"/>
                  </a:lnTo>
                  <a:lnTo>
                    <a:pt x="7661" y="6795"/>
                  </a:lnTo>
                  <a:lnTo>
                    <a:pt x="7533" y="6952"/>
                  </a:lnTo>
                  <a:lnTo>
                    <a:pt x="7395" y="7110"/>
                  </a:lnTo>
                  <a:lnTo>
                    <a:pt x="7258" y="7257"/>
                  </a:lnTo>
                  <a:lnTo>
                    <a:pt x="7100" y="7395"/>
                  </a:lnTo>
                  <a:lnTo>
                    <a:pt x="6953" y="7532"/>
                  </a:lnTo>
                  <a:lnTo>
                    <a:pt x="6786" y="7660"/>
                  </a:lnTo>
                  <a:lnTo>
                    <a:pt x="6618" y="7778"/>
                  </a:lnTo>
                  <a:lnTo>
                    <a:pt x="6441" y="7896"/>
                  </a:lnTo>
                  <a:lnTo>
                    <a:pt x="6264" y="7995"/>
                  </a:lnTo>
                  <a:lnTo>
                    <a:pt x="6078" y="8093"/>
                  </a:lnTo>
                  <a:lnTo>
                    <a:pt x="5891" y="8172"/>
                  </a:lnTo>
                  <a:lnTo>
                    <a:pt x="5694" y="8250"/>
                  </a:lnTo>
                  <a:lnTo>
                    <a:pt x="5497" y="8319"/>
                  </a:lnTo>
                  <a:lnTo>
                    <a:pt x="5291" y="8378"/>
                  </a:lnTo>
                  <a:lnTo>
                    <a:pt x="5084" y="8427"/>
                  </a:lnTo>
                  <a:lnTo>
                    <a:pt x="4878" y="8467"/>
                  </a:lnTo>
                  <a:lnTo>
                    <a:pt x="4662" y="8486"/>
                  </a:lnTo>
                  <a:lnTo>
                    <a:pt x="4445" y="8506"/>
                  </a:lnTo>
                  <a:lnTo>
                    <a:pt x="4229" y="8516"/>
                  </a:lnTo>
                  <a:lnTo>
                    <a:pt x="4229" y="9470"/>
                  </a:lnTo>
                  <a:lnTo>
                    <a:pt x="4494" y="9460"/>
                  </a:lnTo>
                  <a:lnTo>
                    <a:pt x="4760" y="9440"/>
                  </a:lnTo>
                  <a:lnTo>
                    <a:pt x="5025" y="9401"/>
                  </a:lnTo>
                  <a:lnTo>
                    <a:pt x="5281" y="9361"/>
                  </a:lnTo>
                  <a:lnTo>
                    <a:pt x="5537" y="9302"/>
                  </a:lnTo>
                  <a:lnTo>
                    <a:pt x="5783" y="9234"/>
                  </a:lnTo>
                  <a:lnTo>
                    <a:pt x="6019" y="9145"/>
                  </a:lnTo>
                  <a:lnTo>
                    <a:pt x="6264" y="9057"/>
                  </a:lnTo>
                  <a:lnTo>
                    <a:pt x="6491" y="8948"/>
                  </a:lnTo>
                  <a:lnTo>
                    <a:pt x="6717" y="8830"/>
                  </a:lnTo>
                  <a:lnTo>
                    <a:pt x="6933" y="8703"/>
                  </a:lnTo>
                  <a:lnTo>
                    <a:pt x="7150" y="8565"/>
                  </a:lnTo>
                  <a:lnTo>
                    <a:pt x="7356" y="8427"/>
                  </a:lnTo>
                  <a:lnTo>
                    <a:pt x="7553" y="8270"/>
                  </a:lnTo>
                  <a:lnTo>
                    <a:pt x="7740" y="8103"/>
                  </a:lnTo>
                  <a:lnTo>
                    <a:pt x="7926" y="7926"/>
                  </a:lnTo>
                  <a:lnTo>
                    <a:pt x="8103" y="7749"/>
                  </a:lnTo>
                  <a:lnTo>
                    <a:pt x="8261" y="7562"/>
                  </a:lnTo>
                  <a:lnTo>
                    <a:pt x="8418" y="7355"/>
                  </a:lnTo>
                  <a:lnTo>
                    <a:pt x="8566" y="7159"/>
                  </a:lnTo>
                  <a:lnTo>
                    <a:pt x="8703" y="6942"/>
                  </a:lnTo>
                  <a:lnTo>
                    <a:pt x="8831" y="6726"/>
                  </a:lnTo>
                  <a:lnTo>
                    <a:pt x="8939" y="6500"/>
                  </a:lnTo>
                  <a:lnTo>
                    <a:pt x="9047" y="6264"/>
                  </a:lnTo>
                  <a:lnTo>
                    <a:pt x="9146" y="6028"/>
                  </a:lnTo>
                  <a:lnTo>
                    <a:pt x="9224" y="5782"/>
                  </a:lnTo>
                  <a:lnTo>
                    <a:pt x="9293" y="5536"/>
                  </a:lnTo>
                  <a:lnTo>
                    <a:pt x="9352" y="5281"/>
                  </a:lnTo>
                  <a:lnTo>
                    <a:pt x="9401" y="5025"/>
                  </a:lnTo>
                  <a:lnTo>
                    <a:pt x="9431" y="4759"/>
                  </a:lnTo>
                  <a:lnTo>
                    <a:pt x="9451" y="4494"/>
                  </a:lnTo>
                  <a:lnTo>
                    <a:pt x="9460" y="4228"/>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449" name="Google Shape;4449;p193"/>
          <p:cNvSpPr/>
          <p:nvPr/>
        </p:nvSpPr>
        <p:spPr>
          <a:xfrm>
            <a:off x="6735391" y="1739123"/>
            <a:ext cx="223800" cy="207595"/>
          </a:xfrm>
          <a:custGeom>
            <a:avLst/>
            <a:gdLst/>
            <a:ahLst/>
            <a:cxnLst/>
            <a:rect l="l" t="t" r="r" b="b"/>
            <a:pathLst>
              <a:path w="15253" h="14151" extrusionOk="0">
                <a:moveTo>
                  <a:pt x="10080" y="954"/>
                </a:moveTo>
                <a:lnTo>
                  <a:pt x="10886" y="2360"/>
                </a:lnTo>
                <a:lnTo>
                  <a:pt x="10483" y="3068"/>
                </a:lnTo>
                <a:lnTo>
                  <a:pt x="10080" y="3776"/>
                </a:lnTo>
                <a:lnTo>
                  <a:pt x="8448" y="3776"/>
                </a:lnTo>
                <a:lnTo>
                  <a:pt x="8044" y="3068"/>
                </a:lnTo>
                <a:lnTo>
                  <a:pt x="7631" y="2360"/>
                </a:lnTo>
                <a:lnTo>
                  <a:pt x="8448" y="954"/>
                </a:lnTo>
                <a:close/>
                <a:moveTo>
                  <a:pt x="6805" y="2842"/>
                </a:moveTo>
                <a:lnTo>
                  <a:pt x="7218" y="3540"/>
                </a:lnTo>
                <a:lnTo>
                  <a:pt x="7622" y="4248"/>
                </a:lnTo>
                <a:lnTo>
                  <a:pt x="7218" y="4956"/>
                </a:lnTo>
                <a:lnTo>
                  <a:pt x="6805" y="5654"/>
                </a:lnTo>
                <a:lnTo>
                  <a:pt x="5183" y="5654"/>
                </a:lnTo>
                <a:lnTo>
                  <a:pt x="4780" y="4956"/>
                </a:lnTo>
                <a:lnTo>
                  <a:pt x="4367" y="4248"/>
                </a:lnTo>
                <a:lnTo>
                  <a:pt x="5183" y="2842"/>
                </a:lnTo>
                <a:close/>
                <a:moveTo>
                  <a:pt x="13345" y="2842"/>
                </a:moveTo>
                <a:lnTo>
                  <a:pt x="14151" y="4248"/>
                </a:lnTo>
                <a:lnTo>
                  <a:pt x="13345" y="5654"/>
                </a:lnTo>
                <a:lnTo>
                  <a:pt x="11712" y="5654"/>
                </a:lnTo>
                <a:lnTo>
                  <a:pt x="11309" y="4956"/>
                </a:lnTo>
                <a:lnTo>
                  <a:pt x="10896" y="4248"/>
                </a:lnTo>
                <a:lnTo>
                  <a:pt x="11309" y="3540"/>
                </a:lnTo>
                <a:lnTo>
                  <a:pt x="11712" y="2842"/>
                </a:lnTo>
                <a:close/>
                <a:moveTo>
                  <a:pt x="3541" y="4720"/>
                </a:moveTo>
                <a:lnTo>
                  <a:pt x="3954" y="5428"/>
                </a:lnTo>
                <a:lnTo>
                  <a:pt x="4357" y="6136"/>
                </a:lnTo>
                <a:lnTo>
                  <a:pt x="3954" y="6834"/>
                </a:lnTo>
                <a:lnTo>
                  <a:pt x="3541" y="7542"/>
                </a:lnTo>
                <a:lnTo>
                  <a:pt x="1918" y="7542"/>
                </a:lnTo>
                <a:lnTo>
                  <a:pt x="1102" y="6136"/>
                </a:lnTo>
                <a:lnTo>
                  <a:pt x="1918" y="4720"/>
                </a:lnTo>
                <a:close/>
                <a:moveTo>
                  <a:pt x="10080" y="4720"/>
                </a:moveTo>
                <a:lnTo>
                  <a:pt x="10483" y="5428"/>
                </a:lnTo>
                <a:lnTo>
                  <a:pt x="10886" y="6136"/>
                </a:lnTo>
                <a:lnTo>
                  <a:pt x="10483" y="6834"/>
                </a:lnTo>
                <a:lnTo>
                  <a:pt x="10080" y="7542"/>
                </a:lnTo>
                <a:lnTo>
                  <a:pt x="8448" y="7542"/>
                </a:lnTo>
                <a:lnTo>
                  <a:pt x="8044" y="6834"/>
                </a:lnTo>
                <a:lnTo>
                  <a:pt x="7631" y="6136"/>
                </a:lnTo>
                <a:lnTo>
                  <a:pt x="8044" y="5428"/>
                </a:lnTo>
                <a:lnTo>
                  <a:pt x="8448" y="4720"/>
                </a:lnTo>
                <a:close/>
                <a:moveTo>
                  <a:pt x="13345" y="6608"/>
                </a:moveTo>
                <a:lnTo>
                  <a:pt x="14151" y="8024"/>
                </a:lnTo>
                <a:lnTo>
                  <a:pt x="13345" y="9430"/>
                </a:lnTo>
                <a:lnTo>
                  <a:pt x="11712" y="9430"/>
                </a:lnTo>
                <a:lnTo>
                  <a:pt x="11309" y="8722"/>
                </a:lnTo>
                <a:lnTo>
                  <a:pt x="10896" y="8024"/>
                </a:lnTo>
                <a:lnTo>
                  <a:pt x="11309" y="7316"/>
                </a:lnTo>
                <a:lnTo>
                  <a:pt x="11712" y="6608"/>
                </a:lnTo>
                <a:close/>
                <a:moveTo>
                  <a:pt x="10080" y="8496"/>
                </a:moveTo>
                <a:lnTo>
                  <a:pt x="10483" y="9204"/>
                </a:lnTo>
                <a:lnTo>
                  <a:pt x="10886" y="9902"/>
                </a:lnTo>
                <a:lnTo>
                  <a:pt x="10080" y="11318"/>
                </a:lnTo>
                <a:lnTo>
                  <a:pt x="8448" y="11318"/>
                </a:lnTo>
                <a:lnTo>
                  <a:pt x="8044" y="10610"/>
                </a:lnTo>
                <a:lnTo>
                  <a:pt x="7631" y="9902"/>
                </a:lnTo>
                <a:lnTo>
                  <a:pt x="8044" y="9204"/>
                </a:lnTo>
                <a:lnTo>
                  <a:pt x="8448" y="8496"/>
                </a:lnTo>
                <a:close/>
                <a:moveTo>
                  <a:pt x="6805" y="10384"/>
                </a:moveTo>
                <a:lnTo>
                  <a:pt x="7218" y="11082"/>
                </a:lnTo>
                <a:lnTo>
                  <a:pt x="7622" y="11790"/>
                </a:lnTo>
                <a:lnTo>
                  <a:pt x="6805" y="13197"/>
                </a:lnTo>
                <a:lnTo>
                  <a:pt x="5183" y="13197"/>
                </a:lnTo>
                <a:lnTo>
                  <a:pt x="4367" y="11790"/>
                </a:lnTo>
                <a:lnTo>
                  <a:pt x="5183" y="10384"/>
                </a:lnTo>
                <a:close/>
                <a:moveTo>
                  <a:pt x="7897" y="0"/>
                </a:moveTo>
                <a:lnTo>
                  <a:pt x="6805" y="1888"/>
                </a:lnTo>
                <a:lnTo>
                  <a:pt x="4632" y="1888"/>
                </a:lnTo>
                <a:lnTo>
                  <a:pt x="3541" y="3776"/>
                </a:lnTo>
                <a:lnTo>
                  <a:pt x="1367" y="3776"/>
                </a:lnTo>
                <a:lnTo>
                  <a:pt x="1" y="6136"/>
                </a:lnTo>
                <a:lnTo>
                  <a:pt x="1367" y="8496"/>
                </a:lnTo>
                <a:lnTo>
                  <a:pt x="3541" y="8496"/>
                </a:lnTo>
                <a:lnTo>
                  <a:pt x="4357" y="9902"/>
                </a:lnTo>
                <a:lnTo>
                  <a:pt x="3265" y="11790"/>
                </a:lnTo>
                <a:lnTo>
                  <a:pt x="4632" y="14150"/>
                </a:lnTo>
                <a:lnTo>
                  <a:pt x="7356" y="14150"/>
                </a:lnTo>
                <a:lnTo>
                  <a:pt x="8448" y="12262"/>
                </a:lnTo>
                <a:lnTo>
                  <a:pt x="10621" y="12262"/>
                </a:lnTo>
                <a:lnTo>
                  <a:pt x="11712" y="10384"/>
                </a:lnTo>
                <a:lnTo>
                  <a:pt x="13885" y="10384"/>
                </a:lnTo>
                <a:lnTo>
                  <a:pt x="15252" y="8024"/>
                </a:lnTo>
                <a:lnTo>
                  <a:pt x="14161" y="6136"/>
                </a:lnTo>
                <a:lnTo>
                  <a:pt x="15252" y="4248"/>
                </a:lnTo>
                <a:lnTo>
                  <a:pt x="13885" y="1888"/>
                </a:lnTo>
                <a:lnTo>
                  <a:pt x="11712" y="1888"/>
                </a:lnTo>
                <a:lnTo>
                  <a:pt x="1062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450" name="Google Shape;4450;p193"/>
          <p:cNvGrpSpPr/>
          <p:nvPr/>
        </p:nvGrpSpPr>
        <p:grpSpPr>
          <a:xfrm>
            <a:off x="5825018" y="1739666"/>
            <a:ext cx="223932" cy="206158"/>
            <a:chOff x="2099100" y="2300650"/>
            <a:chExt cx="381550" cy="351325"/>
          </a:xfrm>
        </p:grpSpPr>
        <p:sp>
          <p:nvSpPr>
            <p:cNvPr id="4451" name="Google Shape;4451;p193"/>
            <p:cNvSpPr/>
            <p:nvPr/>
          </p:nvSpPr>
          <p:spPr>
            <a:xfrm>
              <a:off x="2235050" y="2421600"/>
              <a:ext cx="109400" cy="109175"/>
            </a:xfrm>
            <a:custGeom>
              <a:avLst/>
              <a:gdLst/>
              <a:ahLst/>
              <a:cxnLst/>
              <a:rect l="l" t="t" r="r" b="b"/>
              <a:pathLst>
                <a:path w="4376" h="4367" extrusionOk="0">
                  <a:moveTo>
                    <a:pt x="2193" y="974"/>
                  </a:moveTo>
                  <a:lnTo>
                    <a:pt x="2311" y="984"/>
                  </a:lnTo>
                  <a:lnTo>
                    <a:pt x="2439" y="1004"/>
                  </a:lnTo>
                  <a:lnTo>
                    <a:pt x="2547" y="1033"/>
                  </a:lnTo>
                  <a:lnTo>
                    <a:pt x="2665" y="1073"/>
                  </a:lnTo>
                  <a:lnTo>
                    <a:pt x="2763" y="1122"/>
                  </a:lnTo>
                  <a:lnTo>
                    <a:pt x="2871" y="1181"/>
                  </a:lnTo>
                  <a:lnTo>
                    <a:pt x="2960" y="1250"/>
                  </a:lnTo>
                  <a:lnTo>
                    <a:pt x="3048" y="1328"/>
                  </a:lnTo>
                  <a:lnTo>
                    <a:pt x="3127" y="1417"/>
                  </a:lnTo>
                  <a:lnTo>
                    <a:pt x="3196" y="1505"/>
                  </a:lnTo>
                  <a:lnTo>
                    <a:pt x="3255" y="1604"/>
                  </a:lnTo>
                  <a:lnTo>
                    <a:pt x="3304" y="1712"/>
                  </a:lnTo>
                  <a:lnTo>
                    <a:pt x="3343" y="1820"/>
                  </a:lnTo>
                  <a:lnTo>
                    <a:pt x="3373" y="1938"/>
                  </a:lnTo>
                  <a:lnTo>
                    <a:pt x="3393" y="2056"/>
                  </a:lnTo>
                  <a:lnTo>
                    <a:pt x="3402" y="2184"/>
                  </a:lnTo>
                  <a:lnTo>
                    <a:pt x="3393" y="2312"/>
                  </a:lnTo>
                  <a:lnTo>
                    <a:pt x="3373" y="2430"/>
                  </a:lnTo>
                  <a:lnTo>
                    <a:pt x="3343" y="2548"/>
                  </a:lnTo>
                  <a:lnTo>
                    <a:pt x="3304" y="2656"/>
                  </a:lnTo>
                  <a:lnTo>
                    <a:pt x="3255" y="2764"/>
                  </a:lnTo>
                  <a:lnTo>
                    <a:pt x="3196" y="2862"/>
                  </a:lnTo>
                  <a:lnTo>
                    <a:pt x="3127" y="2951"/>
                  </a:lnTo>
                  <a:lnTo>
                    <a:pt x="3048" y="3039"/>
                  </a:lnTo>
                  <a:lnTo>
                    <a:pt x="2960" y="3118"/>
                  </a:lnTo>
                  <a:lnTo>
                    <a:pt x="2871" y="3187"/>
                  </a:lnTo>
                  <a:lnTo>
                    <a:pt x="2763" y="3246"/>
                  </a:lnTo>
                  <a:lnTo>
                    <a:pt x="2665" y="3295"/>
                  </a:lnTo>
                  <a:lnTo>
                    <a:pt x="2547" y="3334"/>
                  </a:lnTo>
                  <a:lnTo>
                    <a:pt x="2439" y="3364"/>
                  </a:lnTo>
                  <a:lnTo>
                    <a:pt x="2311" y="3384"/>
                  </a:lnTo>
                  <a:lnTo>
                    <a:pt x="2193" y="3393"/>
                  </a:lnTo>
                  <a:lnTo>
                    <a:pt x="2065" y="3384"/>
                  </a:lnTo>
                  <a:lnTo>
                    <a:pt x="1947" y="3364"/>
                  </a:lnTo>
                  <a:lnTo>
                    <a:pt x="1829" y="3334"/>
                  </a:lnTo>
                  <a:lnTo>
                    <a:pt x="1721" y="3295"/>
                  </a:lnTo>
                  <a:lnTo>
                    <a:pt x="1613" y="3246"/>
                  </a:lnTo>
                  <a:lnTo>
                    <a:pt x="1514" y="3187"/>
                  </a:lnTo>
                  <a:lnTo>
                    <a:pt x="1426" y="3118"/>
                  </a:lnTo>
                  <a:lnTo>
                    <a:pt x="1337" y="3039"/>
                  </a:lnTo>
                  <a:lnTo>
                    <a:pt x="1259" y="2951"/>
                  </a:lnTo>
                  <a:lnTo>
                    <a:pt x="1190" y="2862"/>
                  </a:lnTo>
                  <a:lnTo>
                    <a:pt x="1131" y="2764"/>
                  </a:lnTo>
                  <a:lnTo>
                    <a:pt x="1082" y="2656"/>
                  </a:lnTo>
                  <a:lnTo>
                    <a:pt x="1033" y="2548"/>
                  </a:lnTo>
                  <a:lnTo>
                    <a:pt x="1003" y="2430"/>
                  </a:lnTo>
                  <a:lnTo>
                    <a:pt x="993" y="2312"/>
                  </a:lnTo>
                  <a:lnTo>
                    <a:pt x="983" y="2184"/>
                  </a:lnTo>
                  <a:lnTo>
                    <a:pt x="993" y="2056"/>
                  </a:lnTo>
                  <a:lnTo>
                    <a:pt x="1003" y="1938"/>
                  </a:lnTo>
                  <a:lnTo>
                    <a:pt x="1033" y="1820"/>
                  </a:lnTo>
                  <a:lnTo>
                    <a:pt x="1082" y="1712"/>
                  </a:lnTo>
                  <a:lnTo>
                    <a:pt x="1131" y="1604"/>
                  </a:lnTo>
                  <a:lnTo>
                    <a:pt x="1190" y="1505"/>
                  </a:lnTo>
                  <a:lnTo>
                    <a:pt x="1259" y="1417"/>
                  </a:lnTo>
                  <a:lnTo>
                    <a:pt x="1337" y="1328"/>
                  </a:lnTo>
                  <a:lnTo>
                    <a:pt x="1426" y="1250"/>
                  </a:lnTo>
                  <a:lnTo>
                    <a:pt x="1514" y="1181"/>
                  </a:lnTo>
                  <a:lnTo>
                    <a:pt x="1613" y="1122"/>
                  </a:lnTo>
                  <a:lnTo>
                    <a:pt x="1721" y="1073"/>
                  </a:lnTo>
                  <a:lnTo>
                    <a:pt x="1829" y="1033"/>
                  </a:lnTo>
                  <a:lnTo>
                    <a:pt x="1947" y="1004"/>
                  </a:lnTo>
                  <a:lnTo>
                    <a:pt x="2065" y="984"/>
                  </a:lnTo>
                  <a:lnTo>
                    <a:pt x="2193" y="974"/>
                  </a:lnTo>
                  <a:close/>
                  <a:moveTo>
                    <a:pt x="1731" y="1"/>
                  </a:moveTo>
                  <a:lnTo>
                    <a:pt x="1731" y="493"/>
                  </a:lnTo>
                  <a:lnTo>
                    <a:pt x="1632" y="522"/>
                  </a:lnTo>
                  <a:lnTo>
                    <a:pt x="1524" y="561"/>
                  </a:lnTo>
                  <a:lnTo>
                    <a:pt x="1426" y="611"/>
                  </a:lnTo>
                  <a:lnTo>
                    <a:pt x="1328" y="660"/>
                  </a:lnTo>
                  <a:lnTo>
                    <a:pt x="983" y="316"/>
                  </a:lnTo>
                  <a:lnTo>
                    <a:pt x="334" y="955"/>
                  </a:lnTo>
                  <a:lnTo>
                    <a:pt x="669" y="1299"/>
                  </a:lnTo>
                  <a:lnTo>
                    <a:pt x="620" y="1397"/>
                  </a:lnTo>
                  <a:lnTo>
                    <a:pt x="570" y="1496"/>
                  </a:lnTo>
                  <a:lnTo>
                    <a:pt x="531" y="1604"/>
                  </a:lnTo>
                  <a:lnTo>
                    <a:pt x="502" y="1702"/>
                  </a:lnTo>
                  <a:lnTo>
                    <a:pt x="0" y="1702"/>
                  </a:lnTo>
                  <a:lnTo>
                    <a:pt x="0" y="2617"/>
                  </a:lnTo>
                  <a:lnTo>
                    <a:pt x="492" y="2617"/>
                  </a:lnTo>
                  <a:lnTo>
                    <a:pt x="531" y="2725"/>
                  </a:lnTo>
                  <a:lnTo>
                    <a:pt x="570" y="2833"/>
                  </a:lnTo>
                  <a:lnTo>
                    <a:pt x="610" y="2931"/>
                  </a:lnTo>
                  <a:lnTo>
                    <a:pt x="659" y="3030"/>
                  </a:lnTo>
                  <a:lnTo>
                    <a:pt x="305" y="3384"/>
                  </a:lnTo>
                  <a:lnTo>
                    <a:pt x="944" y="4033"/>
                  </a:lnTo>
                  <a:lnTo>
                    <a:pt x="1308" y="3679"/>
                  </a:lnTo>
                  <a:lnTo>
                    <a:pt x="1406" y="3728"/>
                  </a:lnTo>
                  <a:lnTo>
                    <a:pt x="1505" y="3777"/>
                  </a:lnTo>
                  <a:lnTo>
                    <a:pt x="1613" y="3816"/>
                  </a:lnTo>
                  <a:lnTo>
                    <a:pt x="1721" y="3846"/>
                  </a:lnTo>
                  <a:lnTo>
                    <a:pt x="1721" y="4367"/>
                  </a:lnTo>
                  <a:lnTo>
                    <a:pt x="2635" y="4367"/>
                  </a:lnTo>
                  <a:lnTo>
                    <a:pt x="2635" y="3856"/>
                  </a:lnTo>
                  <a:lnTo>
                    <a:pt x="2744" y="3826"/>
                  </a:lnTo>
                  <a:lnTo>
                    <a:pt x="2852" y="3787"/>
                  </a:lnTo>
                  <a:lnTo>
                    <a:pt x="2950" y="3738"/>
                  </a:lnTo>
                  <a:lnTo>
                    <a:pt x="3048" y="3688"/>
                  </a:lnTo>
                  <a:lnTo>
                    <a:pt x="3412" y="4042"/>
                  </a:lnTo>
                  <a:lnTo>
                    <a:pt x="4061" y="3403"/>
                  </a:lnTo>
                  <a:lnTo>
                    <a:pt x="3697" y="3039"/>
                  </a:lnTo>
                  <a:lnTo>
                    <a:pt x="3756" y="2951"/>
                  </a:lnTo>
                  <a:lnTo>
                    <a:pt x="3796" y="2843"/>
                  </a:lnTo>
                  <a:lnTo>
                    <a:pt x="3835" y="2744"/>
                  </a:lnTo>
                  <a:lnTo>
                    <a:pt x="3874" y="2636"/>
                  </a:lnTo>
                  <a:lnTo>
                    <a:pt x="4376" y="2636"/>
                  </a:lnTo>
                  <a:lnTo>
                    <a:pt x="4376" y="1722"/>
                  </a:lnTo>
                  <a:lnTo>
                    <a:pt x="3874" y="1722"/>
                  </a:lnTo>
                  <a:lnTo>
                    <a:pt x="3845" y="1623"/>
                  </a:lnTo>
                  <a:lnTo>
                    <a:pt x="3806" y="1515"/>
                  </a:lnTo>
                  <a:lnTo>
                    <a:pt x="3756" y="1417"/>
                  </a:lnTo>
                  <a:lnTo>
                    <a:pt x="3707" y="1319"/>
                  </a:lnTo>
                  <a:lnTo>
                    <a:pt x="4061" y="965"/>
                  </a:lnTo>
                  <a:lnTo>
                    <a:pt x="3412" y="316"/>
                  </a:lnTo>
                  <a:lnTo>
                    <a:pt x="3068" y="670"/>
                  </a:lnTo>
                  <a:lnTo>
                    <a:pt x="2960" y="611"/>
                  </a:lnTo>
                  <a:lnTo>
                    <a:pt x="2862" y="571"/>
                  </a:lnTo>
                  <a:lnTo>
                    <a:pt x="2763" y="532"/>
                  </a:lnTo>
                  <a:lnTo>
                    <a:pt x="2655" y="493"/>
                  </a:lnTo>
                  <a:lnTo>
                    <a:pt x="265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52" name="Google Shape;4452;p193"/>
            <p:cNvSpPr/>
            <p:nvPr/>
          </p:nvSpPr>
          <p:spPr>
            <a:xfrm>
              <a:off x="2099100" y="2300650"/>
              <a:ext cx="381550" cy="351325"/>
            </a:xfrm>
            <a:custGeom>
              <a:avLst/>
              <a:gdLst/>
              <a:ahLst/>
              <a:cxnLst/>
              <a:rect l="l" t="t" r="r" b="b"/>
              <a:pathLst>
                <a:path w="15262" h="14053" extrusionOk="0">
                  <a:moveTo>
                    <a:pt x="10955" y="3688"/>
                  </a:moveTo>
                  <a:lnTo>
                    <a:pt x="10955" y="10355"/>
                  </a:lnTo>
                  <a:lnTo>
                    <a:pt x="4297" y="10355"/>
                  </a:lnTo>
                  <a:lnTo>
                    <a:pt x="4297" y="3688"/>
                  </a:lnTo>
                  <a:close/>
                  <a:moveTo>
                    <a:pt x="3344" y="1"/>
                  </a:moveTo>
                  <a:lnTo>
                    <a:pt x="3245" y="11"/>
                  </a:lnTo>
                  <a:lnTo>
                    <a:pt x="3147" y="21"/>
                  </a:lnTo>
                  <a:lnTo>
                    <a:pt x="3058" y="50"/>
                  </a:lnTo>
                  <a:lnTo>
                    <a:pt x="2970" y="80"/>
                  </a:lnTo>
                  <a:lnTo>
                    <a:pt x="2891" y="119"/>
                  </a:lnTo>
                  <a:lnTo>
                    <a:pt x="2813" y="168"/>
                  </a:lnTo>
                  <a:lnTo>
                    <a:pt x="2734" y="217"/>
                  </a:lnTo>
                  <a:lnTo>
                    <a:pt x="2675" y="286"/>
                  </a:lnTo>
                  <a:lnTo>
                    <a:pt x="2606" y="355"/>
                  </a:lnTo>
                  <a:lnTo>
                    <a:pt x="2557" y="424"/>
                  </a:lnTo>
                  <a:lnTo>
                    <a:pt x="2508" y="502"/>
                  </a:lnTo>
                  <a:lnTo>
                    <a:pt x="2468" y="581"/>
                  </a:lnTo>
                  <a:lnTo>
                    <a:pt x="2439" y="670"/>
                  </a:lnTo>
                  <a:lnTo>
                    <a:pt x="2409" y="768"/>
                  </a:lnTo>
                  <a:lnTo>
                    <a:pt x="2400" y="856"/>
                  </a:lnTo>
                  <a:lnTo>
                    <a:pt x="2390" y="955"/>
                  </a:lnTo>
                  <a:lnTo>
                    <a:pt x="2400" y="1053"/>
                  </a:lnTo>
                  <a:lnTo>
                    <a:pt x="2409" y="1151"/>
                  </a:lnTo>
                  <a:lnTo>
                    <a:pt x="2439" y="1240"/>
                  </a:lnTo>
                  <a:lnTo>
                    <a:pt x="2468" y="1328"/>
                  </a:lnTo>
                  <a:lnTo>
                    <a:pt x="2508" y="1407"/>
                  </a:lnTo>
                  <a:lnTo>
                    <a:pt x="2557" y="1486"/>
                  </a:lnTo>
                  <a:lnTo>
                    <a:pt x="2606" y="1564"/>
                  </a:lnTo>
                  <a:lnTo>
                    <a:pt x="2675" y="1623"/>
                  </a:lnTo>
                  <a:lnTo>
                    <a:pt x="2734" y="1692"/>
                  </a:lnTo>
                  <a:lnTo>
                    <a:pt x="2813" y="1741"/>
                  </a:lnTo>
                  <a:lnTo>
                    <a:pt x="2891" y="1791"/>
                  </a:lnTo>
                  <a:lnTo>
                    <a:pt x="2970" y="1830"/>
                  </a:lnTo>
                  <a:lnTo>
                    <a:pt x="3058" y="1859"/>
                  </a:lnTo>
                  <a:lnTo>
                    <a:pt x="3147" y="1889"/>
                  </a:lnTo>
                  <a:lnTo>
                    <a:pt x="3245" y="1899"/>
                  </a:lnTo>
                  <a:lnTo>
                    <a:pt x="3344" y="1909"/>
                  </a:lnTo>
                  <a:lnTo>
                    <a:pt x="3471" y="1899"/>
                  </a:lnTo>
                  <a:lnTo>
                    <a:pt x="3599" y="1869"/>
                  </a:lnTo>
                  <a:lnTo>
                    <a:pt x="3717" y="1830"/>
                  </a:lnTo>
                  <a:lnTo>
                    <a:pt x="3825" y="1771"/>
                  </a:lnTo>
                  <a:lnTo>
                    <a:pt x="3924" y="1702"/>
                  </a:lnTo>
                  <a:lnTo>
                    <a:pt x="4022" y="1623"/>
                  </a:lnTo>
                  <a:lnTo>
                    <a:pt x="4101" y="1535"/>
                  </a:lnTo>
                  <a:lnTo>
                    <a:pt x="4170" y="1427"/>
                  </a:lnTo>
                  <a:lnTo>
                    <a:pt x="5241" y="1427"/>
                  </a:lnTo>
                  <a:lnTo>
                    <a:pt x="5241" y="2744"/>
                  </a:lnTo>
                  <a:lnTo>
                    <a:pt x="3344" y="2744"/>
                  </a:lnTo>
                  <a:lnTo>
                    <a:pt x="3344" y="4642"/>
                  </a:lnTo>
                  <a:lnTo>
                    <a:pt x="1770" y="4642"/>
                  </a:lnTo>
                  <a:lnTo>
                    <a:pt x="1701" y="4544"/>
                  </a:lnTo>
                  <a:lnTo>
                    <a:pt x="1623" y="4446"/>
                  </a:lnTo>
                  <a:lnTo>
                    <a:pt x="1534" y="4367"/>
                  </a:lnTo>
                  <a:lnTo>
                    <a:pt x="1436" y="4298"/>
                  </a:lnTo>
                  <a:lnTo>
                    <a:pt x="1318" y="4239"/>
                  </a:lnTo>
                  <a:lnTo>
                    <a:pt x="1200" y="4200"/>
                  </a:lnTo>
                  <a:lnTo>
                    <a:pt x="1082" y="4180"/>
                  </a:lnTo>
                  <a:lnTo>
                    <a:pt x="944" y="4170"/>
                  </a:lnTo>
                  <a:lnTo>
                    <a:pt x="856" y="4170"/>
                  </a:lnTo>
                  <a:lnTo>
                    <a:pt x="757" y="4190"/>
                  </a:lnTo>
                  <a:lnTo>
                    <a:pt x="669" y="4210"/>
                  </a:lnTo>
                  <a:lnTo>
                    <a:pt x="580" y="4239"/>
                  </a:lnTo>
                  <a:lnTo>
                    <a:pt x="492" y="4278"/>
                  </a:lnTo>
                  <a:lnTo>
                    <a:pt x="413" y="4328"/>
                  </a:lnTo>
                  <a:lnTo>
                    <a:pt x="344" y="4387"/>
                  </a:lnTo>
                  <a:lnTo>
                    <a:pt x="275" y="4446"/>
                  </a:lnTo>
                  <a:lnTo>
                    <a:pt x="216" y="4514"/>
                  </a:lnTo>
                  <a:lnTo>
                    <a:pt x="157" y="4583"/>
                  </a:lnTo>
                  <a:lnTo>
                    <a:pt x="108" y="4662"/>
                  </a:lnTo>
                  <a:lnTo>
                    <a:pt x="69" y="4750"/>
                  </a:lnTo>
                  <a:lnTo>
                    <a:pt x="39" y="4839"/>
                  </a:lnTo>
                  <a:lnTo>
                    <a:pt x="20" y="4927"/>
                  </a:lnTo>
                  <a:lnTo>
                    <a:pt x="0" y="5026"/>
                  </a:lnTo>
                  <a:lnTo>
                    <a:pt x="0" y="5124"/>
                  </a:lnTo>
                  <a:lnTo>
                    <a:pt x="0" y="5213"/>
                  </a:lnTo>
                  <a:lnTo>
                    <a:pt x="20" y="5311"/>
                  </a:lnTo>
                  <a:lnTo>
                    <a:pt x="39" y="5399"/>
                  </a:lnTo>
                  <a:lnTo>
                    <a:pt x="69" y="5488"/>
                  </a:lnTo>
                  <a:lnTo>
                    <a:pt x="108" y="5576"/>
                  </a:lnTo>
                  <a:lnTo>
                    <a:pt x="157" y="5655"/>
                  </a:lnTo>
                  <a:lnTo>
                    <a:pt x="216" y="5724"/>
                  </a:lnTo>
                  <a:lnTo>
                    <a:pt x="275" y="5793"/>
                  </a:lnTo>
                  <a:lnTo>
                    <a:pt x="344" y="5852"/>
                  </a:lnTo>
                  <a:lnTo>
                    <a:pt x="413" y="5911"/>
                  </a:lnTo>
                  <a:lnTo>
                    <a:pt x="492" y="5960"/>
                  </a:lnTo>
                  <a:lnTo>
                    <a:pt x="580" y="5999"/>
                  </a:lnTo>
                  <a:lnTo>
                    <a:pt x="669" y="6029"/>
                  </a:lnTo>
                  <a:lnTo>
                    <a:pt x="757" y="6048"/>
                  </a:lnTo>
                  <a:lnTo>
                    <a:pt x="856" y="6068"/>
                  </a:lnTo>
                  <a:lnTo>
                    <a:pt x="944" y="6068"/>
                  </a:lnTo>
                  <a:lnTo>
                    <a:pt x="1082" y="6058"/>
                  </a:lnTo>
                  <a:lnTo>
                    <a:pt x="1200" y="6039"/>
                  </a:lnTo>
                  <a:lnTo>
                    <a:pt x="1318" y="5999"/>
                  </a:lnTo>
                  <a:lnTo>
                    <a:pt x="1436" y="5940"/>
                  </a:lnTo>
                  <a:lnTo>
                    <a:pt x="1534" y="5871"/>
                  </a:lnTo>
                  <a:lnTo>
                    <a:pt x="1623" y="5793"/>
                  </a:lnTo>
                  <a:lnTo>
                    <a:pt x="1701" y="5694"/>
                  </a:lnTo>
                  <a:lnTo>
                    <a:pt x="1770" y="5596"/>
                  </a:lnTo>
                  <a:lnTo>
                    <a:pt x="3344" y="5596"/>
                  </a:lnTo>
                  <a:lnTo>
                    <a:pt x="3344" y="8448"/>
                  </a:lnTo>
                  <a:lnTo>
                    <a:pt x="1770" y="8448"/>
                  </a:lnTo>
                  <a:lnTo>
                    <a:pt x="1701" y="8349"/>
                  </a:lnTo>
                  <a:lnTo>
                    <a:pt x="1623" y="8251"/>
                  </a:lnTo>
                  <a:lnTo>
                    <a:pt x="1534" y="8172"/>
                  </a:lnTo>
                  <a:lnTo>
                    <a:pt x="1436" y="8104"/>
                  </a:lnTo>
                  <a:lnTo>
                    <a:pt x="1318" y="8045"/>
                  </a:lnTo>
                  <a:lnTo>
                    <a:pt x="1200" y="8005"/>
                  </a:lnTo>
                  <a:lnTo>
                    <a:pt x="1082" y="7986"/>
                  </a:lnTo>
                  <a:lnTo>
                    <a:pt x="944" y="7976"/>
                  </a:lnTo>
                  <a:lnTo>
                    <a:pt x="856" y="7976"/>
                  </a:lnTo>
                  <a:lnTo>
                    <a:pt x="757" y="7995"/>
                  </a:lnTo>
                  <a:lnTo>
                    <a:pt x="669" y="8015"/>
                  </a:lnTo>
                  <a:lnTo>
                    <a:pt x="580" y="8045"/>
                  </a:lnTo>
                  <a:lnTo>
                    <a:pt x="492" y="8084"/>
                  </a:lnTo>
                  <a:lnTo>
                    <a:pt x="413" y="8133"/>
                  </a:lnTo>
                  <a:lnTo>
                    <a:pt x="344" y="8192"/>
                  </a:lnTo>
                  <a:lnTo>
                    <a:pt x="275" y="8251"/>
                  </a:lnTo>
                  <a:lnTo>
                    <a:pt x="216" y="8320"/>
                  </a:lnTo>
                  <a:lnTo>
                    <a:pt x="157" y="8389"/>
                  </a:lnTo>
                  <a:lnTo>
                    <a:pt x="108" y="8467"/>
                  </a:lnTo>
                  <a:lnTo>
                    <a:pt x="69" y="8556"/>
                  </a:lnTo>
                  <a:lnTo>
                    <a:pt x="39" y="8644"/>
                  </a:lnTo>
                  <a:lnTo>
                    <a:pt x="20" y="8733"/>
                  </a:lnTo>
                  <a:lnTo>
                    <a:pt x="0" y="8831"/>
                  </a:lnTo>
                  <a:lnTo>
                    <a:pt x="0" y="8930"/>
                  </a:lnTo>
                  <a:lnTo>
                    <a:pt x="0" y="9018"/>
                  </a:lnTo>
                  <a:lnTo>
                    <a:pt x="20" y="9116"/>
                  </a:lnTo>
                  <a:lnTo>
                    <a:pt x="39" y="9205"/>
                  </a:lnTo>
                  <a:lnTo>
                    <a:pt x="69" y="9293"/>
                  </a:lnTo>
                  <a:lnTo>
                    <a:pt x="108" y="9382"/>
                  </a:lnTo>
                  <a:lnTo>
                    <a:pt x="157" y="9461"/>
                  </a:lnTo>
                  <a:lnTo>
                    <a:pt x="216" y="9529"/>
                  </a:lnTo>
                  <a:lnTo>
                    <a:pt x="275" y="9598"/>
                  </a:lnTo>
                  <a:lnTo>
                    <a:pt x="344" y="9657"/>
                  </a:lnTo>
                  <a:lnTo>
                    <a:pt x="413" y="9716"/>
                  </a:lnTo>
                  <a:lnTo>
                    <a:pt x="492" y="9765"/>
                  </a:lnTo>
                  <a:lnTo>
                    <a:pt x="580" y="9805"/>
                  </a:lnTo>
                  <a:lnTo>
                    <a:pt x="669" y="9834"/>
                  </a:lnTo>
                  <a:lnTo>
                    <a:pt x="757" y="9854"/>
                  </a:lnTo>
                  <a:lnTo>
                    <a:pt x="856" y="9874"/>
                  </a:lnTo>
                  <a:lnTo>
                    <a:pt x="944" y="9874"/>
                  </a:lnTo>
                  <a:lnTo>
                    <a:pt x="1082" y="9864"/>
                  </a:lnTo>
                  <a:lnTo>
                    <a:pt x="1200" y="9844"/>
                  </a:lnTo>
                  <a:lnTo>
                    <a:pt x="1318" y="9805"/>
                  </a:lnTo>
                  <a:lnTo>
                    <a:pt x="1436" y="9746"/>
                  </a:lnTo>
                  <a:lnTo>
                    <a:pt x="1534" y="9677"/>
                  </a:lnTo>
                  <a:lnTo>
                    <a:pt x="1623" y="9598"/>
                  </a:lnTo>
                  <a:lnTo>
                    <a:pt x="1701" y="9500"/>
                  </a:lnTo>
                  <a:lnTo>
                    <a:pt x="1770" y="9402"/>
                  </a:lnTo>
                  <a:lnTo>
                    <a:pt x="3344" y="9402"/>
                  </a:lnTo>
                  <a:lnTo>
                    <a:pt x="3344" y="11299"/>
                  </a:lnTo>
                  <a:lnTo>
                    <a:pt x="5241" y="11299"/>
                  </a:lnTo>
                  <a:lnTo>
                    <a:pt x="5241" y="12617"/>
                  </a:lnTo>
                  <a:lnTo>
                    <a:pt x="4170" y="12617"/>
                  </a:lnTo>
                  <a:lnTo>
                    <a:pt x="4101" y="12519"/>
                  </a:lnTo>
                  <a:lnTo>
                    <a:pt x="4022" y="12430"/>
                  </a:lnTo>
                  <a:lnTo>
                    <a:pt x="3924" y="12342"/>
                  </a:lnTo>
                  <a:lnTo>
                    <a:pt x="3825" y="12273"/>
                  </a:lnTo>
                  <a:lnTo>
                    <a:pt x="3717" y="12224"/>
                  </a:lnTo>
                  <a:lnTo>
                    <a:pt x="3599" y="12184"/>
                  </a:lnTo>
                  <a:lnTo>
                    <a:pt x="3471" y="12155"/>
                  </a:lnTo>
                  <a:lnTo>
                    <a:pt x="3344" y="12145"/>
                  </a:lnTo>
                  <a:lnTo>
                    <a:pt x="3245" y="12155"/>
                  </a:lnTo>
                  <a:lnTo>
                    <a:pt x="3147" y="12165"/>
                  </a:lnTo>
                  <a:lnTo>
                    <a:pt x="3058" y="12184"/>
                  </a:lnTo>
                  <a:lnTo>
                    <a:pt x="2970" y="12224"/>
                  </a:lnTo>
                  <a:lnTo>
                    <a:pt x="2891" y="12263"/>
                  </a:lnTo>
                  <a:lnTo>
                    <a:pt x="2813" y="12312"/>
                  </a:lnTo>
                  <a:lnTo>
                    <a:pt x="2734" y="12361"/>
                  </a:lnTo>
                  <a:lnTo>
                    <a:pt x="2675" y="12420"/>
                  </a:lnTo>
                  <a:lnTo>
                    <a:pt x="2606" y="12489"/>
                  </a:lnTo>
                  <a:lnTo>
                    <a:pt x="2557" y="12568"/>
                  </a:lnTo>
                  <a:lnTo>
                    <a:pt x="2508" y="12647"/>
                  </a:lnTo>
                  <a:lnTo>
                    <a:pt x="2468" y="12725"/>
                  </a:lnTo>
                  <a:lnTo>
                    <a:pt x="2439" y="12814"/>
                  </a:lnTo>
                  <a:lnTo>
                    <a:pt x="2409" y="12902"/>
                  </a:lnTo>
                  <a:lnTo>
                    <a:pt x="2400" y="13001"/>
                  </a:lnTo>
                  <a:lnTo>
                    <a:pt x="2390" y="13099"/>
                  </a:lnTo>
                  <a:lnTo>
                    <a:pt x="2400" y="13197"/>
                  </a:lnTo>
                  <a:lnTo>
                    <a:pt x="2409" y="13286"/>
                  </a:lnTo>
                  <a:lnTo>
                    <a:pt x="2439" y="13384"/>
                  </a:lnTo>
                  <a:lnTo>
                    <a:pt x="2468" y="13473"/>
                  </a:lnTo>
                  <a:lnTo>
                    <a:pt x="2508" y="13551"/>
                  </a:lnTo>
                  <a:lnTo>
                    <a:pt x="2557" y="13630"/>
                  </a:lnTo>
                  <a:lnTo>
                    <a:pt x="2606" y="13699"/>
                  </a:lnTo>
                  <a:lnTo>
                    <a:pt x="2675" y="13768"/>
                  </a:lnTo>
                  <a:lnTo>
                    <a:pt x="2734" y="13836"/>
                  </a:lnTo>
                  <a:lnTo>
                    <a:pt x="2813" y="13886"/>
                  </a:lnTo>
                  <a:lnTo>
                    <a:pt x="2891" y="13935"/>
                  </a:lnTo>
                  <a:lnTo>
                    <a:pt x="2970" y="13974"/>
                  </a:lnTo>
                  <a:lnTo>
                    <a:pt x="3058" y="14004"/>
                  </a:lnTo>
                  <a:lnTo>
                    <a:pt x="3147" y="14033"/>
                  </a:lnTo>
                  <a:lnTo>
                    <a:pt x="3245" y="14043"/>
                  </a:lnTo>
                  <a:lnTo>
                    <a:pt x="3344" y="14053"/>
                  </a:lnTo>
                  <a:lnTo>
                    <a:pt x="3471" y="14043"/>
                  </a:lnTo>
                  <a:lnTo>
                    <a:pt x="3599" y="14013"/>
                  </a:lnTo>
                  <a:lnTo>
                    <a:pt x="3717" y="13974"/>
                  </a:lnTo>
                  <a:lnTo>
                    <a:pt x="3825" y="13915"/>
                  </a:lnTo>
                  <a:lnTo>
                    <a:pt x="3924" y="13846"/>
                  </a:lnTo>
                  <a:lnTo>
                    <a:pt x="4022" y="13768"/>
                  </a:lnTo>
                  <a:lnTo>
                    <a:pt x="4101" y="13679"/>
                  </a:lnTo>
                  <a:lnTo>
                    <a:pt x="4170" y="13571"/>
                  </a:lnTo>
                  <a:lnTo>
                    <a:pt x="6195" y="13571"/>
                  </a:lnTo>
                  <a:lnTo>
                    <a:pt x="6195" y="12617"/>
                  </a:lnTo>
                  <a:lnTo>
                    <a:pt x="6195" y="11299"/>
                  </a:lnTo>
                  <a:lnTo>
                    <a:pt x="9057" y="11299"/>
                  </a:lnTo>
                  <a:lnTo>
                    <a:pt x="9057" y="12617"/>
                  </a:lnTo>
                  <a:lnTo>
                    <a:pt x="9057" y="13571"/>
                  </a:lnTo>
                  <a:lnTo>
                    <a:pt x="11082" y="13571"/>
                  </a:lnTo>
                  <a:lnTo>
                    <a:pt x="11151" y="13679"/>
                  </a:lnTo>
                  <a:lnTo>
                    <a:pt x="11230" y="13768"/>
                  </a:lnTo>
                  <a:lnTo>
                    <a:pt x="11328" y="13846"/>
                  </a:lnTo>
                  <a:lnTo>
                    <a:pt x="11427" y="13915"/>
                  </a:lnTo>
                  <a:lnTo>
                    <a:pt x="11535" y="13974"/>
                  </a:lnTo>
                  <a:lnTo>
                    <a:pt x="11653" y="14013"/>
                  </a:lnTo>
                  <a:lnTo>
                    <a:pt x="11781" y="14043"/>
                  </a:lnTo>
                  <a:lnTo>
                    <a:pt x="11908" y="14053"/>
                  </a:lnTo>
                  <a:lnTo>
                    <a:pt x="12007" y="14043"/>
                  </a:lnTo>
                  <a:lnTo>
                    <a:pt x="12095" y="14033"/>
                  </a:lnTo>
                  <a:lnTo>
                    <a:pt x="12194" y="14004"/>
                  </a:lnTo>
                  <a:lnTo>
                    <a:pt x="12282" y="13974"/>
                  </a:lnTo>
                  <a:lnTo>
                    <a:pt x="12361" y="13935"/>
                  </a:lnTo>
                  <a:lnTo>
                    <a:pt x="12439" y="13886"/>
                  </a:lnTo>
                  <a:lnTo>
                    <a:pt x="12508" y="13836"/>
                  </a:lnTo>
                  <a:lnTo>
                    <a:pt x="12577" y="13768"/>
                  </a:lnTo>
                  <a:lnTo>
                    <a:pt x="12646" y="13699"/>
                  </a:lnTo>
                  <a:lnTo>
                    <a:pt x="12695" y="13630"/>
                  </a:lnTo>
                  <a:lnTo>
                    <a:pt x="12744" y="13551"/>
                  </a:lnTo>
                  <a:lnTo>
                    <a:pt x="12784" y="13473"/>
                  </a:lnTo>
                  <a:lnTo>
                    <a:pt x="12813" y="13384"/>
                  </a:lnTo>
                  <a:lnTo>
                    <a:pt x="12843" y="13286"/>
                  </a:lnTo>
                  <a:lnTo>
                    <a:pt x="12852" y="13197"/>
                  </a:lnTo>
                  <a:lnTo>
                    <a:pt x="12862" y="13099"/>
                  </a:lnTo>
                  <a:lnTo>
                    <a:pt x="12852" y="13001"/>
                  </a:lnTo>
                  <a:lnTo>
                    <a:pt x="12843" y="12902"/>
                  </a:lnTo>
                  <a:lnTo>
                    <a:pt x="12813" y="12814"/>
                  </a:lnTo>
                  <a:lnTo>
                    <a:pt x="12784" y="12725"/>
                  </a:lnTo>
                  <a:lnTo>
                    <a:pt x="12744" y="12647"/>
                  </a:lnTo>
                  <a:lnTo>
                    <a:pt x="12695" y="12568"/>
                  </a:lnTo>
                  <a:lnTo>
                    <a:pt x="12646" y="12489"/>
                  </a:lnTo>
                  <a:lnTo>
                    <a:pt x="12577" y="12420"/>
                  </a:lnTo>
                  <a:lnTo>
                    <a:pt x="12508" y="12361"/>
                  </a:lnTo>
                  <a:lnTo>
                    <a:pt x="12439" y="12312"/>
                  </a:lnTo>
                  <a:lnTo>
                    <a:pt x="12361" y="12263"/>
                  </a:lnTo>
                  <a:lnTo>
                    <a:pt x="12282" y="12224"/>
                  </a:lnTo>
                  <a:lnTo>
                    <a:pt x="12194" y="12184"/>
                  </a:lnTo>
                  <a:lnTo>
                    <a:pt x="12095" y="12165"/>
                  </a:lnTo>
                  <a:lnTo>
                    <a:pt x="12007" y="12155"/>
                  </a:lnTo>
                  <a:lnTo>
                    <a:pt x="11908" y="12145"/>
                  </a:lnTo>
                  <a:lnTo>
                    <a:pt x="11781" y="12155"/>
                  </a:lnTo>
                  <a:lnTo>
                    <a:pt x="11653" y="12184"/>
                  </a:lnTo>
                  <a:lnTo>
                    <a:pt x="11535" y="12224"/>
                  </a:lnTo>
                  <a:lnTo>
                    <a:pt x="11427" y="12273"/>
                  </a:lnTo>
                  <a:lnTo>
                    <a:pt x="11328" y="12342"/>
                  </a:lnTo>
                  <a:lnTo>
                    <a:pt x="11230" y="12430"/>
                  </a:lnTo>
                  <a:lnTo>
                    <a:pt x="11151" y="12519"/>
                  </a:lnTo>
                  <a:lnTo>
                    <a:pt x="11082" y="12617"/>
                  </a:lnTo>
                  <a:lnTo>
                    <a:pt x="10011" y="12617"/>
                  </a:lnTo>
                  <a:lnTo>
                    <a:pt x="10011" y="11299"/>
                  </a:lnTo>
                  <a:lnTo>
                    <a:pt x="11908" y="11299"/>
                  </a:lnTo>
                  <a:lnTo>
                    <a:pt x="11908" y="9402"/>
                  </a:lnTo>
                  <a:lnTo>
                    <a:pt x="13482" y="9402"/>
                  </a:lnTo>
                  <a:lnTo>
                    <a:pt x="13551" y="9500"/>
                  </a:lnTo>
                  <a:lnTo>
                    <a:pt x="13629" y="9598"/>
                  </a:lnTo>
                  <a:lnTo>
                    <a:pt x="13718" y="9677"/>
                  </a:lnTo>
                  <a:lnTo>
                    <a:pt x="13826" y="9746"/>
                  </a:lnTo>
                  <a:lnTo>
                    <a:pt x="13934" y="9805"/>
                  </a:lnTo>
                  <a:lnTo>
                    <a:pt x="14052" y="9844"/>
                  </a:lnTo>
                  <a:lnTo>
                    <a:pt x="14180" y="9864"/>
                  </a:lnTo>
                  <a:lnTo>
                    <a:pt x="14308" y="9874"/>
                  </a:lnTo>
                  <a:lnTo>
                    <a:pt x="14406" y="9874"/>
                  </a:lnTo>
                  <a:lnTo>
                    <a:pt x="14495" y="9854"/>
                  </a:lnTo>
                  <a:lnTo>
                    <a:pt x="14593" y="9834"/>
                  </a:lnTo>
                  <a:lnTo>
                    <a:pt x="14672" y="9805"/>
                  </a:lnTo>
                  <a:lnTo>
                    <a:pt x="14760" y="9765"/>
                  </a:lnTo>
                  <a:lnTo>
                    <a:pt x="14839" y="9716"/>
                  </a:lnTo>
                  <a:lnTo>
                    <a:pt x="14908" y="9657"/>
                  </a:lnTo>
                  <a:lnTo>
                    <a:pt x="14976" y="9598"/>
                  </a:lnTo>
                  <a:lnTo>
                    <a:pt x="15035" y="9529"/>
                  </a:lnTo>
                  <a:lnTo>
                    <a:pt x="15094" y="9461"/>
                  </a:lnTo>
                  <a:lnTo>
                    <a:pt x="15144" y="9382"/>
                  </a:lnTo>
                  <a:lnTo>
                    <a:pt x="15183" y="9293"/>
                  </a:lnTo>
                  <a:lnTo>
                    <a:pt x="15212" y="9205"/>
                  </a:lnTo>
                  <a:lnTo>
                    <a:pt x="15242" y="9116"/>
                  </a:lnTo>
                  <a:lnTo>
                    <a:pt x="15252" y="9018"/>
                  </a:lnTo>
                  <a:lnTo>
                    <a:pt x="15262" y="8930"/>
                  </a:lnTo>
                  <a:lnTo>
                    <a:pt x="15252" y="8831"/>
                  </a:lnTo>
                  <a:lnTo>
                    <a:pt x="15242" y="8733"/>
                  </a:lnTo>
                  <a:lnTo>
                    <a:pt x="15212" y="8644"/>
                  </a:lnTo>
                  <a:lnTo>
                    <a:pt x="15183" y="8556"/>
                  </a:lnTo>
                  <a:lnTo>
                    <a:pt x="15144" y="8467"/>
                  </a:lnTo>
                  <a:lnTo>
                    <a:pt x="15094" y="8389"/>
                  </a:lnTo>
                  <a:lnTo>
                    <a:pt x="15035" y="8320"/>
                  </a:lnTo>
                  <a:lnTo>
                    <a:pt x="14976" y="8251"/>
                  </a:lnTo>
                  <a:lnTo>
                    <a:pt x="14908" y="8192"/>
                  </a:lnTo>
                  <a:lnTo>
                    <a:pt x="14839" y="8133"/>
                  </a:lnTo>
                  <a:lnTo>
                    <a:pt x="14760" y="8084"/>
                  </a:lnTo>
                  <a:lnTo>
                    <a:pt x="14672" y="8045"/>
                  </a:lnTo>
                  <a:lnTo>
                    <a:pt x="14593" y="8015"/>
                  </a:lnTo>
                  <a:lnTo>
                    <a:pt x="14495" y="7995"/>
                  </a:lnTo>
                  <a:lnTo>
                    <a:pt x="14406" y="7976"/>
                  </a:lnTo>
                  <a:lnTo>
                    <a:pt x="14308" y="7976"/>
                  </a:lnTo>
                  <a:lnTo>
                    <a:pt x="14180" y="7986"/>
                  </a:lnTo>
                  <a:lnTo>
                    <a:pt x="14052" y="8005"/>
                  </a:lnTo>
                  <a:lnTo>
                    <a:pt x="13934" y="8045"/>
                  </a:lnTo>
                  <a:lnTo>
                    <a:pt x="13826" y="8104"/>
                  </a:lnTo>
                  <a:lnTo>
                    <a:pt x="13718" y="8172"/>
                  </a:lnTo>
                  <a:lnTo>
                    <a:pt x="13629" y="8251"/>
                  </a:lnTo>
                  <a:lnTo>
                    <a:pt x="13551" y="8349"/>
                  </a:lnTo>
                  <a:lnTo>
                    <a:pt x="13482" y="8448"/>
                  </a:lnTo>
                  <a:lnTo>
                    <a:pt x="11908" y="8448"/>
                  </a:lnTo>
                  <a:lnTo>
                    <a:pt x="11908" y="5596"/>
                  </a:lnTo>
                  <a:lnTo>
                    <a:pt x="13482" y="5596"/>
                  </a:lnTo>
                  <a:lnTo>
                    <a:pt x="13551" y="5694"/>
                  </a:lnTo>
                  <a:lnTo>
                    <a:pt x="13629" y="5793"/>
                  </a:lnTo>
                  <a:lnTo>
                    <a:pt x="13718" y="5871"/>
                  </a:lnTo>
                  <a:lnTo>
                    <a:pt x="13826" y="5940"/>
                  </a:lnTo>
                  <a:lnTo>
                    <a:pt x="13934" y="5999"/>
                  </a:lnTo>
                  <a:lnTo>
                    <a:pt x="14052" y="6039"/>
                  </a:lnTo>
                  <a:lnTo>
                    <a:pt x="14180" y="6058"/>
                  </a:lnTo>
                  <a:lnTo>
                    <a:pt x="14308" y="6068"/>
                  </a:lnTo>
                  <a:lnTo>
                    <a:pt x="14406" y="6068"/>
                  </a:lnTo>
                  <a:lnTo>
                    <a:pt x="14495" y="6048"/>
                  </a:lnTo>
                  <a:lnTo>
                    <a:pt x="14593" y="6029"/>
                  </a:lnTo>
                  <a:lnTo>
                    <a:pt x="14672" y="5999"/>
                  </a:lnTo>
                  <a:lnTo>
                    <a:pt x="14760" y="5960"/>
                  </a:lnTo>
                  <a:lnTo>
                    <a:pt x="14839" y="5911"/>
                  </a:lnTo>
                  <a:lnTo>
                    <a:pt x="14908" y="5852"/>
                  </a:lnTo>
                  <a:lnTo>
                    <a:pt x="14976" y="5793"/>
                  </a:lnTo>
                  <a:lnTo>
                    <a:pt x="15035" y="5724"/>
                  </a:lnTo>
                  <a:lnTo>
                    <a:pt x="15094" y="5655"/>
                  </a:lnTo>
                  <a:lnTo>
                    <a:pt x="15144" y="5576"/>
                  </a:lnTo>
                  <a:lnTo>
                    <a:pt x="15183" y="5488"/>
                  </a:lnTo>
                  <a:lnTo>
                    <a:pt x="15212" y="5399"/>
                  </a:lnTo>
                  <a:lnTo>
                    <a:pt x="15242" y="5311"/>
                  </a:lnTo>
                  <a:lnTo>
                    <a:pt x="15252" y="5213"/>
                  </a:lnTo>
                  <a:lnTo>
                    <a:pt x="15262" y="5124"/>
                  </a:lnTo>
                  <a:lnTo>
                    <a:pt x="15252" y="5026"/>
                  </a:lnTo>
                  <a:lnTo>
                    <a:pt x="15242" y="4927"/>
                  </a:lnTo>
                  <a:lnTo>
                    <a:pt x="15212" y="4839"/>
                  </a:lnTo>
                  <a:lnTo>
                    <a:pt x="15183" y="4750"/>
                  </a:lnTo>
                  <a:lnTo>
                    <a:pt x="15144" y="4662"/>
                  </a:lnTo>
                  <a:lnTo>
                    <a:pt x="15094" y="4583"/>
                  </a:lnTo>
                  <a:lnTo>
                    <a:pt x="15035" y="4514"/>
                  </a:lnTo>
                  <a:lnTo>
                    <a:pt x="14976" y="4446"/>
                  </a:lnTo>
                  <a:lnTo>
                    <a:pt x="14908" y="4387"/>
                  </a:lnTo>
                  <a:lnTo>
                    <a:pt x="14839" y="4328"/>
                  </a:lnTo>
                  <a:lnTo>
                    <a:pt x="14760" y="4278"/>
                  </a:lnTo>
                  <a:lnTo>
                    <a:pt x="14672" y="4239"/>
                  </a:lnTo>
                  <a:lnTo>
                    <a:pt x="14593" y="4210"/>
                  </a:lnTo>
                  <a:lnTo>
                    <a:pt x="14495" y="4190"/>
                  </a:lnTo>
                  <a:lnTo>
                    <a:pt x="14406" y="4170"/>
                  </a:lnTo>
                  <a:lnTo>
                    <a:pt x="14308" y="4170"/>
                  </a:lnTo>
                  <a:lnTo>
                    <a:pt x="14180" y="4180"/>
                  </a:lnTo>
                  <a:lnTo>
                    <a:pt x="14052" y="4200"/>
                  </a:lnTo>
                  <a:lnTo>
                    <a:pt x="13934" y="4239"/>
                  </a:lnTo>
                  <a:lnTo>
                    <a:pt x="13826" y="4298"/>
                  </a:lnTo>
                  <a:lnTo>
                    <a:pt x="13718" y="4367"/>
                  </a:lnTo>
                  <a:lnTo>
                    <a:pt x="13629" y="4446"/>
                  </a:lnTo>
                  <a:lnTo>
                    <a:pt x="13551" y="4544"/>
                  </a:lnTo>
                  <a:lnTo>
                    <a:pt x="13482" y="4642"/>
                  </a:lnTo>
                  <a:lnTo>
                    <a:pt x="11908" y="4642"/>
                  </a:lnTo>
                  <a:lnTo>
                    <a:pt x="11908" y="2744"/>
                  </a:lnTo>
                  <a:lnTo>
                    <a:pt x="10011" y="2744"/>
                  </a:lnTo>
                  <a:lnTo>
                    <a:pt x="10011" y="1427"/>
                  </a:lnTo>
                  <a:lnTo>
                    <a:pt x="11082" y="1427"/>
                  </a:lnTo>
                  <a:lnTo>
                    <a:pt x="11151" y="1535"/>
                  </a:lnTo>
                  <a:lnTo>
                    <a:pt x="11230" y="1623"/>
                  </a:lnTo>
                  <a:lnTo>
                    <a:pt x="11328" y="1702"/>
                  </a:lnTo>
                  <a:lnTo>
                    <a:pt x="11427" y="1771"/>
                  </a:lnTo>
                  <a:lnTo>
                    <a:pt x="11535" y="1830"/>
                  </a:lnTo>
                  <a:lnTo>
                    <a:pt x="11653" y="1869"/>
                  </a:lnTo>
                  <a:lnTo>
                    <a:pt x="11781" y="1899"/>
                  </a:lnTo>
                  <a:lnTo>
                    <a:pt x="11908" y="1909"/>
                  </a:lnTo>
                  <a:lnTo>
                    <a:pt x="12007" y="1899"/>
                  </a:lnTo>
                  <a:lnTo>
                    <a:pt x="12095" y="1889"/>
                  </a:lnTo>
                  <a:lnTo>
                    <a:pt x="12194" y="1859"/>
                  </a:lnTo>
                  <a:lnTo>
                    <a:pt x="12282" y="1830"/>
                  </a:lnTo>
                  <a:lnTo>
                    <a:pt x="12361" y="1791"/>
                  </a:lnTo>
                  <a:lnTo>
                    <a:pt x="12439" y="1741"/>
                  </a:lnTo>
                  <a:lnTo>
                    <a:pt x="12508" y="1692"/>
                  </a:lnTo>
                  <a:lnTo>
                    <a:pt x="12577" y="1623"/>
                  </a:lnTo>
                  <a:lnTo>
                    <a:pt x="12646" y="1564"/>
                  </a:lnTo>
                  <a:lnTo>
                    <a:pt x="12695" y="1486"/>
                  </a:lnTo>
                  <a:lnTo>
                    <a:pt x="12744" y="1407"/>
                  </a:lnTo>
                  <a:lnTo>
                    <a:pt x="12784" y="1328"/>
                  </a:lnTo>
                  <a:lnTo>
                    <a:pt x="12813" y="1240"/>
                  </a:lnTo>
                  <a:lnTo>
                    <a:pt x="12843" y="1151"/>
                  </a:lnTo>
                  <a:lnTo>
                    <a:pt x="12852" y="1053"/>
                  </a:lnTo>
                  <a:lnTo>
                    <a:pt x="12862" y="955"/>
                  </a:lnTo>
                  <a:lnTo>
                    <a:pt x="12852" y="856"/>
                  </a:lnTo>
                  <a:lnTo>
                    <a:pt x="12843" y="768"/>
                  </a:lnTo>
                  <a:lnTo>
                    <a:pt x="12813" y="670"/>
                  </a:lnTo>
                  <a:lnTo>
                    <a:pt x="12784" y="581"/>
                  </a:lnTo>
                  <a:lnTo>
                    <a:pt x="12744" y="502"/>
                  </a:lnTo>
                  <a:lnTo>
                    <a:pt x="12695" y="424"/>
                  </a:lnTo>
                  <a:lnTo>
                    <a:pt x="12646" y="355"/>
                  </a:lnTo>
                  <a:lnTo>
                    <a:pt x="12577" y="286"/>
                  </a:lnTo>
                  <a:lnTo>
                    <a:pt x="12508" y="217"/>
                  </a:lnTo>
                  <a:lnTo>
                    <a:pt x="12439" y="168"/>
                  </a:lnTo>
                  <a:lnTo>
                    <a:pt x="12361" y="119"/>
                  </a:lnTo>
                  <a:lnTo>
                    <a:pt x="12282" y="80"/>
                  </a:lnTo>
                  <a:lnTo>
                    <a:pt x="12194" y="50"/>
                  </a:lnTo>
                  <a:lnTo>
                    <a:pt x="12095" y="21"/>
                  </a:lnTo>
                  <a:lnTo>
                    <a:pt x="12007" y="11"/>
                  </a:lnTo>
                  <a:lnTo>
                    <a:pt x="11908" y="1"/>
                  </a:lnTo>
                  <a:lnTo>
                    <a:pt x="11781" y="11"/>
                  </a:lnTo>
                  <a:lnTo>
                    <a:pt x="11653" y="40"/>
                  </a:lnTo>
                  <a:lnTo>
                    <a:pt x="11535" y="80"/>
                  </a:lnTo>
                  <a:lnTo>
                    <a:pt x="11427" y="139"/>
                  </a:lnTo>
                  <a:lnTo>
                    <a:pt x="11328" y="207"/>
                  </a:lnTo>
                  <a:lnTo>
                    <a:pt x="11230" y="286"/>
                  </a:lnTo>
                  <a:lnTo>
                    <a:pt x="11151" y="375"/>
                  </a:lnTo>
                  <a:lnTo>
                    <a:pt x="11082" y="483"/>
                  </a:lnTo>
                  <a:lnTo>
                    <a:pt x="9057" y="483"/>
                  </a:lnTo>
                  <a:lnTo>
                    <a:pt x="9057" y="1427"/>
                  </a:lnTo>
                  <a:lnTo>
                    <a:pt x="9057" y="2744"/>
                  </a:lnTo>
                  <a:lnTo>
                    <a:pt x="6195" y="2744"/>
                  </a:lnTo>
                  <a:lnTo>
                    <a:pt x="6195" y="483"/>
                  </a:lnTo>
                  <a:lnTo>
                    <a:pt x="4170" y="483"/>
                  </a:lnTo>
                  <a:lnTo>
                    <a:pt x="4101" y="375"/>
                  </a:lnTo>
                  <a:lnTo>
                    <a:pt x="4022" y="286"/>
                  </a:lnTo>
                  <a:lnTo>
                    <a:pt x="3924" y="207"/>
                  </a:lnTo>
                  <a:lnTo>
                    <a:pt x="3825" y="139"/>
                  </a:lnTo>
                  <a:lnTo>
                    <a:pt x="3717" y="80"/>
                  </a:lnTo>
                  <a:lnTo>
                    <a:pt x="3599" y="40"/>
                  </a:lnTo>
                  <a:lnTo>
                    <a:pt x="3471" y="11"/>
                  </a:lnTo>
                  <a:lnTo>
                    <a:pt x="334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453" name="Google Shape;4453;p193"/>
          <p:cNvGrpSpPr/>
          <p:nvPr/>
        </p:nvGrpSpPr>
        <p:grpSpPr>
          <a:xfrm>
            <a:off x="7201007" y="1735107"/>
            <a:ext cx="227116" cy="215385"/>
            <a:chOff x="3479450" y="1575950"/>
            <a:chExt cx="386975" cy="367050"/>
          </a:xfrm>
        </p:grpSpPr>
        <p:sp>
          <p:nvSpPr>
            <p:cNvPr id="4454" name="Google Shape;4454;p193"/>
            <p:cNvSpPr/>
            <p:nvPr/>
          </p:nvSpPr>
          <p:spPr>
            <a:xfrm>
              <a:off x="3626475" y="1835050"/>
              <a:ext cx="92950" cy="23625"/>
            </a:xfrm>
            <a:custGeom>
              <a:avLst/>
              <a:gdLst/>
              <a:ahLst/>
              <a:cxnLst/>
              <a:rect l="l" t="t" r="r" b="b"/>
              <a:pathLst>
                <a:path w="3718" h="945" extrusionOk="0">
                  <a:moveTo>
                    <a:pt x="0" y="0"/>
                  </a:moveTo>
                  <a:lnTo>
                    <a:pt x="0" y="944"/>
                  </a:lnTo>
                  <a:lnTo>
                    <a:pt x="3717" y="944"/>
                  </a:lnTo>
                  <a:lnTo>
                    <a:pt x="371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55" name="Google Shape;4455;p193"/>
            <p:cNvSpPr/>
            <p:nvPr/>
          </p:nvSpPr>
          <p:spPr>
            <a:xfrm>
              <a:off x="3479450" y="1575950"/>
              <a:ext cx="386975" cy="367050"/>
            </a:xfrm>
            <a:custGeom>
              <a:avLst/>
              <a:gdLst/>
              <a:ahLst/>
              <a:cxnLst/>
              <a:rect l="l" t="t" r="r" b="b"/>
              <a:pathLst>
                <a:path w="15479" h="14682" extrusionOk="0">
                  <a:moveTo>
                    <a:pt x="7858" y="954"/>
                  </a:moveTo>
                  <a:lnTo>
                    <a:pt x="7976" y="974"/>
                  </a:lnTo>
                  <a:lnTo>
                    <a:pt x="8084" y="1003"/>
                  </a:lnTo>
                  <a:lnTo>
                    <a:pt x="8182" y="1042"/>
                  </a:lnTo>
                  <a:lnTo>
                    <a:pt x="8291" y="1092"/>
                  </a:lnTo>
                  <a:lnTo>
                    <a:pt x="8379" y="1151"/>
                  </a:lnTo>
                  <a:lnTo>
                    <a:pt x="8468" y="1210"/>
                  </a:lnTo>
                  <a:lnTo>
                    <a:pt x="8546" y="1288"/>
                  </a:lnTo>
                  <a:lnTo>
                    <a:pt x="8625" y="1367"/>
                  </a:lnTo>
                  <a:lnTo>
                    <a:pt x="8694" y="1455"/>
                  </a:lnTo>
                  <a:lnTo>
                    <a:pt x="8743" y="1554"/>
                  </a:lnTo>
                  <a:lnTo>
                    <a:pt x="8792" y="1652"/>
                  </a:lnTo>
                  <a:lnTo>
                    <a:pt x="8831" y="1750"/>
                  </a:lnTo>
                  <a:lnTo>
                    <a:pt x="8861" y="1868"/>
                  </a:lnTo>
                  <a:lnTo>
                    <a:pt x="8881" y="1977"/>
                  </a:lnTo>
                  <a:lnTo>
                    <a:pt x="8881" y="2095"/>
                  </a:lnTo>
                  <a:lnTo>
                    <a:pt x="8881" y="2213"/>
                  </a:lnTo>
                  <a:lnTo>
                    <a:pt x="8861" y="2321"/>
                  </a:lnTo>
                  <a:lnTo>
                    <a:pt x="8831" y="2429"/>
                  </a:lnTo>
                  <a:lnTo>
                    <a:pt x="8792" y="2537"/>
                  </a:lnTo>
                  <a:lnTo>
                    <a:pt x="8743" y="2635"/>
                  </a:lnTo>
                  <a:lnTo>
                    <a:pt x="8694" y="2734"/>
                  </a:lnTo>
                  <a:lnTo>
                    <a:pt x="8625" y="2822"/>
                  </a:lnTo>
                  <a:lnTo>
                    <a:pt x="8546" y="2901"/>
                  </a:lnTo>
                  <a:lnTo>
                    <a:pt x="8468" y="2980"/>
                  </a:lnTo>
                  <a:lnTo>
                    <a:pt x="8379" y="3039"/>
                  </a:lnTo>
                  <a:lnTo>
                    <a:pt x="8291" y="3098"/>
                  </a:lnTo>
                  <a:lnTo>
                    <a:pt x="8182" y="3147"/>
                  </a:lnTo>
                  <a:lnTo>
                    <a:pt x="8084" y="3186"/>
                  </a:lnTo>
                  <a:lnTo>
                    <a:pt x="7976" y="3216"/>
                  </a:lnTo>
                  <a:lnTo>
                    <a:pt x="7858" y="3235"/>
                  </a:lnTo>
                  <a:lnTo>
                    <a:pt x="7622" y="3235"/>
                  </a:lnTo>
                  <a:lnTo>
                    <a:pt x="7514" y="3216"/>
                  </a:lnTo>
                  <a:lnTo>
                    <a:pt x="7406" y="3186"/>
                  </a:lnTo>
                  <a:lnTo>
                    <a:pt x="7297" y="3147"/>
                  </a:lnTo>
                  <a:lnTo>
                    <a:pt x="7199" y="3098"/>
                  </a:lnTo>
                  <a:lnTo>
                    <a:pt x="7101" y="3039"/>
                  </a:lnTo>
                  <a:lnTo>
                    <a:pt x="7012" y="2980"/>
                  </a:lnTo>
                  <a:lnTo>
                    <a:pt x="6934" y="2901"/>
                  </a:lnTo>
                  <a:lnTo>
                    <a:pt x="6865" y="2822"/>
                  </a:lnTo>
                  <a:lnTo>
                    <a:pt x="6796" y="2734"/>
                  </a:lnTo>
                  <a:lnTo>
                    <a:pt x="6737" y="2635"/>
                  </a:lnTo>
                  <a:lnTo>
                    <a:pt x="6688" y="2537"/>
                  </a:lnTo>
                  <a:lnTo>
                    <a:pt x="6648" y="2429"/>
                  </a:lnTo>
                  <a:lnTo>
                    <a:pt x="6629" y="2321"/>
                  </a:lnTo>
                  <a:lnTo>
                    <a:pt x="6609" y="2213"/>
                  </a:lnTo>
                  <a:lnTo>
                    <a:pt x="6599" y="2095"/>
                  </a:lnTo>
                  <a:lnTo>
                    <a:pt x="6609" y="1977"/>
                  </a:lnTo>
                  <a:lnTo>
                    <a:pt x="6629" y="1868"/>
                  </a:lnTo>
                  <a:lnTo>
                    <a:pt x="6648" y="1750"/>
                  </a:lnTo>
                  <a:lnTo>
                    <a:pt x="6688" y="1652"/>
                  </a:lnTo>
                  <a:lnTo>
                    <a:pt x="6737" y="1554"/>
                  </a:lnTo>
                  <a:lnTo>
                    <a:pt x="6796" y="1455"/>
                  </a:lnTo>
                  <a:lnTo>
                    <a:pt x="6865" y="1367"/>
                  </a:lnTo>
                  <a:lnTo>
                    <a:pt x="6934" y="1288"/>
                  </a:lnTo>
                  <a:lnTo>
                    <a:pt x="7012" y="1210"/>
                  </a:lnTo>
                  <a:lnTo>
                    <a:pt x="7101" y="1151"/>
                  </a:lnTo>
                  <a:lnTo>
                    <a:pt x="7199" y="1092"/>
                  </a:lnTo>
                  <a:lnTo>
                    <a:pt x="7297" y="1042"/>
                  </a:lnTo>
                  <a:lnTo>
                    <a:pt x="7406" y="1003"/>
                  </a:lnTo>
                  <a:lnTo>
                    <a:pt x="7514" y="974"/>
                  </a:lnTo>
                  <a:lnTo>
                    <a:pt x="7622" y="954"/>
                  </a:lnTo>
                  <a:close/>
                  <a:moveTo>
                    <a:pt x="8025" y="4169"/>
                  </a:moveTo>
                  <a:lnTo>
                    <a:pt x="8025" y="4661"/>
                  </a:lnTo>
                  <a:lnTo>
                    <a:pt x="7465" y="4661"/>
                  </a:lnTo>
                  <a:lnTo>
                    <a:pt x="7465" y="4169"/>
                  </a:lnTo>
                  <a:lnTo>
                    <a:pt x="7602" y="4179"/>
                  </a:lnTo>
                  <a:lnTo>
                    <a:pt x="7740" y="4189"/>
                  </a:lnTo>
                  <a:lnTo>
                    <a:pt x="7887" y="4179"/>
                  </a:lnTo>
                  <a:lnTo>
                    <a:pt x="8025" y="4169"/>
                  </a:lnTo>
                  <a:close/>
                  <a:moveTo>
                    <a:pt x="1427" y="7031"/>
                  </a:moveTo>
                  <a:lnTo>
                    <a:pt x="1427" y="10364"/>
                  </a:lnTo>
                  <a:lnTo>
                    <a:pt x="955" y="10364"/>
                  </a:lnTo>
                  <a:lnTo>
                    <a:pt x="955" y="7031"/>
                  </a:lnTo>
                  <a:close/>
                  <a:moveTo>
                    <a:pt x="14535" y="7031"/>
                  </a:moveTo>
                  <a:lnTo>
                    <a:pt x="14535" y="10364"/>
                  </a:lnTo>
                  <a:lnTo>
                    <a:pt x="14053" y="10364"/>
                  </a:lnTo>
                  <a:lnTo>
                    <a:pt x="14053" y="7031"/>
                  </a:lnTo>
                  <a:close/>
                  <a:moveTo>
                    <a:pt x="13109" y="5615"/>
                  </a:moveTo>
                  <a:lnTo>
                    <a:pt x="13109" y="12125"/>
                  </a:lnTo>
                  <a:lnTo>
                    <a:pt x="2381" y="12125"/>
                  </a:lnTo>
                  <a:lnTo>
                    <a:pt x="2381" y="5615"/>
                  </a:lnTo>
                  <a:close/>
                  <a:moveTo>
                    <a:pt x="9598" y="13078"/>
                  </a:moveTo>
                  <a:lnTo>
                    <a:pt x="9598" y="13737"/>
                  </a:lnTo>
                  <a:lnTo>
                    <a:pt x="5881" y="13737"/>
                  </a:lnTo>
                  <a:lnTo>
                    <a:pt x="5881" y="13078"/>
                  </a:lnTo>
                  <a:close/>
                  <a:moveTo>
                    <a:pt x="7740" y="0"/>
                  </a:moveTo>
                  <a:lnTo>
                    <a:pt x="7533" y="10"/>
                  </a:lnTo>
                  <a:lnTo>
                    <a:pt x="7317" y="39"/>
                  </a:lnTo>
                  <a:lnTo>
                    <a:pt x="7120" y="98"/>
                  </a:lnTo>
                  <a:lnTo>
                    <a:pt x="6924" y="167"/>
                  </a:lnTo>
                  <a:lnTo>
                    <a:pt x="6747" y="256"/>
                  </a:lnTo>
                  <a:lnTo>
                    <a:pt x="6570" y="354"/>
                  </a:lnTo>
                  <a:lnTo>
                    <a:pt x="6412" y="482"/>
                  </a:lnTo>
                  <a:lnTo>
                    <a:pt x="6265" y="620"/>
                  </a:lnTo>
                  <a:lnTo>
                    <a:pt x="6127" y="767"/>
                  </a:lnTo>
                  <a:lnTo>
                    <a:pt x="6009" y="924"/>
                  </a:lnTo>
                  <a:lnTo>
                    <a:pt x="5901" y="1101"/>
                  </a:lnTo>
                  <a:lnTo>
                    <a:pt x="5813" y="1278"/>
                  </a:lnTo>
                  <a:lnTo>
                    <a:pt x="5744" y="1475"/>
                  </a:lnTo>
                  <a:lnTo>
                    <a:pt x="5695" y="1672"/>
                  </a:lnTo>
                  <a:lnTo>
                    <a:pt x="5655" y="1878"/>
                  </a:lnTo>
                  <a:lnTo>
                    <a:pt x="5645" y="2095"/>
                  </a:lnTo>
                  <a:lnTo>
                    <a:pt x="5655" y="2222"/>
                  </a:lnTo>
                  <a:lnTo>
                    <a:pt x="5665" y="2350"/>
                  </a:lnTo>
                  <a:lnTo>
                    <a:pt x="5685" y="2478"/>
                  </a:lnTo>
                  <a:lnTo>
                    <a:pt x="5714" y="2596"/>
                  </a:lnTo>
                  <a:lnTo>
                    <a:pt x="5744" y="2714"/>
                  </a:lnTo>
                  <a:lnTo>
                    <a:pt x="5783" y="2832"/>
                  </a:lnTo>
                  <a:lnTo>
                    <a:pt x="5832" y="2950"/>
                  </a:lnTo>
                  <a:lnTo>
                    <a:pt x="5881" y="3058"/>
                  </a:lnTo>
                  <a:lnTo>
                    <a:pt x="5940" y="3166"/>
                  </a:lnTo>
                  <a:lnTo>
                    <a:pt x="6009" y="3265"/>
                  </a:lnTo>
                  <a:lnTo>
                    <a:pt x="6078" y="3363"/>
                  </a:lnTo>
                  <a:lnTo>
                    <a:pt x="6157" y="3461"/>
                  </a:lnTo>
                  <a:lnTo>
                    <a:pt x="6235" y="3550"/>
                  </a:lnTo>
                  <a:lnTo>
                    <a:pt x="6324" y="3638"/>
                  </a:lnTo>
                  <a:lnTo>
                    <a:pt x="6412" y="3717"/>
                  </a:lnTo>
                  <a:lnTo>
                    <a:pt x="6511" y="3786"/>
                  </a:lnTo>
                  <a:lnTo>
                    <a:pt x="6511" y="4661"/>
                  </a:lnTo>
                  <a:lnTo>
                    <a:pt x="1427" y="4661"/>
                  </a:lnTo>
                  <a:lnTo>
                    <a:pt x="1427" y="4995"/>
                  </a:lnTo>
                  <a:lnTo>
                    <a:pt x="1427" y="5615"/>
                  </a:lnTo>
                  <a:lnTo>
                    <a:pt x="1427" y="6077"/>
                  </a:lnTo>
                  <a:lnTo>
                    <a:pt x="1" y="6077"/>
                  </a:lnTo>
                  <a:lnTo>
                    <a:pt x="1" y="11308"/>
                  </a:lnTo>
                  <a:lnTo>
                    <a:pt x="1427" y="11308"/>
                  </a:lnTo>
                  <a:lnTo>
                    <a:pt x="1427" y="13078"/>
                  </a:lnTo>
                  <a:lnTo>
                    <a:pt x="4937" y="13078"/>
                  </a:lnTo>
                  <a:lnTo>
                    <a:pt x="4937" y="14681"/>
                  </a:lnTo>
                  <a:lnTo>
                    <a:pt x="10552" y="14681"/>
                  </a:lnTo>
                  <a:lnTo>
                    <a:pt x="10552" y="13078"/>
                  </a:lnTo>
                  <a:lnTo>
                    <a:pt x="14053" y="13078"/>
                  </a:lnTo>
                  <a:lnTo>
                    <a:pt x="14053" y="11308"/>
                  </a:lnTo>
                  <a:lnTo>
                    <a:pt x="15479" y="11308"/>
                  </a:lnTo>
                  <a:lnTo>
                    <a:pt x="15479" y="6077"/>
                  </a:lnTo>
                  <a:lnTo>
                    <a:pt x="14053" y="6077"/>
                  </a:lnTo>
                  <a:lnTo>
                    <a:pt x="14053" y="4661"/>
                  </a:lnTo>
                  <a:lnTo>
                    <a:pt x="8969" y="4661"/>
                  </a:lnTo>
                  <a:lnTo>
                    <a:pt x="8969" y="3786"/>
                  </a:lnTo>
                  <a:lnTo>
                    <a:pt x="9067" y="3717"/>
                  </a:lnTo>
                  <a:lnTo>
                    <a:pt x="9156" y="3638"/>
                  </a:lnTo>
                  <a:lnTo>
                    <a:pt x="9244" y="3550"/>
                  </a:lnTo>
                  <a:lnTo>
                    <a:pt x="9333" y="3461"/>
                  </a:lnTo>
                  <a:lnTo>
                    <a:pt x="9402" y="3363"/>
                  </a:lnTo>
                  <a:lnTo>
                    <a:pt x="9480" y="3265"/>
                  </a:lnTo>
                  <a:lnTo>
                    <a:pt x="9539" y="3166"/>
                  </a:lnTo>
                  <a:lnTo>
                    <a:pt x="9598" y="3058"/>
                  </a:lnTo>
                  <a:lnTo>
                    <a:pt x="9657" y="2950"/>
                  </a:lnTo>
                  <a:lnTo>
                    <a:pt x="9697" y="2832"/>
                  </a:lnTo>
                  <a:lnTo>
                    <a:pt x="9746" y="2714"/>
                  </a:lnTo>
                  <a:lnTo>
                    <a:pt x="9775" y="2596"/>
                  </a:lnTo>
                  <a:lnTo>
                    <a:pt x="9805" y="2478"/>
                  </a:lnTo>
                  <a:lnTo>
                    <a:pt x="9825" y="2350"/>
                  </a:lnTo>
                  <a:lnTo>
                    <a:pt x="9834" y="2222"/>
                  </a:lnTo>
                  <a:lnTo>
                    <a:pt x="9834" y="2095"/>
                  </a:lnTo>
                  <a:lnTo>
                    <a:pt x="9825" y="1878"/>
                  </a:lnTo>
                  <a:lnTo>
                    <a:pt x="9795" y="1672"/>
                  </a:lnTo>
                  <a:lnTo>
                    <a:pt x="9746" y="1475"/>
                  </a:lnTo>
                  <a:lnTo>
                    <a:pt x="9667" y="1278"/>
                  </a:lnTo>
                  <a:lnTo>
                    <a:pt x="9579" y="1101"/>
                  </a:lnTo>
                  <a:lnTo>
                    <a:pt x="9480" y="924"/>
                  </a:lnTo>
                  <a:lnTo>
                    <a:pt x="9362" y="767"/>
                  </a:lnTo>
                  <a:lnTo>
                    <a:pt x="9225" y="620"/>
                  </a:lnTo>
                  <a:lnTo>
                    <a:pt x="9077" y="482"/>
                  </a:lnTo>
                  <a:lnTo>
                    <a:pt x="8910" y="354"/>
                  </a:lnTo>
                  <a:lnTo>
                    <a:pt x="8743" y="256"/>
                  </a:lnTo>
                  <a:lnTo>
                    <a:pt x="8556" y="167"/>
                  </a:lnTo>
                  <a:lnTo>
                    <a:pt x="8369" y="98"/>
                  </a:lnTo>
                  <a:lnTo>
                    <a:pt x="8163" y="39"/>
                  </a:lnTo>
                  <a:lnTo>
                    <a:pt x="7956" y="10"/>
                  </a:lnTo>
                  <a:lnTo>
                    <a:pt x="7740"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56" name="Google Shape;4456;p193"/>
            <p:cNvSpPr/>
            <p:nvPr/>
          </p:nvSpPr>
          <p:spPr>
            <a:xfrm>
              <a:off x="3559100" y="1738925"/>
              <a:ext cx="227675" cy="82875"/>
            </a:xfrm>
            <a:custGeom>
              <a:avLst/>
              <a:gdLst/>
              <a:ahLst/>
              <a:cxnLst/>
              <a:rect l="l" t="t" r="r" b="b"/>
              <a:pathLst>
                <a:path w="9107" h="3315" extrusionOk="0">
                  <a:moveTo>
                    <a:pt x="1732" y="954"/>
                  </a:moveTo>
                  <a:lnTo>
                    <a:pt x="1800" y="964"/>
                  </a:lnTo>
                  <a:lnTo>
                    <a:pt x="1869" y="984"/>
                  </a:lnTo>
                  <a:lnTo>
                    <a:pt x="1938" y="1004"/>
                  </a:lnTo>
                  <a:lnTo>
                    <a:pt x="1997" y="1033"/>
                  </a:lnTo>
                  <a:lnTo>
                    <a:pt x="2056" y="1072"/>
                  </a:lnTo>
                  <a:lnTo>
                    <a:pt x="2115" y="1112"/>
                  </a:lnTo>
                  <a:lnTo>
                    <a:pt x="2164" y="1161"/>
                  </a:lnTo>
                  <a:lnTo>
                    <a:pt x="2204" y="1210"/>
                  </a:lnTo>
                  <a:lnTo>
                    <a:pt x="2243" y="1259"/>
                  </a:lnTo>
                  <a:lnTo>
                    <a:pt x="2282" y="1318"/>
                  </a:lnTo>
                  <a:lnTo>
                    <a:pt x="2312" y="1387"/>
                  </a:lnTo>
                  <a:lnTo>
                    <a:pt x="2341" y="1446"/>
                  </a:lnTo>
                  <a:lnTo>
                    <a:pt x="2351" y="1515"/>
                  </a:lnTo>
                  <a:lnTo>
                    <a:pt x="2361" y="1584"/>
                  </a:lnTo>
                  <a:lnTo>
                    <a:pt x="2371" y="1662"/>
                  </a:lnTo>
                  <a:lnTo>
                    <a:pt x="2361" y="1731"/>
                  </a:lnTo>
                  <a:lnTo>
                    <a:pt x="2351" y="1800"/>
                  </a:lnTo>
                  <a:lnTo>
                    <a:pt x="2341" y="1869"/>
                  </a:lnTo>
                  <a:lnTo>
                    <a:pt x="2312" y="1928"/>
                  </a:lnTo>
                  <a:lnTo>
                    <a:pt x="2282" y="1997"/>
                  </a:lnTo>
                  <a:lnTo>
                    <a:pt x="2243" y="2056"/>
                  </a:lnTo>
                  <a:lnTo>
                    <a:pt x="2204" y="2105"/>
                  </a:lnTo>
                  <a:lnTo>
                    <a:pt x="2164" y="2154"/>
                  </a:lnTo>
                  <a:lnTo>
                    <a:pt x="2115" y="2203"/>
                  </a:lnTo>
                  <a:lnTo>
                    <a:pt x="2056" y="2243"/>
                  </a:lnTo>
                  <a:lnTo>
                    <a:pt x="1997" y="2282"/>
                  </a:lnTo>
                  <a:lnTo>
                    <a:pt x="1938" y="2311"/>
                  </a:lnTo>
                  <a:lnTo>
                    <a:pt x="1869" y="2331"/>
                  </a:lnTo>
                  <a:lnTo>
                    <a:pt x="1800" y="2351"/>
                  </a:lnTo>
                  <a:lnTo>
                    <a:pt x="1732" y="2361"/>
                  </a:lnTo>
                  <a:lnTo>
                    <a:pt x="1594" y="2361"/>
                  </a:lnTo>
                  <a:lnTo>
                    <a:pt x="1515" y="2351"/>
                  </a:lnTo>
                  <a:lnTo>
                    <a:pt x="1456" y="2331"/>
                  </a:lnTo>
                  <a:lnTo>
                    <a:pt x="1387" y="2311"/>
                  </a:lnTo>
                  <a:lnTo>
                    <a:pt x="1328" y="2282"/>
                  </a:lnTo>
                  <a:lnTo>
                    <a:pt x="1269" y="2243"/>
                  </a:lnTo>
                  <a:lnTo>
                    <a:pt x="1210" y="2203"/>
                  </a:lnTo>
                  <a:lnTo>
                    <a:pt x="1161" y="2154"/>
                  </a:lnTo>
                  <a:lnTo>
                    <a:pt x="1122" y="2105"/>
                  </a:lnTo>
                  <a:lnTo>
                    <a:pt x="1073" y="2056"/>
                  </a:lnTo>
                  <a:lnTo>
                    <a:pt x="1043" y="1997"/>
                  </a:lnTo>
                  <a:lnTo>
                    <a:pt x="1014" y="1928"/>
                  </a:lnTo>
                  <a:lnTo>
                    <a:pt x="984" y="1869"/>
                  </a:lnTo>
                  <a:lnTo>
                    <a:pt x="974" y="1800"/>
                  </a:lnTo>
                  <a:lnTo>
                    <a:pt x="955" y="1731"/>
                  </a:lnTo>
                  <a:lnTo>
                    <a:pt x="955" y="1662"/>
                  </a:lnTo>
                  <a:lnTo>
                    <a:pt x="955" y="1584"/>
                  </a:lnTo>
                  <a:lnTo>
                    <a:pt x="974" y="1515"/>
                  </a:lnTo>
                  <a:lnTo>
                    <a:pt x="984" y="1446"/>
                  </a:lnTo>
                  <a:lnTo>
                    <a:pt x="1014" y="1387"/>
                  </a:lnTo>
                  <a:lnTo>
                    <a:pt x="1043" y="1318"/>
                  </a:lnTo>
                  <a:lnTo>
                    <a:pt x="1073" y="1259"/>
                  </a:lnTo>
                  <a:lnTo>
                    <a:pt x="1122" y="1210"/>
                  </a:lnTo>
                  <a:lnTo>
                    <a:pt x="1161" y="1161"/>
                  </a:lnTo>
                  <a:lnTo>
                    <a:pt x="1210" y="1112"/>
                  </a:lnTo>
                  <a:lnTo>
                    <a:pt x="1269" y="1072"/>
                  </a:lnTo>
                  <a:lnTo>
                    <a:pt x="1328" y="1033"/>
                  </a:lnTo>
                  <a:lnTo>
                    <a:pt x="1387" y="1004"/>
                  </a:lnTo>
                  <a:lnTo>
                    <a:pt x="1456" y="984"/>
                  </a:lnTo>
                  <a:lnTo>
                    <a:pt x="1515" y="964"/>
                  </a:lnTo>
                  <a:lnTo>
                    <a:pt x="1594" y="954"/>
                  </a:lnTo>
                  <a:close/>
                  <a:moveTo>
                    <a:pt x="7524" y="954"/>
                  </a:moveTo>
                  <a:lnTo>
                    <a:pt x="7592" y="964"/>
                  </a:lnTo>
                  <a:lnTo>
                    <a:pt x="7661" y="984"/>
                  </a:lnTo>
                  <a:lnTo>
                    <a:pt x="7730" y="1004"/>
                  </a:lnTo>
                  <a:lnTo>
                    <a:pt x="7789" y="1033"/>
                  </a:lnTo>
                  <a:lnTo>
                    <a:pt x="7848" y="1072"/>
                  </a:lnTo>
                  <a:lnTo>
                    <a:pt x="7897" y="1112"/>
                  </a:lnTo>
                  <a:lnTo>
                    <a:pt x="7946" y="1161"/>
                  </a:lnTo>
                  <a:lnTo>
                    <a:pt x="7996" y="1210"/>
                  </a:lnTo>
                  <a:lnTo>
                    <a:pt x="8035" y="1259"/>
                  </a:lnTo>
                  <a:lnTo>
                    <a:pt x="8074" y="1318"/>
                  </a:lnTo>
                  <a:lnTo>
                    <a:pt x="8104" y="1387"/>
                  </a:lnTo>
                  <a:lnTo>
                    <a:pt x="8123" y="1446"/>
                  </a:lnTo>
                  <a:lnTo>
                    <a:pt x="8143" y="1515"/>
                  </a:lnTo>
                  <a:lnTo>
                    <a:pt x="8153" y="1584"/>
                  </a:lnTo>
                  <a:lnTo>
                    <a:pt x="8153" y="1662"/>
                  </a:lnTo>
                  <a:lnTo>
                    <a:pt x="8153" y="1731"/>
                  </a:lnTo>
                  <a:lnTo>
                    <a:pt x="8143" y="1800"/>
                  </a:lnTo>
                  <a:lnTo>
                    <a:pt x="8123" y="1869"/>
                  </a:lnTo>
                  <a:lnTo>
                    <a:pt x="8104" y="1928"/>
                  </a:lnTo>
                  <a:lnTo>
                    <a:pt x="8074" y="1997"/>
                  </a:lnTo>
                  <a:lnTo>
                    <a:pt x="8035" y="2056"/>
                  </a:lnTo>
                  <a:lnTo>
                    <a:pt x="7996" y="2105"/>
                  </a:lnTo>
                  <a:lnTo>
                    <a:pt x="7946" y="2154"/>
                  </a:lnTo>
                  <a:lnTo>
                    <a:pt x="7897" y="2203"/>
                  </a:lnTo>
                  <a:lnTo>
                    <a:pt x="7848" y="2243"/>
                  </a:lnTo>
                  <a:lnTo>
                    <a:pt x="7789" y="2282"/>
                  </a:lnTo>
                  <a:lnTo>
                    <a:pt x="7730" y="2311"/>
                  </a:lnTo>
                  <a:lnTo>
                    <a:pt x="7661" y="2331"/>
                  </a:lnTo>
                  <a:lnTo>
                    <a:pt x="7592" y="2351"/>
                  </a:lnTo>
                  <a:lnTo>
                    <a:pt x="7524" y="2361"/>
                  </a:lnTo>
                  <a:lnTo>
                    <a:pt x="7376" y="2361"/>
                  </a:lnTo>
                  <a:lnTo>
                    <a:pt x="7307" y="2351"/>
                  </a:lnTo>
                  <a:lnTo>
                    <a:pt x="7238" y="2331"/>
                  </a:lnTo>
                  <a:lnTo>
                    <a:pt x="7179" y="2311"/>
                  </a:lnTo>
                  <a:lnTo>
                    <a:pt x="7111" y="2282"/>
                  </a:lnTo>
                  <a:lnTo>
                    <a:pt x="7061" y="2243"/>
                  </a:lnTo>
                  <a:lnTo>
                    <a:pt x="7002" y="2203"/>
                  </a:lnTo>
                  <a:lnTo>
                    <a:pt x="6953" y="2154"/>
                  </a:lnTo>
                  <a:lnTo>
                    <a:pt x="6904" y="2105"/>
                  </a:lnTo>
                  <a:lnTo>
                    <a:pt x="6865" y="2056"/>
                  </a:lnTo>
                  <a:lnTo>
                    <a:pt x="6835" y="1997"/>
                  </a:lnTo>
                  <a:lnTo>
                    <a:pt x="6796" y="1928"/>
                  </a:lnTo>
                  <a:lnTo>
                    <a:pt x="6776" y="1869"/>
                  </a:lnTo>
                  <a:lnTo>
                    <a:pt x="6757" y="1800"/>
                  </a:lnTo>
                  <a:lnTo>
                    <a:pt x="6747" y="1731"/>
                  </a:lnTo>
                  <a:lnTo>
                    <a:pt x="6747" y="1662"/>
                  </a:lnTo>
                  <a:lnTo>
                    <a:pt x="6747" y="1584"/>
                  </a:lnTo>
                  <a:lnTo>
                    <a:pt x="6757" y="1515"/>
                  </a:lnTo>
                  <a:lnTo>
                    <a:pt x="6776" y="1446"/>
                  </a:lnTo>
                  <a:lnTo>
                    <a:pt x="6796" y="1387"/>
                  </a:lnTo>
                  <a:lnTo>
                    <a:pt x="6835" y="1318"/>
                  </a:lnTo>
                  <a:lnTo>
                    <a:pt x="6865" y="1259"/>
                  </a:lnTo>
                  <a:lnTo>
                    <a:pt x="6904" y="1210"/>
                  </a:lnTo>
                  <a:lnTo>
                    <a:pt x="6953" y="1161"/>
                  </a:lnTo>
                  <a:lnTo>
                    <a:pt x="7002" y="1112"/>
                  </a:lnTo>
                  <a:lnTo>
                    <a:pt x="7061" y="1072"/>
                  </a:lnTo>
                  <a:lnTo>
                    <a:pt x="7111" y="1033"/>
                  </a:lnTo>
                  <a:lnTo>
                    <a:pt x="7179" y="1004"/>
                  </a:lnTo>
                  <a:lnTo>
                    <a:pt x="7238" y="984"/>
                  </a:lnTo>
                  <a:lnTo>
                    <a:pt x="7307" y="964"/>
                  </a:lnTo>
                  <a:lnTo>
                    <a:pt x="7376" y="954"/>
                  </a:lnTo>
                  <a:close/>
                  <a:moveTo>
                    <a:pt x="1663" y="1"/>
                  </a:moveTo>
                  <a:lnTo>
                    <a:pt x="1496" y="10"/>
                  </a:lnTo>
                  <a:lnTo>
                    <a:pt x="1328" y="30"/>
                  </a:lnTo>
                  <a:lnTo>
                    <a:pt x="1171" y="79"/>
                  </a:lnTo>
                  <a:lnTo>
                    <a:pt x="1014" y="128"/>
                  </a:lnTo>
                  <a:lnTo>
                    <a:pt x="876" y="197"/>
                  </a:lnTo>
                  <a:lnTo>
                    <a:pt x="738" y="286"/>
                  </a:lnTo>
                  <a:lnTo>
                    <a:pt x="611" y="374"/>
                  </a:lnTo>
                  <a:lnTo>
                    <a:pt x="493" y="482"/>
                  </a:lnTo>
                  <a:lnTo>
                    <a:pt x="384" y="600"/>
                  </a:lnTo>
                  <a:lnTo>
                    <a:pt x="286" y="728"/>
                  </a:lnTo>
                  <a:lnTo>
                    <a:pt x="207" y="866"/>
                  </a:lnTo>
                  <a:lnTo>
                    <a:pt x="139" y="1013"/>
                  </a:lnTo>
                  <a:lnTo>
                    <a:pt x="80" y="1161"/>
                  </a:lnTo>
                  <a:lnTo>
                    <a:pt x="40" y="1328"/>
                  </a:lnTo>
                  <a:lnTo>
                    <a:pt x="11" y="1485"/>
                  </a:lnTo>
                  <a:lnTo>
                    <a:pt x="1" y="1662"/>
                  </a:lnTo>
                  <a:lnTo>
                    <a:pt x="11" y="1830"/>
                  </a:lnTo>
                  <a:lnTo>
                    <a:pt x="40" y="1987"/>
                  </a:lnTo>
                  <a:lnTo>
                    <a:pt x="80" y="2154"/>
                  </a:lnTo>
                  <a:lnTo>
                    <a:pt x="139" y="2302"/>
                  </a:lnTo>
                  <a:lnTo>
                    <a:pt x="207" y="2449"/>
                  </a:lnTo>
                  <a:lnTo>
                    <a:pt x="286" y="2587"/>
                  </a:lnTo>
                  <a:lnTo>
                    <a:pt x="384" y="2715"/>
                  </a:lnTo>
                  <a:lnTo>
                    <a:pt x="493" y="2833"/>
                  </a:lnTo>
                  <a:lnTo>
                    <a:pt x="611" y="2941"/>
                  </a:lnTo>
                  <a:lnTo>
                    <a:pt x="738" y="3029"/>
                  </a:lnTo>
                  <a:lnTo>
                    <a:pt x="876" y="3118"/>
                  </a:lnTo>
                  <a:lnTo>
                    <a:pt x="1014" y="3187"/>
                  </a:lnTo>
                  <a:lnTo>
                    <a:pt x="1171" y="3246"/>
                  </a:lnTo>
                  <a:lnTo>
                    <a:pt x="1328" y="3285"/>
                  </a:lnTo>
                  <a:lnTo>
                    <a:pt x="1496" y="3305"/>
                  </a:lnTo>
                  <a:lnTo>
                    <a:pt x="1663" y="3314"/>
                  </a:lnTo>
                  <a:lnTo>
                    <a:pt x="1830" y="3305"/>
                  </a:lnTo>
                  <a:lnTo>
                    <a:pt x="1997" y="3285"/>
                  </a:lnTo>
                  <a:lnTo>
                    <a:pt x="2155" y="3246"/>
                  </a:lnTo>
                  <a:lnTo>
                    <a:pt x="2312" y="3187"/>
                  </a:lnTo>
                  <a:lnTo>
                    <a:pt x="2450" y="3118"/>
                  </a:lnTo>
                  <a:lnTo>
                    <a:pt x="2587" y="3029"/>
                  </a:lnTo>
                  <a:lnTo>
                    <a:pt x="2715" y="2941"/>
                  </a:lnTo>
                  <a:lnTo>
                    <a:pt x="2833" y="2833"/>
                  </a:lnTo>
                  <a:lnTo>
                    <a:pt x="2941" y="2715"/>
                  </a:lnTo>
                  <a:lnTo>
                    <a:pt x="3040" y="2587"/>
                  </a:lnTo>
                  <a:lnTo>
                    <a:pt x="3118" y="2449"/>
                  </a:lnTo>
                  <a:lnTo>
                    <a:pt x="3187" y="2302"/>
                  </a:lnTo>
                  <a:lnTo>
                    <a:pt x="3246" y="2154"/>
                  </a:lnTo>
                  <a:lnTo>
                    <a:pt x="3285" y="1987"/>
                  </a:lnTo>
                  <a:lnTo>
                    <a:pt x="3315" y="1830"/>
                  </a:lnTo>
                  <a:lnTo>
                    <a:pt x="3325" y="1662"/>
                  </a:lnTo>
                  <a:lnTo>
                    <a:pt x="3315" y="1485"/>
                  </a:lnTo>
                  <a:lnTo>
                    <a:pt x="3285" y="1328"/>
                  </a:lnTo>
                  <a:lnTo>
                    <a:pt x="3246" y="1161"/>
                  </a:lnTo>
                  <a:lnTo>
                    <a:pt x="3187" y="1013"/>
                  </a:lnTo>
                  <a:lnTo>
                    <a:pt x="3118" y="866"/>
                  </a:lnTo>
                  <a:lnTo>
                    <a:pt x="3040" y="728"/>
                  </a:lnTo>
                  <a:lnTo>
                    <a:pt x="2941" y="600"/>
                  </a:lnTo>
                  <a:lnTo>
                    <a:pt x="2833" y="482"/>
                  </a:lnTo>
                  <a:lnTo>
                    <a:pt x="2715" y="374"/>
                  </a:lnTo>
                  <a:lnTo>
                    <a:pt x="2587" y="286"/>
                  </a:lnTo>
                  <a:lnTo>
                    <a:pt x="2450" y="197"/>
                  </a:lnTo>
                  <a:lnTo>
                    <a:pt x="2312" y="128"/>
                  </a:lnTo>
                  <a:lnTo>
                    <a:pt x="2155" y="79"/>
                  </a:lnTo>
                  <a:lnTo>
                    <a:pt x="1997" y="30"/>
                  </a:lnTo>
                  <a:lnTo>
                    <a:pt x="1830" y="10"/>
                  </a:lnTo>
                  <a:lnTo>
                    <a:pt x="1663" y="1"/>
                  </a:lnTo>
                  <a:close/>
                  <a:moveTo>
                    <a:pt x="7455" y="1"/>
                  </a:moveTo>
                  <a:lnTo>
                    <a:pt x="7278" y="10"/>
                  </a:lnTo>
                  <a:lnTo>
                    <a:pt x="7120" y="30"/>
                  </a:lnTo>
                  <a:lnTo>
                    <a:pt x="6963" y="79"/>
                  </a:lnTo>
                  <a:lnTo>
                    <a:pt x="6806" y="128"/>
                  </a:lnTo>
                  <a:lnTo>
                    <a:pt x="6658" y="197"/>
                  </a:lnTo>
                  <a:lnTo>
                    <a:pt x="6521" y="286"/>
                  </a:lnTo>
                  <a:lnTo>
                    <a:pt x="6393" y="374"/>
                  </a:lnTo>
                  <a:lnTo>
                    <a:pt x="6285" y="482"/>
                  </a:lnTo>
                  <a:lnTo>
                    <a:pt x="6176" y="600"/>
                  </a:lnTo>
                  <a:lnTo>
                    <a:pt x="6078" y="728"/>
                  </a:lnTo>
                  <a:lnTo>
                    <a:pt x="5990" y="866"/>
                  </a:lnTo>
                  <a:lnTo>
                    <a:pt x="5921" y="1013"/>
                  </a:lnTo>
                  <a:lnTo>
                    <a:pt x="5872" y="1161"/>
                  </a:lnTo>
                  <a:lnTo>
                    <a:pt x="5822" y="1328"/>
                  </a:lnTo>
                  <a:lnTo>
                    <a:pt x="5803" y="1485"/>
                  </a:lnTo>
                  <a:lnTo>
                    <a:pt x="5793" y="1662"/>
                  </a:lnTo>
                  <a:lnTo>
                    <a:pt x="5803" y="1830"/>
                  </a:lnTo>
                  <a:lnTo>
                    <a:pt x="5822" y="1987"/>
                  </a:lnTo>
                  <a:lnTo>
                    <a:pt x="5872" y="2154"/>
                  </a:lnTo>
                  <a:lnTo>
                    <a:pt x="5921" y="2302"/>
                  </a:lnTo>
                  <a:lnTo>
                    <a:pt x="5990" y="2449"/>
                  </a:lnTo>
                  <a:lnTo>
                    <a:pt x="6078" y="2587"/>
                  </a:lnTo>
                  <a:lnTo>
                    <a:pt x="6176" y="2715"/>
                  </a:lnTo>
                  <a:lnTo>
                    <a:pt x="6285" y="2833"/>
                  </a:lnTo>
                  <a:lnTo>
                    <a:pt x="6393" y="2941"/>
                  </a:lnTo>
                  <a:lnTo>
                    <a:pt x="6521" y="3029"/>
                  </a:lnTo>
                  <a:lnTo>
                    <a:pt x="6658" y="3118"/>
                  </a:lnTo>
                  <a:lnTo>
                    <a:pt x="6806" y="3187"/>
                  </a:lnTo>
                  <a:lnTo>
                    <a:pt x="6963" y="3246"/>
                  </a:lnTo>
                  <a:lnTo>
                    <a:pt x="7120" y="3285"/>
                  </a:lnTo>
                  <a:lnTo>
                    <a:pt x="7278" y="3305"/>
                  </a:lnTo>
                  <a:lnTo>
                    <a:pt x="7455" y="3314"/>
                  </a:lnTo>
                  <a:lnTo>
                    <a:pt x="7622" y="3305"/>
                  </a:lnTo>
                  <a:lnTo>
                    <a:pt x="7789" y="3285"/>
                  </a:lnTo>
                  <a:lnTo>
                    <a:pt x="7946" y="3246"/>
                  </a:lnTo>
                  <a:lnTo>
                    <a:pt x="8094" y="3187"/>
                  </a:lnTo>
                  <a:lnTo>
                    <a:pt x="8241" y="3118"/>
                  </a:lnTo>
                  <a:lnTo>
                    <a:pt x="8379" y="3029"/>
                  </a:lnTo>
                  <a:lnTo>
                    <a:pt x="8507" y="2941"/>
                  </a:lnTo>
                  <a:lnTo>
                    <a:pt x="8625" y="2833"/>
                  </a:lnTo>
                  <a:lnTo>
                    <a:pt x="8733" y="2715"/>
                  </a:lnTo>
                  <a:lnTo>
                    <a:pt x="8822" y="2587"/>
                  </a:lnTo>
                  <a:lnTo>
                    <a:pt x="8910" y="2449"/>
                  </a:lnTo>
                  <a:lnTo>
                    <a:pt x="8979" y="2302"/>
                  </a:lnTo>
                  <a:lnTo>
                    <a:pt x="9038" y="2154"/>
                  </a:lnTo>
                  <a:lnTo>
                    <a:pt x="9077" y="1987"/>
                  </a:lnTo>
                  <a:lnTo>
                    <a:pt x="9097" y="1830"/>
                  </a:lnTo>
                  <a:lnTo>
                    <a:pt x="9107" y="1662"/>
                  </a:lnTo>
                  <a:lnTo>
                    <a:pt x="9097" y="1485"/>
                  </a:lnTo>
                  <a:lnTo>
                    <a:pt x="9077" y="1328"/>
                  </a:lnTo>
                  <a:lnTo>
                    <a:pt x="9038" y="1161"/>
                  </a:lnTo>
                  <a:lnTo>
                    <a:pt x="8979" y="1013"/>
                  </a:lnTo>
                  <a:lnTo>
                    <a:pt x="8910" y="866"/>
                  </a:lnTo>
                  <a:lnTo>
                    <a:pt x="8822" y="728"/>
                  </a:lnTo>
                  <a:lnTo>
                    <a:pt x="8733" y="600"/>
                  </a:lnTo>
                  <a:lnTo>
                    <a:pt x="8625" y="482"/>
                  </a:lnTo>
                  <a:lnTo>
                    <a:pt x="8507" y="374"/>
                  </a:lnTo>
                  <a:lnTo>
                    <a:pt x="8379" y="286"/>
                  </a:lnTo>
                  <a:lnTo>
                    <a:pt x="8241" y="197"/>
                  </a:lnTo>
                  <a:lnTo>
                    <a:pt x="8094" y="128"/>
                  </a:lnTo>
                  <a:lnTo>
                    <a:pt x="7946" y="79"/>
                  </a:lnTo>
                  <a:lnTo>
                    <a:pt x="7789" y="30"/>
                  </a:lnTo>
                  <a:lnTo>
                    <a:pt x="7622" y="10"/>
                  </a:lnTo>
                  <a:lnTo>
                    <a:pt x="745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457" name="Google Shape;4457;p193"/>
          <p:cNvGrpSpPr/>
          <p:nvPr/>
        </p:nvGrpSpPr>
        <p:grpSpPr>
          <a:xfrm>
            <a:off x="6290766" y="1741677"/>
            <a:ext cx="202809" cy="202298"/>
            <a:chOff x="3339436" y="4040935"/>
            <a:chExt cx="322226" cy="321413"/>
          </a:xfrm>
        </p:grpSpPr>
        <p:sp>
          <p:nvSpPr>
            <p:cNvPr id="4458" name="Google Shape;4458;p193"/>
            <p:cNvSpPr/>
            <p:nvPr/>
          </p:nvSpPr>
          <p:spPr>
            <a:xfrm>
              <a:off x="3454163" y="4161920"/>
              <a:ext cx="92735" cy="79429"/>
            </a:xfrm>
            <a:custGeom>
              <a:avLst/>
              <a:gdLst/>
              <a:ahLst/>
              <a:cxnLst/>
              <a:rect l="l" t="t" r="r" b="b"/>
              <a:pathLst>
                <a:path w="4732" h="4053" extrusionOk="0">
                  <a:moveTo>
                    <a:pt x="3947" y="1"/>
                  </a:moveTo>
                  <a:lnTo>
                    <a:pt x="1762" y="2610"/>
                  </a:lnTo>
                  <a:lnTo>
                    <a:pt x="659" y="1677"/>
                  </a:lnTo>
                  <a:lnTo>
                    <a:pt x="1" y="2472"/>
                  </a:lnTo>
                  <a:lnTo>
                    <a:pt x="1889" y="4053"/>
                  </a:lnTo>
                  <a:lnTo>
                    <a:pt x="2557" y="3268"/>
                  </a:lnTo>
                  <a:lnTo>
                    <a:pt x="2547" y="3268"/>
                  </a:lnTo>
                  <a:lnTo>
                    <a:pt x="4732" y="669"/>
                  </a:lnTo>
                  <a:lnTo>
                    <a:pt x="394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59" name="Google Shape;4459;p193"/>
            <p:cNvSpPr/>
            <p:nvPr/>
          </p:nvSpPr>
          <p:spPr>
            <a:xfrm>
              <a:off x="3339436" y="4040935"/>
              <a:ext cx="322226" cy="321413"/>
            </a:xfrm>
            <a:custGeom>
              <a:avLst/>
              <a:gdLst/>
              <a:ahLst/>
              <a:cxnLst/>
              <a:rect l="l" t="t" r="r" b="b"/>
              <a:pathLst>
                <a:path w="14272" h="14236" extrusionOk="0">
                  <a:moveTo>
                    <a:pt x="7344" y="3172"/>
                  </a:moveTo>
                  <a:lnTo>
                    <a:pt x="7547" y="3196"/>
                  </a:lnTo>
                  <a:lnTo>
                    <a:pt x="7738" y="3219"/>
                  </a:lnTo>
                  <a:lnTo>
                    <a:pt x="7929" y="3255"/>
                  </a:lnTo>
                  <a:lnTo>
                    <a:pt x="8119" y="3291"/>
                  </a:lnTo>
                  <a:lnTo>
                    <a:pt x="8310" y="3351"/>
                  </a:lnTo>
                  <a:lnTo>
                    <a:pt x="8501" y="3410"/>
                  </a:lnTo>
                  <a:lnTo>
                    <a:pt x="8680" y="3482"/>
                  </a:lnTo>
                  <a:lnTo>
                    <a:pt x="8847" y="3565"/>
                  </a:lnTo>
                  <a:lnTo>
                    <a:pt x="9026" y="3649"/>
                  </a:lnTo>
                  <a:lnTo>
                    <a:pt x="9180" y="3744"/>
                  </a:lnTo>
                  <a:lnTo>
                    <a:pt x="9347" y="3839"/>
                  </a:lnTo>
                  <a:lnTo>
                    <a:pt x="9502" y="3959"/>
                  </a:lnTo>
                  <a:lnTo>
                    <a:pt x="9645" y="4078"/>
                  </a:lnTo>
                  <a:lnTo>
                    <a:pt x="9789" y="4197"/>
                  </a:lnTo>
                  <a:lnTo>
                    <a:pt x="9932" y="4328"/>
                  </a:lnTo>
                  <a:lnTo>
                    <a:pt x="10063" y="4459"/>
                  </a:lnTo>
                  <a:lnTo>
                    <a:pt x="10182" y="4602"/>
                  </a:lnTo>
                  <a:lnTo>
                    <a:pt x="10301" y="4757"/>
                  </a:lnTo>
                  <a:lnTo>
                    <a:pt x="10408" y="4912"/>
                  </a:lnTo>
                  <a:lnTo>
                    <a:pt x="10516" y="5067"/>
                  </a:lnTo>
                  <a:lnTo>
                    <a:pt x="10611" y="5234"/>
                  </a:lnTo>
                  <a:lnTo>
                    <a:pt x="10695" y="5401"/>
                  </a:lnTo>
                  <a:lnTo>
                    <a:pt x="10778" y="5580"/>
                  </a:lnTo>
                  <a:lnTo>
                    <a:pt x="10850" y="5759"/>
                  </a:lnTo>
                  <a:lnTo>
                    <a:pt x="10909" y="5938"/>
                  </a:lnTo>
                  <a:lnTo>
                    <a:pt x="10957" y="6128"/>
                  </a:lnTo>
                  <a:lnTo>
                    <a:pt x="11005" y="6319"/>
                  </a:lnTo>
                  <a:lnTo>
                    <a:pt x="11040" y="6510"/>
                  </a:lnTo>
                  <a:lnTo>
                    <a:pt x="11064" y="6713"/>
                  </a:lnTo>
                  <a:lnTo>
                    <a:pt x="11076" y="6915"/>
                  </a:lnTo>
                  <a:lnTo>
                    <a:pt x="11088" y="7118"/>
                  </a:lnTo>
                  <a:lnTo>
                    <a:pt x="11076" y="7321"/>
                  </a:lnTo>
                  <a:lnTo>
                    <a:pt x="11064" y="7523"/>
                  </a:lnTo>
                  <a:lnTo>
                    <a:pt x="11040" y="7714"/>
                  </a:lnTo>
                  <a:lnTo>
                    <a:pt x="11005" y="7917"/>
                  </a:lnTo>
                  <a:lnTo>
                    <a:pt x="10957" y="8107"/>
                  </a:lnTo>
                  <a:lnTo>
                    <a:pt x="10909" y="8286"/>
                  </a:lnTo>
                  <a:lnTo>
                    <a:pt x="10850" y="8477"/>
                  </a:lnTo>
                  <a:lnTo>
                    <a:pt x="10778" y="8656"/>
                  </a:lnTo>
                  <a:lnTo>
                    <a:pt x="10695" y="8823"/>
                  </a:lnTo>
                  <a:lnTo>
                    <a:pt x="10611" y="9002"/>
                  </a:lnTo>
                  <a:lnTo>
                    <a:pt x="10516" y="9157"/>
                  </a:lnTo>
                  <a:lnTo>
                    <a:pt x="10408" y="9323"/>
                  </a:lnTo>
                  <a:lnTo>
                    <a:pt x="10301" y="9478"/>
                  </a:lnTo>
                  <a:lnTo>
                    <a:pt x="10182" y="9622"/>
                  </a:lnTo>
                  <a:lnTo>
                    <a:pt x="10063" y="9765"/>
                  </a:lnTo>
                  <a:lnTo>
                    <a:pt x="9932" y="9908"/>
                  </a:lnTo>
                  <a:lnTo>
                    <a:pt x="9789" y="10039"/>
                  </a:lnTo>
                  <a:lnTo>
                    <a:pt x="9645" y="10158"/>
                  </a:lnTo>
                  <a:lnTo>
                    <a:pt x="9502" y="10277"/>
                  </a:lnTo>
                  <a:lnTo>
                    <a:pt x="9347" y="10385"/>
                  </a:lnTo>
                  <a:lnTo>
                    <a:pt x="9180" y="10492"/>
                  </a:lnTo>
                  <a:lnTo>
                    <a:pt x="9026" y="10587"/>
                  </a:lnTo>
                  <a:lnTo>
                    <a:pt x="8847" y="10671"/>
                  </a:lnTo>
                  <a:lnTo>
                    <a:pt x="8680" y="10754"/>
                  </a:lnTo>
                  <a:lnTo>
                    <a:pt x="8501" y="10826"/>
                  </a:lnTo>
                  <a:lnTo>
                    <a:pt x="8310" y="10885"/>
                  </a:lnTo>
                  <a:lnTo>
                    <a:pt x="8119" y="10933"/>
                  </a:lnTo>
                  <a:lnTo>
                    <a:pt x="7929" y="10981"/>
                  </a:lnTo>
                  <a:lnTo>
                    <a:pt x="7738" y="11016"/>
                  </a:lnTo>
                  <a:lnTo>
                    <a:pt x="7547" y="11040"/>
                  </a:lnTo>
                  <a:lnTo>
                    <a:pt x="7344" y="11052"/>
                  </a:lnTo>
                  <a:lnTo>
                    <a:pt x="7142" y="11064"/>
                  </a:lnTo>
                  <a:lnTo>
                    <a:pt x="6939" y="11052"/>
                  </a:lnTo>
                  <a:lnTo>
                    <a:pt x="6736" y="11040"/>
                  </a:lnTo>
                  <a:lnTo>
                    <a:pt x="6534" y="11016"/>
                  </a:lnTo>
                  <a:lnTo>
                    <a:pt x="6343" y="10981"/>
                  </a:lnTo>
                  <a:lnTo>
                    <a:pt x="6152" y="10933"/>
                  </a:lnTo>
                  <a:lnTo>
                    <a:pt x="5962" y="10885"/>
                  </a:lnTo>
                  <a:lnTo>
                    <a:pt x="5783" y="10826"/>
                  </a:lnTo>
                  <a:lnTo>
                    <a:pt x="5604" y="10754"/>
                  </a:lnTo>
                  <a:lnTo>
                    <a:pt x="5425" y="10671"/>
                  </a:lnTo>
                  <a:lnTo>
                    <a:pt x="5258" y="10587"/>
                  </a:lnTo>
                  <a:lnTo>
                    <a:pt x="5091" y="10492"/>
                  </a:lnTo>
                  <a:lnTo>
                    <a:pt x="4936" y="10385"/>
                  </a:lnTo>
                  <a:lnTo>
                    <a:pt x="4781" y="10277"/>
                  </a:lnTo>
                  <a:lnTo>
                    <a:pt x="4626" y="10158"/>
                  </a:lnTo>
                  <a:lnTo>
                    <a:pt x="4483" y="10039"/>
                  </a:lnTo>
                  <a:lnTo>
                    <a:pt x="4352" y="9908"/>
                  </a:lnTo>
                  <a:lnTo>
                    <a:pt x="4221" y="9765"/>
                  </a:lnTo>
                  <a:lnTo>
                    <a:pt x="4090" y="9622"/>
                  </a:lnTo>
                  <a:lnTo>
                    <a:pt x="3982" y="9478"/>
                  </a:lnTo>
                  <a:lnTo>
                    <a:pt x="3863" y="9323"/>
                  </a:lnTo>
                  <a:lnTo>
                    <a:pt x="3768" y="9157"/>
                  </a:lnTo>
                  <a:lnTo>
                    <a:pt x="3672" y="9002"/>
                  </a:lnTo>
                  <a:lnTo>
                    <a:pt x="3577" y="8823"/>
                  </a:lnTo>
                  <a:lnTo>
                    <a:pt x="3506" y="8656"/>
                  </a:lnTo>
                  <a:lnTo>
                    <a:pt x="3434" y="8477"/>
                  </a:lnTo>
                  <a:lnTo>
                    <a:pt x="3374" y="8286"/>
                  </a:lnTo>
                  <a:lnTo>
                    <a:pt x="3315" y="8107"/>
                  </a:lnTo>
                  <a:lnTo>
                    <a:pt x="3279" y="7917"/>
                  </a:lnTo>
                  <a:lnTo>
                    <a:pt x="3243" y="7714"/>
                  </a:lnTo>
                  <a:lnTo>
                    <a:pt x="3219" y="7523"/>
                  </a:lnTo>
                  <a:lnTo>
                    <a:pt x="3196" y="7321"/>
                  </a:lnTo>
                  <a:lnTo>
                    <a:pt x="3196" y="7118"/>
                  </a:lnTo>
                  <a:lnTo>
                    <a:pt x="3196" y="6915"/>
                  </a:lnTo>
                  <a:lnTo>
                    <a:pt x="3219" y="6713"/>
                  </a:lnTo>
                  <a:lnTo>
                    <a:pt x="3243" y="6510"/>
                  </a:lnTo>
                  <a:lnTo>
                    <a:pt x="3279" y="6319"/>
                  </a:lnTo>
                  <a:lnTo>
                    <a:pt x="3315" y="6128"/>
                  </a:lnTo>
                  <a:lnTo>
                    <a:pt x="3374" y="5938"/>
                  </a:lnTo>
                  <a:lnTo>
                    <a:pt x="3434" y="5759"/>
                  </a:lnTo>
                  <a:lnTo>
                    <a:pt x="3506" y="5580"/>
                  </a:lnTo>
                  <a:lnTo>
                    <a:pt x="3577" y="5401"/>
                  </a:lnTo>
                  <a:lnTo>
                    <a:pt x="3672" y="5234"/>
                  </a:lnTo>
                  <a:lnTo>
                    <a:pt x="3768" y="5067"/>
                  </a:lnTo>
                  <a:lnTo>
                    <a:pt x="3863" y="4912"/>
                  </a:lnTo>
                  <a:lnTo>
                    <a:pt x="3982" y="4757"/>
                  </a:lnTo>
                  <a:lnTo>
                    <a:pt x="4090" y="4602"/>
                  </a:lnTo>
                  <a:lnTo>
                    <a:pt x="4221" y="4459"/>
                  </a:lnTo>
                  <a:lnTo>
                    <a:pt x="4352" y="4328"/>
                  </a:lnTo>
                  <a:lnTo>
                    <a:pt x="4483" y="4197"/>
                  </a:lnTo>
                  <a:lnTo>
                    <a:pt x="4626" y="4078"/>
                  </a:lnTo>
                  <a:lnTo>
                    <a:pt x="4781" y="3959"/>
                  </a:lnTo>
                  <a:lnTo>
                    <a:pt x="4936" y="3839"/>
                  </a:lnTo>
                  <a:lnTo>
                    <a:pt x="5091" y="3744"/>
                  </a:lnTo>
                  <a:lnTo>
                    <a:pt x="5258" y="3649"/>
                  </a:lnTo>
                  <a:lnTo>
                    <a:pt x="5425" y="3565"/>
                  </a:lnTo>
                  <a:lnTo>
                    <a:pt x="5604" y="3482"/>
                  </a:lnTo>
                  <a:lnTo>
                    <a:pt x="5783" y="3410"/>
                  </a:lnTo>
                  <a:lnTo>
                    <a:pt x="5962" y="3351"/>
                  </a:lnTo>
                  <a:lnTo>
                    <a:pt x="6152" y="3291"/>
                  </a:lnTo>
                  <a:lnTo>
                    <a:pt x="6343" y="3255"/>
                  </a:lnTo>
                  <a:lnTo>
                    <a:pt x="6534" y="3219"/>
                  </a:lnTo>
                  <a:lnTo>
                    <a:pt x="6736" y="3196"/>
                  </a:lnTo>
                  <a:lnTo>
                    <a:pt x="6939" y="3172"/>
                  </a:lnTo>
                  <a:close/>
                  <a:moveTo>
                    <a:pt x="5640" y="0"/>
                  </a:moveTo>
                  <a:lnTo>
                    <a:pt x="5640" y="132"/>
                  </a:lnTo>
                  <a:lnTo>
                    <a:pt x="5652" y="1598"/>
                  </a:lnTo>
                  <a:lnTo>
                    <a:pt x="5306" y="1693"/>
                  </a:lnTo>
                  <a:lnTo>
                    <a:pt x="4960" y="1825"/>
                  </a:lnTo>
                  <a:lnTo>
                    <a:pt x="4626" y="1968"/>
                  </a:lnTo>
                  <a:lnTo>
                    <a:pt x="4304" y="2134"/>
                  </a:lnTo>
                  <a:lnTo>
                    <a:pt x="3196" y="1014"/>
                  </a:lnTo>
                  <a:lnTo>
                    <a:pt x="1062" y="3112"/>
                  </a:lnTo>
                  <a:lnTo>
                    <a:pt x="2182" y="4233"/>
                  </a:lnTo>
                  <a:lnTo>
                    <a:pt x="2003" y="4555"/>
                  </a:lnTo>
                  <a:lnTo>
                    <a:pt x="1860" y="4877"/>
                  </a:lnTo>
                  <a:lnTo>
                    <a:pt x="1729" y="5210"/>
                  </a:lnTo>
                  <a:lnTo>
                    <a:pt x="1622" y="5556"/>
                  </a:lnTo>
                  <a:lnTo>
                    <a:pt x="108" y="5544"/>
                  </a:lnTo>
                  <a:lnTo>
                    <a:pt x="0" y="5544"/>
                  </a:lnTo>
                  <a:lnTo>
                    <a:pt x="0" y="8525"/>
                  </a:lnTo>
                  <a:lnTo>
                    <a:pt x="215" y="8525"/>
                  </a:lnTo>
                  <a:lnTo>
                    <a:pt x="1598" y="8537"/>
                  </a:lnTo>
                  <a:lnTo>
                    <a:pt x="1705" y="8882"/>
                  </a:lnTo>
                  <a:lnTo>
                    <a:pt x="1836" y="9228"/>
                  </a:lnTo>
                  <a:lnTo>
                    <a:pt x="1980" y="9550"/>
                  </a:lnTo>
                  <a:lnTo>
                    <a:pt x="2146" y="9872"/>
                  </a:lnTo>
                  <a:lnTo>
                    <a:pt x="966" y="11028"/>
                  </a:lnTo>
                  <a:lnTo>
                    <a:pt x="3076" y="13150"/>
                  </a:lnTo>
                  <a:lnTo>
                    <a:pt x="4257" y="11994"/>
                  </a:lnTo>
                  <a:lnTo>
                    <a:pt x="4579" y="12161"/>
                  </a:lnTo>
                  <a:lnTo>
                    <a:pt x="4912" y="12316"/>
                  </a:lnTo>
                  <a:lnTo>
                    <a:pt x="5246" y="12447"/>
                  </a:lnTo>
                  <a:lnTo>
                    <a:pt x="5592" y="12554"/>
                  </a:lnTo>
                  <a:lnTo>
                    <a:pt x="5592" y="14235"/>
                  </a:lnTo>
                  <a:lnTo>
                    <a:pt x="8596" y="14235"/>
                  </a:lnTo>
                  <a:lnTo>
                    <a:pt x="8596" y="12566"/>
                  </a:lnTo>
                  <a:lnTo>
                    <a:pt x="8942" y="12459"/>
                  </a:lnTo>
                  <a:lnTo>
                    <a:pt x="9288" y="12340"/>
                  </a:lnTo>
                  <a:lnTo>
                    <a:pt x="9610" y="12185"/>
                  </a:lnTo>
                  <a:lnTo>
                    <a:pt x="9932" y="12018"/>
                  </a:lnTo>
                  <a:lnTo>
                    <a:pt x="11112" y="13186"/>
                  </a:lnTo>
                  <a:lnTo>
                    <a:pt x="13246" y="11100"/>
                  </a:lnTo>
                  <a:lnTo>
                    <a:pt x="12066" y="9920"/>
                  </a:lnTo>
                  <a:lnTo>
                    <a:pt x="12233" y="9610"/>
                  </a:lnTo>
                  <a:lnTo>
                    <a:pt x="12388" y="9276"/>
                  </a:lnTo>
                  <a:lnTo>
                    <a:pt x="12519" y="8942"/>
                  </a:lnTo>
                  <a:lnTo>
                    <a:pt x="12626" y="8596"/>
                  </a:lnTo>
                  <a:lnTo>
                    <a:pt x="14271" y="8596"/>
                  </a:lnTo>
                  <a:lnTo>
                    <a:pt x="14271" y="5616"/>
                  </a:lnTo>
                  <a:lnTo>
                    <a:pt x="12638" y="5616"/>
                  </a:lnTo>
                  <a:lnTo>
                    <a:pt x="12543" y="5270"/>
                  </a:lnTo>
                  <a:lnTo>
                    <a:pt x="12411" y="4936"/>
                  </a:lnTo>
                  <a:lnTo>
                    <a:pt x="12268" y="4602"/>
                  </a:lnTo>
                  <a:lnTo>
                    <a:pt x="12089" y="4280"/>
                  </a:lnTo>
                  <a:lnTo>
                    <a:pt x="13246" y="3148"/>
                  </a:lnTo>
                  <a:lnTo>
                    <a:pt x="11136" y="1026"/>
                  </a:lnTo>
                  <a:lnTo>
                    <a:pt x="9991" y="2170"/>
                  </a:lnTo>
                  <a:lnTo>
                    <a:pt x="9669" y="1991"/>
                  </a:lnTo>
                  <a:lnTo>
                    <a:pt x="9335" y="1848"/>
                  </a:lnTo>
                  <a:lnTo>
                    <a:pt x="9002" y="1717"/>
                  </a:lnTo>
                  <a:lnTo>
                    <a:pt x="8644" y="1610"/>
                  </a:lnTo>
                  <a:lnTo>
                    <a:pt x="8656" y="239"/>
                  </a:lnTo>
                  <a:lnTo>
                    <a:pt x="8656"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460" name="Google Shape;4460;p193"/>
          <p:cNvSpPr/>
          <p:nvPr/>
        </p:nvSpPr>
        <p:spPr>
          <a:xfrm rot="-5396155">
            <a:off x="6221618" y="2235159"/>
            <a:ext cx="268200" cy="129600"/>
          </a:xfrm>
          <a:prstGeom prst="rightArrow">
            <a:avLst>
              <a:gd name="adj1" fmla="val 13512"/>
              <a:gd name="adj2" fmla="val 50000"/>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61" name="Google Shape;4461;p193"/>
          <p:cNvSpPr/>
          <p:nvPr/>
        </p:nvSpPr>
        <p:spPr>
          <a:xfrm>
            <a:off x="5311163" y="1632688"/>
            <a:ext cx="3147000" cy="418500"/>
          </a:xfrm>
          <a:prstGeom prst="rect">
            <a:avLst/>
          </a:prstGeom>
          <a:no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62" name="Google Shape;4462;p193"/>
          <p:cNvSpPr/>
          <p:nvPr/>
        </p:nvSpPr>
        <p:spPr>
          <a:xfrm>
            <a:off x="5311150" y="1148586"/>
            <a:ext cx="3147000" cy="418500"/>
          </a:xfrm>
          <a:prstGeom prst="rect">
            <a:avLst/>
          </a:prstGeom>
          <a:no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4463" name="Google Shape;4463;p193"/>
          <p:cNvPicPr preferRelativeResize="0"/>
          <p:nvPr/>
        </p:nvPicPr>
        <p:blipFill>
          <a:blip r:embed="rId4">
            <a:alphaModFix/>
          </a:blip>
          <a:stretch>
            <a:fillRect/>
          </a:stretch>
        </p:blipFill>
        <p:spPr>
          <a:xfrm>
            <a:off x="5423301" y="1254053"/>
            <a:ext cx="296863" cy="207601"/>
          </a:xfrm>
          <a:prstGeom prst="rect">
            <a:avLst/>
          </a:prstGeom>
          <a:noFill/>
          <a:ln>
            <a:noFill/>
          </a:ln>
        </p:spPr>
      </p:pic>
      <p:pic>
        <p:nvPicPr>
          <p:cNvPr id="4464" name="Google Shape;4464;p193"/>
          <p:cNvPicPr preferRelativeResize="0"/>
          <p:nvPr/>
        </p:nvPicPr>
        <p:blipFill>
          <a:blip r:embed="rId5">
            <a:alphaModFix/>
          </a:blip>
          <a:stretch>
            <a:fillRect/>
          </a:stretch>
        </p:blipFill>
        <p:spPr>
          <a:xfrm>
            <a:off x="5945537" y="1202062"/>
            <a:ext cx="425335" cy="353149"/>
          </a:xfrm>
          <a:prstGeom prst="rect">
            <a:avLst/>
          </a:prstGeom>
          <a:noFill/>
          <a:ln>
            <a:noFill/>
          </a:ln>
        </p:spPr>
      </p:pic>
      <p:pic>
        <p:nvPicPr>
          <p:cNvPr id="4465" name="Google Shape;4465;p193"/>
          <p:cNvPicPr preferRelativeResize="0"/>
          <p:nvPr/>
        </p:nvPicPr>
        <p:blipFill rotWithShape="1">
          <a:blip r:embed="rId6">
            <a:alphaModFix/>
          </a:blip>
          <a:srcRect l="21457" r="20875"/>
          <a:stretch/>
        </p:blipFill>
        <p:spPr>
          <a:xfrm>
            <a:off x="6596245" y="1264226"/>
            <a:ext cx="236626" cy="230812"/>
          </a:xfrm>
          <a:prstGeom prst="rect">
            <a:avLst/>
          </a:prstGeom>
          <a:noFill/>
          <a:ln>
            <a:noFill/>
          </a:ln>
        </p:spPr>
      </p:pic>
      <p:pic>
        <p:nvPicPr>
          <p:cNvPr id="4466" name="Google Shape;4466;p193"/>
          <p:cNvPicPr preferRelativeResize="0"/>
          <p:nvPr/>
        </p:nvPicPr>
        <p:blipFill rotWithShape="1">
          <a:blip r:embed="rId7">
            <a:alphaModFix/>
          </a:blip>
          <a:srcRect l="25630" t="40406" r="25173" b="38267"/>
          <a:stretch/>
        </p:blipFill>
        <p:spPr>
          <a:xfrm>
            <a:off x="7058244" y="1313800"/>
            <a:ext cx="570887" cy="129125"/>
          </a:xfrm>
          <a:prstGeom prst="rect">
            <a:avLst/>
          </a:prstGeom>
          <a:noFill/>
          <a:ln>
            <a:noFill/>
          </a:ln>
        </p:spPr>
      </p:pic>
      <p:pic>
        <p:nvPicPr>
          <p:cNvPr id="4467" name="Google Shape;4467;p193"/>
          <p:cNvPicPr preferRelativeResize="0"/>
          <p:nvPr/>
        </p:nvPicPr>
        <p:blipFill rotWithShape="1">
          <a:blip r:embed="rId8">
            <a:alphaModFix/>
          </a:blip>
          <a:srcRect l="13249" t="26877" r="13912" b="19580"/>
          <a:stretch/>
        </p:blipFill>
        <p:spPr>
          <a:xfrm>
            <a:off x="7854504" y="1265797"/>
            <a:ext cx="483120" cy="230825"/>
          </a:xfrm>
          <a:prstGeom prst="rect">
            <a:avLst/>
          </a:prstGeom>
          <a:noFill/>
          <a:ln>
            <a:noFill/>
          </a:ln>
        </p:spPr>
      </p:pic>
      <p:pic>
        <p:nvPicPr>
          <p:cNvPr id="4468" name="Google Shape;4468;p193"/>
          <p:cNvPicPr preferRelativeResize="0"/>
          <p:nvPr/>
        </p:nvPicPr>
        <p:blipFill>
          <a:blip r:embed="rId9">
            <a:alphaModFix/>
          </a:blip>
          <a:stretch>
            <a:fillRect/>
          </a:stretch>
        </p:blipFill>
        <p:spPr>
          <a:xfrm>
            <a:off x="8562996" y="1442937"/>
            <a:ext cx="346245" cy="230826"/>
          </a:xfrm>
          <a:prstGeom prst="rect">
            <a:avLst/>
          </a:prstGeom>
          <a:noFill/>
          <a:ln>
            <a:noFill/>
          </a:ln>
        </p:spPr>
      </p:pic>
      <p:sp>
        <p:nvSpPr>
          <p:cNvPr id="4469" name="Google Shape;4469;p193"/>
          <p:cNvSpPr txBox="1"/>
          <p:nvPr/>
        </p:nvSpPr>
        <p:spPr>
          <a:xfrm>
            <a:off x="836900" y="4767300"/>
            <a:ext cx="6449700" cy="323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900">
                <a:solidFill>
                  <a:schemeClr val="dk1"/>
                </a:solidFill>
              </a:rPr>
              <a:t>Product Documentation: </a:t>
            </a:r>
            <a:r>
              <a:rPr lang="en" sz="900" u="sng">
                <a:solidFill>
                  <a:schemeClr val="hlink"/>
                </a:solidFill>
                <a:hlinkClick r:id="rId10"/>
              </a:rPr>
              <a:t>https://docs.camunda.io/docs/components/modeler/web-modeler/connectors/</a:t>
            </a:r>
            <a:r>
              <a:rPr lang="en" sz="900">
                <a:solidFill>
                  <a:schemeClr val="dk1"/>
                </a:solidFill>
              </a:rPr>
              <a:t> </a:t>
            </a:r>
            <a:endParaRPr sz="40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4474"/>
        <p:cNvGrpSpPr/>
        <p:nvPr/>
      </p:nvGrpSpPr>
      <p:grpSpPr>
        <a:xfrm>
          <a:off x="0" y="0"/>
          <a:ext cx="0" cy="0"/>
          <a:chOff x="0" y="0"/>
          <a:chExt cx="0" cy="0"/>
        </a:xfrm>
      </p:grpSpPr>
      <p:sp>
        <p:nvSpPr>
          <p:cNvPr id="4475" name="Google Shape;4475;p194"/>
          <p:cNvSpPr txBox="1">
            <a:spLocks noGrp="1"/>
          </p:cNvSpPr>
          <p:nvPr>
            <p:ph type="title"/>
          </p:nvPr>
        </p:nvSpPr>
        <p:spPr>
          <a:xfrm>
            <a:off x="371475" y="257176"/>
            <a:ext cx="8400900" cy="5490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en"/>
              <a:t>Enable Analytics and Dashboards</a:t>
            </a:r>
            <a:endParaRPr/>
          </a:p>
          <a:p>
            <a:pPr marL="0" lvl="0" indent="0" algn="l" rtl="0">
              <a:spcBef>
                <a:spcPts val="0"/>
              </a:spcBef>
              <a:spcAft>
                <a:spcPts val="0"/>
              </a:spcAft>
              <a:buNone/>
            </a:pPr>
            <a:endParaRPr sz="900" b="0">
              <a:latin typeface="IBM Plex Sans Medium"/>
              <a:ea typeface="IBM Plex Sans Medium"/>
              <a:cs typeface="IBM Plex Sans Medium"/>
              <a:sym typeface="IBM Plex Sans Medium"/>
            </a:endParaRPr>
          </a:p>
          <a:p>
            <a:pPr marL="0" lvl="0" indent="0" algn="l" rtl="0">
              <a:spcBef>
                <a:spcPts val="0"/>
              </a:spcBef>
              <a:spcAft>
                <a:spcPts val="0"/>
              </a:spcAft>
              <a:buNone/>
            </a:pPr>
            <a:r>
              <a:rPr lang="en" sz="1800" b="0">
                <a:latin typeface="IBM Plex Sans Medium"/>
                <a:ea typeface="IBM Plex Sans Medium"/>
                <a:cs typeface="IBM Plex Sans Medium"/>
                <a:sym typeface="IBM Plex Sans Medium"/>
              </a:rPr>
              <a:t>Optimize for Continuous Process Improvement</a:t>
            </a:r>
            <a:endParaRPr sz="1800" b="0">
              <a:latin typeface="IBM Plex Sans Medium"/>
              <a:ea typeface="IBM Plex Sans Medium"/>
              <a:cs typeface="IBM Plex Sans Medium"/>
              <a:sym typeface="IBM Plex Sans Medium"/>
            </a:endParaRPr>
          </a:p>
        </p:txBody>
      </p:sp>
      <p:sp>
        <p:nvSpPr>
          <p:cNvPr id="4476" name="Google Shape;4476;p194"/>
          <p:cNvSpPr/>
          <p:nvPr/>
        </p:nvSpPr>
        <p:spPr>
          <a:xfrm>
            <a:off x="140970" y="1445766"/>
            <a:ext cx="762900" cy="731100"/>
          </a:xfrm>
          <a:prstGeom prst="roundRect">
            <a:avLst>
              <a:gd name="adj" fmla="val 5827"/>
            </a:avLst>
          </a:prstGeom>
          <a:solidFill>
            <a:srgbClr val="1F2A44"/>
          </a:solidFill>
          <a:ln>
            <a:noFill/>
          </a:ln>
        </p:spPr>
        <p:txBody>
          <a:bodyPr spcFirstLastPara="1" wrap="square" lIns="57150" tIns="57150" rIns="57150" bIns="57150" anchor="ctr" anchorCtr="0">
            <a:noAutofit/>
          </a:bodyPr>
          <a:lstStyle/>
          <a:p>
            <a:pPr marL="0" lvl="0" indent="0" algn="l" rtl="0">
              <a:spcBef>
                <a:spcPts val="0"/>
              </a:spcBef>
              <a:spcAft>
                <a:spcPts val="0"/>
              </a:spcAft>
              <a:buNone/>
            </a:pPr>
            <a:endParaRPr/>
          </a:p>
        </p:txBody>
      </p:sp>
      <p:sp>
        <p:nvSpPr>
          <p:cNvPr id="4477" name="Google Shape;4477;p194"/>
          <p:cNvSpPr/>
          <p:nvPr/>
        </p:nvSpPr>
        <p:spPr>
          <a:xfrm>
            <a:off x="660179" y="1649683"/>
            <a:ext cx="43800" cy="43800"/>
          </a:xfrm>
          <a:prstGeom prst="ellipse">
            <a:avLst/>
          </a:prstGeom>
          <a:solidFill>
            <a:srgbClr val="FF6900"/>
          </a:solidFill>
          <a:ln>
            <a:noFill/>
          </a:ln>
        </p:spPr>
        <p:txBody>
          <a:bodyPr spcFirstLastPara="1" wrap="square" lIns="57150" tIns="57150" rIns="57150" bIns="57150" anchor="ctr" anchorCtr="0">
            <a:noAutofit/>
          </a:bodyPr>
          <a:lstStyle/>
          <a:p>
            <a:pPr marL="0" lvl="0" indent="0" algn="l" rtl="0">
              <a:spcBef>
                <a:spcPts val="0"/>
              </a:spcBef>
              <a:spcAft>
                <a:spcPts val="0"/>
              </a:spcAft>
              <a:buNone/>
            </a:pPr>
            <a:endParaRPr/>
          </a:p>
        </p:txBody>
      </p:sp>
      <p:sp>
        <p:nvSpPr>
          <p:cNvPr id="4478" name="Google Shape;4478;p194"/>
          <p:cNvSpPr/>
          <p:nvPr/>
        </p:nvSpPr>
        <p:spPr>
          <a:xfrm>
            <a:off x="760440" y="1649683"/>
            <a:ext cx="43800" cy="43800"/>
          </a:xfrm>
          <a:prstGeom prst="ellipse">
            <a:avLst/>
          </a:prstGeom>
          <a:solidFill>
            <a:srgbClr val="FF6900"/>
          </a:solidFill>
          <a:ln>
            <a:noFill/>
          </a:ln>
        </p:spPr>
        <p:txBody>
          <a:bodyPr spcFirstLastPara="1" wrap="square" lIns="57150" tIns="57150" rIns="57150" bIns="57150" anchor="ctr" anchorCtr="0">
            <a:noAutofit/>
          </a:bodyPr>
          <a:lstStyle/>
          <a:p>
            <a:pPr marL="0" lvl="0" indent="0" algn="l" rtl="0">
              <a:spcBef>
                <a:spcPts val="0"/>
              </a:spcBef>
              <a:spcAft>
                <a:spcPts val="0"/>
              </a:spcAft>
              <a:buNone/>
            </a:pPr>
            <a:endParaRPr/>
          </a:p>
        </p:txBody>
      </p:sp>
      <p:sp>
        <p:nvSpPr>
          <p:cNvPr id="4479" name="Google Shape;4479;p194"/>
          <p:cNvSpPr/>
          <p:nvPr/>
        </p:nvSpPr>
        <p:spPr>
          <a:xfrm>
            <a:off x="660179" y="1746058"/>
            <a:ext cx="43800" cy="43800"/>
          </a:xfrm>
          <a:prstGeom prst="ellipse">
            <a:avLst/>
          </a:prstGeom>
          <a:solidFill>
            <a:srgbClr val="FF6900"/>
          </a:solidFill>
          <a:ln>
            <a:noFill/>
          </a:ln>
        </p:spPr>
        <p:txBody>
          <a:bodyPr spcFirstLastPara="1" wrap="square" lIns="57150" tIns="57150" rIns="57150" bIns="57150" anchor="ctr" anchorCtr="0">
            <a:noAutofit/>
          </a:bodyPr>
          <a:lstStyle/>
          <a:p>
            <a:pPr marL="0" lvl="0" indent="0" algn="l" rtl="0">
              <a:spcBef>
                <a:spcPts val="0"/>
              </a:spcBef>
              <a:spcAft>
                <a:spcPts val="0"/>
              </a:spcAft>
              <a:buNone/>
            </a:pPr>
            <a:endParaRPr/>
          </a:p>
        </p:txBody>
      </p:sp>
      <p:sp>
        <p:nvSpPr>
          <p:cNvPr id="4480" name="Google Shape;4480;p194"/>
          <p:cNvSpPr/>
          <p:nvPr/>
        </p:nvSpPr>
        <p:spPr>
          <a:xfrm>
            <a:off x="760440" y="1746058"/>
            <a:ext cx="43800" cy="43800"/>
          </a:xfrm>
          <a:prstGeom prst="ellipse">
            <a:avLst/>
          </a:prstGeom>
          <a:solidFill>
            <a:srgbClr val="FF6900"/>
          </a:solidFill>
          <a:ln>
            <a:noFill/>
          </a:ln>
        </p:spPr>
        <p:txBody>
          <a:bodyPr spcFirstLastPara="1" wrap="square" lIns="57150" tIns="57150" rIns="57150" bIns="57150" anchor="ctr" anchorCtr="0">
            <a:noAutofit/>
          </a:bodyPr>
          <a:lstStyle/>
          <a:p>
            <a:pPr marL="0" lvl="0" indent="0" algn="l" rtl="0">
              <a:spcBef>
                <a:spcPts val="0"/>
              </a:spcBef>
              <a:spcAft>
                <a:spcPts val="0"/>
              </a:spcAft>
              <a:buNone/>
            </a:pPr>
            <a:endParaRPr/>
          </a:p>
        </p:txBody>
      </p:sp>
      <p:sp>
        <p:nvSpPr>
          <p:cNvPr id="4481" name="Google Shape;4481;p194"/>
          <p:cNvSpPr/>
          <p:nvPr/>
        </p:nvSpPr>
        <p:spPr>
          <a:xfrm>
            <a:off x="660179" y="1842432"/>
            <a:ext cx="43800" cy="43800"/>
          </a:xfrm>
          <a:prstGeom prst="ellipse">
            <a:avLst/>
          </a:prstGeom>
          <a:solidFill>
            <a:srgbClr val="FF6900"/>
          </a:solidFill>
          <a:ln>
            <a:noFill/>
          </a:ln>
        </p:spPr>
        <p:txBody>
          <a:bodyPr spcFirstLastPara="1" wrap="square" lIns="57150" tIns="57150" rIns="57150" bIns="57150" anchor="ctr" anchorCtr="0">
            <a:noAutofit/>
          </a:bodyPr>
          <a:lstStyle/>
          <a:p>
            <a:pPr marL="0" lvl="0" indent="0" algn="l" rtl="0">
              <a:spcBef>
                <a:spcPts val="0"/>
              </a:spcBef>
              <a:spcAft>
                <a:spcPts val="0"/>
              </a:spcAft>
              <a:buNone/>
            </a:pPr>
            <a:endParaRPr/>
          </a:p>
        </p:txBody>
      </p:sp>
      <p:sp>
        <p:nvSpPr>
          <p:cNvPr id="4482" name="Google Shape;4482;p194"/>
          <p:cNvSpPr/>
          <p:nvPr/>
        </p:nvSpPr>
        <p:spPr>
          <a:xfrm>
            <a:off x="760440" y="1842432"/>
            <a:ext cx="43800" cy="43800"/>
          </a:xfrm>
          <a:prstGeom prst="ellipse">
            <a:avLst/>
          </a:prstGeom>
          <a:solidFill>
            <a:srgbClr val="FF6900"/>
          </a:solidFill>
          <a:ln>
            <a:noFill/>
          </a:ln>
        </p:spPr>
        <p:txBody>
          <a:bodyPr spcFirstLastPara="1" wrap="square" lIns="57150" tIns="57150" rIns="57150" bIns="57150" anchor="ctr" anchorCtr="0">
            <a:noAutofit/>
          </a:bodyPr>
          <a:lstStyle/>
          <a:p>
            <a:pPr marL="0" lvl="0" indent="0" algn="l" rtl="0">
              <a:spcBef>
                <a:spcPts val="0"/>
              </a:spcBef>
              <a:spcAft>
                <a:spcPts val="0"/>
              </a:spcAft>
              <a:buNone/>
            </a:pPr>
            <a:endParaRPr/>
          </a:p>
        </p:txBody>
      </p:sp>
      <p:sp>
        <p:nvSpPr>
          <p:cNvPr id="4483" name="Google Shape;4483;p194"/>
          <p:cNvSpPr/>
          <p:nvPr/>
        </p:nvSpPr>
        <p:spPr>
          <a:xfrm>
            <a:off x="660179" y="1938807"/>
            <a:ext cx="43800" cy="43800"/>
          </a:xfrm>
          <a:prstGeom prst="ellipse">
            <a:avLst/>
          </a:prstGeom>
          <a:solidFill>
            <a:srgbClr val="FF6900"/>
          </a:solidFill>
          <a:ln>
            <a:noFill/>
          </a:ln>
        </p:spPr>
        <p:txBody>
          <a:bodyPr spcFirstLastPara="1" wrap="square" lIns="57150" tIns="57150" rIns="57150" bIns="57150" anchor="ctr" anchorCtr="0">
            <a:noAutofit/>
          </a:bodyPr>
          <a:lstStyle/>
          <a:p>
            <a:pPr marL="0" lvl="0" indent="0" algn="l" rtl="0">
              <a:spcBef>
                <a:spcPts val="0"/>
              </a:spcBef>
              <a:spcAft>
                <a:spcPts val="0"/>
              </a:spcAft>
              <a:buNone/>
            </a:pPr>
            <a:endParaRPr/>
          </a:p>
        </p:txBody>
      </p:sp>
      <p:sp>
        <p:nvSpPr>
          <p:cNvPr id="4484" name="Google Shape;4484;p194"/>
          <p:cNvSpPr/>
          <p:nvPr/>
        </p:nvSpPr>
        <p:spPr>
          <a:xfrm>
            <a:off x="760440" y="1938807"/>
            <a:ext cx="43800" cy="43800"/>
          </a:xfrm>
          <a:prstGeom prst="ellipse">
            <a:avLst/>
          </a:prstGeom>
          <a:solidFill>
            <a:srgbClr val="FF6900"/>
          </a:solidFill>
          <a:ln>
            <a:noFill/>
          </a:ln>
        </p:spPr>
        <p:txBody>
          <a:bodyPr spcFirstLastPara="1" wrap="square" lIns="57150" tIns="57150" rIns="57150" bIns="57150" anchor="ctr" anchorCtr="0">
            <a:noAutofit/>
          </a:bodyPr>
          <a:lstStyle/>
          <a:p>
            <a:pPr marL="0" lvl="0" indent="0" algn="l" rtl="0">
              <a:spcBef>
                <a:spcPts val="0"/>
              </a:spcBef>
              <a:spcAft>
                <a:spcPts val="0"/>
              </a:spcAft>
              <a:buNone/>
            </a:pPr>
            <a:endParaRPr/>
          </a:p>
        </p:txBody>
      </p:sp>
      <p:sp>
        <p:nvSpPr>
          <p:cNvPr id="4485" name="Google Shape;4485;p194"/>
          <p:cNvSpPr/>
          <p:nvPr/>
        </p:nvSpPr>
        <p:spPr>
          <a:xfrm>
            <a:off x="660179" y="2035182"/>
            <a:ext cx="43800" cy="43800"/>
          </a:xfrm>
          <a:prstGeom prst="ellipse">
            <a:avLst/>
          </a:prstGeom>
          <a:solidFill>
            <a:srgbClr val="FF6900"/>
          </a:solidFill>
          <a:ln>
            <a:noFill/>
          </a:ln>
        </p:spPr>
        <p:txBody>
          <a:bodyPr spcFirstLastPara="1" wrap="square" lIns="57150" tIns="57150" rIns="57150" bIns="57150" anchor="ctr" anchorCtr="0">
            <a:noAutofit/>
          </a:bodyPr>
          <a:lstStyle/>
          <a:p>
            <a:pPr marL="0" lvl="0" indent="0" algn="l" rtl="0">
              <a:spcBef>
                <a:spcPts val="0"/>
              </a:spcBef>
              <a:spcAft>
                <a:spcPts val="0"/>
              </a:spcAft>
              <a:buNone/>
            </a:pPr>
            <a:endParaRPr/>
          </a:p>
        </p:txBody>
      </p:sp>
      <p:sp>
        <p:nvSpPr>
          <p:cNvPr id="4486" name="Google Shape;4486;p194"/>
          <p:cNvSpPr/>
          <p:nvPr/>
        </p:nvSpPr>
        <p:spPr>
          <a:xfrm>
            <a:off x="760440" y="2035182"/>
            <a:ext cx="43800" cy="43800"/>
          </a:xfrm>
          <a:prstGeom prst="ellipse">
            <a:avLst/>
          </a:prstGeom>
          <a:solidFill>
            <a:srgbClr val="FF6900"/>
          </a:solidFill>
          <a:ln>
            <a:noFill/>
          </a:ln>
        </p:spPr>
        <p:txBody>
          <a:bodyPr spcFirstLastPara="1" wrap="square" lIns="57150" tIns="57150" rIns="57150" bIns="57150" anchor="ctr" anchorCtr="0">
            <a:noAutofit/>
          </a:bodyPr>
          <a:lstStyle/>
          <a:p>
            <a:pPr marL="0" lvl="0" indent="0" algn="l" rtl="0">
              <a:spcBef>
                <a:spcPts val="0"/>
              </a:spcBef>
              <a:spcAft>
                <a:spcPts val="0"/>
              </a:spcAft>
              <a:buNone/>
            </a:pPr>
            <a:endParaRPr/>
          </a:p>
        </p:txBody>
      </p:sp>
      <p:sp>
        <p:nvSpPr>
          <p:cNvPr id="4487" name="Google Shape;4487;p194"/>
          <p:cNvSpPr/>
          <p:nvPr/>
        </p:nvSpPr>
        <p:spPr>
          <a:xfrm>
            <a:off x="336086" y="1938807"/>
            <a:ext cx="43800" cy="43800"/>
          </a:xfrm>
          <a:prstGeom prst="ellipse">
            <a:avLst/>
          </a:prstGeom>
          <a:solidFill>
            <a:srgbClr val="0072CE"/>
          </a:solidFill>
          <a:ln>
            <a:noFill/>
          </a:ln>
        </p:spPr>
        <p:txBody>
          <a:bodyPr spcFirstLastPara="1" wrap="square" lIns="57150" tIns="57150" rIns="57150" bIns="57150" anchor="ctr" anchorCtr="0">
            <a:noAutofit/>
          </a:bodyPr>
          <a:lstStyle/>
          <a:p>
            <a:pPr marL="0" lvl="0" indent="0" algn="l" rtl="0">
              <a:spcBef>
                <a:spcPts val="0"/>
              </a:spcBef>
              <a:spcAft>
                <a:spcPts val="0"/>
              </a:spcAft>
              <a:buNone/>
            </a:pPr>
            <a:endParaRPr/>
          </a:p>
        </p:txBody>
      </p:sp>
      <p:sp>
        <p:nvSpPr>
          <p:cNvPr id="4488" name="Google Shape;4488;p194"/>
          <p:cNvSpPr/>
          <p:nvPr/>
        </p:nvSpPr>
        <p:spPr>
          <a:xfrm>
            <a:off x="235825" y="2035182"/>
            <a:ext cx="43800" cy="43800"/>
          </a:xfrm>
          <a:prstGeom prst="ellipse">
            <a:avLst/>
          </a:prstGeom>
          <a:solidFill>
            <a:srgbClr val="0072CE"/>
          </a:solidFill>
          <a:ln>
            <a:noFill/>
          </a:ln>
        </p:spPr>
        <p:txBody>
          <a:bodyPr spcFirstLastPara="1" wrap="square" lIns="57150" tIns="57150" rIns="57150" bIns="57150" anchor="ctr" anchorCtr="0">
            <a:noAutofit/>
          </a:bodyPr>
          <a:lstStyle/>
          <a:p>
            <a:pPr marL="0" lvl="0" indent="0" algn="l" rtl="0">
              <a:spcBef>
                <a:spcPts val="0"/>
              </a:spcBef>
              <a:spcAft>
                <a:spcPts val="0"/>
              </a:spcAft>
              <a:buNone/>
            </a:pPr>
            <a:endParaRPr/>
          </a:p>
        </p:txBody>
      </p:sp>
      <p:sp>
        <p:nvSpPr>
          <p:cNvPr id="4489" name="Google Shape;4489;p194"/>
          <p:cNvSpPr/>
          <p:nvPr/>
        </p:nvSpPr>
        <p:spPr>
          <a:xfrm>
            <a:off x="336086" y="2035182"/>
            <a:ext cx="43800" cy="43800"/>
          </a:xfrm>
          <a:prstGeom prst="ellipse">
            <a:avLst/>
          </a:prstGeom>
          <a:solidFill>
            <a:srgbClr val="0072CE"/>
          </a:solidFill>
          <a:ln>
            <a:noFill/>
          </a:ln>
        </p:spPr>
        <p:txBody>
          <a:bodyPr spcFirstLastPara="1" wrap="square" lIns="57150" tIns="57150" rIns="57150" bIns="57150" anchor="ctr" anchorCtr="0">
            <a:noAutofit/>
          </a:bodyPr>
          <a:lstStyle/>
          <a:p>
            <a:pPr marL="0" lvl="0" indent="0" algn="l" rtl="0">
              <a:spcBef>
                <a:spcPts val="0"/>
              </a:spcBef>
              <a:spcAft>
                <a:spcPts val="0"/>
              </a:spcAft>
              <a:buNone/>
            </a:pPr>
            <a:endParaRPr/>
          </a:p>
        </p:txBody>
      </p:sp>
      <p:sp>
        <p:nvSpPr>
          <p:cNvPr id="4490" name="Google Shape;4490;p194"/>
          <p:cNvSpPr/>
          <p:nvPr/>
        </p:nvSpPr>
        <p:spPr>
          <a:xfrm>
            <a:off x="544372" y="1746058"/>
            <a:ext cx="43800" cy="43800"/>
          </a:xfrm>
          <a:prstGeom prst="ellipse">
            <a:avLst/>
          </a:prstGeom>
          <a:solidFill>
            <a:srgbClr val="FFC600"/>
          </a:solidFill>
          <a:ln>
            <a:noFill/>
          </a:ln>
        </p:spPr>
        <p:txBody>
          <a:bodyPr spcFirstLastPara="1" wrap="square" lIns="57150" tIns="57150" rIns="57150" bIns="57150" anchor="ctr" anchorCtr="0">
            <a:noAutofit/>
          </a:bodyPr>
          <a:lstStyle/>
          <a:p>
            <a:pPr marL="0" lvl="0" indent="0" algn="l" rtl="0">
              <a:spcBef>
                <a:spcPts val="0"/>
              </a:spcBef>
              <a:spcAft>
                <a:spcPts val="0"/>
              </a:spcAft>
              <a:buNone/>
            </a:pPr>
            <a:endParaRPr/>
          </a:p>
        </p:txBody>
      </p:sp>
      <p:sp>
        <p:nvSpPr>
          <p:cNvPr id="4491" name="Google Shape;4491;p194"/>
          <p:cNvSpPr/>
          <p:nvPr/>
        </p:nvSpPr>
        <p:spPr>
          <a:xfrm>
            <a:off x="444111" y="1842432"/>
            <a:ext cx="43800" cy="43800"/>
          </a:xfrm>
          <a:prstGeom prst="ellipse">
            <a:avLst/>
          </a:prstGeom>
          <a:solidFill>
            <a:srgbClr val="FFC600"/>
          </a:solidFill>
          <a:ln>
            <a:noFill/>
          </a:ln>
        </p:spPr>
        <p:txBody>
          <a:bodyPr spcFirstLastPara="1" wrap="square" lIns="57150" tIns="57150" rIns="57150" bIns="57150" anchor="ctr" anchorCtr="0">
            <a:noAutofit/>
          </a:bodyPr>
          <a:lstStyle/>
          <a:p>
            <a:pPr marL="0" lvl="0" indent="0" algn="l" rtl="0">
              <a:spcBef>
                <a:spcPts val="0"/>
              </a:spcBef>
              <a:spcAft>
                <a:spcPts val="0"/>
              </a:spcAft>
              <a:buNone/>
            </a:pPr>
            <a:endParaRPr/>
          </a:p>
        </p:txBody>
      </p:sp>
      <p:sp>
        <p:nvSpPr>
          <p:cNvPr id="4492" name="Google Shape;4492;p194"/>
          <p:cNvSpPr/>
          <p:nvPr/>
        </p:nvSpPr>
        <p:spPr>
          <a:xfrm>
            <a:off x="544372" y="1842432"/>
            <a:ext cx="43800" cy="43800"/>
          </a:xfrm>
          <a:prstGeom prst="ellipse">
            <a:avLst/>
          </a:prstGeom>
          <a:solidFill>
            <a:srgbClr val="FFC600"/>
          </a:solidFill>
          <a:ln>
            <a:noFill/>
          </a:ln>
        </p:spPr>
        <p:txBody>
          <a:bodyPr spcFirstLastPara="1" wrap="square" lIns="57150" tIns="57150" rIns="57150" bIns="57150" anchor="ctr" anchorCtr="0">
            <a:noAutofit/>
          </a:bodyPr>
          <a:lstStyle/>
          <a:p>
            <a:pPr marL="0" lvl="0" indent="0" algn="l" rtl="0">
              <a:spcBef>
                <a:spcPts val="0"/>
              </a:spcBef>
              <a:spcAft>
                <a:spcPts val="0"/>
              </a:spcAft>
              <a:buNone/>
            </a:pPr>
            <a:endParaRPr/>
          </a:p>
        </p:txBody>
      </p:sp>
      <p:sp>
        <p:nvSpPr>
          <p:cNvPr id="4493" name="Google Shape;4493;p194"/>
          <p:cNvSpPr/>
          <p:nvPr/>
        </p:nvSpPr>
        <p:spPr>
          <a:xfrm>
            <a:off x="444111" y="1938807"/>
            <a:ext cx="43800" cy="43800"/>
          </a:xfrm>
          <a:prstGeom prst="ellipse">
            <a:avLst/>
          </a:prstGeom>
          <a:solidFill>
            <a:srgbClr val="FFC600"/>
          </a:solidFill>
          <a:ln>
            <a:noFill/>
          </a:ln>
        </p:spPr>
        <p:txBody>
          <a:bodyPr spcFirstLastPara="1" wrap="square" lIns="57150" tIns="57150" rIns="57150" bIns="57150" anchor="ctr" anchorCtr="0">
            <a:noAutofit/>
          </a:bodyPr>
          <a:lstStyle/>
          <a:p>
            <a:pPr marL="0" lvl="0" indent="0" algn="l" rtl="0">
              <a:spcBef>
                <a:spcPts val="0"/>
              </a:spcBef>
              <a:spcAft>
                <a:spcPts val="0"/>
              </a:spcAft>
              <a:buNone/>
            </a:pPr>
            <a:endParaRPr/>
          </a:p>
        </p:txBody>
      </p:sp>
      <p:sp>
        <p:nvSpPr>
          <p:cNvPr id="4494" name="Google Shape;4494;p194"/>
          <p:cNvSpPr/>
          <p:nvPr/>
        </p:nvSpPr>
        <p:spPr>
          <a:xfrm>
            <a:off x="544372" y="1938807"/>
            <a:ext cx="43800" cy="43800"/>
          </a:xfrm>
          <a:prstGeom prst="ellipse">
            <a:avLst/>
          </a:prstGeom>
          <a:solidFill>
            <a:srgbClr val="FFC600"/>
          </a:solidFill>
          <a:ln>
            <a:noFill/>
          </a:ln>
        </p:spPr>
        <p:txBody>
          <a:bodyPr spcFirstLastPara="1" wrap="square" lIns="57150" tIns="57150" rIns="57150" bIns="57150" anchor="ctr" anchorCtr="0">
            <a:noAutofit/>
          </a:bodyPr>
          <a:lstStyle/>
          <a:p>
            <a:pPr marL="0" lvl="0" indent="0" algn="l" rtl="0">
              <a:spcBef>
                <a:spcPts val="0"/>
              </a:spcBef>
              <a:spcAft>
                <a:spcPts val="0"/>
              </a:spcAft>
              <a:buNone/>
            </a:pPr>
            <a:endParaRPr/>
          </a:p>
        </p:txBody>
      </p:sp>
      <p:sp>
        <p:nvSpPr>
          <p:cNvPr id="4495" name="Google Shape;4495;p194"/>
          <p:cNvSpPr/>
          <p:nvPr/>
        </p:nvSpPr>
        <p:spPr>
          <a:xfrm>
            <a:off x="444111" y="2035182"/>
            <a:ext cx="43800" cy="43800"/>
          </a:xfrm>
          <a:prstGeom prst="ellipse">
            <a:avLst/>
          </a:prstGeom>
          <a:solidFill>
            <a:srgbClr val="FFC600"/>
          </a:solidFill>
          <a:ln>
            <a:noFill/>
          </a:ln>
        </p:spPr>
        <p:txBody>
          <a:bodyPr spcFirstLastPara="1" wrap="square" lIns="57150" tIns="57150" rIns="57150" bIns="57150" anchor="ctr" anchorCtr="0">
            <a:noAutofit/>
          </a:bodyPr>
          <a:lstStyle/>
          <a:p>
            <a:pPr marL="0" lvl="0" indent="0" algn="l" rtl="0">
              <a:spcBef>
                <a:spcPts val="0"/>
              </a:spcBef>
              <a:spcAft>
                <a:spcPts val="0"/>
              </a:spcAft>
              <a:buNone/>
            </a:pPr>
            <a:endParaRPr/>
          </a:p>
        </p:txBody>
      </p:sp>
      <p:sp>
        <p:nvSpPr>
          <p:cNvPr id="4496" name="Google Shape;4496;p194"/>
          <p:cNvSpPr/>
          <p:nvPr/>
        </p:nvSpPr>
        <p:spPr>
          <a:xfrm>
            <a:off x="544372" y="2035182"/>
            <a:ext cx="43800" cy="43800"/>
          </a:xfrm>
          <a:prstGeom prst="ellipse">
            <a:avLst/>
          </a:prstGeom>
          <a:solidFill>
            <a:srgbClr val="FFC600"/>
          </a:solidFill>
          <a:ln>
            <a:noFill/>
          </a:ln>
        </p:spPr>
        <p:txBody>
          <a:bodyPr spcFirstLastPara="1" wrap="square" lIns="57150" tIns="57150" rIns="57150" bIns="57150" anchor="ctr" anchorCtr="0">
            <a:noAutofit/>
          </a:bodyPr>
          <a:lstStyle/>
          <a:p>
            <a:pPr marL="0" lvl="0" indent="0" algn="l" rtl="0">
              <a:spcBef>
                <a:spcPts val="0"/>
              </a:spcBef>
              <a:spcAft>
                <a:spcPts val="0"/>
              </a:spcAft>
              <a:buNone/>
            </a:pPr>
            <a:endParaRPr/>
          </a:p>
        </p:txBody>
      </p:sp>
      <p:sp>
        <p:nvSpPr>
          <p:cNvPr id="4497" name="Google Shape;4497;p194"/>
          <p:cNvSpPr/>
          <p:nvPr/>
        </p:nvSpPr>
        <p:spPr>
          <a:xfrm>
            <a:off x="760440" y="1553308"/>
            <a:ext cx="43800" cy="43800"/>
          </a:xfrm>
          <a:prstGeom prst="ellipse">
            <a:avLst/>
          </a:prstGeom>
          <a:solidFill>
            <a:srgbClr val="FF6900"/>
          </a:solidFill>
          <a:ln>
            <a:noFill/>
          </a:ln>
        </p:spPr>
        <p:txBody>
          <a:bodyPr spcFirstLastPara="1" wrap="square" lIns="57150" tIns="57150" rIns="57150" bIns="57150" anchor="ctr" anchorCtr="0">
            <a:noAutofit/>
          </a:bodyPr>
          <a:lstStyle/>
          <a:p>
            <a:pPr marL="0" lvl="0" indent="0" algn="l" rtl="0">
              <a:spcBef>
                <a:spcPts val="0"/>
              </a:spcBef>
              <a:spcAft>
                <a:spcPts val="0"/>
              </a:spcAft>
              <a:buNone/>
            </a:pPr>
            <a:endParaRPr/>
          </a:p>
        </p:txBody>
      </p:sp>
      <p:sp>
        <p:nvSpPr>
          <p:cNvPr id="4498" name="Google Shape;4498;p194"/>
          <p:cNvSpPr txBox="1"/>
          <p:nvPr/>
        </p:nvSpPr>
        <p:spPr>
          <a:xfrm>
            <a:off x="1048950" y="1398141"/>
            <a:ext cx="1880100" cy="923400"/>
          </a:xfrm>
          <a:prstGeom prst="rect">
            <a:avLst/>
          </a:prstGeom>
          <a:noFill/>
          <a:ln>
            <a:noFill/>
          </a:ln>
        </p:spPr>
        <p:txBody>
          <a:bodyPr spcFirstLastPara="1" wrap="square" lIns="0" tIns="0" rIns="0" bIns="0" anchor="t" anchorCtr="0">
            <a:spAutoFit/>
          </a:bodyPr>
          <a:lstStyle/>
          <a:p>
            <a:pPr marL="0" lvl="0" indent="0" algn="l" rtl="0">
              <a:lnSpc>
                <a:spcPct val="100000"/>
              </a:lnSpc>
              <a:spcBef>
                <a:spcPts val="0"/>
              </a:spcBef>
              <a:spcAft>
                <a:spcPts val="0"/>
              </a:spcAft>
              <a:buNone/>
            </a:pPr>
            <a:r>
              <a:rPr lang="en" sz="1500" b="1">
                <a:solidFill>
                  <a:schemeClr val="dk1"/>
                </a:solidFill>
                <a:latin typeface="IBM Plex Sans"/>
                <a:ea typeface="IBM Plex Sans"/>
                <a:cs typeface="IBM Plex Sans"/>
                <a:sym typeface="IBM Plex Sans"/>
              </a:rPr>
              <a:t>Immediate Insights </a:t>
            </a:r>
            <a:endParaRPr sz="1500">
              <a:solidFill>
                <a:schemeClr val="dk1"/>
              </a:solidFill>
              <a:latin typeface="IBM Plex Sans"/>
              <a:ea typeface="IBM Plex Sans"/>
              <a:cs typeface="IBM Plex Sans"/>
              <a:sym typeface="IBM Plex Sans"/>
            </a:endParaRPr>
          </a:p>
          <a:p>
            <a:pPr marL="0" lvl="0" indent="0" algn="l" rtl="0">
              <a:lnSpc>
                <a:spcPct val="100000"/>
              </a:lnSpc>
              <a:spcBef>
                <a:spcPts val="600"/>
              </a:spcBef>
              <a:spcAft>
                <a:spcPts val="600"/>
              </a:spcAft>
              <a:buNone/>
            </a:pPr>
            <a:r>
              <a:rPr lang="en" sz="1000">
                <a:solidFill>
                  <a:schemeClr val="dk1"/>
                </a:solidFill>
                <a:latin typeface="IBM Plex Sans"/>
                <a:ea typeface="IBM Plex Sans"/>
                <a:cs typeface="IBM Plex Sans"/>
                <a:sym typeface="IBM Plex Sans"/>
              </a:rPr>
              <a:t>Generate actionable insights from your process data within minutes of getting started with Optimize</a:t>
            </a:r>
            <a:endParaRPr sz="1000">
              <a:solidFill>
                <a:schemeClr val="dk1"/>
              </a:solidFill>
              <a:latin typeface="IBM Plex Sans"/>
              <a:ea typeface="IBM Plex Sans"/>
              <a:cs typeface="IBM Plex Sans"/>
              <a:sym typeface="IBM Plex Sans"/>
            </a:endParaRPr>
          </a:p>
        </p:txBody>
      </p:sp>
      <p:sp>
        <p:nvSpPr>
          <p:cNvPr id="4499" name="Google Shape;4499;p194"/>
          <p:cNvSpPr txBox="1"/>
          <p:nvPr/>
        </p:nvSpPr>
        <p:spPr>
          <a:xfrm>
            <a:off x="4048154" y="1398141"/>
            <a:ext cx="2062500" cy="8466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Clr>
                <a:schemeClr val="dk1"/>
              </a:buClr>
              <a:buSzPts val="800"/>
              <a:buFont typeface="Arial"/>
              <a:buNone/>
            </a:pPr>
            <a:r>
              <a:rPr lang="en" sz="1500" b="1">
                <a:solidFill>
                  <a:schemeClr val="dk1"/>
                </a:solidFill>
                <a:latin typeface="IBM Plex Sans"/>
                <a:ea typeface="IBM Plex Sans"/>
                <a:cs typeface="IBM Plex Sans"/>
                <a:sym typeface="IBM Plex Sans"/>
              </a:rPr>
              <a:t>Passive Monitoring</a:t>
            </a:r>
            <a:endParaRPr sz="1500">
              <a:solidFill>
                <a:schemeClr val="dk1"/>
              </a:solidFill>
              <a:latin typeface="IBM Plex Sans"/>
              <a:ea typeface="IBM Plex Sans"/>
              <a:cs typeface="IBM Plex Sans"/>
              <a:sym typeface="IBM Plex Sans"/>
            </a:endParaRPr>
          </a:p>
          <a:p>
            <a:pPr marL="0" lvl="0" indent="0" algn="l" rtl="0">
              <a:lnSpc>
                <a:spcPct val="100000"/>
              </a:lnSpc>
              <a:spcBef>
                <a:spcPts val="600"/>
              </a:spcBef>
              <a:spcAft>
                <a:spcPts val="0"/>
              </a:spcAft>
              <a:buNone/>
            </a:pPr>
            <a:r>
              <a:rPr lang="en" sz="1000">
                <a:solidFill>
                  <a:schemeClr val="dk1"/>
                </a:solidFill>
                <a:latin typeface="IBM Plex Sans"/>
                <a:ea typeface="IBM Plex Sans"/>
                <a:cs typeface="IBM Plex Sans"/>
                <a:sym typeface="IBM Plex Sans"/>
              </a:rPr>
              <a:t>Set it and forget it. </a:t>
            </a:r>
            <a:endParaRPr sz="1000">
              <a:solidFill>
                <a:schemeClr val="dk1"/>
              </a:solidFill>
              <a:latin typeface="IBM Plex Sans"/>
              <a:ea typeface="IBM Plex Sans"/>
              <a:cs typeface="IBM Plex Sans"/>
              <a:sym typeface="IBM Plex Sans"/>
            </a:endParaRPr>
          </a:p>
          <a:p>
            <a:pPr marL="0" lvl="0" indent="0" algn="l" rtl="0">
              <a:lnSpc>
                <a:spcPct val="100000"/>
              </a:lnSpc>
              <a:spcBef>
                <a:spcPts val="600"/>
              </a:spcBef>
              <a:spcAft>
                <a:spcPts val="600"/>
              </a:spcAft>
              <a:buNone/>
            </a:pPr>
            <a:r>
              <a:rPr lang="en" sz="1000">
                <a:solidFill>
                  <a:schemeClr val="dk1"/>
                </a:solidFill>
                <a:latin typeface="IBM Plex Sans"/>
                <a:ea typeface="IBM Plex Sans"/>
                <a:cs typeface="IBM Plex Sans"/>
                <a:sym typeface="IBM Plex Sans"/>
              </a:rPr>
              <a:t>Optimize tells you when something important happens</a:t>
            </a:r>
            <a:endParaRPr sz="1000">
              <a:solidFill>
                <a:schemeClr val="dk1"/>
              </a:solidFill>
              <a:latin typeface="IBM Plex Sans"/>
              <a:ea typeface="IBM Plex Sans"/>
              <a:cs typeface="IBM Plex Sans"/>
              <a:sym typeface="IBM Plex Sans"/>
            </a:endParaRPr>
          </a:p>
        </p:txBody>
      </p:sp>
      <p:sp>
        <p:nvSpPr>
          <p:cNvPr id="4500" name="Google Shape;4500;p194"/>
          <p:cNvSpPr txBox="1"/>
          <p:nvPr/>
        </p:nvSpPr>
        <p:spPr>
          <a:xfrm>
            <a:off x="1048950" y="3207891"/>
            <a:ext cx="1663800" cy="7695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Clr>
                <a:schemeClr val="dk1"/>
              </a:buClr>
              <a:buSzPts val="800"/>
              <a:buFont typeface="Arial"/>
              <a:buNone/>
            </a:pPr>
            <a:r>
              <a:rPr lang="en" sz="1500" b="1">
                <a:solidFill>
                  <a:schemeClr val="dk1"/>
                </a:solidFill>
                <a:latin typeface="IBM Plex Sans"/>
                <a:ea typeface="IBM Plex Sans"/>
                <a:cs typeface="IBM Plex Sans"/>
                <a:sym typeface="IBM Plex Sans"/>
              </a:rPr>
              <a:t>Process Intel</a:t>
            </a:r>
            <a:endParaRPr sz="1500">
              <a:solidFill>
                <a:schemeClr val="dk1"/>
              </a:solidFill>
              <a:latin typeface="IBM Plex Sans"/>
              <a:ea typeface="IBM Plex Sans"/>
              <a:cs typeface="IBM Plex Sans"/>
              <a:sym typeface="IBM Plex Sans"/>
            </a:endParaRPr>
          </a:p>
          <a:p>
            <a:pPr marL="0" lvl="0" indent="0" algn="l" rtl="0">
              <a:lnSpc>
                <a:spcPct val="100000"/>
              </a:lnSpc>
              <a:spcBef>
                <a:spcPts val="600"/>
              </a:spcBef>
              <a:spcAft>
                <a:spcPts val="600"/>
              </a:spcAft>
              <a:buNone/>
            </a:pPr>
            <a:r>
              <a:rPr lang="en" sz="1000">
                <a:solidFill>
                  <a:schemeClr val="dk1"/>
                </a:solidFill>
                <a:latin typeface="IBM Plex Sans"/>
                <a:ea typeface="IBM Plex Sans"/>
                <a:cs typeface="IBM Plex Sans"/>
                <a:sym typeface="IBM Plex Sans"/>
              </a:rPr>
              <a:t>Receive actionable recommendations that help you achieve your goals </a:t>
            </a:r>
            <a:endParaRPr sz="1000">
              <a:solidFill>
                <a:schemeClr val="dk1"/>
              </a:solidFill>
              <a:latin typeface="IBM Plex Sans"/>
              <a:ea typeface="IBM Plex Sans"/>
              <a:cs typeface="IBM Plex Sans"/>
              <a:sym typeface="IBM Plex Sans"/>
            </a:endParaRPr>
          </a:p>
        </p:txBody>
      </p:sp>
      <p:sp>
        <p:nvSpPr>
          <p:cNvPr id="4501" name="Google Shape;4501;p194"/>
          <p:cNvSpPr txBox="1"/>
          <p:nvPr/>
        </p:nvSpPr>
        <p:spPr>
          <a:xfrm>
            <a:off x="4048153" y="3207891"/>
            <a:ext cx="2190000" cy="7695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Clr>
                <a:schemeClr val="dk1"/>
              </a:buClr>
              <a:buSzPts val="800"/>
              <a:buFont typeface="Arial"/>
              <a:buNone/>
            </a:pPr>
            <a:r>
              <a:rPr lang="en" sz="1500" b="1">
                <a:solidFill>
                  <a:schemeClr val="dk1"/>
                </a:solidFill>
                <a:latin typeface="IBM Plex Sans"/>
                <a:ea typeface="IBM Plex Sans"/>
                <a:cs typeface="IBM Plex Sans"/>
                <a:sym typeface="IBM Plex Sans"/>
              </a:rPr>
              <a:t>Integrated Experience</a:t>
            </a:r>
            <a:endParaRPr sz="1500">
              <a:solidFill>
                <a:schemeClr val="dk1"/>
              </a:solidFill>
              <a:latin typeface="IBM Plex Sans"/>
              <a:ea typeface="IBM Plex Sans"/>
              <a:cs typeface="IBM Plex Sans"/>
              <a:sym typeface="IBM Plex Sans"/>
            </a:endParaRPr>
          </a:p>
          <a:p>
            <a:pPr marL="0" lvl="0" indent="0" algn="l" rtl="0">
              <a:lnSpc>
                <a:spcPct val="100000"/>
              </a:lnSpc>
              <a:spcBef>
                <a:spcPts val="600"/>
              </a:spcBef>
              <a:spcAft>
                <a:spcPts val="600"/>
              </a:spcAft>
              <a:buNone/>
            </a:pPr>
            <a:r>
              <a:rPr lang="en" sz="1000">
                <a:solidFill>
                  <a:schemeClr val="dk1"/>
                </a:solidFill>
                <a:latin typeface="IBM Plex Sans"/>
                <a:ea typeface="IBM Plex Sans"/>
                <a:cs typeface="IBM Plex Sans"/>
                <a:sym typeface="IBM Plex Sans"/>
              </a:rPr>
              <a:t>Experience a single, coherent interface that takes advantage of the upstream Camunda applications</a:t>
            </a:r>
            <a:endParaRPr sz="1000">
              <a:solidFill>
                <a:schemeClr val="dk1"/>
              </a:solidFill>
              <a:latin typeface="IBM Plex Sans"/>
              <a:ea typeface="IBM Plex Sans"/>
              <a:cs typeface="IBM Plex Sans"/>
              <a:sym typeface="IBM Plex Sans"/>
            </a:endParaRPr>
          </a:p>
        </p:txBody>
      </p:sp>
      <p:sp>
        <p:nvSpPr>
          <p:cNvPr id="4502" name="Google Shape;4502;p194"/>
          <p:cNvSpPr/>
          <p:nvPr/>
        </p:nvSpPr>
        <p:spPr>
          <a:xfrm>
            <a:off x="140970" y="3255516"/>
            <a:ext cx="762900" cy="731100"/>
          </a:xfrm>
          <a:prstGeom prst="roundRect">
            <a:avLst>
              <a:gd name="adj" fmla="val 5827"/>
            </a:avLst>
          </a:prstGeom>
          <a:solidFill>
            <a:srgbClr val="1F2A44"/>
          </a:solidFill>
          <a:ln>
            <a:noFill/>
          </a:ln>
        </p:spPr>
        <p:txBody>
          <a:bodyPr spcFirstLastPara="1" wrap="square" lIns="57150" tIns="57150" rIns="57150" bIns="57150" anchor="ctr" anchorCtr="0">
            <a:noAutofit/>
          </a:bodyPr>
          <a:lstStyle/>
          <a:p>
            <a:pPr marL="0" lvl="0" indent="0" algn="l" rtl="0">
              <a:spcBef>
                <a:spcPts val="0"/>
              </a:spcBef>
              <a:spcAft>
                <a:spcPts val="0"/>
              </a:spcAft>
              <a:buNone/>
            </a:pPr>
            <a:endParaRPr/>
          </a:p>
        </p:txBody>
      </p:sp>
      <p:sp>
        <p:nvSpPr>
          <p:cNvPr id="4503" name="Google Shape;4503;p194"/>
          <p:cNvSpPr/>
          <p:nvPr/>
        </p:nvSpPr>
        <p:spPr>
          <a:xfrm>
            <a:off x="3104408" y="1445766"/>
            <a:ext cx="762900" cy="731100"/>
          </a:xfrm>
          <a:prstGeom prst="roundRect">
            <a:avLst>
              <a:gd name="adj" fmla="val 5827"/>
            </a:avLst>
          </a:prstGeom>
          <a:solidFill>
            <a:srgbClr val="1F2A44"/>
          </a:solidFill>
          <a:ln>
            <a:noFill/>
          </a:ln>
        </p:spPr>
        <p:txBody>
          <a:bodyPr spcFirstLastPara="1" wrap="square" lIns="57150" tIns="57150" rIns="57150" bIns="57150" anchor="ctr" anchorCtr="0">
            <a:noAutofit/>
          </a:bodyPr>
          <a:lstStyle/>
          <a:p>
            <a:pPr marL="0" lvl="0" indent="0" algn="l" rtl="0">
              <a:spcBef>
                <a:spcPts val="0"/>
              </a:spcBef>
              <a:spcAft>
                <a:spcPts val="0"/>
              </a:spcAft>
              <a:buNone/>
            </a:pPr>
            <a:endParaRPr/>
          </a:p>
        </p:txBody>
      </p:sp>
      <p:sp>
        <p:nvSpPr>
          <p:cNvPr id="4504" name="Google Shape;4504;p194"/>
          <p:cNvSpPr/>
          <p:nvPr/>
        </p:nvSpPr>
        <p:spPr>
          <a:xfrm>
            <a:off x="3104408" y="3255516"/>
            <a:ext cx="762900" cy="731100"/>
          </a:xfrm>
          <a:prstGeom prst="roundRect">
            <a:avLst>
              <a:gd name="adj" fmla="val 5827"/>
            </a:avLst>
          </a:prstGeom>
          <a:solidFill>
            <a:srgbClr val="1F2A44"/>
          </a:solidFill>
          <a:ln>
            <a:noFill/>
          </a:ln>
        </p:spPr>
        <p:txBody>
          <a:bodyPr spcFirstLastPara="1" wrap="square" lIns="57150" tIns="57150" rIns="57150" bIns="57150" anchor="ctr" anchorCtr="0">
            <a:noAutofit/>
          </a:bodyPr>
          <a:lstStyle/>
          <a:p>
            <a:pPr marL="0" lvl="0" indent="0" algn="l" rtl="0">
              <a:spcBef>
                <a:spcPts val="0"/>
              </a:spcBef>
              <a:spcAft>
                <a:spcPts val="0"/>
              </a:spcAft>
              <a:buNone/>
            </a:pPr>
            <a:endParaRPr/>
          </a:p>
        </p:txBody>
      </p:sp>
      <p:sp>
        <p:nvSpPr>
          <p:cNvPr id="4505" name="Google Shape;4505;p194"/>
          <p:cNvSpPr/>
          <p:nvPr/>
        </p:nvSpPr>
        <p:spPr>
          <a:xfrm>
            <a:off x="373706" y="3525446"/>
            <a:ext cx="190800" cy="20400"/>
          </a:xfrm>
          <a:prstGeom prst="rect">
            <a:avLst/>
          </a:prstGeom>
          <a:solidFill>
            <a:srgbClr val="FFC600"/>
          </a:solidFill>
          <a:ln>
            <a:noFill/>
          </a:ln>
        </p:spPr>
        <p:txBody>
          <a:bodyPr spcFirstLastPara="1" wrap="square" lIns="57150" tIns="57150" rIns="57150" bIns="57150" anchor="ctr" anchorCtr="0">
            <a:noAutofit/>
          </a:bodyPr>
          <a:lstStyle/>
          <a:p>
            <a:pPr marL="0" lvl="0" indent="0" algn="l" rtl="0">
              <a:spcBef>
                <a:spcPts val="0"/>
              </a:spcBef>
              <a:spcAft>
                <a:spcPts val="0"/>
              </a:spcAft>
              <a:buNone/>
            </a:pPr>
            <a:endParaRPr/>
          </a:p>
        </p:txBody>
      </p:sp>
      <p:sp>
        <p:nvSpPr>
          <p:cNvPr id="4506" name="Google Shape;4506;p194"/>
          <p:cNvSpPr/>
          <p:nvPr/>
        </p:nvSpPr>
        <p:spPr>
          <a:xfrm>
            <a:off x="373706" y="3562987"/>
            <a:ext cx="293700" cy="20400"/>
          </a:xfrm>
          <a:prstGeom prst="rect">
            <a:avLst/>
          </a:prstGeom>
          <a:solidFill>
            <a:srgbClr val="FFC600"/>
          </a:solidFill>
          <a:ln>
            <a:noFill/>
          </a:ln>
        </p:spPr>
        <p:txBody>
          <a:bodyPr spcFirstLastPara="1" wrap="square" lIns="57150" tIns="57150" rIns="57150" bIns="57150" anchor="ctr" anchorCtr="0">
            <a:noAutofit/>
          </a:bodyPr>
          <a:lstStyle/>
          <a:p>
            <a:pPr marL="0" lvl="0" indent="0" algn="l" rtl="0">
              <a:spcBef>
                <a:spcPts val="0"/>
              </a:spcBef>
              <a:spcAft>
                <a:spcPts val="0"/>
              </a:spcAft>
              <a:buNone/>
            </a:pPr>
            <a:endParaRPr/>
          </a:p>
        </p:txBody>
      </p:sp>
      <p:sp>
        <p:nvSpPr>
          <p:cNvPr id="4507" name="Google Shape;4507;p194"/>
          <p:cNvSpPr/>
          <p:nvPr/>
        </p:nvSpPr>
        <p:spPr>
          <a:xfrm>
            <a:off x="373706" y="3600529"/>
            <a:ext cx="293700" cy="20400"/>
          </a:xfrm>
          <a:prstGeom prst="rect">
            <a:avLst/>
          </a:prstGeom>
          <a:solidFill>
            <a:srgbClr val="FFC600"/>
          </a:solidFill>
          <a:ln>
            <a:noFill/>
          </a:ln>
        </p:spPr>
        <p:txBody>
          <a:bodyPr spcFirstLastPara="1" wrap="square" lIns="57150" tIns="57150" rIns="57150" bIns="57150" anchor="ctr" anchorCtr="0">
            <a:noAutofit/>
          </a:bodyPr>
          <a:lstStyle/>
          <a:p>
            <a:pPr marL="0" lvl="0" indent="0" algn="l" rtl="0">
              <a:spcBef>
                <a:spcPts val="0"/>
              </a:spcBef>
              <a:spcAft>
                <a:spcPts val="0"/>
              </a:spcAft>
              <a:buNone/>
            </a:pPr>
            <a:endParaRPr/>
          </a:p>
        </p:txBody>
      </p:sp>
      <p:grpSp>
        <p:nvGrpSpPr>
          <p:cNvPr id="4508" name="Google Shape;4508;p194"/>
          <p:cNvGrpSpPr/>
          <p:nvPr/>
        </p:nvGrpSpPr>
        <p:grpSpPr>
          <a:xfrm>
            <a:off x="3206221" y="1528713"/>
            <a:ext cx="564871" cy="564950"/>
            <a:chOff x="601912" y="3518150"/>
            <a:chExt cx="992743" cy="992883"/>
          </a:xfrm>
        </p:grpSpPr>
        <p:sp>
          <p:nvSpPr>
            <p:cNvPr id="4509" name="Google Shape;4509;p194"/>
            <p:cNvSpPr/>
            <p:nvPr/>
          </p:nvSpPr>
          <p:spPr>
            <a:xfrm>
              <a:off x="601912" y="3518150"/>
              <a:ext cx="992743" cy="992743"/>
            </a:xfrm>
            <a:custGeom>
              <a:avLst/>
              <a:gdLst/>
              <a:ahLst/>
              <a:cxnLst/>
              <a:rect l="l" t="t" r="r" b="b"/>
              <a:pathLst>
                <a:path w="209550" h="209550" extrusionOk="0">
                  <a:moveTo>
                    <a:pt x="104775" y="0"/>
                  </a:moveTo>
                  <a:lnTo>
                    <a:pt x="99470" y="189"/>
                  </a:lnTo>
                  <a:lnTo>
                    <a:pt x="93975" y="568"/>
                  </a:lnTo>
                  <a:lnTo>
                    <a:pt x="88860" y="1137"/>
                  </a:lnTo>
                  <a:lnTo>
                    <a:pt x="83744" y="2084"/>
                  </a:lnTo>
                  <a:lnTo>
                    <a:pt x="78629" y="3221"/>
                  </a:lnTo>
                  <a:lnTo>
                    <a:pt x="73702" y="4737"/>
                  </a:lnTo>
                  <a:lnTo>
                    <a:pt x="68776" y="6442"/>
                  </a:lnTo>
                  <a:lnTo>
                    <a:pt x="64040" y="8147"/>
                  </a:lnTo>
                  <a:lnTo>
                    <a:pt x="59303" y="10421"/>
                  </a:lnTo>
                  <a:lnTo>
                    <a:pt x="54756" y="12694"/>
                  </a:lnTo>
                  <a:lnTo>
                    <a:pt x="50398" y="15157"/>
                  </a:lnTo>
                  <a:lnTo>
                    <a:pt x="46230" y="17810"/>
                  </a:lnTo>
                  <a:lnTo>
                    <a:pt x="42062" y="20841"/>
                  </a:lnTo>
                  <a:lnTo>
                    <a:pt x="38083" y="23873"/>
                  </a:lnTo>
                  <a:lnTo>
                    <a:pt x="34293" y="27283"/>
                  </a:lnTo>
                  <a:lnTo>
                    <a:pt x="30694" y="30694"/>
                  </a:lnTo>
                  <a:lnTo>
                    <a:pt x="27283" y="34293"/>
                  </a:lnTo>
                  <a:lnTo>
                    <a:pt x="23873" y="38083"/>
                  </a:lnTo>
                  <a:lnTo>
                    <a:pt x="20841" y="42062"/>
                  </a:lnTo>
                  <a:lnTo>
                    <a:pt x="17810" y="46230"/>
                  </a:lnTo>
                  <a:lnTo>
                    <a:pt x="15157" y="50398"/>
                  </a:lnTo>
                  <a:lnTo>
                    <a:pt x="12694" y="54756"/>
                  </a:lnTo>
                  <a:lnTo>
                    <a:pt x="10421" y="59303"/>
                  </a:lnTo>
                  <a:lnTo>
                    <a:pt x="8147" y="64040"/>
                  </a:lnTo>
                  <a:lnTo>
                    <a:pt x="6442" y="68776"/>
                  </a:lnTo>
                  <a:lnTo>
                    <a:pt x="4737" y="73702"/>
                  </a:lnTo>
                  <a:lnTo>
                    <a:pt x="3221" y="78629"/>
                  </a:lnTo>
                  <a:lnTo>
                    <a:pt x="2084" y="83744"/>
                  </a:lnTo>
                  <a:lnTo>
                    <a:pt x="1137" y="88860"/>
                  </a:lnTo>
                  <a:lnTo>
                    <a:pt x="568" y="93975"/>
                  </a:lnTo>
                  <a:lnTo>
                    <a:pt x="189" y="99470"/>
                  </a:lnTo>
                  <a:lnTo>
                    <a:pt x="0" y="104775"/>
                  </a:lnTo>
                  <a:lnTo>
                    <a:pt x="189" y="110080"/>
                  </a:lnTo>
                  <a:lnTo>
                    <a:pt x="568" y="115575"/>
                  </a:lnTo>
                  <a:lnTo>
                    <a:pt x="1137" y="120690"/>
                  </a:lnTo>
                  <a:lnTo>
                    <a:pt x="2084" y="125806"/>
                  </a:lnTo>
                  <a:lnTo>
                    <a:pt x="3221" y="130921"/>
                  </a:lnTo>
                  <a:lnTo>
                    <a:pt x="4737" y="135848"/>
                  </a:lnTo>
                  <a:lnTo>
                    <a:pt x="6442" y="140774"/>
                  </a:lnTo>
                  <a:lnTo>
                    <a:pt x="8147" y="145510"/>
                  </a:lnTo>
                  <a:lnTo>
                    <a:pt x="10421" y="150247"/>
                  </a:lnTo>
                  <a:lnTo>
                    <a:pt x="12694" y="154794"/>
                  </a:lnTo>
                  <a:lnTo>
                    <a:pt x="15157" y="159152"/>
                  </a:lnTo>
                  <a:lnTo>
                    <a:pt x="17810" y="163320"/>
                  </a:lnTo>
                  <a:lnTo>
                    <a:pt x="20841" y="167488"/>
                  </a:lnTo>
                  <a:lnTo>
                    <a:pt x="23873" y="171467"/>
                  </a:lnTo>
                  <a:lnTo>
                    <a:pt x="27283" y="175257"/>
                  </a:lnTo>
                  <a:lnTo>
                    <a:pt x="30694" y="178856"/>
                  </a:lnTo>
                  <a:lnTo>
                    <a:pt x="34293" y="182267"/>
                  </a:lnTo>
                  <a:lnTo>
                    <a:pt x="38083" y="185677"/>
                  </a:lnTo>
                  <a:lnTo>
                    <a:pt x="42062" y="188709"/>
                  </a:lnTo>
                  <a:lnTo>
                    <a:pt x="46230" y="191740"/>
                  </a:lnTo>
                  <a:lnTo>
                    <a:pt x="50398" y="194393"/>
                  </a:lnTo>
                  <a:lnTo>
                    <a:pt x="54756" y="196856"/>
                  </a:lnTo>
                  <a:lnTo>
                    <a:pt x="59303" y="199129"/>
                  </a:lnTo>
                  <a:lnTo>
                    <a:pt x="64040" y="201403"/>
                  </a:lnTo>
                  <a:lnTo>
                    <a:pt x="68776" y="203108"/>
                  </a:lnTo>
                  <a:lnTo>
                    <a:pt x="73702" y="204813"/>
                  </a:lnTo>
                  <a:lnTo>
                    <a:pt x="78629" y="206329"/>
                  </a:lnTo>
                  <a:lnTo>
                    <a:pt x="83744" y="207466"/>
                  </a:lnTo>
                  <a:lnTo>
                    <a:pt x="88860" y="208413"/>
                  </a:lnTo>
                  <a:lnTo>
                    <a:pt x="93975" y="208982"/>
                  </a:lnTo>
                  <a:lnTo>
                    <a:pt x="99470" y="209361"/>
                  </a:lnTo>
                  <a:lnTo>
                    <a:pt x="104775" y="209550"/>
                  </a:lnTo>
                  <a:lnTo>
                    <a:pt x="110080" y="209361"/>
                  </a:lnTo>
                  <a:lnTo>
                    <a:pt x="115575" y="208982"/>
                  </a:lnTo>
                  <a:lnTo>
                    <a:pt x="120690" y="208413"/>
                  </a:lnTo>
                  <a:lnTo>
                    <a:pt x="125806" y="207466"/>
                  </a:lnTo>
                  <a:lnTo>
                    <a:pt x="130921" y="206329"/>
                  </a:lnTo>
                  <a:lnTo>
                    <a:pt x="135848" y="204813"/>
                  </a:lnTo>
                  <a:lnTo>
                    <a:pt x="140774" y="203108"/>
                  </a:lnTo>
                  <a:lnTo>
                    <a:pt x="145510" y="201403"/>
                  </a:lnTo>
                  <a:lnTo>
                    <a:pt x="150247" y="199129"/>
                  </a:lnTo>
                  <a:lnTo>
                    <a:pt x="154794" y="196856"/>
                  </a:lnTo>
                  <a:lnTo>
                    <a:pt x="159152" y="194393"/>
                  </a:lnTo>
                  <a:lnTo>
                    <a:pt x="163320" y="191740"/>
                  </a:lnTo>
                  <a:lnTo>
                    <a:pt x="167488" y="188709"/>
                  </a:lnTo>
                  <a:lnTo>
                    <a:pt x="171467" y="185677"/>
                  </a:lnTo>
                  <a:lnTo>
                    <a:pt x="175257" y="182267"/>
                  </a:lnTo>
                  <a:lnTo>
                    <a:pt x="178856" y="178856"/>
                  </a:lnTo>
                  <a:lnTo>
                    <a:pt x="182267" y="175257"/>
                  </a:lnTo>
                  <a:lnTo>
                    <a:pt x="185677" y="171467"/>
                  </a:lnTo>
                  <a:lnTo>
                    <a:pt x="188709" y="167488"/>
                  </a:lnTo>
                  <a:lnTo>
                    <a:pt x="191740" y="163320"/>
                  </a:lnTo>
                  <a:lnTo>
                    <a:pt x="194393" y="159152"/>
                  </a:lnTo>
                  <a:lnTo>
                    <a:pt x="196856" y="154794"/>
                  </a:lnTo>
                  <a:lnTo>
                    <a:pt x="199129" y="150247"/>
                  </a:lnTo>
                  <a:lnTo>
                    <a:pt x="201403" y="145510"/>
                  </a:lnTo>
                  <a:lnTo>
                    <a:pt x="203108" y="140774"/>
                  </a:lnTo>
                  <a:lnTo>
                    <a:pt x="204813" y="135848"/>
                  </a:lnTo>
                  <a:lnTo>
                    <a:pt x="206329" y="130921"/>
                  </a:lnTo>
                  <a:lnTo>
                    <a:pt x="207466" y="125806"/>
                  </a:lnTo>
                  <a:lnTo>
                    <a:pt x="208413" y="120690"/>
                  </a:lnTo>
                  <a:lnTo>
                    <a:pt x="208982" y="115575"/>
                  </a:lnTo>
                  <a:lnTo>
                    <a:pt x="209361" y="110080"/>
                  </a:lnTo>
                  <a:lnTo>
                    <a:pt x="209550" y="104775"/>
                  </a:lnTo>
                  <a:lnTo>
                    <a:pt x="209361" y="99470"/>
                  </a:lnTo>
                  <a:lnTo>
                    <a:pt x="208982" y="93975"/>
                  </a:lnTo>
                  <a:lnTo>
                    <a:pt x="208413" y="88860"/>
                  </a:lnTo>
                  <a:lnTo>
                    <a:pt x="207466" y="83744"/>
                  </a:lnTo>
                  <a:lnTo>
                    <a:pt x="206329" y="78629"/>
                  </a:lnTo>
                  <a:lnTo>
                    <a:pt x="204813" y="73702"/>
                  </a:lnTo>
                  <a:lnTo>
                    <a:pt x="203108" y="68776"/>
                  </a:lnTo>
                  <a:lnTo>
                    <a:pt x="201403" y="64040"/>
                  </a:lnTo>
                  <a:lnTo>
                    <a:pt x="199129" y="59303"/>
                  </a:lnTo>
                  <a:lnTo>
                    <a:pt x="196856" y="54756"/>
                  </a:lnTo>
                  <a:lnTo>
                    <a:pt x="194393" y="50398"/>
                  </a:lnTo>
                  <a:lnTo>
                    <a:pt x="191740" y="46230"/>
                  </a:lnTo>
                  <a:lnTo>
                    <a:pt x="188709" y="42062"/>
                  </a:lnTo>
                  <a:lnTo>
                    <a:pt x="185677" y="38083"/>
                  </a:lnTo>
                  <a:lnTo>
                    <a:pt x="182267" y="34293"/>
                  </a:lnTo>
                  <a:lnTo>
                    <a:pt x="178856" y="30694"/>
                  </a:lnTo>
                  <a:lnTo>
                    <a:pt x="175257" y="27283"/>
                  </a:lnTo>
                  <a:lnTo>
                    <a:pt x="171467" y="23873"/>
                  </a:lnTo>
                  <a:lnTo>
                    <a:pt x="167488" y="20841"/>
                  </a:lnTo>
                  <a:lnTo>
                    <a:pt x="163320" y="17810"/>
                  </a:lnTo>
                  <a:lnTo>
                    <a:pt x="159152" y="15157"/>
                  </a:lnTo>
                  <a:lnTo>
                    <a:pt x="154794" y="12694"/>
                  </a:lnTo>
                  <a:lnTo>
                    <a:pt x="150247" y="10421"/>
                  </a:lnTo>
                  <a:lnTo>
                    <a:pt x="145510" y="8147"/>
                  </a:lnTo>
                  <a:lnTo>
                    <a:pt x="140774" y="6442"/>
                  </a:lnTo>
                  <a:lnTo>
                    <a:pt x="135848" y="4737"/>
                  </a:lnTo>
                  <a:lnTo>
                    <a:pt x="130921" y="3221"/>
                  </a:lnTo>
                  <a:lnTo>
                    <a:pt x="125806" y="2084"/>
                  </a:lnTo>
                  <a:lnTo>
                    <a:pt x="120690" y="1137"/>
                  </a:lnTo>
                  <a:lnTo>
                    <a:pt x="115575" y="568"/>
                  </a:lnTo>
                  <a:lnTo>
                    <a:pt x="110080" y="189"/>
                  </a:lnTo>
                  <a:lnTo>
                    <a:pt x="104775" y="0"/>
                  </a:lnTo>
                  <a:close/>
                </a:path>
              </a:pathLst>
            </a:custGeom>
            <a:solidFill>
              <a:srgbClr val="FC5D0D"/>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4510" name="Google Shape;4510;p194"/>
            <p:cNvSpPr/>
            <p:nvPr/>
          </p:nvSpPr>
          <p:spPr>
            <a:xfrm>
              <a:off x="771605" y="3695020"/>
              <a:ext cx="653453" cy="459575"/>
            </a:xfrm>
            <a:custGeom>
              <a:avLst/>
              <a:gdLst/>
              <a:ahLst/>
              <a:cxnLst/>
              <a:rect l="l" t="t" r="r" b="b"/>
              <a:pathLst>
                <a:path w="137932" h="97008" extrusionOk="0">
                  <a:moveTo>
                    <a:pt x="7579" y="1"/>
                  </a:moveTo>
                  <a:lnTo>
                    <a:pt x="6063" y="190"/>
                  </a:lnTo>
                  <a:lnTo>
                    <a:pt x="4737" y="569"/>
                  </a:lnTo>
                  <a:lnTo>
                    <a:pt x="3411" y="1327"/>
                  </a:lnTo>
                  <a:lnTo>
                    <a:pt x="2274" y="2275"/>
                  </a:lnTo>
                  <a:lnTo>
                    <a:pt x="1326" y="3411"/>
                  </a:lnTo>
                  <a:lnTo>
                    <a:pt x="569" y="4548"/>
                  </a:lnTo>
                  <a:lnTo>
                    <a:pt x="190" y="6064"/>
                  </a:lnTo>
                  <a:lnTo>
                    <a:pt x="0" y="7580"/>
                  </a:lnTo>
                  <a:lnTo>
                    <a:pt x="0" y="89619"/>
                  </a:lnTo>
                  <a:lnTo>
                    <a:pt x="190" y="90945"/>
                  </a:lnTo>
                  <a:lnTo>
                    <a:pt x="569" y="92461"/>
                  </a:lnTo>
                  <a:lnTo>
                    <a:pt x="1326" y="93787"/>
                  </a:lnTo>
                  <a:lnTo>
                    <a:pt x="2274" y="94924"/>
                  </a:lnTo>
                  <a:lnTo>
                    <a:pt x="3411" y="95682"/>
                  </a:lnTo>
                  <a:lnTo>
                    <a:pt x="4737" y="96439"/>
                  </a:lnTo>
                  <a:lnTo>
                    <a:pt x="6063" y="96818"/>
                  </a:lnTo>
                  <a:lnTo>
                    <a:pt x="7579" y="97008"/>
                  </a:lnTo>
                  <a:lnTo>
                    <a:pt x="130353" y="97008"/>
                  </a:lnTo>
                  <a:lnTo>
                    <a:pt x="131869" y="96818"/>
                  </a:lnTo>
                  <a:lnTo>
                    <a:pt x="133195" y="96439"/>
                  </a:lnTo>
                  <a:lnTo>
                    <a:pt x="134521" y="95682"/>
                  </a:lnTo>
                  <a:lnTo>
                    <a:pt x="135658" y="94924"/>
                  </a:lnTo>
                  <a:lnTo>
                    <a:pt x="136606" y="93787"/>
                  </a:lnTo>
                  <a:lnTo>
                    <a:pt x="137363" y="92461"/>
                  </a:lnTo>
                  <a:lnTo>
                    <a:pt x="137742" y="90945"/>
                  </a:lnTo>
                  <a:lnTo>
                    <a:pt x="137932" y="89619"/>
                  </a:lnTo>
                  <a:lnTo>
                    <a:pt x="137932" y="7580"/>
                  </a:lnTo>
                  <a:lnTo>
                    <a:pt x="137742" y="6064"/>
                  </a:lnTo>
                  <a:lnTo>
                    <a:pt x="137363" y="4548"/>
                  </a:lnTo>
                  <a:lnTo>
                    <a:pt x="136606" y="3411"/>
                  </a:lnTo>
                  <a:lnTo>
                    <a:pt x="135658" y="2275"/>
                  </a:lnTo>
                  <a:lnTo>
                    <a:pt x="134521" y="1327"/>
                  </a:lnTo>
                  <a:lnTo>
                    <a:pt x="133195" y="569"/>
                  </a:lnTo>
                  <a:lnTo>
                    <a:pt x="131869" y="190"/>
                  </a:lnTo>
                  <a:lnTo>
                    <a:pt x="130353" y="1"/>
                  </a:lnTo>
                  <a:close/>
                </a:path>
              </a:pathLst>
            </a:custGeom>
            <a:solidFill>
              <a:srgbClr val="FFFFFF"/>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4511" name="Google Shape;4511;p194"/>
            <p:cNvSpPr/>
            <p:nvPr/>
          </p:nvSpPr>
          <p:spPr>
            <a:xfrm>
              <a:off x="601912" y="4045176"/>
              <a:ext cx="992743" cy="465857"/>
            </a:xfrm>
            <a:custGeom>
              <a:avLst/>
              <a:gdLst/>
              <a:ahLst/>
              <a:cxnLst/>
              <a:rect l="l" t="t" r="r" b="b"/>
              <a:pathLst>
                <a:path w="209550" h="98334" extrusionOk="0">
                  <a:moveTo>
                    <a:pt x="0" y="1"/>
                  </a:moveTo>
                  <a:lnTo>
                    <a:pt x="0" y="89619"/>
                  </a:lnTo>
                  <a:lnTo>
                    <a:pt x="189" y="91513"/>
                  </a:lnTo>
                  <a:lnTo>
                    <a:pt x="758" y="93029"/>
                  </a:lnTo>
                  <a:lnTo>
                    <a:pt x="1516" y="94545"/>
                  </a:lnTo>
                  <a:lnTo>
                    <a:pt x="2463" y="95871"/>
                  </a:lnTo>
                  <a:lnTo>
                    <a:pt x="3789" y="96818"/>
                  </a:lnTo>
                  <a:lnTo>
                    <a:pt x="5305" y="97576"/>
                  </a:lnTo>
                  <a:lnTo>
                    <a:pt x="6821" y="98145"/>
                  </a:lnTo>
                  <a:lnTo>
                    <a:pt x="8715" y="98334"/>
                  </a:lnTo>
                  <a:lnTo>
                    <a:pt x="200835" y="98334"/>
                  </a:lnTo>
                  <a:lnTo>
                    <a:pt x="202729" y="98145"/>
                  </a:lnTo>
                  <a:lnTo>
                    <a:pt x="204245" y="97576"/>
                  </a:lnTo>
                  <a:lnTo>
                    <a:pt x="205761" y="96818"/>
                  </a:lnTo>
                  <a:lnTo>
                    <a:pt x="207087" y="95871"/>
                  </a:lnTo>
                  <a:lnTo>
                    <a:pt x="208034" y="94545"/>
                  </a:lnTo>
                  <a:lnTo>
                    <a:pt x="208792" y="93029"/>
                  </a:lnTo>
                  <a:lnTo>
                    <a:pt x="209361" y="91513"/>
                  </a:lnTo>
                  <a:lnTo>
                    <a:pt x="209550" y="89619"/>
                  </a:lnTo>
                  <a:lnTo>
                    <a:pt x="209550" y="1"/>
                  </a:lnTo>
                  <a:close/>
                </a:path>
              </a:pathLst>
            </a:custGeom>
            <a:solidFill>
              <a:srgbClr val="FF8200"/>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4512" name="Google Shape;4512;p194"/>
            <p:cNvSpPr/>
            <p:nvPr/>
          </p:nvSpPr>
          <p:spPr>
            <a:xfrm>
              <a:off x="1048140" y="4116106"/>
              <a:ext cx="100539" cy="219019"/>
            </a:xfrm>
            <a:custGeom>
              <a:avLst/>
              <a:gdLst/>
              <a:ahLst/>
              <a:cxnLst/>
              <a:rect l="l" t="t" r="r" b="b"/>
              <a:pathLst>
                <a:path w="21222" h="46231" extrusionOk="0">
                  <a:moveTo>
                    <a:pt x="10611" y="1"/>
                  </a:moveTo>
                  <a:lnTo>
                    <a:pt x="8148" y="190"/>
                  </a:lnTo>
                  <a:lnTo>
                    <a:pt x="6064" y="759"/>
                  </a:lnTo>
                  <a:lnTo>
                    <a:pt x="5116" y="1138"/>
                  </a:lnTo>
                  <a:lnTo>
                    <a:pt x="4169" y="1706"/>
                  </a:lnTo>
                  <a:lnTo>
                    <a:pt x="3411" y="2274"/>
                  </a:lnTo>
                  <a:lnTo>
                    <a:pt x="2653" y="3032"/>
                  </a:lnTo>
                  <a:lnTo>
                    <a:pt x="2085" y="3790"/>
                  </a:lnTo>
                  <a:lnTo>
                    <a:pt x="1517" y="4548"/>
                  </a:lnTo>
                  <a:lnTo>
                    <a:pt x="759" y="6632"/>
                  </a:lnTo>
                  <a:lnTo>
                    <a:pt x="190" y="8906"/>
                  </a:lnTo>
                  <a:lnTo>
                    <a:pt x="1" y="11369"/>
                  </a:lnTo>
                  <a:lnTo>
                    <a:pt x="1" y="34863"/>
                  </a:lnTo>
                  <a:lnTo>
                    <a:pt x="190" y="37326"/>
                  </a:lnTo>
                  <a:lnTo>
                    <a:pt x="759" y="39599"/>
                  </a:lnTo>
                  <a:lnTo>
                    <a:pt x="1517" y="41494"/>
                  </a:lnTo>
                  <a:lnTo>
                    <a:pt x="2085" y="42441"/>
                  </a:lnTo>
                  <a:lnTo>
                    <a:pt x="2653" y="43199"/>
                  </a:lnTo>
                  <a:lnTo>
                    <a:pt x="3411" y="43957"/>
                  </a:lnTo>
                  <a:lnTo>
                    <a:pt x="4169" y="44525"/>
                  </a:lnTo>
                  <a:lnTo>
                    <a:pt x="5116" y="44904"/>
                  </a:lnTo>
                  <a:lnTo>
                    <a:pt x="6064" y="45473"/>
                  </a:lnTo>
                  <a:lnTo>
                    <a:pt x="8148" y="46041"/>
                  </a:lnTo>
                  <a:lnTo>
                    <a:pt x="10611" y="46231"/>
                  </a:lnTo>
                  <a:lnTo>
                    <a:pt x="13074" y="46041"/>
                  </a:lnTo>
                  <a:lnTo>
                    <a:pt x="15158" y="45473"/>
                  </a:lnTo>
                  <a:lnTo>
                    <a:pt x="16106" y="44904"/>
                  </a:lnTo>
                  <a:lnTo>
                    <a:pt x="17053" y="44525"/>
                  </a:lnTo>
                  <a:lnTo>
                    <a:pt x="17811" y="43957"/>
                  </a:lnTo>
                  <a:lnTo>
                    <a:pt x="18569" y="43199"/>
                  </a:lnTo>
                  <a:lnTo>
                    <a:pt x="19137" y="42441"/>
                  </a:lnTo>
                  <a:lnTo>
                    <a:pt x="19705" y="41683"/>
                  </a:lnTo>
                  <a:lnTo>
                    <a:pt x="20463" y="39599"/>
                  </a:lnTo>
                  <a:lnTo>
                    <a:pt x="21032" y="37326"/>
                  </a:lnTo>
                  <a:lnTo>
                    <a:pt x="21221" y="34863"/>
                  </a:lnTo>
                  <a:lnTo>
                    <a:pt x="21221" y="28800"/>
                  </a:lnTo>
                  <a:lnTo>
                    <a:pt x="14400" y="28800"/>
                  </a:lnTo>
                  <a:lnTo>
                    <a:pt x="14400" y="35242"/>
                  </a:lnTo>
                  <a:lnTo>
                    <a:pt x="14400" y="36378"/>
                  </a:lnTo>
                  <a:lnTo>
                    <a:pt x="14211" y="37326"/>
                  </a:lnTo>
                  <a:lnTo>
                    <a:pt x="13832" y="38084"/>
                  </a:lnTo>
                  <a:lnTo>
                    <a:pt x="13453" y="38652"/>
                  </a:lnTo>
                  <a:lnTo>
                    <a:pt x="12885" y="39220"/>
                  </a:lnTo>
                  <a:lnTo>
                    <a:pt x="12316" y="39410"/>
                  </a:lnTo>
                  <a:lnTo>
                    <a:pt x="11558" y="39599"/>
                  </a:lnTo>
                  <a:lnTo>
                    <a:pt x="10043" y="39599"/>
                  </a:lnTo>
                  <a:lnTo>
                    <a:pt x="9285" y="39410"/>
                  </a:lnTo>
                  <a:lnTo>
                    <a:pt x="8716" y="39220"/>
                  </a:lnTo>
                  <a:lnTo>
                    <a:pt x="8148" y="38652"/>
                  </a:lnTo>
                  <a:lnTo>
                    <a:pt x="7769" y="38084"/>
                  </a:lnTo>
                  <a:lnTo>
                    <a:pt x="7390" y="37326"/>
                  </a:lnTo>
                  <a:lnTo>
                    <a:pt x="7201" y="36378"/>
                  </a:lnTo>
                  <a:lnTo>
                    <a:pt x="7011" y="35242"/>
                  </a:lnTo>
                  <a:lnTo>
                    <a:pt x="7011" y="10800"/>
                  </a:lnTo>
                  <a:lnTo>
                    <a:pt x="7201" y="9664"/>
                  </a:lnTo>
                  <a:lnTo>
                    <a:pt x="7390" y="8906"/>
                  </a:lnTo>
                  <a:lnTo>
                    <a:pt x="7580" y="7958"/>
                  </a:lnTo>
                  <a:lnTo>
                    <a:pt x="8148" y="7390"/>
                  </a:lnTo>
                  <a:lnTo>
                    <a:pt x="8527" y="7011"/>
                  </a:lnTo>
                  <a:lnTo>
                    <a:pt x="9285" y="6632"/>
                  </a:lnTo>
                  <a:lnTo>
                    <a:pt x="10043" y="6443"/>
                  </a:lnTo>
                  <a:lnTo>
                    <a:pt x="11558" y="6443"/>
                  </a:lnTo>
                  <a:lnTo>
                    <a:pt x="12316" y="6632"/>
                  </a:lnTo>
                  <a:lnTo>
                    <a:pt x="12885" y="7011"/>
                  </a:lnTo>
                  <a:lnTo>
                    <a:pt x="13453" y="7390"/>
                  </a:lnTo>
                  <a:lnTo>
                    <a:pt x="13832" y="8148"/>
                  </a:lnTo>
                  <a:lnTo>
                    <a:pt x="14211" y="8906"/>
                  </a:lnTo>
                  <a:lnTo>
                    <a:pt x="14400" y="9853"/>
                  </a:lnTo>
                  <a:lnTo>
                    <a:pt x="14400" y="10990"/>
                  </a:lnTo>
                  <a:lnTo>
                    <a:pt x="14400" y="15726"/>
                  </a:lnTo>
                  <a:lnTo>
                    <a:pt x="21221" y="15726"/>
                  </a:lnTo>
                  <a:lnTo>
                    <a:pt x="21221" y="11369"/>
                  </a:lnTo>
                  <a:lnTo>
                    <a:pt x="21032" y="8906"/>
                  </a:lnTo>
                  <a:lnTo>
                    <a:pt x="20463" y="6632"/>
                  </a:lnTo>
                  <a:lnTo>
                    <a:pt x="19705" y="4548"/>
                  </a:lnTo>
                  <a:lnTo>
                    <a:pt x="19137" y="3790"/>
                  </a:lnTo>
                  <a:lnTo>
                    <a:pt x="18569" y="3032"/>
                  </a:lnTo>
                  <a:lnTo>
                    <a:pt x="17811" y="2274"/>
                  </a:lnTo>
                  <a:lnTo>
                    <a:pt x="17053" y="1706"/>
                  </a:lnTo>
                  <a:lnTo>
                    <a:pt x="16106" y="1138"/>
                  </a:lnTo>
                  <a:lnTo>
                    <a:pt x="15158" y="759"/>
                  </a:lnTo>
                  <a:lnTo>
                    <a:pt x="13074" y="190"/>
                  </a:lnTo>
                  <a:lnTo>
                    <a:pt x="10611" y="1"/>
                  </a:lnTo>
                  <a:close/>
                </a:path>
              </a:pathLst>
            </a:custGeom>
            <a:solidFill>
              <a:srgbClr val="F7F7F7"/>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4513" name="Google Shape;4513;p194"/>
            <p:cNvSpPr/>
            <p:nvPr/>
          </p:nvSpPr>
          <p:spPr>
            <a:xfrm>
              <a:off x="1048140" y="4366601"/>
              <a:ext cx="100539" cy="56556"/>
            </a:xfrm>
            <a:custGeom>
              <a:avLst/>
              <a:gdLst/>
              <a:ahLst/>
              <a:cxnLst/>
              <a:rect l="l" t="t" r="r" b="b"/>
              <a:pathLst>
                <a:path w="21222" h="11938" extrusionOk="0">
                  <a:moveTo>
                    <a:pt x="1" y="1"/>
                  </a:moveTo>
                  <a:lnTo>
                    <a:pt x="1" y="11937"/>
                  </a:lnTo>
                  <a:lnTo>
                    <a:pt x="21221" y="11937"/>
                  </a:lnTo>
                  <a:lnTo>
                    <a:pt x="21221" y="1"/>
                  </a:lnTo>
                  <a:close/>
                </a:path>
              </a:pathLst>
            </a:custGeom>
            <a:solidFill>
              <a:srgbClr val="F7F7F7"/>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4514" name="Google Shape;4514;p194"/>
            <p:cNvSpPr/>
            <p:nvPr/>
          </p:nvSpPr>
          <p:spPr>
            <a:xfrm>
              <a:off x="967333" y="3739915"/>
              <a:ext cx="262107" cy="262102"/>
            </a:xfrm>
            <a:custGeom>
              <a:avLst/>
              <a:gdLst/>
              <a:ahLst/>
              <a:cxnLst/>
              <a:rect l="l" t="t" r="r" b="b"/>
              <a:pathLst>
                <a:path w="55326" h="55325" extrusionOk="0">
                  <a:moveTo>
                    <a:pt x="24821" y="0"/>
                  </a:moveTo>
                  <a:lnTo>
                    <a:pt x="22168" y="569"/>
                  </a:lnTo>
                  <a:lnTo>
                    <a:pt x="19516" y="1137"/>
                  </a:lnTo>
                  <a:lnTo>
                    <a:pt x="16863" y="2084"/>
                  </a:lnTo>
                  <a:lnTo>
                    <a:pt x="14400" y="3221"/>
                  </a:lnTo>
                  <a:lnTo>
                    <a:pt x="12127" y="4737"/>
                  </a:lnTo>
                  <a:lnTo>
                    <a:pt x="10043" y="6253"/>
                  </a:lnTo>
                  <a:lnTo>
                    <a:pt x="8148" y="8147"/>
                  </a:lnTo>
                  <a:lnTo>
                    <a:pt x="6253" y="10042"/>
                  </a:lnTo>
                  <a:lnTo>
                    <a:pt x="4738" y="12126"/>
                  </a:lnTo>
                  <a:lnTo>
                    <a:pt x="3222" y="14400"/>
                  </a:lnTo>
                  <a:lnTo>
                    <a:pt x="2085" y="16863"/>
                  </a:lnTo>
                  <a:lnTo>
                    <a:pt x="1138" y="19326"/>
                  </a:lnTo>
                  <a:lnTo>
                    <a:pt x="569" y="21978"/>
                  </a:lnTo>
                  <a:lnTo>
                    <a:pt x="190" y="24820"/>
                  </a:lnTo>
                  <a:lnTo>
                    <a:pt x="1" y="27662"/>
                  </a:lnTo>
                  <a:lnTo>
                    <a:pt x="190" y="30504"/>
                  </a:lnTo>
                  <a:lnTo>
                    <a:pt x="569" y="33157"/>
                  </a:lnTo>
                  <a:lnTo>
                    <a:pt x="1138" y="35809"/>
                  </a:lnTo>
                  <a:lnTo>
                    <a:pt x="2085" y="38462"/>
                  </a:lnTo>
                  <a:lnTo>
                    <a:pt x="3222" y="40925"/>
                  </a:lnTo>
                  <a:lnTo>
                    <a:pt x="4738" y="43199"/>
                  </a:lnTo>
                  <a:lnTo>
                    <a:pt x="6253" y="45283"/>
                  </a:lnTo>
                  <a:lnTo>
                    <a:pt x="8148" y="47177"/>
                  </a:lnTo>
                  <a:lnTo>
                    <a:pt x="10043" y="49072"/>
                  </a:lnTo>
                  <a:lnTo>
                    <a:pt x="12127" y="50588"/>
                  </a:lnTo>
                  <a:lnTo>
                    <a:pt x="14400" y="52104"/>
                  </a:lnTo>
                  <a:lnTo>
                    <a:pt x="16863" y="53240"/>
                  </a:lnTo>
                  <a:lnTo>
                    <a:pt x="19516" y="54188"/>
                  </a:lnTo>
                  <a:lnTo>
                    <a:pt x="22168" y="54756"/>
                  </a:lnTo>
                  <a:lnTo>
                    <a:pt x="24821" y="55135"/>
                  </a:lnTo>
                  <a:lnTo>
                    <a:pt x="27663" y="55324"/>
                  </a:lnTo>
                  <a:lnTo>
                    <a:pt x="30505" y="55135"/>
                  </a:lnTo>
                  <a:lnTo>
                    <a:pt x="33158" y="54756"/>
                  </a:lnTo>
                  <a:lnTo>
                    <a:pt x="35810" y="54188"/>
                  </a:lnTo>
                  <a:lnTo>
                    <a:pt x="38463" y="53240"/>
                  </a:lnTo>
                  <a:lnTo>
                    <a:pt x="40926" y="52104"/>
                  </a:lnTo>
                  <a:lnTo>
                    <a:pt x="43199" y="50588"/>
                  </a:lnTo>
                  <a:lnTo>
                    <a:pt x="45283" y="49072"/>
                  </a:lnTo>
                  <a:lnTo>
                    <a:pt x="47178" y="47177"/>
                  </a:lnTo>
                  <a:lnTo>
                    <a:pt x="49073" y="45283"/>
                  </a:lnTo>
                  <a:lnTo>
                    <a:pt x="50588" y="43199"/>
                  </a:lnTo>
                  <a:lnTo>
                    <a:pt x="52104" y="40925"/>
                  </a:lnTo>
                  <a:lnTo>
                    <a:pt x="53241" y="38462"/>
                  </a:lnTo>
                  <a:lnTo>
                    <a:pt x="54188" y="35809"/>
                  </a:lnTo>
                  <a:lnTo>
                    <a:pt x="54757" y="33157"/>
                  </a:lnTo>
                  <a:lnTo>
                    <a:pt x="55136" y="30504"/>
                  </a:lnTo>
                  <a:lnTo>
                    <a:pt x="55325" y="27662"/>
                  </a:lnTo>
                  <a:lnTo>
                    <a:pt x="55136" y="24820"/>
                  </a:lnTo>
                  <a:lnTo>
                    <a:pt x="54757" y="21978"/>
                  </a:lnTo>
                  <a:lnTo>
                    <a:pt x="54188" y="19326"/>
                  </a:lnTo>
                  <a:lnTo>
                    <a:pt x="53241" y="16863"/>
                  </a:lnTo>
                  <a:lnTo>
                    <a:pt x="52104" y="14400"/>
                  </a:lnTo>
                  <a:lnTo>
                    <a:pt x="50588" y="12126"/>
                  </a:lnTo>
                  <a:lnTo>
                    <a:pt x="49073" y="10042"/>
                  </a:lnTo>
                  <a:lnTo>
                    <a:pt x="47178" y="8147"/>
                  </a:lnTo>
                  <a:lnTo>
                    <a:pt x="45283" y="6253"/>
                  </a:lnTo>
                  <a:lnTo>
                    <a:pt x="43199" y="4737"/>
                  </a:lnTo>
                  <a:lnTo>
                    <a:pt x="40926" y="3221"/>
                  </a:lnTo>
                  <a:lnTo>
                    <a:pt x="38463" y="2084"/>
                  </a:lnTo>
                  <a:lnTo>
                    <a:pt x="35810" y="1137"/>
                  </a:lnTo>
                  <a:lnTo>
                    <a:pt x="33158" y="569"/>
                  </a:lnTo>
                  <a:lnTo>
                    <a:pt x="30505" y="0"/>
                  </a:lnTo>
                  <a:close/>
                </a:path>
              </a:pathLst>
            </a:custGeom>
            <a:solidFill>
              <a:srgbClr val="000000"/>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4515" name="Google Shape;4515;p194"/>
            <p:cNvSpPr/>
            <p:nvPr/>
          </p:nvSpPr>
          <p:spPr>
            <a:xfrm>
              <a:off x="1024796" y="3805456"/>
              <a:ext cx="154390" cy="126567"/>
            </a:xfrm>
            <a:custGeom>
              <a:avLst/>
              <a:gdLst/>
              <a:ahLst/>
              <a:cxnLst/>
              <a:rect l="l" t="t" r="r" b="b"/>
              <a:pathLst>
                <a:path w="32589" h="26716" extrusionOk="0">
                  <a:moveTo>
                    <a:pt x="27663" y="0"/>
                  </a:moveTo>
                  <a:lnTo>
                    <a:pt x="27094" y="190"/>
                  </a:lnTo>
                  <a:lnTo>
                    <a:pt x="26716" y="379"/>
                  </a:lnTo>
                  <a:lnTo>
                    <a:pt x="11748" y="15347"/>
                  </a:lnTo>
                  <a:lnTo>
                    <a:pt x="11369" y="15726"/>
                  </a:lnTo>
                  <a:lnTo>
                    <a:pt x="10421" y="15726"/>
                  </a:lnTo>
                  <a:lnTo>
                    <a:pt x="10042" y="15347"/>
                  </a:lnTo>
                  <a:lnTo>
                    <a:pt x="5685" y="10989"/>
                  </a:lnTo>
                  <a:lnTo>
                    <a:pt x="5306" y="10800"/>
                  </a:lnTo>
                  <a:lnTo>
                    <a:pt x="4358" y="10800"/>
                  </a:lnTo>
                  <a:lnTo>
                    <a:pt x="3980" y="10989"/>
                  </a:lnTo>
                  <a:lnTo>
                    <a:pt x="380" y="14779"/>
                  </a:lnTo>
                  <a:lnTo>
                    <a:pt x="1" y="15158"/>
                  </a:lnTo>
                  <a:lnTo>
                    <a:pt x="1" y="15537"/>
                  </a:lnTo>
                  <a:lnTo>
                    <a:pt x="1" y="16105"/>
                  </a:lnTo>
                  <a:lnTo>
                    <a:pt x="380" y="16484"/>
                  </a:lnTo>
                  <a:lnTo>
                    <a:pt x="10042" y="26336"/>
                  </a:lnTo>
                  <a:lnTo>
                    <a:pt x="10421" y="26526"/>
                  </a:lnTo>
                  <a:lnTo>
                    <a:pt x="10990" y="26715"/>
                  </a:lnTo>
                  <a:lnTo>
                    <a:pt x="11369" y="26526"/>
                  </a:lnTo>
                  <a:lnTo>
                    <a:pt x="11748" y="26336"/>
                  </a:lnTo>
                  <a:lnTo>
                    <a:pt x="32210" y="5874"/>
                  </a:lnTo>
                  <a:lnTo>
                    <a:pt x="32400" y="5495"/>
                  </a:lnTo>
                  <a:lnTo>
                    <a:pt x="32589" y="4926"/>
                  </a:lnTo>
                  <a:lnTo>
                    <a:pt x="32400" y="4547"/>
                  </a:lnTo>
                  <a:lnTo>
                    <a:pt x="32210" y="4169"/>
                  </a:lnTo>
                  <a:lnTo>
                    <a:pt x="28421" y="379"/>
                  </a:lnTo>
                  <a:lnTo>
                    <a:pt x="28042" y="190"/>
                  </a:lnTo>
                  <a:lnTo>
                    <a:pt x="27663" y="0"/>
                  </a:lnTo>
                  <a:close/>
                </a:path>
              </a:pathLst>
            </a:custGeom>
            <a:solidFill>
              <a:srgbClr val="FFFFFF"/>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grpSp>
      <p:grpSp>
        <p:nvGrpSpPr>
          <p:cNvPr id="4516" name="Google Shape;4516;p194"/>
          <p:cNvGrpSpPr/>
          <p:nvPr/>
        </p:nvGrpSpPr>
        <p:grpSpPr>
          <a:xfrm>
            <a:off x="247873" y="3354809"/>
            <a:ext cx="545286" cy="532444"/>
            <a:chOff x="4614155" y="3631278"/>
            <a:chExt cx="785150" cy="766657"/>
          </a:xfrm>
        </p:grpSpPr>
        <p:sp>
          <p:nvSpPr>
            <p:cNvPr id="4517" name="Google Shape;4517;p194"/>
            <p:cNvSpPr/>
            <p:nvPr/>
          </p:nvSpPr>
          <p:spPr>
            <a:xfrm rot="-5400000">
              <a:off x="4897379" y="3887009"/>
              <a:ext cx="215400" cy="48900"/>
            </a:xfrm>
            <a:prstGeom prst="roundRect">
              <a:avLst>
                <a:gd name="adj" fmla="val 10397"/>
              </a:avLst>
            </a:prstGeom>
            <a:solidFill>
              <a:srgbClr val="888B8D"/>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sz="1100"/>
            </a:p>
          </p:txBody>
        </p:sp>
        <p:sp>
          <p:nvSpPr>
            <p:cNvPr id="4518" name="Google Shape;4518;p194"/>
            <p:cNvSpPr/>
            <p:nvPr/>
          </p:nvSpPr>
          <p:spPr>
            <a:xfrm>
              <a:off x="4665045" y="3879804"/>
              <a:ext cx="680700" cy="429300"/>
            </a:xfrm>
            <a:prstGeom prst="roundRect">
              <a:avLst>
                <a:gd name="adj" fmla="val 10397"/>
              </a:avLst>
            </a:prstGeom>
            <a:solidFill>
              <a:srgbClr val="00A7B5"/>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4519" name="Google Shape;4519;p194"/>
            <p:cNvSpPr/>
            <p:nvPr/>
          </p:nvSpPr>
          <p:spPr>
            <a:xfrm>
              <a:off x="4614155" y="3960214"/>
              <a:ext cx="84000" cy="267000"/>
            </a:xfrm>
            <a:prstGeom prst="roundRect">
              <a:avLst>
                <a:gd name="adj" fmla="val 10397"/>
              </a:avLst>
            </a:prstGeom>
            <a:noFill/>
            <a:ln w="38100" cap="flat" cmpd="sng">
              <a:solidFill>
                <a:srgbClr val="00A7B5"/>
              </a:solidFill>
              <a:prstDash val="solid"/>
              <a:round/>
              <a:headEnd type="none" w="sm" len="sm"/>
              <a:tailEnd type="none" w="sm" len="sm"/>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4520" name="Google Shape;4520;p194"/>
            <p:cNvSpPr/>
            <p:nvPr/>
          </p:nvSpPr>
          <p:spPr>
            <a:xfrm rot="5400000">
              <a:off x="4955277" y="4208636"/>
              <a:ext cx="111600" cy="267000"/>
            </a:xfrm>
            <a:prstGeom prst="roundRect">
              <a:avLst>
                <a:gd name="adj" fmla="val 10397"/>
              </a:avLst>
            </a:prstGeom>
            <a:solidFill>
              <a:srgbClr val="00A7B5"/>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4521" name="Google Shape;4521;p194"/>
            <p:cNvSpPr/>
            <p:nvPr/>
          </p:nvSpPr>
          <p:spPr>
            <a:xfrm>
              <a:off x="4776935" y="3960214"/>
              <a:ext cx="177900" cy="177900"/>
            </a:xfrm>
            <a:prstGeom prst="ellipse">
              <a:avLst/>
            </a:prstGeom>
            <a:noFill/>
            <a:ln w="76200" cap="flat" cmpd="sng">
              <a:solidFill>
                <a:srgbClr val="FFFFFF"/>
              </a:solidFill>
              <a:prstDash val="solid"/>
              <a:round/>
              <a:headEnd type="none" w="sm" len="sm"/>
              <a:tailEnd type="none" w="sm" len="sm"/>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4522" name="Google Shape;4522;p194"/>
            <p:cNvSpPr/>
            <p:nvPr/>
          </p:nvSpPr>
          <p:spPr>
            <a:xfrm>
              <a:off x="5059352" y="3960214"/>
              <a:ext cx="177900" cy="177900"/>
            </a:xfrm>
            <a:prstGeom prst="ellipse">
              <a:avLst/>
            </a:prstGeom>
            <a:noFill/>
            <a:ln w="76200" cap="flat" cmpd="sng">
              <a:solidFill>
                <a:srgbClr val="FFFFFF"/>
              </a:solidFill>
              <a:prstDash val="solid"/>
              <a:round/>
              <a:headEnd type="none" w="sm" len="sm"/>
              <a:tailEnd type="none" w="sm" len="sm"/>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4523" name="Google Shape;4523;p194"/>
            <p:cNvSpPr/>
            <p:nvPr/>
          </p:nvSpPr>
          <p:spPr>
            <a:xfrm>
              <a:off x="4839086" y="4208938"/>
              <a:ext cx="344100" cy="48900"/>
            </a:xfrm>
            <a:prstGeom prst="roundRect">
              <a:avLst>
                <a:gd name="adj" fmla="val 10397"/>
              </a:avLst>
            </a:prstGeom>
            <a:solidFill>
              <a:srgbClr val="F7F7F7"/>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4524" name="Google Shape;4524;p194"/>
            <p:cNvSpPr/>
            <p:nvPr/>
          </p:nvSpPr>
          <p:spPr>
            <a:xfrm>
              <a:off x="4916049" y="3631278"/>
              <a:ext cx="177900" cy="177900"/>
            </a:xfrm>
            <a:prstGeom prst="ellipse">
              <a:avLst/>
            </a:prstGeom>
            <a:noFill/>
            <a:ln w="76200" cap="flat" cmpd="sng">
              <a:solidFill>
                <a:srgbClr val="888B8D"/>
              </a:solidFill>
              <a:prstDash val="solid"/>
              <a:round/>
              <a:headEnd type="none" w="sm" len="sm"/>
              <a:tailEnd type="none" w="sm" len="sm"/>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4525" name="Google Shape;4525;p194"/>
            <p:cNvSpPr/>
            <p:nvPr/>
          </p:nvSpPr>
          <p:spPr>
            <a:xfrm>
              <a:off x="5315304" y="3960214"/>
              <a:ext cx="84000" cy="267000"/>
            </a:xfrm>
            <a:prstGeom prst="roundRect">
              <a:avLst>
                <a:gd name="adj" fmla="val 10397"/>
              </a:avLst>
            </a:prstGeom>
            <a:noFill/>
            <a:ln w="38100" cap="flat" cmpd="sng">
              <a:solidFill>
                <a:srgbClr val="00A7B5"/>
              </a:solidFill>
              <a:prstDash val="solid"/>
              <a:round/>
              <a:headEnd type="none" w="sm" len="sm"/>
              <a:tailEnd type="none" w="sm" len="sm"/>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grpSp>
      <p:grpSp>
        <p:nvGrpSpPr>
          <p:cNvPr id="4526" name="Google Shape;4526;p194"/>
          <p:cNvGrpSpPr/>
          <p:nvPr/>
        </p:nvGrpSpPr>
        <p:grpSpPr>
          <a:xfrm>
            <a:off x="3203487" y="3561410"/>
            <a:ext cx="564851" cy="119489"/>
            <a:chOff x="455200" y="4412925"/>
            <a:chExt cx="1080641" cy="228600"/>
          </a:xfrm>
        </p:grpSpPr>
        <p:sp>
          <p:nvSpPr>
            <p:cNvPr id="4527" name="Google Shape;4527;p194"/>
            <p:cNvSpPr/>
            <p:nvPr/>
          </p:nvSpPr>
          <p:spPr>
            <a:xfrm rot="-5400000">
              <a:off x="454150" y="4427992"/>
              <a:ext cx="200400" cy="198300"/>
            </a:xfrm>
            <a:prstGeom prst="ellipse">
              <a:avLst/>
            </a:prstGeom>
            <a:solidFill>
              <a:srgbClr val="FC5D0D"/>
            </a:solidFill>
            <a:ln>
              <a:noFill/>
            </a:ln>
          </p:spPr>
          <p:txBody>
            <a:bodyPr spcFirstLastPara="1" wrap="square" lIns="42875" tIns="42875" rIns="42875" bIns="42875" anchor="ctr" anchorCtr="0">
              <a:noAutofit/>
            </a:bodyPr>
            <a:lstStyle/>
            <a:p>
              <a:pPr marL="0" lvl="0" indent="0" algn="l" rtl="0">
                <a:spcBef>
                  <a:spcPts val="0"/>
                </a:spcBef>
                <a:spcAft>
                  <a:spcPts val="0"/>
                </a:spcAft>
                <a:buNone/>
              </a:pPr>
              <a:endParaRPr/>
            </a:p>
          </p:txBody>
        </p:sp>
        <p:sp>
          <p:nvSpPr>
            <p:cNvPr id="4528" name="Google Shape;4528;p194"/>
            <p:cNvSpPr/>
            <p:nvPr/>
          </p:nvSpPr>
          <p:spPr>
            <a:xfrm rot="-5400000">
              <a:off x="1336491" y="4427992"/>
              <a:ext cx="200400" cy="198300"/>
            </a:xfrm>
            <a:prstGeom prst="ellipse">
              <a:avLst/>
            </a:prstGeom>
            <a:solidFill>
              <a:srgbClr val="888B8D"/>
            </a:solidFill>
            <a:ln>
              <a:noFill/>
            </a:ln>
          </p:spPr>
          <p:txBody>
            <a:bodyPr spcFirstLastPara="1" wrap="square" lIns="42875" tIns="42875" rIns="42875" bIns="42875" anchor="ctr" anchorCtr="0">
              <a:noAutofit/>
            </a:bodyPr>
            <a:lstStyle/>
            <a:p>
              <a:pPr marL="0" lvl="0" indent="0" algn="l" rtl="0">
                <a:spcBef>
                  <a:spcPts val="0"/>
                </a:spcBef>
                <a:spcAft>
                  <a:spcPts val="0"/>
                </a:spcAft>
                <a:buNone/>
              </a:pPr>
              <a:endParaRPr/>
            </a:p>
          </p:txBody>
        </p:sp>
        <p:sp>
          <p:nvSpPr>
            <p:cNvPr id="4529" name="Google Shape;4529;p194"/>
            <p:cNvSpPr/>
            <p:nvPr/>
          </p:nvSpPr>
          <p:spPr>
            <a:xfrm>
              <a:off x="740920" y="4430473"/>
              <a:ext cx="193200" cy="193200"/>
            </a:xfrm>
            <a:prstGeom prst="roundRect">
              <a:avLst>
                <a:gd name="adj" fmla="val 19528"/>
              </a:avLst>
            </a:prstGeom>
            <a:solidFill>
              <a:srgbClr val="0072CE"/>
            </a:solidFill>
            <a:ln>
              <a:noFill/>
            </a:ln>
          </p:spPr>
          <p:txBody>
            <a:bodyPr spcFirstLastPara="1" wrap="square" lIns="42875" tIns="42875" rIns="42875" bIns="42875" anchor="ctr" anchorCtr="0">
              <a:noAutofit/>
            </a:bodyPr>
            <a:lstStyle/>
            <a:p>
              <a:pPr marL="0" lvl="0" indent="0" algn="l" rtl="0">
                <a:spcBef>
                  <a:spcPts val="0"/>
                </a:spcBef>
                <a:spcAft>
                  <a:spcPts val="0"/>
                </a:spcAft>
                <a:buNone/>
              </a:pPr>
              <a:endParaRPr/>
            </a:p>
          </p:txBody>
        </p:sp>
        <p:sp>
          <p:nvSpPr>
            <p:cNvPr id="4530" name="Google Shape;4530;p194"/>
            <p:cNvSpPr/>
            <p:nvPr/>
          </p:nvSpPr>
          <p:spPr>
            <a:xfrm rot="-8100000">
              <a:off x="1054991" y="4446615"/>
              <a:ext cx="162069" cy="161220"/>
            </a:xfrm>
            <a:prstGeom prst="roundRect">
              <a:avLst>
                <a:gd name="adj" fmla="val 5808"/>
              </a:avLst>
            </a:prstGeom>
            <a:solidFill>
              <a:srgbClr val="26D07C"/>
            </a:solidFill>
            <a:ln>
              <a:noFill/>
            </a:ln>
          </p:spPr>
          <p:txBody>
            <a:bodyPr spcFirstLastPara="1" wrap="square" lIns="42875" tIns="42875" rIns="42875" bIns="42875" anchor="ctr" anchorCtr="0">
              <a:noAutofit/>
            </a:bodyPr>
            <a:lstStyle/>
            <a:p>
              <a:pPr marL="0" lvl="0" indent="0" algn="ctr" rtl="0">
                <a:spcBef>
                  <a:spcPts val="0"/>
                </a:spcBef>
                <a:spcAft>
                  <a:spcPts val="0"/>
                </a:spcAft>
                <a:buNone/>
              </a:pPr>
              <a:endParaRPr sz="600" b="1">
                <a:solidFill>
                  <a:srgbClr val="FFFFFF"/>
                </a:solidFill>
                <a:latin typeface="IBM Plex Sans"/>
                <a:ea typeface="IBM Plex Sans"/>
                <a:cs typeface="IBM Plex Sans"/>
                <a:sym typeface="IBM Plex Sans"/>
              </a:endParaRPr>
            </a:p>
          </p:txBody>
        </p:sp>
      </p:grpSp>
      <p:pic>
        <p:nvPicPr>
          <p:cNvPr id="4531" name="Google Shape;4531;p194"/>
          <p:cNvPicPr preferRelativeResize="0"/>
          <p:nvPr/>
        </p:nvPicPr>
        <p:blipFill rotWithShape="1">
          <a:blip r:embed="rId3">
            <a:alphaModFix/>
          </a:blip>
          <a:srcRect r="14368"/>
          <a:stretch/>
        </p:blipFill>
        <p:spPr>
          <a:xfrm>
            <a:off x="6591806" y="1483781"/>
            <a:ext cx="2552194" cy="2764905"/>
          </a:xfrm>
          <a:prstGeom prst="rect">
            <a:avLst/>
          </a:prstGeom>
          <a:noFill/>
          <a:ln>
            <a:noFill/>
          </a:ln>
        </p:spPr>
      </p:pic>
      <p:sp>
        <p:nvSpPr>
          <p:cNvPr id="4532" name="Google Shape;4532;p194"/>
          <p:cNvSpPr txBox="1"/>
          <p:nvPr/>
        </p:nvSpPr>
        <p:spPr>
          <a:xfrm>
            <a:off x="762000" y="4724400"/>
            <a:ext cx="6982500" cy="338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000">
                <a:solidFill>
                  <a:schemeClr val="dk1"/>
                </a:solidFill>
              </a:rPr>
              <a:t>Product Documentation: </a:t>
            </a:r>
            <a:r>
              <a:rPr lang="en" sz="1000" u="sng">
                <a:solidFill>
                  <a:schemeClr val="hlink"/>
                </a:solidFill>
                <a:hlinkClick r:id="rId4"/>
              </a:rPr>
              <a:t>https://docs.camunda.io/docs/components/optimize/userguide/collections-dashboards-reports/</a:t>
            </a:r>
            <a:r>
              <a:rPr lang="en" sz="1000">
                <a:solidFill>
                  <a:schemeClr val="dk1"/>
                </a:solidFill>
              </a:rPr>
              <a:t> </a:t>
            </a:r>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4536"/>
        <p:cNvGrpSpPr/>
        <p:nvPr/>
      </p:nvGrpSpPr>
      <p:grpSpPr>
        <a:xfrm>
          <a:off x="0" y="0"/>
          <a:ext cx="0" cy="0"/>
          <a:chOff x="0" y="0"/>
          <a:chExt cx="0" cy="0"/>
        </a:xfrm>
      </p:grpSpPr>
      <p:sp>
        <p:nvSpPr>
          <p:cNvPr id="4537" name="Google Shape;4537;p195"/>
          <p:cNvSpPr/>
          <p:nvPr/>
        </p:nvSpPr>
        <p:spPr>
          <a:xfrm>
            <a:off x="4935200" y="1484950"/>
            <a:ext cx="2325900" cy="2135400"/>
          </a:xfrm>
          <a:prstGeom prst="roundRect">
            <a:avLst>
              <a:gd name="adj" fmla="val 16667"/>
            </a:avLst>
          </a:prstGeom>
          <a:solidFill>
            <a:srgbClr val="FFFFFF"/>
          </a:solidFill>
          <a:ln w="19050" cap="flat" cmpd="sng">
            <a:solidFill>
              <a:srgbClr val="0075FF"/>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100"/>
              <a:buFont typeface="Arial"/>
              <a:buNone/>
            </a:pPr>
            <a:endParaRPr sz="1100" b="0" i="0" u="none" strike="noStrike" cap="none">
              <a:solidFill>
                <a:srgbClr val="0075FF"/>
              </a:solidFill>
              <a:latin typeface="Arial"/>
              <a:ea typeface="Arial"/>
              <a:cs typeface="Arial"/>
              <a:sym typeface="Arial"/>
            </a:endParaRPr>
          </a:p>
        </p:txBody>
      </p:sp>
      <p:sp>
        <p:nvSpPr>
          <p:cNvPr id="4538" name="Google Shape;4538;p195"/>
          <p:cNvSpPr/>
          <p:nvPr/>
        </p:nvSpPr>
        <p:spPr>
          <a:xfrm>
            <a:off x="4755975" y="2000200"/>
            <a:ext cx="335100" cy="1137900"/>
          </a:xfrm>
          <a:prstGeom prst="roundRect">
            <a:avLst>
              <a:gd name="adj" fmla="val 16667"/>
            </a:avLst>
          </a:prstGeom>
          <a:solidFill>
            <a:srgbClr val="FFFFFF"/>
          </a:solidFill>
          <a:ln w="19050" cap="flat" cmpd="sng">
            <a:solidFill>
              <a:schemeClr val="accent2"/>
            </a:solidFill>
            <a:prstDash val="solid"/>
            <a:round/>
            <a:headEnd type="none" w="sm" len="sm"/>
            <a:tailEnd type="none" w="sm" len="sm"/>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None/>
            </a:pPr>
            <a:endParaRPr sz="800">
              <a:solidFill>
                <a:schemeClr val="lt1"/>
              </a:solidFill>
            </a:endParaRPr>
          </a:p>
        </p:txBody>
      </p:sp>
      <p:sp>
        <p:nvSpPr>
          <p:cNvPr id="4539" name="Google Shape;4539;p195"/>
          <p:cNvSpPr/>
          <p:nvPr/>
        </p:nvSpPr>
        <p:spPr>
          <a:xfrm>
            <a:off x="5815800" y="1708406"/>
            <a:ext cx="653100" cy="525600"/>
          </a:xfrm>
          <a:prstGeom prst="roundRect">
            <a:avLst>
              <a:gd name="adj" fmla="val 16667"/>
            </a:avLst>
          </a:prstGeom>
          <a:solidFill>
            <a:srgbClr val="FFFFFF"/>
          </a:solidFill>
          <a:ln w="19050" cap="flat" cmpd="sng">
            <a:solidFill>
              <a:srgbClr val="0075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
              <a:buFont typeface="Arial"/>
              <a:buNone/>
            </a:pPr>
            <a:r>
              <a:rPr lang="en" sz="800" b="1" i="0" u="none" strike="noStrike" cap="none"/>
              <a:t>Broker</a:t>
            </a:r>
            <a:endParaRPr sz="800" b="1" i="0" u="none" strike="noStrike" cap="none"/>
          </a:p>
        </p:txBody>
      </p:sp>
      <p:sp>
        <p:nvSpPr>
          <p:cNvPr id="4540" name="Google Shape;4540;p195"/>
          <p:cNvSpPr/>
          <p:nvPr/>
        </p:nvSpPr>
        <p:spPr>
          <a:xfrm>
            <a:off x="6546618" y="2306344"/>
            <a:ext cx="653100" cy="525600"/>
          </a:xfrm>
          <a:prstGeom prst="roundRect">
            <a:avLst>
              <a:gd name="adj" fmla="val 16667"/>
            </a:avLst>
          </a:prstGeom>
          <a:solidFill>
            <a:srgbClr val="FFFFFF"/>
          </a:solidFill>
          <a:ln w="19050" cap="flat" cmpd="sng">
            <a:solidFill>
              <a:srgbClr val="0075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
              <a:buFont typeface="Arial"/>
              <a:buNone/>
            </a:pPr>
            <a:r>
              <a:rPr lang="en" sz="800" b="1" i="0" u="none" strike="noStrike" cap="none"/>
              <a:t>Broker</a:t>
            </a:r>
            <a:endParaRPr sz="800" b="1" i="0" u="none" strike="noStrike" cap="none"/>
          </a:p>
        </p:txBody>
      </p:sp>
      <p:sp>
        <p:nvSpPr>
          <p:cNvPr id="4541" name="Google Shape;4541;p195"/>
          <p:cNvSpPr/>
          <p:nvPr/>
        </p:nvSpPr>
        <p:spPr>
          <a:xfrm>
            <a:off x="5815800" y="2862656"/>
            <a:ext cx="653100" cy="525600"/>
          </a:xfrm>
          <a:prstGeom prst="roundRect">
            <a:avLst>
              <a:gd name="adj" fmla="val 16667"/>
            </a:avLst>
          </a:prstGeom>
          <a:solidFill>
            <a:srgbClr val="FFFFFF"/>
          </a:solidFill>
          <a:ln w="19050" cap="flat" cmpd="sng">
            <a:solidFill>
              <a:srgbClr val="0075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
              <a:buFont typeface="Arial"/>
              <a:buNone/>
            </a:pPr>
            <a:r>
              <a:rPr lang="en" sz="800" b="1" i="0" u="none" strike="noStrike" cap="none"/>
              <a:t>Broker</a:t>
            </a:r>
            <a:endParaRPr sz="800" b="1" i="0" u="none" strike="noStrike" cap="none"/>
          </a:p>
        </p:txBody>
      </p:sp>
      <p:sp>
        <p:nvSpPr>
          <p:cNvPr id="4542" name="Google Shape;4542;p195"/>
          <p:cNvSpPr/>
          <p:nvPr/>
        </p:nvSpPr>
        <p:spPr>
          <a:xfrm>
            <a:off x="5904750" y="2351075"/>
            <a:ext cx="394500" cy="394500"/>
          </a:xfrm>
          <a:prstGeom prst="arc">
            <a:avLst>
              <a:gd name="adj1" fmla="val 16200000"/>
              <a:gd name="adj2" fmla="val 14497151"/>
            </a:avLst>
          </a:prstGeom>
          <a:noFill/>
          <a:ln w="19050" cap="flat" cmpd="sng">
            <a:solidFill>
              <a:srgbClr val="0075FF"/>
            </a:solidFill>
            <a:prstDash val="solid"/>
            <a:round/>
            <a:headEnd type="none" w="sm" len="sm"/>
            <a:tailEnd type="triangl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100"/>
              <a:buFont typeface="Arial"/>
              <a:buNone/>
            </a:pPr>
            <a:endParaRPr sz="1100" b="0" i="0" u="none" strike="noStrike" cap="none">
              <a:solidFill>
                <a:srgbClr val="000000"/>
              </a:solidFill>
              <a:latin typeface="Arial"/>
              <a:ea typeface="Arial"/>
              <a:cs typeface="Arial"/>
              <a:sym typeface="Arial"/>
            </a:endParaRPr>
          </a:p>
        </p:txBody>
      </p:sp>
      <p:cxnSp>
        <p:nvCxnSpPr>
          <p:cNvPr id="4543" name="Google Shape;4543;p195"/>
          <p:cNvCxnSpPr/>
          <p:nvPr/>
        </p:nvCxnSpPr>
        <p:spPr>
          <a:xfrm rot="10800000" flipH="1">
            <a:off x="5167275" y="2249650"/>
            <a:ext cx="498900" cy="319500"/>
          </a:xfrm>
          <a:prstGeom prst="straightConnector1">
            <a:avLst/>
          </a:prstGeom>
          <a:noFill/>
          <a:ln w="19050" cap="flat" cmpd="sng">
            <a:solidFill>
              <a:srgbClr val="0075FF"/>
            </a:solidFill>
            <a:prstDash val="solid"/>
            <a:round/>
            <a:headEnd type="none" w="sm" len="sm"/>
            <a:tailEnd type="triangle" w="med" len="med"/>
          </a:ln>
        </p:spPr>
      </p:cxnSp>
      <p:cxnSp>
        <p:nvCxnSpPr>
          <p:cNvPr id="4544" name="Google Shape;4544;p195"/>
          <p:cNvCxnSpPr/>
          <p:nvPr/>
        </p:nvCxnSpPr>
        <p:spPr>
          <a:xfrm>
            <a:off x="5165888" y="2569150"/>
            <a:ext cx="498900" cy="319500"/>
          </a:xfrm>
          <a:prstGeom prst="straightConnector1">
            <a:avLst/>
          </a:prstGeom>
          <a:noFill/>
          <a:ln w="19050" cap="flat" cmpd="sng">
            <a:solidFill>
              <a:srgbClr val="0075FF"/>
            </a:solidFill>
            <a:prstDash val="solid"/>
            <a:round/>
            <a:headEnd type="none" w="sm" len="sm"/>
            <a:tailEnd type="triangle" w="med" len="med"/>
          </a:ln>
        </p:spPr>
      </p:cxnSp>
      <p:cxnSp>
        <p:nvCxnSpPr>
          <p:cNvPr id="4545" name="Google Shape;4545;p195"/>
          <p:cNvCxnSpPr/>
          <p:nvPr/>
        </p:nvCxnSpPr>
        <p:spPr>
          <a:xfrm>
            <a:off x="5186325" y="2569063"/>
            <a:ext cx="436500" cy="0"/>
          </a:xfrm>
          <a:prstGeom prst="straightConnector1">
            <a:avLst/>
          </a:prstGeom>
          <a:noFill/>
          <a:ln w="19050" cap="flat" cmpd="sng">
            <a:solidFill>
              <a:srgbClr val="0075FF"/>
            </a:solidFill>
            <a:prstDash val="solid"/>
            <a:round/>
            <a:headEnd type="none" w="sm" len="sm"/>
            <a:tailEnd type="triangle" w="med" len="med"/>
          </a:ln>
        </p:spPr>
      </p:cxnSp>
      <p:sp>
        <p:nvSpPr>
          <p:cNvPr id="4546" name="Google Shape;4546;p195"/>
          <p:cNvSpPr txBox="1"/>
          <p:nvPr/>
        </p:nvSpPr>
        <p:spPr>
          <a:xfrm>
            <a:off x="5530950" y="1165450"/>
            <a:ext cx="1142100" cy="3195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000"/>
              <a:buFont typeface="Arial"/>
              <a:buNone/>
            </a:pPr>
            <a:r>
              <a:rPr lang="en" sz="1000" b="1" i="0" u="none" strike="noStrike" cap="none">
                <a:solidFill>
                  <a:srgbClr val="0075FF"/>
                </a:solidFill>
                <a:latin typeface="Arial"/>
                <a:ea typeface="Arial"/>
                <a:cs typeface="Arial"/>
                <a:sym typeface="Arial"/>
              </a:rPr>
              <a:t>Zeebe Cluster</a:t>
            </a:r>
            <a:endParaRPr sz="1000" b="1" i="0" u="none" strike="noStrike" cap="none">
              <a:solidFill>
                <a:srgbClr val="0075FF"/>
              </a:solidFill>
              <a:latin typeface="Arial"/>
              <a:ea typeface="Arial"/>
              <a:cs typeface="Arial"/>
              <a:sym typeface="Arial"/>
            </a:endParaRPr>
          </a:p>
        </p:txBody>
      </p:sp>
      <p:sp>
        <p:nvSpPr>
          <p:cNvPr id="4547" name="Google Shape;4547;p195"/>
          <p:cNvSpPr txBox="1"/>
          <p:nvPr/>
        </p:nvSpPr>
        <p:spPr>
          <a:xfrm rot="-5400000">
            <a:off x="4374731" y="2399644"/>
            <a:ext cx="1137900" cy="3723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800"/>
              <a:buFont typeface="Arial"/>
              <a:buNone/>
            </a:pPr>
            <a:r>
              <a:rPr lang="en" sz="800" b="1"/>
              <a:t>g</a:t>
            </a:r>
            <a:r>
              <a:rPr lang="en" sz="800" b="1" i="0" u="none" strike="noStrike" cap="none"/>
              <a:t>RPC Gateway</a:t>
            </a:r>
            <a:endParaRPr sz="800" b="1" i="0" u="none" strike="noStrike" cap="none"/>
          </a:p>
        </p:txBody>
      </p:sp>
      <p:sp>
        <p:nvSpPr>
          <p:cNvPr id="4548" name="Google Shape;4548;p195"/>
          <p:cNvSpPr/>
          <p:nvPr/>
        </p:nvSpPr>
        <p:spPr>
          <a:xfrm>
            <a:off x="1921625" y="2043468"/>
            <a:ext cx="1418700" cy="973200"/>
          </a:xfrm>
          <a:prstGeom prst="roundRect">
            <a:avLst>
              <a:gd name="adj" fmla="val 16667"/>
            </a:avLst>
          </a:prstGeom>
          <a:solidFill>
            <a:srgbClr val="FFFFFF"/>
          </a:solidFill>
          <a:ln w="19050" cap="flat" cmpd="sng">
            <a:solidFill>
              <a:schemeClr val="accent2"/>
            </a:solidFill>
            <a:prstDash val="dash"/>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100"/>
              <a:buFont typeface="Arial"/>
              <a:buNone/>
            </a:pPr>
            <a:endParaRPr sz="1100" b="0" i="0" u="none" strike="noStrike" cap="none">
              <a:solidFill>
                <a:srgbClr val="000000"/>
              </a:solidFill>
              <a:latin typeface="Arial"/>
              <a:ea typeface="Arial"/>
              <a:cs typeface="Arial"/>
              <a:sym typeface="Arial"/>
            </a:endParaRPr>
          </a:p>
        </p:txBody>
      </p:sp>
      <p:sp>
        <p:nvSpPr>
          <p:cNvPr id="4549" name="Google Shape;4549;p195"/>
          <p:cNvSpPr/>
          <p:nvPr/>
        </p:nvSpPr>
        <p:spPr>
          <a:xfrm>
            <a:off x="1988066" y="2000195"/>
            <a:ext cx="1418700" cy="919500"/>
          </a:xfrm>
          <a:prstGeom prst="roundRect">
            <a:avLst>
              <a:gd name="adj" fmla="val 16667"/>
            </a:avLst>
          </a:prstGeom>
          <a:solidFill>
            <a:srgbClr val="FFFFFF"/>
          </a:solidFill>
          <a:ln w="19050" cap="flat" cmpd="sng">
            <a:solidFill>
              <a:schemeClr val="accent2"/>
            </a:solidFill>
            <a:prstDash val="dash"/>
            <a:round/>
            <a:headEnd type="none" w="sm" len="sm"/>
            <a:tailEnd type="none" w="sm" len="sm"/>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800"/>
              <a:buFont typeface="Arial"/>
              <a:buNone/>
            </a:pPr>
            <a:r>
              <a:rPr lang="en" sz="800" b="1" i="0" u="none" strike="noStrike" cap="none"/>
              <a:t>Microservices / Apps</a:t>
            </a:r>
            <a:endParaRPr sz="800" b="1" i="0" u="none" strike="noStrike" cap="none"/>
          </a:p>
        </p:txBody>
      </p:sp>
      <p:cxnSp>
        <p:nvCxnSpPr>
          <p:cNvPr id="4550" name="Google Shape;4550;p195"/>
          <p:cNvCxnSpPr/>
          <p:nvPr/>
        </p:nvCxnSpPr>
        <p:spPr>
          <a:xfrm>
            <a:off x="3545425" y="2540650"/>
            <a:ext cx="1071900" cy="0"/>
          </a:xfrm>
          <a:prstGeom prst="straightConnector1">
            <a:avLst/>
          </a:prstGeom>
          <a:noFill/>
          <a:ln w="19050" cap="flat" cmpd="sng">
            <a:solidFill>
              <a:srgbClr val="FF8B00"/>
            </a:solidFill>
            <a:prstDash val="solid"/>
            <a:round/>
            <a:headEnd type="triangle" w="med" len="med"/>
            <a:tailEnd type="triangle" w="med" len="med"/>
          </a:ln>
        </p:spPr>
      </p:cxnSp>
      <p:sp>
        <p:nvSpPr>
          <p:cNvPr id="4551" name="Google Shape;4551;p195"/>
          <p:cNvSpPr/>
          <p:nvPr/>
        </p:nvSpPr>
        <p:spPr>
          <a:xfrm>
            <a:off x="2647475" y="2426075"/>
            <a:ext cx="653100" cy="319500"/>
          </a:xfrm>
          <a:prstGeom prst="roundRect">
            <a:avLst>
              <a:gd name="adj" fmla="val 16667"/>
            </a:avLst>
          </a:prstGeom>
          <a:solidFill>
            <a:srgbClr val="FFFFFF"/>
          </a:solidFill>
          <a:ln w="19050" cap="flat" cmpd="sng">
            <a:solidFill>
              <a:srgbClr val="0075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
              <a:buFont typeface="Arial"/>
              <a:buNone/>
            </a:pPr>
            <a:r>
              <a:rPr lang="en" sz="800" b="1" i="0" u="none" strike="noStrike" cap="none">
                <a:solidFill>
                  <a:srgbClr val="080707"/>
                </a:solidFill>
              </a:rPr>
              <a:t>Zeebe Client</a:t>
            </a:r>
            <a:endParaRPr sz="800" b="1" i="0" u="none" strike="noStrike" cap="none">
              <a:solidFill>
                <a:srgbClr val="080707"/>
              </a:solidFill>
            </a:endParaRPr>
          </a:p>
        </p:txBody>
      </p:sp>
      <p:sp>
        <p:nvSpPr>
          <p:cNvPr id="4552" name="Google Shape;4552;p195"/>
          <p:cNvSpPr txBox="1"/>
          <p:nvPr/>
        </p:nvSpPr>
        <p:spPr>
          <a:xfrm>
            <a:off x="272465" y="3939925"/>
            <a:ext cx="4878600" cy="523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400"/>
              <a:buFont typeface="Arial"/>
              <a:buNone/>
            </a:pPr>
            <a:r>
              <a:rPr lang="en" sz="1400" b="1" i="0" u="none" strike="noStrike" cap="none">
                <a:solidFill>
                  <a:srgbClr val="000000"/>
                </a:solidFill>
                <a:latin typeface="Arial"/>
                <a:ea typeface="Arial"/>
                <a:cs typeface="Arial"/>
                <a:sym typeface="Arial"/>
              </a:rPr>
              <a:t>Option 1</a:t>
            </a:r>
            <a:r>
              <a:rPr lang="en" sz="1400" b="0" i="0" u="none" strike="noStrike" cap="none">
                <a:solidFill>
                  <a:srgbClr val="000000"/>
                </a:solidFill>
                <a:latin typeface="Arial"/>
                <a:ea typeface="Arial"/>
                <a:cs typeface="Arial"/>
                <a:sym typeface="Arial"/>
              </a:rPr>
              <a:t>: Embed Zeebe Client directly into Microservice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r>
              <a:rPr lang="en" sz="900"/>
              <a:t>Product Documentation: </a:t>
            </a:r>
            <a:r>
              <a:rPr lang="en" sz="900" u="sng">
                <a:solidFill>
                  <a:schemeClr val="hlink"/>
                </a:solidFill>
                <a:hlinkClick r:id="rId3"/>
              </a:rPr>
              <a:t>https://docs.camunda.io/docs/components/zeebe/zeebe-overview/</a:t>
            </a:r>
            <a:r>
              <a:rPr lang="en"/>
              <a:t> </a:t>
            </a:r>
            <a:endParaRPr/>
          </a:p>
        </p:txBody>
      </p:sp>
      <p:sp>
        <p:nvSpPr>
          <p:cNvPr id="4553" name="Google Shape;4553;p195"/>
          <p:cNvSpPr txBox="1"/>
          <p:nvPr/>
        </p:nvSpPr>
        <p:spPr>
          <a:xfrm>
            <a:off x="6924855" y="4222225"/>
            <a:ext cx="1932000" cy="394500"/>
          </a:xfrm>
          <a:prstGeom prst="rect">
            <a:avLst/>
          </a:prstGeom>
          <a:noFill/>
          <a:ln>
            <a:noFill/>
          </a:ln>
        </p:spPr>
        <p:txBody>
          <a:bodyPr spcFirstLastPara="1" wrap="square" lIns="91425" tIns="91425" rIns="91425" bIns="91425" anchor="t" anchorCtr="0">
            <a:noAutofit/>
          </a:bodyPr>
          <a:lstStyle/>
          <a:p>
            <a:pPr marL="0" marR="0" lvl="0" indent="0" algn="r"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Arial"/>
                <a:ea typeface="Arial"/>
                <a:cs typeface="Arial"/>
                <a:sym typeface="Arial"/>
              </a:rPr>
              <a:t>List of </a:t>
            </a:r>
            <a:r>
              <a:rPr lang="en" sz="1400" b="0" i="0" u="sng" strike="noStrike" cap="none">
                <a:solidFill>
                  <a:schemeClr val="hlink"/>
                </a:solidFill>
                <a:latin typeface="Arial"/>
                <a:ea typeface="Arial"/>
                <a:cs typeface="Arial"/>
                <a:sym typeface="Arial"/>
                <a:hlinkClick r:id="rId4"/>
              </a:rPr>
              <a:t>available clients</a:t>
            </a:r>
            <a:endParaRPr sz="1400" b="0" i="0" u="none" strike="noStrike" cap="none">
              <a:solidFill>
                <a:srgbClr val="000000"/>
              </a:solidFill>
              <a:latin typeface="Arial"/>
              <a:ea typeface="Arial"/>
              <a:cs typeface="Arial"/>
              <a:sym typeface="Arial"/>
            </a:endParaRPr>
          </a:p>
        </p:txBody>
      </p:sp>
      <p:sp>
        <p:nvSpPr>
          <p:cNvPr id="4554" name="Google Shape;4554;p195"/>
          <p:cNvSpPr txBox="1">
            <a:spLocks noGrp="1"/>
          </p:cNvSpPr>
          <p:nvPr>
            <p:ph type="title"/>
          </p:nvPr>
        </p:nvSpPr>
        <p:spPr>
          <a:xfrm>
            <a:off x="371475" y="257176"/>
            <a:ext cx="8400900" cy="5490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Clr>
                <a:schemeClr val="lt2"/>
              </a:buClr>
              <a:buSzPts val="2400"/>
              <a:buFont typeface="IBM Plex Sans"/>
              <a:buNone/>
            </a:pPr>
            <a:r>
              <a:rPr lang="en"/>
              <a:t>Leverage for Microservices Orchestration</a:t>
            </a:r>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4558"/>
        <p:cNvGrpSpPr/>
        <p:nvPr/>
      </p:nvGrpSpPr>
      <p:grpSpPr>
        <a:xfrm>
          <a:off x="0" y="0"/>
          <a:ext cx="0" cy="0"/>
          <a:chOff x="0" y="0"/>
          <a:chExt cx="0" cy="0"/>
        </a:xfrm>
      </p:grpSpPr>
      <p:sp>
        <p:nvSpPr>
          <p:cNvPr id="4559" name="Google Shape;4559;p196"/>
          <p:cNvSpPr txBox="1"/>
          <p:nvPr/>
        </p:nvSpPr>
        <p:spPr>
          <a:xfrm>
            <a:off x="272579" y="3944046"/>
            <a:ext cx="5320800" cy="523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400"/>
              <a:buFont typeface="Arial"/>
              <a:buNone/>
            </a:pPr>
            <a:r>
              <a:rPr lang="en" sz="1400" b="1" i="0" u="none" strike="noStrike" cap="none">
                <a:solidFill>
                  <a:srgbClr val="000000"/>
                </a:solidFill>
                <a:latin typeface="Arial"/>
                <a:ea typeface="Arial"/>
                <a:cs typeface="Arial"/>
                <a:sym typeface="Arial"/>
              </a:rPr>
              <a:t>Option 2</a:t>
            </a:r>
            <a:r>
              <a:rPr lang="en" sz="1400" b="0" i="0" u="none" strike="noStrike" cap="none">
                <a:solidFill>
                  <a:srgbClr val="000000"/>
                </a:solidFill>
                <a:latin typeface="Arial"/>
                <a:ea typeface="Arial"/>
                <a:cs typeface="Arial"/>
                <a:sym typeface="Arial"/>
              </a:rPr>
              <a:t>: Use Generic Connector (HTTP, AWS Lambda, …)</a:t>
            </a:r>
            <a:endParaRPr sz="1400" b="0" i="0" u="none" strike="noStrike" cap="none">
              <a:solidFill>
                <a:srgbClr val="000000"/>
              </a:solidFill>
              <a:latin typeface="Arial"/>
              <a:ea typeface="Arial"/>
              <a:cs typeface="Arial"/>
              <a:sym typeface="Arial"/>
            </a:endParaRPr>
          </a:p>
          <a:p>
            <a:pPr marL="0" lvl="0" indent="0" algn="l" rtl="0">
              <a:spcBef>
                <a:spcPts val="0"/>
              </a:spcBef>
              <a:spcAft>
                <a:spcPts val="0"/>
              </a:spcAft>
              <a:buClr>
                <a:schemeClr val="dk1"/>
              </a:buClr>
              <a:buSzPts val="1400"/>
              <a:buFont typeface="Arial"/>
              <a:buNone/>
            </a:pPr>
            <a:r>
              <a:rPr lang="en" sz="900">
                <a:solidFill>
                  <a:schemeClr val="dk1"/>
                </a:solidFill>
              </a:rPr>
              <a:t>Product Documentation: </a:t>
            </a:r>
            <a:r>
              <a:rPr lang="en" sz="900" u="sng">
                <a:solidFill>
                  <a:schemeClr val="hlink"/>
                </a:solidFill>
                <a:hlinkClick r:id="rId3"/>
              </a:rPr>
              <a:t>https://docs.camunda.io/docs/components/zeebe/zeebe-overview/</a:t>
            </a:r>
            <a:endParaRPr/>
          </a:p>
        </p:txBody>
      </p:sp>
      <p:sp>
        <p:nvSpPr>
          <p:cNvPr id="4560" name="Google Shape;4560;p196"/>
          <p:cNvSpPr txBox="1"/>
          <p:nvPr/>
        </p:nvSpPr>
        <p:spPr>
          <a:xfrm>
            <a:off x="7035196" y="4213320"/>
            <a:ext cx="1836300" cy="442500"/>
          </a:xfrm>
          <a:prstGeom prst="rect">
            <a:avLst/>
          </a:prstGeom>
          <a:noFill/>
          <a:ln>
            <a:noFill/>
          </a:ln>
        </p:spPr>
        <p:txBody>
          <a:bodyPr spcFirstLastPara="1" wrap="square" lIns="91425" tIns="91425" rIns="91425" bIns="91425" anchor="t" anchorCtr="0">
            <a:noAutofit/>
          </a:bodyPr>
          <a:lstStyle/>
          <a:p>
            <a:pPr marL="0" marR="0" lvl="0" indent="0" algn="r" rtl="0">
              <a:lnSpc>
                <a:spcPct val="100000"/>
              </a:lnSpc>
              <a:spcBef>
                <a:spcPts val="0"/>
              </a:spcBef>
              <a:spcAft>
                <a:spcPts val="0"/>
              </a:spcAft>
              <a:buClr>
                <a:srgbClr val="000000"/>
              </a:buClr>
              <a:buSzPts val="1400"/>
              <a:buFont typeface="Arial"/>
              <a:buNone/>
            </a:pPr>
            <a:r>
              <a:rPr lang="en" sz="1400" b="0" i="0" u="none" strike="noStrike" cap="none">
                <a:solidFill>
                  <a:schemeClr val="dk1"/>
                </a:solidFill>
                <a:latin typeface="Arial"/>
                <a:ea typeface="Arial"/>
                <a:cs typeface="Arial"/>
                <a:sym typeface="Arial"/>
              </a:rPr>
              <a:t>Example on </a:t>
            </a:r>
            <a:r>
              <a:rPr lang="en" sz="1400" b="0" i="0" u="sng" strike="noStrike" cap="none">
                <a:solidFill>
                  <a:schemeClr val="hlink"/>
                </a:solidFill>
                <a:latin typeface="Arial"/>
                <a:ea typeface="Arial"/>
                <a:cs typeface="Arial"/>
                <a:sym typeface="Arial"/>
                <a:hlinkClick r:id="rId4"/>
              </a:rPr>
              <a:t>Github</a:t>
            </a:r>
            <a:r>
              <a:rPr lang="en" sz="1400" b="0" i="0" u="none" strike="noStrike" cap="none">
                <a:solidFill>
                  <a:schemeClr val="dk1"/>
                </a:solidFill>
                <a:latin typeface="Arial"/>
                <a:ea typeface="Arial"/>
                <a:cs typeface="Arial"/>
                <a:sym typeface="Arial"/>
              </a:rPr>
              <a:t> </a:t>
            </a:r>
            <a:endParaRPr sz="1400" b="0" i="0" u="none" strike="noStrike" cap="none">
              <a:solidFill>
                <a:schemeClr val="dk1"/>
              </a:solidFill>
              <a:latin typeface="Arial"/>
              <a:ea typeface="Arial"/>
              <a:cs typeface="Arial"/>
              <a:sym typeface="Arial"/>
            </a:endParaRPr>
          </a:p>
        </p:txBody>
      </p:sp>
      <p:sp>
        <p:nvSpPr>
          <p:cNvPr id="4561" name="Google Shape;4561;p196"/>
          <p:cNvSpPr/>
          <p:nvPr/>
        </p:nvSpPr>
        <p:spPr>
          <a:xfrm>
            <a:off x="1605710" y="1655786"/>
            <a:ext cx="1239300" cy="442500"/>
          </a:xfrm>
          <a:prstGeom prst="roundRect">
            <a:avLst>
              <a:gd name="adj" fmla="val 16667"/>
            </a:avLst>
          </a:prstGeom>
          <a:solidFill>
            <a:srgbClr val="FFFFFF"/>
          </a:solidFill>
          <a:ln w="19050" cap="flat" cmpd="sng">
            <a:solidFill>
              <a:schemeClr val="accent1"/>
            </a:solidFill>
            <a:prstDash val="dash"/>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
              <a:buFont typeface="Arial"/>
              <a:buNone/>
            </a:pPr>
            <a:r>
              <a:rPr lang="en" sz="800" b="1" i="0" u="none" strike="noStrike" cap="none"/>
              <a:t>Http Microservice / App</a:t>
            </a:r>
            <a:endParaRPr sz="800" b="1" i="0" u="none" strike="noStrike" cap="none"/>
          </a:p>
        </p:txBody>
      </p:sp>
      <p:sp>
        <p:nvSpPr>
          <p:cNvPr id="4562" name="Google Shape;4562;p196"/>
          <p:cNvSpPr/>
          <p:nvPr/>
        </p:nvSpPr>
        <p:spPr>
          <a:xfrm>
            <a:off x="1605710" y="2224586"/>
            <a:ext cx="1239300" cy="442500"/>
          </a:xfrm>
          <a:prstGeom prst="roundRect">
            <a:avLst>
              <a:gd name="adj" fmla="val 16667"/>
            </a:avLst>
          </a:prstGeom>
          <a:solidFill>
            <a:srgbClr val="FFFFFF"/>
          </a:solidFill>
          <a:ln w="19050" cap="flat" cmpd="sng">
            <a:solidFill>
              <a:schemeClr val="accent1"/>
            </a:solidFill>
            <a:prstDash val="dash"/>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
              <a:buFont typeface="Arial"/>
              <a:buNone/>
            </a:pPr>
            <a:r>
              <a:rPr lang="en" sz="800" b="1" i="0" u="none" strike="noStrike" cap="none"/>
              <a:t>Http Microservice / App</a:t>
            </a:r>
            <a:endParaRPr sz="800" b="1" i="0" u="none" strike="noStrike" cap="none"/>
          </a:p>
        </p:txBody>
      </p:sp>
      <p:sp>
        <p:nvSpPr>
          <p:cNvPr id="4563" name="Google Shape;4563;p196"/>
          <p:cNvSpPr/>
          <p:nvPr/>
        </p:nvSpPr>
        <p:spPr>
          <a:xfrm>
            <a:off x="1605710" y="2793386"/>
            <a:ext cx="1239300" cy="442500"/>
          </a:xfrm>
          <a:prstGeom prst="roundRect">
            <a:avLst>
              <a:gd name="adj" fmla="val 16667"/>
            </a:avLst>
          </a:prstGeom>
          <a:solidFill>
            <a:srgbClr val="FFFFFF"/>
          </a:solidFill>
          <a:ln w="19050" cap="flat" cmpd="sng">
            <a:solidFill>
              <a:schemeClr val="accent1"/>
            </a:solidFill>
            <a:prstDash val="dash"/>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
              <a:buFont typeface="Arial"/>
              <a:buNone/>
            </a:pPr>
            <a:r>
              <a:rPr lang="en" sz="800" b="1" i="0" u="none" strike="noStrike" cap="none"/>
              <a:t>Http Microservice / App</a:t>
            </a:r>
            <a:endParaRPr sz="800" b="1" i="0" u="none" strike="noStrike" cap="none"/>
          </a:p>
        </p:txBody>
      </p:sp>
      <p:sp>
        <p:nvSpPr>
          <p:cNvPr id="4564" name="Google Shape;4564;p196"/>
          <p:cNvSpPr/>
          <p:nvPr/>
        </p:nvSpPr>
        <p:spPr>
          <a:xfrm>
            <a:off x="3543525" y="2334994"/>
            <a:ext cx="770700" cy="442500"/>
          </a:xfrm>
          <a:prstGeom prst="roundRect">
            <a:avLst>
              <a:gd name="adj" fmla="val 16667"/>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
              <a:buFont typeface="Arial"/>
              <a:buNone/>
            </a:pPr>
            <a:r>
              <a:rPr lang="en" sz="800" b="1" i="0" u="none" strike="noStrike" cap="none">
                <a:latin typeface="Arial"/>
                <a:ea typeface="Arial"/>
                <a:cs typeface="Arial"/>
                <a:sym typeface="Arial"/>
              </a:rPr>
              <a:t>Http Connector</a:t>
            </a:r>
            <a:endParaRPr sz="800" b="1" i="0" u="none" strike="noStrike" cap="none">
              <a:latin typeface="Arial"/>
              <a:ea typeface="Arial"/>
              <a:cs typeface="Arial"/>
              <a:sym typeface="Arial"/>
            </a:endParaRPr>
          </a:p>
        </p:txBody>
      </p:sp>
      <p:cxnSp>
        <p:nvCxnSpPr>
          <p:cNvPr id="4565" name="Google Shape;4565;p196"/>
          <p:cNvCxnSpPr/>
          <p:nvPr/>
        </p:nvCxnSpPr>
        <p:spPr>
          <a:xfrm rot="10800000">
            <a:off x="2973889" y="2081336"/>
            <a:ext cx="474900" cy="474900"/>
          </a:xfrm>
          <a:prstGeom prst="straightConnector1">
            <a:avLst/>
          </a:prstGeom>
          <a:noFill/>
          <a:ln w="9525" cap="flat" cmpd="sng">
            <a:solidFill>
              <a:schemeClr val="accent1"/>
            </a:solidFill>
            <a:prstDash val="solid"/>
            <a:round/>
            <a:headEnd type="none" w="sm" len="sm"/>
            <a:tailEnd type="triangle" w="med" len="med"/>
          </a:ln>
        </p:spPr>
      </p:cxnSp>
      <p:cxnSp>
        <p:nvCxnSpPr>
          <p:cNvPr id="4566" name="Google Shape;4566;p196"/>
          <p:cNvCxnSpPr/>
          <p:nvPr/>
        </p:nvCxnSpPr>
        <p:spPr>
          <a:xfrm rot="10800000">
            <a:off x="2957089" y="2556236"/>
            <a:ext cx="491700" cy="0"/>
          </a:xfrm>
          <a:prstGeom prst="straightConnector1">
            <a:avLst/>
          </a:prstGeom>
          <a:noFill/>
          <a:ln w="9525" cap="flat" cmpd="sng">
            <a:solidFill>
              <a:schemeClr val="accent1"/>
            </a:solidFill>
            <a:prstDash val="solid"/>
            <a:round/>
            <a:headEnd type="none" w="sm" len="sm"/>
            <a:tailEnd type="triangle" w="med" len="med"/>
          </a:ln>
        </p:spPr>
      </p:cxnSp>
      <p:cxnSp>
        <p:nvCxnSpPr>
          <p:cNvPr id="4567" name="Google Shape;4567;p196"/>
          <p:cNvCxnSpPr/>
          <p:nvPr/>
        </p:nvCxnSpPr>
        <p:spPr>
          <a:xfrm flipH="1">
            <a:off x="2941489" y="2556236"/>
            <a:ext cx="507300" cy="469200"/>
          </a:xfrm>
          <a:prstGeom prst="straightConnector1">
            <a:avLst/>
          </a:prstGeom>
          <a:noFill/>
          <a:ln w="9525" cap="flat" cmpd="sng">
            <a:solidFill>
              <a:schemeClr val="accent1"/>
            </a:solidFill>
            <a:prstDash val="solid"/>
            <a:round/>
            <a:headEnd type="none" w="sm" len="sm"/>
            <a:tailEnd type="triangle" w="med" len="med"/>
          </a:ln>
        </p:spPr>
      </p:cxnSp>
      <p:cxnSp>
        <p:nvCxnSpPr>
          <p:cNvPr id="4568" name="Google Shape;4568;p196"/>
          <p:cNvCxnSpPr/>
          <p:nvPr/>
        </p:nvCxnSpPr>
        <p:spPr>
          <a:xfrm>
            <a:off x="4399050" y="2561585"/>
            <a:ext cx="539400" cy="0"/>
          </a:xfrm>
          <a:prstGeom prst="straightConnector1">
            <a:avLst/>
          </a:prstGeom>
          <a:noFill/>
          <a:ln w="12700" cap="flat" cmpd="sng">
            <a:solidFill>
              <a:srgbClr val="FF8B00"/>
            </a:solidFill>
            <a:prstDash val="solid"/>
            <a:round/>
            <a:headEnd type="triangle" w="med" len="med"/>
            <a:tailEnd type="triangle" w="med" len="med"/>
          </a:ln>
        </p:spPr>
      </p:cxnSp>
      <p:sp>
        <p:nvSpPr>
          <p:cNvPr id="4569" name="Google Shape;4569;p196"/>
          <p:cNvSpPr/>
          <p:nvPr/>
        </p:nvSpPr>
        <p:spPr>
          <a:xfrm>
            <a:off x="5090389" y="2002261"/>
            <a:ext cx="335100" cy="1137900"/>
          </a:xfrm>
          <a:prstGeom prst="roundRect">
            <a:avLst>
              <a:gd name="adj" fmla="val 0"/>
            </a:avLst>
          </a:prstGeom>
          <a:solidFill>
            <a:schemeClr val="accent2"/>
          </a:solid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100"/>
              <a:buFont typeface="Arial"/>
              <a:buNone/>
            </a:pPr>
            <a:endParaRPr sz="1100" b="0" i="0" u="none" strike="noStrike" cap="none">
              <a:solidFill>
                <a:srgbClr val="000000"/>
              </a:solidFill>
              <a:latin typeface="Arial"/>
              <a:ea typeface="Arial"/>
              <a:cs typeface="Arial"/>
              <a:sym typeface="Arial"/>
            </a:endParaRPr>
          </a:p>
        </p:txBody>
      </p:sp>
      <p:sp>
        <p:nvSpPr>
          <p:cNvPr id="4570" name="Google Shape;4570;p196"/>
          <p:cNvSpPr/>
          <p:nvPr/>
        </p:nvSpPr>
        <p:spPr>
          <a:xfrm>
            <a:off x="6150214" y="1710461"/>
            <a:ext cx="572400" cy="525600"/>
          </a:xfrm>
          <a:prstGeom prst="roundRect">
            <a:avLst>
              <a:gd name="adj" fmla="val 0"/>
            </a:avLst>
          </a:prstGeom>
          <a:solidFill>
            <a:schemeClr val="lt2"/>
          </a:solidFill>
          <a:ln w="19050" cap="flat" cmpd="sng">
            <a:solidFill>
              <a:srgbClr val="CCCCCC"/>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
              <a:buFont typeface="Arial"/>
              <a:buNone/>
            </a:pPr>
            <a:r>
              <a:rPr lang="en" sz="800" b="0" i="0" u="none" strike="noStrike" cap="none">
                <a:solidFill>
                  <a:srgbClr val="0075FF"/>
                </a:solidFill>
                <a:latin typeface="Arial"/>
                <a:ea typeface="Arial"/>
                <a:cs typeface="Arial"/>
                <a:sym typeface="Arial"/>
              </a:rPr>
              <a:t>Broker</a:t>
            </a:r>
            <a:endParaRPr sz="800" b="0" i="0" u="none" strike="noStrike" cap="none">
              <a:solidFill>
                <a:srgbClr val="0075FF"/>
              </a:solidFill>
              <a:latin typeface="Arial"/>
              <a:ea typeface="Arial"/>
              <a:cs typeface="Arial"/>
              <a:sym typeface="Arial"/>
            </a:endParaRPr>
          </a:p>
        </p:txBody>
      </p:sp>
      <p:sp>
        <p:nvSpPr>
          <p:cNvPr id="4571" name="Google Shape;4571;p196"/>
          <p:cNvSpPr/>
          <p:nvPr/>
        </p:nvSpPr>
        <p:spPr>
          <a:xfrm>
            <a:off x="6881039" y="2308411"/>
            <a:ext cx="572400" cy="525600"/>
          </a:xfrm>
          <a:prstGeom prst="roundRect">
            <a:avLst>
              <a:gd name="adj" fmla="val 0"/>
            </a:avLst>
          </a:prstGeom>
          <a:solidFill>
            <a:schemeClr val="lt2"/>
          </a:solidFill>
          <a:ln w="19050" cap="flat" cmpd="sng">
            <a:solidFill>
              <a:srgbClr val="CCCCCC"/>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
              <a:buFont typeface="Arial"/>
              <a:buNone/>
            </a:pPr>
            <a:r>
              <a:rPr lang="en" sz="800" b="0" i="0" u="none" strike="noStrike" cap="none">
                <a:solidFill>
                  <a:srgbClr val="0075FF"/>
                </a:solidFill>
                <a:latin typeface="Arial"/>
                <a:ea typeface="Arial"/>
                <a:cs typeface="Arial"/>
                <a:sym typeface="Arial"/>
              </a:rPr>
              <a:t>Broker</a:t>
            </a:r>
            <a:endParaRPr sz="800" b="0" i="0" u="none" strike="noStrike" cap="none">
              <a:solidFill>
                <a:srgbClr val="0075FF"/>
              </a:solidFill>
              <a:latin typeface="Arial"/>
              <a:ea typeface="Arial"/>
              <a:cs typeface="Arial"/>
              <a:sym typeface="Arial"/>
            </a:endParaRPr>
          </a:p>
        </p:txBody>
      </p:sp>
      <p:sp>
        <p:nvSpPr>
          <p:cNvPr id="4572" name="Google Shape;4572;p196"/>
          <p:cNvSpPr/>
          <p:nvPr/>
        </p:nvSpPr>
        <p:spPr>
          <a:xfrm>
            <a:off x="6150214" y="2864711"/>
            <a:ext cx="572400" cy="525600"/>
          </a:xfrm>
          <a:prstGeom prst="roundRect">
            <a:avLst>
              <a:gd name="adj" fmla="val 0"/>
            </a:avLst>
          </a:prstGeom>
          <a:solidFill>
            <a:schemeClr val="lt2"/>
          </a:solidFill>
          <a:ln w="19050" cap="flat" cmpd="sng">
            <a:solidFill>
              <a:srgbClr val="CCCCCC"/>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
              <a:buFont typeface="Arial"/>
              <a:buNone/>
            </a:pPr>
            <a:r>
              <a:rPr lang="en" sz="800" b="0" i="0" u="none" strike="noStrike" cap="none">
                <a:solidFill>
                  <a:srgbClr val="0075FF"/>
                </a:solidFill>
                <a:latin typeface="Arial"/>
                <a:ea typeface="Arial"/>
                <a:cs typeface="Arial"/>
                <a:sym typeface="Arial"/>
              </a:rPr>
              <a:t>Broker</a:t>
            </a:r>
            <a:endParaRPr sz="800" b="0" i="0" u="none" strike="noStrike" cap="none">
              <a:solidFill>
                <a:srgbClr val="0075FF"/>
              </a:solidFill>
              <a:latin typeface="Arial"/>
              <a:ea typeface="Arial"/>
              <a:cs typeface="Arial"/>
              <a:sym typeface="Arial"/>
            </a:endParaRPr>
          </a:p>
        </p:txBody>
      </p:sp>
      <p:sp>
        <p:nvSpPr>
          <p:cNvPr id="4573" name="Google Shape;4573;p196"/>
          <p:cNvSpPr/>
          <p:nvPr/>
        </p:nvSpPr>
        <p:spPr>
          <a:xfrm>
            <a:off x="6239164" y="2353136"/>
            <a:ext cx="394500" cy="394500"/>
          </a:xfrm>
          <a:prstGeom prst="arc">
            <a:avLst>
              <a:gd name="adj1" fmla="val 16200000"/>
              <a:gd name="adj2" fmla="val 14497151"/>
            </a:avLst>
          </a:prstGeom>
          <a:noFill/>
          <a:ln w="19050" cap="flat" cmpd="sng">
            <a:solidFill>
              <a:srgbClr val="0075FF"/>
            </a:solidFill>
            <a:prstDash val="solid"/>
            <a:round/>
            <a:headEnd type="none" w="sm" len="sm"/>
            <a:tailEnd type="triangl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100"/>
              <a:buFont typeface="Arial"/>
              <a:buNone/>
            </a:pPr>
            <a:endParaRPr sz="1100" b="0" i="0" u="none" strike="noStrike" cap="none">
              <a:solidFill>
                <a:srgbClr val="000000"/>
              </a:solidFill>
              <a:latin typeface="Arial"/>
              <a:ea typeface="Arial"/>
              <a:cs typeface="Arial"/>
              <a:sym typeface="Arial"/>
            </a:endParaRPr>
          </a:p>
        </p:txBody>
      </p:sp>
      <p:cxnSp>
        <p:nvCxnSpPr>
          <p:cNvPr id="4574" name="Google Shape;4574;p196"/>
          <p:cNvCxnSpPr/>
          <p:nvPr/>
        </p:nvCxnSpPr>
        <p:spPr>
          <a:xfrm rot="10800000" flipH="1">
            <a:off x="5501689" y="2251711"/>
            <a:ext cx="498900" cy="319500"/>
          </a:xfrm>
          <a:prstGeom prst="straightConnector1">
            <a:avLst/>
          </a:prstGeom>
          <a:noFill/>
          <a:ln w="19050" cap="flat" cmpd="sng">
            <a:solidFill>
              <a:srgbClr val="0075FF"/>
            </a:solidFill>
            <a:prstDash val="solid"/>
            <a:round/>
            <a:headEnd type="none" w="sm" len="sm"/>
            <a:tailEnd type="triangle" w="med" len="med"/>
          </a:ln>
        </p:spPr>
      </p:cxnSp>
      <p:cxnSp>
        <p:nvCxnSpPr>
          <p:cNvPr id="4575" name="Google Shape;4575;p196"/>
          <p:cNvCxnSpPr/>
          <p:nvPr/>
        </p:nvCxnSpPr>
        <p:spPr>
          <a:xfrm>
            <a:off x="5500302" y="2571211"/>
            <a:ext cx="498900" cy="319500"/>
          </a:xfrm>
          <a:prstGeom prst="straightConnector1">
            <a:avLst/>
          </a:prstGeom>
          <a:noFill/>
          <a:ln w="19050" cap="flat" cmpd="sng">
            <a:solidFill>
              <a:srgbClr val="0075FF"/>
            </a:solidFill>
            <a:prstDash val="solid"/>
            <a:round/>
            <a:headEnd type="none" w="sm" len="sm"/>
            <a:tailEnd type="triangle" w="med" len="med"/>
          </a:ln>
        </p:spPr>
      </p:cxnSp>
      <p:cxnSp>
        <p:nvCxnSpPr>
          <p:cNvPr id="4576" name="Google Shape;4576;p196"/>
          <p:cNvCxnSpPr/>
          <p:nvPr/>
        </p:nvCxnSpPr>
        <p:spPr>
          <a:xfrm>
            <a:off x="5520739" y="2571125"/>
            <a:ext cx="436500" cy="0"/>
          </a:xfrm>
          <a:prstGeom prst="straightConnector1">
            <a:avLst/>
          </a:prstGeom>
          <a:noFill/>
          <a:ln w="19050" cap="flat" cmpd="sng">
            <a:solidFill>
              <a:srgbClr val="0075FF"/>
            </a:solidFill>
            <a:prstDash val="solid"/>
            <a:round/>
            <a:headEnd type="none" w="sm" len="sm"/>
            <a:tailEnd type="triangle" w="med" len="med"/>
          </a:ln>
        </p:spPr>
      </p:cxnSp>
      <p:sp>
        <p:nvSpPr>
          <p:cNvPr id="4577" name="Google Shape;4577;p196"/>
          <p:cNvSpPr txBox="1"/>
          <p:nvPr/>
        </p:nvSpPr>
        <p:spPr>
          <a:xfrm>
            <a:off x="5816708" y="1165448"/>
            <a:ext cx="1142100" cy="3195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000"/>
              <a:buFont typeface="Arial"/>
              <a:buNone/>
            </a:pPr>
            <a:r>
              <a:rPr lang="en" sz="1000" b="1" i="0" u="none" strike="noStrike" cap="none">
                <a:solidFill>
                  <a:srgbClr val="0075FF"/>
                </a:solidFill>
                <a:latin typeface="Arial"/>
                <a:ea typeface="Arial"/>
                <a:cs typeface="Arial"/>
                <a:sym typeface="Arial"/>
              </a:rPr>
              <a:t>Zeebe Cluster</a:t>
            </a:r>
            <a:endParaRPr sz="1000" b="1" i="0" u="none" strike="noStrike" cap="none">
              <a:solidFill>
                <a:srgbClr val="0075FF"/>
              </a:solidFill>
              <a:latin typeface="Arial"/>
              <a:ea typeface="Arial"/>
              <a:cs typeface="Arial"/>
              <a:sym typeface="Arial"/>
            </a:endParaRPr>
          </a:p>
        </p:txBody>
      </p:sp>
      <p:sp>
        <p:nvSpPr>
          <p:cNvPr id="4578" name="Google Shape;4578;p196"/>
          <p:cNvSpPr txBox="1"/>
          <p:nvPr/>
        </p:nvSpPr>
        <p:spPr>
          <a:xfrm rot="-5400000">
            <a:off x="4633605" y="2463286"/>
            <a:ext cx="1137900" cy="2157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800"/>
              <a:buFont typeface="Arial"/>
              <a:buNone/>
            </a:pPr>
            <a:r>
              <a:rPr lang="en" sz="800">
                <a:solidFill>
                  <a:schemeClr val="lt1"/>
                </a:solidFill>
              </a:rPr>
              <a:t>gRPC</a:t>
            </a:r>
            <a:r>
              <a:rPr lang="en" sz="800" b="0" i="0" u="none" strike="noStrike" cap="none">
                <a:solidFill>
                  <a:schemeClr val="lt1"/>
                </a:solidFill>
                <a:latin typeface="Arial"/>
                <a:ea typeface="Arial"/>
                <a:cs typeface="Arial"/>
                <a:sym typeface="Arial"/>
              </a:rPr>
              <a:t> Gateway</a:t>
            </a:r>
            <a:endParaRPr sz="800" b="0" i="0" u="none" strike="noStrike" cap="none">
              <a:solidFill>
                <a:schemeClr val="lt1"/>
              </a:solidFill>
              <a:latin typeface="Arial"/>
              <a:ea typeface="Arial"/>
              <a:cs typeface="Arial"/>
              <a:sym typeface="Arial"/>
            </a:endParaRPr>
          </a:p>
        </p:txBody>
      </p:sp>
      <p:sp>
        <p:nvSpPr>
          <p:cNvPr id="4579" name="Google Shape;4579;p196"/>
          <p:cNvSpPr/>
          <p:nvPr/>
        </p:nvSpPr>
        <p:spPr>
          <a:xfrm>
            <a:off x="5220950" y="1484950"/>
            <a:ext cx="2325900" cy="2135400"/>
          </a:xfrm>
          <a:prstGeom prst="roundRect">
            <a:avLst>
              <a:gd name="adj" fmla="val 16667"/>
            </a:avLst>
          </a:prstGeom>
          <a:solidFill>
            <a:srgbClr val="FFFFFF"/>
          </a:solidFill>
          <a:ln w="19050" cap="flat" cmpd="sng">
            <a:solidFill>
              <a:srgbClr val="0075FF"/>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100"/>
              <a:buFont typeface="Arial"/>
              <a:buNone/>
            </a:pPr>
            <a:endParaRPr sz="1100" b="0" i="0" u="none" strike="noStrike" cap="none">
              <a:solidFill>
                <a:srgbClr val="0075FF"/>
              </a:solidFill>
              <a:latin typeface="Arial"/>
              <a:ea typeface="Arial"/>
              <a:cs typeface="Arial"/>
              <a:sym typeface="Arial"/>
            </a:endParaRPr>
          </a:p>
        </p:txBody>
      </p:sp>
      <p:sp>
        <p:nvSpPr>
          <p:cNvPr id="4580" name="Google Shape;4580;p196"/>
          <p:cNvSpPr/>
          <p:nvPr/>
        </p:nvSpPr>
        <p:spPr>
          <a:xfrm>
            <a:off x="5041725" y="2000200"/>
            <a:ext cx="335100" cy="1137900"/>
          </a:xfrm>
          <a:prstGeom prst="roundRect">
            <a:avLst>
              <a:gd name="adj" fmla="val 16667"/>
            </a:avLst>
          </a:prstGeom>
          <a:solidFill>
            <a:srgbClr val="FFFFFF"/>
          </a:solidFill>
          <a:ln w="19050" cap="flat" cmpd="sng">
            <a:solidFill>
              <a:schemeClr val="accent2"/>
            </a:solidFill>
            <a:prstDash val="solid"/>
            <a:round/>
            <a:headEnd type="none" w="sm" len="sm"/>
            <a:tailEnd type="none" w="sm" len="sm"/>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None/>
            </a:pPr>
            <a:endParaRPr sz="800">
              <a:solidFill>
                <a:schemeClr val="lt1"/>
              </a:solidFill>
            </a:endParaRPr>
          </a:p>
        </p:txBody>
      </p:sp>
      <p:sp>
        <p:nvSpPr>
          <p:cNvPr id="4581" name="Google Shape;4581;p196"/>
          <p:cNvSpPr/>
          <p:nvPr/>
        </p:nvSpPr>
        <p:spPr>
          <a:xfrm>
            <a:off x="6101550" y="1708406"/>
            <a:ext cx="621000" cy="525600"/>
          </a:xfrm>
          <a:prstGeom prst="roundRect">
            <a:avLst>
              <a:gd name="adj" fmla="val 16667"/>
            </a:avLst>
          </a:prstGeom>
          <a:solidFill>
            <a:srgbClr val="FFFFFF"/>
          </a:solidFill>
          <a:ln w="19050" cap="flat" cmpd="sng">
            <a:solidFill>
              <a:srgbClr val="0075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
              <a:buFont typeface="Arial"/>
              <a:buNone/>
            </a:pPr>
            <a:r>
              <a:rPr lang="en" sz="800" b="1" i="0" u="none" strike="noStrike" cap="none"/>
              <a:t>Broker</a:t>
            </a:r>
            <a:endParaRPr sz="800" b="1" i="0" u="none" strike="noStrike" cap="none"/>
          </a:p>
        </p:txBody>
      </p:sp>
      <p:sp>
        <p:nvSpPr>
          <p:cNvPr id="4582" name="Google Shape;4582;p196"/>
          <p:cNvSpPr/>
          <p:nvPr/>
        </p:nvSpPr>
        <p:spPr>
          <a:xfrm>
            <a:off x="6832369" y="2306344"/>
            <a:ext cx="621000" cy="525600"/>
          </a:xfrm>
          <a:prstGeom prst="roundRect">
            <a:avLst>
              <a:gd name="adj" fmla="val 16667"/>
            </a:avLst>
          </a:prstGeom>
          <a:solidFill>
            <a:srgbClr val="FFFFFF"/>
          </a:solidFill>
          <a:ln w="19050" cap="flat" cmpd="sng">
            <a:solidFill>
              <a:srgbClr val="0075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
              <a:buFont typeface="Arial"/>
              <a:buNone/>
            </a:pPr>
            <a:r>
              <a:rPr lang="en" sz="800" b="1" i="0" u="none" strike="noStrike" cap="none"/>
              <a:t>Broker</a:t>
            </a:r>
            <a:endParaRPr sz="800" b="1" i="0" u="none" strike="noStrike" cap="none"/>
          </a:p>
        </p:txBody>
      </p:sp>
      <p:sp>
        <p:nvSpPr>
          <p:cNvPr id="4583" name="Google Shape;4583;p196"/>
          <p:cNvSpPr/>
          <p:nvPr/>
        </p:nvSpPr>
        <p:spPr>
          <a:xfrm>
            <a:off x="6101550" y="2862656"/>
            <a:ext cx="621000" cy="525600"/>
          </a:xfrm>
          <a:prstGeom prst="roundRect">
            <a:avLst>
              <a:gd name="adj" fmla="val 16667"/>
            </a:avLst>
          </a:prstGeom>
          <a:solidFill>
            <a:srgbClr val="FFFFFF"/>
          </a:solidFill>
          <a:ln w="19050" cap="flat" cmpd="sng">
            <a:solidFill>
              <a:srgbClr val="0075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
              <a:buFont typeface="Arial"/>
              <a:buNone/>
            </a:pPr>
            <a:r>
              <a:rPr lang="en" sz="800" b="1" i="0" u="none" strike="noStrike" cap="none"/>
              <a:t>Broker</a:t>
            </a:r>
            <a:endParaRPr sz="800" b="1" i="0" u="none" strike="noStrike" cap="none"/>
          </a:p>
        </p:txBody>
      </p:sp>
      <p:sp>
        <p:nvSpPr>
          <p:cNvPr id="4584" name="Google Shape;4584;p196"/>
          <p:cNvSpPr/>
          <p:nvPr/>
        </p:nvSpPr>
        <p:spPr>
          <a:xfrm>
            <a:off x="6190500" y="2351075"/>
            <a:ext cx="394500" cy="394500"/>
          </a:xfrm>
          <a:prstGeom prst="arc">
            <a:avLst>
              <a:gd name="adj1" fmla="val 16200000"/>
              <a:gd name="adj2" fmla="val 14497151"/>
            </a:avLst>
          </a:prstGeom>
          <a:noFill/>
          <a:ln w="19050" cap="flat" cmpd="sng">
            <a:solidFill>
              <a:srgbClr val="0075FF"/>
            </a:solidFill>
            <a:prstDash val="solid"/>
            <a:round/>
            <a:headEnd type="none" w="sm" len="sm"/>
            <a:tailEnd type="triangl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100"/>
              <a:buFont typeface="Arial"/>
              <a:buNone/>
            </a:pPr>
            <a:endParaRPr sz="1100" b="0" i="0" u="none" strike="noStrike" cap="none">
              <a:solidFill>
                <a:srgbClr val="000000"/>
              </a:solidFill>
              <a:latin typeface="Arial"/>
              <a:ea typeface="Arial"/>
              <a:cs typeface="Arial"/>
              <a:sym typeface="Arial"/>
            </a:endParaRPr>
          </a:p>
        </p:txBody>
      </p:sp>
      <p:cxnSp>
        <p:nvCxnSpPr>
          <p:cNvPr id="4585" name="Google Shape;4585;p196"/>
          <p:cNvCxnSpPr/>
          <p:nvPr/>
        </p:nvCxnSpPr>
        <p:spPr>
          <a:xfrm rot="10800000" flipH="1">
            <a:off x="5453025" y="2249650"/>
            <a:ext cx="498900" cy="319500"/>
          </a:xfrm>
          <a:prstGeom prst="straightConnector1">
            <a:avLst/>
          </a:prstGeom>
          <a:noFill/>
          <a:ln w="19050" cap="flat" cmpd="sng">
            <a:solidFill>
              <a:srgbClr val="0075FF"/>
            </a:solidFill>
            <a:prstDash val="solid"/>
            <a:round/>
            <a:headEnd type="none" w="sm" len="sm"/>
            <a:tailEnd type="triangle" w="med" len="med"/>
          </a:ln>
        </p:spPr>
      </p:cxnSp>
      <p:cxnSp>
        <p:nvCxnSpPr>
          <p:cNvPr id="4586" name="Google Shape;4586;p196"/>
          <p:cNvCxnSpPr/>
          <p:nvPr/>
        </p:nvCxnSpPr>
        <p:spPr>
          <a:xfrm>
            <a:off x="5451638" y="2569150"/>
            <a:ext cx="498900" cy="319500"/>
          </a:xfrm>
          <a:prstGeom prst="straightConnector1">
            <a:avLst/>
          </a:prstGeom>
          <a:noFill/>
          <a:ln w="19050" cap="flat" cmpd="sng">
            <a:solidFill>
              <a:srgbClr val="0075FF"/>
            </a:solidFill>
            <a:prstDash val="solid"/>
            <a:round/>
            <a:headEnd type="none" w="sm" len="sm"/>
            <a:tailEnd type="triangle" w="med" len="med"/>
          </a:ln>
        </p:spPr>
      </p:cxnSp>
      <p:cxnSp>
        <p:nvCxnSpPr>
          <p:cNvPr id="4587" name="Google Shape;4587;p196"/>
          <p:cNvCxnSpPr/>
          <p:nvPr/>
        </p:nvCxnSpPr>
        <p:spPr>
          <a:xfrm>
            <a:off x="5472075" y="2569063"/>
            <a:ext cx="436500" cy="0"/>
          </a:xfrm>
          <a:prstGeom prst="straightConnector1">
            <a:avLst/>
          </a:prstGeom>
          <a:noFill/>
          <a:ln w="19050" cap="flat" cmpd="sng">
            <a:solidFill>
              <a:srgbClr val="0075FF"/>
            </a:solidFill>
            <a:prstDash val="solid"/>
            <a:round/>
            <a:headEnd type="none" w="sm" len="sm"/>
            <a:tailEnd type="triangle" w="med" len="med"/>
          </a:ln>
        </p:spPr>
      </p:cxnSp>
      <p:sp>
        <p:nvSpPr>
          <p:cNvPr id="4588" name="Google Shape;4588;p196"/>
          <p:cNvSpPr txBox="1"/>
          <p:nvPr/>
        </p:nvSpPr>
        <p:spPr>
          <a:xfrm rot="-5400000">
            <a:off x="4660481" y="2399644"/>
            <a:ext cx="1137900" cy="3723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800"/>
              <a:buFont typeface="Arial"/>
              <a:buNone/>
            </a:pPr>
            <a:r>
              <a:rPr lang="en" sz="800" b="1"/>
              <a:t>gRPC</a:t>
            </a:r>
            <a:r>
              <a:rPr lang="en" sz="800" b="1" i="0" u="none" strike="noStrike" cap="none"/>
              <a:t> Gateway</a:t>
            </a:r>
            <a:endParaRPr sz="800" b="1" i="0" u="none" strike="noStrike" cap="none"/>
          </a:p>
        </p:txBody>
      </p:sp>
      <p:sp>
        <p:nvSpPr>
          <p:cNvPr id="4589" name="Google Shape;4589;p196"/>
          <p:cNvSpPr txBox="1">
            <a:spLocks noGrp="1"/>
          </p:cNvSpPr>
          <p:nvPr>
            <p:ph type="title"/>
          </p:nvPr>
        </p:nvSpPr>
        <p:spPr>
          <a:xfrm>
            <a:off x="371475" y="257176"/>
            <a:ext cx="8400900" cy="5490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Clr>
                <a:schemeClr val="lt2"/>
              </a:buClr>
              <a:buSzPts val="2400"/>
              <a:buFont typeface="IBM Plex Sans"/>
              <a:buNone/>
            </a:pPr>
            <a:r>
              <a:rPr lang="en"/>
              <a:t>Leverage for Microservices Orchestration</a:t>
            </a:r>
            <a:endParaRPr/>
          </a:p>
          <a:p>
            <a:pPr marL="0" lvl="0" indent="0" algn="l" rtl="0">
              <a:spcBef>
                <a:spcPts val="0"/>
              </a:spcBef>
              <a:spcAft>
                <a:spcPts val="0"/>
              </a:spcAft>
              <a:buClr>
                <a:schemeClr val="lt2"/>
              </a:buClr>
              <a:buSzPts val="2400"/>
              <a:buFont typeface="IBM Plex Sans"/>
              <a:buNone/>
            </a:pPr>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4593"/>
        <p:cNvGrpSpPr/>
        <p:nvPr/>
      </p:nvGrpSpPr>
      <p:grpSpPr>
        <a:xfrm>
          <a:off x="0" y="0"/>
          <a:ext cx="0" cy="0"/>
          <a:chOff x="0" y="0"/>
          <a:chExt cx="0" cy="0"/>
        </a:xfrm>
      </p:grpSpPr>
      <p:sp>
        <p:nvSpPr>
          <p:cNvPr id="4594" name="Google Shape;4594;p197"/>
          <p:cNvSpPr/>
          <p:nvPr/>
        </p:nvSpPr>
        <p:spPr>
          <a:xfrm>
            <a:off x="1472789" y="1484950"/>
            <a:ext cx="960600" cy="442500"/>
          </a:xfrm>
          <a:prstGeom prst="roundRect">
            <a:avLst>
              <a:gd name="adj" fmla="val 16667"/>
            </a:avLst>
          </a:prstGeom>
          <a:solidFill>
            <a:srgbClr val="FFFFFF"/>
          </a:solidFill>
          <a:ln w="19050" cap="flat" cmpd="sng">
            <a:solidFill>
              <a:schemeClr val="accent1"/>
            </a:solidFill>
            <a:prstDash val="dash"/>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
              <a:buFont typeface="Arial"/>
              <a:buNone/>
            </a:pPr>
            <a:r>
              <a:rPr lang="en" sz="800" b="1" i="0" u="none" strike="noStrike" cap="none">
                <a:solidFill>
                  <a:srgbClr val="000000"/>
                </a:solidFill>
              </a:rPr>
              <a:t>Microservice / App</a:t>
            </a:r>
            <a:endParaRPr sz="800" b="1" i="0" u="none" strike="noStrike" cap="none">
              <a:solidFill>
                <a:srgbClr val="000000"/>
              </a:solidFill>
            </a:endParaRPr>
          </a:p>
        </p:txBody>
      </p:sp>
      <p:sp>
        <p:nvSpPr>
          <p:cNvPr id="4595" name="Google Shape;4595;p197"/>
          <p:cNvSpPr/>
          <p:nvPr/>
        </p:nvSpPr>
        <p:spPr>
          <a:xfrm>
            <a:off x="1472757" y="2376587"/>
            <a:ext cx="2635500" cy="394500"/>
          </a:xfrm>
          <a:prstGeom prst="roundRect">
            <a:avLst>
              <a:gd name="adj" fmla="val 16667"/>
            </a:avLst>
          </a:prstGeom>
          <a:solidFill>
            <a:srgbClr val="FFFFFF"/>
          </a:solid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
              <a:buFont typeface="Arial"/>
              <a:buNone/>
            </a:pPr>
            <a:r>
              <a:rPr lang="en" sz="800" b="1" i="0" u="none" strike="noStrike" cap="none">
                <a:latin typeface="Arial"/>
                <a:ea typeface="Arial"/>
                <a:cs typeface="Arial"/>
                <a:sym typeface="Arial"/>
              </a:rPr>
              <a:t>Event Bus / Messaging System</a:t>
            </a:r>
            <a:endParaRPr sz="800" b="1" i="0" u="none" strike="noStrike" cap="none">
              <a:latin typeface="Arial"/>
              <a:ea typeface="Arial"/>
              <a:cs typeface="Arial"/>
              <a:sym typeface="Arial"/>
            </a:endParaRPr>
          </a:p>
          <a:p>
            <a:pPr marL="0" marR="0" lvl="0" indent="0" algn="ctr" rtl="0">
              <a:lnSpc>
                <a:spcPct val="100000"/>
              </a:lnSpc>
              <a:spcBef>
                <a:spcPts val="0"/>
              </a:spcBef>
              <a:spcAft>
                <a:spcPts val="0"/>
              </a:spcAft>
              <a:buClr>
                <a:srgbClr val="000000"/>
              </a:buClr>
              <a:buSzPts val="800"/>
              <a:buFont typeface="Arial"/>
              <a:buNone/>
            </a:pPr>
            <a:r>
              <a:rPr lang="en" sz="800" b="1" i="0" u="none" strike="noStrike" cap="none"/>
              <a:t>(Kafka, RabbitMQ, ..)</a:t>
            </a:r>
            <a:endParaRPr sz="800" b="1" i="0" u="none" strike="noStrike" cap="none"/>
          </a:p>
        </p:txBody>
      </p:sp>
      <p:sp>
        <p:nvSpPr>
          <p:cNvPr id="4596" name="Google Shape;4596;p197"/>
          <p:cNvSpPr/>
          <p:nvPr/>
        </p:nvSpPr>
        <p:spPr>
          <a:xfrm>
            <a:off x="3147657" y="1484950"/>
            <a:ext cx="960600" cy="442500"/>
          </a:xfrm>
          <a:prstGeom prst="roundRect">
            <a:avLst>
              <a:gd name="adj" fmla="val 16667"/>
            </a:avLst>
          </a:prstGeom>
          <a:solidFill>
            <a:srgbClr val="FFFFFF"/>
          </a:solidFill>
          <a:ln w="19050" cap="flat" cmpd="sng">
            <a:solidFill>
              <a:schemeClr val="accent1"/>
            </a:solidFill>
            <a:prstDash val="dash"/>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
              <a:buFont typeface="Arial"/>
              <a:buNone/>
            </a:pPr>
            <a:r>
              <a:rPr lang="en" sz="800" b="1" i="0" u="none" strike="noStrike" cap="none">
                <a:solidFill>
                  <a:srgbClr val="000000"/>
                </a:solidFill>
              </a:rPr>
              <a:t>Microservice / App</a:t>
            </a:r>
            <a:endParaRPr sz="800" b="1" i="0" u="none" strike="noStrike" cap="none">
              <a:solidFill>
                <a:srgbClr val="000000"/>
              </a:solidFill>
            </a:endParaRPr>
          </a:p>
        </p:txBody>
      </p:sp>
      <p:cxnSp>
        <p:nvCxnSpPr>
          <p:cNvPr id="4597" name="Google Shape;4597;p197"/>
          <p:cNvCxnSpPr/>
          <p:nvPr/>
        </p:nvCxnSpPr>
        <p:spPr>
          <a:xfrm>
            <a:off x="1953052" y="1995224"/>
            <a:ext cx="0" cy="329100"/>
          </a:xfrm>
          <a:prstGeom prst="straightConnector1">
            <a:avLst/>
          </a:prstGeom>
          <a:noFill/>
          <a:ln w="19050" cap="flat" cmpd="sng">
            <a:solidFill>
              <a:schemeClr val="accent1"/>
            </a:solidFill>
            <a:prstDash val="solid"/>
            <a:round/>
            <a:headEnd type="none" w="sm" len="sm"/>
            <a:tailEnd type="none" w="sm" len="sm"/>
          </a:ln>
        </p:spPr>
      </p:cxnSp>
      <p:cxnSp>
        <p:nvCxnSpPr>
          <p:cNvPr id="4598" name="Google Shape;4598;p197"/>
          <p:cNvCxnSpPr/>
          <p:nvPr/>
        </p:nvCxnSpPr>
        <p:spPr>
          <a:xfrm>
            <a:off x="3627920" y="1977175"/>
            <a:ext cx="0" cy="329100"/>
          </a:xfrm>
          <a:prstGeom prst="straightConnector1">
            <a:avLst/>
          </a:prstGeom>
          <a:noFill/>
          <a:ln w="19050" cap="flat" cmpd="sng">
            <a:solidFill>
              <a:schemeClr val="accent1"/>
            </a:solidFill>
            <a:prstDash val="solid"/>
            <a:round/>
            <a:headEnd type="none" w="sm" len="sm"/>
            <a:tailEnd type="none" w="sm" len="sm"/>
          </a:ln>
        </p:spPr>
      </p:cxnSp>
      <p:sp>
        <p:nvSpPr>
          <p:cNvPr id="4599" name="Google Shape;4599;p197"/>
          <p:cNvSpPr/>
          <p:nvPr/>
        </p:nvSpPr>
        <p:spPr>
          <a:xfrm>
            <a:off x="2310207" y="3220073"/>
            <a:ext cx="960600" cy="442500"/>
          </a:xfrm>
          <a:prstGeom prst="roundRect">
            <a:avLst>
              <a:gd name="adj" fmla="val 16667"/>
            </a:avLst>
          </a:prstGeom>
          <a:solidFill>
            <a:srgbClr val="FFFFFF"/>
          </a:solidFill>
          <a:ln w="19050" cap="flat" cmpd="sng">
            <a:solidFill>
              <a:schemeClr val="accent1"/>
            </a:solidFill>
            <a:prstDash val="dash"/>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
              <a:buFont typeface="Arial"/>
              <a:buNone/>
            </a:pPr>
            <a:r>
              <a:rPr lang="en" sz="800" b="1" i="0" u="none" strike="noStrike" cap="none">
                <a:solidFill>
                  <a:srgbClr val="000000"/>
                </a:solidFill>
              </a:rPr>
              <a:t>Microservice / App</a:t>
            </a:r>
            <a:endParaRPr sz="800" b="1" i="0" u="none" strike="noStrike" cap="none">
              <a:solidFill>
                <a:srgbClr val="000000"/>
              </a:solidFill>
            </a:endParaRPr>
          </a:p>
        </p:txBody>
      </p:sp>
      <p:cxnSp>
        <p:nvCxnSpPr>
          <p:cNvPr id="4600" name="Google Shape;4600;p197"/>
          <p:cNvCxnSpPr/>
          <p:nvPr/>
        </p:nvCxnSpPr>
        <p:spPr>
          <a:xfrm>
            <a:off x="2790470" y="2831950"/>
            <a:ext cx="0" cy="329100"/>
          </a:xfrm>
          <a:prstGeom prst="straightConnector1">
            <a:avLst/>
          </a:prstGeom>
          <a:noFill/>
          <a:ln w="19050" cap="flat" cmpd="sng">
            <a:solidFill>
              <a:schemeClr val="accent1"/>
            </a:solidFill>
            <a:prstDash val="solid"/>
            <a:round/>
            <a:headEnd type="none" w="sm" len="sm"/>
            <a:tailEnd type="none" w="sm" len="sm"/>
          </a:ln>
        </p:spPr>
      </p:cxnSp>
      <p:sp>
        <p:nvSpPr>
          <p:cNvPr id="4601" name="Google Shape;4601;p197"/>
          <p:cNvSpPr txBox="1"/>
          <p:nvPr/>
        </p:nvSpPr>
        <p:spPr>
          <a:xfrm>
            <a:off x="270756" y="3939838"/>
            <a:ext cx="7046700" cy="523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400"/>
              <a:buFont typeface="Arial"/>
              <a:buNone/>
            </a:pPr>
            <a:r>
              <a:rPr lang="en" sz="1400" b="1" i="0" u="none" strike="noStrike" cap="none">
                <a:solidFill>
                  <a:srgbClr val="000000"/>
                </a:solidFill>
                <a:latin typeface="Arial"/>
                <a:ea typeface="Arial"/>
                <a:cs typeface="Arial"/>
                <a:sym typeface="Arial"/>
              </a:rPr>
              <a:t>Option 3</a:t>
            </a:r>
            <a:r>
              <a:rPr lang="en" sz="1400" b="0" i="0" u="none" strike="noStrike" cap="none">
                <a:solidFill>
                  <a:srgbClr val="000000"/>
                </a:solidFill>
                <a:latin typeface="Arial"/>
                <a:ea typeface="Arial"/>
                <a:cs typeface="Arial"/>
                <a:sym typeface="Arial"/>
              </a:rPr>
              <a:t>: Use Zeebe as State Machine in Event Driven Microservices Architecture</a:t>
            </a:r>
            <a:endParaRPr sz="1400" b="0" i="0" u="none" strike="noStrike" cap="none">
              <a:solidFill>
                <a:srgbClr val="000000"/>
              </a:solidFill>
              <a:latin typeface="Arial"/>
              <a:ea typeface="Arial"/>
              <a:cs typeface="Arial"/>
              <a:sym typeface="Arial"/>
            </a:endParaRPr>
          </a:p>
          <a:p>
            <a:pPr marL="0" lvl="0" indent="0" algn="l" rtl="0">
              <a:spcBef>
                <a:spcPts val="0"/>
              </a:spcBef>
              <a:spcAft>
                <a:spcPts val="0"/>
              </a:spcAft>
              <a:buClr>
                <a:schemeClr val="dk1"/>
              </a:buClr>
              <a:buSzPts val="1400"/>
              <a:buFont typeface="Arial"/>
              <a:buNone/>
            </a:pPr>
            <a:r>
              <a:rPr lang="en" sz="900">
                <a:solidFill>
                  <a:schemeClr val="dk1"/>
                </a:solidFill>
              </a:rPr>
              <a:t>Product Documentation: </a:t>
            </a:r>
            <a:r>
              <a:rPr lang="en" sz="900" u="sng">
                <a:solidFill>
                  <a:schemeClr val="hlink"/>
                </a:solidFill>
                <a:hlinkClick r:id="rId3"/>
              </a:rPr>
              <a:t>https://docs.camunda.io/docs/components/zeebe/technical-concepts/internal-processing/</a:t>
            </a:r>
            <a:r>
              <a:rPr lang="en" sz="900">
                <a:solidFill>
                  <a:schemeClr val="dk1"/>
                </a:solidFill>
              </a:rPr>
              <a:t> </a:t>
            </a:r>
            <a:endParaRPr/>
          </a:p>
        </p:txBody>
      </p:sp>
      <p:sp>
        <p:nvSpPr>
          <p:cNvPr id="4602" name="Google Shape;4602;p197"/>
          <p:cNvSpPr txBox="1"/>
          <p:nvPr/>
        </p:nvSpPr>
        <p:spPr>
          <a:xfrm>
            <a:off x="4311949" y="2527564"/>
            <a:ext cx="716100" cy="3291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800"/>
              <a:buFont typeface="Arial"/>
              <a:buNone/>
            </a:pPr>
            <a:r>
              <a:rPr lang="en" sz="800" b="1" i="0" u="none" strike="noStrike" cap="none">
                <a:latin typeface="Arial"/>
                <a:ea typeface="Arial"/>
                <a:cs typeface="Arial"/>
                <a:sym typeface="Arial"/>
              </a:rPr>
              <a:t>Pub / Sub</a:t>
            </a:r>
            <a:endParaRPr sz="800" b="1" i="0" u="none" strike="noStrike" cap="none">
              <a:latin typeface="Arial"/>
              <a:ea typeface="Arial"/>
              <a:cs typeface="Arial"/>
              <a:sym typeface="Arial"/>
            </a:endParaRPr>
          </a:p>
        </p:txBody>
      </p:sp>
      <p:sp>
        <p:nvSpPr>
          <p:cNvPr id="4603" name="Google Shape;4603;p197"/>
          <p:cNvSpPr txBox="1"/>
          <p:nvPr/>
        </p:nvSpPr>
        <p:spPr>
          <a:xfrm>
            <a:off x="6312932" y="4330279"/>
            <a:ext cx="2535300" cy="394500"/>
          </a:xfrm>
          <a:prstGeom prst="rect">
            <a:avLst/>
          </a:prstGeom>
          <a:noFill/>
          <a:ln>
            <a:noFill/>
          </a:ln>
        </p:spPr>
        <p:txBody>
          <a:bodyPr spcFirstLastPara="1" wrap="square" lIns="91425" tIns="91425" rIns="91425" bIns="91425" anchor="t" anchorCtr="0">
            <a:noAutofit/>
          </a:bodyPr>
          <a:lstStyle/>
          <a:p>
            <a:pPr marL="0" marR="0" lvl="0" indent="0" algn="r" rtl="0">
              <a:lnSpc>
                <a:spcPct val="100000"/>
              </a:lnSpc>
              <a:spcBef>
                <a:spcPts val="0"/>
              </a:spcBef>
              <a:spcAft>
                <a:spcPts val="0"/>
              </a:spcAft>
              <a:buClr>
                <a:srgbClr val="000000"/>
              </a:buClr>
              <a:buSzPts val="1400"/>
              <a:buFont typeface="Arial"/>
              <a:buNone/>
            </a:pPr>
            <a:r>
              <a:rPr lang="en" sz="1300" b="0" i="0" u="none" strike="noStrike" cap="none">
                <a:solidFill>
                  <a:srgbClr val="000000"/>
                </a:solidFill>
                <a:latin typeface="Arial"/>
                <a:ea typeface="Arial"/>
                <a:cs typeface="Arial"/>
                <a:sym typeface="Arial"/>
              </a:rPr>
              <a:t>Read more in this </a:t>
            </a:r>
            <a:r>
              <a:rPr lang="en" sz="1300" b="0" i="0" u="sng" strike="noStrike" cap="none">
                <a:solidFill>
                  <a:schemeClr val="hlink"/>
                </a:solidFill>
                <a:latin typeface="Arial"/>
                <a:ea typeface="Arial"/>
                <a:cs typeface="Arial"/>
                <a:sym typeface="Arial"/>
                <a:hlinkClick r:id="rId4"/>
              </a:rPr>
              <a:t>Blogpost</a:t>
            </a:r>
            <a:endParaRPr sz="1300" b="0" i="0" u="none" strike="noStrike" cap="none">
              <a:solidFill>
                <a:srgbClr val="000000"/>
              </a:solidFill>
              <a:latin typeface="Arial"/>
              <a:ea typeface="Arial"/>
              <a:cs typeface="Arial"/>
              <a:sym typeface="Arial"/>
            </a:endParaRPr>
          </a:p>
        </p:txBody>
      </p:sp>
      <p:cxnSp>
        <p:nvCxnSpPr>
          <p:cNvPr id="4604" name="Google Shape;4604;p197"/>
          <p:cNvCxnSpPr/>
          <p:nvPr/>
        </p:nvCxnSpPr>
        <p:spPr>
          <a:xfrm>
            <a:off x="4307029" y="2569112"/>
            <a:ext cx="726000" cy="0"/>
          </a:xfrm>
          <a:prstGeom prst="straightConnector1">
            <a:avLst/>
          </a:prstGeom>
          <a:noFill/>
          <a:ln w="12700" cap="flat" cmpd="sng">
            <a:solidFill>
              <a:schemeClr val="accent1"/>
            </a:solidFill>
            <a:prstDash val="solid"/>
            <a:round/>
            <a:headEnd type="triangle" w="med" len="med"/>
            <a:tailEnd type="triangle" w="med" len="med"/>
          </a:ln>
        </p:spPr>
      </p:cxnSp>
      <p:sp>
        <p:nvSpPr>
          <p:cNvPr id="4605" name="Google Shape;4605;p197"/>
          <p:cNvSpPr/>
          <p:nvPr/>
        </p:nvSpPr>
        <p:spPr>
          <a:xfrm>
            <a:off x="5392400" y="1484950"/>
            <a:ext cx="2325900" cy="2135400"/>
          </a:xfrm>
          <a:prstGeom prst="roundRect">
            <a:avLst>
              <a:gd name="adj" fmla="val 16667"/>
            </a:avLst>
          </a:prstGeom>
          <a:solidFill>
            <a:srgbClr val="FFFFFF"/>
          </a:solidFill>
          <a:ln w="19050" cap="flat" cmpd="sng">
            <a:solidFill>
              <a:srgbClr val="0075FF"/>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100"/>
              <a:buFont typeface="Arial"/>
              <a:buNone/>
            </a:pPr>
            <a:endParaRPr sz="1100" b="0" i="0" u="none" strike="noStrike" cap="none">
              <a:solidFill>
                <a:srgbClr val="0075FF"/>
              </a:solidFill>
              <a:latin typeface="Arial"/>
              <a:ea typeface="Arial"/>
              <a:cs typeface="Arial"/>
              <a:sym typeface="Arial"/>
            </a:endParaRPr>
          </a:p>
        </p:txBody>
      </p:sp>
      <p:sp>
        <p:nvSpPr>
          <p:cNvPr id="4606" name="Google Shape;4606;p197"/>
          <p:cNvSpPr/>
          <p:nvPr/>
        </p:nvSpPr>
        <p:spPr>
          <a:xfrm>
            <a:off x="5213175" y="2000200"/>
            <a:ext cx="335100" cy="1137900"/>
          </a:xfrm>
          <a:prstGeom prst="roundRect">
            <a:avLst>
              <a:gd name="adj" fmla="val 16667"/>
            </a:avLst>
          </a:prstGeom>
          <a:solidFill>
            <a:srgbClr val="FFFFFF"/>
          </a:solidFill>
          <a:ln w="19050" cap="flat" cmpd="sng">
            <a:solidFill>
              <a:schemeClr val="accent2"/>
            </a:solidFill>
            <a:prstDash val="solid"/>
            <a:round/>
            <a:headEnd type="none" w="sm" len="sm"/>
            <a:tailEnd type="none" w="sm" len="sm"/>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None/>
            </a:pPr>
            <a:endParaRPr sz="800">
              <a:solidFill>
                <a:schemeClr val="lt1"/>
              </a:solidFill>
            </a:endParaRPr>
          </a:p>
        </p:txBody>
      </p:sp>
      <p:sp>
        <p:nvSpPr>
          <p:cNvPr id="4607" name="Google Shape;4607;p197"/>
          <p:cNvSpPr/>
          <p:nvPr/>
        </p:nvSpPr>
        <p:spPr>
          <a:xfrm>
            <a:off x="6273000" y="1708406"/>
            <a:ext cx="638700" cy="525600"/>
          </a:xfrm>
          <a:prstGeom prst="roundRect">
            <a:avLst>
              <a:gd name="adj" fmla="val 16667"/>
            </a:avLst>
          </a:prstGeom>
          <a:solidFill>
            <a:srgbClr val="FFFFFF"/>
          </a:solidFill>
          <a:ln w="19050" cap="flat" cmpd="sng">
            <a:solidFill>
              <a:srgbClr val="0075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
              <a:buFont typeface="Arial"/>
              <a:buNone/>
            </a:pPr>
            <a:r>
              <a:rPr lang="en" sz="800" b="1" i="0" u="none" strike="noStrike" cap="none"/>
              <a:t>Broker</a:t>
            </a:r>
            <a:endParaRPr sz="800" b="1" i="0" u="none" strike="noStrike" cap="none"/>
          </a:p>
        </p:txBody>
      </p:sp>
      <p:sp>
        <p:nvSpPr>
          <p:cNvPr id="4608" name="Google Shape;4608;p197"/>
          <p:cNvSpPr/>
          <p:nvPr/>
        </p:nvSpPr>
        <p:spPr>
          <a:xfrm>
            <a:off x="7003818" y="2306344"/>
            <a:ext cx="638700" cy="525600"/>
          </a:xfrm>
          <a:prstGeom prst="roundRect">
            <a:avLst>
              <a:gd name="adj" fmla="val 16667"/>
            </a:avLst>
          </a:prstGeom>
          <a:solidFill>
            <a:srgbClr val="FFFFFF"/>
          </a:solidFill>
          <a:ln w="19050" cap="flat" cmpd="sng">
            <a:solidFill>
              <a:srgbClr val="0075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
              <a:buFont typeface="Arial"/>
              <a:buNone/>
            </a:pPr>
            <a:r>
              <a:rPr lang="en" sz="800" b="1" i="0" u="none" strike="noStrike" cap="none"/>
              <a:t>Broker</a:t>
            </a:r>
            <a:endParaRPr sz="800" b="1" i="0" u="none" strike="noStrike" cap="none"/>
          </a:p>
        </p:txBody>
      </p:sp>
      <p:sp>
        <p:nvSpPr>
          <p:cNvPr id="4609" name="Google Shape;4609;p197"/>
          <p:cNvSpPr/>
          <p:nvPr/>
        </p:nvSpPr>
        <p:spPr>
          <a:xfrm>
            <a:off x="6273000" y="2862656"/>
            <a:ext cx="638700" cy="525600"/>
          </a:xfrm>
          <a:prstGeom prst="roundRect">
            <a:avLst>
              <a:gd name="adj" fmla="val 16667"/>
            </a:avLst>
          </a:prstGeom>
          <a:solidFill>
            <a:srgbClr val="FFFFFF"/>
          </a:solidFill>
          <a:ln w="19050" cap="flat" cmpd="sng">
            <a:solidFill>
              <a:srgbClr val="0075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
              <a:buFont typeface="Arial"/>
              <a:buNone/>
            </a:pPr>
            <a:r>
              <a:rPr lang="en" sz="800" b="1" i="0" u="none" strike="noStrike" cap="none"/>
              <a:t>Broker</a:t>
            </a:r>
            <a:endParaRPr sz="800" b="1" i="0" u="none" strike="noStrike" cap="none"/>
          </a:p>
        </p:txBody>
      </p:sp>
      <p:sp>
        <p:nvSpPr>
          <p:cNvPr id="4610" name="Google Shape;4610;p197"/>
          <p:cNvSpPr/>
          <p:nvPr/>
        </p:nvSpPr>
        <p:spPr>
          <a:xfrm>
            <a:off x="6361950" y="2351075"/>
            <a:ext cx="394500" cy="394500"/>
          </a:xfrm>
          <a:prstGeom prst="arc">
            <a:avLst>
              <a:gd name="adj1" fmla="val 16200000"/>
              <a:gd name="adj2" fmla="val 14497151"/>
            </a:avLst>
          </a:prstGeom>
          <a:noFill/>
          <a:ln w="19050" cap="flat" cmpd="sng">
            <a:solidFill>
              <a:srgbClr val="0075FF"/>
            </a:solidFill>
            <a:prstDash val="solid"/>
            <a:round/>
            <a:headEnd type="none" w="sm" len="sm"/>
            <a:tailEnd type="triangl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100"/>
              <a:buFont typeface="Arial"/>
              <a:buNone/>
            </a:pPr>
            <a:endParaRPr sz="1100" b="0" i="0" u="none" strike="noStrike" cap="none">
              <a:solidFill>
                <a:srgbClr val="000000"/>
              </a:solidFill>
              <a:latin typeface="Arial"/>
              <a:ea typeface="Arial"/>
              <a:cs typeface="Arial"/>
              <a:sym typeface="Arial"/>
            </a:endParaRPr>
          </a:p>
        </p:txBody>
      </p:sp>
      <p:cxnSp>
        <p:nvCxnSpPr>
          <p:cNvPr id="4611" name="Google Shape;4611;p197"/>
          <p:cNvCxnSpPr/>
          <p:nvPr/>
        </p:nvCxnSpPr>
        <p:spPr>
          <a:xfrm rot="10800000" flipH="1">
            <a:off x="5624475" y="2249650"/>
            <a:ext cx="498900" cy="319500"/>
          </a:xfrm>
          <a:prstGeom prst="straightConnector1">
            <a:avLst/>
          </a:prstGeom>
          <a:noFill/>
          <a:ln w="19050" cap="flat" cmpd="sng">
            <a:solidFill>
              <a:srgbClr val="0075FF"/>
            </a:solidFill>
            <a:prstDash val="solid"/>
            <a:round/>
            <a:headEnd type="none" w="sm" len="sm"/>
            <a:tailEnd type="triangle" w="med" len="med"/>
          </a:ln>
        </p:spPr>
      </p:cxnSp>
      <p:cxnSp>
        <p:nvCxnSpPr>
          <p:cNvPr id="4612" name="Google Shape;4612;p197"/>
          <p:cNvCxnSpPr/>
          <p:nvPr/>
        </p:nvCxnSpPr>
        <p:spPr>
          <a:xfrm>
            <a:off x="5623088" y="2569150"/>
            <a:ext cx="498900" cy="319500"/>
          </a:xfrm>
          <a:prstGeom prst="straightConnector1">
            <a:avLst/>
          </a:prstGeom>
          <a:noFill/>
          <a:ln w="19050" cap="flat" cmpd="sng">
            <a:solidFill>
              <a:srgbClr val="0075FF"/>
            </a:solidFill>
            <a:prstDash val="solid"/>
            <a:round/>
            <a:headEnd type="none" w="sm" len="sm"/>
            <a:tailEnd type="triangle" w="med" len="med"/>
          </a:ln>
        </p:spPr>
      </p:cxnSp>
      <p:cxnSp>
        <p:nvCxnSpPr>
          <p:cNvPr id="4613" name="Google Shape;4613;p197"/>
          <p:cNvCxnSpPr/>
          <p:nvPr/>
        </p:nvCxnSpPr>
        <p:spPr>
          <a:xfrm>
            <a:off x="5643525" y="2569063"/>
            <a:ext cx="436500" cy="0"/>
          </a:xfrm>
          <a:prstGeom prst="straightConnector1">
            <a:avLst/>
          </a:prstGeom>
          <a:noFill/>
          <a:ln w="19050" cap="flat" cmpd="sng">
            <a:solidFill>
              <a:srgbClr val="0075FF"/>
            </a:solidFill>
            <a:prstDash val="solid"/>
            <a:round/>
            <a:headEnd type="none" w="sm" len="sm"/>
            <a:tailEnd type="triangle" w="med" len="med"/>
          </a:ln>
        </p:spPr>
      </p:cxnSp>
      <p:sp>
        <p:nvSpPr>
          <p:cNvPr id="4614" name="Google Shape;4614;p197"/>
          <p:cNvSpPr txBox="1"/>
          <p:nvPr/>
        </p:nvSpPr>
        <p:spPr>
          <a:xfrm>
            <a:off x="5988150" y="1165450"/>
            <a:ext cx="1142100" cy="3195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000"/>
              <a:buFont typeface="Arial"/>
              <a:buNone/>
            </a:pPr>
            <a:r>
              <a:rPr lang="en" sz="1000" b="1" i="0" u="none" strike="noStrike" cap="none">
                <a:solidFill>
                  <a:srgbClr val="0075FF"/>
                </a:solidFill>
                <a:latin typeface="Arial"/>
                <a:ea typeface="Arial"/>
                <a:cs typeface="Arial"/>
                <a:sym typeface="Arial"/>
              </a:rPr>
              <a:t>Zeebe Cluster</a:t>
            </a:r>
            <a:endParaRPr sz="1000" b="1" i="0" u="none" strike="noStrike" cap="none">
              <a:solidFill>
                <a:srgbClr val="0075FF"/>
              </a:solidFill>
              <a:latin typeface="Arial"/>
              <a:ea typeface="Arial"/>
              <a:cs typeface="Arial"/>
              <a:sym typeface="Arial"/>
            </a:endParaRPr>
          </a:p>
        </p:txBody>
      </p:sp>
      <p:sp>
        <p:nvSpPr>
          <p:cNvPr id="4615" name="Google Shape;4615;p197"/>
          <p:cNvSpPr txBox="1"/>
          <p:nvPr/>
        </p:nvSpPr>
        <p:spPr>
          <a:xfrm rot="-5400000">
            <a:off x="4831931" y="2399644"/>
            <a:ext cx="1137900" cy="3723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800"/>
              <a:buFont typeface="Arial"/>
              <a:buNone/>
            </a:pPr>
            <a:r>
              <a:rPr lang="en" sz="800" b="1"/>
              <a:t>g</a:t>
            </a:r>
            <a:r>
              <a:rPr lang="en" sz="800" b="1" i="0" u="none" strike="noStrike" cap="none"/>
              <a:t>RPC Gateway</a:t>
            </a:r>
            <a:endParaRPr sz="800" b="1" i="0" u="none" strike="noStrike" cap="none"/>
          </a:p>
        </p:txBody>
      </p:sp>
      <p:sp>
        <p:nvSpPr>
          <p:cNvPr id="4616" name="Google Shape;4616;p197"/>
          <p:cNvSpPr txBox="1">
            <a:spLocks noGrp="1"/>
          </p:cNvSpPr>
          <p:nvPr>
            <p:ph type="title"/>
          </p:nvPr>
        </p:nvSpPr>
        <p:spPr>
          <a:xfrm>
            <a:off x="371475" y="257176"/>
            <a:ext cx="8400900" cy="5490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Clr>
                <a:schemeClr val="lt2"/>
              </a:buClr>
              <a:buSzPts val="2400"/>
              <a:buFont typeface="IBM Plex Sans"/>
              <a:buNone/>
            </a:pPr>
            <a:r>
              <a:rPr lang="en"/>
              <a:t>Leverage for Microservices Orchestration</a:t>
            </a:r>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4620"/>
        <p:cNvGrpSpPr/>
        <p:nvPr/>
      </p:nvGrpSpPr>
      <p:grpSpPr>
        <a:xfrm>
          <a:off x="0" y="0"/>
          <a:ext cx="0" cy="0"/>
          <a:chOff x="0" y="0"/>
          <a:chExt cx="0" cy="0"/>
        </a:xfrm>
      </p:grpSpPr>
      <p:grpSp>
        <p:nvGrpSpPr>
          <p:cNvPr id="4621" name="Google Shape;4621;p198"/>
          <p:cNvGrpSpPr/>
          <p:nvPr/>
        </p:nvGrpSpPr>
        <p:grpSpPr>
          <a:xfrm>
            <a:off x="411861" y="4077925"/>
            <a:ext cx="8320500" cy="402900"/>
            <a:chOff x="303925" y="4575167"/>
            <a:chExt cx="8320500" cy="402900"/>
          </a:xfrm>
        </p:grpSpPr>
        <p:sp>
          <p:nvSpPr>
            <p:cNvPr id="4622" name="Google Shape;4622;p198"/>
            <p:cNvSpPr/>
            <p:nvPr/>
          </p:nvSpPr>
          <p:spPr>
            <a:xfrm>
              <a:off x="303925" y="4575167"/>
              <a:ext cx="8320500" cy="402900"/>
            </a:xfrm>
            <a:prstGeom prst="roundRect">
              <a:avLst>
                <a:gd name="adj" fmla="val 0"/>
              </a:avLst>
            </a:prstGeom>
            <a:solidFill>
              <a:srgbClr val="FFFFFF"/>
            </a:solidFill>
            <a:ln w="19050" cap="flat" cmpd="sng">
              <a:solidFill>
                <a:srgbClr val="0075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Arial"/>
                  <a:ea typeface="Arial"/>
                  <a:cs typeface="Arial"/>
                  <a:sym typeface="Arial"/>
                </a:rPr>
                <a:t>Kubernetes</a:t>
              </a:r>
              <a:endParaRPr sz="1400" b="0" i="0" u="none" strike="noStrike" cap="none">
                <a:solidFill>
                  <a:srgbClr val="000000"/>
                </a:solidFill>
                <a:latin typeface="Arial"/>
                <a:ea typeface="Arial"/>
                <a:cs typeface="Arial"/>
                <a:sym typeface="Arial"/>
              </a:endParaRPr>
            </a:p>
          </p:txBody>
        </p:sp>
        <p:pic>
          <p:nvPicPr>
            <p:cNvPr id="4623" name="Google Shape;4623;p198"/>
            <p:cNvPicPr preferRelativeResize="0"/>
            <p:nvPr/>
          </p:nvPicPr>
          <p:blipFill rotWithShape="1">
            <a:blip r:embed="rId3">
              <a:alphaModFix/>
            </a:blip>
            <a:srcRect/>
            <a:stretch/>
          </p:blipFill>
          <p:spPr>
            <a:xfrm>
              <a:off x="3565810" y="4624520"/>
              <a:ext cx="323794" cy="315300"/>
            </a:xfrm>
            <a:prstGeom prst="rect">
              <a:avLst/>
            </a:prstGeom>
            <a:noFill/>
            <a:ln>
              <a:noFill/>
            </a:ln>
          </p:spPr>
        </p:pic>
      </p:grpSp>
      <p:sp>
        <p:nvSpPr>
          <p:cNvPr id="4624" name="Google Shape;4624;p198"/>
          <p:cNvSpPr/>
          <p:nvPr/>
        </p:nvSpPr>
        <p:spPr>
          <a:xfrm>
            <a:off x="7729688" y="2569158"/>
            <a:ext cx="981900" cy="655500"/>
          </a:xfrm>
          <a:prstGeom prst="roundRect">
            <a:avLst>
              <a:gd name="adj" fmla="val 16667"/>
            </a:avLst>
          </a:prstGeom>
          <a:solidFill>
            <a:srgbClr val="FFFFFF"/>
          </a:solidFill>
          <a:ln w="19050" cap="flat" cmpd="sng">
            <a:solidFill>
              <a:srgbClr val="14D890"/>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None/>
            </a:pPr>
            <a:r>
              <a:rPr lang="en" sz="800" b="1"/>
              <a:t>Tasklist</a:t>
            </a:r>
            <a:endParaRPr sz="800" b="1"/>
          </a:p>
        </p:txBody>
      </p:sp>
      <p:sp>
        <p:nvSpPr>
          <p:cNvPr id="4625" name="Google Shape;4625;p198"/>
          <p:cNvSpPr/>
          <p:nvPr/>
        </p:nvSpPr>
        <p:spPr>
          <a:xfrm>
            <a:off x="7729680" y="1794563"/>
            <a:ext cx="981900" cy="655500"/>
          </a:xfrm>
          <a:prstGeom prst="roundRect">
            <a:avLst>
              <a:gd name="adj" fmla="val 16667"/>
            </a:avLst>
          </a:prstGeom>
          <a:solidFill>
            <a:srgbClr val="FFFFFF"/>
          </a:solidFill>
          <a:ln w="19050" cap="flat" cmpd="sng">
            <a:solidFill>
              <a:srgbClr val="14D890"/>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
              <a:buFont typeface="Arial"/>
              <a:buNone/>
            </a:pPr>
            <a:r>
              <a:rPr lang="en" sz="800" b="1"/>
              <a:t>Operate</a:t>
            </a:r>
            <a:endParaRPr sz="800" b="1" i="0" u="none" strike="noStrike" cap="none"/>
          </a:p>
        </p:txBody>
      </p:sp>
      <p:cxnSp>
        <p:nvCxnSpPr>
          <p:cNvPr id="4626" name="Google Shape;4626;p198"/>
          <p:cNvCxnSpPr/>
          <p:nvPr/>
        </p:nvCxnSpPr>
        <p:spPr>
          <a:xfrm>
            <a:off x="5354766" y="2886898"/>
            <a:ext cx="861000" cy="10800"/>
          </a:xfrm>
          <a:prstGeom prst="straightConnector1">
            <a:avLst/>
          </a:prstGeom>
          <a:noFill/>
          <a:ln w="12700" cap="flat" cmpd="sng">
            <a:solidFill>
              <a:srgbClr val="14D890"/>
            </a:solidFill>
            <a:prstDash val="solid"/>
            <a:round/>
            <a:headEnd type="none" w="sm" len="sm"/>
            <a:tailEnd type="triangle" w="med" len="med"/>
          </a:ln>
        </p:spPr>
      </p:cxnSp>
      <p:sp>
        <p:nvSpPr>
          <p:cNvPr id="4627" name="Google Shape;4627;p198"/>
          <p:cNvSpPr txBox="1"/>
          <p:nvPr/>
        </p:nvSpPr>
        <p:spPr>
          <a:xfrm>
            <a:off x="5511120" y="2456664"/>
            <a:ext cx="737400" cy="3945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800"/>
              <a:buFont typeface="Arial"/>
              <a:buNone/>
            </a:pPr>
            <a:r>
              <a:rPr lang="en" sz="800" b="1" i="0" u="none" strike="noStrike" cap="none">
                <a:solidFill>
                  <a:srgbClr val="000000"/>
                </a:solidFill>
              </a:rPr>
              <a:t>Streaming Exporter</a:t>
            </a:r>
            <a:endParaRPr sz="800" b="1" i="0" u="none" strike="noStrike" cap="none">
              <a:solidFill>
                <a:srgbClr val="000000"/>
              </a:solidFill>
            </a:endParaRPr>
          </a:p>
        </p:txBody>
      </p:sp>
      <p:sp>
        <p:nvSpPr>
          <p:cNvPr id="4628" name="Google Shape;4628;p198"/>
          <p:cNvSpPr/>
          <p:nvPr/>
        </p:nvSpPr>
        <p:spPr>
          <a:xfrm>
            <a:off x="990825" y="2693540"/>
            <a:ext cx="737381" cy="254444"/>
          </a:xfrm>
          <a:prstGeom prst="flowChartMagneticDrum">
            <a:avLst/>
          </a:prstGeom>
          <a:solidFill>
            <a:srgbClr val="FFFFFF"/>
          </a:solidFill>
          <a:ln w="19050" cap="flat" cmpd="sng">
            <a:solidFill>
              <a:srgbClr val="FF8B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100"/>
              <a:buFont typeface="Arial"/>
              <a:buNone/>
            </a:pPr>
            <a:endParaRPr sz="1100" b="0" i="0" u="none" strike="noStrike" cap="none">
              <a:solidFill>
                <a:srgbClr val="000000"/>
              </a:solidFill>
              <a:latin typeface="Arial"/>
              <a:ea typeface="Arial"/>
              <a:cs typeface="Arial"/>
              <a:sym typeface="Arial"/>
            </a:endParaRPr>
          </a:p>
        </p:txBody>
      </p:sp>
      <p:cxnSp>
        <p:nvCxnSpPr>
          <p:cNvPr id="4629" name="Google Shape;4629;p198"/>
          <p:cNvCxnSpPr/>
          <p:nvPr/>
        </p:nvCxnSpPr>
        <p:spPr>
          <a:xfrm>
            <a:off x="1998468" y="2357713"/>
            <a:ext cx="504900" cy="264900"/>
          </a:xfrm>
          <a:prstGeom prst="straightConnector1">
            <a:avLst/>
          </a:prstGeom>
          <a:noFill/>
          <a:ln w="12700" cap="flat" cmpd="sng">
            <a:solidFill>
              <a:srgbClr val="FF8B00"/>
            </a:solidFill>
            <a:prstDash val="solid"/>
            <a:round/>
            <a:headEnd type="triangle" w="med" len="med"/>
            <a:tailEnd type="triangle" w="med" len="med"/>
          </a:ln>
        </p:spPr>
      </p:cxnSp>
      <p:cxnSp>
        <p:nvCxnSpPr>
          <p:cNvPr id="4630" name="Google Shape;4630;p198"/>
          <p:cNvCxnSpPr/>
          <p:nvPr/>
        </p:nvCxnSpPr>
        <p:spPr>
          <a:xfrm>
            <a:off x="1981250" y="2836274"/>
            <a:ext cx="539400" cy="0"/>
          </a:xfrm>
          <a:prstGeom prst="straightConnector1">
            <a:avLst/>
          </a:prstGeom>
          <a:noFill/>
          <a:ln w="12700" cap="flat" cmpd="sng">
            <a:solidFill>
              <a:srgbClr val="FF8B00"/>
            </a:solidFill>
            <a:prstDash val="solid"/>
            <a:round/>
            <a:headEnd type="triangle" w="med" len="med"/>
            <a:tailEnd type="triangle" w="med" len="med"/>
          </a:ln>
        </p:spPr>
      </p:cxnSp>
      <p:sp>
        <p:nvSpPr>
          <p:cNvPr id="4631" name="Google Shape;4631;p198"/>
          <p:cNvSpPr txBox="1"/>
          <p:nvPr/>
        </p:nvSpPr>
        <p:spPr>
          <a:xfrm>
            <a:off x="554570" y="2925825"/>
            <a:ext cx="1787100" cy="2649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800"/>
              <a:buFont typeface="Arial"/>
              <a:buNone/>
            </a:pPr>
            <a:r>
              <a:rPr lang="en" sz="800" b="1" i="0" u="none" strike="noStrike" cap="none">
                <a:solidFill>
                  <a:srgbClr val="000000"/>
                </a:solidFill>
              </a:rPr>
              <a:t>Event Bus / Messaging System</a:t>
            </a:r>
            <a:endParaRPr sz="800" b="1" i="0" u="none" strike="noStrike" cap="none">
              <a:solidFill>
                <a:srgbClr val="000000"/>
              </a:solidFill>
            </a:endParaRPr>
          </a:p>
        </p:txBody>
      </p:sp>
      <p:sp>
        <p:nvSpPr>
          <p:cNvPr id="4632" name="Google Shape;4632;p198"/>
          <p:cNvSpPr/>
          <p:nvPr/>
        </p:nvSpPr>
        <p:spPr>
          <a:xfrm>
            <a:off x="932326" y="3361886"/>
            <a:ext cx="854400" cy="319500"/>
          </a:xfrm>
          <a:prstGeom prst="roundRect">
            <a:avLst>
              <a:gd name="adj" fmla="val 16667"/>
            </a:avLst>
          </a:prstGeom>
          <a:solidFill>
            <a:srgbClr val="FFFFFF"/>
          </a:solidFill>
          <a:ln w="19050" cap="flat" cmpd="sng">
            <a:solidFill>
              <a:srgbClr val="FF8B00"/>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
              <a:buFont typeface="Arial"/>
              <a:buNone/>
            </a:pPr>
            <a:r>
              <a:rPr lang="en" sz="800" b="1" i="0" u="none" strike="noStrike" cap="none"/>
              <a:t>Connector (Http, …)</a:t>
            </a:r>
            <a:endParaRPr sz="800" b="1" i="0" u="none" strike="noStrike" cap="none"/>
          </a:p>
        </p:txBody>
      </p:sp>
      <p:sp>
        <p:nvSpPr>
          <p:cNvPr id="4633" name="Google Shape;4633;p198"/>
          <p:cNvSpPr txBox="1"/>
          <p:nvPr/>
        </p:nvSpPr>
        <p:spPr>
          <a:xfrm>
            <a:off x="779306" y="1438522"/>
            <a:ext cx="1331700" cy="3585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000"/>
              <a:buFont typeface="Arial"/>
              <a:buNone/>
            </a:pPr>
            <a:r>
              <a:rPr lang="en" sz="1000" b="1" i="0" u="none" strike="noStrike" cap="none">
                <a:solidFill>
                  <a:srgbClr val="FF8B00"/>
                </a:solidFill>
                <a:latin typeface="Arial"/>
                <a:ea typeface="Arial"/>
                <a:cs typeface="Arial"/>
                <a:sym typeface="Arial"/>
              </a:rPr>
              <a:t>Workflow Clients</a:t>
            </a:r>
            <a:endParaRPr sz="1000" b="1" i="0" u="none" strike="noStrike" cap="none">
              <a:solidFill>
                <a:srgbClr val="FF8B00"/>
              </a:solidFill>
              <a:latin typeface="Arial"/>
              <a:ea typeface="Arial"/>
              <a:cs typeface="Arial"/>
              <a:sym typeface="Arial"/>
            </a:endParaRPr>
          </a:p>
        </p:txBody>
      </p:sp>
      <p:sp>
        <p:nvSpPr>
          <p:cNvPr id="4634" name="Google Shape;4634;p198"/>
          <p:cNvSpPr txBox="1"/>
          <p:nvPr/>
        </p:nvSpPr>
        <p:spPr>
          <a:xfrm>
            <a:off x="6677025" y="1438588"/>
            <a:ext cx="1273800" cy="3585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000"/>
              <a:buFont typeface="Arial"/>
              <a:buNone/>
            </a:pPr>
            <a:r>
              <a:rPr lang="en" sz="1000" b="1">
                <a:solidFill>
                  <a:srgbClr val="14D890"/>
                </a:solidFill>
              </a:rPr>
              <a:t>Automation Apps</a:t>
            </a:r>
            <a:endParaRPr sz="1000" b="1" i="0" u="none" strike="noStrike" cap="none">
              <a:solidFill>
                <a:srgbClr val="14D890"/>
              </a:solidFill>
              <a:latin typeface="Arial"/>
              <a:ea typeface="Arial"/>
              <a:cs typeface="Arial"/>
              <a:sym typeface="Arial"/>
            </a:endParaRPr>
          </a:p>
        </p:txBody>
      </p:sp>
      <p:sp>
        <p:nvSpPr>
          <p:cNvPr id="4635" name="Google Shape;4635;p198"/>
          <p:cNvSpPr/>
          <p:nvPr/>
        </p:nvSpPr>
        <p:spPr>
          <a:xfrm>
            <a:off x="868878" y="1859819"/>
            <a:ext cx="987900" cy="677400"/>
          </a:xfrm>
          <a:prstGeom prst="roundRect">
            <a:avLst>
              <a:gd name="adj" fmla="val 16667"/>
            </a:avLst>
          </a:prstGeom>
          <a:solidFill>
            <a:srgbClr val="FFFFFF"/>
          </a:solidFill>
          <a:ln w="19050" cap="flat" cmpd="sng">
            <a:solidFill>
              <a:srgbClr val="FF8B00"/>
            </a:solidFill>
            <a:prstDash val="dash"/>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100"/>
              <a:buFont typeface="Arial"/>
              <a:buNone/>
            </a:pPr>
            <a:endParaRPr sz="1100" b="1" i="0" u="none" strike="noStrike" cap="none"/>
          </a:p>
        </p:txBody>
      </p:sp>
      <p:sp>
        <p:nvSpPr>
          <p:cNvPr id="4636" name="Google Shape;4636;p198"/>
          <p:cNvSpPr/>
          <p:nvPr/>
        </p:nvSpPr>
        <p:spPr>
          <a:xfrm>
            <a:off x="935319" y="1816546"/>
            <a:ext cx="987900" cy="640200"/>
          </a:xfrm>
          <a:prstGeom prst="roundRect">
            <a:avLst>
              <a:gd name="adj" fmla="val 16667"/>
            </a:avLst>
          </a:prstGeom>
          <a:solidFill>
            <a:srgbClr val="FFFFFF"/>
          </a:solidFill>
          <a:ln w="19050" cap="flat" cmpd="sng">
            <a:solidFill>
              <a:srgbClr val="FF8B00"/>
            </a:solidFill>
            <a:prstDash val="dash"/>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
              <a:buFont typeface="Arial"/>
              <a:buNone/>
            </a:pPr>
            <a:r>
              <a:rPr lang="en" sz="800" b="1" i="0" u="none" strike="noStrike" cap="none"/>
              <a:t>Microservices / Apps</a:t>
            </a:r>
            <a:endParaRPr sz="800" b="1" i="0" u="none" strike="noStrike" cap="none"/>
          </a:p>
        </p:txBody>
      </p:sp>
      <p:sp>
        <p:nvSpPr>
          <p:cNvPr id="4637" name="Google Shape;4637;p198"/>
          <p:cNvSpPr/>
          <p:nvPr/>
        </p:nvSpPr>
        <p:spPr>
          <a:xfrm>
            <a:off x="2764977" y="2218251"/>
            <a:ext cx="335100" cy="1137900"/>
          </a:xfrm>
          <a:prstGeom prst="roundRect">
            <a:avLst>
              <a:gd name="adj" fmla="val 0"/>
            </a:avLst>
          </a:prstGeom>
          <a:solidFill>
            <a:srgbClr val="FF8B00"/>
          </a:solidFill>
          <a:ln w="19050" cap="flat" cmpd="sng">
            <a:solidFill>
              <a:srgbClr val="FF1E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100"/>
              <a:buFont typeface="Arial"/>
              <a:buNone/>
            </a:pPr>
            <a:endParaRPr sz="1100" b="0" i="0" u="none" strike="noStrike" cap="none">
              <a:solidFill>
                <a:srgbClr val="000000"/>
              </a:solidFill>
              <a:latin typeface="Arial"/>
              <a:ea typeface="Arial"/>
              <a:cs typeface="Arial"/>
              <a:sym typeface="Arial"/>
            </a:endParaRPr>
          </a:p>
        </p:txBody>
      </p:sp>
      <p:sp>
        <p:nvSpPr>
          <p:cNvPr id="4638" name="Google Shape;4638;p198"/>
          <p:cNvSpPr/>
          <p:nvPr/>
        </p:nvSpPr>
        <p:spPr>
          <a:xfrm>
            <a:off x="3824802" y="1926452"/>
            <a:ext cx="572400" cy="525600"/>
          </a:xfrm>
          <a:prstGeom prst="roundRect">
            <a:avLst>
              <a:gd name="adj" fmla="val 0"/>
            </a:avLst>
          </a:prstGeom>
          <a:solidFill>
            <a:srgbClr val="E6E7E8"/>
          </a:solidFill>
          <a:ln w="19050" cap="flat" cmpd="sng">
            <a:solidFill>
              <a:srgbClr val="CCCCCC"/>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
              <a:buFont typeface="Arial"/>
              <a:buNone/>
            </a:pPr>
            <a:r>
              <a:rPr lang="en" sz="800" b="0" i="0" u="none" strike="noStrike" cap="none">
                <a:solidFill>
                  <a:srgbClr val="0075FF"/>
                </a:solidFill>
                <a:latin typeface="Arial"/>
                <a:ea typeface="Arial"/>
                <a:cs typeface="Arial"/>
                <a:sym typeface="Arial"/>
              </a:rPr>
              <a:t>Broker</a:t>
            </a:r>
            <a:endParaRPr sz="800" b="0" i="0" u="none" strike="noStrike" cap="none">
              <a:solidFill>
                <a:srgbClr val="0075FF"/>
              </a:solidFill>
              <a:latin typeface="Arial"/>
              <a:ea typeface="Arial"/>
              <a:cs typeface="Arial"/>
              <a:sym typeface="Arial"/>
            </a:endParaRPr>
          </a:p>
        </p:txBody>
      </p:sp>
      <p:sp>
        <p:nvSpPr>
          <p:cNvPr id="4639" name="Google Shape;4639;p198"/>
          <p:cNvSpPr/>
          <p:nvPr/>
        </p:nvSpPr>
        <p:spPr>
          <a:xfrm>
            <a:off x="4555627" y="2524401"/>
            <a:ext cx="572400" cy="525600"/>
          </a:xfrm>
          <a:prstGeom prst="roundRect">
            <a:avLst>
              <a:gd name="adj" fmla="val 0"/>
            </a:avLst>
          </a:prstGeom>
          <a:solidFill>
            <a:srgbClr val="E6E7E8"/>
          </a:solidFill>
          <a:ln w="19050" cap="flat" cmpd="sng">
            <a:solidFill>
              <a:srgbClr val="CCCCCC"/>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
              <a:buFont typeface="Arial"/>
              <a:buNone/>
            </a:pPr>
            <a:r>
              <a:rPr lang="en" sz="800" b="0" i="0" u="none" strike="noStrike" cap="none">
                <a:solidFill>
                  <a:srgbClr val="0075FF"/>
                </a:solidFill>
                <a:latin typeface="Arial"/>
                <a:ea typeface="Arial"/>
                <a:cs typeface="Arial"/>
                <a:sym typeface="Arial"/>
              </a:rPr>
              <a:t>Broker</a:t>
            </a:r>
            <a:endParaRPr sz="800" b="0" i="0" u="none" strike="noStrike" cap="none">
              <a:solidFill>
                <a:srgbClr val="0075FF"/>
              </a:solidFill>
              <a:latin typeface="Arial"/>
              <a:ea typeface="Arial"/>
              <a:cs typeface="Arial"/>
              <a:sym typeface="Arial"/>
            </a:endParaRPr>
          </a:p>
        </p:txBody>
      </p:sp>
      <p:sp>
        <p:nvSpPr>
          <p:cNvPr id="4640" name="Google Shape;4640;p198"/>
          <p:cNvSpPr/>
          <p:nvPr/>
        </p:nvSpPr>
        <p:spPr>
          <a:xfrm>
            <a:off x="3824802" y="3080702"/>
            <a:ext cx="572400" cy="525600"/>
          </a:xfrm>
          <a:prstGeom prst="roundRect">
            <a:avLst>
              <a:gd name="adj" fmla="val 0"/>
            </a:avLst>
          </a:prstGeom>
          <a:solidFill>
            <a:srgbClr val="E6E7E8"/>
          </a:solidFill>
          <a:ln w="19050" cap="flat" cmpd="sng">
            <a:solidFill>
              <a:srgbClr val="CCCCCC"/>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
              <a:buFont typeface="Arial"/>
              <a:buNone/>
            </a:pPr>
            <a:r>
              <a:rPr lang="en" sz="800" b="0" i="0" u="none" strike="noStrike" cap="none">
                <a:solidFill>
                  <a:srgbClr val="0075FF"/>
                </a:solidFill>
                <a:latin typeface="Arial"/>
                <a:ea typeface="Arial"/>
                <a:cs typeface="Arial"/>
                <a:sym typeface="Arial"/>
              </a:rPr>
              <a:t>Broker</a:t>
            </a:r>
            <a:endParaRPr sz="800" b="0" i="0" u="none" strike="noStrike" cap="none">
              <a:solidFill>
                <a:srgbClr val="0075FF"/>
              </a:solidFill>
              <a:latin typeface="Arial"/>
              <a:ea typeface="Arial"/>
              <a:cs typeface="Arial"/>
              <a:sym typeface="Arial"/>
            </a:endParaRPr>
          </a:p>
        </p:txBody>
      </p:sp>
      <p:sp>
        <p:nvSpPr>
          <p:cNvPr id="4641" name="Google Shape;4641;p198"/>
          <p:cNvSpPr/>
          <p:nvPr/>
        </p:nvSpPr>
        <p:spPr>
          <a:xfrm>
            <a:off x="3913752" y="2569127"/>
            <a:ext cx="394500" cy="394500"/>
          </a:xfrm>
          <a:prstGeom prst="arc">
            <a:avLst>
              <a:gd name="adj1" fmla="val 16200000"/>
              <a:gd name="adj2" fmla="val 14497151"/>
            </a:avLst>
          </a:prstGeom>
          <a:noFill/>
          <a:ln w="19050" cap="flat" cmpd="sng">
            <a:solidFill>
              <a:srgbClr val="0075FF"/>
            </a:solidFill>
            <a:prstDash val="solid"/>
            <a:round/>
            <a:headEnd type="none" w="sm" len="sm"/>
            <a:tailEnd type="triangl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100"/>
              <a:buFont typeface="Arial"/>
              <a:buNone/>
            </a:pPr>
            <a:endParaRPr sz="1100" b="0" i="0" u="none" strike="noStrike" cap="none">
              <a:solidFill>
                <a:srgbClr val="000000"/>
              </a:solidFill>
              <a:latin typeface="Arial"/>
              <a:ea typeface="Arial"/>
              <a:cs typeface="Arial"/>
              <a:sym typeface="Arial"/>
            </a:endParaRPr>
          </a:p>
        </p:txBody>
      </p:sp>
      <p:cxnSp>
        <p:nvCxnSpPr>
          <p:cNvPr id="4642" name="Google Shape;4642;p198"/>
          <p:cNvCxnSpPr/>
          <p:nvPr/>
        </p:nvCxnSpPr>
        <p:spPr>
          <a:xfrm rot="10800000" flipH="1">
            <a:off x="3176277" y="2467701"/>
            <a:ext cx="498900" cy="319500"/>
          </a:xfrm>
          <a:prstGeom prst="straightConnector1">
            <a:avLst/>
          </a:prstGeom>
          <a:noFill/>
          <a:ln w="19050" cap="flat" cmpd="sng">
            <a:solidFill>
              <a:srgbClr val="0075FF"/>
            </a:solidFill>
            <a:prstDash val="solid"/>
            <a:round/>
            <a:headEnd type="none" w="sm" len="sm"/>
            <a:tailEnd type="triangle" w="med" len="med"/>
          </a:ln>
        </p:spPr>
      </p:cxnSp>
      <p:cxnSp>
        <p:nvCxnSpPr>
          <p:cNvPr id="4643" name="Google Shape;4643;p198"/>
          <p:cNvCxnSpPr/>
          <p:nvPr/>
        </p:nvCxnSpPr>
        <p:spPr>
          <a:xfrm>
            <a:off x="3174889" y="2787201"/>
            <a:ext cx="498900" cy="319500"/>
          </a:xfrm>
          <a:prstGeom prst="straightConnector1">
            <a:avLst/>
          </a:prstGeom>
          <a:noFill/>
          <a:ln w="19050" cap="flat" cmpd="sng">
            <a:solidFill>
              <a:srgbClr val="0075FF"/>
            </a:solidFill>
            <a:prstDash val="solid"/>
            <a:round/>
            <a:headEnd type="none" w="sm" len="sm"/>
            <a:tailEnd type="triangle" w="med" len="med"/>
          </a:ln>
        </p:spPr>
      </p:cxnSp>
      <p:cxnSp>
        <p:nvCxnSpPr>
          <p:cNvPr id="4644" name="Google Shape;4644;p198"/>
          <p:cNvCxnSpPr/>
          <p:nvPr/>
        </p:nvCxnSpPr>
        <p:spPr>
          <a:xfrm>
            <a:off x="3195327" y="2787115"/>
            <a:ext cx="436500" cy="0"/>
          </a:xfrm>
          <a:prstGeom prst="straightConnector1">
            <a:avLst/>
          </a:prstGeom>
          <a:noFill/>
          <a:ln w="19050" cap="flat" cmpd="sng">
            <a:solidFill>
              <a:srgbClr val="0075FF"/>
            </a:solidFill>
            <a:prstDash val="solid"/>
            <a:round/>
            <a:headEnd type="none" w="sm" len="sm"/>
            <a:tailEnd type="triangle" w="med" len="med"/>
          </a:ln>
        </p:spPr>
      </p:cxnSp>
      <p:sp>
        <p:nvSpPr>
          <p:cNvPr id="4645" name="Google Shape;4645;p198"/>
          <p:cNvSpPr txBox="1"/>
          <p:nvPr/>
        </p:nvSpPr>
        <p:spPr>
          <a:xfrm>
            <a:off x="3491296" y="1381439"/>
            <a:ext cx="1142100" cy="3195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000"/>
              <a:buFont typeface="Arial"/>
              <a:buNone/>
            </a:pPr>
            <a:r>
              <a:rPr lang="en" sz="1000" b="1" i="0" u="none" strike="noStrike" cap="none">
                <a:solidFill>
                  <a:srgbClr val="0075FF"/>
                </a:solidFill>
                <a:latin typeface="Arial"/>
                <a:ea typeface="Arial"/>
                <a:cs typeface="Arial"/>
                <a:sym typeface="Arial"/>
              </a:rPr>
              <a:t>Zeebe Cluster</a:t>
            </a:r>
            <a:endParaRPr sz="1000" b="1" i="0" u="none" strike="noStrike" cap="none">
              <a:solidFill>
                <a:srgbClr val="0075FF"/>
              </a:solidFill>
              <a:latin typeface="Arial"/>
              <a:ea typeface="Arial"/>
              <a:cs typeface="Arial"/>
              <a:sym typeface="Arial"/>
            </a:endParaRPr>
          </a:p>
        </p:txBody>
      </p:sp>
      <p:sp>
        <p:nvSpPr>
          <p:cNvPr id="4646" name="Google Shape;4646;p198"/>
          <p:cNvSpPr txBox="1"/>
          <p:nvPr/>
        </p:nvSpPr>
        <p:spPr>
          <a:xfrm rot="-5400000">
            <a:off x="2308193" y="2679276"/>
            <a:ext cx="1137900" cy="2157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800"/>
              <a:buFont typeface="Arial"/>
              <a:buNone/>
            </a:pPr>
            <a:r>
              <a:rPr lang="en" sz="800">
                <a:solidFill>
                  <a:srgbClr val="FFFFFF"/>
                </a:solidFill>
              </a:rPr>
              <a:t>gRPC</a:t>
            </a:r>
            <a:r>
              <a:rPr lang="en" sz="800" b="0" i="0" u="none" strike="noStrike" cap="none">
                <a:solidFill>
                  <a:srgbClr val="FFFFFF"/>
                </a:solidFill>
                <a:latin typeface="Arial"/>
                <a:ea typeface="Arial"/>
                <a:cs typeface="Arial"/>
                <a:sym typeface="Arial"/>
              </a:rPr>
              <a:t> Gateway</a:t>
            </a:r>
            <a:endParaRPr sz="800" b="0" i="0" u="none" strike="noStrike" cap="none">
              <a:solidFill>
                <a:srgbClr val="FFFFFF"/>
              </a:solidFill>
              <a:latin typeface="Arial"/>
              <a:ea typeface="Arial"/>
              <a:cs typeface="Arial"/>
              <a:sym typeface="Arial"/>
            </a:endParaRPr>
          </a:p>
        </p:txBody>
      </p:sp>
      <p:sp>
        <p:nvSpPr>
          <p:cNvPr id="4647" name="Google Shape;4647;p198"/>
          <p:cNvSpPr/>
          <p:nvPr/>
        </p:nvSpPr>
        <p:spPr>
          <a:xfrm>
            <a:off x="2895538" y="1700940"/>
            <a:ext cx="2325900" cy="2135400"/>
          </a:xfrm>
          <a:prstGeom prst="roundRect">
            <a:avLst>
              <a:gd name="adj" fmla="val 16667"/>
            </a:avLst>
          </a:prstGeom>
          <a:solidFill>
            <a:srgbClr val="FFFFFF"/>
          </a:solidFill>
          <a:ln w="19050" cap="flat" cmpd="sng">
            <a:solidFill>
              <a:srgbClr val="0075FF"/>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100"/>
              <a:buFont typeface="Arial"/>
              <a:buNone/>
            </a:pPr>
            <a:endParaRPr sz="1100" b="0" i="0" u="none" strike="noStrike" cap="none">
              <a:solidFill>
                <a:srgbClr val="0075FF"/>
              </a:solidFill>
              <a:latin typeface="Arial"/>
              <a:ea typeface="Arial"/>
              <a:cs typeface="Arial"/>
              <a:sym typeface="Arial"/>
            </a:endParaRPr>
          </a:p>
        </p:txBody>
      </p:sp>
      <p:sp>
        <p:nvSpPr>
          <p:cNvPr id="4648" name="Google Shape;4648;p198"/>
          <p:cNvSpPr/>
          <p:nvPr/>
        </p:nvSpPr>
        <p:spPr>
          <a:xfrm>
            <a:off x="2716313" y="2216190"/>
            <a:ext cx="335100" cy="1137900"/>
          </a:xfrm>
          <a:prstGeom prst="roundRect">
            <a:avLst>
              <a:gd name="adj" fmla="val 16667"/>
            </a:avLst>
          </a:prstGeom>
          <a:solidFill>
            <a:srgbClr val="FFFFFF"/>
          </a:solidFill>
          <a:ln w="19050" cap="flat" cmpd="sng">
            <a:solidFill>
              <a:srgbClr val="FF8B00"/>
            </a:solidFill>
            <a:prstDash val="solid"/>
            <a:round/>
            <a:headEnd type="none" w="sm" len="sm"/>
            <a:tailEnd type="none" w="sm" len="sm"/>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None/>
            </a:pPr>
            <a:endParaRPr sz="800">
              <a:solidFill>
                <a:srgbClr val="FFFFFF"/>
              </a:solidFill>
            </a:endParaRPr>
          </a:p>
        </p:txBody>
      </p:sp>
      <p:sp>
        <p:nvSpPr>
          <p:cNvPr id="4649" name="Google Shape;4649;p198"/>
          <p:cNvSpPr/>
          <p:nvPr/>
        </p:nvSpPr>
        <p:spPr>
          <a:xfrm>
            <a:off x="3776138" y="1924391"/>
            <a:ext cx="572400" cy="525600"/>
          </a:xfrm>
          <a:prstGeom prst="roundRect">
            <a:avLst>
              <a:gd name="adj" fmla="val 16667"/>
            </a:avLst>
          </a:prstGeom>
          <a:solidFill>
            <a:srgbClr val="FFFFFF"/>
          </a:solidFill>
          <a:ln w="19050" cap="flat" cmpd="sng">
            <a:solidFill>
              <a:srgbClr val="0075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
              <a:buFont typeface="Arial"/>
              <a:buNone/>
            </a:pPr>
            <a:r>
              <a:rPr lang="en" sz="800" b="1" i="0" u="none" strike="noStrike" cap="none"/>
              <a:t>Broker</a:t>
            </a:r>
            <a:endParaRPr sz="800" b="1" i="0" u="none" strike="noStrike" cap="none"/>
          </a:p>
        </p:txBody>
      </p:sp>
      <p:sp>
        <p:nvSpPr>
          <p:cNvPr id="4650" name="Google Shape;4650;p198"/>
          <p:cNvSpPr/>
          <p:nvPr/>
        </p:nvSpPr>
        <p:spPr>
          <a:xfrm>
            <a:off x="4506962" y="2522340"/>
            <a:ext cx="572400" cy="525600"/>
          </a:xfrm>
          <a:prstGeom prst="roundRect">
            <a:avLst>
              <a:gd name="adj" fmla="val 16667"/>
            </a:avLst>
          </a:prstGeom>
          <a:solidFill>
            <a:srgbClr val="FFFFFF"/>
          </a:solidFill>
          <a:ln w="19050" cap="flat" cmpd="sng">
            <a:solidFill>
              <a:srgbClr val="0075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
              <a:buFont typeface="Arial"/>
              <a:buNone/>
            </a:pPr>
            <a:r>
              <a:rPr lang="en" sz="800" b="1" i="0" u="none" strike="noStrike" cap="none"/>
              <a:t>Broker</a:t>
            </a:r>
            <a:endParaRPr sz="800" b="1" i="0" u="none" strike="noStrike" cap="none"/>
          </a:p>
        </p:txBody>
      </p:sp>
      <p:sp>
        <p:nvSpPr>
          <p:cNvPr id="4651" name="Google Shape;4651;p198"/>
          <p:cNvSpPr/>
          <p:nvPr/>
        </p:nvSpPr>
        <p:spPr>
          <a:xfrm>
            <a:off x="3776138" y="3078641"/>
            <a:ext cx="572400" cy="525600"/>
          </a:xfrm>
          <a:prstGeom prst="roundRect">
            <a:avLst>
              <a:gd name="adj" fmla="val 16667"/>
            </a:avLst>
          </a:prstGeom>
          <a:solidFill>
            <a:srgbClr val="FFFFFF"/>
          </a:solidFill>
          <a:ln w="19050" cap="flat" cmpd="sng">
            <a:solidFill>
              <a:srgbClr val="0075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
              <a:buFont typeface="Arial"/>
              <a:buNone/>
            </a:pPr>
            <a:r>
              <a:rPr lang="en" sz="800" b="1" i="0" u="none" strike="noStrike" cap="none"/>
              <a:t>Broker</a:t>
            </a:r>
            <a:endParaRPr sz="800" b="1" i="0" u="none" strike="noStrike" cap="none"/>
          </a:p>
        </p:txBody>
      </p:sp>
      <p:sp>
        <p:nvSpPr>
          <p:cNvPr id="4652" name="Google Shape;4652;p198"/>
          <p:cNvSpPr/>
          <p:nvPr/>
        </p:nvSpPr>
        <p:spPr>
          <a:xfrm>
            <a:off x="3865088" y="2567066"/>
            <a:ext cx="394500" cy="394500"/>
          </a:xfrm>
          <a:prstGeom prst="arc">
            <a:avLst>
              <a:gd name="adj1" fmla="val 16200000"/>
              <a:gd name="adj2" fmla="val 14497151"/>
            </a:avLst>
          </a:prstGeom>
          <a:noFill/>
          <a:ln w="19050" cap="flat" cmpd="sng">
            <a:solidFill>
              <a:srgbClr val="0075FF"/>
            </a:solidFill>
            <a:prstDash val="solid"/>
            <a:round/>
            <a:headEnd type="none" w="sm" len="sm"/>
            <a:tailEnd type="triangl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100"/>
              <a:buFont typeface="Arial"/>
              <a:buNone/>
            </a:pPr>
            <a:endParaRPr sz="1100" b="0" i="0" u="none" strike="noStrike" cap="none">
              <a:solidFill>
                <a:srgbClr val="000000"/>
              </a:solidFill>
              <a:latin typeface="Arial"/>
              <a:ea typeface="Arial"/>
              <a:cs typeface="Arial"/>
              <a:sym typeface="Arial"/>
            </a:endParaRPr>
          </a:p>
        </p:txBody>
      </p:sp>
      <p:cxnSp>
        <p:nvCxnSpPr>
          <p:cNvPr id="4653" name="Google Shape;4653;p198"/>
          <p:cNvCxnSpPr/>
          <p:nvPr/>
        </p:nvCxnSpPr>
        <p:spPr>
          <a:xfrm rot="10800000" flipH="1">
            <a:off x="3127613" y="2465640"/>
            <a:ext cx="498900" cy="319500"/>
          </a:xfrm>
          <a:prstGeom prst="straightConnector1">
            <a:avLst/>
          </a:prstGeom>
          <a:noFill/>
          <a:ln w="19050" cap="flat" cmpd="sng">
            <a:solidFill>
              <a:srgbClr val="0075FF"/>
            </a:solidFill>
            <a:prstDash val="solid"/>
            <a:round/>
            <a:headEnd type="none" w="sm" len="sm"/>
            <a:tailEnd type="triangle" w="med" len="med"/>
          </a:ln>
        </p:spPr>
      </p:cxnSp>
      <p:cxnSp>
        <p:nvCxnSpPr>
          <p:cNvPr id="4654" name="Google Shape;4654;p198"/>
          <p:cNvCxnSpPr/>
          <p:nvPr/>
        </p:nvCxnSpPr>
        <p:spPr>
          <a:xfrm>
            <a:off x="3126225" y="2785140"/>
            <a:ext cx="498900" cy="319500"/>
          </a:xfrm>
          <a:prstGeom prst="straightConnector1">
            <a:avLst/>
          </a:prstGeom>
          <a:noFill/>
          <a:ln w="19050" cap="flat" cmpd="sng">
            <a:solidFill>
              <a:srgbClr val="0075FF"/>
            </a:solidFill>
            <a:prstDash val="solid"/>
            <a:round/>
            <a:headEnd type="none" w="sm" len="sm"/>
            <a:tailEnd type="triangle" w="med" len="med"/>
          </a:ln>
        </p:spPr>
      </p:cxnSp>
      <p:cxnSp>
        <p:nvCxnSpPr>
          <p:cNvPr id="4655" name="Google Shape;4655;p198"/>
          <p:cNvCxnSpPr/>
          <p:nvPr/>
        </p:nvCxnSpPr>
        <p:spPr>
          <a:xfrm>
            <a:off x="3146663" y="2785054"/>
            <a:ext cx="436500" cy="0"/>
          </a:xfrm>
          <a:prstGeom prst="straightConnector1">
            <a:avLst/>
          </a:prstGeom>
          <a:noFill/>
          <a:ln w="19050" cap="flat" cmpd="sng">
            <a:solidFill>
              <a:srgbClr val="0075FF"/>
            </a:solidFill>
            <a:prstDash val="solid"/>
            <a:round/>
            <a:headEnd type="none" w="sm" len="sm"/>
            <a:tailEnd type="triangle" w="med" len="med"/>
          </a:ln>
        </p:spPr>
      </p:cxnSp>
      <p:sp>
        <p:nvSpPr>
          <p:cNvPr id="4656" name="Google Shape;4656;p198"/>
          <p:cNvSpPr txBox="1"/>
          <p:nvPr/>
        </p:nvSpPr>
        <p:spPr>
          <a:xfrm rot="-5400000">
            <a:off x="2335068" y="2615634"/>
            <a:ext cx="1137900" cy="3723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800"/>
              <a:buFont typeface="Arial"/>
              <a:buNone/>
            </a:pPr>
            <a:r>
              <a:rPr lang="en" sz="800" b="1"/>
              <a:t>gRPC</a:t>
            </a:r>
            <a:r>
              <a:rPr lang="en" sz="800" b="1" i="0" u="none" strike="noStrike" cap="none"/>
              <a:t> Gateway</a:t>
            </a:r>
            <a:endParaRPr sz="800" b="1" i="0" u="none" strike="noStrike" cap="none"/>
          </a:p>
        </p:txBody>
      </p:sp>
      <p:cxnSp>
        <p:nvCxnSpPr>
          <p:cNvPr id="4657" name="Google Shape;4657;p198"/>
          <p:cNvCxnSpPr/>
          <p:nvPr/>
        </p:nvCxnSpPr>
        <p:spPr>
          <a:xfrm rot="10800000" flipH="1">
            <a:off x="2008556" y="3049931"/>
            <a:ext cx="483300" cy="321300"/>
          </a:xfrm>
          <a:prstGeom prst="straightConnector1">
            <a:avLst/>
          </a:prstGeom>
          <a:noFill/>
          <a:ln w="12700" cap="flat" cmpd="sng">
            <a:solidFill>
              <a:srgbClr val="FF8B00"/>
            </a:solidFill>
            <a:prstDash val="solid"/>
            <a:round/>
            <a:headEnd type="triangle" w="med" len="med"/>
            <a:tailEnd type="triangle" w="med" len="med"/>
          </a:ln>
        </p:spPr>
      </p:cxnSp>
      <p:sp>
        <p:nvSpPr>
          <p:cNvPr id="4658" name="Google Shape;4658;p198"/>
          <p:cNvSpPr/>
          <p:nvPr/>
        </p:nvSpPr>
        <p:spPr>
          <a:xfrm>
            <a:off x="6349024" y="2564588"/>
            <a:ext cx="981900" cy="655500"/>
          </a:xfrm>
          <a:prstGeom prst="roundRect">
            <a:avLst>
              <a:gd name="adj" fmla="val 16667"/>
            </a:avLst>
          </a:prstGeom>
          <a:solidFill>
            <a:srgbClr val="FFFFFF"/>
          </a:solidFill>
          <a:ln w="19050" cap="flat" cmpd="sng">
            <a:solidFill>
              <a:srgbClr val="14D890"/>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
              <a:buFont typeface="Arial"/>
              <a:buNone/>
            </a:pPr>
            <a:endParaRPr sz="800" b="1"/>
          </a:p>
        </p:txBody>
      </p:sp>
      <p:pic>
        <p:nvPicPr>
          <p:cNvPr id="4659" name="Google Shape;4659;p198"/>
          <p:cNvPicPr preferRelativeResize="0"/>
          <p:nvPr/>
        </p:nvPicPr>
        <p:blipFill>
          <a:blip r:embed="rId4">
            <a:alphaModFix/>
          </a:blip>
          <a:stretch>
            <a:fillRect/>
          </a:stretch>
        </p:blipFill>
        <p:spPr>
          <a:xfrm>
            <a:off x="6349022" y="2617919"/>
            <a:ext cx="1054305" cy="548774"/>
          </a:xfrm>
          <a:prstGeom prst="rect">
            <a:avLst/>
          </a:prstGeom>
          <a:noFill/>
          <a:ln>
            <a:noFill/>
          </a:ln>
        </p:spPr>
      </p:pic>
      <p:cxnSp>
        <p:nvCxnSpPr>
          <p:cNvPr id="4660" name="Google Shape;4660;p198"/>
          <p:cNvCxnSpPr/>
          <p:nvPr/>
        </p:nvCxnSpPr>
        <p:spPr>
          <a:xfrm rot="10800000" flipH="1">
            <a:off x="7360218" y="2049784"/>
            <a:ext cx="289800" cy="315300"/>
          </a:xfrm>
          <a:prstGeom prst="straightConnector1">
            <a:avLst/>
          </a:prstGeom>
          <a:noFill/>
          <a:ln w="12700" cap="flat" cmpd="sng">
            <a:solidFill>
              <a:srgbClr val="14D890"/>
            </a:solidFill>
            <a:prstDash val="solid"/>
            <a:round/>
            <a:headEnd type="triangle" w="sm" len="sm"/>
            <a:tailEnd type="triangle" w="med" len="med"/>
          </a:ln>
        </p:spPr>
      </p:cxnSp>
      <p:cxnSp>
        <p:nvCxnSpPr>
          <p:cNvPr id="4661" name="Google Shape;4661;p198"/>
          <p:cNvCxnSpPr/>
          <p:nvPr/>
        </p:nvCxnSpPr>
        <p:spPr>
          <a:xfrm>
            <a:off x="7360218" y="3289019"/>
            <a:ext cx="289800" cy="315300"/>
          </a:xfrm>
          <a:prstGeom prst="straightConnector1">
            <a:avLst/>
          </a:prstGeom>
          <a:noFill/>
          <a:ln w="12700" cap="flat" cmpd="sng">
            <a:solidFill>
              <a:srgbClr val="14D890"/>
            </a:solidFill>
            <a:prstDash val="solid"/>
            <a:round/>
            <a:headEnd type="triangle" w="sm" len="sm"/>
            <a:tailEnd type="triangle" w="med" len="med"/>
          </a:ln>
        </p:spPr>
      </p:cxnSp>
      <p:sp>
        <p:nvSpPr>
          <p:cNvPr id="4662" name="Google Shape;4662;p198"/>
          <p:cNvSpPr/>
          <p:nvPr/>
        </p:nvSpPr>
        <p:spPr>
          <a:xfrm>
            <a:off x="7750238" y="3343753"/>
            <a:ext cx="981900" cy="655500"/>
          </a:xfrm>
          <a:prstGeom prst="roundRect">
            <a:avLst>
              <a:gd name="adj" fmla="val 16667"/>
            </a:avLst>
          </a:prstGeom>
          <a:solidFill>
            <a:srgbClr val="FFFFFF"/>
          </a:solidFill>
          <a:ln w="19050" cap="flat" cmpd="sng">
            <a:solidFill>
              <a:srgbClr val="14D890"/>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None/>
            </a:pPr>
            <a:r>
              <a:rPr lang="en" sz="800" b="1"/>
              <a:t>Optimize</a:t>
            </a:r>
            <a:endParaRPr sz="800" b="1"/>
          </a:p>
        </p:txBody>
      </p:sp>
      <p:cxnSp>
        <p:nvCxnSpPr>
          <p:cNvPr id="4663" name="Google Shape;4663;p198"/>
          <p:cNvCxnSpPr>
            <a:stCxn id="4659" idx="3"/>
          </p:cNvCxnSpPr>
          <p:nvPr/>
        </p:nvCxnSpPr>
        <p:spPr>
          <a:xfrm>
            <a:off x="7403327" y="2892306"/>
            <a:ext cx="269400" cy="4500"/>
          </a:xfrm>
          <a:prstGeom prst="straightConnector1">
            <a:avLst/>
          </a:prstGeom>
          <a:noFill/>
          <a:ln w="12700" cap="flat" cmpd="sng">
            <a:solidFill>
              <a:srgbClr val="14D890"/>
            </a:solidFill>
            <a:prstDash val="solid"/>
            <a:round/>
            <a:headEnd type="triangle" w="sm" len="sm"/>
            <a:tailEnd type="triangle" w="med" len="med"/>
          </a:ln>
        </p:spPr>
      </p:cxnSp>
      <p:sp>
        <p:nvSpPr>
          <p:cNvPr id="4664" name="Google Shape;4664;p198"/>
          <p:cNvSpPr txBox="1"/>
          <p:nvPr/>
        </p:nvSpPr>
        <p:spPr>
          <a:xfrm>
            <a:off x="779300" y="4722400"/>
            <a:ext cx="7251900" cy="338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000">
                <a:solidFill>
                  <a:schemeClr val="dk1"/>
                </a:solidFill>
              </a:rPr>
              <a:t>Product Documentation: </a:t>
            </a:r>
            <a:r>
              <a:rPr lang="en" sz="1000" u="sng">
                <a:solidFill>
                  <a:schemeClr val="hlink"/>
                </a:solidFill>
                <a:hlinkClick r:id="rId5"/>
              </a:rPr>
              <a:t>https://docs.camunda.io/docs/components/zeebe/technical-concepts/architecture/</a:t>
            </a:r>
            <a:r>
              <a:rPr lang="en" sz="1000">
                <a:solidFill>
                  <a:schemeClr val="dk1"/>
                </a:solidFill>
              </a:rPr>
              <a:t> </a:t>
            </a:r>
            <a:endParaRPr sz="100"/>
          </a:p>
        </p:txBody>
      </p:sp>
      <p:sp>
        <p:nvSpPr>
          <p:cNvPr id="4665" name="Google Shape;4665;p198"/>
          <p:cNvSpPr txBox="1">
            <a:spLocks noGrp="1"/>
          </p:cNvSpPr>
          <p:nvPr>
            <p:ph type="title"/>
          </p:nvPr>
        </p:nvSpPr>
        <p:spPr>
          <a:xfrm>
            <a:off x="371475" y="257176"/>
            <a:ext cx="8400900" cy="5490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Clr>
                <a:schemeClr val="lt2"/>
              </a:buClr>
              <a:buSzPts val="2400"/>
              <a:buFont typeface="IBM Plex Sans"/>
              <a:buNone/>
            </a:pPr>
            <a:r>
              <a:rPr lang="en"/>
              <a:t>Use for Massive Scale Applications</a:t>
            </a:r>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4669"/>
        <p:cNvGrpSpPr/>
        <p:nvPr/>
      </p:nvGrpSpPr>
      <p:grpSpPr>
        <a:xfrm>
          <a:off x="0" y="0"/>
          <a:ext cx="0" cy="0"/>
          <a:chOff x="0" y="0"/>
          <a:chExt cx="0" cy="0"/>
        </a:xfrm>
      </p:grpSpPr>
      <p:sp>
        <p:nvSpPr>
          <p:cNvPr id="4670" name="Google Shape;4670;p199"/>
          <p:cNvSpPr/>
          <p:nvPr/>
        </p:nvSpPr>
        <p:spPr>
          <a:xfrm>
            <a:off x="719006" y="1173581"/>
            <a:ext cx="572400" cy="2137200"/>
          </a:xfrm>
          <a:prstGeom prst="roundRect">
            <a:avLst>
              <a:gd name="adj" fmla="val 16667"/>
            </a:avLst>
          </a:prstGeom>
          <a:solidFill>
            <a:srgbClr val="FFFFFF"/>
          </a:solidFill>
          <a:ln w="19050" cap="flat" cmpd="sng">
            <a:solidFill>
              <a:srgbClr val="14D890"/>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
              <a:buFont typeface="Arial"/>
              <a:buNone/>
            </a:pPr>
            <a:r>
              <a:rPr lang="en" sz="800" b="1"/>
              <a:t>Client</a:t>
            </a:r>
            <a:endParaRPr sz="800" b="1" i="0" u="none" strike="noStrike" cap="none"/>
          </a:p>
        </p:txBody>
      </p:sp>
      <p:sp>
        <p:nvSpPr>
          <p:cNvPr id="4671" name="Google Shape;4671;p199"/>
          <p:cNvSpPr/>
          <p:nvPr/>
        </p:nvSpPr>
        <p:spPr>
          <a:xfrm>
            <a:off x="2248369" y="1173581"/>
            <a:ext cx="3919200" cy="2200800"/>
          </a:xfrm>
          <a:prstGeom prst="roundRect">
            <a:avLst>
              <a:gd name="adj" fmla="val 16667"/>
            </a:avLst>
          </a:prstGeom>
          <a:solidFill>
            <a:srgbClr val="FFFFFF"/>
          </a:solidFill>
          <a:ln w="19050" cap="flat" cmpd="sng">
            <a:solidFill>
              <a:srgbClr val="14D890"/>
            </a:solidFill>
            <a:prstDash val="solid"/>
            <a:round/>
            <a:headEnd type="none" w="sm" len="sm"/>
            <a:tailEnd type="none" w="sm" len="sm"/>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None/>
            </a:pPr>
            <a:r>
              <a:rPr lang="en" sz="1100" b="1"/>
              <a:t>Zeebe Partition (Leader)</a:t>
            </a:r>
            <a:endParaRPr sz="1100" b="1" i="0" u="none" strike="noStrike" cap="none"/>
          </a:p>
        </p:txBody>
      </p:sp>
      <p:grpSp>
        <p:nvGrpSpPr>
          <p:cNvPr id="4672" name="Google Shape;4672;p199"/>
          <p:cNvGrpSpPr/>
          <p:nvPr/>
        </p:nvGrpSpPr>
        <p:grpSpPr>
          <a:xfrm>
            <a:off x="2508356" y="1890788"/>
            <a:ext cx="3399075" cy="253575"/>
            <a:chOff x="3475400" y="2559675"/>
            <a:chExt cx="4532100" cy="338100"/>
          </a:xfrm>
        </p:grpSpPr>
        <p:sp>
          <p:nvSpPr>
            <p:cNvPr id="4673" name="Google Shape;4673;p199"/>
            <p:cNvSpPr/>
            <p:nvPr/>
          </p:nvSpPr>
          <p:spPr>
            <a:xfrm>
              <a:off x="3475400" y="2559675"/>
              <a:ext cx="4532100" cy="338100"/>
            </a:xfrm>
            <a:prstGeom prst="roundRect">
              <a:avLst>
                <a:gd name="adj" fmla="val 16667"/>
              </a:avLst>
            </a:prstGeom>
            <a:solidFill>
              <a:srgbClr val="FFFFFF"/>
            </a:solidFill>
            <a:ln w="19050" cap="flat" cmpd="sng">
              <a:solidFill>
                <a:srgbClr val="FF8B00"/>
              </a:solidFill>
              <a:prstDash val="solid"/>
              <a:round/>
              <a:headEnd type="none" w="sm" len="sm"/>
              <a:tailEnd type="none" w="sm" len="sm"/>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None/>
              </a:pPr>
              <a:endParaRPr sz="800" b="1" i="0" u="none" strike="noStrike" cap="none"/>
            </a:p>
          </p:txBody>
        </p:sp>
        <p:sp>
          <p:nvSpPr>
            <p:cNvPr id="4674" name="Google Shape;4674;p199"/>
            <p:cNvSpPr/>
            <p:nvPr/>
          </p:nvSpPr>
          <p:spPr>
            <a:xfrm>
              <a:off x="3693000" y="2559675"/>
              <a:ext cx="213000" cy="338100"/>
            </a:xfrm>
            <a:prstGeom prst="rect">
              <a:avLst/>
            </a:prstGeom>
            <a:solidFill>
              <a:srgbClr val="FFFFFF"/>
            </a:solidFill>
            <a:ln w="19050" cap="flat" cmpd="sng">
              <a:solidFill>
                <a:srgbClr val="FF8B00"/>
              </a:solidFill>
              <a:prstDash val="solid"/>
              <a:round/>
              <a:headEnd type="none" w="sm" len="sm"/>
              <a:tailEnd type="none" w="sm" len="sm"/>
            </a:ln>
          </p:spPr>
          <p:txBody>
            <a:bodyPr spcFirstLastPara="1" wrap="square" lIns="68575" tIns="68575" rIns="68575" bIns="68575" anchor="t" anchorCtr="0">
              <a:noAutofit/>
            </a:bodyPr>
            <a:lstStyle/>
            <a:p>
              <a:pPr marL="0" lvl="0" indent="0" algn="l" rtl="0">
                <a:spcBef>
                  <a:spcPts val="0"/>
                </a:spcBef>
                <a:spcAft>
                  <a:spcPts val="0"/>
                </a:spcAft>
                <a:buNone/>
              </a:pPr>
              <a:endParaRPr/>
            </a:p>
          </p:txBody>
        </p:sp>
        <p:sp>
          <p:nvSpPr>
            <p:cNvPr id="4675" name="Google Shape;4675;p199"/>
            <p:cNvSpPr/>
            <p:nvPr/>
          </p:nvSpPr>
          <p:spPr>
            <a:xfrm>
              <a:off x="4106442" y="2559675"/>
              <a:ext cx="213000" cy="338100"/>
            </a:xfrm>
            <a:prstGeom prst="rect">
              <a:avLst/>
            </a:prstGeom>
            <a:solidFill>
              <a:srgbClr val="FF8B00"/>
            </a:solidFill>
            <a:ln w="19050" cap="flat" cmpd="sng">
              <a:solidFill>
                <a:srgbClr val="FF8B00"/>
              </a:solidFill>
              <a:prstDash val="solid"/>
              <a:round/>
              <a:headEnd type="none" w="sm" len="sm"/>
              <a:tailEnd type="none" w="sm" len="sm"/>
            </a:ln>
          </p:spPr>
          <p:txBody>
            <a:bodyPr spcFirstLastPara="1" wrap="square" lIns="68575" tIns="68575" rIns="68575" bIns="68575" anchor="t" anchorCtr="0">
              <a:noAutofit/>
            </a:bodyPr>
            <a:lstStyle/>
            <a:p>
              <a:pPr marL="0" lvl="0" indent="0" algn="l" rtl="0">
                <a:spcBef>
                  <a:spcPts val="0"/>
                </a:spcBef>
                <a:spcAft>
                  <a:spcPts val="0"/>
                </a:spcAft>
                <a:buNone/>
              </a:pPr>
              <a:endParaRPr/>
            </a:p>
          </p:txBody>
        </p:sp>
        <p:sp>
          <p:nvSpPr>
            <p:cNvPr id="4676" name="Google Shape;4676;p199"/>
            <p:cNvSpPr/>
            <p:nvPr/>
          </p:nvSpPr>
          <p:spPr>
            <a:xfrm>
              <a:off x="4519883" y="2559675"/>
              <a:ext cx="213000" cy="338100"/>
            </a:xfrm>
            <a:prstGeom prst="rect">
              <a:avLst/>
            </a:prstGeom>
            <a:solidFill>
              <a:srgbClr val="FFFFFF"/>
            </a:solidFill>
            <a:ln w="19050" cap="flat" cmpd="sng">
              <a:solidFill>
                <a:srgbClr val="FF8B00"/>
              </a:solidFill>
              <a:prstDash val="solid"/>
              <a:round/>
              <a:headEnd type="none" w="sm" len="sm"/>
              <a:tailEnd type="none" w="sm" len="sm"/>
            </a:ln>
          </p:spPr>
          <p:txBody>
            <a:bodyPr spcFirstLastPara="1" wrap="square" lIns="68575" tIns="68575" rIns="68575" bIns="68575" anchor="t" anchorCtr="0">
              <a:noAutofit/>
            </a:bodyPr>
            <a:lstStyle/>
            <a:p>
              <a:pPr marL="0" lvl="0" indent="0" algn="l" rtl="0">
                <a:spcBef>
                  <a:spcPts val="0"/>
                </a:spcBef>
                <a:spcAft>
                  <a:spcPts val="0"/>
                </a:spcAft>
                <a:buNone/>
              </a:pPr>
              <a:endParaRPr/>
            </a:p>
          </p:txBody>
        </p:sp>
        <p:sp>
          <p:nvSpPr>
            <p:cNvPr id="4677" name="Google Shape;4677;p199"/>
            <p:cNvSpPr/>
            <p:nvPr/>
          </p:nvSpPr>
          <p:spPr>
            <a:xfrm>
              <a:off x="4933325" y="2559675"/>
              <a:ext cx="213000" cy="338100"/>
            </a:xfrm>
            <a:prstGeom prst="rect">
              <a:avLst/>
            </a:prstGeom>
            <a:solidFill>
              <a:srgbClr val="FF8B00"/>
            </a:solidFill>
            <a:ln w="19050" cap="flat" cmpd="sng">
              <a:solidFill>
                <a:srgbClr val="FF8B00"/>
              </a:solidFill>
              <a:prstDash val="solid"/>
              <a:round/>
              <a:headEnd type="none" w="sm" len="sm"/>
              <a:tailEnd type="none" w="sm" len="sm"/>
            </a:ln>
          </p:spPr>
          <p:txBody>
            <a:bodyPr spcFirstLastPara="1" wrap="square" lIns="68575" tIns="68575" rIns="68575" bIns="68575" anchor="t" anchorCtr="0">
              <a:noAutofit/>
            </a:bodyPr>
            <a:lstStyle/>
            <a:p>
              <a:pPr marL="0" lvl="0" indent="0" algn="l" rtl="0">
                <a:spcBef>
                  <a:spcPts val="0"/>
                </a:spcBef>
                <a:spcAft>
                  <a:spcPts val="0"/>
                </a:spcAft>
                <a:buNone/>
              </a:pPr>
              <a:endParaRPr/>
            </a:p>
          </p:txBody>
        </p:sp>
      </p:grpSp>
      <p:cxnSp>
        <p:nvCxnSpPr>
          <p:cNvPr id="4678" name="Google Shape;4678;p199"/>
          <p:cNvCxnSpPr>
            <a:endCxn id="4675" idx="0"/>
          </p:cNvCxnSpPr>
          <p:nvPr/>
        </p:nvCxnSpPr>
        <p:spPr>
          <a:xfrm>
            <a:off x="1311313" y="1528388"/>
            <a:ext cx="1750200" cy="362400"/>
          </a:xfrm>
          <a:prstGeom prst="curvedConnector2">
            <a:avLst/>
          </a:prstGeom>
          <a:noFill/>
          <a:ln w="19050" cap="flat" cmpd="sng">
            <a:solidFill>
              <a:srgbClr val="0075FF"/>
            </a:solidFill>
            <a:prstDash val="dash"/>
            <a:round/>
            <a:headEnd type="none" w="med" len="med"/>
            <a:tailEnd type="triangle" w="med" len="med"/>
          </a:ln>
        </p:spPr>
      </p:cxnSp>
      <p:sp>
        <p:nvSpPr>
          <p:cNvPr id="4679" name="Google Shape;4679;p199"/>
          <p:cNvSpPr/>
          <p:nvPr/>
        </p:nvSpPr>
        <p:spPr>
          <a:xfrm>
            <a:off x="2936606" y="2571750"/>
            <a:ext cx="912600" cy="548700"/>
          </a:xfrm>
          <a:prstGeom prst="roundRect">
            <a:avLst>
              <a:gd name="adj" fmla="val 16667"/>
            </a:avLst>
          </a:prstGeom>
          <a:solidFill>
            <a:srgbClr val="FFFFFF"/>
          </a:solidFill>
          <a:ln w="19050" cap="flat" cmpd="sng">
            <a:solidFill>
              <a:srgbClr val="FF8B00"/>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
              <a:buFont typeface="Arial"/>
              <a:buNone/>
            </a:pPr>
            <a:r>
              <a:rPr lang="en" sz="800" b="1"/>
              <a:t>Stream Processor</a:t>
            </a:r>
            <a:endParaRPr sz="800" b="1" i="0" u="none" strike="noStrike" cap="none"/>
          </a:p>
        </p:txBody>
      </p:sp>
      <p:sp>
        <p:nvSpPr>
          <p:cNvPr id="4680" name="Google Shape;4680;p199"/>
          <p:cNvSpPr/>
          <p:nvPr/>
        </p:nvSpPr>
        <p:spPr>
          <a:xfrm>
            <a:off x="4550494" y="2571750"/>
            <a:ext cx="912600" cy="548700"/>
          </a:xfrm>
          <a:prstGeom prst="roundRect">
            <a:avLst>
              <a:gd name="adj" fmla="val 16667"/>
            </a:avLst>
          </a:prstGeom>
          <a:solidFill>
            <a:srgbClr val="FFFFFF"/>
          </a:solidFill>
          <a:ln w="19050" cap="flat" cmpd="sng">
            <a:solidFill>
              <a:srgbClr val="FF8B00"/>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
              <a:buFont typeface="Arial"/>
              <a:buNone/>
            </a:pPr>
            <a:r>
              <a:rPr lang="en" sz="800" b="1"/>
              <a:t>Local </a:t>
            </a:r>
            <a:endParaRPr sz="800" b="1"/>
          </a:p>
          <a:p>
            <a:pPr marL="0" marR="0" lvl="0" indent="0" algn="ctr" rtl="0">
              <a:lnSpc>
                <a:spcPct val="100000"/>
              </a:lnSpc>
              <a:spcBef>
                <a:spcPts val="0"/>
              </a:spcBef>
              <a:spcAft>
                <a:spcPts val="0"/>
              </a:spcAft>
              <a:buClr>
                <a:srgbClr val="000000"/>
              </a:buClr>
              <a:buSzPts val="800"/>
              <a:buFont typeface="Arial"/>
              <a:buNone/>
            </a:pPr>
            <a:r>
              <a:rPr lang="en" sz="800" b="1"/>
              <a:t>State</a:t>
            </a:r>
            <a:endParaRPr sz="800" b="1" i="0" u="none" strike="noStrike" cap="none"/>
          </a:p>
        </p:txBody>
      </p:sp>
      <p:cxnSp>
        <p:nvCxnSpPr>
          <p:cNvPr id="4681" name="Google Shape;4681;p199"/>
          <p:cNvCxnSpPr/>
          <p:nvPr/>
        </p:nvCxnSpPr>
        <p:spPr>
          <a:xfrm rot="-5400000" flipH="1">
            <a:off x="2955463" y="2264876"/>
            <a:ext cx="398400" cy="186300"/>
          </a:xfrm>
          <a:prstGeom prst="curvedConnector3">
            <a:avLst>
              <a:gd name="adj1" fmla="val 54534"/>
            </a:avLst>
          </a:prstGeom>
          <a:noFill/>
          <a:ln w="19050" cap="flat" cmpd="sng">
            <a:solidFill>
              <a:srgbClr val="0075FF"/>
            </a:solidFill>
            <a:prstDash val="dash"/>
            <a:round/>
            <a:headEnd type="none" w="med" len="med"/>
            <a:tailEnd type="triangle" w="med" len="med"/>
          </a:ln>
        </p:spPr>
      </p:cxnSp>
      <p:cxnSp>
        <p:nvCxnSpPr>
          <p:cNvPr id="4682" name="Google Shape;4682;p199"/>
          <p:cNvCxnSpPr>
            <a:stCxn id="4679" idx="3"/>
            <a:endCxn id="4680" idx="1"/>
          </p:cNvCxnSpPr>
          <p:nvPr/>
        </p:nvCxnSpPr>
        <p:spPr>
          <a:xfrm>
            <a:off x="3849206" y="2846100"/>
            <a:ext cx="701400" cy="600"/>
          </a:xfrm>
          <a:prstGeom prst="curvedConnector3">
            <a:avLst>
              <a:gd name="adj1" fmla="val 49997"/>
            </a:avLst>
          </a:prstGeom>
          <a:noFill/>
          <a:ln w="19050" cap="flat" cmpd="sng">
            <a:solidFill>
              <a:srgbClr val="0075FF"/>
            </a:solidFill>
            <a:prstDash val="dash"/>
            <a:round/>
            <a:headEnd type="none" w="med" len="med"/>
            <a:tailEnd type="triangle" w="med" len="med"/>
          </a:ln>
        </p:spPr>
      </p:cxnSp>
      <p:cxnSp>
        <p:nvCxnSpPr>
          <p:cNvPr id="4683" name="Google Shape;4683;p199"/>
          <p:cNvCxnSpPr>
            <a:stCxn id="4679" idx="3"/>
            <a:endCxn id="4677" idx="2"/>
          </p:cNvCxnSpPr>
          <p:nvPr/>
        </p:nvCxnSpPr>
        <p:spPr>
          <a:xfrm rot="10800000">
            <a:off x="3681806" y="2144400"/>
            <a:ext cx="167400" cy="701700"/>
          </a:xfrm>
          <a:prstGeom prst="curvedConnector4">
            <a:avLst>
              <a:gd name="adj1" fmla="val -106544"/>
              <a:gd name="adj2" fmla="val 69550"/>
            </a:avLst>
          </a:prstGeom>
          <a:noFill/>
          <a:ln w="19050" cap="flat" cmpd="sng">
            <a:solidFill>
              <a:srgbClr val="0075FF"/>
            </a:solidFill>
            <a:prstDash val="dash"/>
            <a:round/>
            <a:headEnd type="none" w="med" len="med"/>
            <a:tailEnd type="triangle" w="med" len="med"/>
          </a:ln>
        </p:spPr>
      </p:cxnSp>
      <p:cxnSp>
        <p:nvCxnSpPr>
          <p:cNvPr id="4684" name="Google Shape;4684;p199"/>
          <p:cNvCxnSpPr>
            <a:stCxn id="4679" idx="1"/>
          </p:cNvCxnSpPr>
          <p:nvPr/>
        </p:nvCxnSpPr>
        <p:spPr>
          <a:xfrm flipH="1">
            <a:off x="1318406" y="2846100"/>
            <a:ext cx="1618200" cy="145800"/>
          </a:xfrm>
          <a:prstGeom prst="curvedConnector3">
            <a:avLst>
              <a:gd name="adj1" fmla="val 50000"/>
            </a:avLst>
          </a:prstGeom>
          <a:noFill/>
          <a:ln w="19050" cap="flat" cmpd="sng">
            <a:solidFill>
              <a:srgbClr val="0075FF"/>
            </a:solidFill>
            <a:prstDash val="dash"/>
            <a:round/>
            <a:headEnd type="none" w="med" len="med"/>
            <a:tailEnd type="triangle" w="med" len="med"/>
          </a:ln>
        </p:spPr>
      </p:cxnSp>
      <p:grpSp>
        <p:nvGrpSpPr>
          <p:cNvPr id="4685" name="Google Shape;4685;p199"/>
          <p:cNvGrpSpPr/>
          <p:nvPr/>
        </p:nvGrpSpPr>
        <p:grpSpPr>
          <a:xfrm>
            <a:off x="7094946" y="1758076"/>
            <a:ext cx="1941759" cy="1182523"/>
            <a:chOff x="3378825" y="1717175"/>
            <a:chExt cx="5225400" cy="2934300"/>
          </a:xfrm>
        </p:grpSpPr>
        <p:sp>
          <p:nvSpPr>
            <p:cNvPr id="4686" name="Google Shape;4686;p199"/>
            <p:cNvSpPr/>
            <p:nvPr/>
          </p:nvSpPr>
          <p:spPr>
            <a:xfrm>
              <a:off x="3378825" y="1717175"/>
              <a:ext cx="5225400" cy="2934300"/>
            </a:xfrm>
            <a:prstGeom prst="roundRect">
              <a:avLst>
                <a:gd name="adj" fmla="val 16667"/>
              </a:avLst>
            </a:prstGeom>
            <a:solidFill>
              <a:srgbClr val="FFFFFF"/>
            </a:solidFill>
            <a:ln w="19050" cap="flat" cmpd="sng">
              <a:solidFill>
                <a:srgbClr val="14D890"/>
              </a:solidFill>
              <a:prstDash val="dash"/>
              <a:round/>
              <a:headEnd type="none" w="sm" len="sm"/>
              <a:tailEnd type="none" w="sm" len="sm"/>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None/>
              </a:pPr>
              <a:r>
                <a:rPr lang="en" sz="800" b="1"/>
                <a:t>Zeebe Partition (Follower)</a:t>
              </a:r>
              <a:endParaRPr sz="800" b="1" i="0" u="none" strike="noStrike" cap="none"/>
            </a:p>
          </p:txBody>
        </p:sp>
        <p:grpSp>
          <p:nvGrpSpPr>
            <p:cNvPr id="4687" name="Google Shape;4687;p199"/>
            <p:cNvGrpSpPr/>
            <p:nvPr/>
          </p:nvGrpSpPr>
          <p:grpSpPr>
            <a:xfrm>
              <a:off x="3725475" y="2673450"/>
              <a:ext cx="4532100" cy="338100"/>
              <a:chOff x="3475400" y="2559675"/>
              <a:chExt cx="4532100" cy="338100"/>
            </a:xfrm>
          </p:grpSpPr>
          <p:sp>
            <p:nvSpPr>
              <p:cNvPr id="4688" name="Google Shape;4688;p199"/>
              <p:cNvSpPr/>
              <p:nvPr/>
            </p:nvSpPr>
            <p:spPr>
              <a:xfrm>
                <a:off x="3475400" y="2559675"/>
                <a:ext cx="4532100" cy="338100"/>
              </a:xfrm>
              <a:prstGeom prst="roundRect">
                <a:avLst>
                  <a:gd name="adj" fmla="val 16667"/>
                </a:avLst>
              </a:prstGeom>
              <a:solidFill>
                <a:srgbClr val="FFFFFF"/>
              </a:solidFill>
              <a:ln w="19050" cap="flat" cmpd="sng">
                <a:solidFill>
                  <a:srgbClr val="14D890"/>
                </a:solidFill>
                <a:prstDash val="dash"/>
                <a:round/>
                <a:headEnd type="none" w="sm" len="sm"/>
                <a:tailEnd type="none" w="sm" len="sm"/>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None/>
                </a:pPr>
                <a:endParaRPr sz="800" b="1" i="0" u="none" strike="noStrike" cap="none"/>
              </a:p>
            </p:txBody>
          </p:sp>
          <p:sp>
            <p:nvSpPr>
              <p:cNvPr id="4689" name="Google Shape;4689;p199"/>
              <p:cNvSpPr/>
              <p:nvPr/>
            </p:nvSpPr>
            <p:spPr>
              <a:xfrm>
                <a:off x="3693000" y="2559675"/>
                <a:ext cx="213000" cy="338100"/>
              </a:xfrm>
              <a:prstGeom prst="rect">
                <a:avLst/>
              </a:prstGeom>
              <a:solidFill>
                <a:srgbClr val="FFFFFF"/>
              </a:solidFill>
              <a:ln w="19050" cap="flat" cmpd="sng">
                <a:solidFill>
                  <a:srgbClr val="14D890"/>
                </a:solidFill>
                <a:prstDash val="dash"/>
                <a:round/>
                <a:headEnd type="none" w="sm" len="sm"/>
                <a:tailEnd type="none" w="sm" len="sm"/>
              </a:ln>
            </p:spPr>
            <p:txBody>
              <a:bodyPr spcFirstLastPara="1" wrap="square" lIns="68575" tIns="68575" rIns="68575" bIns="68575" anchor="t" anchorCtr="0">
                <a:noAutofit/>
              </a:bodyPr>
              <a:lstStyle/>
              <a:p>
                <a:pPr marL="0" lvl="0" indent="0" algn="l" rtl="0">
                  <a:spcBef>
                    <a:spcPts val="0"/>
                  </a:spcBef>
                  <a:spcAft>
                    <a:spcPts val="0"/>
                  </a:spcAft>
                  <a:buNone/>
                </a:pPr>
                <a:endParaRPr/>
              </a:p>
            </p:txBody>
          </p:sp>
          <p:sp>
            <p:nvSpPr>
              <p:cNvPr id="4690" name="Google Shape;4690;p199"/>
              <p:cNvSpPr/>
              <p:nvPr/>
            </p:nvSpPr>
            <p:spPr>
              <a:xfrm>
                <a:off x="4106442" y="2559675"/>
                <a:ext cx="213000" cy="338100"/>
              </a:xfrm>
              <a:prstGeom prst="rect">
                <a:avLst/>
              </a:prstGeom>
              <a:solidFill>
                <a:srgbClr val="FF8B00"/>
              </a:solidFill>
              <a:ln w="19050" cap="flat" cmpd="sng">
                <a:solidFill>
                  <a:srgbClr val="14D890"/>
                </a:solidFill>
                <a:prstDash val="dash"/>
                <a:round/>
                <a:headEnd type="none" w="sm" len="sm"/>
                <a:tailEnd type="none" w="sm" len="sm"/>
              </a:ln>
            </p:spPr>
            <p:txBody>
              <a:bodyPr spcFirstLastPara="1" wrap="square" lIns="68575" tIns="68575" rIns="68575" bIns="68575" anchor="t" anchorCtr="0">
                <a:noAutofit/>
              </a:bodyPr>
              <a:lstStyle/>
              <a:p>
                <a:pPr marL="0" lvl="0" indent="0" algn="l" rtl="0">
                  <a:spcBef>
                    <a:spcPts val="0"/>
                  </a:spcBef>
                  <a:spcAft>
                    <a:spcPts val="0"/>
                  </a:spcAft>
                  <a:buNone/>
                </a:pPr>
                <a:endParaRPr/>
              </a:p>
            </p:txBody>
          </p:sp>
          <p:sp>
            <p:nvSpPr>
              <p:cNvPr id="4691" name="Google Shape;4691;p199"/>
              <p:cNvSpPr/>
              <p:nvPr/>
            </p:nvSpPr>
            <p:spPr>
              <a:xfrm>
                <a:off x="4519883" y="2559675"/>
                <a:ext cx="213000" cy="338100"/>
              </a:xfrm>
              <a:prstGeom prst="rect">
                <a:avLst/>
              </a:prstGeom>
              <a:solidFill>
                <a:srgbClr val="FFFFFF"/>
              </a:solidFill>
              <a:ln w="19050" cap="flat" cmpd="sng">
                <a:solidFill>
                  <a:srgbClr val="14D890"/>
                </a:solidFill>
                <a:prstDash val="dash"/>
                <a:round/>
                <a:headEnd type="none" w="sm" len="sm"/>
                <a:tailEnd type="none" w="sm" len="sm"/>
              </a:ln>
            </p:spPr>
            <p:txBody>
              <a:bodyPr spcFirstLastPara="1" wrap="square" lIns="68575" tIns="68575" rIns="68575" bIns="68575" anchor="t" anchorCtr="0">
                <a:noAutofit/>
              </a:bodyPr>
              <a:lstStyle/>
              <a:p>
                <a:pPr marL="0" lvl="0" indent="0" algn="l" rtl="0">
                  <a:spcBef>
                    <a:spcPts val="0"/>
                  </a:spcBef>
                  <a:spcAft>
                    <a:spcPts val="0"/>
                  </a:spcAft>
                  <a:buNone/>
                </a:pPr>
                <a:endParaRPr sz="1100"/>
              </a:p>
            </p:txBody>
          </p:sp>
          <p:sp>
            <p:nvSpPr>
              <p:cNvPr id="4692" name="Google Shape;4692;p199"/>
              <p:cNvSpPr/>
              <p:nvPr/>
            </p:nvSpPr>
            <p:spPr>
              <a:xfrm>
                <a:off x="4933325" y="2559675"/>
                <a:ext cx="213000" cy="338100"/>
              </a:xfrm>
              <a:prstGeom prst="rect">
                <a:avLst/>
              </a:prstGeom>
              <a:solidFill>
                <a:srgbClr val="FF8B00"/>
              </a:solidFill>
              <a:ln w="19050" cap="flat" cmpd="sng">
                <a:solidFill>
                  <a:srgbClr val="14D890"/>
                </a:solidFill>
                <a:prstDash val="dash"/>
                <a:round/>
                <a:headEnd type="none" w="sm" len="sm"/>
                <a:tailEnd type="none" w="sm" len="sm"/>
              </a:ln>
            </p:spPr>
            <p:txBody>
              <a:bodyPr spcFirstLastPara="1" wrap="square" lIns="68575" tIns="68575" rIns="68575" bIns="68575" anchor="t" anchorCtr="0">
                <a:noAutofit/>
              </a:bodyPr>
              <a:lstStyle/>
              <a:p>
                <a:pPr marL="0" lvl="0" indent="0" algn="l" rtl="0">
                  <a:spcBef>
                    <a:spcPts val="0"/>
                  </a:spcBef>
                  <a:spcAft>
                    <a:spcPts val="0"/>
                  </a:spcAft>
                  <a:buNone/>
                </a:pPr>
                <a:endParaRPr/>
              </a:p>
            </p:txBody>
          </p:sp>
        </p:grpSp>
        <p:sp>
          <p:nvSpPr>
            <p:cNvPr id="4693" name="Google Shape;4693;p199"/>
            <p:cNvSpPr/>
            <p:nvPr/>
          </p:nvSpPr>
          <p:spPr>
            <a:xfrm>
              <a:off x="4296475" y="3581400"/>
              <a:ext cx="1216800" cy="731700"/>
            </a:xfrm>
            <a:prstGeom prst="roundRect">
              <a:avLst>
                <a:gd name="adj" fmla="val 16667"/>
              </a:avLst>
            </a:prstGeom>
            <a:solidFill>
              <a:srgbClr val="FFFFFF"/>
            </a:solidFill>
            <a:ln w="19050" cap="flat" cmpd="sng">
              <a:solidFill>
                <a:srgbClr val="14D890"/>
              </a:solidFill>
              <a:prstDash val="dash"/>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
                <a:buFont typeface="Arial"/>
                <a:buNone/>
              </a:pPr>
              <a:endParaRPr sz="800" b="1" i="0" u="none" strike="noStrike" cap="none"/>
            </a:p>
          </p:txBody>
        </p:sp>
        <p:sp>
          <p:nvSpPr>
            <p:cNvPr id="4694" name="Google Shape;4694;p199"/>
            <p:cNvSpPr/>
            <p:nvPr/>
          </p:nvSpPr>
          <p:spPr>
            <a:xfrm>
              <a:off x="6448325" y="3581400"/>
              <a:ext cx="1216800" cy="731700"/>
            </a:xfrm>
            <a:prstGeom prst="roundRect">
              <a:avLst>
                <a:gd name="adj" fmla="val 16667"/>
              </a:avLst>
            </a:prstGeom>
            <a:solidFill>
              <a:srgbClr val="FFFFFF"/>
            </a:solidFill>
            <a:ln w="19050" cap="flat" cmpd="sng">
              <a:solidFill>
                <a:srgbClr val="14D890"/>
              </a:solidFill>
              <a:prstDash val="dash"/>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
                <a:buFont typeface="Arial"/>
                <a:buNone/>
              </a:pPr>
              <a:endParaRPr sz="800" b="1" i="0" u="none" strike="noStrike" cap="none"/>
            </a:p>
          </p:txBody>
        </p:sp>
      </p:grpSp>
      <p:grpSp>
        <p:nvGrpSpPr>
          <p:cNvPr id="4695" name="Google Shape;4695;p199"/>
          <p:cNvGrpSpPr/>
          <p:nvPr/>
        </p:nvGrpSpPr>
        <p:grpSpPr>
          <a:xfrm>
            <a:off x="6980646" y="1643776"/>
            <a:ext cx="1941759" cy="1182523"/>
            <a:chOff x="3378825" y="1717175"/>
            <a:chExt cx="5225400" cy="2934300"/>
          </a:xfrm>
        </p:grpSpPr>
        <p:sp>
          <p:nvSpPr>
            <p:cNvPr id="4696" name="Google Shape;4696;p199"/>
            <p:cNvSpPr/>
            <p:nvPr/>
          </p:nvSpPr>
          <p:spPr>
            <a:xfrm>
              <a:off x="3378825" y="1717175"/>
              <a:ext cx="5225400" cy="2934300"/>
            </a:xfrm>
            <a:prstGeom prst="roundRect">
              <a:avLst>
                <a:gd name="adj" fmla="val 16667"/>
              </a:avLst>
            </a:prstGeom>
            <a:solidFill>
              <a:srgbClr val="FFFFFF"/>
            </a:solidFill>
            <a:ln w="19050" cap="flat" cmpd="sng">
              <a:solidFill>
                <a:srgbClr val="14D890"/>
              </a:solidFill>
              <a:prstDash val="dash"/>
              <a:round/>
              <a:headEnd type="none" w="sm" len="sm"/>
              <a:tailEnd type="none" w="sm" len="sm"/>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None/>
              </a:pPr>
              <a:r>
                <a:rPr lang="en" sz="800" b="1"/>
                <a:t>Zeebe Partition (Follower)</a:t>
              </a:r>
              <a:endParaRPr sz="800" b="1" i="0" u="none" strike="noStrike" cap="none"/>
            </a:p>
          </p:txBody>
        </p:sp>
        <p:grpSp>
          <p:nvGrpSpPr>
            <p:cNvPr id="4697" name="Google Shape;4697;p199"/>
            <p:cNvGrpSpPr/>
            <p:nvPr/>
          </p:nvGrpSpPr>
          <p:grpSpPr>
            <a:xfrm>
              <a:off x="3725475" y="2673450"/>
              <a:ext cx="4532100" cy="338100"/>
              <a:chOff x="3475400" y="2559675"/>
              <a:chExt cx="4532100" cy="338100"/>
            </a:xfrm>
          </p:grpSpPr>
          <p:sp>
            <p:nvSpPr>
              <p:cNvPr id="4698" name="Google Shape;4698;p199"/>
              <p:cNvSpPr/>
              <p:nvPr/>
            </p:nvSpPr>
            <p:spPr>
              <a:xfrm>
                <a:off x="3475400" y="2559675"/>
                <a:ext cx="4532100" cy="338100"/>
              </a:xfrm>
              <a:prstGeom prst="roundRect">
                <a:avLst>
                  <a:gd name="adj" fmla="val 16667"/>
                </a:avLst>
              </a:prstGeom>
              <a:solidFill>
                <a:srgbClr val="FFFFFF"/>
              </a:solidFill>
              <a:ln w="19050" cap="flat" cmpd="sng">
                <a:solidFill>
                  <a:srgbClr val="14D890"/>
                </a:solidFill>
                <a:prstDash val="dash"/>
                <a:round/>
                <a:headEnd type="none" w="sm" len="sm"/>
                <a:tailEnd type="none" w="sm" len="sm"/>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None/>
                </a:pPr>
                <a:endParaRPr sz="800" b="1" i="0" u="none" strike="noStrike" cap="none"/>
              </a:p>
            </p:txBody>
          </p:sp>
          <p:sp>
            <p:nvSpPr>
              <p:cNvPr id="4699" name="Google Shape;4699;p199"/>
              <p:cNvSpPr/>
              <p:nvPr/>
            </p:nvSpPr>
            <p:spPr>
              <a:xfrm>
                <a:off x="3693000" y="2559675"/>
                <a:ext cx="213000" cy="338100"/>
              </a:xfrm>
              <a:prstGeom prst="rect">
                <a:avLst/>
              </a:prstGeom>
              <a:solidFill>
                <a:srgbClr val="FFFFFF"/>
              </a:solidFill>
              <a:ln w="19050" cap="flat" cmpd="sng">
                <a:solidFill>
                  <a:srgbClr val="14D890"/>
                </a:solidFill>
                <a:prstDash val="dash"/>
                <a:round/>
                <a:headEnd type="none" w="sm" len="sm"/>
                <a:tailEnd type="none" w="sm" len="sm"/>
              </a:ln>
            </p:spPr>
            <p:txBody>
              <a:bodyPr spcFirstLastPara="1" wrap="square" lIns="68575" tIns="68575" rIns="68575" bIns="68575" anchor="t" anchorCtr="0">
                <a:noAutofit/>
              </a:bodyPr>
              <a:lstStyle/>
              <a:p>
                <a:pPr marL="0" lvl="0" indent="0" algn="l" rtl="0">
                  <a:spcBef>
                    <a:spcPts val="0"/>
                  </a:spcBef>
                  <a:spcAft>
                    <a:spcPts val="0"/>
                  </a:spcAft>
                  <a:buNone/>
                </a:pPr>
                <a:endParaRPr/>
              </a:p>
            </p:txBody>
          </p:sp>
          <p:sp>
            <p:nvSpPr>
              <p:cNvPr id="4700" name="Google Shape;4700;p199"/>
              <p:cNvSpPr/>
              <p:nvPr/>
            </p:nvSpPr>
            <p:spPr>
              <a:xfrm>
                <a:off x="4106442" y="2559675"/>
                <a:ext cx="213000" cy="338100"/>
              </a:xfrm>
              <a:prstGeom prst="rect">
                <a:avLst/>
              </a:prstGeom>
              <a:solidFill>
                <a:srgbClr val="FF8B00"/>
              </a:solidFill>
              <a:ln w="19050" cap="flat" cmpd="sng">
                <a:solidFill>
                  <a:srgbClr val="14D890"/>
                </a:solidFill>
                <a:prstDash val="dash"/>
                <a:round/>
                <a:headEnd type="none" w="sm" len="sm"/>
                <a:tailEnd type="none" w="sm" len="sm"/>
              </a:ln>
            </p:spPr>
            <p:txBody>
              <a:bodyPr spcFirstLastPara="1" wrap="square" lIns="68575" tIns="68575" rIns="68575" bIns="68575" anchor="t" anchorCtr="0">
                <a:noAutofit/>
              </a:bodyPr>
              <a:lstStyle/>
              <a:p>
                <a:pPr marL="0" lvl="0" indent="0" algn="l" rtl="0">
                  <a:spcBef>
                    <a:spcPts val="0"/>
                  </a:spcBef>
                  <a:spcAft>
                    <a:spcPts val="0"/>
                  </a:spcAft>
                  <a:buNone/>
                </a:pPr>
                <a:endParaRPr/>
              </a:p>
            </p:txBody>
          </p:sp>
          <p:sp>
            <p:nvSpPr>
              <p:cNvPr id="4701" name="Google Shape;4701;p199"/>
              <p:cNvSpPr/>
              <p:nvPr/>
            </p:nvSpPr>
            <p:spPr>
              <a:xfrm>
                <a:off x="4519883" y="2559675"/>
                <a:ext cx="213000" cy="338100"/>
              </a:xfrm>
              <a:prstGeom prst="rect">
                <a:avLst/>
              </a:prstGeom>
              <a:solidFill>
                <a:srgbClr val="FFFFFF"/>
              </a:solidFill>
              <a:ln w="19050" cap="flat" cmpd="sng">
                <a:solidFill>
                  <a:srgbClr val="14D890"/>
                </a:solidFill>
                <a:prstDash val="dash"/>
                <a:round/>
                <a:headEnd type="none" w="sm" len="sm"/>
                <a:tailEnd type="none" w="sm" len="sm"/>
              </a:ln>
            </p:spPr>
            <p:txBody>
              <a:bodyPr spcFirstLastPara="1" wrap="square" lIns="68575" tIns="68575" rIns="68575" bIns="68575" anchor="t" anchorCtr="0">
                <a:noAutofit/>
              </a:bodyPr>
              <a:lstStyle/>
              <a:p>
                <a:pPr marL="0" lvl="0" indent="0" algn="l" rtl="0">
                  <a:spcBef>
                    <a:spcPts val="0"/>
                  </a:spcBef>
                  <a:spcAft>
                    <a:spcPts val="0"/>
                  </a:spcAft>
                  <a:buNone/>
                </a:pPr>
                <a:endParaRPr sz="1100"/>
              </a:p>
            </p:txBody>
          </p:sp>
          <p:sp>
            <p:nvSpPr>
              <p:cNvPr id="4702" name="Google Shape;4702;p199"/>
              <p:cNvSpPr/>
              <p:nvPr/>
            </p:nvSpPr>
            <p:spPr>
              <a:xfrm>
                <a:off x="4933325" y="2559675"/>
                <a:ext cx="213000" cy="338100"/>
              </a:xfrm>
              <a:prstGeom prst="rect">
                <a:avLst/>
              </a:prstGeom>
              <a:solidFill>
                <a:srgbClr val="FF8B00"/>
              </a:solidFill>
              <a:ln w="19050" cap="flat" cmpd="sng">
                <a:solidFill>
                  <a:srgbClr val="14D890"/>
                </a:solidFill>
                <a:prstDash val="dash"/>
                <a:round/>
                <a:headEnd type="none" w="sm" len="sm"/>
                <a:tailEnd type="none" w="sm" len="sm"/>
              </a:ln>
            </p:spPr>
            <p:txBody>
              <a:bodyPr spcFirstLastPara="1" wrap="square" lIns="68575" tIns="68575" rIns="68575" bIns="68575" anchor="t" anchorCtr="0">
                <a:noAutofit/>
              </a:bodyPr>
              <a:lstStyle/>
              <a:p>
                <a:pPr marL="0" lvl="0" indent="0" algn="l" rtl="0">
                  <a:spcBef>
                    <a:spcPts val="0"/>
                  </a:spcBef>
                  <a:spcAft>
                    <a:spcPts val="0"/>
                  </a:spcAft>
                  <a:buNone/>
                </a:pPr>
                <a:endParaRPr/>
              </a:p>
            </p:txBody>
          </p:sp>
        </p:grpSp>
        <p:sp>
          <p:nvSpPr>
            <p:cNvPr id="4703" name="Google Shape;4703;p199"/>
            <p:cNvSpPr/>
            <p:nvPr/>
          </p:nvSpPr>
          <p:spPr>
            <a:xfrm>
              <a:off x="4296475" y="3581400"/>
              <a:ext cx="1216800" cy="731700"/>
            </a:xfrm>
            <a:prstGeom prst="roundRect">
              <a:avLst>
                <a:gd name="adj" fmla="val 16667"/>
              </a:avLst>
            </a:prstGeom>
            <a:solidFill>
              <a:srgbClr val="FFFFFF"/>
            </a:solidFill>
            <a:ln w="19050" cap="flat" cmpd="sng">
              <a:solidFill>
                <a:srgbClr val="14D890"/>
              </a:solidFill>
              <a:prstDash val="dash"/>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
                <a:buFont typeface="Arial"/>
                <a:buNone/>
              </a:pPr>
              <a:endParaRPr sz="800" b="1" i="0" u="none" strike="noStrike" cap="none"/>
            </a:p>
          </p:txBody>
        </p:sp>
        <p:sp>
          <p:nvSpPr>
            <p:cNvPr id="4704" name="Google Shape;4704;p199"/>
            <p:cNvSpPr/>
            <p:nvPr/>
          </p:nvSpPr>
          <p:spPr>
            <a:xfrm>
              <a:off x="6448325" y="3581400"/>
              <a:ext cx="1216800" cy="731700"/>
            </a:xfrm>
            <a:prstGeom prst="roundRect">
              <a:avLst>
                <a:gd name="adj" fmla="val 16667"/>
              </a:avLst>
            </a:prstGeom>
            <a:solidFill>
              <a:srgbClr val="FFFFFF"/>
            </a:solidFill>
            <a:ln w="19050" cap="flat" cmpd="sng">
              <a:solidFill>
                <a:srgbClr val="14D890"/>
              </a:solidFill>
              <a:prstDash val="dash"/>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
                <a:buFont typeface="Arial"/>
                <a:buNone/>
              </a:pPr>
              <a:endParaRPr sz="800" b="1" i="0" u="none" strike="noStrike" cap="none"/>
            </a:p>
          </p:txBody>
        </p:sp>
      </p:grpSp>
      <p:grpSp>
        <p:nvGrpSpPr>
          <p:cNvPr id="4705" name="Google Shape;4705;p199"/>
          <p:cNvGrpSpPr/>
          <p:nvPr/>
        </p:nvGrpSpPr>
        <p:grpSpPr>
          <a:xfrm>
            <a:off x="6866346" y="1529476"/>
            <a:ext cx="1941759" cy="1182523"/>
            <a:chOff x="3378825" y="1717175"/>
            <a:chExt cx="5225400" cy="2934300"/>
          </a:xfrm>
        </p:grpSpPr>
        <p:sp>
          <p:nvSpPr>
            <p:cNvPr id="4706" name="Google Shape;4706;p199"/>
            <p:cNvSpPr/>
            <p:nvPr/>
          </p:nvSpPr>
          <p:spPr>
            <a:xfrm>
              <a:off x="3378825" y="1717175"/>
              <a:ext cx="5225400" cy="2934300"/>
            </a:xfrm>
            <a:prstGeom prst="roundRect">
              <a:avLst>
                <a:gd name="adj" fmla="val 16667"/>
              </a:avLst>
            </a:prstGeom>
            <a:solidFill>
              <a:srgbClr val="FFFFFF"/>
            </a:solidFill>
            <a:ln w="19050" cap="flat" cmpd="sng">
              <a:solidFill>
                <a:srgbClr val="14D890"/>
              </a:solidFill>
              <a:prstDash val="dash"/>
              <a:round/>
              <a:headEnd type="none" w="sm" len="sm"/>
              <a:tailEnd type="none" w="sm" len="sm"/>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None/>
              </a:pPr>
              <a:r>
                <a:rPr lang="en" sz="800" b="1"/>
                <a:t>Zeebe Partition (Follower)</a:t>
              </a:r>
              <a:endParaRPr sz="800" b="1" i="0" u="none" strike="noStrike" cap="none"/>
            </a:p>
          </p:txBody>
        </p:sp>
        <p:grpSp>
          <p:nvGrpSpPr>
            <p:cNvPr id="4707" name="Google Shape;4707;p199"/>
            <p:cNvGrpSpPr/>
            <p:nvPr/>
          </p:nvGrpSpPr>
          <p:grpSpPr>
            <a:xfrm>
              <a:off x="3725475" y="2673450"/>
              <a:ext cx="4532100" cy="338100"/>
              <a:chOff x="3475400" y="2559675"/>
              <a:chExt cx="4532100" cy="338100"/>
            </a:xfrm>
          </p:grpSpPr>
          <p:sp>
            <p:nvSpPr>
              <p:cNvPr id="4708" name="Google Shape;4708;p199"/>
              <p:cNvSpPr/>
              <p:nvPr/>
            </p:nvSpPr>
            <p:spPr>
              <a:xfrm>
                <a:off x="3475400" y="2559675"/>
                <a:ext cx="4532100" cy="338100"/>
              </a:xfrm>
              <a:prstGeom prst="roundRect">
                <a:avLst>
                  <a:gd name="adj" fmla="val 16667"/>
                </a:avLst>
              </a:prstGeom>
              <a:solidFill>
                <a:srgbClr val="FFFFFF"/>
              </a:solidFill>
              <a:ln w="19050" cap="flat" cmpd="sng">
                <a:solidFill>
                  <a:srgbClr val="14D890"/>
                </a:solidFill>
                <a:prstDash val="dash"/>
                <a:round/>
                <a:headEnd type="none" w="sm" len="sm"/>
                <a:tailEnd type="none" w="sm" len="sm"/>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None/>
                </a:pPr>
                <a:endParaRPr sz="800" b="1" i="0" u="none" strike="noStrike" cap="none"/>
              </a:p>
            </p:txBody>
          </p:sp>
          <p:sp>
            <p:nvSpPr>
              <p:cNvPr id="4709" name="Google Shape;4709;p199"/>
              <p:cNvSpPr/>
              <p:nvPr/>
            </p:nvSpPr>
            <p:spPr>
              <a:xfrm>
                <a:off x="3693000" y="2559675"/>
                <a:ext cx="213000" cy="338100"/>
              </a:xfrm>
              <a:prstGeom prst="rect">
                <a:avLst/>
              </a:prstGeom>
              <a:solidFill>
                <a:srgbClr val="FFFFFF"/>
              </a:solidFill>
              <a:ln w="19050" cap="flat" cmpd="sng">
                <a:solidFill>
                  <a:srgbClr val="14D890"/>
                </a:solidFill>
                <a:prstDash val="dash"/>
                <a:round/>
                <a:headEnd type="none" w="sm" len="sm"/>
                <a:tailEnd type="none" w="sm" len="sm"/>
              </a:ln>
            </p:spPr>
            <p:txBody>
              <a:bodyPr spcFirstLastPara="1" wrap="square" lIns="68575" tIns="68575" rIns="68575" bIns="68575" anchor="t" anchorCtr="0">
                <a:noAutofit/>
              </a:bodyPr>
              <a:lstStyle/>
              <a:p>
                <a:pPr marL="0" lvl="0" indent="0" algn="l" rtl="0">
                  <a:spcBef>
                    <a:spcPts val="0"/>
                  </a:spcBef>
                  <a:spcAft>
                    <a:spcPts val="0"/>
                  </a:spcAft>
                  <a:buNone/>
                </a:pPr>
                <a:endParaRPr/>
              </a:p>
            </p:txBody>
          </p:sp>
          <p:sp>
            <p:nvSpPr>
              <p:cNvPr id="4710" name="Google Shape;4710;p199"/>
              <p:cNvSpPr/>
              <p:nvPr/>
            </p:nvSpPr>
            <p:spPr>
              <a:xfrm>
                <a:off x="4106442" y="2559675"/>
                <a:ext cx="213000" cy="338100"/>
              </a:xfrm>
              <a:prstGeom prst="rect">
                <a:avLst/>
              </a:prstGeom>
              <a:solidFill>
                <a:srgbClr val="FF8B00"/>
              </a:solidFill>
              <a:ln w="19050" cap="flat" cmpd="sng">
                <a:solidFill>
                  <a:srgbClr val="14D890"/>
                </a:solidFill>
                <a:prstDash val="dash"/>
                <a:round/>
                <a:headEnd type="none" w="sm" len="sm"/>
                <a:tailEnd type="none" w="sm" len="sm"/>
              </a:ln>
            </p:spPr>
            <p:txBody>
              <a:bodyPr spcFirstLastPara="1" wrap="square" lIns="68575" tIns="68575" rIns="68575" bIns="68575" anchor="t" anchorCtr="0">
                <a:noAutofit/>
              </a:bodyPr>
              <a:lstStyle/>
              <a:p>
                <a:pPr marL="0" lvl="0" indent="0" algn="l" rtl="0">
                  <a:spcBef>
                    <a:spcPts val="0"/>
                  </a:spcBef>
                  <a:spcAft>
                    <a:spcPts val="0"/>
                  </a:spcAft>
                  <a:buNone/>
                </a:pPr>
                <a:endParaRPr/>
              </a:p>
            </p:txBody>
          </p:sp>
          <p:sp>
            <p:nvSpPr>
              <p:cNvPr id="4711" name="Google Shape;4711;p199"/>
              <p:cNvSpPr/>
              <p:nvPr/>
            </p:nvSpPr>
            <p:spPr>
              <a:xfrm>
                <a:off x="4519883" y="2559675"/>
                <a:ext cx="213000" cy="338100"/>
              </a:xfrm>
              <a:prstGeom prst="rect">
                <a:avLst/>
              </a:prstGeom>
              <a:solidFill>
                <a:srgbClr val="FFFFFF"/>
              </a:solidFill>
              <a:ln w="19050" cap="flat" cmpd="sng">
                <a:solidFill>
                  <a:srgbClr val="14D890"/>
                </a:solidFill>
                <a:prstDash val="dash"/>
                <a:round/>
                <a:headEnd type="none" w="sm" len="sm"/>
                <a:tailEnd type="none" w="sm" len="sm"/>
              </a:ln>
            </p:spPr>
            <p:txBody>
              <a:bodyPr spcFirstLastPara="1" wrap="square" lIns="68575" tIns="68575" rIns="68575" bIns="68575" anchor="t" anchorCtr="0">
                <a:noAutofit/>
              </a:bodyPr>
              <a:lstStyle/>
              <a:p>
                <a:pPr marL="0" lvl="0" indent="0" algn="l" rtl="0">
                  <a:spcBef>
                    <a:spcPts val="0"/>
                  </a:spcBef>
                  <a:spcAft>
                    <a:spcPts val="0"/>
                  </a:spcAft>
                  <a:buNone/>
                </a:pPr>
                <a:endParaRPr sz="1100"/>
              </a:p>
            </p:txBody>
          </p:sp>
          <p:sp>
            <p:nvSpPr>
              <p:cNvPr id="4712" name="Google Shape;4712;p199"/>
              <p:cNvSpPr/>
              <p:nvPr/>
            </p:nvSpPr>
            <p:spPr>
              <a:xfrm>
                <a:off x="4933325" y="2559675"/>
                <a:ext cx="213000" cy="338100"/>
              </a:xfrm>
              <a:prstGeom prst="rect">
                <a:avLst/>
              </a:prstGeom>
              <a:solidFill>
                <a:srgbClr val="FF8B00"/>
              </a:solidFill>
              <a:ln w="19050" cap="flat" cmpd="sng">
                <a:solidFill>
                  <a:srgbClr val="14D890"/>
                </a:solidFill>
                <a:prstDash val="dash"/>
                <a:round/>
                <a:headEnd type="none" w="sm" len="sm"/>
                <a:tailEnd type="none" w="sm" len="sm"/>
              </a:ln>
            </p:spPr>
            <p:txBody>
              <a:bodyPr spcFirstLastPara="1" wrap="square" lIns="68575" tIns="68575" rIns="68575" bIns="68575" anchor="t" anchorCtr="0">
                <a:noAutofit/>
              </a:bodyPr>
              <a:lstStyle/>
              <a:p>
                <a:pPr marL="0" lvl="0" indent="0" algn="l" rtl="0">
                  <a:spcBef>
                    <a:spcPts val="0"/>
                  </a:spcBef>
                  <a:spcAft>
                    <a:spcPts val="0"/>
                  </a:spcAft>
                  <a:buNone/>
                </a:pPr>
                <a:endParaRPr/>
              </a:p>
            </p:txBody>
          </p:sp>
        </p:grpSp>
        <p:sp>
          <p:nvSpPr>
            <p:cNvPr id="4713" name="Google Shape;4713;p199"/>
            <p:cNvSpPr/>
            <p:nvPr/>
          </p:nvSpPr>
          <p:spPr>
            <a:xfrm>
              <a:off x="4296475" y="3581400"/>
              <a:ext cx="1216800" cy="731700"/>
            </a:xfrm>
            <a:prstGeom prst="roundRect">
              <a:avLst>
                <a:gd name="adj" fmla="val 16667"/>
              </a:avLst>
            </a:prstGeom>
            <a:solidFill>
              <a:srgbClr val="FFFFFF"/>
            </a:solidFill>
            <a:ln w="19050" cap="flat" cmpd="sng">
              <a:solidFill>
                <a:srgbClr val="14D890"/>
              </a:solidFill>
              <a:prstDash val="dash"/>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
                <a:buFont typeface="Arial"/>
                <a:buNone/>
              </a:pPr>
              <a:endParaRPr sz="800" b="1" i="0" u="none" strike="noStrike" cap="none"/>
            </a:p>
          </p:txBody>
        </p:sp>
        <p:sp>
          <p:nvSpPr>
            <p:cNvPr id="4714" name="Google Shape;4714;p199"/>
            <p:cNvSpPr/>
            <p:nvPr/>
          </p:nvSpPr>
          <p:spPr>
            <a:xfrm>
              <a:off x="6448325" y="3581400"/>
              <a:ext cx="1216800" cy="731700"/>
            </a:xfrm>
            <a:prstGeom prst="roundRect">
              <a:avLst>
                <a:gd name="adj" fmla="val 16667"/>
              </a:avLst>
            </a:prstGeom>
            <a:solidFill>
              <a:srgbClr val="FFFFFF"/>
            </a:solidFill>
            <a:ln w="19050" cap="flat" cmpd="sng">
              <a:solidFill>
                <a:srgbClr val="14D890"/>
              </a:solidFill>
              <a:prstDash val="dash"/>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
                <a:buFont typeface="Arial"/>
                <a:buNone/>
              </a:pPr>
              <a:endParaRPr sz="800" b="1" i="0" u="none" strike="noStrike" cap="none"/>
            </a:p>
          </p:txBody>
        </p:sp>
      </p:grpSp>
      <p:cxnSp>
        <p:nvCxnSpPr>
          <p:cNvPr id="4715" name="Google Shape;4715;p199"/>
          <p:cNvCxnSpPr>
            <a:stCxn id="4673" idx="3"/>
            <a:endCxn id="4706" idx="1"/>
          </p:cNvCxnSpPr>
          <p:nvPr/>
        </p:nvCxnSpPr>
        <p:spPr>
          <a:xfrm>
            <a:off x="5907431" y="2017575"/>
            <a:ext cx="958800" cy="103200"/>
          </a:xfrm>
          <a:prstGeom prst="curvedConnector3">
            <a:avLst>
              <a:gd name="adj1" fmla="val 50001"/>
            </a:avLst>
          </a:prstGeom>
          <a:noFill/>
          <a:ln w="19050" cap="flat" cmpd="sng">
            <a:solidFill>
              <a:srgbClr val="0075FF"/>
            </a:solidFill>
            <a:prstDash val="dash"/>
            <a:round/>
            <a:headEnd type="none" w="med" len="med"/>
            <a:tailEnd type="triangle" w="med" len="med"/>
          </a:ln>
        </p:spPr>
      </p:cxnSp>
      <p:cxnSp>
        <p:nvCxnSpPr>
          <p:cNvPr id="4716" name="Google Shape;4716;p199"/>
          <p:cNvCxnSpPr>
            <a:stCxn id="4673" idx="3"/>
          </p:cNvCxnSpPr>
          <p:nvPr/>
        </p:nvCxnSpPr>
        <p:spPr>
          <a:xfrm>
            <a:off x="5907431" y="2017575"/>
            <a:ext cx="974700" cy="300600"/>
          </a:xfrm>
          <a:prstGeom prst="curvedConnector3">
            <a:avLst>
              <a:gd name="adj1" fmla="val 50000"/>
            </a:avLst>
          </a:prstGeom>
          <a:noFill/>
          <a:ln w="19050" cap="flat" cmpd="sng">
            <a:solidFill>
              <a:srgbClr val="0075FF"/>
            </a:solidFill>
            <a:prstDash val="dash"/>
            <a:round/>
            <a:headEnd type="none" w="med" len="med"/>
            <a:tailEnd type="triangle" w="med" len="med"/>
          </a:ln>
        </p:spPr>
      </p:cxnSp>
      <p:cxnSp>
        <p:nvCxnSpPr>
          <p:cNvPr id="4717" name="Google Shape;4717;p199"/>
          <p:cNvCxnSpPr>
            <a:stCxn id="4673" idx="3"/>
          </p:cNvCxnSpPr>
          <p:nvPr/>
        </p:nvCxnSpPr>
        <p:spPr>
          <a:xfrm>
            <a:off x="5907431" y="2017575"/>
            <a:ext cx="1003800" cy="546900"/>
          </a:xfrm>
          <a:prstGeom prst="curvedConnector3">
            <a:avLst>
              <a:gd name="adj1" fmla="val 50000"/>
            </a:avLst>
          </a:prstGeom>
          <a:noFill/>
          <a:ln w="19050" cap="flat" cmpd="sng">
            <a:solidFill>
              <a:srgbClr val="0075FF"/>
            </a:solidFill>
            <a:prstDash val="dash"/>
            <a:round/>
            <a:headEnd type="none" w="med" len="med"/>
            <a:tailEnd type="triangle" w="med" len="med"/>
          </a:ln>
        </p:spPr>
      </p:cxnSp>
      <p:sp>
        <p:nvSpPr>
          <p:cNvPr id="4718" name="Google Shape;4718;p199"/>
          <p:cNvSpPr/>
          <p:nvPr/>
        </p:nvSpPr>
        <p:spPr>
          <a:xfrm>
            <a:off x="1632750" y="1173581"/>
            <a:ext cx="274200" cy="274200"/>
          </a:xfrm>
          <a:prstGeom prst="ellipse">
            <a:avLst/>
          </a:prstGeom>
          <a:noFill/>
          <a:ln w="19050" cap="flat" cmpd="sng">
            <a:solidFill>
              <a:srgbClr val="0075FF"/>
            </a:solidFill>
            <a:prstDash val="solid"/>
            <a:round/>
            <a:headEnd type="none" w="sm" len="sm"/>
            <a:tailEnd type="none" w="sm" len="sm"/>
          </a:ln>
        </p:spPr>
        <p:txBody>
          <a:bodyPr spcFirstLastPara="1" wrap="square" lIns="68575" tIns="68575" rIns="68575" bIns="68575" anchor="ctr" anchorCtr="0">
            <a:noAutofit/>
          </a:bodyPr>
          <a:lstStyle/>
          <a:p>
            <a:pPr marL="0" lvl="0" indent="0" algn="ctr" rtl="0">
              <a:spcBef>
                <a:spcPts val="0"/>
              </a:spcBef>
              <a:spcAft>
                <a:spcPts val="0"/>
              </a:spcAft>
              <a:buNone/>
            </a:pPr>
            <a:r>
              <a:rPr lang="en" sz="1100" b="1">
                <a:solidFill>
                  <a:srgbClr val="0075FF"/>
                </a:solidFill>
              </a:rPr>
              <a:t>1</a:t>
            </a:r>
            <a:endParaRPr sz="1100" b="1">
              <a:solidFill>
                <a:srgbClr val="0075FF"/>
              </a:solidFill>
            </a:endParaRPr>
          </a:p>
        </p:txBody>
      </p:sp>
      <p:sp>
        <p:nvSpPr>
          <p:cNvPr id="4719" name="Google Shape;4719;p199"/>
          <p:cNvSpPr/>
          <p:nvPr/>
        </p:nvSpPr>
        <p:spPr>
          <a:xfrm>
            <a:off x="3255769" y="2212125"/>
            <a:ext cx="274200" cy="274200"/>
          </a:xfrm>
          <a:prstGeom prst="ellipse">
            <a:avLst/>
          </a:prstGeom>
          <a:noFill/>
          <a:ln w="19050" cap="flat" cmpd="sng">
            <a:solidFill>
              <a:srgbClr val="0075FF"/>
            </a:solidFill>
            <a:prstDash val="solid"/>
            <a:round/>
            <a:headEnd type="none" w="sm" len="sm"/>
            <a:tailEnd type="none" w="sm" len="sm"/>
          </a:ln>
        </p:spPr>
        <p:txBody>
          <a:bodyPr spcFirstLastPara="1" wrap="square" lIns="68575" tIns="68575" rIns="68575" bIns="68575" anchor="ctr" anchorCtr="0">
            <a:noAutofit/>
          </a:bodyPr>
          <a:lstStyle/>
          <a:p>
            <a:pPr marL="0" lvl="0" indent="0" algn="ctr" rtl="0">
              <a:spcBef>
                <a:spcPts val="0"/>
              </a:spcBef>
              <a:spcAft>
                <a:spcPts val="0"/>
              </a:spcAft>
              <a:buNone/>
            </a:pPr>
            <a:r>
              <a:rPr lang="en" sz="1100" b="1">
                <a:solidFill>
                  <a:srgbClr val="0075FF"/>
                </a:solidFill>
              </a:rPr>
              <a:t>3</a:t>
            </a:r>
            <a:endParaRPr sz="1100" b="1">
              <a:solidFill>
                <a:srgbClr val="0075FF"/>
              </a:solidFill>
            </a:endParaRPr>
          </a:p>
        </p:txBody>
      </p:sp>
      <p:sp>
        <p:nvSpPr>
          <p:cNvPr id="4720" name="Google Shape;4720;p199"/>
          <p:cNvSpPr/>
          <p:nvPr/>
        </p:nvSpPr>
        <p:spPr>
          <a:xfrm>
            <a:off x="4152009" y="2495194"/>
            <a:ext cx="274200" cy="274200"/>
          </a:xfrm>
          <a:prstGeom prst="ellipse">
            <a:avLst/>
          </a:prstGeom>
          <a:noFill/>
          <a:ln w="19050" cap="flat" cmpd="sng">
            <a:solidFill>
              <a:srgbClr val="0075FF"/>
            </a:solidFill>
            <a:prstDash val="solid"/>
            <a:round/>
            <a:headEnd type="none" w="sm" len="sm"/>
            <a:tailEnd type="none" w="sm" len="sm"/>
          </a:ln>
        </p:spPr>
        <p:txBody>
          <a:bodyPr spcFirstLastPara="1" wrap="square" lIns="68575" tIns="68575" rIns="68575" bIns="68575" anchor="ctr" anchorCtr="0">
            <a:noAutofit/>
          </a:bodyPr>
          <a:lstStyle/>
          <a:p>
            <a:pPr marL="0" lvl="0" indent="0" algn="ctr" rtl="0">
              <a:spcBef>
                <a:spcPts val="0"/>
              </a:spcBef>
              <a:spcAft>
                <a:spcPts val="0"/>
              </a:spcAft>
              <a:buNone/>
            </a:pPr>
            <a:r>
              <a:rPr lang="en" sz="1100" b="1">
                <a:solidFill>
                  <a:srgbClr val="0075FF"/>
                </a:solidFill>
              </a:rPr>
              <a:t>4</a:t>
            </a:r>
            <a:endParaRPr sz="1100" b="1">
              <a:solidFill>
                <a:srgbClr val="0075FF"/>
              </a:solidFill>
            </a:endParaRPr>
          </a:p>
        </p:txBody>
      </p:sp>
      <p:sp>
        <p:nvSpPr>
          <p:cNvPr id="4721" name="Google Shape;4721;p199"/>
          <p:cNvSpPr/>
          <p:nvPr/>
        </p:nvSpPr>
        <p:spPr>
          <a:xfrm>
            <a:off x="1632750" y="2613375"/>
            <a:ext cx="274200" cy="274200"/>
          </a:xfrm>
          <a:prstGeom prst="ellipse">
            <a:avLst/>
          </a:prstGeom>
          <a:noFill/>
          <a:ln w="19050" cap="flat" cmpd="sng">
            <a:solidFill>
              <a:srgbClr val="0075FF"/>
            </a:solidFill>
            <a:prstDash val="solid"/>
            <a:round/>
            <a:headEnd type="none" w="sm" len="sm"/>
            <a:tailEnd type="none" w="sm" len="sm"/>
          </a:ln>
        </p:spPr>
        <p:txBody>
          <a:bodyPr spcFirstLastPara="1" wrap="square" lIns="68575" tIns="68575" rIns="68575" bIns="68575" anchor="ctr" anchorCtr="0">
            <a:noAutofit/>
          </a:bodyPr>
          <a:lstStyle/>
          <a:p>
            <a:pPr marL="0" lvl="0" indent="0" algn="ctr" rtl="0">
              <a:spcBef>
                <a:spcPts val="0"/>
              </a:spcBef>
              <a:spcAft>
                <a:spcPts val="0"/>
              </a:spcAft>
              <a:buNone/>
            </a:pPr>
            <a:r>
              <a:rPr lang="en" sz="1100" b="1">
                <a:solidFill>
                  <a:srgbClr val="0075FF"/>
                </a:solidFill>
              </a:rPr>
              <a:t>5</a:t>
            </a:r>
            <a:endParaRPr sz="1100" b="1">
              <a:solidFill>
                <a:srgbClr val="0075FF"/>
              </a:solidFill>
            </a:endParaRPr>
          </a:p>
        </p:txBody>
      </p:sp>
      <p:sp>
        <p:nvSpPr>
          <p:cNvPr id="4722" name="Google Shape;4722;p199"/>
          <p:cNvSpPr/>
          <p:nvPr/>
        </p:nvSpPr>
        <p:spPr>
          <a:xfrm>
            <a:off x="6363966" y="1703363"/>
            <a:ext cx="274200" cy="274200"/>
          </a:xfrm>
          <a:prstGeom prst="ellipse">
            <a:avLst/>
          </a:prstGeom>
          <a:noFill/>
          <a:ln w="19050" cap="flat" cmpd="sng">
            <a:solidFill>
              <a:srgbClr val="0075FF"/>
            </a:solidFill>
            <a:prstDash val="solid"/>
            <a:round/>
            <a:headEnd type="none" w="sm" len="sm"/>
            <a:tailEnd type="none" w="sm" len="sm"/>
          </a:ln>
        </p:spPr>
        <p:txBody>
          <a:bodyPr spcFirstLastPara="1" wrap="square" lIns="68575" tIns="68575" rIns="68575" bIns="68575" anchor="ctr" anchorCtr="0">
            <a:noAutofit/>
          </a:bodyPr>
          <a:lstStyle/>
          <a:p>
            <a:pPr marL="0" lvl="0" indent="0" algn="ctr" rtl="0">
              <a:spcBef>
                <a:spcPts val="0"/>
              </a:spcBef>
              <a:spcAft>
                <a:spcPts val="0"/>
              </a:spcAft>
              <a:buNone/>
            </a:pPr>
            <a:r>
              <a:rPr lang="en" sz="1100" b="1">
                <a:solidFill>
                  <a:srgbClr val="0075FF"/>
                </a:solidFill>
              </a:rPr>
              <a:t>2</a:t>
            </a:r>
            <a:endParaRPr sz="1100" b="1">
              <a:solidFill>
                <a:srgbClr val="0075FF"/>
              </a:solidFill>
            </a:endParaRPr>
          </a:p>
        </p:txBody>
      </p:sp>
      <p:sp>
        <p:nvSpPr>
          <p:cNvPr id="4723" name="Google Shape;4723;p199"/>
          <p:cNvSpPr/>
          <p:nvPr/>
        </p:nvSpPr>
        <p:spPr>
          <a:xfrm>
            <a:off x="982369" y="3772650"/>
            <a:ext cx="274200" cy="274200"/>
          </a:xfrm>
          <a:prstGeom prst="ellipse">
            <a:avLst/>
          </a:prstGeom>
          <a:noFill/>
          <a:ln w="19050" cap="flat" cmpd="sng">
            <a:solidFill>
              <a:srgbClr val="0075FF"/>
            </a:solidFill>
            <a:prstDash val="solid"/>
            <a:round/>
            <a:headEnd type="none" w="sm" len="sm"/>
            <a:tailEnd type="none" w="sm" len="sm"/>
          </a:ln>
        </p:spPr>
        <p:txBody>
          <a:bodyPr spcFirstLastPara="1" wrap="square" lIns="68575" tIns="68575" rIns="68575" bIns="68575" anchor="ctr" anchorCtr="0">
            <a:noAutofit/>
          </a:bodyPr>
          <a:lstStyle/>
          <a:p>
            <a:pPr marL="0" lvl="0" indent="0" algn="ctr" rtl="0">
              <a:spcBef>
                <a:spcPts val="0"/>
              </a:spcBef>
              <a:spcAft>
                <a:spcPts val="0"/>
              </a:spcAft>
              <a:buNone/>
            </a:pPr>
            <a:r>
              <a:rPr lang="en" sz="1100" b="1">
                <a:solidFill>
                  <a:srgbClr val="0075FF"/>
                </a:solidFill>
              </a:rPr>
              <a:t>1</a:t>
            </a:r>
            <a:endParaRPr sz="1100" b="1">
              <a:solidFill>
                <a:srgbClr val="0075FF"/>
              </a:solidFill>
            </a:endParaRPr>
          </a:p>
        </p:txBody>
      </p:sp>
      <p:sp>
        <p:nvSpPr>
          <p:cNvPr id="4724" name="Google Shape;4724;p199"/>
          <p:cNvSpPr txBox="1"/>
          <p:nvPr/>
        </p:nvSpPr>
        <p:spPr>
          <a:xfrm>
            <a:off x="1252369" y="3759713"/>
            <a:ext cx="1750200" cy="477300"/>
          </a:xfrm>
          <a:prstGeom prst="rect">
            <a:avLst/>
          </a:prstGeom>
          <a:noFill/>
          <a:ln>
            <a:noFill/>
          </a:ln>
        </p:spPr>
        <p:txBody>
          <a:bodyPr spcFirstLastPara="1" wrap="square" lIns="68575" tIns="68575" rIns="68575" bIns="68575" anchor="t" anchorCtr="0">
            <a:spAutoFit/>
          </a:bodyPr>
          <a:lstStyle/>
          <a:p>
            <a:pPr marL="0" lvl="0" indent="0" algn="l" rtl="0">
              <a:spcBef>
                <a:spcPts val="0"/>
              </a:spcBef>
              <a:spcAft>
                <a:spcPts val="0"/>
              </a:spcAft>
              <a:buNone/>
            </a:pPr>
            <a:r>
              <a:rPr lang="en" sz="1100">
                <a:solidFill>
                  <a:srgbClr val="0075FF"/>
                </a:solidFill>
              </a:rPr>
              <a:t>Send &amp; Append Command</a:t>
            </a:r>
            <a:endParaRPr sz="1100">
              <a:solidFill>
                <a:srgbClr val="0075FF"/>
              </a:solidFill>
            </a:endParaRPr>
          </a:p>
        </p:txBody>
      </p:sp>
      <p:sp>
        <p:nvSpPr>
          <p:cNvPr id="4725" name="Google Shape;4725;p199"/>
          <p:cNvSpPr/>
          <p:nvPr/>
        </p:nvSpPr>
        <p:spPr>
          <a:xfrm>
            <a:off x="3185916" y="3772650"/>
            <a:ext cx="274200" cy="274200"/>
          </a:xfrm>
          <a:prstGeom prst="ellipse">
            <a:avLst/>
          </a:prstGeom>
          <a:noFill/>
          <a:ln w="19050" cap="flat" cmpd="sng">
            <a:solidFill>
              <a:srgbClr val="0075FF"/>
            </a:solidFill>
            <a:prstDash val="solid"/>
            <a:round/>
            <a:headEnd type="none" w="sm" len="sm"/>
            <a:tailEnd type="none" w="sm" len="sm"/>
          </a:ln>
        </p:spPr>
        <p:txBody>
          <a:bodyPr spcFirstLastPara="1" wrap="square" lIns="68575" tIns="68575" rIns="68575" bIns="68575" anchor="ctr" anchorCtr="0">
            <a:noAutofit/>
          </a:bodyPr>
          <a:lstStyle/>
          <a:p>
            <a:pPr marL="0" lvl="0" indent="0" algn="ctr" rtl="0">
              <a:spcBef>
                <a:spcPts val="0"/>
              </a:spcBef>
              <a:spcAft>
                <a:spcPts val="0"/>
              </a:spcAft>
              <a:buNone/>
            </a:pPr>
            <a:r>
              <a:rPr lang="en" sz="1100" b="1">
                <a:solidFill>
                  <a:srgbClr val="0075FF"/>
                </a:solidFill>
              </a:rPr>
              <a:t>2</a:t>
            </a:r>
            <a:endParaRPr sz="1100" b="1">
              <a:solidFill>
                <a:srgbClr val="0075FF"/>
              </a:solidFill>
            </a:endParaRPr>
          </a:p>
        </p:txBody>
      </p:sp>
      <p:sp>
        <p:nvSpPr>
          <p:cNvPr id="4726" name="Google Shape;4726;p199"/>
          <p:cNvSpPr txBox="1"/>
          <p:nvPr/>
        </p:nvSpPr>
        <p:spPr>
          <a:xfrm>
            <a:off x="3455916" y="3759713"/>
            <a:ext cx="2004900" cy="477300"/>
          </a:xfrm>
          <a:prstGeom prst="rect">
            <a:avLst/>
          </a:prstGeom>
          <a:noFill/>
          <a:ln>
            <a:noFill/>
          </a:ln>
        </p:spPr>
        <p:txBody>
          <a:bodyPr spcFirstLastPara="1" wrap="square" lIns="68575" tIns="68575" rIns="68575" bIns="68575" anchor="t" anchorCtr="0">
            <a:spAutoFit/>
          </a:bodyPr>
          <a:lstStyle/>
          <a:p>
            <a:pPr marL="0" lvl="0" indent="0" algn="l" rtl="0">
              <a:spcBef>
                <a:spcPts val="0"/>
              </a:spcBef>
              <a:spcAft>
                <a:spcPts val="0"/>
              </a:spcAft>
              <a:buNone/>
            </a:pPr>
            <a:r>
              <a:rPr lang="en" sz="1100">
                <a:solidFill>
                  <a:srgbClr val="0075FF"/>
                </a:solidFill>
              </a:rPr>
              <a:t>Replicate &amp; Commit Command</a:t>
            </a:r>
            <a:endParaRPr sz="1100">
              <a:solidFill>
                <a:srgbClr val="0075FF"/>
              </a:solidFill>
            </a:endParaRPr>
          </a:p>
        </p:txBody>
      </p:sp>
      <p:sp>
        <p:nvSpPr>
          <p:cNvPr id="4727" name="Google Shape;4727;p199"/>
          <p:cNvSpPr/>
          <p:nvPr/>
        </p:nvSpPr>
        <p:spPr>
          <a:xfrm>
            <a:off x="5643938" y="3772650"/>
            <a:ext cx="274200" cy="274200"/>
          </a:xfrm>
          <a:prstGeom prst="ellipse">
            <a:avLst/>
          </a:prstGeom>
          <a:noFill/>
          <a:ln w="19050" cap="flat" cmpd="sng">
            <a:solidFill>
              <a:srgbClr val="0075FF"/>
            </a:solidFill>
            <a:prstDash val="solid"/>
            <a:round/>
            <a:headEnd type="none" w="sm" len="sm"/>
            <a:tailEnd type="none" w="sm" len="sm"/>
          </a:ln>
        </p:spPr>
        <p:txBody>
          <a:bodyPr spcFirstLastPara="1" wrap="square" lIns="68575" tIns="68575" rIns="68575" bIns="68575" anchor="ctr" anchorCtr="0">
            <a:noAutofit/>
          </a:bodyPr>
          <a:lstStyle/>
          <a:p>
            <a:pPr marL="0" lvl="0" indent="0" algn="ctr" rtl="0">
              <a:spcBef>
                <a:spcPts val="0"/>
              </a:spcBef>
              <a:spcAft>
                <a:spcPts val="0"/>
              </a:spcAft>
              <a:buNone/>
            </a:pPr>
            <a:r>
              <a:rPr lang="en" sz="1100" b="1">
                <a:solidFill>
                  <a:srgbClr val="0075FF"/>
                </a:solidFill>
              </a:rPr>
              <a:t>3</a:t>
            </a:r>
            <a:endParaRPr sz="1100" b="1">
              <a:solidFill>
                <a:srgbClr val="0075FF"/>
              </a:solidFill>
            </a:endParaRPr>
          </a:p>
        </p:txBody>
      </p:sp>
      <p:sp>
        <p:nvSpPr>
          <p:cNvPr id="4728" name="Google Shape;4728;p199"/>
          <p:cNvSpPr txBox="1"/>
          <p:nvPr/>
        </p:nvSpPr>
        <p:spPr>
          <a:xfrm>
            <a:off x="5913938" y="3759713"/>
            <a:ext cx="2076600" cy="307800"/>
          </a:xfrm>
          <a:prstGeom prst="rect">
            <a:avLst/>
          </a:prstGeom>
          <a:noFill/>
          <a:ln>
            <a:noFill/>
          </a:ln>
        </p:spPr>
        <p:txBody>
          <a:bodyPr spcFirstLastPara="1" wrap="square" lIns="68575" tIns="68575" rIns="68575" bIns="68575" anchor="t" anchorCtr="0">
            <a:spAutoFit/>
          </a:bodyPr>
          <a:lstStyle/>
          <a:p>
            <a:pPr marL="0" lvl="0" indent="0" algn="l" rtl="0">
              <a:spcBef>
                <a:spcPts val="0"/>
              </a:spcBef>
              <a:spcAft>
                <a:spcPts val="0"/>
              </a:spcAft>
              <a:buNone/>
            </a:pPr>
            <a:r>
              <a:rPr lang="en" sz="1100">
                <a:solidFill>
                  <a:srgbClr val="0075FF"/>
                </a:solidFill>
              </a:rPr>
              <a:t>Validate &amp; Process Command</a:t>
            </a:r>
            <a:endParaRPr sz="1100">
              <a:solidFill>
                <a:srgbClr val="0075FF"/>
              </a:solidFill>
            </a:endParaRPr>
          </a:p>
        </p:txBody>
      </p:sp>
      <p:sp>
        <p:nvSpPr>
          <p:cNvPr id="4729" name="Google Shape;4729;p199"/>
          <p:cNvSpPr/>
          <p:nvPr/>
        </p:nvSpPr>
        <p:spPr>
          <a:xfrm>
            <a:off x="2038556" y="4243050"/>
            <a:ext cx="274200" cy="274200"/>
          </a:xfrm>
          <a:prstGeom prst="ellipse">
            <a:avLst/>
          </a:prstGeom>
          <a:noFill/>
          <a:ln w="19050" cap="flat" cmpd="sng">
            <a:solidFill>
              <a:srgbClr val="0075FF"/>
            </a:solidFill>
            <a:prstDash val="solid"/>
            <a:round/>
            <a:headEnd type="none" w="sm" len="sm"/>
            <a:tailEnd type="none" w="sm" len="sm"/>
          </a:ln>
        </p:spPr>
        <p:txBody>
          <a:bodyPr spcFirstLastPara="1" wrap="square" lIns="68575" tIns="68575" rIns="68575" bIns="68575" anchor="ctr" anchorCtr="0">
            <a:noAutofit/>
          </a:bodyPr>
          <a:lstStyle/>
          <a:p>
            <a:pPr marL="0" lvl="0" indent="0" algn="ctr" rtl="0">
              <a:spcBef>
                <a:spcPts val="0"/>
              </a:spcBef>
              <a:spcAft>
                <a:spcPts val="0"/>
              </a:spcAft>
              <a:buNone/>
            </a:pPr>
            <a:r>
              <a:rPr lang="en" sz="1100" b="1">
                <a:solidFill>
                  <a:srgbClr val="0075FF"/>
                </a:solidFill>
              </a:rPr>
              <a:t>4</a:t>
            </a:r>
            <a:endParaRPr sz="1100" b="1">
              <a:solidFill>
                <a:srgbClr val="0075FF"/>
              </a:solidFill>
            </a:endParaRPr>
          </a:p>
        </p:txBody>
      </p:sp>
      <p:sp>
        <p:nvSpPr>
          <p:cNvPr id="4730" name="Google Shape;4730;p199"/>
          <p:cNvSpPr txBox="1"/>
          <p:nvPr/>
        </p:nvSpPr>
        <p:spPr>
          <a:xfrm>
            <a:off x="2308556" y="4230113"/>
            <a:ext cx="2076600" cy="307800"/>
          </a:xfrm>
          <a:prstGeom prst="rect">
            <a:avLst/>
          </a:prstGeom>
          <a:noFill/>
          <a:ln>
            <a:noFill/>
          </a:ln>
        </p:spPr>
        <p:txBody>
          <a:bodyPr spcFirstLastPara="1" wrap="square" lIns="68575" tIns="68575" rIns="68575" bIns="68575" anchor="t" anchorCtr="0">
            <a:spAutoFit/>
          </a:bodyPr>
          <a:lstStyle/>
          <a:p>
            <a:pPr marL="0" lvl="0" indent="0" algn="l" rtl="0">
              <a:spcBef>
                <a:spcPts val="0"/>
              </a:spcBef>
              <a:spcAft>
                <a:spcPts val="0"/>
              </a:spcAft>
              <a:buNone/>
            </a:pPr>
            <a:r>
              <a:rPr lang="en" sz="1100">
                <a:solidFill>
                  <a:srgbClr val="0075FF"/>
                </a:solidFill>
              </a:rPr>
              <a:t>Apply to State &amp; Write Event</a:t>
            </a:r>
            <a:endParaRPr sz="1100">
              <a:solidFill>
                <a:srgbClr val="0075FF"/>
              </a:solidFill>
            </a:endParaRPr>
          </a:p>
        </p:txBody>
      </p:sp>
      <p:sp>
        <p:nvSpPr>
          <p:cNvPr id="4731" name="Google Shape;4731;p199"/>
          <p:cNvSpPr/>
          <p:nvPr/>
        </p:nvSpPr>
        <p:spPr>
          <a:xfrm>
            <a:off x="4633950" y="4243050"/>
            <a:ext cx="274200" cy="274200"/>
          </a:xfrm>
          <a:prstGeom prst="ellipse">
            <a:avLst/>
          </a:prstGeom>
          <a:noFill/>
          <a:ln w="19050" cap="flat" cmpd="sng">
            <a:solidFill>
              <a:srgbClr val="0075FF"/>
            </a:solidFill>
            <a:prstDash val="solid"/>
            <a:round/>
            <a:headEnd type="none" w="sm" len="sm"/>
            <a:tailEnd type="none" w="sm" len="sm"/>
          </a:ln>
        </p:spPr>
        <p:txBody>
          <a:bodyPr spcFirstLastPara="1" wrap="square" lIns="68575" tIns="68575" rIns="68575" bIns="68575" anchor="ctr" anchorCtr="0">
            <a:noAutofit/>
          </a:bodyPr>
          <a:lstStyle/>
          <a:p>
            <a:pPr marL="0" lvl="0" indent="0" algn="ctr" rtl="0">
              <a:spcBef>
                <a:spcPts val="0"/>
              </a:spcBef>
              <a:spcAft>
                <a:spcPts val="0"/>
              </a:spcAft>
              <a:buNone/>
            </a:pPr>
            <a:r>
              <a:rPr lang="en" sz="1100" b="1">
                <a:solidFill>
                  <a:srgbClr val="0075FF"/>
                </a:solidFill>
              </a:rPr>
              <a:t>5</a:t>
            </a:r>
            <a:endParaRPr sz="1100" b="1">
              <a:solidFill>
                <a:srgbClr val="0075FF"/>
              </a:solidFill>
            </a:endParaRPr>
          </a:p>
        </p:txBody>
      </p:sp>
      <p:sp>
        <p:nvSpPr>
          <p:cNvPr id="4732" name="Google Shape;4732;p199"/>
          <p:cNvSpPr txBox="1"/>
          <p:nvPr/>
        </p:nvSpPr>
        <p:spPr>
          <a:xfrm>
            <a:off x="4903950" y="4230113"/>
            <a:ext cx="2076600" cy="307800"/>
          </a:xfrm>
          <a:prstGeom prst="rect">
            <a:avLst/>
          </a:prstGeom>
          <a:noFill/>
          <a:ln>
            <a:noFill/>
          </a:ln>
        </p:spPr>
        <p:txBody>
          <a:bodyPr spcFirstLastPara="1" wrap="square" lIns="68575" tIns="68575" rIns="68575" bIns="68575" anchor="t" anchorCtr="0">
            <a:spAutoFit/>
          </a:bodyPr>
          <a:lstStyle/>
          <a:p>
            <a:pPr marL="0" lvl="0" indent="0" algn="l" rtl="0">
              <a:spcBef>
                <a:spcPts val="0"/>
              </a:spcBef>
              <a:spcAft>
                <a:spcPts val="0"/>
              </a:spcAft>
              <a:buNone/>
            </a:pPr>
            <a:r>
              <a:rPr lang="en" sz="1100">
                <a:solidFill>
                  <a:srgbClr val="0075FF"/>
                </a:solidFill>
              </a:rPr>
              <a:t>Send Response</a:t>
            </a:r>
            <a:endParaRPr sz="1100">
              <a:solidFill>
                <a:srgbClr val="0075FF"/>
              </a:solidFill>
            </a:endParaRPr>
          </a:p>
        </p:txBody>
      </p:sp>
      <p:sp>
        <p:nvSpPr>
          <p:cNvPr id="4733" name="Google Shape;4733;p199"/>
          <p:cNvSpPr txBox="1"/>
          <p:nvPr/>
        </p:nvSpPr>
        <p:spPr>
          <a:xfrm>
            <a:off x="982375" y="4735175"/>
            <a:ext cx="6586200" cy="323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900"/>
              <a:t>Product Documentation: </a:t>
            </a:r>
            <a:r>
              <a:rPr lang="en" sz="900" u="sng">
                <a:solidFill>
                  <a:schemeClr val="hlink"/>
                </a:solidFill>
                <a:hlinkClick r:id="rId3"/>
              </a:rPr>
              <a:t>https://docs.camunda.io/docs/components/zeebe/technical-concepts/clustering/</a:t>
            </a:r>
            <a:r>
              <a:rPr lang="en" sz="900">
                <a:solidFill>
                  <a:schemeClr val="dk1"/>
                </a:solidFill>
              </a:rPr>
              <a:t> </a:t>
            </a:r>
            <a:endParaRPr sz="900"/>
          </a:p>
        </p:txBody>
      </p:sp>
      <p:sp>
        <p:nvSpPr>
          <p:cNvPr id="4734" name="Google Shape;4734;p199"/>
          <p:cNvSpPr txBox="1">
            <a:spLocks noGrp="1"/>
          </p:cNvSpPr>
          <p:nvPr>
            <p:ph type="title"/>
          </p:nvPr>
        </p:nvSpPr>
        <p:spPr>
          <a:xfrm>
            <a:off x="371475" y="257176"/>
            <a:ext cx="8400900" cy="5490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Clr>
                <a:schemeClr val="lt2"/>
              </a:buClr>
              <a:buSzPts val="2400"/>
              <a:buFont typeface="IBM Plex Sans"/>
              <a:buNone/>
            </a:pPr>
            <a:r>
              <a:rPr lang="en"/>
              <a:t>Use for Massive Scale Applications</a:t>
            </a:r>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4738"/>
        <p:cNvGrpSpPr/>
        <p:nvPr/>
      </p:nvGrpSpPr>
      <p:grpSpPr>
        <a:xfrm>
          <a:off x="0" y="0"/>
          <a:ext cx="0" cy="0"/>
          <a:chOff x="0" y="0"/>
          <a:chExt cx="0" cy="0"/>
        </a:xfrm>
      </p:grpSpPr>
      <p:sp>
        <p:nvSpPr>
          <p:cNvPr id="4739" name="Google Shape;4739;p200"/>
          <p:cNvSpPr/>
          <p:nvPr/>
        </p:nvSpPr>
        <p:spPr>
          <a:xfrm>
            <a:off x="1745063" y="934706"/>
            <a:ext cx="3765300" cy="3772200"/>
          </a:xfrm>
          <a:prstGeom prst="donut">
            <a:avLst>
              <a:gd name="adj" fmla="val 8044"/>
            </a:avLst>
          </a:prstGeom>
          <a:solidFill>
            <a:srgbClr val="0998C8">
              <a:alpha val="46930"/>
            </a:srgbClr>
          </a:solidFill>
          <a:ln w="19050" cap="flat" cmpd="sng">
            <a:solidFill>
              <a:schemeClr val="accent5"/>
            </a:solidFill>
            <a:prstDash val="solid"/>
            <a:round/>
            <a:headEnd type="none" w="sm" len="sm"/>
            <a:tailEnd type="none" w="sm" len="sm"/>
          </a:ln>
        </p:spPr>
        <p:txBody>
          <a:bodyPr spcFirstLastPara="1" wrap="square" lIns="68575" tIns="68575" rIns="68575" bIns="68575" anchor="ctr" anchorCtr="0">
            <a:noAutofit/>
          </a:bodyPr>
          <a:lstStyle/>
          <a:p>
            <a:pPr marL="0" lvl="0" indent="0" algn="l" rtl="0">
              <a:spcBef>
                <a:spcPts val="0"/>
              </a:spcBef>
              <a:spcAft>
                <a:spcPts val="0"/>
              </a:spcAft>
              <a:buNone/>
            </a:pPr>
            <a:endParaRPr sz="1100">
              <a:latin typeface="IBM Plex Sans"/>
              <a:ea typeface="IBM Plex Sans"/>
              <a:cs typeface="IBM Plex Sans"/>
              <a:sym typeface="IBM Plex Sans"/>
            </a:endParaRPr>
          </a:p>
        </p:txBody>
      </p:sp>
      <p:sp>
        <p:nvSpPr>
          <p:cNvPr id="4740" name="Google Shape;4740;p200"/>
          <p:cNvSpPr/>
          <p:nvPr/>
        </p:nvSpPr>
        <p:spPr>
          <a:xfrm>
            <a:off x="1964606" y="934706"/>
            <a:ext cx="1232700" cy="888300"/>
          </a:xfrm>
          <a:prstGeom prst="rect">
            <a:avLst/>
          </a:prstGeom>
          <a:solidFill>
            <a:srgbClr val="FFFFFF"/>
          </a:solidFill>
          <a:ln w="19050" cap="flat" cmpd="sng">
            <a:solidFill>
              <a:schemeClr val="accent5"/>
            </a:solidFill>
            <a:prstDash val="solid"/>
            <a:round/>
            <a:headEnd type="none" w="sm" len="sm"/>
            <a:tailEnd type="none" w="sm" len="sm"/>
          </a:ln>
        </p:spPr>
        <p:txBody>
          <a:bodyPr spcFirstLastPara="1" wrap="square" lIns="68575" tIns="68575" rIns="68575" bIns="68575" anchor="ctr" anchorCtr="0">
            <a:noAutofit/>
          </a:bodyPr>
          <a:lstStyle/>
          <a:p>
            <a:pPr marL="0" lvl="0" indent="0" algn="ctr" rtl="0">
              <a:spcBef>
                <a:spcPts val="0"/>
              </a:spcBef>
              <a:spcAft>
                <a:spcPts val="0"/>
              </a:spcAft>
              <a:buNone/>
            </a:pPr>
            <a:r>
              <a:rPr lang="en" sz="1400">
                <a:latin typeface="IBM Plex Sans"/>
                <a:ea typeface="IBM Plex Sans"/>
                <a:cs typeface="IBM Plex Sans"/>
                <a:sym typeface="IBM Plex Sans"/>
              </a:rPr>
              <a:t>Node 0:</a:t>
            </a:r>
            <a:endParaRPr sz="1400">
              <a:latin typeface="IBM Plex Sans"/>
              <a:ea typeface="IBM Plex Sans"/>
              <a:cs typeface="IBM Plex Sans"/>
              <a:sym typeface="IBM Plex Sans"/>
            </a:endParaRPr>
          </a:p>
          <a:p>
            <a:pPr marL="0" lvl="0" indent="0" algn="ctr" rtl="0">
              <a:spcBef>
                <a:spcPts val="0"/>
              </a:spcBef>
              <a:spcAft>
                <a:spcPts val="0"/>
              </a:spcAft>
              <a:buNone/>
            </a:pPr>
            <a:r>
              <a:rPr lang="en" sz="1400">
                <a:solidFill>
                  <a:schemeClr val="accent1"/>
                </a:solidFill>
                <a:latin typeface="IBM Plex Sans"/>
                <a:ea typeface="IBM Plex Sans"/>
                <a:cs typeface="IBM Plex Sans"/>
                <a:sym typeface="IBM Plex Sans"/>
              </a:rPr>
              <a:t>Partition 0 F</a:t>
            </a:r>
            <a:endParaRPr sz="1400">
              <a:solidFill>
                <a:schemeClr val="accent1"/>
              </a:solidFill>
              <a:latin typeface="IBM Plex Sans"/>
              <a:ea typeface="IBM Plex Sans"/>
              <a:cs typeface="IBM Plex Sans"/>
              <a:sym typeface="IBM Plex Sans"/>
            </a:endParaRPr>
          </a:p>
          <a:p>
            <a:pPr marL="0" lvl="0" indent="0" algn="ctr" rtl="0">
              <a:spcBef>
                <a:spcPts val="0"/>
              </a:spcBef>
              <a:spcAft>
                <a:spcPts val="0"/>
              </a:spcAft>
              <a:buNone/>
            </a:pPr>
            <a:r>
              <a:rPr lang="en" sz="1400">
                <a:solidFill>
                  <a:schemeClr val="accent5"/>
                </a:solidFill>
                <a:latin typeface="IBM Plex Sans"/>
                <a:ea typeface="IBM Plex Sans"/>
                <a:cs typeface="IBM Plex Sans"/>
                <a:sym typeface="IBM Plex Sans"/>
              </a:rPr>
              <a:t>Partition 3 F</a:t>
            </a:r>
            <a:endParaRPr sz="1400">
              <a:solidFill>
                <a:schemeClr val="accent5"/>
              </a:solidFill>
              <a:latin typeface="IBM Plex Sans"/>
              <a:ea typeface="IBM Plex Sans"/>
              <a:cs typeface="IBM Plex Sans"/>
              <a:sym typeface="IBM Plex Sans"/>
            </a:endParaRPr>
          </a:p>
          <a:p>
            <a:pPr marL="0" lvl="0" indent="0" algn="ctr" rtl="0">
              <a:spcBef>
                <a:spcPts val="0"/>
              </a:spcBef>
              <a:spcAft>
                <a:spcPts val="0"/>
              </a:spcAft>
              <a:buNone/>
            </a:pPr>
            <a:r>
              <a:rPr lang="en" sz="1400" b="1">
                <a:solidFill>
                  <a:srgbClr val="674EA7"/>
                </a:solidFill>
                <a:latin typeface="IBM Plex Sans"/>
                <a:ea typeface="IBM Plex Sans"/>
                <a:cs typeface="IBM Plex Sans"/>
                <a:sym typeface="IBM Plex Sans"/>
              </a:rPr>
              <a:t>Partition 4 L</a:t>
            </a:r>
            <a:endParaRPr sz="1400" b="1">
              <a:solidFill>
                <a:srgbClr val="674EA7"/>
              </a:solidFill>
              <a:latin typeface="IBM Plex Sans"/>
              <a:ea typeface="IBM Plex Sans"/>
              <a:cs typeface="IBM Plex Sans"/>
              <a:sym typeface="IBM Plex Sans"/>
            </a:endParaRPr>
          </a:p>
        </p:txBody>
      </p:sp>
      <p:sp>
        <p:nvSpPr>
          <p:cNvPr id="4741" name="Google Shape;4741;p200"/>
          <p:cNvSpPr txBox="1"/>
          <p:nvPr/>
        </p:nvSpPr>
        <p:spPr>
          <a:xfrm>
            <a:off x="5822081" y="1487681"/>
            <a:ext cx="1949100" cy="1947600"/>
          </a:xfrm>
          <a:prstGeom prst="rect">
            <a:avLst/>
          </a:prstGeom>
          <a:noFill/>
          <a:ln>
            <a:noFill/>
          </a:ln>
        </p:spPr>
        <p:txBody>
          <a:bodyPr spcFirstLastPara="1" wrap="square" lIns="68575" tIns="68575" rIns="68575" bIns="68575" anchor="t" anchorCtr="0">
            <a:noAutofit/>
          </a:bodyPr>
          <a:lstStyle/>
          <a:p>
            <a:pPr marL="0" lvl="0" indent="0" algn="l" rtl="0">
              <a:spcBef>
                <a:spcPts val="0"/>
              </a:spcBef>
              <a:spcAft>
                <a:spcPts val="0"/>
              </a:spcAft>
              <a:buNone/>
            </a:pPr>
            <a:r>
              <a:rPr lang="en" sz="1400">
                <a:latin typeface="IBM Plex Sans"/>
                <a:ea typeface="IBM Plex Sans"/>
                <a:cs typeface="IBM Plex Sans"/>
                <a:sym typeface="IBM Plex Sans"/>
              </a:rPr>
              <a:t>Example:</a:t>
            </a:r>
            <a:endParaRPr sz="1400">
              <a:latin typeface="IBM Plex Sans"/>
              <a:ea typeface="IBM Plex Sans"/>
              <a:cs typeface="IBM Plex Sans"/>
              <a:sym typeface="IBM Plex Sans"/>
            </a:endParaRPr>
          </a:p>
          <a:p>
            <a:pPr marL="0" lvl="0" indent="0" algn="l" rtl="0">
              <a:spcBef>
                <a:spcPts val="0"/>
              </a:spcBef>
              <a:spcAft>
                <a:spcPts val="0"/>
              </a:spcAft>
              <a:buNone/>
            </a:pPr>
            <a:endParaRPr sz="1400">
              <a:latin typeface="IBM Plex Sans"/>
              <a:ea typeface="IBM Plex Sans"/>
              <a:cs typeface="IBM Plex Sans"/>
              <a:sym typeface="IBM Plex Sans"/>
            </a:endParaRPr>
          </a:p>
          <a:p>
            <a:pPr marL="342900" lvl="0" indent="-254000" algn="l" rtl="0">
              <a:spcBef>
                <a:spcPts val="0"/>
              </a:spcBef>
              <a:spcAft>
                <a:spcPts val="0"/>
              </a:spcAft>
              <a:buSzPts val="1400"/>
              <a:buFont typeface="IBM Plex Sans"/>
              <a:buChar char="-"/>
            </a:pPr>
            <a:r>
              <a:rPr lang="en" sz="1400">
                <a:latin typeface="IBM Plex Sans"/>
                <a:ea typeface="IBM Plex Sans"/>
                <a:cs typeface="IBM Plex Sans"/>
                <a:sym typeface="IBM Plex Sans"/>
              </a:rPr>
              <a:t>5 nodes</a:t>
            </a:r>
            <a:endParaRPr sz="1400">
              <a:latin typeface="IBM Plex Sans"/>
              <a:ea typeface="IBM Plex Sans"/>
              <a:cs typeface="IBM Plex Sans"/>
              <a:sym typeface="IBM Plex Sans"/>
            </a:endParaRPr>
          </a:p>
          <a:p>
            <a:pPr marL="342900" lvl="0" indent="-254000" algn="l" rtl="0">
              <a:spcBef>
                <a:spcPts val="0"/>
              </a:spcBef>
              <a:spcAft>
                <a:spcPts val="0"/>
              </a:spcAft>
              <a:buSzPts val="1400"/>
              <a:buFont typeface="IBM Plex Sans"/>
              <a:buChar char="-"/>
            </a:pPr>
            <a:r>
              <a:rPr lang="en" sz="1400">
                <a:latin typeface="IBM Plex Sans"/>
                <a:ea typeface="IBM Plex Sans"/>
                <a:cs typeface="IBM Plex Sans"/>
                <a:sym typeface="IBM Plex Sans"/>
              </a:rPr>
              <a:t>5 partitions</a:t>
            </a:r>
            <a:endParaRPr sz="1400">
              <a:latin typeface="IBM Plex Sans"/>
              <a:ea typeface="IBM Plex Sans"/>
              <a:cs typeface="IBM Plex Sans"/>
              <a:sym typeface="IBM Plex Sans"/>
            </a:endParaRPr>
          </a:p>
          <a:p>
            <a:pPr marL="342900" lvl="0" indent="-254000" algn="l" rtl="0">
              <a:spcBef>
                <a:spcPts val="0"/>
              </a:spcBef>
              <a:spcAft>
                <a:spcPts val="0"/>
              </a:spcAft>
              <a:buSzPts val="1400"/>
              <a:buFont typeface="IBM Plex Sans"/>
              <a:buChar char="-"/>
            </a:pPr>
            <a:r>
              <a:rPr lang="en" sz="1400">
                <a:latin typeface="IBM Plex Sans"/>
                <a:ea typeface="IBM Plex Sans"/>
                <a:cs typeface="IBM Plex Sans"/>
                <a:sym typeface="IBM Plex Sans"/>
              </a:rPr>
              <a:t>replication factor 3</a:t>
            </a:r>
            <a:endParaRPr sz="1400">
              <a:latin typeface="IBM Plex Sans"/>
              <a:ea typeface="IBM Plex Sans"/>
              <a:cs typeface="IBM Plex Sans"/>
              <a:sym typeface="IBM Plex Sans"/>
            </a:endParaRPr>
          </a:p>
          <a:p>
            <a:pPr marL="0" lvl="0" indent="0" algn="l" rtl="0">
              <a:spcBef>
                <a:spcPts val="0"/>
              </a:spcBef>
              <a:spcAft>
                <a:spcPts val="0"/>
              </a:spcAft>
              <a:buNone/>
            </a:pPr>
            <a:endParaRPr sz="1400">
              <a:latin typeface="IBM Plex Sans"/>
              <a:ea typeface="IBM Plex Sans"/>
              <a:cs typeface="IBM Plex Sans"/>
              <a:sym typeface="IBM Plex Sans"/>
            </a:endParaRPr>
          </a:p>
          <a:p>
            <a:pPr marL="342900" lvl="0" indent="-254000" algn="l" rtl="0">
              <a:spcBef>
                <a:spcPts val="0"/>
              </a:spcBef>
              <a:spcAft>
                <a:spcPts val="0"/>
              </a:spcAft>
              <a:buSzPts val="1400"/>
              <a:buFont typeface="IBM Plex Sans"/>
              <a:buChar char="-"/>
            </a:pPr>
            <a:r>
              <a:rPr lang="en" sz="1400" b="1">
                <a:latin typeface="IBM Plex Sans"/>
                <a:ea typeface="IBM Plex Sans"/>
                <a:cs typeface="IBM Plex Sans"/>
                <a:sym typeface="IBM Plex Sans"/>
              </a:rPr>
              <a:t>L = Leader</a:t>
            </a:r>
            <a:endParaRPr sz="1400" b="1">
              <a:latin typeface="IBM Plex Sans"/>
              <a:ea typeface="IBM Plex Sans"/>
              <a:cs typeface="IBM Plex Sans"/>
              <a:sym typeface="IBM Plex Sans"/>
            </a:endParaRPr>
          </a:p>
          <a:p>
            <a:pPr marL="342900" lvl="0" indent="-254000" algn="l" rtl="0">
              <a:spcBef>
                <a:spcPts val="0"/>
              </a:spcBef>
              <a:spcAft>
                <a:spcPts val="0"/>
              </a:spcAft>
              <a:buSzPts val="1400"/>
              <a:buFont typeface="IBM Plex Sans"/>
              <a:buChar char="-"/>
            </a:pPr>
            <a:r>
              <a:rPr lang="en" sz="1400">
                <a:latin typeface="IBM Plex Sans"/>
                <a:ea typeface="IBM Plex Sans"/>
                <a:cs typeface="IBM Plex Sans"/>
                <a:sym typeface="IBM Plex Sans"/>
              </a:rPr>
              <a:t>F = Follower</a:t>
            </a:r>
            <a:endParaRPr sz="1400">
              <a:latin typeface="IBM Plex Sans"/>
              <a:ea typeface="IBM Plex Sans"/>
              <a:cs typeface="IBM Plex Sans"/>
              <a:sym typeface="IBM Plex Sans"/>
            </a:endParaRPr>
          </a:p>
        </p:txBody>
      </p:sp>
      <p:sp>
        <p:nvSpPr>
          <p:cNvPr id="4742" name="Google Shape;4742;p200"/>
          <p:cNvSpPr/>
          <p:nvPr/>
        </p:nvSpPr>
        <p:spPr>
          <a:xfrm>
            <a:off x="4221038" y="1264275"/>
            <a:ext cx="1232700" cy="888300"/>
          </a:xfrm>
          <a:prstGeom prst="rect">
            <a:avLst/>
          </a:prstGeom>
          <a:solidFill>
            <a:srgbClr val="FFFFFF"/>
          </a:solidFill>
          <a:ln w="19050" cap="flat" cmpd="sng">
            <a:solidFill>
              <a:schemeClr val="lt2"/>
            </a:solidFill>
            <a:prstDash val="solid"/>
            <a:round/>
            <a:headEnd type="none" w="sm" len="sm"/>
            <a:tailEnd type="none" w="sm" len="sm"/>
          </a:ln>
        </p:spPr>
        <p:txBody>
          <a:bodyPr spcFirstLastPara="1" wrap="square" lIns="68575" tIns="68575" rIns="68575" bIns="68575" anchor="ctr" anchorCtr="0">
            <a:noAutofit/>
          </a:bodyPr>
          <a:lstStyle/>
          <a:p>
            <a:pPr marL="0" lvl="0" indent="0" algn="ctr" rtl="0">
              <a:spcBef>
                <a:spcPts val="0"/>
              </a:spcBef>
              <a:spcAft>
                <a:spcPts val="0"/>
              </a:spcAft>
              <a:buNone/>
            </a:pPr>
            <a:r>
              <a:rPr lang="en" sz="1400">
                <a:solidFill>
                  <a:schemeClr val="accent3"/>
                </a:solidFill>
                <a:latin typeface="IBM Plex Sans"/>
                <a:ea typeface="IBM Plex Sans"/>
                <a:cs typeface="IBM Plex Sans"/>
                <a:sym typeface="IBM Plex Sans"/>
              </a:rPr>
              <a:t>Node 1:</a:t>
            </a:r>
            <a:endParaRPr sz="1400">
              <a:solidFill>
                <a:schemeClr val="accent3"/>
              </a:solidFill>
              <a:latin typeface="IBM Plex Sans"/>
              <a:ea typeface="IBM Plex Sans"/>
              <a:cs typeface="IBM Plex Sans"/>
              <a:sym typeface="IBM Plex Sans"/>
            </a:endParaRPr>
          </a:p>
          <a:p>
            <a:pPr marL="0" lvl="0" indent="0" algn="ctr" rtl="0">
              <a:spcBef>
                <a:spcPts val="0"/>
              </a:spcBef>
              <a:spcAft>
                <a:spcPts val="0"/>
              </a:spcAft>
              <a:buNone/>
            </a:pPr>
            <a:r>
              <a:rPr lang="en" sz="1400" b="1">
                <a:solidFill>
                  <a:schemeClr val="accent3"/>
                </a:solidFill>
                <a:latin typeface="IBM Plex Sans"/>
                <a:ea typeface="IBM Plex Sans"/>
                <a:cs typeface="IBM Plex Sans"/>
                <a:sym typeface="IBM Plex Sans"/>
              </a:rPr>
              <a:t>Partition 0 L</a:t>
            </a:r>
            <a:endParaRPr sz="1400" b="1">
              <a:solidFill>
                <a:schemeClr val="accent3"/>
              </a:solidFill>
              <a:latin typeface="IBM Plex Sans"/>
              <a:ea typeface="IBM Plex Sans"/>
              <a:cs typeface="IBM Plex Sans"/>
              <a:sym typeface="IBM Plex Sans"/>
            </a:endParaRPr>
          </a:p>
          <a:p>
            <a:pPr marL="0" lvl="0" indent="0" algn="ctr" rtl="0">
              <a:spcBef>
                <a:spcPts val="0"/>
              </a:spcBef>
              <a:spcAft>
                <a:spcPts val="0"/>
              </a:spcAft>
              <a:buNone/>
            </a:pPr>
            <a:r>
              <a:rPr lang="en" sz="1400">
                <a:solidFill>
                  <a:schemeClr val="accent3"/>
                </a:solidFill>
                <a:latin typeface="IBM Plex Sans"/>
                <a:ea typeface="IBM Plex Sans"/>
                <a:cs typeface="IBM Plex Sans"/>
                <a:sym typeface="IBM Plex Sans"/>
              </a:rPr>
              <a:t>Partition 1 F</a:t>
            </a:r>
            <a:endParaRPr sz="1400">
              <a:solidFill>
                <a:schemeClr val="accent3"/>
              </a:solidFill>
              <a:latin typeface="IBM Plex Sans"/>
              <a:ea typeface="IBM Plex Sans"/>
              <a:cs typeface="IBM Plex Sans"/>
              <a:sym typeface="IBM Plex Sans"/>
            </a:endParaRPr>
          </a:p>
          <a:p>
            <a:pPr marL="0" lvl="0" indent="0" algn="ctr" rtl="0">
              <a:spcBef>
                <a:spcPts val="0"/>
              </a:spcBef>
              <a:spcAft>
                <a:spcPts val="0"/>
              </a:spcAft>
              <a:buNone/>
            </a:pPr>
            <a:r>
              <a:rPr lang="en" sz="1400">
                <a:solidFill>
                  <a:schemeClr val="accent3"/>
                </a:solidFill>
                <a:latin typeface="IBM Plex Sans"/>
                <a:ea typeface="IBM Plex Sans"/>
                <a:cs typeface="IBM Plex Sans"/>
                <a:sym typeface="IBM Plex Sans"/>
              </a:rPr>
              <a:t>Partition 4 F</a:t>
            </a:r>
            <a:endParaRPr sz="1400">
              <a:solidFill>
                <a:schemeClr val="accent3"/>
              </a:solidFill>
              <a:latin typeface="IBM Plex Sans"/>
              <a:ea typeface="IBM Plex Sans"/>
              <a:cs typeface="IBM Plex Sans"/>
              <a:sym typeface="IBM Plex Sans"/>
            </a:endParaRPr>
          </a:p>
        </p:txBody>
      </p:sp>
      <p:sp>
        <p:nvSpPr>
          <p:cNvPr id="4743" name="Google Shape;4743;p200"/>
          <p:cNvSpPr/>
          <p:nvPr/>
        </p:nvSpPr>
        <p:spPr>
          <a:xfrm>
            <a:off x="4277438" y="3267675"/>
            <a:ext cx="1232700" cy="888300"/>
          </a:xfrm>
          <a:prstGeom prst="rect">
            <a:avLst/>
          </a:prstGeom>
          <a:solidFill>
            <a:srgbClr val="FFFFFF"/>
          </a:solidFill>
          <a:ln w="19050" cap="flat" cmpd="sng">
            <a:solidFill>
              <a:schemeClr val="accent5"/>
            </a:solidFill>
            <a:prstDash val="solid"/>
            <a:round/>
            <a:headEnd type="none" w="sm" len="sm"/>
            <a:tailEnd type="none" w="sm" len="sm"/>
          </a:ln>
        </p:spPr>
        <p:txBody>
          <a:bodyPr spcFirstLastPara="1" wrap="square" lIns="68575" tIns="68575" rIns="68575" bIns="68575" anchor="ctr" anchorCtr="0">
            <a:noAutofit/>
          </a:bodyPr>
          <a:lstStyle/>
          <a:p>
            <a:pPr marL="0" lvl="0" indent="0" algn="ctr" rtl="0">
              <a:spcBef>
                <a:spcPts val="0"/>
              </a:spcBef>
              <a:spcAft>
                <a:spcPts val="0"/>
              </a:spcAft>
              <a:buNone/>
            </a:pPr>
            <a:r>
              <a:rPr lang="en" sz="1400">
                <a:latin typeface="IBM Plex Sans"/>
                <a:ea typeface="IBM Plex Sans"/>
                <a:cs typeface="IBM Plex Sans"/>
                <a:sym typeface="IBM Plex Sans"/>
              </a:rPr>
              <a:t>Node 2:</a:t>
            </a:r>
            <a:endParaRPr sz="1400">
              <a:latin typeface="IBM Plex Sans"/>
              <a:ea typeface="IBM Plex Sans"/>
              <a:cs typeface="IBM Plex Sans"/>
              <a:sym typeface="IBM Plex Sans"/>
            </a:endParaRPr>
          </a:p>
          <a:p>
            <a:pPr marL="0" lvl="0" indent="0" algn="ctr" rtl="0">
              <a:spcBef>
                <a:spcPts val="0"/>
              </a:spcBef>
              <a:spcAft>
                <a:spcPts val="0"/>
              </a:spcAft>
              <a:buNone/>
            </a:pPr>
            <a:r>
              <a:rPr lang="en" sz="1400" b="1">
                <a:solidFill>
                  <a:schemeClr val="accent1"/>
                </a:solidFill>
                <a:latin typeface="IBM Plex Sans"/>
                <a:ea typeface="IBM Plex Sans"/>
                <a:cs typeface="IBM Plex Sans"/>
                <a:sym typeface="IBM Plex Sans"/>
              </a:rPr>
              <a:t>Partition 0 L</a:t>
            </a:r>
            <a:endParaRPr sz="1400" b="1">
              <a:solidFill>
                <a:schemeClr val="accent1"/>
              </a:solidFill>
              <a:latin typeface="IBM Plex Sans"/>
              <a:ea typeface="IBM Plex Sans"/>
              <a:cs typeface="IBM Plex Sans"/>
              <a:sym typeface="IBM Plex Sans"/>
            </a:endParaRPr>
          </a:p>
          <a:p>
            <a:pPr marL="0" lvl="0" indent="0" algn="ctr" rtl="0">
              <a:spcBef>
                <a:spcPts val="0"/>
              </a:spcBef>
              <a:spcAft>
                <a:spcPts val="0"/>
              </a:spcAft>
              <a:buNone/>
            </a:pPr>
            <a:r>
              <a:rPr lang="en" sz="1400" b="1">
                <a:solidFill>
                  <a:schemeClr val="accent2"/>
                </a:solidFill>
                <a:latin typeface="IBM Plex Sans"/>
                <a:ea typeface="IBM Plex Sans"/>
                <a:cs typeface="IBM Plex Sans"/>
                <a:sym typeface="IBM Plex Sans"/>
              </a:rPr>
              <a:t>Partition 1 L</a:t>
            </a:r>
            <a:endParaRPr sz="1400" b="1">
              <a:solidFill>
                <a:schemeClr val="accent2"/>
              </a:solidFill>
              <a:latin typeface="IBM Plex Sans"/>
              <a:ea typeface="IBM Plex Sans"/>
              <a:cs typeface="IBM Plex Sans"/>
              <a:sym typeface="IBM Plex Sans"/>
            </a:endParaRPr>
          </a:p>
          <a:p>
            <a:pPr marL="0" lvl="0" indent="0" algn="ctr" rtl="0">
              <a:spcBef>
                <a:spcPts val="0"/>
              </a:spcBef>
              <a:spcAft>
                <a:spcPts val="0"/>
              </a:spcAft>
              <a:buNone/>
            </a:pPr>
            <a:r>
              <a:rPr lang="en" sz="1400">
                <a:solidFill>
                  <a:schemeClr val="accent4"/>
                </a:solidFill>
                <a:latin typeface="IBM Plex Sans"/>
                <a:ea typeface="IBM Plex Sans"/>
                <a:cs typeface="IBM Plex Sans"/>
                <a:sym typeface="IBM Plex Sans"/>
              </a:rPr>
              <a:t>Partition 2 F</a:t>
            </a:r>
            <a:endParaRPr sz="1400">
              <a:solidFill>
                <a:schemeClr val="accent4"/>
              </a:solidFill>
              <a:latin typeface="IBM Plex Sans"/>
              <a:ea typeface="IBM Plex Sans"/>
              <a:cs typeface="IBM Plex Sans"/>
              <a:sym typeface="IBM Plex Sans"/>
            </a:endParaRPr>
          </a:p>
        </p:txBody>
      </p:sp>
      <p:sp>
        <p:nvSpPr>
          <p:cNvPr id="4744" name="Google Shape;4744;p200"/>
          <p:cNvSpPr/>
          <p:nvPr/>
        </p:nvSpPr>
        <p:spPr>
          <a:xfrm>
            <a:off x="1372725" y="2546963"/>
            <a:ext cx="1232700" cy="888300"/>
          </a:xfrm>
          <a:prstGeom prst="rect">
            <a:avLst/>
          </a:prstGeom>
          <a:solidFill>
            <a:srgbClr val="FFFFFF"/>
          </a:solidFill>
          <a:ln w="19050" cap="flat" cmpd="sng">
            <a:solidFill>
              <a:schemeClr val="accent5"/>
            </a:solidFill>
            <a:prstDash val="solid"/>
            <a:round/>
            <a:headEnd type="none" w="sm" len="sm"/>
            <a:tailEnd type="none" w="sm" len="sm"/>
          </a:ln>
        </p:spPr>
        <p:txBody>
          <a:bodyPr spcFirstLastPara="1" wrap="square" lIns="68575" tIns="68575" rIns="68575" bIns="68575" anchor="ctr" anchorCtr="0">
            <a:noAutofit/>
          </a:bodyPr>
          <a:lstStyle/>
          <a:p>
            <a:pPr marL="0" lvl="0" indent="0" algn="ctr" rtl="0">
              <a:spcBef>
                <a:spcPts val="0"/>
              </a:spcBef>
              <a:spcAft>
                <a:spcPts val="0"/>
              </a:spcAft>
              <a:buNone/>
            </a:pPr>
            <a:r>
              <a:rPr lang="en" sz="1400">
                <a:latin typeface="IBM Plex Sans"/>
                <a:ea typeface="IBM Plex Sans"/>
                <a:cs typeface="IBM Plex Sans"/>
                <a:sym typeface="IBM Plex Sans"/>
              </a:rPr>
              <a:t>Node 4:</a:t>
            </a:r>
            <a:endParaRPr sz="1400">
              <a:latin typeface="IBM Plex Sans"/>
              <a:ea typeface="IBM Plex Sans"/>
              <a:cs typeface="IBM Plex Sans"/>
              <a:sym typeface="IBM Plex Sans"/>
            </a:endParaRPr>
          </a:p>
          <a:p>
            <a:pPr marL="0" lvl="0" indent="0" algn="ctr" rtl="0">
              <a:spcBef>
                <a:spcPts val="0"/>
              </a:spcBef>
              <a:spcAft>
                <a:spcPts val="0"/>
              </a:spcAft>
              <a:buNone/>
            </a:pPr>
            <a:r>
              <a:rPr lang="en" sz="1400">
                <a:solidFill>
                  <a:schemeClr val="accent4"/>
                </a:solidFill>
                <a:latin typeface="IBM Plex Sans"/>
                <a:ea typeface="IBM Plex Sans"/>
                <a:cs typeface="IBM Plex Sans"/>
                <a:sym typeface="IBM Plex Sans"/>
              </a:rPr>
              <a:t>Partition 2 F</a:t>
            </a:r>
            <a:endParaRPr sz="1400">
              <a:solidFill>
                <a:schemeClr val="accent4"/>
              </a:solidFill>
              <a:latin typeface="IBM Plex Sans"/>
              <a:ea typeface="IBM Plex Sans"/>
              <a:cs typeface="IBM Plex Sans"/>
              <a:sym typeface="IBM Plex Sans"/>
            </a:endParaRPr>
          </a:p>
          <a:p>
            <a:pPr marL="0" lvl="0" indent="0" algn="ctr" rtl="0">
              <a:spcBef>
                <a:spcPts val="0"/>
              </a:spcBef>
              <a:spcAft>
                <a:spcPts val="0"/>
              </a:spcAft>
              <a:buNone/>
            </a:pPr>
            <a:r>
              <a:rPr lang="en" sz="1400" b="1">
                <a:solidFill>
                  <a:schemeClr val="accent5"/>
                </a:solidFill>
                <a:latin typeface="IBM Plex Sans"/>
                <a:ea typeface="IBM Plex Sans"/>
                <a:cs typeface="IBM Plex Sans"/>
                <a:sym typeface="IBM Plex Sans"/>
              </a:rPr>
              <a:t>Partition 3 L</a:t>
            </a:r>
            <a:r>
              <a:rPr lang="en" sz="1400" b="1">
                <a:solidFill>
                  <a:srgbClr val="1155CC"/>
                </a:solidFill>
                <a:latin typeface="IBM Plex Sans"/>
                <a:ea typeface="IBM Plex Sans"/>
                <a:cs typeface="IBM Plex Sans"/>
                <a:sym typeface="IBM Plex Sans"/>
              </a:rPr>
              <a:t/>
            </a:r>
            <a:br>
              <a:rPr lang="en" sz="1400" b="1">
                <a:solidFill>
                  <a:srgbClr val="1155CC"/>
                </a:solidFill>
                <a:latin typeface="IBM Plex Sans"/>
                <a:ea typeface="IBM Plex Sans"/>
                <a:cs typeface="IBM Plex Sans"/>
                <a:sym typeface="IBM Plex Sans"/>
              </a:rPr>
            </a:br>
            <a:r>
              <a:rPr lang="en" sz="1400">
                <a:solidFill>
                  <a:srgbClr val="674EA7"/>
                </a:solidFill>
                <a:latin typeface="IBM Plex Sans"/>
                <a:ea typeface="IBM Plex Sans"/>
                <a:cs typeface="IBM Plex Sans"/>
                <a:sym typeface="IBM Plex Sans"/>
              </a:rPr>
              <a:t>Partition 4 F</a:t>
            </a:r>
            <a:endParaRPr sz="1400" b="1">
              <a:solidFill>
                <a:srgbClr val="1155CC"/>
              </a:solidFill>
              <a:latin typeface="IBM Plex Sans"/>
              <a:ea typeface="IBM Plex Sans"/>
              <a:cs typeface="IBM Plex Sans"/>
              <a:sym typeface="IBM Plex Sans"/>
            </a:endParaRPr>
          </a:p>
        </p:txBody>
      </p:sp>
      <p:sp>
        <p:nvSpPr>
          <p:cNvPr id="4745" name="Google Shape;4745;p200"/>
          <p:cNvSpPr/>
          <p:nvPr/>
        </p:nvSpPr>
        <p:spPr>
          <a:xfrm>
            <a:off x="2511019" y="4061888"/>
            <a:ext cx="1232700" cy="888300"/>
          </a:xfrm>
          <a:prstGeom prst="rect">
            <a:avLst/>
          </a:prstGeom>
          <a:solidFill>
            <a:srgbClr val="FFFFFF"/>
          </a:solidFill>
          <a:ln w="19050" cap="flat" cmpd="sng">
            <a:solidFill>
              <a:schemeClr val="accent5"/>
            </a:solidFill>
            <a:prstDash val="solid"/>
            <a:round/>
            <a:headEnd type="none" w="sm" len="sm"/>
            <a:tailEnd type="none" w="sm" len="sm"/>
          </a:ln>
        </p:spPr>
        <p:txBody>
          <a:bodyPr spcFirstLastPara="1" wrap="square" lIns="68575" tIns="68575" rIns="68575" bIns="68575" anchor="ctr" anchorCtr="0">
            <a:noAutofit/>
          </a:bodyPr>
          <a:lstStyle/>
          <a:p>
            <a:pPr marL="0" lvl="0" indent="0" algn="ctr" rtl="0">
              <a:spcBef>
                <a:spcPts val="0"/>
              </a:spcBef>
              <a:spcAft>
                <a:spcPts val="0"/>
              </a:spcAft>
              <a:buNone/>
            </a:pPr>
            <a:r>
              <a:rPr lang="en" sz="1400">
                <a:latin typeface="IBM Plex Sans"/>
                <a:ea typeface="IBM Plex Sans"/>
                <a:cs typeface="IBM Plex Sans"/>
                <a:sym typeface="IBM Plex Sans"/>
              </a:rPr>
              <a:t>Node 3:</a:t>
            </a:r>
            <a:endParaRPr sz="1400">
              <a:latin typeface="IBM Plex Sans"/>
              <a:ea typeface="IBM Plex Sans"/>
              <a:cs typeface="IBM Plex Sans"/>
              <a:sym typeface="IBM Plex Sans"/>
            </a:endParaRPr>
          </a:p>
          <a:p>
            <a:pPr marL="0" lvl="0" indent="0" algn="ctr" rtl="0">
              <a:spcBef>
                <a:spcPts val="0"/>
              </a:spcBef>
              <a:spcAft>
                <a:spcPts val="0"/>
              </a:spcAft>
              <a:buNone/>
            </a:pPr>
            <a:r>
              <a:rPr lang="en" sz="1400">
                <a:solidFill>
                  <a:schemeClr val="accent2"/>
                </a:solidFill>
                <a:latin typeface="IBM Plex Sans"/>
                <a:ea typeface="IBM Plex Sans"/>
                <a:cs typeface="IBM Plex Sans"/>
                <a:sym typeface="IBM Plex Sans"/>
              </a:rPr>
              <a:t>Partition 1 F</a:t>
            </a:r>
            <a:endParaRPr sz="1400">
              <a:solidFill>
                <a:schemeClr val="accent2"/>
              </a:solidFill>
              <a:latin typeface="IBM Plex Sans"/>
              <a:ea typeface="IBM Plex Sans"/>
              <a:cs typeface="IBM Plex Sans"/>
              <a:sym typeface="IBM Plex Sans"/>
            </a:endParaRPr>
          </a:p>
          <a:p>
            <a:pPr marL="0" lvl="0" indent="0" algn="ctr" rtl="0">
              <a:spcBef>
                <a:spcPts val="0"/>
              </a:spcBef>
              <a:spcAft>
                <a:spcPts val="0"/>
              </a:spcAft>
              <a:buNone/>
            </a:pPr>
            <a:r>
              <a:rPr lang="en" sz="1400" b="1">
                <a:solidFill>
                  <a:schemeClr val="accent4"/>
                </a:solidFill>
                <a:latin typeface="IBM Plex Sans"/>
                <a:ea typeface="IBM Plex Sans"/>
                <a:cs typeface="IBM Plex Sans"/>
                <a:sym typeface="IBM Plex Sans"/>
              </a:rPr>
              <a:t>Partition 2 L</a:t>
            </a:r>
            <a:endParaRPr sz="1400" b="1">
              <a:solidFill>
                <a:schemeClr val="accent4"/>
              </a:solidFill>
              <a:latin typeface="IBM Plex Sans"/>
              <a:ea typeface="IBM Plex Sans"/>
              <a:cs typeface="IBM Plex Sans"/>
              <a:sym typeface="IBM Plex Sans"/>
            </a:endParaRPr>
          </a:p>
          <a:p>
            <a:pPr marL="0" lvl="0" indent="0" algn="ctr" rtl="0">
              <a:spcBef>
                <a:spcPts val="0"/>
              </a:spcBef>
              <a:spcAft>
                <a:spcPts val="0"/>
              </a:spcAft>
              <a:buNone/>
            </a:pPr>
            <a:r>
              <a:rPr lang="en" sz="1400">
                <a:solidFill>
                  <a:schemeClr val="accent5"/>
                </a:solidFill>
                <a:latin typeface="IBM Plex Sans"/>
                <a:ea typeface="IBM Plex Sans"/>
                <a:cs typeface="IBM Plex Sans"/>
                <a:sym typeface="IBM Plex Sans"/>
              </a:rPr>
              <a:t>Partition 3 F</a:t>
            </a:r>
            <a:endParaRPr sz="1400">
              <a:solidFill>
                <a:schemeClr val="accent5"/>
              </a:solidFill>
              <a:latin typeface="IBM Plex Sans"/>
              <a:ea typeface="IBM Plex Sans"/>
              <a:cs typeface="IBM Plex Sans"/>
              <a:sym typeface="IBM Plex Sans"/>
            </a:endParaRPr>
          </a:p>
        </p:txBody>
      </p:sp>
      <p:cxnSp>
        <p:nvCxnSpPr>
          <p:cNvPr id="4746" name="Google Shape;4746;p200"/>
          <p:cNvCxnSpPr/>
          <p:nvPr/>
        </p:nvCxnSpPr>
        <p:spPr>
          <a:xfrm flipH="1">
            <a:off x="4282050" y="1077919"/>
            <a:ext cx="1347600" cy="1157700"/>
          </a:xfrm>
          <a:prstGeom prst="straightConnector1">
            <a:avLst/>
          </a:prstGeom>
          <a:noFill/>
          <a:ln w="76200" cap="flat" cmpd="sng">
            <a:solidFill>
              <a:srgbClr val="FF0000"/>
            </a:solidFill>
            <a:prstDash val="solid"/>
            <a:round/>
            <a:headEnd type="none" w="med" len="med"/>
            <a:tailEnd type="none" w="med" len="med"/>
          </a:ln>
        </p:spPr>
      </p:cxnSp>
      <p:cxnSp>
        <p:nvCxnSpPr>
          <p:cNvPr id="4747" name="Google Shape;4747;p200"/>
          <p:cNvCxnSpPr/>
          <p:nvPr/>
        </p:nvCxnSpPr>
        <p:spPr>
          <a:xfrm>
            <a:off x="4155563" y="1210781"/>
            <a:ext cx="1455000" cy="1037400"/>
          </a:xfrm>
          <a:prstGeom prst="straightConnector1">
            <a:avLst/>
          </a:prstGeom>
          <a:noFill/>
          <a:ln w="76200" cap="flat" cmpd="sng">
            <a:solidFill>
              <a:srgbClr val="FF0000"/>
            </a:solidFill>
            <a:prstDash val="solid"/>
            <a:round/>
            <a:headEnd type="none" w="med" len="med"/>
            <a:tailEnd type="none" w="med" len="med"/>
          </a:ln>
        </p:spPr>
      </p:cxnSp>
      <p:sp>
        <p:nvSpPr>
          <p:cNvPr id="4748" name="Google Shape;4748;p200"/>
          <p:cNvSpPr/>
          <p:nvPr/>
        </p:nvSpPr>
        <p:spPr>
          <a:xfrm>
            <a:off x="5392201" y="1653019"/>
            <a:ext cx="492039" cy="1901403"/>
          </a:xfrm>
          <a:custGeom>
            <a:avLst/>
            <a:gdLst/>
            <a:ahLst/>
            <a:cxnLst/>
            <a:rect l="l" t="t" r="r" b="b"/>
            <a:pathLst>
              <a:path w="23014" h="96164" extrusionOk="0">
                <a:moveTo>
                  <a:pt x="0" y="0"/>
                </a:moveTo>
                <a:cubicBezTo>
                  <a:pt x="3824" y="8211"/>
                  <a:pt x="22382" y="33236"/>
                  <a:pt x="22944" y="49263"/>
                </a:cubicBezTo>
                <a:cubicBezTo>
                  <a:pt x="23506" y="65290"/>
                  <a:pt x="6636" y="88347"/>
                  <a:pt x="3374" y="96164"/>
                </a:cubicBezTo>
              </a:path>
            </a:pathLst>
          </a:custGeom>
          <a:noFill/>
          <a:ln w="76200" cap="flat" cmpd="sng">
            <a:solidFill>
              <a:srgbClr val="38761D"/>
            </a:solidFill>
            <a:prstDash val="solid"/>
            <a:round/>
            <a:headEnd type="none" w="med" len="med"/>
            <a:tailEnd type="stealth" w="med" len="med"/>
          </a:ln>
        </p:spPr>
      </p:sp>
      <p:sp>
        <p:nvSpPr>
          <p:cNvPr id="4749" name="Google Shape;4749;p200"/>
          <p:cNvSpPr txBox="1">
            <a:spLocks noGrp="1"/>
          </p:cNvSpPr>
          <p:nvPr>
            <p:ph type="title"/>
          </p:nvPr>
        </p:nvSpPr>
        <p:spPr>
          <a:xfrm>
            <a:off x="371475" y="257175"/>
            <a:ext cx="8772600" cy="5490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Clr>
                <a:schemeClr val="lt2"/>
              </a:buClr>
              <a:buSzPts val="2400"/>
              <a:buFont typeface="IBM Plex Sans"/>
              <a:buNone/>
            </a:pPr>
            <a:r>
              <a:rPr lang="en"/>
              <a:t>Use for Massive Scale Applications: </a:t>
            </a:r>
            <a:endParaRPr/>
          </a:p>
          <a:p>
            <a:pPr marL="0" lvl="0" indent="0" algn="l" rtl="0">
              <a:spcBef>
                <a:spcPts val="0"/>
              </a:spcBef>
              <a:spcAft>
                <a:spcPts val="0"/>
              </a:spcAft>
              <a:buClr>
                <a:schemeClr val="lt2"/>
              </a:buClr>
              <a:buSzPts val="2400"/>
              <a:buFont typeface="IBM Plex Sans"/>
              <a:buNone/>
            </a:pPr>
            <a:r>
              <a:rPr lang="en" sz="1400"/>
              <a:t>Partitions (Shards) and Replication enabling failover by electing a new leader </a:t>
            </a:r>
            <a:endParaRPr sz="140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4753"/>
        <p:cNvGrpSpPr/>
        <p:nvPr/>
      </p:nvGrpSpPr>
      <p:grpSpPr>
        <a:xfrm>
          <a:off x="0" y="0"/>
          <a:ext cx="0" cy="0"/>
          <a:chOff x="0" y="0"/>
          <a:chExt cx="0" cy="0"/>
        </a:xfrm>
      </p:grpSpPr>
      <p:pic>
        <p:nvPicPr>
          <p:cNvPr id="4754" name="Google Shape;4754;p201"/>
          <p:cNvPicPr preferRelativeResize="0"/>
          <p:nvPr/>
        </p:nvPicPr>
        <p:blipFill rotWithShape="1">
          <a:blip r:embed="rId3">
            <a:alphaModFix/>
          </a:blip>
          <a:srcRect l="768" r="768"/>
          <a:stretch/>
        </p:blipFill>
        <p:spPr>
          <a:xfrm>
            <a:off x="827269" y="1017675"/>
            <a:ext cx="4279585" cy="3302625"/>
          </a:xfrm>
          <a:prstGeom prst="rect">
            <a:avLst/>
          </a:prstGeom>
          <a:noFill/>
          <a:ln>
            <a:noFill/>
          </a:ln>
        </p:spPr>
      </p:pic>
      <p:sp>
        <p:nvSpPr>
          <p:cNvPr id="4755" name="Google Shape;4755;p201"/>
          <p:cNvSpPr txBox="1">
            <a:spLocks noGrp="1"/>
          </p:cNvSpPr>
          <p:nvPr>
            <p:ph type="body" idx="4294967295"/>
          </p:nvPr>
        </p:nvSpPr>
        <p:spPr>
          <a:xfrm>
            <a:off x="5489100" y="914775"/>
            <a:ext cx="3197700" cy="2136900"/>
          </a:xfrm>
          <a:prstGeom prst="rect">
            <a:avLst/>
          </a:prstGeom>
        </p:spPr>
        <p:txBody>
          <a:bodyPr spcFirstLastPara="1" wrap="square" lIns="0" tIns="0" rIns="0" bIns="0" anchor="t" anchorCtr="0">
            <a:noAutofit/>
          </a:bodyPr>
          <a:lstStyle/>
          <a:p>
            <a:pPr marL="342900" lvl="0" indent="-241300" algn="l" rtl="0">
              <a:lnSpc>
                <a:spcPct val="115000"/>
              </a:lnSpc>
              <a:spcBef>
                <a:spcPts val="800"/>
              </a:spcBef>
              <a:spcAft>
                <a:spcPts val="0"/>
              </a:spcAft>
              <a:buSzPts val="1200"/>
              <a:buChar char="•"/>
            </a:pPr>
            <a:r>
              <a:rPr lang="en" sz="1900"/>
              <a:t>Designed to accommodate massive scale transactional solution use cases</a:t>
            </a:r>
            <a:endParaRPr sz="1900"/>
          </a:p>
          <a:p>
            <a:pPr marL="342900" lvl="0" indent="-241300" algn="l" rtl="0">
              <a:lnSpc>
                <a:spcPct val="115000"/>
              </a:lnSpc>
              <a:spcBef>
                <a:spcPts val="1000"/>
              </a:spcBef>
              <a:spcAft>
                <a:spcPts val="0"/>
              </a:spcAft>
              <a:buSzPts val="1200"/>
              <a:buChar char="•"/>
            </a:pPr>
            <a:r>
              <a:rPr lang="en" sz="1900"/>
              <a:t>No relational database bottleneck</a:t>
            </a:r>
            <a:endParaRPr sz="1900"/>
          </a:p>
          <a:p>
            <a:pPr marL="342900" lvl="0" indent="-241300" algn="l" rtl="0">
              <a:lnSpc>
                <a:spcPct val="115000"/>
              </a:lnSpc>
              <a:spcBef>
                <a:spcPts val="1000"/>
              </a:spcBef>
              <a:spcAft>
                <a:spcPts val="1000"/>
              </a:spcAft>
              <a:buSzPts val="1200"/>
              <a:buChar char="•"/>
            </a:pPr>
            <a:r>
              <a:rPr lang="en" sz="1900"/>
              <a:t>Linear performance scaling</a:t>
            </a:r>
            <a:endParaRPr sz="1900"/>
          </a:p>
        </p:txBody>
      </p:sp>
      <p:sp>
        <p:nvSpPr>
          <p:cNvPr id="4756" name="Google Shape;4756;p201"/>
          <p:cNvSpPr txBox="1">
            <a:spLocks noGrp="1"/>
          </p:cNvSpPr>
          <p:nvPr>
            <p:ph type="title"/>
          </p:nvPr>
        </p:nvSpPr>
        <p:spPr>
          <a:xfrm>
            <a:off x="371475" y="257176"/>
            <a:ext cx="8400900" cy="5490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Clr>
                <a:schemeClr val="lt2"/>
              </a:buClr>
              <a:buSzPts val="2400"/>
              <a:buFont typeface="IBM Plex Sans"/>
              <a:buNone/>
            </a:pPr>
            <a:r>
              <a:rPr lang="en"/>
              <a:t>Use for Massive Scale Applications</a:t>
            </a:r>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4785"/>
        <p:cNvGrpSpPr/>
        <p:nvPr/>
      </p:nvGrpSpPr>
      <p:grpSpPr>
        <a:xfrm>
          <a:off x="0" y="0"/>
          <a:ext cx="0" cy="0"/>
          <a:chOff x="0" y="0"/>
          <a:chExt cx="0" cy="0"/>
        </a:xfrm>
      </p:grpSpPr>
      <p:sp>
        <p:nvSpPr>
          <p:cNvPr id="4786" name="Google Shape;4786;p204"/>
          <p:cNvSpPr/>
          <p:nvPr/>
        </p:nvSpPr>
        <p:spPr>
          <a:xfrm>
            <a:off x="419350" y="2376875"/>
            <a:ext cx="8400900" cy="2236200"/>
          </a:xfrm>
          <a:prstGeom prst="rect">
            <a:avLst/>
          </a:prstGeom>
          <a:noFill/>
          <a:ln w="19050" cap="flat" cmpd="sng">
            <a:solidFill>
              <a:srgbClr val="A5A5A5"/>
            </a:solidFill>
            <a:prstDash val="dash"/>
            <a:miter lim="8000"/>
            <a:headEnd type="none" w="sm" len="sm"/>
            <a:tailEnd type="none" w="sm" len="sm"/>
          </a:ln>
        </p:spPr>
        <p:txBody>
          <a:bodyPr spcFirstLastPara="1" wrap="square" lIns="68575" tIns="68575" rIns="68575" bIns="685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787" name="Google Shape;4787;p204"/>
          <p:cNvSpPr/>
          <p:nvPr/>
        </p:nvSpPr>
        <p:spPr>
          <a:xfrm>
            <a:off x="6548751" y="2516823"/>
            <a:ext cx="2098500" cy="1232700"/>
          </a:xfrm>
          <a:prstGeom prst="rect">
            <a:avLst/>
          </a:prstGeom>
          <a:noFill/>
          <a:ln w="19075" cap="flat" cmpd="sng">
            <a:solidFill>
              <a:srgbClr val="A5A5A5"/>
            </a:solidFill>
            <a:prstDash val="solid"/>
            <a:round/>
            <a:headEnd type="none" w="sm" len="sm"/>
            <a:tailEnd type="none" w="sm" len="sm"/>
          </a:ln>
        </p:spPr>
        <p:txBody>
          <a:bodyPr spcFirstLastPara="1" wrap="square" lIns="68575" tIns="68575" rIns="68575" bIns="685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666666"/>
              </a:solidFill>
              <a:latin typeface="Arial"/>
              <a:ea typeface="Arial"/>
              <a:cs typeface="Arial"/>
              <a:sym typeface="Arial"/>
            </a:endParaRPr>
          </a:p>
        </p:txBody>
      </p:sp>
      <p:sp>
        <p:nvSpPr>
          <p:cNvPr id="4788" name="Google Shape;4788;p204"/>
          <p:cNvSpPr/>
          <p:nvPr/>
        </p:nvSpPr>
        <p:spPr>
          <a:xfrm>
            <a:off x="6568460" y="2516820"/>
            <a:ext cx="2078700" cy="391800"/>
          </a:xfrm>
          <a:prstGeom prst="rect">
            <a:avLst/>
          </a:prstGeom>
          <a:noFill/>
          <a:ln>
            <a:noFill/>
          </a:ln>
        </p:spPr>
        <p:txBody>
          <a:bodyPr spcFirstLastPara="1" wrap="square" lIns="91525" tIns="91525" rIns="91525" bIns="91525" anchor="t"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1" i="0" u="none" strike="noStrike" cap="none">
                <a:solidFill>
                  <a:srgbClr val="666666"/>
                </a:solidFill>
                <a:latin typeface="Arial"/>
                <a:ea typeface="Arial"/>
                <a:cs typeface="Arial"/>
                <a:sym typeface="Arial"/>
              </a:rPr>
              <a:t>3. Human Task Users</a:t>
            </a:r>
            <a:endParaRPr sz="1400" b="1" i="0" u="none" strike="noStrike" cap="none">
              <a:solidFill>
                <a:srgbClr val="666666"/>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500"/>
              <a:buFont typeface="Arial"/>
              <a:buNone/>
            </a:pPr>
            <a:endParaRPr sz="1500" b="0" i="0" u="none" strike="noStrike" cap="none">
              <a:solidFill>
                <a:srgbClr val="666666"/>
              </a:solidFill>
              <a:latin typeface="Arial"/>
              <a:ea typeface="Arial"/>
              <a:cs typeface="Arial"/>
              <a:sym typeface="Arial"/>
            </a:endParaRPr>
          </a:p>
          <a:p>
            <a:pPr marL="0" marR="0" lvl="0" indent="0" algn="ctr" rtl="0">
              <a:lnSpc>
                <a:spcPct val="100000"/>
              </a:lnSpc>
              <a:spcBef>
                <a:spcPts val="0"/>
              </a:spcBef>
              <a:spcAft>
                <a:spcPts val="0"/>
              </a:spcAft>
              <a:buClr>
                <a:schemeClr val="dk1"/>
              </a:buClr>
              <a:buSzPts val="1400"/>
              <a:buFont typeface="Arial"/>
              <a:buNone/>
            </a:pPr>
            <a:r>
              <a:rPr lang="en" sz="1400" b="0" i="0" u="none" strike="noStrike" cap="none">
                <a:solidFill>
                  <a:srgbClr val="666666"/>
                </a:solidFill>
                <a:latin typeface="Arial"/>
                <a:ea typeface="Arial"/>
                <a:cs typeface="Arial"/>
                <a:sym typeface="Arial"/>
              </a:rPr>
              <a:t>How many people will support manual tasks?</a:t>
            </a:r>
            <a:endParaRPr sz="1400" b="0" i="0" u="none" strike="noStrike" cap="none">
              <a:solidFill>
                <a:srgbClr val="666666"/>
              </a:solidFill>
              <a:latin typeface="Arial"/>
              <a:ea typeface="Arial"/>
              <a:cs typeface="Arial"/>
              <a:sym typeface="Arial"/>
            </a:endParaRPr>
          </a:p>
        </p:txBody>
      </p:sp>
      <p:sp>
        <p:nvSpPr>
          <p:cNvPr id="4789" name="Google Shape;4789;p204"/>
          <p:cNvSpPr/>
          <p:nvPr/>
        </p:nvSpPr>
        <p:spPr>
          <a:xfrm>
            <a:off x="3478051" y="2516823"/>
            <a:ext cx="2243400" cy="1232700"/>
          </a:xfrm>
          <a:prstGeom prst="rect">
            <a:avLst/>
          </a:prstGeom>
          <a:noFill/>
          <a:ln w="19075" cap="flat" cmpd="sng">
            <a:solidFill>
              <a:srgbClr val="A5A5A5"/>
            </a:solidFill>
            <a:prstDash val="solid"/>
            <a:round/>
            <a:headEnd type="none" w="sm" len="sm"/>
            <a:tailEnd type="none" w="sm" len="sm"/>
          </a:ln>
        </p:spPr>
        <p:txBody>
          <a:bodyPr spcFirstLastPara="1" wrap="square" lIns="68575" tIns="68575" rIns="68575" bIns="685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666666"/>
              </a:solidFill>
              <a:latin typeface="Arial"/>
              <a:ea typeface="Arial"/>
              <a:cs typeface="Arial"/>
              <a:sym typeface="Arial"/>
            </a:endParaRPr>
          </a:p>
        </p:txBody>
      </p:sp>
      <p:sp>
        <p:nvSpPr>
          <p:cNvPr id="4790" name="Google Shape;4790;p204"/>
          <p:cNvSpPr txBox="1">
            <a:spLocks noGrp="1"/>
          </p:cNvSpPr>
          <p:nvPr>
            <p:ph type="title"/>
          </p:nvPr>
        </p:nvSpPr>
        <p:spPr>
          <a:xfrm>
            <a:off x="371475" y="257175"/>
            <a:ext cx="8772600" cy="549000"/>
          </a:xfrm>
          <a:prstGeom prst="rect">
            <a:avLst/>
          </a:prstGeom>
          <a:noFill/>
          <a:ln>
            <a:noFill/>
          </a:ln>
        </p:spPr>
        <p:txBody>
          <a:bodyPr spcFirstLastPara="1" wrap="square" lIns="0" tIns="0" rIns="0" bIns="0" anchor="t" anchorCtr="0">
            <a:noAutofit/>
          </a:bodyPr>
          <a:lstStyle/>
          <a:p>
            <a:pPr marL="0" lvl="0" indent="0" algn="l" rtl="0">
              <a:lnSpc>
                <a:spcPct val="90000"/>
              </a:lnSpc>
              <a:spcBef>
                <a:spcPts val="0"/>
              </a:spcBef>
              <a:spcAft>
                <a:spcPts val="0"/>
              </a:spcAft>
              <a:buSzPts val="1400"/>
              <a:buNone/>
            </a:pPr>
            <a:r>
              <a:rPr lang="en"/>
              <a:t>License Subscription Structure: Solution Use Case Scope(s)</a:t>
            </a:r>
            <a:endParaRPr sz="1600">
              <a:solidFill>
                <a:schemeClr val="accent1"/>
              </a:solidFill>
            </a:endParaRPr>
          </a:p>
          <a:p>
            <a:pPr marL="0" lvl="0" indent="0" algn="l" rtl="0">
              <a:spcBef>
                <a:spcPts val="0"/>
              </a:spcBef>
              <a:spcAft>
                <a:spcPts val="0"/>
              </a:spcAft>
              <a:buClr>
                <a:schemeClr val="dk1"/>
              </a:buClr>
              <a:buSzPts val="1100"/>
              <a:buFont typeface="Arial"/>
              <a:buNone/>
            </a:pPr>
            <a:r>
              <a:rPr lang="en" sz="1900">
                <a:solidFill>
                  <a:schemeClr val="accent5"/>
                </a:solidFill>
              </a:rPr>
              <a:t>Process Instances, Decision Instances, Task Users</a:t>
            </a:r>
            <a:endParaRPr/>
          </a:p>
        </p:txBody>
      </p:sp>
      <p:sp>
        <p:nvSpPr>
          <p:cNvPr id="4791" name="Google Shape;4791;p204"/>
          <p:cNvSpPr/>
          <p:nvPr/>
        </p:nvSpPr>
        <p:spPr>
          <a:xfrm>
            <a:off x="3478050" y="2517625"/>
            <a:ext cx="2235900" cy="391200"/>
          </a:xfrm>
          <a:prstGeom prst="rect">
            <a:avLst/>
          </a:prstGeom>
          <a:noFill/>
          <a:ln>
            <a:noFill/>
          </a:ln>
        </p:spPr>
        <p:txBody>
          <a:bodyPr spcFirstLastPara="1" wrap="square" lIns="91525" tIns="91525" rIns="91525" bIns="91525" anchor="t"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1" i="0" u="none" strike="noStrike" cap="none">
                <a:solidFill>
                  <a:srgbClr val="666666"/>
                </a:solidFill>
                <a:latin typeface="Arial"/>
                <a:ea typeface="Arial"/>
                <a:cs typeface="Arial"/>
                <a:sym typeface="Arial"/>
              </a:rPr>
              <a:t>2. Decision Instances</a:t>
            </a:r>
            <a:endParaRPr sz="1400" b="1" i="0" u="none" strike="noStrike" cap="none">
              <a:solidFill>
                <a:srgbClr val="666666"/>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500"/>
              <a:buFont typeface="Arial"/>
              <a:buNone/>
            </a:pPr>
            <a:endParaRPr sz="1500" b="1" i="0" u="none" strike="noStrike" cap="none">
              <a:solidFill>
                <a:srgbClr val="666666"/>
              </a:solidFill>
              <a:latin typeface="Open Sans"/>
              <a:ea typeface="Open Sans"/>
              <a:cs typeface="Open Sans"/>
              <a:sym typeface="Open Sans"/>
            </a:endParaRPr>
          </a:p>
          <a:p>
            <a:pPr marL="0" marR="0" lvl="0" indent="0" algn="ctr" rtl="0">
              <a:lnSpc>
                <a:spcPct val="100000"/>
              </a:lnSpc>
              <a:spcBef>
                <a:spcPts val="0"/>
              </a:spcBef>
              <a:spcAft>
                <a:spcPts val="0"/>
              </a:spcAft>
              <a:buClr>
                <a:schemeClr val="dk1"/>
              </a:buClr>
              <a:buSzPts val="1100"/>
              <a:buFont typeface="Arial"/>
              <a:buNone/>
            </a:pPr>
            <a:r>
              <a:rPr lang="en" sz="1400" b="0" i="0" u="none" strike="noStrike" cap="none">
                <a:solidFill>
                  <a:schemeClr val="dk2"/>
                </a:solidFill>
                <a:latin typeface="Arial"/>
                <a:ea typeface="Arial"/>
                <a:cs typeface="Arial"/>
                <a:sym typeface="Arial"/>
              </a:rPr>
              <a:t>How many automated decision tables will be used in the process?</a:t>
            </a:r>
            <a:endParaRPr sz="1400" b="1" i="0" u="none" strike="noStrike" cap="none">
              <a:solidFill>
                <a:srgbClr val="666666"/>
              </a:solidFill>
              <a:latin typeface="Open Sans"/>
              <a:ea typeface="Open Sans"/>
              <a:cs typeface="Open Sans"/>
              <a:sym typeface="Open Sans"/>
            </a:endParaRPr>
          </a:p>
        </p:txBody>
      </p:sp>
      <p:sp>
        <p:nvSpPr>
          <p:cNvPr id="4792" name="Google Shape;4792;p204"/>
          <p:cNvSpPr/>
          <p:nvPr/>
        </p:nvSpPr>
        <p:spPr>
          <a:xfrm>
            <a:off x="552250" y="2516823"/>
            <a:ext cx="2098500" cy="1232700"/>
          </a:xfrm>
          <a:prstGeom prst="rect">
            <a:avLst/>
          </a:prstGeom>
          <a:noFill/>
          <a:ln w="19075" cap="flat" cmpd="sng">
            <a:solidFill>
              <a:srgbClr val="A5A5A5"/>
            </a:solidFill>
            <a:prstDash val="solid"/>
            <a:round/>
            <a:headEnd type="none" w="sm" len="sm"/>
            <a:tailEnd type="none" w="sm" len="sm"/>
          </a:ln>
        </p:spPr>
        <p:txBody>
          <a:bodyPr spcFirstLastPara="1" wrap="square" lIns="68575" tIns="68575" rIns="68575" bIns="685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666666"/>
              </a:solidFill>
              <a:latin typeface="Arial"/>
              <a:ea typeface="Arial"/>
              <a:cs typeface="Arial"/>
              <a:sym typeface="Arial"/>
            </a:endParaRPr>
          </a:p>
        </p:txBody>
      </p:sp>
      <p:sp>
        <p:nvSpPr>
          <p:cNvPr id="4793" name="Google Shape;4793;p204"/>
          <p:cNvSpPr/>
          <p:nvPr/>
        </p:nvSpPr>
        <p:spPr>
          <a:xfrm>
            <a:off x="552245" y="2516820"/>
            <a:ext cx="2098500" cy="391800"/>
          </a:xfrm>
          <a:prstGeom prst="rect">
            <a:avLst/>
          </a:prstGeom>
          <a:noFill/>
          <a:ln>
            <a:noFill/>
          </a:ln>
        </p:spPr>
        <p:txBody>
          <a:bodyPr spcFirstLastPara="1" wrap="square" lIns="91525" tIns="91525" rIns="91525" bIns="91525" anchor="t"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1" i="0" u="none" strike="noStrike" cap="none">
                <a:solidFill>
                  <a:srgbClr val="666666"/>
                </a:solidFill>
                <a:latin typeface="Arial"/>
                <a:ea typeface="Arial"/>
                <a:cs typeface="Arial"/>
                <a:sym typeface="Arial"/>
              </a:rPr>
              <a:t>1. Process Instances</a:t>
            </a:r>
            <a:endParaRPr sz="1400" b="1" i="0" u="none" strike="noStrike" cap="none">
              <a:solidFill>
                <a:srgbClr val="666666"/>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500"/>
              <a:buFont typeface="Arial"/>
              <a:buNone/>
            </a:pPr>
            <a:endParaRPr sz="1500" b="1" i="0" u="none" strike="noStrike" cap="none">
              <a:solidFill>
                <a:srgbClr val="666666"/>
              </a:solidFill>
              <a:latin typeface="Open Sans"/>
              <a:ea typeface="Open Sans"/>
              <a:cs typeface="Open Sans"/>
              <a:sym typeface="Open Sans"/>
            </a:endParaRPr>
          </a:p>
          <a:p>
            <a:pPr marL="0" marR="0" lvl="0" indent="0" algn="ctr" rtl="0">
              <a:lnSpc>
                <a:spcPct val="100000"/>
              </a:lnSpc>
              <a:spcBef>
                <a:spcPts val="0"/>
              </a:spcBef>
              <a:spcAft>
                <a:spcPts val="0"/>
              </a:spcAft>
              <a:buClr>
                <a:srgbClr val="000000"/>
              </a:buClr>
              <a:buSzPts val="1100"/>
              <a:buFont typeface="Arial"/>
              <a:buNone/>
            </a:pPr>
            <a:r>
              <a:rPr lang="en" sz="1400" b="0" i="0" u="none" strike="noStrike" cap="none">
                <a:solidFill>
                  <a:srgbClr val="666666"/>
                </a:solidFill>
                <a:latin typeface="Arial"/>
                <a:ea typeface="Arial"/>
                <a:cs typeface="Arial"/>
                <a:sym typeface="Arial"/>
              </a:rPr>
              <a:t>What is the annual transaction volume of the process?</a:t>
            </a:r>
            <a:endParaRPr sz="1400" b="1" i="0" u="none" strike="noStrike" cap="none">
              <a:solidFill>
                <a:srgbClr val="666666"/>
              </a:solidFill>
              <a:latin typeface="Open Sans"/>
              <a:ea typeface="Open Sans"/>
              <a:cs typeface="Open Sans"/>
              <a:sym typeface="Open Sans"/>
            </a:endParaRPr>
          </a:p>
        </p:txBody>
      </p:sp>
      <p:sp>
        <p:nvSpPr>
          <p:cNvPr id="4794" name="Google Shape;4794;p204"/>
          <p:cNvSpPr/>
          <p:nvPr/>
        </p:nvSpPr>
        <p:spPr>
          <a:xfrm>
            <a:off x="3501850" y="4429395"/>
            <a:ext cx="2235900" cy="340200"/>
          </a:xfrm>
          <a:prstGeom prst="rect">
            <a:avLst/>
          </a:prstGeom>
          <a:solidFill>
            <a:schemeClr val="dk2"/>
          </a:solidFill>
          <a:ln>
            <a:noFill/>
          </a:ln>
        </p:spPr>
        <p:txBody>
          <a:bodyPr spcFirstLastPara="1" wrap="square" lIns="91525" tIns="91525" rIns="91525" bIns="91525"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 sz="1800" b="1" i="0" u="none" strike="noStrike" cap="none">
                <a:solidFill>
                  <a:srgbClr val="F3F3F3"/>
                </a:solidFill>
                <a:latin typeface="Arial"/>
                <a:ea typeface="Arial"/>
                <a:cs typeface="Arial"/>
                <a:sym typeface="Arial"/>
              </a:rPr>
              <a:t>Solution License</a:t>
            </a:r>
            <a:endParaRPr sz="1800" b="1" i="0" u="none" strike="noStrike" cap="none">
              <a:solidFill>
                <a:srgbClr val="F3F3F3"/>
              </a:solidFill>
              <a:latin typeface="Arial"/>
              <a:ea typeface="Arial"/>
              <a:cs typeface="Arial"/>
              <a:sym typeface="Arial"/>
            </a:endParaRPr>
          </a:p>
        </p:txBody>
      </p:sp>
      <p:sp>
        <p:nvSpPr>
          <p:cNvPr id="4795" name="Google Shape;4795;p204"/>
          <p:cNvSpPr txBox="1"/>
          <p:nvPr/>
        </p:nvSpPr>
        <p:spPr>
          <a:xfrm>
            <a:off x="2382050" y="2737775"/>
            <a:ext cx="1364700" cy="6534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3600"/>
              <a:buFont typeface="Arial"/>
              <a:buNone/>
            </a:pPr>
            <a:r>
              <a:rPr lang="en" sz="3600" b="1" i="0" u="none" strike="noStrike" cap="none">
                <a:solidFill>
                  <a:schemeClr val="accent5"/>
                </a:solidFill>
                <a:latin typeface="Arial"/>
                <a:ea typeface="Arial"/>
                <a:cs typeface="Arial"/>
                <a:sym typeface="Arial"/>
              </a:rPr>
              <a:t>➕</a:t>
            </a:r>
            <a:endParaRPr sz="3600" b="0" i="0" u="none" strike="noStrike" cap="none">
              <a:solidFill>
                <a:schemeClr val="accent5"/>
              </a:solidFill>
              <a:latin typeface="Arial"/>
              <a:ea typeface="Arial"/>
              <a:cs typeface="Arial"/>
              <a:sym typeface="Arial"/>
            </a:endParaRPr>
          </a:p>
        </p:txBody>
      </p:sp>
      <p:sp>
        <p:nvSpPr>
          <p:cNvPr id="4796" name="Google Shape;4796;p204"/>
          <p:cNvSpPr txBox="1"/>
          <p:nvPr/>
        </p:nvSpPr>
        <p:spPr>
          <a:xfrm>
            <a:off x="5452750" y="2737775"/>
            <a:ext cx="1364700" cy="6534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3600"/>
              <a:buFont typeface="Arial"/>
              <a:buNone/>
            </a:pPr>
            <a:r>
              <a:rPr lang="en" sz="3600" b="1" i="0" u="none" strike="noStrike" cap="none">
                <a:solidFill>
                  <a:schemeClr val="accent5"/>
                </a:solidFill>
                <a:latin typeface="Arial"/>
                <a:ea typeface="Arial"/>
                <a:cs typeface="Arial"/>
                <a:sym typeface="Arial"/>
              </a:rPr>
              <a:t>➕</a:t>
            </a:r>
            <a:endParaRPr sz="3600" b="0" i="0" u="none" strike="noStrike" cap="none">
              <a:solidFill>
                <a:schemeClr val="accent5"/>
              </a:solidFill>
              <a:highlight>
                <a:schemeClr val="accent5"/>
              </a:highlight>
              <a:latin typeface="Arial"/>
              <a:ea typeface="Arial"/>
              <a:cs typeface="Arial"/>
              <a:sym typeface="Arial"/>
            </a:endParaRPr>
          </a:p>
        </p:txBody>
      </p:sp>
      <p:sp>
        <p:nvSpPr>
          <p:cNvPr id="4797" name="Google Shape;4797;p204"/>
          <p:cNvSpPr txBox="1"/>
          <p:nvPr/>
        </p:nvSpPr>
        <p:spPr>
          <a:xfrm>
            <a:off x="419350" y="3882900"/>
            <a:ext cx="8400900" cy="4698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None/>
            </a:pPr>
            <a:r>
              <a:rPr lang="en" sz="1800" b="1">
                <a:solidFill>
                  <a:schemeClr val="accent5"/>
                </a:solidFill>
              </a:rPr>
              <a:t>Per Solution Use Case Scope(s)</a:t>
            </a:r>
            <a:endParaRPr sz="1800">
              <a:solidFill>
                <a:schemeClr val="accent5"/>
              </a:solidFill>
            </a:endParaRPr>
          </a:p>
        </p:txBody>
      </p:sp>
      <p:pic>
        <p:nvPicPr>
          <p:cNvPr id="4798" name="Google Shape;4798;p204"/>
          <p:cNvPicPr preferRelativeResize="0"/>
          <p:nvPr/>
        </p:nvPicPr>
        <p:blipFill rotWithShape="1">
          <a:blip r:embed="rId3">
            <a:alphaModFix/>
          </a:blip>
          <a:srcRect/>
          <a:stretch/>
        </p:blipFill>
        <p:spPr>
          <a:xfrm>
            <a:off x="1853249" y="928100"/>
            <a:ext cx="5485513" cy="1232700"/>
          </a:xfrm>
          <a:prstGeom prst="rect">
            <a:avLst/>
          </a:prstGeom>
          <a:noFill/>
          <a:ln>
            <a:noFill/>
          </a:ln>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4802"/>
        <p:cNvGrpSpPr/>
        <p:nvPr/>
      </p:nvGrpSpPr>
      <p:grpSpPr>
        <a:xfrm>
          <a:off x="0" y="0"/>
          <a:ext cx="0" cy="0"/>
          <a:chOff x="0" y="0"/>
          <a:chExt cx="0" cy="0"/>
        </a:xfrm>
      </p:grpSpPr>
      <p:sp>
        <p:nvSpPr>
          <p:cNvPr id="4803" name="Google Shape;4803;p205"/>
          <p:cNvSpPr txBox="1">
            <a:spLocks noGrp="1"/>
          </p:cNvSpPr>
          <p:nvPr>
            <p:ph type="title"/>
          </p:nvPr>
        </p:nvSpPr>
        <p:spPr>
          <a:xfrm>
            <a:off x="371475" y="257175"/>
            <a:ext cx="8573700" cy="5490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en">
                <a:solidFill>
                  <a:srgbClr val="000000"/>
                </a:solidFill>
              </a:rPr>
              <a:t>License Subscription Structure: Definitions  </a:t>
            </a:r>
            <a:endParaRPr>
              <a:solidFill>
                <a:srgbClr val="000000"/>
              </a:solidFill>
            </a:endParaRPr>
          </a:p>
        </p:txBody>
      </p:sp>
      <p:graphicFrame>
        <p:nvGraphicFramePr>
          <p:cNvPr id="4804" name="Google Shape;4804;p205"/>
          <p:cNvGraphicFramePr/>
          <p:nvPr/>
        </p:nvGraphicFramePr>
        <p:xfrm>
          <a:off x="285150" y="589688"/>
          <a:ext cx="8573700" cy="4393002"/>
        </p:xfrm>
        <a:graphic>
          <a:graphicData uri="http://schemas.openxmlformats.org/drawingml/2006/table">
            <a:tbl>
              <a:tblPr>
                <a:noFill/>
                <a:tableStyleId>{81070F2F-8489-4B5F-A378-67F00840D5F9}</a:tableStyleId>
              </a:tblPr>
              <a:tblGrid>
                <a:gridCol w="1174500">
                  <a:extLst>
                    <a:ext uri="{9D8B030D-6E8A-4147-A177-3AD203B41FA5}">
                      <a16:colId xmlns:a16="http://schemas.microsoft.com/office/drawing/2014/main" val="20000"/>
                    </a:ext>
                  </a:extLst>
                </a:gridCol>
                <a:gridCol w="5143700">
                  <a:extLst>
                    <a:ext uri="{9D8B030D-6E8A-4147-A177-3AD203B41FA5}">
                      <a16:colId xmlns:a16="http://schemas.microsoft.com/office/drawing/2014/main" val="20001"/>
                    </a:ext>
                  </a:extLst>
                </a:gridCol>
                <a:gridCol w="2255500">
                  <a:extLst>
                    <a:ext uri="{9D8B030D-6E8A-4147-A177-3AD203B41FA5}">
                      <a16:colId xmlns:a16="http://schemas.microsoft.com/office/drawing/2014/main" val="20002"/>
                    </a:ext>
                  </a:extLst>
                </a:gridCol>
              </a:tblGrid>
              <a:tr h="238125">
                <a:tc>
                  <a:txBody>
                    <a:bodyPr/>
                    <a:lstStyle/>
                    <a:p>
                      <a:pPr marL="0" lvl="0" indent="0" algn="l" rtl="0">
                        <a:lnSpc>
                          <a:spcPct val="115000"/>
                        </a:lnSpc>
                        <a:spcBef>
                          <a:spcPts val="0"/>
                        </a:spcBef>
                        <a:spcAft>
                          <a:spcPts val="0"/>
                        </a:spcAft>
                        <a:buNone/>
                      </a:pPr>
                      <a:r>
                        <a:rPr lang="en" sz="1100">
                          <a:solidFill>
                            <a:schemeClr val="accent5"/>
                          </a:solidFill>
                        </a:rPr>
                        <a:t>Term</a:t>
                      </a:r>
                      <a:endParaRPr sz="1100">
                        <a:solidFill>
                          <a:schemeClr val="accent5"/>
                        </a:solidFill>
                      </a:endParaRPr>
                    </a:p>
                  </a:txBody>
                  <a:tcPr marL="91425" marR="91425" marT="91425" marB="91425"/>
                </a:tc>
                <a:tc>
                  <a:txBody>
                    <a:bodyPr/>
                    <a:lstStyle/>
                    <a:p>
                      <a:pPr marL="0" lvl="0" indent="0" algn="l" rtl="0">
                        <a:lnSpc>
                          <a:spcPct val="115000"/>
                        </a:lnSpc>
                        <a:spcBef>
                          <a:spcPts val="0"/>
                        </a:spcBef>
                        <a:spcAft>
                          <a:spcPts val="0"/>
                        </a:spcAft>
                        <a:buNone/>
                      </a:pPr>
                      <a:r>
                        <a:rPr lang="en" sz="1100">
                          <a:solidFill>
                            <a:schemeClr val="accent5"/>
                          </a:solidFill>
                        </a:rPr>
                        <a:t>Definition</a:t>
                      </a:r>
                      <a:endParaRPr sz="1100">
                        <a:solidFill>
                          <a:schemeClr val="accent5"/>
                        </a:solidFill>
                      </a:endParaRPr>
                    </a:p>
                  </a:txBody>
                  <a:tcPr marL="91425" marR="91425" marT="91425" marB="91425"/>
                </a:tc>
                <a:tc>
                  <a:txBody>
                    <a:bodyPr/>
                    <a:lstStyle/>
                    <a:p>
                      <a:pPr marL="0" lvl="0" indent="0" algn="l" rtl="0">
                        <a:lnSpc>
                          <a:spcPct val="115000"/>
                        </a:lnSpc>
                        <a:spcBef>
                          <a:spcPts val="0"/>
                        </a:spcBef>
                        <a:spcAft>
                          <a:spcPts val="0"/>
                        </a:spcAft>
                        <a:buNone/>
                      </a:pPr>
                      <a:r>
                        <a:rPr lang="en" sz="1100">
                          <a:solidFill>
                            <a:schemeClr val="accent5"/>
                          </a:solidFill>
                        </a:rPr>
                        <a:t>How to estimate</a:t>
                      </a:r>
                      <a:endParaRPr sz="1100">
                        <a:solidFill>
                          <a:schemeClr val="accent5"/>
                        </a:solidFill>
                      </a:endParaRPr>
                    </a:p>
                  </a:txBody>
                  <a:tcPr marL="91425" marR="91425" marT="91425" marB="91425"/>
                </a:tc>
                <a:extLst>
                  <a:ext uri="{0D108BD9-81ED-4DB2-BD59-A6C34878D82A}">
                    <a16:rowId xmlns:a16="http://schemas.microsoft.com/office/drawing/2014/main" val="10000"/>
                  </a:ext>
                </a:extLst>
              </a:tr>
              <a:tr h="695325">
                <a:tc>
                  <a:txBody>
                    <a:bodyPr/>
                    <a:lstStyle/>
                    <a:p>
                      <a:pPr marL="0" lvl="0" indent="0" algn="l" rtl="0">
                        <a:lnSpc>
                          <a:spcPct val="115000"/>
                        </a:lnSpc>
                        <a:spcBef>
                          <a:spcPts val="0"/>
                        </a:spcBef>
                        <a:spcAft>
                          <a:spcPts val="0"/>
                        </a:spcAft>
                        <a:buNone/>
                      </a:pPr>
                      <a:r>
                        <a:rPr lang="en" sz="1000" b="1">
                          <a:solidFill>
                            <a:srgbClr val="58595B"/>
                          </a:solidFill>
                        </a:rPr>
                        <a:t>Process Instance</a:t>
                      </a:r>
                      <a:r>
                        <a:rPr lang="en" sz="1000">
                          <a:solidFill>
                            <a:srgbClr val="58595B"/>
                          </a:solidFill>
                        </a:rPr>
                        <a:t> (PI)</a:t>
                      </a:r>
                      <a:endParaRPr sz="1000">
                        <a:solidFill>
                          <a:srgbClr val="58595B"/>
                        </a:solidFill>
                      </a:endParaRPr>
                    </a:p>
                  </a:txBody>
                  <a:tcPr marL="91425" marR="91425" marT="91425" marB="91425"/>
                </a:tc>
                <a:tc>
                  <a:txBody>
                    <a:bodyPr/>
                    <a:lstStyle/>
                    <a:p>
                      <a:pPr marL="0" lvl="0" indent="0" algn="l" rtl="0">
                        <a:lnSpc>
                          <a:spcPct val="115000"/>
                        </a:lnSpc>
                        <a:spcBef>
                          <a:spcPts val="0"/>
                        </a:spcBef>
                        <a:spcAft>
                          <a:spcPts val="0"/>
                        </a:spcAft>
                        <a:buNone/>
                      </a:pPr>
                      <a:r>
                        <a:rPr lang="en" sz="1000" i="1">
                          <a:solidFill>
                            <a:srgbClr val="58595B"/>
                          </a:solidFill>
                        </a:rPr>
                        <a:t>A usage metric</a:t>
                      </a:r>
                      <a:r>
                        <a:rPr lang="en" sz="1000">
                          <a:solidFill>
                            <a:srgbClr val="58595B"/>
                          </a:solidFill>
                        </a:rPr>
                        <a:t>. Technical execution of a BPMN Process Definition in the Camunda Workflow Engine, independent of current status (pending or completed). Additional process instances that are invoked via call activities are not counted separately.</a:t>
                      </a:r>
                      <a:endParaRPr sz="1000">
                        <a:solidFill>
                          <a:srgbClr val="58595B"/>
                        </a:solidFill>
                      </a:endParaRPr>
                    </a:p>
                  </a:txBody>
                  <a:tcPr marL="91425" marR="91425" marT="91425" marB="91425"/>
                </a:tc>
                <a:tc>
                  <a:txBody>
                    <a:bodyPr/>
                    <a:lstStyle/>
                    <a:p>
                      <a:pPr marL="0" lvl="0" indent="0" algn="l" rtl="0">
                        <a:lnSpc>
                          <a:spcPct val="115000"/>
                        </a:lnSpc>
                        <a:spcBef>
                          <a:spcPts val="0"/>
                        </a:spcBef>
                        <a:spcAft>
                          <a:spcPts val="0"/>
                        </a:spcAft>
                        <a:buNone/>
                      </a:pPr>
                      <a:r>
                        <a:rPr lang="en" sz="1000">
                          <a:solidFill>
                            <a:srgbClr val="58595B"/>
                          </a:solidFill>
                        </a:rPr>
                        <a:t>What is the annual transaction volume of the process?</a:t>
                      </a:r>
                      <a:endParaRPr sz="1000">
                        <a:solidFill>
                          <a:srgbClr val="58595B"/>
                        </a:solidFill>
                      </a:endParaRPr>
                    </a:p>
                  </a:txBody>
                  <a:tcPr marL="91425" marR="91425" marT="91425" marB="91425"/>
                </a:tc>
                <a:extLst>
                  <a:ext uri="{0D108BD9-81ED-4DB2-BD59-A6C34878D82A}">
                    <a16:rowId xmlns:a16="http://schemas.microsoft.com/office/drawing/2014/main" val="10001"/>
                  </a:ext>
                </a:extLst>
              </a:tr>
              <a:tr h="695325">
                <a:tc>
                  <a:txBody>
                    <a:bodyPr/>
                    <a:lstStyle/>
                    <a:p>
                      <a:pPr marL="0" lvl="0" indent="0" algn="l" rtl="0">
                        <a:lnSpc>
                          <a:spcPct val="115000"/>
                        </a:lnSpc>
                        <a:spcBef>
                          <a:spcPts val="0"/>
                        </a:spcBef>
                        <a:spcAft>
                          <a:spcPts val="0"/>
                        </a:spcAft>
                        <a:buNone/>
                      </a:pPr>
                      <a:r>
                        <a:rPr lang="en" sz="1000" b="1">
                          <a:solidFill>
                            <a:srgbClr val="58595B"/>
                          </a:solidFill>
                        </a:rPr>
                        <a:t>Decision Instance</a:t>
                      </a:r>
                      <a:endParaRPr sz="1000" b="1">
                        <a:solidFill>
                          <a:srgbClr val="58595B"/>
                        </a:solidFill>
                      </a:endParaRPr>
                    </a:p>
                    <a:p>
                      <a:pPr marL="0" lvl="0" indent="0" algn="l" rtl="0">
                        <a:lnSpc>
                          <a:spcPct val="115000"/>
                        </a:lnSpc>
                        <a:spcBef>
                          <a:spcPts val="0"/>
                        </a:spcBef>
                        <a:spcAft>
                          <a:spcPts val="0"/>
                        </a:spcAft>
                        <a:buNone/>
                      </a:pPr>
                      <a:r>
                        <a:rPr lang="en" sz="1000">
                          <a:solidFill>
                            <a:srgbClr val="58595B"/>
                          </a:solidFill>
                        </a:rPr>
                        <a:t>(DI)</a:t>
                      </a:r>
                      <a:endParaRPr sz="1000">
                        <a:solidFill>
                          <a:srgbClr val="58595B"/>
                        </a:solidFill>
                      </a:endParaRPr>
                    </a:p>
                  </a:txBody>
                  <a:tcPr marL="91425" marR="91425" marT="91425" marB="91425"/>
                </a:tc>
                <a:tc>
                  <a:txBody>
                    <a:bodyPr/>
                    <a:lstStyle/>
                    <a:p>
                      <a:pPr marL="0" lvl="0" indent="0" algn="l" rtl="0">
                        <a:lnSpc>
                          <a:spcPct val="115000"/>
                        </a:lnSpc>
                        <a:spcBef>
                          <a:spcPts val="0"/>
                        </a:spcBef>
                        <a:spcAft>
                          <a:spcPts val="0"/>
                        </a:spcAft>
                        <a:buNone/>
                      </a:pPr>
                      <a:r>
                        <a:rPr lang="en" sz="1000" i="1">
                          <a:solidFill>
                            <a:srgbClr val="58595B"/>
                          </a:solidFill>
                        </a:rPr>
                        <a:t>A usage metric</a:t>
                      </a:r>
                      <a:r>
                        <a:rPr lang="en" sz="1000">
                          <a:solidFill>
                            <a:srgbClr val="58595B"/>
                          </a:solidFill>
                        </a:rPr>
                        <a:t>. Technical execution of a DMN Decision Model (e.g., a decision table) in the Camunda Decision Engine. Executions of single models as part of a composed decision model (e.g., in a DRD) will be counted separately.</a:t>
                      </a:r>
                      <a:endParaRPr sz="1000">
                        <a:solidFill>
                          <a:srgbClr val="58595B"/>
                        </a:solidFill>
                      </a:endParaRPr>
                    </a:p>
                  </a:txBody>
                  <a:tcPr marL="91425" marR="91425" marT="91425" marB="91425"/>
                </a:tc>
                <a:tc>
                  <a:txBody>
                    <a:bodyPr/>
                    <a:lstStyle/>
                    <a:p>
                      <a:pPr marL="0" lvl="0" indent="0" algn="l" rtl="0">
                        <a:lnSpc>
                          <a:spcPct val="115000"/>
                        </a:lnSpc>
                        <a:spcBef>
                          <a:spcPts val="0"/>
                        </a:spcBef>
                        <a:spcAft>
                          <a:spcPts val="0"/>
                        </a:spcAft>
                        <a:buNone/>
                      </a:pPr>
                      <a:r>
                        <a:rPr lang="en" sz="1000">
                          <a:solidFill>
                            <a:srgbClr val="58595B"/>
                          </a:solidFill>
                        </a:rPr>
                        <a:t>Will you automate decisions using DMN as part of the workflow? How many decision tables will be in the process?</a:t>
                      </a:r>
                      <a:endParaRPr sz="1000">
                        <a:solidFill>
                          <a:srgbClr val="58595B"/>
                        </a:solidFill>
                      </a:endParaRPr>
                    </a:p>
                  </a:txBody>
                  <a:tcPr marL="91425" marR="91425" marT="91425" marB="91425"/>
                </a:tc>
                <a:extLst>
                  <a:ext uri="{0D108BD9-81ED-4DB2-BD59-A6C34878D82A}">
                    <a16:rowId xmlns:a16="http://schemas.microsoft.com/office/drawing/2014/main" val="10002"/>
                  </a:ext>
                </a:extLst>
              </a:tr>
              <a:tr h="695325">
                <a:tc>
                  <a:txBody>
                    <a:bodyPr/>
                    <a:lstStyle/>
                    <a:p>
                      <a:pPr marL="0" lvl="0" indent="0" algn="l" rtl="0">
                        <a:lnSpc>
                          <a:spcPct val="115000"/>
                        </a:lnSpc>
                        <a:spcBef>
                          <a:spcPts val="0"/>
                        </a:spcBef>
                        <a:spcAft>
                          <a:spcPts val="0"/>
                        </a:spcAft>
                        <a:buNone/>
                      </a:pPr>
                      <a:r>
                        <a:rPr lang="en" sz="1000" b="1">
                          <a:solidFill>
                            <a:srgbClr val="58595B"/>
                          </a:solidFill>
                        </a:rPr>
                        <a:t>Task User</a:t>
                      </a:r>
                      <a:endParaRPr sz="1000" b="1">
                        <a:solidFill>
                          <a:srgbClr val="58595B"/>
                        </a:solidFill>
                      </a:endParaRPr>
                    </a:p>
                    <a:p>
                      <a:pPr marL="0" lvl="0" indent="0" algn="l" rtl="0">
                        <a:lnSpc>
                          <a:spcPct val="115000"/>
                        </a:lnSpc>
                        <a:spcBef>
                          <a:spcPts val="0"/>
                        </a:spcBef>
                        <a:spcAft>
                          <a:spcPts val="0"/>
                        </a:spcAft>
                        <a:buNone/>
                      </a:pPr>
                      <a:r>
                        <a:rPr lang="en" sz="1000">
                          <a:solidFill>
                            <a:srgbClr val="58595B"/>
                          </a:solidFill>
                        </a:rPr>
                        <a:t>(TU)</a:t>
                      </a:r>
                      <a:endParaRPr sz="1000">
                        <a:solidFill>
                          <a:srgbClr val="58595B"/>
                        </a:solidFill>
                      </a:endParaRPr>
                    </a:p>
                  </a:txBody>
                  <a:tcPr marL="91425" marR="91425" marT="91425" marB="91425"/>
                </a:tc>
                <a:tc>
                  <a:txBody>
                    <a:bodyPr/>
                    <a:lstStyle/>
                    <a:p>
                      <a:pPr marL="0" lvl="0" indent="0" algn="l" rtl="0">
                        <a:lnSpc>
                          <a:spcPct val="115000"/>
                        </a:lnSpc>
                        <a:spcBef>
                          <a:spcPts val="0"/>
                        </a:spcBef>
                        <a:spcAft>
                          <a:spcPts val="0"/>
                        </a:spcAft>
                        <a:buNone/>
                      </a:pPr>
                      <a:r>
                        <a:rPr lang="en" sz="1000" i="1">
                          <a:solidFill>
                            <a:srgbClr val="58595B"/>
                          </a:solidFill>
                        </a:rPr>
                        <a:t>A usage metric</a:t>
                      </a:r>
                      <a:r>
                        <a:rPr lang="en" sz="1000">
                          <a:solidFill>
                            <a:srgbClr val="58595B"/>
                          </a:solidFill>
                        </a:rPr>
                        <a:t>. Distinct string that has been assigned to a User Task in the Camunda history. Each string will be counted once, i.e. if the same user has been assigned to more than one task during the contractual year, this will be only counted once.</a:t>
                      </a:r>
                      <a:endParaRPr sz="1000">
                        <a:solidFill>
                          <a:srgbClr val="58595B"/>
                        </a:solidFill>
                      </a:endParaRPr>
                    </a:p>
                  </a:txBody>
                  <a:tcPr marL="91425" marR="91425" marT="91425" marB="91425"/>
                </a:tc>
                <a:tc>
                  <a:txBody>
                    <a:bodyPr/>
                    <a:lstStyle/>
                    <a:p>
                      <a:pPr marL="0" lvl="0" indent="0" algn="l" rtl="0">
                        <a:lnSpc>
                          <a:spcPct val="115000"/>
                        </a:lnSpc>
                        <a:spcBef>
                          <a:spcPts val="0"/>
                        </a:spcBef>
                        <a:spcAft>
                          <a:spcPts val="0"/>
                        </a:spcAft>
                        <a:buNone/>
                      </a:pPr>
                      <a:r>
                        <a:rPr lang="en" sz="1000">
                          <a:solidFill>
                            <a:srgbClr val="58595B"/>
                          </a:solidFill>
                        </a:rPr>
                        <a:t>How many people will directly interact with the process?</a:t>
                      </a:r>
                      <a:endParaRPr sz="1000">
                        <a:solidFill>
                          <a:srgbClr val="58595B"/>
                        </a:solidFill>
                      </a:endParaRPr>
                    </a:p>
                  </a:txBody>
                  <a:tcPr marL="91425" marR="91425" marT="91425" marB="91425"/>
                </a:tc>
                <a:extLst>
                  <a:ext uri="{0D108BD9-81ED-4DB2-BD59-A6C34878D82A}">
                    <a16:rowId xmlns:a16="http://schemas.microsoft.com/office/drawing/2014/main" val="10003"/>
                  </a:ext>
                </a:extLst>
              </a:tr>
              <a:tr h="361950">
                <a:tc>
                  <a:txBody>
                    <a:bodyPr/>
                    <a:lstStyle/>
                    <a:p>
                      <a:pPr marL="0" lvl="0" indent="0" algn="l" rtl="0">
                        <a:lnSpc>
                          <a:spcPct val="115000"/>
                        </a:lnSpc>
                        <a:spcBef>
                          <a:spcPts val="0"/>
                        </a:spcBef>
                        <a:spcAft>
                          <a:spcPts val="0"/>
                        </a:spcAft>
                        <a:buNone/>
                      </a:pPr>
                      <a:r>
                        <a:rPr lang="en" sz="1000" b="1">
                          <a:solidFill>
                            <a:srgbClr val="58595B"/>
                          </a:solidFill>
                        </a:rPr>
                        <a:t>Advanced SLA</a:t>
                      </a:r>
                      <a:endParaRPr sz="1000" b="1">
                        <a:solidFill>
                          <a:srgbClr val="58595B"/>
                        </a:solidFill>
                      </a:endParaRPr>
                    </a:p>
                  </a:txBody>
                  <a:tcPr marL="91425" marR="91425" marT="91425" marB="91425"/>
                </a:tc>
                <a:tc>
                  <a:txBody>
                    <a:bodyPr/>
                    <a:lstStyle/>
                    <a:p>
                      <a:pPr marL="0" lvl="0" indent="0" algn="l" rtl="0">
                        <a:lnSpc>
                          <a:spcPct val="115000"/>
                        </a:lnSpc>
                        <a:spcBef>
                          <a:spcPts val="0"/>
                        </a:spcBef>
                        <a:spcAft>
                          <a:spcPts val="0"/>
                        </a:spcAft>
                        <a:buNone/>
                      </a:pPr>
                      <a:r>
                        <a:rPr lang="en" sz="1000">
                          <a:solidFill>
                            <a:srgbClr val="58595B"/>
                          </a:solidFill>
                        </a:rPr>
                        <a:t>Product Support with a 24x7 availability and guaranteed 2 hour response times for severity 1 issues.</a:t>
                      </a:r>
                      <a:endParaRPr sz="1000">
                        <a:solidFill>
                          <a:srgbClr val="58595B"/>
                        </a:solidFill>
                      </a:endParaRPr>
                    </a:p>
                  </a:txBody>
                  <a:tcPr marL="91425" marR="91425" marT="91425" marB="91425"/>
                </a:tc>
                <a:tc>
                  <a:txBody>
                    <a:bodyPr/>
                    <a:lstStyle/>
                    <a:p>
                      <a:pPr marL="0" lvl="0" indent="0" algn="l" rtl="0">
                        <a:lnSpc>
                          <a:spcPct val="115000"/>
                        </a:lnSpc>
                        <a:spcBef>
                          <a:spcPts val="0"/>
                        </a:spcBef>
                        <a:spcAft>
                          <a:spcPts val="0"/>
                        </a:spcAft>
                        <a:buNone/>
                      </a:pPr>
                      <a:r>
                        <a:rPr lang="en" sz="1000">
                          <a:solidFill>
                            <a:srgbClr val="58595B"/>
                          </a:solidFill>
                        </a:rPr>
                        <a:t>Need additional protection against production downtimes?</a:t>
                      </a:r>
                      <a:endParaRPr sz="1000">
                        <a:solidFill>
                          <a:srgbClr val="58595B"/>
                        </a:solidFill>
                      </a:endParaRPr>
                    </a:p>
                  </a:txBody>
                  <a:tcPr marL="91425" marR="91425" marT="91425" marB="91425"/>
                </a:tc>
                <a:extLst>
                  <a:ext uri="{0D108BD9-81ED-4DB2-BD59-A6C34878D82A}">
                    <a16:rowId xmlns:a16="http://schemas.microsoft.com/office/drawing/2014/main" val="10004"/>
                  </a:ext>
                </a:extLst>
              </a:tr>
              <a:tr h="447675">
                <a:tc>
                  <a:txBody>
                    <a:bodyPr/>
                    <a:lstStyle/>
                    <a:p>
                      <a:pPr marL="0" lvl="0" indent="0" algn="l" rtl="0">
                        <a:lnSpc>
                          <a:spcPct val="115000"/>
                        </a:lnSpc>
                        <a:spcBef>
                          <a:spcPts val="0"/>
                        </a:spcBef>
                        <a:spcAft>
                          <a:spcPts val="0"/>
                        </a:spcAft>
                        <a:buNone/>
                      </a:pPr>
                      <a:r>
                        <a:rPr lang="en" sz="1000" b="1">
                          <a:solidFill>
                            <a:srgbClr val="58595B"/>
                          </a:solidFill>
                        </a:rPr>
                        <a:t>Support Contact</a:t>
                      </a:r>
                      <a:endParaRPr sz="1000" b="1">
                        <a:solidFill>
                          <a:srgbClr val="58595B"/>
                        </a:solidFill>
                      </a:endParaRPr>
                    </a:p>
                  </a:txBody>
                  <a:tcPr marL="91425" marR="91425" marT="91425" marB="91425"/>
                </a:tc>
                <a:tc>
                  <a:txBody>
                    <a:bodyPr/>
                    <a:lstStyle/>
                    <a:p>
                      <a:pPr marL="0" lvl="0" indent="0" algn="l" rtl="0">
                        <a:lnSpc>
                          <a:spcPct val="115000"/>
                        </a:lnSpc>
                        <a:spcBef>
                          <a:spcPts val="0"/>
                        </a:spcBef>
                        <a:spcAft>
                          <a:spcPts val="0"/>
                        </a:spcAft>
                        <a:buNone/>
                      </a:pPr>
                      <a:r>
                        <a:rPr lang="en" sz="1000">
                          <a:solidFill>
                            <a:srgbClr val="58595B"/>
                          </a:solidFill>
                        </a:rPr>
                        <a:t>A named employee that is entitled to interact with the Camunda product support, open JIRA tickets. Support contact slots can be reassigned.</a:t>
                      </a:r>
                      <a:endParaRPr sz="1000">
                        <a:solidFill>
                          <a:srgbClr val="58595B"/>
                        </a:solidFill>
                      </a:endParaRPr>
                    </a:p>
                  </a:txBody>
                  <a:tcPr marL="91425" marR="91425" marT="91425" marB="91425"/>
                </a:tc>
                <a:tc>
                  <a:txBody>
                    <a:bodyPr/>
                    <a:lstStyle/>
                    <a:p>
                      <a:pPr marL="0" lvl="0" indent="0" algn="l" rtl="0">
                        <a:lnSpc>
                          <a:spcPct val="115000"/>
                        </a:lnSpc>
                        <a:spcBef>
                          <a:spcPts val="0"/>
                        </a:spcBef>
                        <a:spcAft>
                          <a:spcPts val="0"/>
                        </a:spcAft>
                        <a:buNone/>
                      </a:pPr>
                      <a:r>
                        <a:rPr lang="en" sz="1000">
                          <a:solidFill>
                            <a:srgbClr val="58595B"/>
                          </a:solidFill>
                        </a:rPr>
                        <a:t>Need constantly more than 3 employees to directly interact with support?</a:t>
                      </a:r>
                      <a:endParaRPr sz="1000">
                        <a:solidFill>
                          <a:srgbClr val="58595B"/>
                        </a:solidFill>
                      </a:endParaRPr>
                    </a:p>
                  </a:txBody>
                  <a:tcPr marL="91425" marR="91425" marT="91425" marB="91425"/>
                </a:tc>
                <a:extLst>
                  <a:ext uri="{0D108BD9-81ED-4DB2-BD59-A6C34878D82A}">
                    <a16:rowId xmlns:a16="http://schemas.microsoft.com/office/drawing/2014/main" val="10005"/>
                  </a:ext>
                </a:extLst>
              </a:tr>
              <a:tr h="561975">
                <a:tc>
                  <a:txBody>
                    <a:bodyPr/>
                    <a:lstStyle/>
                    <a:p>
                      <a:pPr marL="0" lvl="0" indent="0" algn="l" rtl="0">
                        <a:lnSpc>
                          <a:spcPct val="115000"/>
                        </a:lnSpc>
                        <a:spcBef>
                          <a:spcPts val="0"/>
                        </a:spcBef>
                        <a:spcAft>
                          <a:spcPts val="0"/>
                        </a:spcAft>
                        <a:buNone/>
                      </a:pPr>
                      <a:r>
                        <a:rPr lang="en" sz="1000" b="1">
                          <a:solidFill>
                            <a:srgbClr val="58595B"/>
                          </a:solidFill>
                        </a:rPr>
                        <a:t>Remote Consulting</a:t>
                      </a:r>
                      <a:endParaRPr sz="1000" b="1">
                        <a:solidFill>
                          <a:srgbClr val="58595B"/>
                        </a:solidFill>
                      </a:endParaRPr>
                    </a:p>
                  </a:txBody>
                  <a:tcPr marL="91425" marR="91425" marT="91425" marB="91425"/>
                </a:tc>
                <a:tc>
                  <a:txBody>
                    <a:bodyPr/>
                    <a:lstStyle/>
                    <a:p>
                      <a:pPr marL="0" lvl="0" indent="0" algn="l" rtl="0">
                        <a:lnSpc>
                          <a:spcPct val="115000"/>
                        </a:lnSpc>
                        <a:spcBef>
                          <a:spcPts val="0"/>
                        </a:spcBef>
                        <a:spcAft>
                          <a:spcPts val="0"/>
                        </a:spcAft>
                        <a:buNone/>
                      </a:pPr>
                      <a:r>
                        <a:rPr lang="en" sz="1000">
                          <a:solidFill>
                            <a:srgbClr val="58595B"/>
                          </a:solidFill>
                        </a:rPr>
                        <a:t>A number of hours the customer can use with Camunda consultants per year on an as-needed basis to discuss best practices and get advice.</a:t>
                      </a:r>
                      <a:endParaRPr sz="1000">
                        <a:solidFill>
                          <a:srgbClr val="58595B"/>
                        </a:solidFill>
                      </a:endParaRPr>
                    </a:p>
                  </a:txBody>
                  <a:tcPr marL="91425" marR="91425" marT="91425" marB="91425"/>
                </a:tc>
                <a:tc>
                  <a:txBody>
                    <a:bodyPr/>
                    <a:lstStyle/>
                    <a:p>
                      <a:pPr marL="0" lvl="0" indent="0" algn="l" rtl="0">
                        <a:lnSpc>
                          <a:spcPct val="115000"/>
                        </a:lnSpc>
                        <a:spcBef>
                          <a:spcPts val="0"/>
                        </a:spcBef>
                        <a:spcAft>
                          <a:spcPts val="0"/>
                        </a:spcAft>
                        <a:buNone/>
                      </a:pPr>
                      <a:r>
                        <a:rPr lang="en" sz="1000">
                          <a:solidFill>
                            <a:srgbClr val="58595B"/>
                          </a:solidFill>
                        </a:rPr>
                        <a:t>Need more than 10 hours per year?</a:t>
                      </a:r>
                      <a:endParaRPr sz="1000">
                        <a:solidFill>
                          <a:srgbClr val="58595B"/>
                        </a:solidFill>
                      </a:endParaRPr>
                    </a:p>
                  </a:txBody>
                  <a:tcPr marL="91425" marR="91425" marT="91425" marB="91425"/>
                </a:tc>
                <a:extLst>
                  <a:ext uri="{0D108BD9-81ED-4DB2-BD59-A6C34878D82A}">
                    <a16:rowId xmlns:a16="http://schemas.microsoft.com/office/drawing/2014/main" val="10006"/>
                  </a:ext>
                </a:extLst>
              </a:tr>
            </a:tbl>
          </a:graphicData>
        </a:graphic>
      </p:graphicFrame>
    </p:spTree>
  </p:cSld>
  <p:clrMapOvr>
    <a:masterClrMapping/>
  </p:clrMapOvr>
</p:sld>
</file>

<file path=ppt/theme/theme1.xml><?xml version="1.0" encoding="utf-8"?>
<a:theme xmlns:a="http://schemas.openxmlformats.org/drawingml/2006/main" name="Camunda-Apr2020">
  <a:themeElements>
    <a:clrScheme name="NewCamunda">
      <a:dk1>
        <a:srgbClr val="000000"/>
      </a:dk1>
      <a:lt1>
        <a:srgbClr val="FFFFFF"/>
      </a:lt1>
      <a:dk2>
        <a:srgbClr val="58595B"/>
      </a:dk2>
      <a:lt2>
        <a:srgbClr val="E6E7E8"/>
      </a:lt2>
      <a:accent1>
        <a:srgbClr val="FF1E00"/>
      </a:accent1>
      <a:accent2>
        <a:srgbClr val="FF8B00"/>
      </a:accent2>
      <a:accent3>
        <a:srgbClr val="A5A5A5"/>
      </a:accent3>
      <a:accent4>
        <a:srgbClr val="14D890"/>
      </a:accent4>
      <a:accent5>
        <a:srgbClr val="0998C8"/>
      </a:accent5>
      <a:accent6>
        <a:srgbClr val="FF6100"/>
      </a:accent6>
      <a:hlink>
        <a:srgbClr val="0075FF"/>
      </a:hlink>
      <a:folHlink>
        <a:srgbClr val="41404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Camunda">
  <a:themeElements>
    <a:clrScheme name="Simple Light">
      <a:dk1>
        <a:srgbClr val="000000"/>
      </a:dk1>
      <a:lt1>
        <a:srgbClr val="FFFFFF"/>
      </a:lt1>
      <a:dk2>
        <a:srgbClr val="434343"/>
      </a:dk2>
      <a:lt2>
        <a:srgbClr val="F7F7F7"/>
      </a:lt2>
      <a:accent1>
        <a:srgbClr val="FC5D0D"/>
      </a:accent1>
      <a:accent2>
        <a:srgbClr val="26D07C"/>
      </a:accent2>
      <a:accent3>
        <a:srgbClr val="00A7B5"/>
      </a:accent3>
      <a:accent4>
        <a:srgbClr val="888B8D"/>
      </a:accent4>
      <a:accent5>
        <a:srgbClr val="BBBCBC"/>
      </a:accent5>
      <a:accent6>
        <a:srgbClr val="0072CE"/>
      </a:accent6>
      <a:hlink>
        <a:srgbClr val="0072CE"/>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1084</TotalTime>
  <Words>7863</Words>
  <Application>Microsoft Office PowerPoint</Application>
  <PresentationFormat>On-screen Show (16:9)</PresentationFormat>
  <Paragraphs>1102</Paragraphs>
  <Slides>54</Slides>
  <Notes>54</Notes>
  <HiddenSlides>0</HiddenSlides>
  <MMClips>0</MMClips>
  <ScaleCrop>false</ScaleCrop>
  <HeadingPairs>
    <vt:vector size="6" baseType="variant">
      <vt:variant>
        <vt:lpstr>Fonts Used</vt:lpstr>
      </vt:variant>
      <vt:variant>
        <vt:i4>10</vt:i4>
      </vt:variant>
      <vt:variant>
        <vt:lpstr>Theme</vt:lpstr>
      </vt:variant>
      <vt:variant>
        <vt:i4>2</vt:i4>
      </vt:variant>
      <vt:variant>
        <vt:lpstr>Slide Titles</vt:lpstr>
      </vt:variant>
      <vt:variant>
        <vt:i4>54</vt:i4>
      </vt:variant>
    </vt:vector>
  </HeadingPairs>
  <TitlesOfParts>
    <vt:vector size="66" baseType="lpstr">
      <vt:lpstr>IBM Plex Mono Light</vt:lpstr>
      <vt:lpstr>IBM Plex Sans</vt:lpstr>
      <vt:lpstr>IBM Plex Sans SemiBold</vt:lpstr>
      <vt:lpstr>Arial</vt:lpstr>
      <vt:lpstr>Noto Sans Symbols</vt:lpstr>
      <vt:lpstr>IBM Plex Sans Medium</vt:lpstr>
      <vt:lpstr>IBM Plex Mono SemiBold</vt:lpstr>
      <vt:lpstr>IBM Plex Mono Medium</vt:lpstr>
      <vt:lpstr>IBM Plex Sans Light</vt:lpstr>
      <vt:lpstr>Open Sans</vt:lpstr>
      <vt:lpstr>Camunda-Apr2020</vt:lpstr>
      <vt:lpstr>Camunda</vt:lpstr>
      <vt:lpstr>Camunda</vt:lpstr>
      <vt:lpstr>PowerPoint Presentation</vt:lpstr>
      <vt:lpstr>Market Positioning</vt:lpstr>
      <vt:lpstr>Market Positioning Process Orchestration Low Endpoint Diversity, Multiple Endpoints of the Same Type</vt:lpstr>
      <vt:lpstr>Market Positioning Process Orchestration High Endpoint Diversity, Multiple Endpoints of the Multiple Types</vt:lpstr>
      <vt:lpstr>Market Positioning</vt:lpstr>
      <vt:lpstr>Market Positioning</vt:lpstr>
      <vt:lpstr>Market Positioning</vt:lpstr>
      <vt:lpstr>Market Positioning</vt:lpstr>
      <vt:lpstr>Platform Focus</vt:lpstr>
      <vt:lpstr>Market Landscape</vt:lpstr>
      <vt:lpstr>Camunda</vt:lpstr>
      <vt:lpstr>PowerPoint Presentation</vt:lpstr>
      <vt:lpstr>Process Orchestration: Camunda Platform for High Endpoint Diversity</vt:lpstr>
      <vt:lpstr>PowerPoint Presentation</vt:lpstr>
      <vt:lpstr>PowerPoint Presentation</vt:lpstr>
      <vt:lpstr>Camunda Platform - Investment Priorities</vt:lpstr>
      <vt:lpstr>Market Coverage </vt:lpstr>
      <vt:lpstr>Market Coverage: Banking</vt:lpstr>
      <vt:lpstr>Common Camunda Uses</vt:lpstr>
      <vt:lpstr>PowerPoint Presentation</vt:lpstr>
      <vt:lpstr>PowerPoint Presentation</vt:lpstr>
      <vt:lpstr>PowerPoint Presentation</vt:lpstr>
      <vt:lpstr>PowerPoint Presentation</vt:lpstr>
      <vt:lpstr>Camunda Platform 8 </vt:lpstr>
      <vt:lpstr>Camunda Platform 7 vs 8 </vt:lpstr>
      <vt:lpstr>Available as SaaS or Self-Managed </vt:lpstr>
      <vt:lpstr>PowerPoint Presentation</vt:lpstr>
      <vt:lpstr>PowerPoint Presentation</vt:lpstr>
      <vt:lpstr>PowerPoint Presentation</vt:lpstr>
      <vt:lpstr>PowerPoint Presentation</vt:lpstr>
      <vt:lpstr>Connector Examples</vt:lpstr>
      <vt:lpstr>PowerPoint Presentation</vt:lpstr>
      <vt:lpstr>PowerPoint Presentation</vt:lpstr>
      <vt:lpstr>PowerPoint Presentation</vt:lpstr>
      <vt:lpstr>PowerPoint Presentation</vt:lpstr>
      <vt:lpstr>Enable Business and IT Collaboration  Developers and Designers iterate with agility on business problems</vt:lpstr>
      <vt:lpstr>Link Assets to Your Processes  Find and link project assets together </vt:lpstr>
      <vt:lpstr>Create Flexible Forms and UX  Build and ship fast</vt:lpstr>
      <vt:lpstr>Enable End-to-End Debugging  Validate your models prior to debugging with guidance on errors and warnings</vt:lpstr>
      <vt:lpstr>Create Multi-File Projects  Speed up your development workflow by using a project scope</vt:lpstr>
      <vt:lpstr>Enable Modeling + Refactoring Actions  Intuitive modeling features to let you get things done faster and hassle-free</vt:lpstr>
      <vt:lpstr>Create and Share Connectors  Create connectors in Camunda 8 and share them with your team</vt:lpstr>
      <vt:lpstr>Connectors  </vt:lpstr>
      <vt:lpstr>Enable Analytics and Dashboards  Optimize for Continuous Process Improvement</vt:lpstr>
      <vt:lpstr>Leverage for Microservices Orchestration</vt:lpstr>
      <vt:lpstr>Leverage for Microservices Orchestration </vt:lpstr>
      <vt:lpstr>Leverage for Microservices Orchestration</vt:lpstr>
      <vt:lpstr>Use for Massive Scale Applications</vt:lpstr>
      <vt:lpstr>Use for Massive Scale Applications</vt:lpstr>
      <vt:lpstr>Use for Massive Scale Applications:  Partitions (Shards) and Replication enabling failover by electing a new leader </vt:lpstr>
      <vt:lpstr>Use for Massive Scale Applications</vt:lpstr>
      <vt:lpstr>License Subscription Structure: Solution Use Case Scope(s) Process Instances, Decision Instances, Task Users</vt:lpstr>
      <vt:lpstr>License Subscription Structure: Definitions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Camunda</dc:title>
  <cp:lastModifiedBy>murali babu</cp:lastModifiedBy>
  <cp:revision>7</cp:revision>
  <dcterms:modified xsi:type="dcterms:W3CDTF">2023-03-03T09:18:33Z</dcterms:modified>
</cp:coreProperties>
</file>